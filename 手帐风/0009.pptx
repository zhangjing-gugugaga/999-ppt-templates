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70" r:id="rId1"/>
  </p:sldMasterIdLst>
  <p:notesMasterIdLst>
    <p:notesMasterId r:id="rId24"/>
  </p:notesMasterIdLst>
  <p:sldIdLst>
    <p:sldId id="256"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D5F98F06-4884-49F3-945D-AF289A128153}">
  <a:tblStyle styleId="{D5F98F06-4884-49F3-945D-AF289A128153}"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20" d="100"/>
          <a:sy n="120" d="100"/>
        </p:scale>
        <p:origin x="204" y="1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3"/>
        <p:cNvGrpSpPr/>
        <p:nvPr/>
      </p:nvGrpSpPr>
      <p:grpSpPr>
        <a:xfrm>
          <a:off x="0" y="0"/>
          <a:ext cx="0" cy="0"/>
          <a:chOff x="0" y="0"/>
          <a:chExt cx="0" cy="0"/>
        </a:xfrm>
      </p:grpSpPr>
      <p:sp>
        <p:nvSpPr>
          <p:cNvPr id="1604" name="Google Shape;1604;ged3401ed36_1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05" name="Google Shape;1605;ged3401ed36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1"/>
        <p:cNvGrpSpPr/>
        <p:nvPr/>
      </p:nvGrpSpPr>
      <p:grpSpPr>
        <a:xfrm>
          <a:off x="0" y="0"/>
          <a:ext cx="0" cy="0"/>
          <a:chOff x="0" y="0"/>
          <a:chExt cx="0" cy="0"/>
        </a:xfrm>
      </p:grpSpPr>
      <p:sp>
        <p:nvSpPr>
          <p:cNvPr id="1742" name="Google Shape;1742;gf85580243d_0_169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43" name="Google Shape;1743;gf85580243d_0_169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3"/>
        <p:cNvGrpSpPr/>
        <p:nvPr/>
      </p:nvGrpSpPr>
      <p:grpSpPr>
        <a:xfrm>
          <a:off x="0" y="0"/>
          <a:ext cx="0" cy="0"/>
          <a:chOff x="0" y="0"/>
          <a:chExt cx="0" cy="0"/>
        </a:xfrm>
      </p:grpSpPr>
      <p:sp>
        <p:nvSpPr>
          <p:cNvPr id="1774" name="Google Shape;1774;ge1d838b627_4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75" name="Google Shape;1775;ge1d838b627_4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9"/>
        <p:cNvGrpSpPr/>
        <p:nvPr/>
      </p:nvGrpSpPr>
      <p:grpSpPr>
        <a:xfrm>
          <a:off x="0" y="0"/>
          <a:ext cx="0" cy="0"/>
          <a:chOff x="0" y="0"/>
          <a:chExt cx="0" cy="0"/>
        </a:xfrm>
      </p:grpSpPr>
      <p:sp>
        <p:nvSpPr>
          <p:cNvPr id="1860" name="Google Shape;1860;ge1d838b627_4_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61" name="Google Shape;1861;ge1d838b627_4_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7"/>
        <p:cNvGrpSpPr/>
        <p:nvPr/>
      </p:nvGrpSpPr>
      <p:grpSpPr>
        <a:xfrm>
          <a:off x="0" y="0"/>
          <a:ext cx="0" cy="0"/>
          <a:chOff x="0" y="0"/>
          <a:chExt cx="0" cy="0"/>
        </a:xfrm>
      </p:grpSpPr>
      <p:sp>
        <p:nvSpPr>
          <p:cNvPr id="1948" name="Google Shape;1948;ge207fd22f2_0_250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49" name="Google Shape;1949;ge207fd22f2_0_250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6"/>
        <p:cNvGrpSpPr/>
        <p:nvPr/>
      </p:nvGrpSpPr>
      <p:grpSpPr>
        <a:xfrm>
          <a:off x="0" y="0"/>
          <a:ext cx="0" cy="0"/>
          <a:chOff x="0" y="0"/>
          <a:chExt cx="0" cy="0"/>
        </a:xfrm>
      </p:grpSpPr>
      <p:sp>
        <p:nvSpPr>
          <p:cNvPr id="2007" name="Google Shape;2007;ge1d838b627_4_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08" name="Google Shape;2008;ge1d838b627_4_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34"/>
        <p:cNvGrpSpPr/>
        <p:nvPr/>
      </p:nvGrpSpPr>
      <p:grpSpPr>
        <a:xfrm>
          <a:off x="0" y="0"/>
          <a:ext cx="0" cy="0"/>
          <a:chOff x="0" y="0"/>
          <a:chExt cx="0" cy="0"/>
        </a:xfrm>
      </p:grpSpPr>
      <p:sp>
        <p:nvSpPr>
          <p:cNvPr id="2035" name="Google Shape;2035;ge1d838b627_0_5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36" name="Google Shape;2036;ge1d838b627_0_5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6"/>
        <p:cNvGrpSpPr/>
        <p:nvPr/>
      </p:nvGrpSpPr>
      <p:grpSpPr>
        <a:xfrm>
          <a:off x="0" y="0"/>
          <a:ext cx="0" cy="0"/>
          <a:chOff x="0" y="0"/>
          <a:chExt cx="0" cy="0"/>
        </a:xfrm>
      </p:grpSpPr>
      <p:sp>
        <p:nvSpPr>
          <p:cNvPr id="2127" name="Google Shape;2127;ge1d838b627_4_10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28" name="Google Shape;2128;ge1d838b627_4_1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34"/>
        <p:cNvGrpSpPr/>
        <p:nvPr/>
      </p:nvGrpSpPr>
      <p:grpSpPr>
        <a:xfrm>
          <a:off x="0" y="0"/>
          <a:ext cx="0" cy="0"/>
          <a:chOff x="0" y="0"/>
          <a:chExt cx="0" cy="0"/>
        </a:xfrm>
      </p:grpSpPr>
      <p:sp>
        <p:nvSpPr>
          <p:cNvPr id="2235" name="Google Shape;2235;ge1d838b627_4_8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36" name="Google Shape;2236;ge1d838b627_4_8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39"/>
        <p:cNvGrpSpPr/>
        <p:nvPr/>
      </p:nvGrpSpPr>
      <p:grpSpPr>
        <a:xfrm>
          <a:off x="0" y="0"/>
          <a:ext cx="0" cy="0"/>
          <a:chOff x="0" y="0"/>
          <a:chExt cx="0" cy="0"/>
        </a:xfrm>
      </p:grpSpPr>
      <p:sp>
        <p:nvSpPr>
          <p:cNvPr id="2240" name="Google Shape;2240;ge1d838b627_4_16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41" name="Google Shape;2241;ge1d838b627_4_16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79"/>
        <p:cNvGrpSpPr/>
        <p:nvPr/>
      </p:nvGrpSpPr>
      <p:grpSpPr>
        <a:xfrm>
          <a:off x="0" y="0"/>
          <a:ext cx="0" cy="0"/>
          <a:chOff x="0" y="0"/>
          <a:chExt cx="0" cy="0"/>
        </a:xfrm>
      </p:grpSpPr>
      <p:sp>
        <p:nvSpPr>
          <p:cNvPr id="2280" name="Google Shape;2280;ge1d838b627_4_6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81" name="Google Shape;2281;ge1d838b627_4_6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21"/>
        <p:cNvGrpSpPr/>
        <p:nvPr/>
      </p:nvGrpSpPr>
      <p:grpSpPr>
        <a:xfrm>
          <a:off x="0" y="0"/>
          <a:ext cx="0" cy="0"/>
          <a:chOff x="0" y="0"/>
          <a:chExt cx="0" cy="0"/>
        </a:xfrm>
      </p:grpSpPr>
      <p:sp>
        <p:nvSpPr>
          <p:cNvPr id="2322" name="Google Shape;2322;ge1d838b627_4_2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23" name="Google Shape;2323;ge1d838b627_4_2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42"/>
        <p:cNvGrpSpPr/>
        <p:nvPr/>
      </p:nvGrpSpPr>
      <p:grpSpPr>
        <a:xfrm>
          <a:off x="0" y="0"/>
          <a:ext cx="0" cy="0"/>
          <a:chOff x="0" y="0"/>
          <a:chExt cx="0" cy="0"/>
        </a:xfrm>
      </p:grpSpPr>
      <p:sp>
        <p:nvSpPr>
          <p:cNvPr id="2343" name="Google Shape;2343;ge20d9cf87a_0_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44" name="Google Shape;2344;ge20d9cf87a_0_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33"/>
        <p:cNvGrpSpPr/>
        <p:nvPr/>
      </p:nvGrpSpPr>
      <p:grpSpPr>
        <a:xfrm>
          <a:off x="0" y="0"/>
          <a:ext cx="0" cy="0"/>
          <a:chOff x="0" y="0"/>
          <a:chExt cx="0" cy="0"/>
        </a:xfrm>
      </p:grpSpPr>
      <p:sp>
        <p:nvSpPr>
          <p:cNvPr id="2434" name="Google Shape;2434;gf786dc94ae_1_4277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35" name="Google Shape;2435;gf786dc94ae_1_427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49"/>
        <p:cNvGrpSpPr/>
        <p:nvPr/>
      </p:nvGrpSpPr>
      <p:grpSpPr>
        <a:xfrm>
          <a:off x="0" y="0"/>
          <a:ext cx="0" cy="0"/>
          <a:chOff x="0" y="0"/>
          <a:chExt cx="0" cy="0"/>
        </a:xfrm>
      </p:grpSpPr>
      <p:sp>
        <p:nvSpPr>
          <p:cNvPr id="2450" name="Google Shape;2450;g10035e8de21_0_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51" name="Google Shape;2451;g10035e8de21_0_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65"/>
        <p:cNvGrpSpPr/>
        <p:nvPr/>
      </p:nvGrpSpPr>
      <p:grpSpPr>
        <a:xfrm>
          <a:off x="0" y="0"/>
          <a:ext cx="0" cy="0"/>
          <a:chOff x="0" y="0"/>
          <a:chExt cx="0" cy="0"/>
        </a:xfrm>
      </p:grpSpPr>
      <p:sp>
        <p:nvSpPr>
          <p:cNvPr id="2466" name="Google Shape;2466;ge1d838b627_4_1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67" name="Google Shape;2467;ge1d838b627_4_1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34"/>
        <p:cNvGrpSpPr/>
        <p:nvPr/>
      </p:nvGrpSpPr>
      <p:grpSpPr>
        <a:xfrm>
          <a:off x="0" y="0"/>
          <a:ext cx="0" cy="0"/>
          <a:chOff x="0" y="0"/>
          <a:chExt cx="0" cy="0"/>
        </a:xfrm>
      </p:grpSpPr>
      <p:sp>
        <p:nvSpPr>
          <p:cNvPr id="2535" name="Google Shape;2535;ge1d838b627_4_2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36" name="Google Shape;2536;ge1d838b627_4_2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98"/>
        <p:cNvGrpSpPr/>
        <p:nvPr/>
      </p:nvGrpSpPr>
      <p:grpSpPr>
        <a:xfrm>
          <a:off x="0" y="0"/>
          <a:ext cx="0" cy="0"/>
          <a:chOff x="0" y="0"/>
          <a:chExt cx="0" cy="0"/>
        </a:xfrm>
      </p:grpSpPr>
      <p:sp>
        <p:nvSpPr>
          <p:cNvPr id="2599" name="Google Shape;2599;ge1d838b627_4_14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00" name="Google Shape;2600;ge1d838b627_4_1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12"/>
        <p:cNvGrpSpPr/>
        <p:nvPr/>
      </p:nvGrpSpPr>
      <p:grpSpPr>
        <a:xfrm>
          <a:off x="0" y="0"/>
          <a:ext cx="0" cy="0"/>
          <a:chOff x="0" y="0"/>
          <a:chExt cx="0" cy="0"/>
        </a:xfrm>
      </p:grpSpPr>
      <p:sp>
        <p:nvSpPr>
          <p:cNvPr id="2613" name="Google Shape;2613;ge207fd22f2_0_5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14" name="Google Shape;2614;ge207fd22f2_0_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25"/>
        <p:cNvGrpSpPr/>
        <p:nvPr/>
      </p:nvGrpSpPr>
      <p:grpSpPr>
        <a:xfrm>
          <a:off x="0" y="0"/>
          <a:ext cx="0" cy="0"/>
          <a:chOff x="0" y="0"/>
          <a:chExt cx="0" cy="0"/>
        </a:xfrm>
      </p:grpSpPr>
      <p:sp>
        <p:nvSpPr>
          <p:cNvPr id="2726" name="Google Shape;2726;ge207fd22f2_0_1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27" name="Google Shape;2727;ge207fd22f2_0_1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76"/>
        <p:cNvGrpSpPr/>
        <p:nvPr/>
      </p:nvGrpSpPr>
      <p:grpSpPr>
        <a:xfrm>
          <a:off x="0" y="0"/>
          <a:ext cx="0" cy="0"/>
          <a:chOff x="0" y="0"/>
          <a:chExt cx="0" cy="0"/>
        </a:xfrm>
      </p:grpSpPr>
      <p:sp>
        <p:nvSpPr>
          <p:cNvPr id="3577" name="Google Shape;3577;gf786dc94ae_1_4740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78" name="Google Shape;3578;gf786dc94ae_1_4740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29"/>
        <p:cNvGrpSpPr/>
        <p:nvPr/>
      </p:nvGrpSpPr>
      <p:grpSpPr>
        <a:xfrm>
          <a:off x="0" y="0"/>
          <a:ext cx="0" cy="0"/>
          <a:chOff x="0" y="0"/>
          <a:chExt cx="0" cy="0"/>
        </a:xfrm>
      </p:grpSpPr>
      <p:sp>
        <p:nvSpPr>
          <p:cNvPr id="3730" name="Google Shape;3730;ge207fd22f2_0_5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31" name="Google Shape;3731;ge207fd22f2_0_5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grpSp>
        <p:nvGrpSpPr>
          <p:cNvPr id="9" name="Google Shape;9;p2"/>
          <p:cNvGrpSpPr/>
          <p:nvPr/>
        </p:nvGrpSpPr>
        <p:grpSpPr>
          <a:xfrm>
            <a:off x="10" y="-9400"/>
            <a:ext cx="9144000" cy="5162400"/>
            <a:chOff x="10" y="-9400"/>
            <a:chExt cx="9144000" cy="5162400"/>
          </a:xfrm>
        </p:grpSpPr>
        <p:grpSp>
          <p:nvGrpSpPr>
            <p:cNvPr id="10" name="Google Shape;10;p2"/>
            <p:cNvGrpSpPr/>
            <p:nvPr/>
          </p:nvGrpSpPr>
          <p:grpSpPr>
            <a:xfrm>
              <a:off x="10" y="371400"/>
              <a:ext cx="9144000" cy="4400775"/>
              <a:chOff x="10" y="371400"/>
              <a:chExt cx="9144000" cy="4400775"/>
            </a:xfrm>
          </p:grpSpPr>
          <p:cxnSp>
            <p:nvCxnSpPr>
              <p:cNvPr id="11" name="Google Shape;11;p2"/>
              <p:cNvCxnSpPr/>
              <p:nvPr/>
            </p:nvCxnSpPr>
            <p:spPr>
              <a:xfrm>
                <a:off x="4572010" y="-4200600"/>
                <a:ext cx="0" cy="9144000"/>
              </a:xfrm>
              <a:prstGeom prst="straightConnector1">
                <a:avLst/>
              </a:prstGeom>
              <a:noFill/>
              <a:ln w="9525" cap="flat" cmpd="sng">
                <a:solidFill>
                  <a:schemeClr val="dk2"/>
                </a:solidFill>
                <a:prstDash val="solid"/>
                <a:round/>
                <a:headEnd type="none" w="med" len="med"/>
                <a:tailEnd type="none" w="med" len="med"/>
              </a:ln>
            </p:spPr>
          </p:cxnSp>
          <p:cxnSp>
            <p:nvCxnSpPr>
              <p:cNvPr id="12" name="Google Shape;12;p2"/>
              <p:cNvCxnSpPr/>
              <p:nvPr/>
            </p:nvCxnSpPr>
            <p:spPr>
              <a:xfrm>
                <a:off x="4572010" y="-3711625"/>
                <a:ext cx="0" cy="9144000"/>
              </a:xfrm>
              <a:prstGeom prst="straightConnector1">
                <a:avLst/>
              </a:prstGeom>
              <a:noFill/>
              <a:ln w="9525" cap="flat" cmpd="sng">
                <a:solidFill>
                  <a:schemeClr val="dk2"/>
                </a:solidFill>
                <a:prstDash val="solid"/>
                <a:round/>
                <a:headEnd type="none" w="med" len="med"/>
                <a:tailEnd type="none" w="med" len="med"/>
              </a:ln>
            </p:spPr>
          </p:cxnSp>
          <p:cxnSp>
            <p:nvCxnSpPr>
              <p:cNvPr id="13" name="Google Shape;13;p2"/>
              <p:cNvCxnSpPr/>
              <p:nvPr/>
            </p:nvCxnSpPr>
            <p:spPr>
              <a:xfrm>
                <a:off x="4572010" y="-3222650"/>
                <a:ext cx="0" cy="9144000"/>
              </a:xfrm>
              <a:prstGeom prst="straightConnector1">
                <a:avLst/>
              </a:prstGeom>
              <a:noFill/>
              <a:ln w="9525" cap="flat" cmpd="sng">
                <a:solidFill>
                  <a:schemeClr val="dk2"/>
                </a:solidFill>
                <a:prstDash val="solid"/>
                <a:round/>
                <a:headEnd type="none" w="med" len="med"/>
                <a:tailEnd type="none" w="med" len="med"/>
              </a:ln>
            </p:spPr>
          </p:cxnSp>
          <p:cxnSp>
            <p:nvCxnSpPr>
              <p:cNvPr id="14" name="Google Shape;14;p2"/>
              <p:cNvCxnSpPr/>
              <p:nvPr/>
            </p:nvCxnSpPr>
            <p:spPr>
              <a:xfrm>
                <a:off x="4572010" y="-2733675"/>
                <a:ext cx="0" cy="9144000"/>
              </a:xfrm>
              <a:prstGeom prst="straightConnector1">
                <a:avLst/>
              </a:prstGeom>
              <a:noFill/>
              <a:ln w="9525" cap="flat" cmpd="sng">
                <a:solidFill>
                  <a:schemeClr val="dk2"/>
                </a:solidFill>
                <a:prstDash val="solid"/>
                <a:round/>
                <a:headEnd type="none" w="med" len="med"/>
                <a:tailEnd type="none" w="med" len="med"/>
              </a:ln>
            </p:spPr>
          </p:cxnSp>
          <p:cxnSp>
            <p:nvCxnSpPr>
              <p:cNvPr id="15" name="Google Shape;15;p2"/>
              <p:cNvCxnSpPr/>
              <p:nvPr/>
            </p:nvCxnSpPr>
            <p:spPr>
              <a:xfrm>
                <a:off x="4572010" y="-2244700"/>
                <a:ext cx="0" cy="9144000"/>
              </a:xfrm>
              <a:prstGeom prst="straightConnector1">
                <a:avLst/>
              </a:prstGeom>
              <a:noFill/>
              <a:ln w="9525" cap="flat" cmpd="sng">
                <a:solidFill>
                  <a:schemeClr val="dk2"/>
                </a:solidFill>
                <a:prstDash val="solid"/>
                <a:round/>
                <a:headEnd type="none" w="med" len="med"/>
                <a:tailEnd type="none" w="med" len="med"/>
              </a:ln>
            </p:spPr>
          </p:cxnSp>
          <p:cxnSp>
            <p:nvCxnSpPr>
              <p:cNvPr id="16" name="Google Shape;16;p2"/>
              <p:cNvCxnSpPr/>
              <p:nvPr/>
            </p:nvCxnSpPr>
            <p:spPr>
              <a:xfrm>
                <a:off x="4572010" y="-1755725"/>
                <a:ext cx="0" cy="9144000"/>
              </a:xfrm>
              <a:prstGeom prst="straightConnector1">
                <a:avLst/>
              </a:prstGeom>
              <a:noFill/>
              <a:ln w="9525" cap="flat" cmpd="sng">
                <a:solidFill>
                  <a:schemeClr val="dk2"/>
                </a:solidFill>
                <a:prstDash val="solid"/>
                <a:round/>
                <a:headEnd type="none" w="med" len="med"/>
                <a:tailEnd type="none" w="med" len="med"/>
              </a:ln>
            </p:spPr>
          </p:cxnSp>
          <p:cxnSp>
            <p:nvCxnSpPr>
              <p:cNvPr id="17" name="Google Shape;17;p2"/>
              <p:cNvCxnSpPr/>
              <p:nvPr/>
            </p:nvCxnSpPr>
            <p:spPr>
              <a:xfrm>
                <a:off x="4572010" y="-1266750"/>
                <a:ext cx="0" cy="9144000"/>
              </a:xfrm>
              <a:prstGeom prst="straightConnector1">
                <a:avLst/>
              </a:prstGeom>
              <a:noFill/>
              <a:ln w="9525" cap="flat" cmpd="sng">
                <a:solidFill>
                  <a:schemeClr val="dk2"/>
                </a:solidFill>
                <a:prstDash val="solid"/>
                <a:round/>
                <a:headEnd type="none" w="med" len="med"/>
                <a:tailEnd type="none" w="med" len="med"/>
              </a:ln>
            </p:spPr>
          </p:cxnSp>
          <p:cxnSp>
            <p:nvCxnSpPr>
              <p:cNvPr id="18" name="Google Shape;18;p2"/>
              <p:cNvCxnSpPr/>
              <p:nvPr/>
            </p:nvCxnSpPr>
            <p:spPr>
              <a:xfrm>
                <a:off x="4572010" y="-777775"/>
                <a:ext cx="0" cy="9144000"/>
              </a:xfrm>
              <a:prstGeom prst="straightConnector1">
                <a:avLst/>
              </a:prstGeom>
              <a:noFill/>
              <a:ln w="9525" cap="flat" cmpd="sng">
                <a:solidFill>
                  <a:schemeClr val="dk2"/>
                </a:solidFill>
                <a:prstDash val="solid"/>
                <a:round/>
                <a:headEnd type="none" w="med" len="med"/>
                <a:tailEnd type="none" w="med" len="med"/>
              </a:ln>
            </p:spPr>
          </p:cxnSp>
          <p:cxnSp>
            <p:nvCxnSpPr>
              <p:cNvPr id="19" name="Google Shape;19;p2"/>
              <p:cNvCxnSpPr/>
              <p:nvPr/>
            </p:nvCxnSpPr>
            <p:spPr>
              <a:xfrm>
                <a:off x="4572010" y="-288800"/>
                <a:ext cx="0" cy="9144000"/>
              </a:xfrm>
              <a:prstGeom prst="straightConnector1">
                <a:avLst/>
              </a:prstGeom>
              <a:noFill/>
              <a:ln w="9525" cap="flat" cmpd="sng">
                <a:solidFill>
                  <a:schemeClr val="dk2"/>
                </a:solidFill>
                <a:prstDash val="solid"/>
                <a:round/>
                <a:headEnd type="none" w="med" len="med"/>
                <a:tailEnd type="none" w="med" len="med"/>
              </a:ln>
            </p:spPr>
          </p:cxnSp>
          <p:cxnSp>
            <p:nvCxnSpPr>
              <p:cNvPr id="20" name="Google Shape;20;p2"/>
              <p:cNvCxnSpPr/>
              <p:nvPr/>
            </p:nvCxnSpPr>
            <p:spPr>
              <a:xfrm>
                <a:off x="4572010" y="200175"/>
                <a:ext cx="0" cy="9144000"/>
              </a:xfrm>
              <a:prstGeom prst="straightConnector1">
                <a:avLst/>
              </a:prstGeom>
              <a:noFill/>
              <a:ln w="9525" cap="flat" cmpd="sng">
                <a:solidFill>
                  <a:schemeClr val="dk2"/>
                </a:solidFill>
                <a:prstDash val="solid"/>
                <a:round/>
                <a:headEnd type="none" w="med" len="med"/>
                <a:tailEnd type="none" w="med" len="med"/>
              </a:ln>
            </p:spPr>
          </p:cxnSp>
        </p:grpSp>
        <p:cxnSp>
          <p:nvCxnSpPr>
            <p:cNvPr id="21" name="Google Shape;21;p2"/>
            <p:cNvCxnSpPr/>
            <p:nvPr/>
          </p:nvCxnSpPr>
          <p:spPr>
            <a:xfrm>
              <a:off x="415588" y="-9400"/>
              <a:ext cx="0" cy="5162400"/>
            </a:xfrm>
            <a:prstGeom prst="straightConnector1">
              <a:avLst/>
            </a:prstGeom>
            <a:noFill/>
            <a:ln w="9525" cap="flat" cmpd="sng">
              <a:solidFill>
                <a:schemeClr val="dk2"/>
              </a:solidFill>
              <a:prstDash val="solid"/>
              <a:round/>
              <a:headEnd type="none" w="med" len="med"/>
              <a:tailEnd type="none" w="med" len="med"/>
            </a:ln>
          </p:spPr>
        </p:cxnSp>
        <p:cxnSp>
          <p:nvCxnSpPr>
            <p:cNvPr id="22" name="Google Shape;22;p2"/>
            <p:cNvCxnSpPr/>
            <p:nvPr/>
          </p:nvCxnSpPr>
          <p:spPr>
            <a:xfrm>
              <a:off x="904563" y="-9400"/>
              <a:ext cx="0" cy="5162400"/>
            </a:xfrm>
            <a:prstGeom prst="straightConnector1">
              <a:avLst/>
            </a:prstGeom>
            <a:noFill/>
            <a:ln w="9525" cap="flat" cmpd="sng">
              <a:solidFill>
                <a:schemeClr val="dk2"/>
              </a:solidFill>
              <a:prstDash val="solid"/>
              <a:round/>
              <a:headEnd type="none" w="med" len="med"/>
              <a:tailEnd type="none" w="med" len="med"/>
            </a:ln>
          </p:spPr>
        </p:cxnSp>
        <p:cxnSp>
          <p:nvCxnSpPr>
            <p:cNvPr id="23" name="Google Shape;23;p2"/>
            <p:cNvCxnSpPr/>
            <p:nvPr/>
          </p:nvCxnSpPr>
          <p:spPr>
            <a:xfrm>
              <a:off x="1393538" y="-9400"/>
              <a:ext cx="0" cy="5162400"/>
            </a:xfrm>
            <a:prstGeom prst="straightConnector1">
              <a:avLst/>
            </a:prstGeom>
            <a:noFill/>
            <a:ln w="9525" cap="flat" cmpd="sng">
              <a:solidFill>
                <a:schemeClr val="dk2"/>
              </a:solidFill>
              <a:prstDash val="solid"/>
              <a:round/>
              <a:headEnd type="none" w="med" len="med"/>
              <a:tailEnd type="none" w="med" len="med"/>
            </a:ln>
          </p:spPr>
        </p:cxnSp>
        <p:cxnSp>
          <p:nvCxnSpPr>
            <p:cNvPr id="24" name="Google Shape;24;p2"/>
            <p:cNvCxnSpPr/>
            <p:nvPr/>
          </p:nvCxnSpPr>
          <p:spPr>
            <a:xfrm>
              <a:off x="1882513" y="-9400"/>
              <a:ext cx="0" cy="5162400"/>
            </a:xfrm>
            <a:prstGeom prst="straightConnector1">
              <a:avLst/>
            </a:prstGeom>
            <a:noFill/>
            <a:ln w="9525" cap="flat" cmpd="sng">
              <a:solidFill>
                <a:schemeClr val="dk2"/>
              </a:solidFill>
              <a:prstDash val="solid"/>
              <a:round/>
              <a:headEnd type="none" w="med" len="med"/>
              <a:tailEnd type="none" w="med" len="med"/>
            </a:ln>
          </p:spPr>
        </p:cxnSp>
        <p:cxnSp>
          <p:nvCxnSpPr>
            <p:cNvPr id="25" name="Google Shape;25;p2"/>
            <p:cNvCxnSpPr/>
            <p:nvPr/>
          </p:nvCxnSpPr>
          <p:spPr>
            <a:xfrm>
              <a:off x="2371488" y="-9400"/>
              <a:ext cx="0" cy="5162400"/>
            </a:xfrm>
            <a:prstGeom prst="straightConnector1">
              <a:avLst/>
            </a:prstGeom>
            <a:noFill/>
            <a:ln w="9525" cap="flat" cmpd="sng">
              <a:solidFill>
                <a:schemeClr val="dk2"/>
              </a:solidFill>
              <a:prstDash val="solid"/>
              <a:round/>
              <a:headEnd type="none" w="med" len="med"/>
              <a:tailEnd type="none" w="med" len="med"/>
            </a:ln>
          </p:spPr>
        </p:cxnSp>
        <p:cxnSp>
          <p:nvCxnSpPr>
            <p:cNvPr id="26" name="Google Shape;26;p2"/>
            <p:cNvCxnSpPr/>
            <p:nvPr/>
          </p:nvCxnSpPr>
          <p:spPr>
            <a:xfrm>
              <a:off x="2860463" y="-9400"/>
              <a:ext cx="0" cy="5162400"/>
            </a:xfrm>
            <a:prstGeom prst="straightConnector1">
              <a:avLst/>
            </a:prstGeom>
            <a:noFill/>
            <a:ln w="9525" cap="flat" cmpd="sng">
              <a:solidFill>
                <a:schemeClr val="dk2"/>
              </a:solidFill>
              <a:prstDash val="solid"/>
              <a:round/>
              <a:headEnd type="none" w="med" len="med"/>
              <a:tailEnd type="none" w="med" len="med"/>
            </a:ln>
          </p:spPr>
        </p:cxnSp>
        <p:cxnSp>
          <p:nvCxnSpPr>
            <p:cNvPr id="27" name="Google Shape;27;p2"/>
            <p:cNvCxnSpPr/>
            <p:nvPr/>
          </p:nvCxnSpPr>
          <p:spPr>
            <a:xfrm>
              <a:off x="3349438" y="-9400"/>
              <a:ext cx="0" cy="5162400"/>
            </a:xfrm>
            <a:prstGeom prst="straightConnector1">
              <a:avLst/>
            </a:prstGeom>
            <a:noFill/>
            <a:ln w="9525" cap="flat" cmpd="sng">
              <a:solidFill>
                <a:schemeClr val="dk2"/>
              </a:solidFill>
              <a:prstDash val="solid"/>
              <a:round/>
              <a:headEnd type="none" w="med" len="med"/>
              <a:tailEnd type="none" w="med" len="med"/>
            </a:ln>
          </p:spPr>
        </p:cxnSp>
        <p:cxnSp>
          <p:nvCxnSpPr>
            <p:cNvPr id="28" name="Google Shape;28;p2"/>
            <p:cNvCxnSpPr/>
            <p:nvPr/>
          </p:nvCxnSpPr>
          <p:spPr>
            <a:xfrm>
              <a:off x="3838413" y="-9400"/>
              <a:ext cx="0" cy="5162400"/>
            </a:xfrm>
            <a:prstGeom prst="straightConnector1">
              <a:avLst/>
            </a:prstGeom>
            <a:noFill/>
            <a:ln w="9525" cap="flat" cmpd="sng">
              <a:solidFill>
                <a:schemeClr val="dk2"/>
              </a:solidFill>
              <a:prstDash val="solid"/>
              <a:round/>
              <a:headEnd type="none" w="med" len="med"/>
              <a:tailEnd type="none" w="med" len="med"/>
            </a:ln>
          </p:spPr>
        </p:cxnSp>
        <p:cxnSp>
          <p:nvCxnSpPr>
            <p:cNvPr id="29" name="Google Shape;29;p2"/>
            <p:cNvCxnSpPr/>
            <p:nvPr/>
          </p:nvCxnSpPr>
          <p:spPr>
            <a:xfrm>
              <a:off x="4327388" y="-9400"/>
              <a:ext cx="0" cy="5162400"/>
            </a:xfrm>
            <a:prstGeom prst="straightConnector1">
              <a:avLst/>
            </a:prstGeom>
            <a:noFill/>
            <a:ln w="9525" cap="flat" cmpd="sng">
              <a:solidFill>
                <a:schemeClr val="dk2"/>
              </a:solidFill>
              <a:prstDash val="solid"/>
              <a:round/>
              <a:headEnd type="none" w="med" len="med"/>
              <a:tailEnd type="none" w="med" len="med"/>
            </a:ln>
          </p:spPr>
        </p:cxnSp>
        <p:cxnSp>
          <p:nvCxnSpPr>
            <p:cNvPr id="30" name="Google Shape;30;p2"/>
            <p:cNvCxnSpPr/>
            <p:nvPr/>
          </p:nvCxnSpPr>
          <p:spPr>
            <a:xfrm>
              <a:off x="4816363" y="-9400"/>
              <a:ext cx="0" cy="5162400"/>
            </a:xfrm>
            <a:prstGeom prst="straightConnector1">
              <a:avLst/>
            </a:prstGeom>
            <a:noFill/>
            <a:ln w="9525" cap="flat" cmpd="sng">
              <a:solidFill>
                <a:schemeClr val="dk2"/>
              </a:solidFill>
              <a:prstDash val="solid"/>
              <a:round/>
              <a:headEnd type="none" w="med" len="med"/>
              <a:tailEnd type="none" w="med" len="med"/>
            </a:ln>
          </p:spPr>
        </p:cxnSp>
        <p:cxnSp>
          <p:nvCxnSpPr>
            <p:cNvPr id="31" name="Google Shape;31;p2"/>
            <p:cNvCxnSpPr/>
            <p:nvPr/>
          </p:nvCxnSpPr>
          <p:spPr>
            <a:xfrm>
              <a:off x="5305338" y="-9400"/>
              <a:ext cx="0" cy="5162400"/>
            </a:xfrm>
            <a:prstGeom prst="straightConnector1">
              <a:avLst/>
            </a:prstGeom>
            <a:noFill/>
            <a:ln w="9525" cap="flat" cmpd="sng">
              <a:solidFill>
                <a:schemeClr val="dk2"/>
              </a:solidFill>
              <a:prstDash val="solid"/>
              <a:round/>
              <a:headEnd type="none" w="med" len="med"/>
              <a:tailEnd type="none" w="med" len="med"/>
            </a:ln>
          </p:spPr>
        </p:cxnSp>
        <p:cxnSp>
          <p:nvCxnSpPr>
            <p:cNvPr id="32" name="Google Shape;32;p2"/>
            <p:cNvCxnSpPr/>
            <p:nvPr/>
          </p:nvCxnSpPr>
          <p:spPr>
            <a:xfrm>
              <a:off x="5794313" y="-9400"/>
              <a:ext cx="0" cy="5162400"/>
            </a:xfrm>
            <a:prstGeom prst="straightConnector1">
              <a:avLst/>
            </a:prstGeom>
            <a:noFill/>
            <a:ln w="9525" cap="flat" cmpd="sng">
              <a:solidFill>
                <a:schemeClr val="dk2"/>
              </a:solidFill>
              <a:prstDash val="solid"/>
              <a:round/>
              <a:headEnd type="none" w="med" len="med"/>
              <a:tailEnd type="none" w="med" len="med"/>
            </a:ln>
          </p:spPr>
        </p:cxnSp>
        <p:cxnSp>
          <p:nvCxnSpPr>
            <p:cNvPr id="33" name="Google Shape;33;p2"/>
            <p:cNvCxnSpPr/>
            <p:nvPr/>
          </p:nvCxnSpPr>
          <p:spPr>
            <a:xfrm>
              <a:off x="6283288" y="-9400"/>
              <a:ext cx="0" cy="5162400"/>
            </a:xfrm>
            <a:prstGeom prst="straightConnector1">
              <a:avLst/>
            </a:prstGeom>
            <a:noFill/>
            <a:ln w="9525" cap="flat" cmpd="sng">
              <a:solidFill>
                <a:schemeClr val="dk2"/>
              </a:solidFill>
              <a:prstDash val="solid"/>
              <a:round/>
              <a:headEnd type="none" w="med" len="med"/>
              <a:tailEnd type="none" w="med" len="med"/>
            </a:ln>
          </p:spPr>
        </p:cxnSp>
        <p:cxnSp>
          <p:nvCxnSpPr>
            <p:cNvPr id="34" name="Google Shape;34;p2"/>
            <p:cNvCxnSpPr/>
            <p:nvPr/>
          </p:nvCxnSpPr>
          <p:spPr>
            <a:xfrm>
              <a:off x="6772263" y="-9400"/>
              <a:ext cx="0" cy="5162400"/>
            </a:xfrm>
            <a:prstGeom prst="straightConnector1">
              <a:avLst/>
            </a:prstGeom>
            <a:noFill/>
            <a:ln w="9525" cap="flat" cmpd="sng">
              <a:solidFill>
                <a:schemeClr val="dk2"/>
              </a:solidFill>
              <a:prstDash val="solid"/>
              <a:round/>
              <a:headEnd type="none" w="med" len="med"/>
              <a:tailEnd type="none" w="med" len="med"/>
            </a:ln>
          </p:spPr>
        </p:cxnSp>
        <p:cxnSp>
          <p:nvCxnSpPr>
            <p:cNvPr id="35" name="Google Shape;35;p2"/>
            <p:cNvCxnSpPr/>
            <p:nvPr/>
          </p:nvCxnSpPr>
          <p:spPr>
            <a:xfrm>
              <a:off x="7261238" y="-9400"/>
              <a:ext cx="0" cy="5162400"/>
            </a:xfrm>
            <a:prstGeom prst="straightConnector1">
              <a:avLst/>
            </a:prstGeom>
            <a:noFill/>
            <a:ln w="9525" cap="flat" cmpd="sng">
              <a:solidFill>
                <a:schemeClr val="dk2"/>
              </a:solidFill>
              <a:prstDash val="solid"/>
              <a:round/>
              <a:headEnd type="none" w="med" len="med"/>
              <a:tailEnd type="none" w="med" len="med"/>
            </a:ln>
          </p:spPr>
        </p:cxnSp>
        <p:cxnSp>
          <p:nvCxnSpPr>
            <p:cNvPr id="36" name="Google Shape;36;p2"/>
            <p:cNvCxnSpPr/>
            <p:nvPr/>
          </p:nvCxnSpPr>
          <p:spPr>
            <a:xfrm>
              <a:off x="7750213" y="-9400"/>
              <a:ext cx="0" cy="5162400"/>
            </a:xfrm>
            <a:prstGeom prst="straightConnector1">
              <a:avLst/>
            </a:prstGeom>
            <a:noFill/>
            <a:ln w="9525" cap="flat" cmpd="sng">
              <a:solidFill>
                <a:schemeClr val="dk2"/>
              </a:solidFill>
              <a:prstDash val="solid"/>
              <a:round/>
              <a:headEnd type="none" w="med" len="med"/>
              <a:tailEnd type="none" w="med" len="med"/>
            </a:ln>
          </p:spPr>
        </p:cxnSp>
        <p:cxnSp>
          <p:nvCxnSpPr>
            <p:cNvPr id="37" name="Google Shape;37;p2"/>
            <p:cNvCxnSpPr/>
            <p:nvPr/>
          </p:nvCxnSpPr>
          <p:spPr>
            <a:xfrm>
              <a:off x="8239188" y="-9400"/>
              <a:ext cx="0" cy="5162400"/>
            </a:xfrm>
            <a:prstGeom prst="straightConnector1">
              <a:avLst/>
            </a:prstGeom>
            <a:noFill/>
            <a:ln w="9525" cap="flat" cmpd="sng">
              <a:solidFill>
                <a:schemeClr val="dk2"/>
              </a:solidFill>
              <a:prstDash val="solid"/>
              <a:round/>
              <a:headEnd type="none" w="med" len="med"/>
              <a:tailEnd type="none" w="med" len="med"/>
            </a:ln>
          </p:spPr>
        </p:cxnSp>
        <p:cxnSp>
          <p:nvCxnSpPr>
            <p:cNvPr id="38" name="Google Shape;38;p2"/>
            <p:cNvCxnSpPr/>
            <p:nvPr/>
          </p:nvCxnSpPr>
          <p:spPr>
            <a:xfrm>
              <a:off x="8728163" y="-9400"/>
              <a:ext cx="0" cy="5162400"/>
            </a:xfrm>
            <a:prstGeom prst="straightConnector1">
              <a:avLst/>
            </a:prstGeom>
            <a:noFill/>
            <a:ln w="9525" cap="flat" cmpd="sng">
              <a:solidFill>
                <a:schemeClr val="dk2"/>
              </a:solidFill>
              <a:prstDash val="solid"/>
              <a:round/>
              <a:headEnd type="none" w="med" len="med"/>
              <a:tailEnd type="none" w="med" len="med"/>
            </a:ln>
          </p:spPr>
        </p:cxnSp>
      </p:grpSp>
      <p:grpSp>
        <p:nvGrpSpPr>
          <p:cNvPr id="39" name="Google Shape;39;p2"/>
          <p:cNvGrpSpPr/>
          <p:nvPr/>
        </p:nvGrpSpPr>
        <p:grpSpPr>
          <a:xfrm>
            <a:off x="504792" y="395741"/>
            <a:ext cx="8134200" cy="4351800"/>
            <a:chOff x="504792" y="395741"/>
            <a:chExt cx="8134200" cy="4351800"/>
          </a:xfrm>
        </p:grpSpPr>
        <p:sp>
          <p:nvSpPr>
            <p:cNvPr id="40" name="Google Shape;40;p2"/>
            <p:cNvSpPr/>
            <p:nvPr/>
          </p:nvSpPr>
          <p:spPr>
            <a:xfrm>
              <a:off x="504792" y="395741"/>
              <a:ext cx="8134200" cy="4351800"/>
            </a:xfrm>
            <a:prstGeom prst="rect">
              <a:avLst/>
            </a:prstGeom>
            <a:solidFill>
              <a:srgbClr val="FBF7ED"/>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41" name="Google Shape;41;p2"/>
            <p:cNvCxnSpPr/>
            <p:nvPr/>
          </p:nvCxnSpPr>
          <p:spPr>
            <a:xfrm rot="10800000">
              <a:off x="517425" y="736450"/>
              <a:ext cx="8112000" cy="0"/>
            </a:xfrm>
            <a:prstGeom prst="straightConnector1">
              <a:avLst/>
            </a:prstGeom>
            <a:noFill/>
            <a:ln w="19050" cap="flat" cmpd="sng">
              <a:solidFill>
                <a:srgbClr val="F0EBDF"/>
              </a:solidFill>
              <a:prstDash val="solid"/>
              <a:round/>
              <a:headEnd type="none" w="med" len="med"/>
              <a:tailEnd type="none" w="med" len="med"/>
            </a:ln>
          </p:spPr>
        </p:cxnSp>
        <p:cxnSp>
          <p:nvCxnSpPr>
            <p:cNvPr id="42" name="Google Shape;42;p2"/>
            <p:cNvCxnSpPr/>
            <p:nvPr/>
          </p:nvCxnSpPr>
          <p:spPr>
            <a:xfrm rot="10800000">
              <a:off x="517425" y="1070084"/>
              <a:ext cx="8112000" cy="0"/>
            </a:xfrm>
            <a:prstGeom prst="straightConnector1">
              <a:avLst/>
            </a:prstGeom>
            <a:noFill/>
            <a:ln w="19050" cap="flat" cmpd="sng">
              <a:solidFill>
                <a:srgbClr val="F0EBDF"/>
              </a:solidFill>
              <a:prstDash val="solid"/>
              <a:round/>
              <a:headEnd type="none" w="med" len="med"/>
              <a:tailEnd type="none" w="med" len="med"/>
            </a:ln>
          </p:spPr>
        </p:cxnSp>
        <p:cxnSp>
          <p:nvCxnSpPr>
            <p:cNvPr id="43" name="Google Shape;43;p2"/>
            <p:cNvCxnSpPr/>
            <p:nvPr/>
          </p:nvCxnSpPr>
          <p:spPr>
            <a:xfrm rot="10800000">
              <a:off x="517425" y="1403718"/>
              <a:ext cx="8112000" cy="0"/>
            </a:xfrm>
            <a:prstGeom prst="straightConnector1">
              <a:avLst/>
            </a:prstGeom>
            <a:noFill/>
            <a:ln w="19050" cap="flat" cmpd="sng">
              <a:solidFill>
                <a:srgbClr val="F0EBDF"/>
              </a:solidFill>
              <a:prstDash val="solid"/>
              <a:round/>
              <a:headEnd type="none" w="med" len="med"/>
              <a:tailEnd type="none" w="med" len="med"/>
            </a:ln>
          </p:spPr>
        </p:cxnSp>
        <p:cxnSp>
          <p:nvCxnSpPr>
            <p:cNvPr id="44" name="Google Shape;44;p2"/>
            <p:cNvCxnSpPr/>
            <p:nvPr/>
          </p:nvCxnSpPr>
          <p:spPr>
            <a:xfrm rot="10800000">
              <a:off x="517425" y="1737352"/>
              <a:ext cx="8112000" cy="0"/>
            </a:xfrm>
            <a:prstGeom prst="straightConnector1">
              <a:avLst/>
            </a:prstGeom>
            <a:noFill/>
            <a:ln w="19050" cap="flat" cmpd="sng">
              <a:solidFill>
                <a:srgbClr val="F0EBDF"/>
              </a:solidFill>
              <a:prstDash val="solid"/>
              <a:round/>
              <a:headEnd type="none" w="med" len="med"/>
              <a:tailEnd type="none" w="med" len="med"/>
            </a:ln>
          </p:spPr>
        </p:cxnSp>
        <p:cxnSp>
          <p:nvCxnSpPr>
            <p:cNvPr id="45" name="Google Shape;45;p2"/>
            <p:cNvCxnSpPr/>
            <p:nvPr/>
          </p:nvCxnSpPr>
          <p:spPr>
            <a:xfrm rot="10800000">
              <a:off x="517425" y="2070986"/>
              <a:ext cx="8112000" cy="0"/>
            </a:xfrm>
            <a:prstGeom prst="straightConnector1">
              <a:avLst/>
            </a:prstGeom>
            <a:noFill/>
            <a:ln w="19050" cap="flat" cmpd="sng">
              <a:solidFill>
                <a:srgbClr val="F0EBDF"/>
              </a:solidFill>
              <a:prstDash val="solid"/>
              <a:round/>
              <a:headEnd type="none" w="med" len="med"/>
              <a:tailEnd type="none" w="med" len="med"/>
            </a:ln>
          </p:spPr>
        </p:cxnSp>
        <p:cxnSp>
          <p:nvCxnSpPr>
            <p:cNvPr id="46" name="Google Shape;46;p2"/>
            <p:cNvCxnSpPr/>
            <p:nvPr/>
          </p:nvCxnSpPr>
          <p:spPr>
            <a:xfrm rot="10800000">
              <a:off x="517425" y="2404620"/>
              <a:ext cx="8112000" cy="0"/>
            </a:xfrm>
            <a:prstGeom prst="straightConnector1">
              <a:avLst/>
            </a:prstGeom>
            <a:noFill/>
            <a:ln w="19050" cap="flat" cmpd="sng">
              <a:solidFill>
                <a:srgbClr val="F0EBDF"/>
              </a:solidFill>
              <a:prstDash val="solid"/>
              <a:round/>
              <a:headEnd type="none" w="med" len="med"/>
              <a:tailEnd type="none" w="med" len="med"/>
            </a:ln>
          </p:spPr>
        </p:cxnSp>
        <p:cxnSp>
          <p:nvCxnSpPr>
            <p:cNvPr id="47" name="Google Shape;47;p2"/>
            <p:cNvCxnSpPr/>
            <p:nvPr/>
          </p:nvCxnSpPr>
          <p:spPr>
            <a:xfrm rot="10800000">
              <a:off x="517425" y="2738255"/>
              <a:ext cx="8112000" cy="0"/>
            </a:xfrm>
            <a:prstGeom prst="straightConnector1">
              <a:avLst/>
            </a:prstGeom>
            <a:noFill/>
            <a:ln w="19050" cap="flat" cmpd="sng">
              <a:solidFill>
                <a:srgbClr val="F0EBDF"/>
              </a:solidFill>
              <a:prstDash val="solid"/>
              <a:round/>
              <a:headEnd type="none" w="med" len="med"/>
              <a:tailEnd type="none" w="med" len="med"/>
            </a:ln>
          </p:spPr>
        </p:cxnSp>
        <p:cxnSp>
          <p:nvCxnSpPr>
            <p:cNvPr id="48" name="Google Shape;48;p2"/>
            <p:cNvCxnSpPr/>
            <p:nvPr/>
          </p:nvCxnSpPr>
          <p:spPr>
            <a:xfrm rot="10800000">
              <a:off x="517425" y="3739157"/>
              <a:ext cx="8112000" cy="0"/>
            </a:xfrm>
            <a:prstGeom prst="straightConnector1">
              <a:avLst/>
            </a:prstGeom>
            <a:noFill/>
            <a:ln w="19050" cap="flat" cmpd="sng">
              <a:solidFill>
                <a:srgbClr val="F0EBDF"/>
              </a:solidFill>
              <a:prstDash val="solid"/>
              <a:round/>
              <a:headEnd type="none" w="med" len="med"/>
              <a:tailEnd type="none" w="med" len="med"/>
            </a:ln>
          </p:spPr>
        </p:cxnSp>
        <p:cxnSp>
          <p:nvCxnSpPr>
            <p:cNvPr id="49" name="Google Shape;49;p2"/>
            <p:cNvCxnSpPr/>
            <p:nvPr/>
          </p:nvCxnSpPr>
          <p:spPr>
            <a:xfrm rot="10800000">
              <a:off x="517425" y="3405523"/>
              <a:ext cx="8112000" cy="0"/>
            </a:xfrm>
            <a:prstGeom prst="straightConnector1">
              <a:avLst/>
            </a:prstGeom>
            <a:noFill/>
            <a:ln w="19050" cap="flat" cmpd="sng">
              <a:solidFill>
                <a:srgbClr val="F0EBDF"/>
              </a:solidFill>
              <a:prstDash val="solid"/>
              <a:round/>
              <a:headEnd type="none" w="med" len="med"/>
              <a:tailEnd type="none" w="med" len="med"/>
            </a:ln>
          </p:spPr>
        </p:cxnSp>
        <p:cxnSp>
          <p:nvCxnSpPr>
            <p:cNvPr id="50" name="Google Shape;50;p2"/>
            <p:cNvCxnSpPr/>
            <p:nvPr/>
          </p:nvCxnSpPr>
          <p:spPr>
            <a:xfrm rot="10800000">
              <a:off x="517425" y="3071889"/>
              <a:ext cx="8112000" cy="0"/>
            </a:xfrm>
            <a:prstGeom prst="straightConnector1">
              <a:avLst/>
            </a:prstGeom>
            <a:noFill/>
            <a:ln w="19050" cap="flat" cmpd="sng">
              <a:solidFill>
                <a:srgbClr val="F0EBDF"/>
              </a:solidFill>
              <a:prstDash val="solid"/>
              <a:round/>
              <a:headEnd type="none" w="med" len="med"/>
              <a:tailEnd type="none" w="med" len="med"/>
            </a:ln>
          </p:spPr>
        </p:cxnSp>
        <p:cxnSp>
          <p:nvCxnSpPr>
            <p:cNvPr id="51" name="Google Shape;51;p2"/>
            <p:cNvCxnSpPr/>
            <p:nvPr/>
          </p:nvCxnSpPr>
          <p:spPr>
            <a:xfrm rot="10800000">
              <a:off x="517425" y="4072791"/>
              <a:ext cx="8112000" cy="0"/>
            </a:xfrm>
            <a:prstGeom prst="straightConnector1">
              <a:avLst/>
            </a:prstGeom>
            <a:noFill/>
            <a:ln w="19050" cap="flat" cmpd="sng">
              <a:solidFill>
                <a:srgbClr val="F0EBDF"/>
              </a:solidFill>
              <a:prstDash val="solid"/>
              <a:round/>
              <a:headEnd type="none" w="med" len="med"/>
              <a:tailEnd type="none" w="med" len="med"/>
            </a:ln>
          </p:spPr>
        </p:cxnSp>
        <p:cxnSp>
          <p:nvCxnSpPr>
            <p:cNvPr id="52" name="Google Shape;52;p2"/>
            <p:cNvCxnSpPr/>
            <p:nvPr/>
          </p:nvCxnSpPr>
          <p:spPr>
            <a:xfrm rot="10800000">
              <a:off x="517425" y="4406425"/>
              <a:ext cx="8112000" cy="0"/>
            </a:xfrm>
            <a:prstGeom prst="straightConnector1">
              <a:avLst/>
            </a:prstGeom>
            <a:noFill/>
            <a:ln w="19050" cap="flat" cmpd="sng">
              <a:solidFill>
                <a:srgbClr val="F0EBDF"/>
              </a:solidFill>
              <a:prstDash val="solid"/>
              <a:round/>
              <a:headEnd type="none" w="med" len="med"/>
              <a:tailEnd type="none" w="med" len="med"/>
            </a:ln>
          </p:spPr>
        </p:cxnSp>
        <p:cxnSp>
          <p:nvCxnSpPr>
            <p:cNvPr id="53" name="Google Shape;53;p2"/>
            <p:cNvCxnSpPr/>
            <p:nvPr/>
          </p:nvCxnSpPr>
          <p:spPr>
            <a:xfrm>
              <a:off x="900099" y="403173"/>
              <a:ext cx="0" cy="4336800"/>
            </a:xfrm>
            <a:prstGeom prst="straightConnector1">
              <a:avLst/>
            </a:prstGeom>
            <a:noFill/>
            <a:ln w="19050" cap="flat" cmpd="sng">
              <a:solidFill>
                <a:schemeClr val="lt1"/>
              </a:solidFill>
              <a:prstDash val="solid"/>
              <a:round/>
              <a:headEnd type="none" w="med" len="med"/>
              <a:tailEnd type="none" w="med" len="med"/>
            </a:ln>
          </p:spPr>
        </p:cxnSp>
        <p:sp>
          <p:nvSpPr>
            <p:cNvPr id="54" name="Google Shape;54;p2"/>
            <p:cNvSpPr/>
            <p:nvPr/>
          </p:nvSpPr>
          <p:spPr>
            <a:xfrm>
              <a:off x="617972" y="816625"/>
              <a:ext cx="165900" cy="1659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55;p2"/>
            <p:cNvSpPr/>
            <p:nvPr/>
          </p:nvSpPr>
          <p:spPr>
            <a:xfrm>
              <a:off x="617972" y="1487587"/>
              <a:ext cx="165900" cy="1659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56;p2"/>
            <p:cNvSpPr/>
            <p:nvPr/>
          </p:nvSpPr>
          <p:spPr>
            <a:xfrm>
              <a:off x="617972" y="2154875"/>
              <a:ext cx="165900" cy="1659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57;p2"/>
            <p:cNvSpPr/>
            <p:nvPr/>
          </p:nvSpPr>
          <p:spPr>
            <a:xfrm>
              <a:off x="617972" y="2822137"/>
              <a:ext cx="165900" cy="1659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58;p2"/>
            <p:cNvSpPr/>
            <p:nvPr/>
          </p:nvSpPr>
          <p:spPr>
            <a:xfrm>
              <a:off x="617972" y="3489412"/>
              <a:ext cx="165900" cy="1659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59;p2"/>
            <p:cNvSpPr/>
            <p:nvPr/>
          </p:nvSpPr>
          <p:spPr>
            <a:xfrm>
              <a:off x="617972" y="4156675"/>
              <a:ext cx="165900" cy="1659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0" name="Google Shape;60;p2"/>
          <p:cNvSpPr txBox="1">
            <a:spLocks noGrp="1"/>
          </p:cNvSpPr>
          <p:nvPr>
            <p:ph type="ctrTitle"/>
          </p:nvPr>
        </p:nvSpPr>
        <p:spPr>
          <a:xfrm>
            <a:off x="1677750" y="1455712"/>
            <a:ext cx="5788500" cy="2334000"/>
          </a:xfrm>
          <a:prstGeom prst="rect">
            <a:avLst/>
          </a:prstGeom>
        </p:spPr>
        <p:txBody>
          <a:bodyPr spcFirstLastPara="1" wrap="square" lIns="91425" tIns="91425" rIns="91425" bIns="91425" anchor="ctr" anchorCtr="0">
            <a:noAutofit/>
          </a:bodyPr>
          <a:lstStyle>
            <a:lvl1pPr lvl="0" algn="ctr">
              <a:spcBef>
                <a:spcPts val="0"/>
              </a:spcBef>
              <a:spcAft>
                <a:spcPts val="0"/>
              </a:spcAft>
              <a:buClr>
                <a:srgbClr val="191919"/>
              </a:buClr>
              <a:buSzPts val="5200"/>
              <a:buNone/>
              <a:defRPr sz="6300"/>
            </a:lvl1pPr>
            <a:lvl2pPr lvl="1" algn="ctr">
              <a:spcBef>
                <a:spcPts val="30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a:endParaRPr/>
          </a:p>
        </p:txBody>
      </p:sp>
      <p:sp>
        <p:nvSpPr>
          <p:cNvPr id="61" name="Google Shape;61;p2"/>
          <p:cNvSpPr txBox="1">
            <a:spLocks noGrp="1"/>
          </p:cNvSpPr>
          <p:nvPr>
            <p:ph type="subTitle" idx="1"/>
          </p:nvPr>
        </p:nvSpPr>
        <p:spPr>
          <a:xfrm>
            <a:off x="2029950" y="3694675"/>
            <a:ext cx="5084100" cy="366000"/>
          </a:xfrm>
          <a:prstGeom prst="rect">
            <a:avLst/>
          </a:prstGeom>
          <a:ln>
            <a:noFill/>
          </a:ln>
        </p:spPr>
        <p:txBody>
          <a:bodyPr spcFirstLastPara="1" wrap="square" lIns="91425" tIns="91425" rIns="91425" bIns="91425" anchor="ctr" anchorCtr="0">
            <a:noAutofit/>
          </a:bodyPr>
          <a:lstStyle>
            <a:lvl1pPr lvl="0" algn="ctr">
              <a:lnSpc>
                <a:spcPct val="100000"/>
              </a:lnSpc>
              <a:spcBef>
                <a:spcPts val="0"/>
              </a:spcBef>
              <a:spcAft>
                <a:spcPts val="0"/>
              </a:spcAft>
              <a:buSzPts val="1400"/>
              <a:buNone/>
              <a:defRPr sz="1600">
                <a:latin typeface="Barlow"/>
                <a:ea typeface="Barlow"/>
                <a:cs typeface="Barlow"/>
                <a:sym typeface="Barlow"/>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grpSp>
        <p:nvGrpSpPr>
          <p:cNvPr id="62" name="Google Shape;62;p2"/>
          <p:cNvGrpSpPr/>
          <p:nvPr/>
        </p:nvGrpSpPr>
        <p:grpSpPr>
          <a:xfrm>
            <a:off x="227312" y="868475"/>
            <a:ext cx="477900" cy="3405950"/>
            <a:chOff x="227312" y="868475"/>
            <a:chExt cx="477900" cy="3405950"/>
          </a:xfrm>
        </p:grpSpPr>
        <p:sp>
          <p:nvSpPr>
            <p:cNvPr id="63" name="Google Shape;63;p2"/>
            <p:cNvSpPr/>
            <p:nvPr/>
          </p:nvSpPr>
          <p:spPr>
            <a:xfrm rot="10800000" flipH="1">
              <a:off x="227312" y="868475"/>
              <a:ext cx="477900" cy="69600"/>
            </a:xfrm>
            <a:prstGeom prst="roundRect">
              <a:avLst>
                <a:gd name="adj" fmla="val 16667"/>
              </a:avLst>
            </a:prstGeom>
            <a:solidFill>
              <a:schemeClr val="accen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 name="Google Shape;64;p2"/>
            <p:cNvSpPr/>
            <p:nvPr/>
          </p:nvSpPr>
          <p:spPr>
            <a:xfrm rot="10800000" flipH="1">
              <a:off x="227312" y="1535738"/>
              <a:ext cx="477900" cy="69600"/>
            </a:xfrm>
            <a:prstGeom prst="roundRect">
              <a:avLst>
                <a:gd name="adj" fmla="val 16667"/>
              </a:avLst>
            </a:prstGeom>
            <a:solidFill>
              <a:schemeClr val="accen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65;p2"/>
            <p:cNvSpPr/>
            <p:nvPr/>
          </p:nvSpPr>
          <p:spPr>
            <a:xfrm rot="10800000" flipH="1">
              <a:off x="227312" y="2203025"/>
              <a:ext cx="477900" cy="69600"/>
            </a:xfrm>
            <a:prstGeom prst="roundRect">
              <a:avLst>
                <a:gd name="adj" fmla="val 16667"/>
              </a:avLst>
            </a:prstGeom>
            <a:solidFill>
              <a:schemeClr val="accen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66;p2"/>
            <p:cNvSpPr/>
            <p:nvPr/>
          </p:nvSpPr>
          <p:spPr>
            <a:xfrm rot="10800000" flipH="1">
              <a:off x="227312" y="2870288"/>
              <a:ext cx="477900" cy="69600"/>
            </a:xfrm>
            <a:prstGeom prst="roundRect">
              <a:avLst>
                <a:gd name="adj" fmla="val 16667"/>
              </a:avLst>
            </a:prstGeom>
            <a:solidFill>
              <a:schemeClr val="accen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67;p2"/>
            <p:cNvSpPr/>
            <p:nvPr/>
          </p:nvSpPr>
          <p:spPr>
            <a:xfrm rot="10800000" flipH="1">
              <a:off x="227312" y="3537563"/>
              <a:ext cx="477900" cy="69600"/>
            </a:xfrm>
            <a:prstGeom prst="roundRect">
              <a:avLst>
                <a:gd name="adj" fmla="val 16667"/>
              </a:avLst>
            </a:prstGeom>
            <a:solidFill>
              <a:schemeClr val="accen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68;p2"/>
            <p:cNvSpPr/>
            <p:nvPr/>
          </p:nvSpPr>
          <p:spPr>
            <a:xfrm rot="10800000" flipH="1">
              <a:off x="227312" y="4204825"/>
              <a:ext cx="477900" cy="69600"/>
            </a:xfrm>
            <a:prstGeom prst="roundRect">
              <a:avLst>
                <a:gd name="adj" fmla="val 16667"/>
              </a:avLst>
            </a:prstGeom>
            <a:solidFill>
              <a:schemeClr val="accen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9" name="Google Shape;69;p2"/>
          <p:cNvGrpSpPr/>
          <p:nvPr/>
        </p:nvGrpSpPr>
        <p:grpSpPr>
          <a:xfrm>
            <a:off x="1304925" y="501473"/>
            <a:ext cx="7125850" cy="4025531"/>
            <a:chOff x="1304925" y="501473"/>
            <a:chExt cx="7125850" cy="4025531"/>
          </a:xfrm>
        </p:grpSpPr>
        <p:sp>
          <p:nvSpPr>
            <p:cNvPr id="70" name="Google Shape;70;p2"/>
            <p:cNvSpPr/>
            <p:nvPr/>
          </p:nvSpPr>
          <p:spPr>
            <a:xfrm rot="2228677">
              <a:off x="5035551" y="587272"/>
              <a:ext cx="400445" cy="346503"/>
            </a:xfrm>
            <a:prstGeom prst="triangle">
              <a:avLst>
                <a:gd name="adj" fmla="val 50000"/>
              </a:avLst>
            </a:prstGeom>
            <a:noFill/>
            <a:ln w="19050"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 name="Google Shape;71;p2"/>
            <p:cNvSpPr/>
            <p:nvPr/>
          </p:nvSpPr>
          <p:spPr>
            <a:xfrm rot="2227469">
              <a:off x="6281083" y="4099052"/>
              <a:ext cx="243062" cy="210302"/>
            </a:xfrm>
            <a:prstGeom prst="triangle">
              <a:avLst>
                <a:gd name="adj" fmla="val 50000"/>
              </a:avLst>
            </a:prstGeom>
            <a:noFill/>
            <a:ln w="19050"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72;p2"/>
            <p:cNvSpPr/>
            <p:nvPr/>
          </p:nvSpPr>
          <p:spPr>
            <a:xfrm rot="-7771672">
              <a:off x="1837464" y="942916"/>
              <a:ext cx="126796" cy="109319"/>
            </a:xfrm>
            <a:prstGeom prst="triangle">
              <a:avLst>
                <a:gd name="adj" fmla="val 50000"/>
              </a:avLst>
            </a:pr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73;p2"/>
            <p:cNvSpPr/>
            <p:nvPr/>
          </p:nvSpPr>
          <p:spPr>
            <a:xfrm>
              <a:off x="1304925" y="1708550"/>
              <a:ext cx="291900" cy="291900"/>
            </a:xfrm>
            <a:prstGeom prst="ellipse">
              <a:avLst/>
            </a:prstGeom>
            <a:noFill/>
            <a:ln w="19050"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74;p2"/>
            <p:cNvSpPr/>
            <p:nvPr/>
          </p:nvSpPr>
          <p:spPr>
            <a:xfrm>
              <a:off x="8265775" y="3414875"/>
              <a:ext cx="165000" cy="165000"/>
            </a:xfrm>
            <a:prstGeom prst="ellipse">
              <a:avLst/>
            </a:prstGeom>
            <a:noFill/>
            <a:ln w="19050"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75;p2"/>
            <p:cNvSpPr/>
            <p:nvPr/>
          </p:nvSpPr>
          <p:spPr>
            <a:xfrm rot="2855308">
              <a:off x="2650040" y="4385701"/>
              <a:ext cx="117429" cy="117005"/>
            </a:xfrm>
            <a:prstGeom prst="rect">
              <a:avLst/>
            </a:prstGeom>
            <a:no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76;p2"/>
            <p:cNvSpPr/>
            <p:nvPr/>
          </p:nvSpPr>
          <p:spPr>
            <a:xfrm rot="-716485">
              <a:off x="7582882" y="2711414"/>
              <a:ext cx="117441" cy="117086"/>
            </a:xfrm>
            <a:prstGeom prst="rect">
              <a:avLst/>
            </a:pr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 name="Google Shape;77;p2"/>
            <p:cNvSpPr/>
            <p:nvPr/>
          </p:nvSpPr>
          <p:spPr>
            <a:xfrm rot="-3430508">
              <a:off x="1387644" y="4209053"/>
              <a:ext cx="126736" cy="109431"/>
            </a:xfrm>
            <a:prstGeom prst="triangle">
              <a:avLst>
                <a:gd name="adj" fmla="val 50000"/>
              </a:avLst>
            </a:prstGeom>
            <a:noFill/>
            <a:ln w="19050"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 name="Google Shape;78;p2"/>
            <p:cNvSpPr/>
            <p:nvPr/>
          </p:nvSpPr>
          <p:spPr>
            <a:xfrm>
              <a:off x="6397975" y="820850"/>
              <a:ext cx="165000" cy="165000"/>
            </a:xfrm>
            <a:prstGeom prst="ellipse">
              <a:avLst/>
            </a:pr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79"/>
        <p:cNvGrpSpPr/>
        <p:nvPr/>
      </p:nvGrpSpPr>
      <p:grpSpPr>
        <a:xfrm>
          <a:off x="0" y="0"/>
          <a:ext cx="0" cy="0"/>
          <a:chOff x="0" y="0"/>
          <a:chExt cx="0" cy="0"/>
        </a:xfrm>
      </p:grpSpPr>
      <p:grpSp>
        <p:nvGrpSpPr>
          <p:cNvPr id="80" name="Google Shape;80;p3"/>
          <p:cNvGrpSpPr/>
          <p:nvPr/>
        </p:nvGrpSpPr>
        <p:grpSpPr>
          <a:xfrm>
            <a:off x="10" y="-9400"/>
            <a:ext cx="9144000" cy="5162400"/>
            <a:chOff x="10" y="-9400"/>
            <a:chExt cx="9144000" cy="5162400"/>
          </a:xfrm>
        </p:grpSpPr>
        <p:grpSp>
          <p:nvGrpSpPr>
            <p:cNvPr id="81" name="Google Shape;81;p3"/>
            <p:cNvGrpSpPr/>
            <p:nvPr/>
          </p:nvGrpSpPr>
          <p:grpSpPr>
            <a:xfrm>
              <a:off x="10" y="371400"/>
              <a:ext cx="9144000" cy="4400775"/>
              <a:chOff x="10" y="371400"/>
              <a:chExt cx="9144000" cy="4400775"/>
            </a:xfrm>
          </p:grpSpPr>
          <p:cxnSp>
            <p:nvCxnSpPr>
              <p:cNvPr id="82" name="Google Shape;82;p3"/>
              <p:cNvCxnSpPr/>
              <p:nvPr/>
            </p:nvCxnSpPr>
            <p:spPr>
              <a:xfrm>
                <a:off x="4572010" y="-4200600"/>
                <a:ext cx="0" cy="9144000"/>
              </a:xfrm>
              <a:prstGeom prst="straightConnector1">
                <a:avLst/>
              </a:prstGeom>
              <a:noFill/>
              <a:ln w="9525" cap="flat" cmpd="sng">
                <a:solidFill>
                  <a:schemeClr val="dk2"/>
                </a:solidFill>
                <a:prstDash val="solid"/>
                <a:round/>
                <a:headEnd type="none" w="med" len="med"/>
                <a:tailEnd type="none" w="med" len="med"/>
              </a:ln>
            </p:spPr>
          </p:cxnSp>
          <p:cxnSp>
            <p:nvCxnSpPr>
              <p:cNvPr id="83" name="Google Shape;83;p3"/>
              <p:cNvCxnSpPr/>
              <p:nvPr/>
            </p:nvCxnSpPr>
            <p:spPr>
              <a:xfrm>
                <a:off x="4572010" y="-3711625"/>
                <a:ext cx="0" cy="9144000"/>
              </a:xfrm>
              <a:prstGeom prst="straightConnector1">
                <a:avLst/>
              </a:prstGeom>
              <a:noFill/>
              <a:ln w="9525" cap="flat" cmpd="sng">
                <a:solidFill>
                  <a:schemeClr val="dk2"/>
                </a:solidFill>
                <a:prstDash val="solid"/>
                <a:round/>
                <a:headEnd type="none" w="med" len="med"/>
                <a:tailEnd type="none" w="med" len="med"/>
              </a:ln>
            </p:spPr>
          </p:cxnSp>
          <p:cxnSp>
            <p:nvCxnSpPr>
              <p:cNvPr id="84" name="Google Shape;84;p3"/>
              <p:cNvCxnSpPr/>
              <p:nvPr/>
            </p:nvCxnSpPr>
            <p:spPr>
              <a:xfrm>
                <a:off x="4572010" y="-3222650"/>
                <a:ext cx="0" cy="9144000"/>
              </a:xfrm>
              <a:prstGeom prst="straightConnector1">
                <a:avLst/>
              </a:prstGeom>
              <a:noFill/>
              <a:ln w="9525" cap="flat" cmpd="sng">
                <a:solidFill>
                  <a:schemeClr val="dk2"/>
                </a:solidFill>
                <a:prstDash val="solid"/>
                <a:round/>
                <a:headEnd type="none" w="med" len="med"/>
                <a:tailEnd type="none" w="med" len="med"/>
              </a:ln>
            </p:spPr>
          </p:cxnSp>
          <p:cxnSp>
            <p:nvCxnSpPr>
              <p:cNvPr id="85" name="Google Shape;85;p3"/>
              <p:cNvCxnSpPr/>
              <p:nvPr/>
            </p:nvCxnSpPr>
            <p:spPr>
              <a:xfrm>
                <a:off x="4572010" y="-2733675"/>
                <a:ext cx="0" cy="9144000"/>
              </a:xfrm>
              <a:prstGeom prst="straightConnector1">
                <a:avLst/>
              </a:prstGeom>
              <a:noFill/>
              <a:ln w="9525" cap="flat" cmpd="sng">
                <a:solidFill>
                  <a:schemeClr val="dk2"/>
                </a:solidFill>
                <a:prstDash val="solid"/>
                <a:round/>
                <a:headEnd type="none" w="med" len="med"/>
                <a:tailEnd type="none" w="med" len="med"/>
              </a:ln>
            </p:spPr>
          </p:cxnSp>
          <p:cxnSp>
            <p:nvCxnSpPr>
              <p:cNvPr id="86" name="Google Shape;86;p3"/>
              <p:cNvCxnSpPr/>
              <p:nvPr/>
            </p:nvCxnSpPr>
            <p:spPr>
              <a:xfrm>
                <a:off x="4572010" y="-2244700"/>
                <a:ext cx="0" cy="9144000"/>
              </a:xfrm>
              <a:prstGeom prst="straightConnector1">
                <a:avLst/>
              </a:prstGeom>
              <a:noFill/>
              <a:ln w="9525" cap="flat" cmpd="sng">
                <a:solidFill>
                  <a:schemeClr val="dk2"/>
                </a:solidFill>
                <a:prstDash val="solid"/>
                <a:round/>
                <a:headEnd type="none" w="med" len="med"/>
                <a:tailEnd type="none" w="med" len="med"/>
              </a:ln>
            </p:spPr>
          </p:cxnSp>
          <p:cxnSp>
            <p:nvCxnSpPr>
              <p:cNvPr id="87" name="Google Shape;87;p3"/>
              <p:cNvCxnSpPr/>
              <p:nvPr/>
            </p:nvCxnSpPr>
            <p:spPr>
              <a:xfrm>
                <a:off x="4572010" y="-1755725"/>
                <a:ext cx="0" cy="9144000"/>
              </a:xfrm>
              <a:prstGeom prst="straightConnector1">
                <a:avLst/>
              </a:prstGeom>
              <a:noFill/>
              <a:ln w="9525" cap="flat" cmpd="sng">
                <a:solidFill>
                  <a:schemeClr val="dk2"/>
                </a:solidFill>
                <a:prstDash val="solid"/>
                <a:round/>
                <a:headEnd type="none" w="med" len="med"/>
                <a:tailEnd type="none" w="med" len="med"/>
              </a:ln>
            </p:spPr>
          </p:cxnSp>
          <p:cxnSp>
            <p:nvCxnSpPr>
              <p:cNvPr id="88" name="Google Shape;88;p3"/>
              <p:cNvCxnSpPr/>
              <p:nvPr/>
            </p:nvCxnSpPr>
            <p:spPr>
              <a:xfrm>
                <a:off x="4572010" y="-1266750"/>
                <a:ext cx="0" cy="9144000"/>
              </a:xfrm>
              <a:prstGeom prst="straightConnector1">
                <a:avLst/>
              </a:prstGeom>
              <a:noFill/>
              <a:ln w="9525" cap="flat" cmpd="sng">
                <a:solidFill>
                  <a:schemeClr val="dk2"/>
                </a:solidFill>
                <a:prstDash val="solid"/>
                <a:round/>
                <a:headEnd type="none" w="med" len="med"/>
                <a:tailEnd type="none" w="med" len="med"/>
              </a:ln>
            </p:spPr>
          </p:cxnSp>
          <p:cxnSp>
            <p:nvCxnSpPr>
              <p:cNvPr id="89" name="Google Shape;89;p3"/>
              <p:cNvCxnSpPr/>
              <p:nvPr/>
            </p:nvCxnSpPr>
            <p:spPr>
              <a:xfrm>
                <a:off x="4572010" y="-777775"/>
                <a:ext cx="0" cy="9144000"/>
              </a:xfrm>
              <a:prstGeom prst="straightConnector1">
                <a:avLst/>
              </a:prstGeom>
              <a:noFill/>
              <a:ln w="9525" cap="flat" cmpd="sng">
                <a:solidFill>
                  <a:schemeClr val="dk2"/>
                </a:solidFill>
                <a:prstDash val="solid"/>
                <a:round/>
                <a:headEnd type="none" w="med" len="med"/>
                <a:tailEnd type="none" w="med" len="med"/>
              </a:ln>
            </p:spPr>
          </p:cxnSp>
          <p:cxnSp>
            <p:nvCxnSpPr>
              <p:cNvPr id="90" name="Google Shape;90;p3"/>
              <p:cNvCxnSpPr/>
              <p:nvPr/>
            </p:nvCxnSpPr>
            <p:spPr>
              <a:xfrm>
                <a:off x="4572010" y="-288800"/>
                <a:ext cx="0" cy="9144000"/>
              </a:xfrm>
              <a:prstGeom prst="straightConnector1">
                <a:avLst/>
              </a:prstGeom>
              <a:noFill/>
              <a:ln w="9525" cap="flat" cmpd="sng">
                <a:solidFill>
                  <a:schemeClr val="dk2"/>
                </a:solidFill>
                <a:prstDash val="solid"/>
                <a:round/>
                <a:headEnd type="none" w="med" len="med"/>
                <a:tailEnd type="none" w="med" len="med"/>
              </a:ln>
            </p:spPr>
          </p:cxnSp>
          <p:cxnSp>
            <p:nvCxnSpPr>
              <p:cNvPr id="91" name="Google Shape;91;p3"/>
              <p:cNvCxnSpPr/>
              <p:nvPr/>
            </p:nvCxnSpPr>
            <p:spPr>
              <a:xfrm>
                <a:off x="4572010" y="200175"/>
                <a:ext cx="0" cy="9144000"/>
              </a:xfrm>
              <a:prstGeom prst="straightConnector1">
                <a:avLst/>
              </a:prstGeom>
              <a:noFill/>
              <a:ln w="9525" cap="flat" cmpd="sng">
                <a:solidFill>
                  <a:schemeClr val="dk2"/>
                </a:solidFill>
                <a:prstDash val="solid"/>
                <a:round/>
                <a:headEnd type="none" w="med" len="med"/>
                <a:tailEnd type="none" w="med" len="med"/>
              </a:ln>
            </p:spPr>
          </p:cxnSp>
        </p:grpSp>
        <p:cxnSp>
          <p:nvCxnSpPr>
            <p:cNvPr id="92" name="Google Shape;92;p3"/>
            <p:cNvCxnSpPr/>
            <p:nvPr/>
          </p:nvCxnSpPr>
          <p:spPr>
            <a:xfrm>
              <a:off x="415588" y="-9400"/>
              <a:ext cx="0" cy="5162400"/>
            </a:xfrm>
            <a:prstGeom prst="straightConnector1">
              <a:avLst/>
            </a:prstGeom>
            <a:noFill/>
            <a:ln w="9525" cap="flat" cmpd="sng">
              <a:solidFill>
                <a:schemeClr val="dk2"/>
              </a:solidFill>
              <a:prstDash val="solid"/>
              <a:round/>
              <a:headEnd type="none" w="med" len="med"/>
              <a:tailEnd type="none" w="med" len="med"/>
            </a:ln>
          </p:spPr>
        </p:cxnSp>
        <p:cxnSp>
          <p:nvCxnSpPr>
            <p:cNvPr id="93" name="Google Shape;93;p3"/>
            <p:cNvCxnSpPr/>
            <p:nvPr/>
          </p:nvCxnSpPr>
          <p:spPr>
            <a:xfrm>
              <a:off x="904563" y="-9400"/>
              <a:ext cx="0" cy="5162400"/>
            </a:xfrm>
            <a:prstGeom prst="straightConnector1">
              <a:avLst/>
            </a:prstGeom>
            <a:noFill/>
            <a:ln w="9525" cap="flat" cmpd="sng">
              <a:solidFill>
                <a:schemeClr val="dk2"/>
              </a:solidFill>
              <a:prstDash val="solid"/>
              <a:round/>
              <a:headEnd type="none" w="med" len="med"/>
              <a:tailEnd type="none" w="med" len="med"/>
            </a:ln>
          </p:spPr>
        </p:cxnSp>
        <p:cxnSp>
          <p:nvCxnSpPr>
            <p:cNvPr id="94" name="Google Shape;94;p3"/>
            <p:cNvCxnSpPr/>
            <p:nvPr/>
          </p:nvCxnSpPr>
          <p:spPr>
            <a:xfrm>
              <a:off x="1393538" y="-9400"/>
              <a:ext cx="0" cy="5162400"/>
            </a:xfrm>
            <a:prstGeom prst="straightConnector1">
              <a:avLst/>
            </a:prstGeom>
            <a:noFill/>
            <a:ln w="9525" cap="flat" cmpd="sng">
              <a:solidFill>
                <a:schemeClr val="dk2"/>
              </a:solidFill>
              <a:prstDash val="solid"/>
              <a:round/>
              <a:headEnd type="none" w="med" len="med"/>
              <a:tailEnd type="none" w="med" len="med"/>
            </a:ln>
          </p:spPr>
        </p:cxnSp>
        <p:cxnSp>
          <p:nvCxnSpPr>
            <p:cNvPr id="95" name="Google Shape;95;p3"/>
            <p:cNvCxnSpPr/>
            <p:nvPr/>
          </p:nvCxnSpPr>
          <p:spPr>
            <a:xfrm>
              <a:off x="1882513" y="-9400"/>
              <a:ext cx="0" cy="5162400"/>
            </a:xfrm>
            <a:prstGeom prst="straightConnector1">
              <a:avLst/>
            </a:prstGeom>
            <a:noFill/>
            <a:ln w="9525" cap="flat" cmpd="sng">
              <a:solidFill>
                <a:schemeClr val="dk2"/>
              </a:solidFill>
              <a:prstDash val="solid"/>
              <a:round/>
              <a:headEnd type="none" w="med" len="med"/>
              <a:tailEnd type="none" w="med" len="med"/>
            </a:ln>
          </p:spPr>
        </p:cxnSp>
        <p:cxnSp>
          <p:nvCxnSpPr>
            <p:cNvPr id="96" name="Google Shape;96;p3"/>
            <p:cNvCxnSpPr/>
            <p:nvPr/>
          </p:nvCxnSpPr>
          <p:spPr>
            <a:xfrm>
              <a:off x="2371488" y="-9400"/>
              <a:ext cx="0" cy="5162400"/>
            </a:xfrm>
            <a:prstGeom prst="straightConnector1">
              <a:avLst/>
            </a:prstGeom>
            <a:noFill/>
            <a:ln w="9525" cap="flat" cmpd="sng">
              <a:solidFill>
                <a:schemeClr val="dk2"/>
              </a:solidFill>
              <a:prstDash val="solid"/>
              <a:round/>
              <a:headEnd type="none" w="med" len="med"/>
              <a:tailEnd type="none" w="med" len="med"/>
            </a:ln>
          </p:spPr>
        </p:cxnSp>
        <p:cxnSp>
          <p:nvCxnSpPr>
            <p:cNvPr id="97" name="Google Shape;97;p3"/>
            <p:cNvCxnSpPr/>
            <p:nvPr/>
          </p:nvCxnSpPr>
          <p:spPr>
            <a:xfrm>
              <a:off x="2860463" y="-9400"/>
              <a:ext cx="0" cy="5162400"/>
            </a:xfrm>
            <a:prstGeom prst="straightConnector1">
              <a:avLst/>
            </a:prstGeom>
            <a:noFill/>
            <a:ln w="9525" cap="flat" cmpd="sng">
              <a:solidFill>
                <a:schemeClr val="dk2"/>
              </a:solidFill>
              <a:prstDash val="solid"/>
              <a:round/>
              <a:headEnd type="none" w="med" len="med"/>
              <a:tailEnd type="none" w="med" len="med"/>
            </a:ln>
          </p:spPr>
        </p:cxnSp>
        <p:cxnSp>
          <p:nvCxnSpPr>
            <p:cNvPr id="98" name="Google Shape;98;p3"/>
            <p:cNvCxnSpPr/>
            <p:nvPr/>
          </p:nvCxnSpPr>
          <p:spPr>
            <a:xfrm>
              <a:off x="3349438" y="-9400"/>
              <a:ext cx="0" cy="5162400"/>
            </a:xfrm>
            <a:prstGeom prst="straightConnector1">
              <a:avLst/>
            </a:prstGeom>
            <a:noFill/>
            <a:ln w="9525" cap="flat" cmpd="sng">
              <a:solidFill>
                <a:schemeClr val="dk2"/>
              </a:solidFill>
              <a:prstDash val="solid"/>
              <a:round/>
              <a:headEnd type="none" w="med" len="med"/>
              <a:tailEnd type="none" w="med" len="med"/>
            </a:ln>
          </p:spPr>
        </p:cxnSp>
        <p:cxnSp>
          <p:nvCxnSpPr>
            <p:cNvPr id="99" name="Google Shape;99;p3"/>
            <p:cNvCxnSpPr/>
            <p:nvPr/>
          </p:nvCxnSpPr>
          <p:spPr>
            <a:xfrm>
              <a:off x="3838413" y="-9400"/>
              <a:ext cx="0" cy="5162400"/>
            </a:xfrm>
            <a:prstGeom prst="straightConnector1">
              <a:avLst/>
            </a:prstGeom>
            <a:noFill/>
            <a:ln w="9525" cap="flat" cmpd="sng">
              <a:solidFill>
                <a:schemeClr val="dk2"/>
              </a:solidFill>
              <a:prstDash val="solid"/>
              <a:round/>
              <a:headEnd type="none" w="med" len="med"/>
              <a:tailEnd type="none" w="med" len="med"/>
            </a:ln>
          </p:spPr>
        </p:cxnSp>
        <p:cxnSp>
          <p:nvCxnSpPr>
            <p:cNvPr id="100" name="Google Shape;100;p3"/>
            <p:cNvCxnSpPr/>
            <p:nvPr/>
          </p:nvCxnSpPr>
          <p:spPr>
            <a:xfrm>
              <a:off x="4327388" y="-9400"/>
              <a:ext cx="0" cy="5162400"/>
            </a:xfrm>
            <a:prstGeom prst="straightConnector1">
              <a:avLst/>
            </a:prstGeom>
            <a:noFill/>
            <a:ln w="9525" cap="flat" cmpd="sng">
              <a:solidFill>
                <a:schemeClr val="dk2"/>
              </a:solidFill>
              <a:prstDash val="solid"/>
              <a:round/>
              <a:headEnd type="none" w="med" len="med"/>
              <a:tailEnd type="none" w="med" len="med"/>
            </a:ln>
          </p:spPr>
        </p:cxnSp>
        <p:cxnSp>
          <p:nvCxnSpPr>
            <p:cNvPr id="101" name="Google Shape;101;p3"/>
            <p:cNvCxnSpPr/>
            <p:nvPr/>
          </p:nvCxnSpPr>
          <p:spPr>
            <a:xfrm>
              <a:off x="4816363" y="-9400"/>
              <a:ext cx="0" cy="5162400"/>
            </a:xfrm>
            <a:prstGeom prst="straightConnector1">
              <a:avLst/>
            </a:prstGeom>
            <a:noFill/>
            <a:ln w="9525" cap="flat" cmpd="sng">
              <a:solidFill>
                <a:schemeClr val="dk2"/>
              </a:solidFill>
              <a:prstDash val="solid"/>
              <a:round/>
              <a:headEnd type="none" w="med" len="med"/>
              <a:tailEnd type="none" w="med" len="med"/>
            </a:ln>
          </p:spPr>
        </p:cxnSp>
        <p:cxnSp>
          <p:nvCxnSpPr>
            <p:cNvPr id="102" name="Google Shape;102;p3"/>
            <p:cNvCxnSpPr/>
            <p:nvPr/>
          </p:nvCxnSpPr>
          <p:spPr>
            <a:xfrm>
              <a:off x="5305338" y="-9400"/>
              <a:ext cx="0" cy="5162400"/>
            </a:xfrm>
            <a:prstGeom prst="straightConnector1">
              <a:avLst/>
            </a:prstGeom>
            <a:noFill/>
            <a:ln w="9525" cap="flat" cmpd="sng">
              <a:solidFill>
                <a:schemeClr val="dk2"/>
              </a:solidFill>
              <a:prstDash val="solid"/>
              <a:round/>
              <a:headEnd type="none" w="med" len="med"/>
              <a:tailEnd type="none" w="med" len="med"/>
            </a:ln>
          </p:spPr>
        </p:cxnSp>
        <p:cxnSp>
          <p:nvCxnSpPr>
            <p:cNvPr id="103" name="Google Shape;103;p3"/>
            <p:cNvCxnSpPr/>
            <p:nvPr/>
          </p:nvCxnSpPr>
          <p:spPr>
            <a:xfrm>
              <a:off x="5794313" y="-9400"/>
              <a:ext cx="0" cy="5162400"/>
            </a:xfrm>
            <a:prstGeom prst="straightConnector1">
              <a:avLst/>
            </a:prstGeom>
            <a:noFill/>
            <a:ln w="9525" cap="flat" cmpd="sng">
              <a:solidFill>
                <a:schemeClr val="dk2"/>
              </a:solidFill>
              <a:prstDash val="solid"/>
              <a:round/>
              <a:headEnd type="none" w="med" len="med"/>
              <a:tailEnd type="none" w="med" len="med"/>
            </a:ln>
          </p:spPr>
        </p:cxnSp>
        <p:cxnSp>
          <p:nvCxnSpPr>
            <p:cNvPr id="104" name="Google Shape;104;p3"/>
            <p:cNvCxnSpPr/>
            <p:nvPr/>
          </p:nvCxnSpPr>
          <p:spPr>
            <a:xfrm>
              <a:off x="6283288" y="-9400"/>
              <a:ext cx="0" cy="5162400"/>
            </a:xfrm>
            <a:prstGeom prst="straightConnector1">
              <a:avLst/>
            </a:prstGeom>
            <a:noFill/>
            <a:ln w="9525" cap="flat" cmpd="sng">
              <a:solidFill>
                <a:schemeClr val="dk2"/>
              </a:solidFill>
              <a:prstDash val="solid"/>
              <a:round/>
              <a:headEnd type="none" w="med" len="med"/>
              <a:tailEnd type="none" w="med" len="med"/>
            </a:ln>
          </p:spPr>
        </p:cxnSp>
        <p:cxnSp>
          <p:nvCxnSpPr>
            <p:cNvPr id="105" name="Google Shape;105;p3"/>
            <p:cNvCxnSpPr/>
            <p:nvPr/>
          </p:nvCxnSpPr>
          <p:spPr>
            <a:xfrm>
              <a:off x="6772263" y="-9400"/>
              <a:ext cx="0" cy="5162400"/>
            </a:xfrm>
            <a:prstGeom prst="straightConnector1">
              <a:avLst/>
            </a:prstGeom>
            <a:noFill/>
            <a:ln w="9525" cap="flat" cmpd="sng">
              <a:solidFill>
                <a:schemeClr val="dk2"/>
              </a:solidFill>
              <a:prstDash val="solid"/>
              <a:round/>
              <a:headEnd type="none" w="med" len="med"/>
              <a:tailEnd type="none" w="med" len="med"/>
            </a:ln>
          </p:spPr>
        </p:cxnSp>
        <p:cxnSp>
          <p:nvCxnSpPr>
            <p:cNvPr id="106" name="Google Shape;106;p3"/>
            <p:cNvCxnSpPr/>
            <p:nvPr/>
          </p:nvCxnSpPr>
          <p:spPr>
            <a:xfrm>
              <a:off x="7261238" y="-9400"/>
              <a:ext cx="0" cy="5162400"/>
            </a:xfrm>
            <a:prstGeom prst="straightConnector1">
              <a:avLst/>
            </a:prstGeom>
            <a:noFill/>
            <a:ln w="9525" cap="flat" cmpd="sng">
              <a:solidFill>
                <a:schemeClr val="dk2"/>
              </a:solidFill>
              <a:prstDash val="solid"/>
              <a:round/>
              <a:headEnd type="none" w="med" len="med"/>
              <a:tailEnd type="none" w="med" len="med"/>
            </a:ln>
          </p:spPr>
        </p:cxnSp>
        <p:cxnSp>
          <p:nvCxnSpPr>
            <p:cNvPr id="107" name="Google Shape;107;p3"/>
            <p:cNvCxnSpPr/>
            <p:nvPr/>
          </p:nvCxnSpPr>
          <p:spPr>
            <a:xfrm>
              <a:off x="7750213" y="-9400"/>
              <a:ext cx="0" cy="5162400"/>
            </a:xfrm>
            <a:prstGeom prst="straightConnector1">
              <a:avLst/>
            </a:prstGeom>
            <a:noFill/>
            <a:ln w="9525" cap="flat" cmpd="sng">
              <a:solidFill>
                <a:schemeClr val="dk2"/>
              </a:solidFill>
              <a:prstDash val="solid"/>
              <a:round/>
              <a:headEnd type="none" w="med" len="med"/>
              <a:tailEnd type="none" w="med" len="med"/>
            </a:ln>
          </p:spPr>
        </p:cxnSp>
        <p:cxnSp>
          <p:nvCxnSpPr>
            <p:cNvPr id="108" name="Google Shape;108;p3"/>
            <p:cNvCxnSpPr/>
            <p:nvPr/>
          </p:nvCxnSpPr>
          <p:spPr>
            <a:xfrm>
              <a:off x="8239188" y="-9400"/>
              <a:ext cx="0" cy="5162400"/>
            </a:xfrm>
            <a:prstGeom prst="straightConnector1">
              <a:avLst/>
            </a:prstGeom>
            <a:noFill/>
            <a:ln w="9525" cap="flat" cmpd="sng">
              <a:solidFill>
                <a:schemeClr val="dk2"/>
              </a:solidFill>
              <a:prstDash val="solid"/>
              <a:round/>
              <a:headEnd type="none" w="med" len="med"/>
              <a:tailEnd type="none" w="med" len="med"/>
            </a:ln>
          </p:spPr>
        </p:cxnSp>
        <p:cxnSp>
          <p:nvCxnSpPr>
            <p:cNvPr id="109" name="Google Shape;109;p3"/>
            <p:cNvCxnSpPr/>
            <p:nvPr/>
          </p:nvCxnSpPr>
          <p:spPr>
            <a:xfrm>
              <a:off x="8728163" y="-9400"/>
              <a:ext cx="0" cy="5162400"/>
            </a:xfrm>
            <a:prstGeom prst="straightConnector1">
              <a:avLst/>
            </a:prstGeom>
            <a:noFill/>
            <a:ln w="9525" cap="flat" cmpd="sng">
              <a:solidFill>
                <a:schemeClr val="dk2"/>
              </a:solidFill>
              <a:prstDash val="solid"/>
              <a:round/>
              <a:headEnd type="none" w="med" len="med"/>
              <a:tailEnd type="none" w="med" len="med"/>
            </a:ln>
          </p:spPr>
        </p:cxnSp>
      </p:grpSp>
      <p:grpSp>
        <p:nvGrpSpPr>
          <p:cNvPr id="110" name="Google Shape;110;p3"/>
          <p:cNvGrpSpPr/>
          <p:nvPr/>
        </p:nvGrpSpPr>
        <p:grpSpPr>
          <a:xfrm>
            <a:off x="-185282" y="395900"/>
            <a:ext cx="600900" cy="4351800"/>
            <a:chOff x="-185282" y="395900"/>
            <a:chExt cx="600900" cy="4351800"/>
          </a:xfrm>
        </p:grpSpPr>
        <p:sp>
          <p:nvSpPr>
            <p:cNvPr id="111" name="Google Shape;111;p3"/>
            <p:cNvSpPr/>
            <p:nvPr/>
          </p:nvSpPr>
          <p:spPr>
            <a:xfrm flipH="1">
              <a:off x="-185282" y="395900"/>
              <a:ext cx="600900" cy="4351800"/>
            </a:xfrm>
            <a:prstGeom prst="rect">
              <a:avLst/>
            </a:prstGeom>
            <a:solidFill>
              <a:srgbClr val="FBF7ED"/>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12" name="Google Shape;112;p3"/>
            <p:cNvCxnSpPr/>
            <p:nvPr/>
          </p:nvCxnSpPr>
          <p:spPr>
            <a:xfrm>
              <a:off x="-174000" y="736625"/>
              <a:ext cx="579300" cy="0"/>
            </a:xfrm>
            <a:prstGeom prst="straightConnector1">
              <a:avLst/>
            </a:prstGeom>
            <a:noFill/>
            <a:ln w="19050" cap="flat" cmpd="sng">
              <a:solidFill>
                <a:srgbClr val="F0EBDF"/>
              </a:solidFill>
              <a:prstDash val="solid"/>
              <a:round/>
              <a:headEnd type="none" w="med" len="med"/>
              <a:tailEnd type="none" w="med" len="med"/>
            </a:ln>
          </p:spPr>
        </p:cxnSp>
        <p:cxnSp>
          <p:nvCxnSpPr>
            <p:cNvPr id="113" name="Google Shape;113;p3"/>
            <p:cNvCxnSpPr/>
            <p:nvPr/>
          </p:nvCxnSpPr>
          <p:spPr>
            <a:xfrm>
              <a:off x="-174000" y="1070259"/>
              <a:ext cx="579300" cy="0"/>
            </a:xfrm>
            <a:prstGeom prst="straightConnector1">
              <a:avLst/>
            </a:prstGeom>
            <a:noFill/>
            <a:ln w="19050" cap="flat" cmpd="sng">
              <a:solidFill>
                <a:srgbClr val="F0EBDF"/>
              </a:solidFill>
              <a:prstDash val="solid"/>
              <a:round/>
              <a:headEnd type="none" w="med" len="med"/>
              <a:tailEnd type="none" w="med" len="med"/>
            </a:ln>
          </p:spPr>
        </p:cxnSp>
        <p:cxnSp>
          <p:nvCxnSpPr>
            <p:cNvPr id="114" name="Google Shape;114;p3"/>
            <p:cNvCxnSpPr/>
            <p:nvPr/>
          </p:nvCxnSpPr>
          <p:spPr>
            <a:xfrm>
              <a:off x="-174000" y="1403893"/>
              <a:ext cx="579300" cy="0"/>
            </a:xfrm>
            <a:prstGeom prst="straightConnector1">
              <a:avLst/>
            </a:prstGeom>
            <a:noFill/>
            <a:ln w="19050" cap="flat" cmpd="sng">
              <a:solidFill>
                <a:srgbClr val="F0EBDF"/>
              </a:solidFill>
              <a:prstDash val="solid"/>
              <a:round/>
              <a:headEnd type="none" w="med" len="med"/>
              <a:tailEnd type="none" w="med" len="med"/>
            </a:ln>
          </p:spPr>
        </p:cxnSp>
        <p:cxnSp>
          <p:nvCxnSpPr>
            <p:cNvPr id="115" name="Google Shape;115;p3"/>
            <p:cNvCxnSpPr/>
            <p:nvPr/>
          </p:nvCxnSpPr>
          <p:spPr>
            <a:xfrm>
              <a:off x="-174000" y="1737527"/>
              <a:ext cx="579300" cy="0"/>
            </a:xfrm>
            <a:prstGeom prst="straightConnector1">
              <a:avLst/>
            </a:prstGeom>
            <a:noFill/>
            <a:ln w="19050" cap="flat" cmpd="sng">
              <a:solidFill>
                <a:srgbClr val="F0EBDF"/>
              </a:solidFill>
              <a:prstDash val="solid"/>
              <a:round/>
              <a:headEnd type="none" w="med" len="med"/>
              <a:tailEnd type="none" w="med" len="med"/>
            </a:ln>
          </p:spPr>
        </p:cxnSp>
        <p:cxnSp>
          <p:nvCxnSpPr>
            <p:cNvPr id="116" name="Google Shape;116;p3"/>
            <p:cNvCxnSpPr/>
            <p:nvPr/>
          </p:nvCxnSpPr>
          <p:spPr>
            <a:xfrm>
              <a:off x="-174000" y="2071161"/>
              <a:ext cx="579300" cy="0"/>
            </a:xfrm>
            <a:prstGeom prst="straightConnector1">
              <a:avLst/>
            </a:prstGeom>
            <a:noFill/>
            <a:ln w="19050" cap="flat" cmpd="sng">
              <a:solidFill>
                <a:srgbClr val="F0EBDF"/>
              </a:solidFill>
              <a:prstDash val="solid"/>
              <a:round/>
              <a:headEnd type="none" w="med" len="med"/>
              <a:tailEnd type="none" w="med" len="med"/>
            </a:ln>
          </p:spPr>
        </p:cxnSp>
        <p:cxnSp>
          <p:nvCxnSpPr>
            <p:cNvPr id="117" name="Google Shape;117;p3"/>
            <p:cNvCxnSpPr/>
            <p:nvPr/>
          </p:nvCxnSpPr>
          <p:spPr>
            <a:xfrm>
              <a:off x="-174000" y="2404795"/>
              <a:ext cx="579300" cy="0"/>
            </a:xfrm>
            <a:prstGeom prst="straightConnector1">
              <a:avLst/>
            </a:prstGeom>
            <a:noFill/>
            <a:ln w="19050" cap="flat" cmpd="sng">
              <a:solidFill>
                <a:srgbClr val="F0EBDF"/>
              </a:solidFill>
              <a:prstDash val="solid"/>
              <a:round/>
              <a:headEnd type="none" w="med" len="med"/>
              <a:tailEnd type="none" w="med" len="med"/>
            </a:ln>
          </p:spPr>
        </p:cxnSp>
        <p:cxnSp>
          <p:nvCxnSpPr>
            <p:cNvPr id="118" name="Google Shape;118;p3"/>
            <p:cNvCxnSpPr/>
            <p:nvPr/>
          </p:nvCxnSpPr>
          <p:spPr>
            <a:xfrm>
              <a:off x="-174000" y="2738430"/>
              <a:ext cx="579300" cy="0"/>
            </a:xfrm>
            <a:prstGeom prst="straightConnector1">
              <a:avLst/>
            </a:prstGeom>
            <a:noFill/>
            <a:ln w="19050" cap="flat" cmpd="sng">
              <a:solidFill>
                <a:srgbClr val="F0EBDF"/>
              </a:solidFill>
              <a:prstDash val="solid"/>
              <a:round/>
              <a:headEnd type="none" w="med" len="med"/>
              <a:tailEnd type="none" w="med" len="med"/>
            </a:ln>
          </p:spPr>
        </p:cxnSp>
        <p:cxnSp>
          <p:nvCxnSpPr>
            <p:cNvPr id="119" name="Google Shape;119;p3"/>
            <p:cNvCxnSpPr/>
            <p:nvPr/>
          </p:nvCxnSpPr>
          <p:spPr>
            <a:xfrm>
              <a:off x="-174000" y="3739332"/>
              <a:ext cx="579300" cy="0"/>
            </a:xfrm>
            <a:prstGeom prst="straightConnector1">
              <a:avLst/>
            </a:prstGeom>
            <a:noFill/>
            <a:ln w="19050" cap="flat" cmpd="sng">
              <a:solidFill>
                <a:srgbClr val="F0EBDF"/>
              </a:solidFill>
              <a:prstDash val="solid"/>
              <a:round/>
              <a:headEnd type="none" w="med" len="med"/>
              <a:tailEnd type="none" w="med" len="med"/>
            </a:ln>
          </p:spPr>
        </p:cxnSp>
        <p:cxnSp>
          <p:nvCxnSpPr>
            <p:cNvPr id="120" name="Google Shape;120;p3"/>
            <p:cNvCxnSpPr/>
            <p:nvPr/>
          </p:nvCxnSpPr>
          <p:spPr>
            <a:xfrm>
              <a:off x="-174000" y="3405698"/>
              <a:ext cx="579300" cy="0"/>
            </a:xfrm>
            <a:prstGeom prst="straightConnector1">
              <a:avLst/>
            </a:prstGeom>
            <a:noFill/>
            <a:ln w="19050" cap="flat" cmpd="sng">
              <a:solidFill>
                <a:srgbClr val="F0EBDF"/>
              </a:solidFill>
              <a:prstDash val="solid"/>
              <a:round/>
              <a:headEnd type="none" w="med" len="med"/>
              <a:tailEnd type="none" w="med" len="med"/>
            </a:ln>
          </p:spPr>
        </p:cxnSp>
        <p:cxnSp>
          <p:nvCxnSpPr>
            <p:cNvPr id="121" name="Google Shape;121;p3"/>
            <p:cNvCxnSpPr/>
            <p:nvPr/>
          </p:nvCxnSpPr>
          <p:spPr>
            <a:xfrm>
              <a:off x="-174000" y="3072064"/>
              <a:ext cx="579300" cy="0"/>
            </a:xfrm>
            <a:prstGeom prst="straightConnector1">
              <a:avLst/>
            </a:prstGeom>
            <a:noFill/>
            <a:ln w="19050" cap="flat" cmpd="sng">
              <a:solidFill>
                <a:srgbClr val="F0EBDF"/>
              </a:solidFill>
              <a:prstDash val="solid"/>
              <a:round/>
              <a:headEnd type="none" w="med" len="med"/>
              <a:tailEnd type="none" w="med" len="med"/>
            </a:ln>
          </p:spPr>
        </p:cxnSp>
        <p:cxnSp>
          <p:nvCxnSpPr>
            <p:cNvPr id="122" name="Google Shape;122;p3"/>
            <p:cNvCxnSpPr/>
            <p:nvPr/>
          </p:nvCxnSpPr>
          <p:spPr>
            <a:xfrm>
              <a:off x="-174000" y="4072966"/>
              <a:ext cx="579300" cy="0"/>
            </a:xfrm>
            <a:prstGeom prst="straightConnector1">
              <a:avLst/>
            </a:prstGeom>
            <a:noFill/>
            <a:ln w="19050" cap="flat" cmpd="sng">
              <a:solidFill>
                <a:srgbClr val="F0EBDF"/>
              </a:solidFill>
              <a:prstDash val="solid"/>
              <a:round/>
              <a:headEnd type="none" w="med" len="med"/>
              <a:tailEnd type="none" w="med" len="med"/>
            </a:ln>
          </p:spPr>
        </p:cxnSp>
        <p:cxnSp>
          <p:nvCxnSpPr>
            <p:cNvPr id="123" name="Google Shape;123;p3"/>
            <p:cNvCxnSpPr/>
            <p:nvPr/>
          </p:nvCxnSpPr>
          <p:spPr>
            <a:xfrm>
              <a:off x="-174000" y="4406600"/>
              <a:ext cx="579300" cy="0"/>
            </a:xfrm>
            <a:prstGeom prst="straightConnector1">
              <a:avLst/>
            </a:prstGeom>
            <a:noFill/>
            <a:ln w="19050" cap="flat" cmpd="sng">
              <a:solidFill>
                <a:srgbClr val="F0EBDF"/>
              </a:solidFill>
              <a:prstDash val="solid"/>
              <a:round/>
              <a:headEnd type="none" w="med" len="med"/>
              <a:tailEnd type="none" w="med" len="med"/>
            </a:ln>
          </p:spPr>
        </p:cxnSp>
        <p:sp>
          <p:nvSpPr>
            <p:cNvPr id="124" name="Google Shape;124;p3"/>
            <p:cNvSpPr/>
            <p:nvPr/>
          </p:nvSpPr>
          <p:spPr>
            <a:xfrm flipH="1">
              <a:off x="136538" y="816775"/>
              <a:ext cx="165900" cy="1659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 name="Google Shape;125;p3"/>
            <p:cNvSpPr/>
            <p:nvPr/>
          </p:nvSpPr>
          <p:spPr>
            <a:xfrm flipH="1">
              <a:off x="136538" y="1487737"/>
              <a:ext cx="165900" cy="1659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 name="Google Shape;126;p3"/>
            <p:cNvSpPr/>
            <p:nvPr/>
          </p:nvSpPr>
          <p:spPr>
            <a:xfrm flipH="1">
              <a:off x="136538" y="2155025"/>
              <a:ext cx="165900" cy="1659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 name="Google Shape;127;p3"/>
            <p:cNvSpPr/>
            <p:nvPr/>
          </p:nvSpPr>
          <p:spPr>
            <a:xfrm flipH="1">
              <a:off x="136538" y="2822287"/>
              <a:ext cx="165900" cy="1659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 name="Google Shape;128;p3"/>
            <p:cNvSpPr/>
            <p:nvPr/>
          </p:nvSpPr>
          <p:spPr>
            <a:xfrm flipH="1">
              <a:off x="136538" y="3489562"/>
              <a:ext cx="165900" cy="1659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 name="Google Shape;129;p3"/>
            <p:cNvSpPr/>
            <p:nvPr/>
          </p:nvSpPr>
          <p:spPr>
            <a:xfrm flipH="1">
              <a:off x="136538" y="4156825"/>
              <a:ext cx="165900" cy="1659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0" name="Google Shape;130;p3"/>
          <p:cNvGrpSpPr/>
          <p:nvPr/>
        </p:nvGrpSpPr>
        <p:grpSpPr>
          <a:xfrm>
            <a:off x="504792" y="395741"/>
            <a:ext cx="8134200" cy="4351800"/>
            <a:chOff x="504792" y="395741"/>
            <a:chExt cx="8134200" cy="4351800"/>
          </a:xfrm>
        </p:grpSpPr>
        <p:sp>
          <p:nvSpPr>
            <p:cNvPr id="131" name="Google Shape;131;p3"/>
            <p:cNvSpPr/>
            <p:nvPr/>
          </p:nvSpPr>
          <p:spPr>
            <a:xfrm>
              <a:off x="504792" y="395741"/>
              <a:ext cx="8134200" cy="4351800"/>
            </a:xfrm>
            <a:prstGeom prst="rect">
              <a:avLst/>
            </a:prstGeom>
            <a:solidFill>
              <a:srgbClr val="FBF7ED"/>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32" name="Google Shape;132;p3"/>
            <p:cNvCxnSpPr/>
            <p:nvPr/>
          </p:nvCxnSpPr>
          <p:spPr>
            <a:xfrm rot="10800000">
              <a:off x="517425" y="736450"/>
              <a:ext cx="8112000" cy="0"/>
            </a:xfrm>
            <a:prstGeom prst="straightConnector1">
              <a:avLst/>
            </a:prstGeom>
            <a:noFill/>
            <a:ln w="19050" cap="flat" cmpd="sng">
              <a:solidFill>
                <a:srgbClr val="F0EBDF"/>
              </a:solidFill>
              <a:prstDash val="solid"/>
              <a:round/>
              <a:headEnd type="none" w="med" len="med"/>
              <a:tailEnd type="none" w="med" len="med"/>
            </a:ln>
          </p:spPr>
        </p:cxnSp>
        <p:cxnSp>
          <p:nvCxnSpPr>
            <p:cNvPr id="133" name="Google Shape;133;p3"/>
            <p:cNvCxnSpPr/>
            <p:nvPr/>
          </p:nvCxnSpPr>
          <p:spPr>
            <a:xfrm rot="10800000">
              <a:off x="517425" y="1070084"/>
              <a:ext cx="8112000" cy="0"/>
            </a:xfrm>
            <a:prstGeom prst="straightConnector1">
              <a:avLst/>
            </a:prstGeom>
            <a:noFill/>
            <a:ln w="19050" cap="flat" cmpd="sng">
              <a:solidFill>
                <a:srgbClr val="F0EBDF"/>
              </a:solidFill>
              <a:prstDash val="solid"/>
              <a:round/>
              <a:headEnd type="none" w="med" len="med"/>
              <a:tailEnd type="none" w="med" len="med"/>
            </a:ln>
          </p:spPr>
        </p:cxnSp>
        <p:cxnSp>
          <p:nvCxnSpPr>
            <p:cNvPr id="134" name="Google Shape;134;p3"/>
            <p:cNvCxnSpPr/>
            <p:nvPr/>
          </p:nvCxnSpPr>
          <p:spPr>
            <a:xfrm rot="10800000">
              <a:off x="517425" y="1403718"/>
              <a:ext cx="8112000" cy="0"/>
            </a:xfrm>
            <a:prstGeom prst="straightConnector1">
              <a:avLst/>
            </a:prstGeom>
            <a:noFill/>
            <a:ln w="19050" cap="flat" cmpd="sng">
              <a:solidFill>
                <a:srgbClr val="F0EBDF"/>
              </a:solidFill>
              <a:prstDash val="solid"/>
              <a:round/>
              <a:headEnd type="none" w="med" len="med"/>
              <a:tailEnd type="none" w="med" len="med"/>
            </a:ln>
          </p:spPr>
        </p:cxnSp>
        <p:cxnSp>
          <p:nvCxnSpPr>
            <p:cNvPr id="135" name="Google Shape;135;p3"/>
            <p:cNvCxnSpPr/>
            <p:nvPr/>
          </p:nvCxnSpPr>
          <p:spPr>
            <a:xfrm rot="10800000">
              <a:off x="517425" y="1737352"/>
              <a:ext cx="8112000" cy="0"/>
            </a:xfrm>
            <a:prstGeom prst="straightConnector1">
              <a:avLst/>
            </a:prstGeom>
            <a:noFill/>
            <a:ln w="19050" cap="flat" cmpd="sng">
              <a:solidFill>
                <a:srgbClr val="F0EBDF"/>
              </a:solidFill>
              <a:prstDash val="solid"/>
              <a:round/>
              <a:headEnd type="none" w="med" len="med"/>
              <a:tailEnd type="none" w="med" len="med"/>
            </a:ln>
          </p:spPr>
        </p:cxnSp>
        <p:cxnSp>
          <p:nvCxnSpPr>
            <p:cNvPr id="136" name="Google Shape;136;p3"/>
            <p:cNvCxnSpPr/>
            <p:nvPr/>
          </p:nvCxnSpPr>
          <p:spPr>
            <a:xfrm rot="10800000">
              <a:off x="517425" y="2070986"/>
              <a:ext cx="8112000" cy="0"/>
            </a:xfrm>
            <a:prstGeom prst="straightConnector1">
              <a:avLst/>
            </a:prstGeom>
            <a:noFill/>
            <a:ln w="19050" cap="flat" cmpd="sng">
              <a:solidFill>
                <a:srgbClr val="F0EBDF"/>
              </a:solidFill>
              <a:prstDash val="solid"/>
              <a:round/>
              <a:headEnd type="none" w="med" len="med"/>
              <a:tailEnd type="none" w="med" len="med"/>
            </a:ln>
          </p:spPr>
        </p:cxnSp>
        <p:cxnSp>
          <p:nvCxnSpPr>
            <p:cNvPr id="137" name="Google Shape;137;p3"/>
            <p:cNvCxnSpPr/>
            <p:nvPr/>
          </p:nvCxnSpPr>
          <p:spPr>
            <a:xfrm rot="10800000">
              <a:off x="517425" y="2404620"/>
              <a:ext cx="8112000" cy="0"/>
            </a:xfrm>
            <a:prstGeom prst="straightConnector1">
              <a:avLst/>
            </a:prstGeom>
            <a:noFill/>
            <a:ln w="19050" cap="flat" cmpd="sng">
              <a:solidFill>
                <a:srgbClr val="F0EBDF"/>
              </a:solidFill>
              <a:prstDash val="solid"/>
              <a:round/>
              <a:headEnd type="none" w="med" len="med"/>
              <a:tailEnd type="none" w="med" len="med"/>
            </a:ln>
          </p:spPr>
        </p:cxnSp>
        <p:cxnSp>
          <p:nvCxnSpPr>
            <p:cNvPr id="138" name="Google Shape;138;p3"/>
            <p:cNvCxnSpPr/>
            <p:nvPr/>
          </p:nvCxnSpPr>
          <p:spPr>
            <a:xfrm rot="10800000">
              <a:off x="517425" y="2738255"/>
              <a:ext cx="8112000" cy="0"/>
            </a:xfrm>
            <a:prstGeom prst="straightConnector1">
              <a:avLst/>
            </a:prstGeom>
            <a:noFill/>
            <a:ln w="19050" cap="flat" cmpd="sng">
              <a:solidFill>
                <a:srgbClr val="F0EBDF"/>
              </a:solidFill>
              <a:prstDash val="solid"/>
              <a:round/>
              <a:headEnd type="none" w="med" len="med"/>
              <a:tailEnd type="none" w="med" len="med"/>
            </a:ln>
          </p:spPr>
        </p:cxnSp>
        <p:cxnSp>
          <p:nvCxnSpPr>
            <p:cNvPr id="139" name="Google Shape;139;p3"/>
            <p:cNvCxnSpPr/>
            <p:nvPr/>
          </p:nvCxnSpPr>
          <p:spPr>
            <a:xfrm rot="10800000">
              <a:off x="517425" y="3739157"/>
              <a:ext cx="8112000" cy="0"/>
            </a:xfrm>
            <a:prstGeom prst="straightConnector1">
              <a:avLst/>
            </a:prstGeom>
            <a:noFill/>
            <a:ln w="19050" cap="flat" cmpd="sng">
              <a:solidFill>
                <a:srgbClr val="F0EBDF"/>
              </a:solidFill>
              <a:prstDash val="solid"/>
              <a:round/>
              <a:headEnd type="none" w="med" len="med"/>
              <a:tailEnd type="none" w="med" len="med"/>
            </a:ln>
          </p:spPr>
        </p:cxnSp>
        <p:cxnSp>
          <p:nvCxnSpPr>
            <p:cNvPr id="140" name="Google Shape;140;p3"/>
            <p:cNvCxnSpPr/>
            <p:nvPr/>
          </p:nvCxnSpPr>
          <p:spPr>
            <a:xfrm rot="10800000">
              <a:off x="517425" y="3405523"/>
              <a:ext cx="8112000" cy="0"/>
            </a:xfrm>
            <a:prstGeom prst="straightConnector1">
              <a:avLst/>
            </a:prstGeom>
            <a:noFill/>
            <a:ln w="19050" cap="flat" cmpd="sng">
              <a:solidFill>
                <a:srgbClr val="F0EBDF"/>
              </a:solidFill>
              <a:prstDash val="solid"/>
              <a:round/>
              <a:headEnd type="none" w="med" len="med"/>
              <a:tailEnd type="none" w="med" len="med"/>
            </a:ln>
          </p:spPr>
        </p:cxnSp>
        <p:cxnSp>
          <p:nvCxnSpPr>
            <p:cNvPr id="141" name="Google Shape;141;p3"/>
            <p:cNvCxnSpPr/>
            <p:nvPr/>
          </p:nvCxnSpPr>
          <p:spPr>
            <a:xfrm rot="10800000">
              <a:off x="517425" y="3071889"/>
              <a:ext cx="8112000" cy="0"/>
            </a:xfrm>
            <a:prstGeom prst="straightConnector1">
              <a:avLst/>
            </a:prstGeom>
            <a:noFill/>
            <a:ln w="19050" cap="flat" cmpd="sng">
              <a:solidFill>
                <a:srgbClr val="F0EBDF"/>
              </a:solidFill>
              <a:prstDash val="solid"/>
              <a:round/>
              <a:headEnd type="none" w="med" len="med"/>
              <a:tailEnd type="none" w="med" len="med"/>
            </a:ln>
          </p:spPr>
        </p:cxnSp>
        <p:cxnSp>
          <p:nvCxnSpPr>
            <p:cNvPr id="142" name="Google Shape;142;p3"/>
            <p:cNvCxnSpPr/>
            <p:nvPr/>
          </p:nvCxnSpPr>
          <p:spPr>
            <a:xfrm rot="10800000">
              <a:off x="517425" y="4072791"/>
              <a:ext cx="8112000" cy="0"/>
            </a:xfrm>
            <a:prstGeom prst="straightConnector1">
              <a:avLst/>
            </a:prstGeom>
            <a:noFill/>
            <a:ln w="19050" cap="flat" cmpd="sng">
              <a:solidFill>
                <a:srgbClr val="F0EBDF"/>
              </a:solidFill>
              <a:prstDash val="solid"/>
              <a:round/>
              <a:headEnd type="none" w="med" len="med"/>
              <a:tailEnd type="none" w="med" len="med"/>
            </a:ln>
          </p:spPr>
        </p:cxnSp>
        <p:cxnSp>
          <p:nvCxnSpPr>
            <p:cNvPr id="143" name="Google Shape;143;p3"/>
            <p:cNvCxnSpPr/>
            <p:nvPr/>
          </p:nvCxnSpPr>
          <p:spPr>
            <a:xfrm rot="10800000">
              <a:off x="517425" y="4406425"/>
              <a:ext cx="8112000" cy="0"/>
            </a:xfrm>
            <a:prstGeom prst="straightConnector1">
              <a:avLst/>
            </a:prstGeom>
            <a:noFill/>
            <a:ln w="19050" cap="flat" cmpd="sng">
              <a:solidFill>
                <a:srgbClr val="F0EBDF"/>
              </a:solidFill>
              <a:prstDash val="solid"/>
              <a:round/>
              <a:headEnd type="none" w="med" len="med"/>
              <a:tailEnd type="none" w="med" len="med"/>
            </a:ln>
          </p:spPr>
        </p:cxnSp>
        <p:cxnSp>
          <p:nvCxnSpPr>
            <p:cNvPr id="144" name="Google Shape;144;p3"/>
            <p:cNvCxnSpPr/>
            <p:nvPr/>
          </p:nvCxnSpPr>
          <p:spPr>
            <a:xfrm>
              <a:off x="900099" y="403173"/>
              <a:ext cx="0" cy="4336800"/>
            </a:xfrm>
            <a:prstGeom prst="straightConnector1">
              <a:avLst/>
            </a:prstGeom>
            <a:noFill/>
            <a:ln w="19050" cap="flat" cmpd="sng">
              <a:solidFill>
                <a:schemeClr val="lt1"/>
              </a:solidFill>
              <a:prstDash val="solid"/>
              <a:round/>
              <a:headEnd type="none" w="med" len="med"/>
              <a:tailEnd type="none" w="med" len="med"/>
            </a:ln>
          </p:spPr>
        </p:cxnSp>
        <p:sp>
          <p:nvSpPr>
            <p:cNvPr id="145" name="Google Shape;145;p3"/>
            <p:cNvSpPr/>
            <p:nvPr/>
          </p:nvSpPr>
          <p:spPr>
            <a:xfrm>
              <a:off x="617972" y="816625"/>
              <a:ext cx="165900" cy="1659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 name="Google Shape;146;p3"/>
            <p:cNvSpPr/>
            <p:nvPr/>
          </p:nvSpPr>
          <p:spPr>
            <a:xfrm>
              <a:off x="617972" y="1487587"/>
              <a:ext cx="165900" cy="1659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 name="Google Shape;147;p3"/>
            <p:cNvSpPr/>
            <p:nvPr/>
          </p:nvSpPr>
          <p:spPr>
            <a:xfrm>
              <a:off x="617972" y="2154875"/>
              <a:ext cx="165900" cy="1659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 name="Google Shape;148;p3"/>
            <p:cNvSpPr/>
            <p:nvPr/>
          </p:nvSpPr>
          <p:spPr>
            <a:xfrm>
              <a:off x="617972" y="2822137"/>
              <a:ext cx="165900" cy="1659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 name="Google Shape;149;p3"/>
            <p:cNvSpPr/>
            <p:nvPr/>
          </p:nvSpPr>
          <p:spPr>
            <a:xfrm>
              <a:off x="617972" y="3489412"/>
              <a:ext cx="165900" cy="1659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 name="Google Shape;150;p3"/>
            <p:cNvSpPr/>
            <p:nvPr/>
          </p:nvSpPr>
          <p:spPr>
            <a:xfrm>
              <a:off x="617972" y="4156675"/>
              <a:ext cx="165900" cy="1659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51" name="Google Shape;151;p3"/>
          <p:cNvSpPr txBox="1">
            <a:spLocks noGrp="1"/>
          </p:cNvSpPr>
          <p:nvPr>
            <p:ph type="title"/>
          </p:nvPr>
        </p:nvSpPr>
        <p:spPr>
          <a:xfrm>
            <a:off x="2160953" y="2338125"/>
            <a:ext cx="4839300" cy="841800"/>
          </a:xfrm>
          <a:prstGeom prst="rect">
            <a:avLst/>
          </a:prstGeom>
          <a:ln>
            <a:noFill/>
          </a:ln>
        </p:spPr>
        <p:txBody>
          <a:bodyPr spcFirstLastPara="1" wrap="square" lIns="91425" tIns="91425" rIns="91425" bIns="91425" anchor="ctr" anchorCtr="0">
            <a:noAutofit/>
          </a:bodyPr>
          <a:lstStyle>
            <a:lvl1pPr lvl="0" algn="ctr">
              <a:spcBef>
                <a:spcPts val="0"/>
              </a:spcBef>
              <a:spcAft>
                <a:spcPts val="0"/>
              </a:spcAft>
              <a:buSzPts val="3600"/>
              <a:buNone/>
              <a:defRPr sz="4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2" name="Google Shape;152;p3"/>
          <p:cNvSpPr txBox="1">
            <a:spLocks noGrp="1"/>
          </p:cNvSpPr>
          <p:nvPr>
            <p:ph type="title" idx="2" hasCustomPrompt="1"/>
          </p:nvPr>
        </p:nvSpPr>
        <p:spPr>
          <a:xfrm>
            <a:off x="3005153" y="1274925"/>
            <a:ext cx="3150900" cy="10632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6000"/>
              <a:buNone/>
              <a:defRPr sz="10000">
                <a:solidFill>
                  <a:schemeClr val="lt1"/>
                </a:solidFill>
              </a:defRPr>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153" name="Google Shape;153;p3"/>
          <p:cNvSpPr txBox="1">
            <a:spLocks noGrp="1"/>
          </p:cNvSpPr>
          <p:nvPr>
            <p:ph type="subTitle" idx="1"/>
          </p:nvPr>
        </p:nvSpPr>
        <p:spPr>
          <a:xfrm>
            <a:off x="2917728" y="3097625"/>
            <a:ext cx="3325800" cy="7134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6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grpSp>
        <p:nvGrpSpPr>
          <p:cNvPr id="154" name="Google Shape;154;p3"/>
          <p:cNvGrpSpPr/>
          <p:nvPr/>
        </p:nvGrpSpPr>
        <p:grpSpPr>
          <a:xfrm>
            <a:off x="227312" y="868475"/>
            <a:ext cx="477900" cy="3405950"/>
            <a:chOff x="227312" y="868475"/>
            <a:chExt cx="477900" cy="3405950"/>
          </a:xfrm>
        </p:grpSpPr>
        <p:sp>
          <p:nvSpPr>
            <p:cNvPr id="155" name="Google Shape;155;p3"/>
            <p:cNvSpPr/>
            <p:nvPr/>
          </p:nvSpPr>
          <p:spPr>
            <a:xfrm rot="10800000" flipH="1">
              <a:off x="227312" y="868475"/>
              <a:ext cx="477900" cy="69600"/>
            </a:xfrm>
            <a:prstGeom prst="roundRect">
              <a:avLst>
                <a:gd name="adj" fmla="val 16667"/>
              </a:avLst>
            </a:prstGeom>
            <a:solidFill>
              <a:schemeClr val="accen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 name="Google Shape;156;p3"/>
            <p:cNvSpPr/>
            <p:nvPr/>
          </p:nvSpPr>
          <p:spPr>
            <a:xfrm rot="10800000" flipH="1">
              <a:off x="227312" y="1535738"/>
              <a:ext cx="477900" cy="69600"/>
            </a:xfrm>
            <a:prstGeom prst="roundRect">
              <a:avLst>
                <a:gd name="adj" fmla="val 16667"/>
              </a:avLst>
            </a:prstGeom>
            <a:solidFill>
              <a:schemeClr val="accen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 name="Google Shape;157;p3"/>
            <p:cNvSpPr/>
            <p:nvPr/>
          </p:nvSpPr>
          <p:spPr>
            <a:xfrm rot="10800000" flipH="1">
              <a:off x="227312" y="2203025"/>
              <a:ext cx="477900" cy="69600"/>
            </a:xfrm>
            <a:prstGeom prst="roundRect">
              <a:avLst>
                <a:gd name="adj" fmla="val 16667"/>
              </a:avLst>
            </a:prstGeom>
            <a:solidFill>
              <a:schemeClr val="accen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 name="Google Shape;158;p3"/>
            <p:cNvSpPr/>
            <p:nvPr/>
          </p:nvSpPr>
          <p:spPr>
            <a:xfrm rot="10800000" flipH="1">
              <a:off x="227312" y="2870288"/>
              <a:ext cx="477900" cy="69600"/>
            </a:xfrm>
            <a:prstGeom prst="roundRect">
              <a:avLst>
                <a:gd name="adj" fmla="val 16667"/>
              </a:avLst>
            </a:prstGeom>
            <a:solidFill>
              <a:schemeClr val="accen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 name="Google Shape;159;p3"/>
            <p:cNvSpPr/>
            <p:nvPr/>
          </p:nvSpPr>
          <p:spPr>
            <a:xfrm rot="10800000" flipH="1">
              <a:off x="227312" y="3537563"/>
              <a:ext cx="477900" cy="69600"/>
            </a:xfrm>
            <a:prstGeom prst="roundRect">
              <a:avLst>
                <a:gd name="adj" fmla="val 16667"/>
              </a:avLst>
            </a:prstGeom>
            <a:solidFill>
              <a:schemeClr val="accen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 name="Google Shape;160;p3"/>
            <p:cNvSpPr/>
            <p:nvPr/>
          </p:nvSpPr>
          <p:spPr>
            <a:xfrm rot="10800000" flipH="1">
              <a:off x="227312" y="4204825"/>
              <a:ext cx="477900" cy="69600"/>
            </a:xfrm>
            <a:prstGeom prst="roundRect">
              <a:avLst>
                <a:gd name="adj" fmla="val 16667"/>
              </a:avLst>
            </a:prstGeom>
            <a:solidFill>
              <a:schemeClr val="accen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1" name="Google Shape;161;p3"/>
          <p:cNvGrpSpPr/>
          <p:nvPr/>
        </p:nvGrpSpPr>
        <p:grpSpPr>
          <a:xfrm>
            <a:off x="1152525" y="425273"/>
            <a:ext cx="7125850" cy="4088529"/>
            <a:chOff x="1304925" y="501473"/>
            <a:chExt cx="7125850" cy="4088529"/>
          </a:xfrm>
        </p:grpSpPr>
        <p:sp>
          <p:nvSpPr>
            <p:cNvPr id="162" name="Google Shape;162;p3"/>
            <p:cNvSpPr/>
            <p:nvPr/>
          </p:nvSpPr>
          <p:spPr>
            <a:xfrm rot="-2228677" flipH="1">
              <a:off x="4299705" y="587272"/>
              <a:ext cx="400445" cy="346503"/>
            </a:xfrm>
            <a:prstGeom prst="triangle">
              <a:avLst>
                <a:gd name="adj" fmla="val 50000"/>
              </a:avLst>
            </a:prstGeom>
            <a:noFill/>
            <a:ln w="19050"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 name="Google Shape;163;p3"/>
            <p:cNvSpPr/>
            <p:nvPr/>
          </p:nvSpPr>
          <p:spPr>
            <a:xfrm rot="-2227469" flipH="1">
              <a:off x="3211554" y="4327652"/>
              <a:ext cx="243062" cy="210302"/>
            </a:xfrm>
            <a:prstGeom prst="triangle">
              <a:avLst>
                <a:gd name="adj" fmla="val 50000"/>
              </a:avLst>
            </a:prstGeom>
            <a:noFill/>
            <a:ln w="19050"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 name="Google Shape;164;p3"/>
            <p:cNvSpPr/>
            <p:nvPr/>
          </p:nvSpPr>
          <p:spPr>
            <a:xfrm rot="7771672" flipH="1">
              <a:off x="7771440" y="942916"/>
              <a:ext cx="126796" cy="109319"/>
            </a:xfrm>
            <a:prstGeom prst="triangle">
              <a:avLst>
                <a:gd name="adj" fmla="val 50000"/>
              </a:avLst>
            </a:pr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 name="Google Shape;165;p3"/>
            <p:cNvSpPr/>
            <p:nvPr/>
          </p:nvSpPr>
          <p:spPr>
            <a:xfrm flipH="1">
              <a:off x="8138875" y="1708550"/>
              <a:ext cx="291900" cy="291900"/>
            </a:xfrm>
            <a:prstGeom prst="ellipse">
              <a:avLst/>
            </a:prstGeom>
            <a:noFill/>
            <a:ln w="19050"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 name="Google Shape;166;p3"/>
            <p:cNvSpPr/>
            <p:nvPr/>
          </p:nvSpPr>
          <p:spPr>
            <a:xfrm flipH="1">
              <a:off x="1304925" y="3414875"/>
              <a:ext cx="165000" cy="165000"/>
            </a:xfrm>
            <a:prstGeom prst="ellipse">
              <a:avLst/>
            </a:prstGeom>
            <a:noFill/>
            <a:ln w="19050"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 name="Google Shape;167;p3"/>
            <p:cNvSpPr/>
            <p:nvPr/>
          </p:nvSpPr>
          <p:spPr>
            <a:xfrm rot="-2855308" flipH="1">
              <a:off x="7759856" y="3240626"/>
              <a:ext cx="117429" cy="117005"/>
            </a:xfrm>
            <a:prstGeom prst="rect">
              <a:avLst/>
            </a:prstGeom>
            <a:no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 name="Google Shape;168;p3"/>
            <p:cNvSpPr/>
            <p:nvPr/>
          </p:nvSpPr>
          <p:spPr>
            <a:xfrm rot="716485" flipH="1">
              <a:off x="1806777" y="2482814"/>
              <a:ext cx="117441" cy="117086"/>
            </a:xfrm>
            <a:prstGeom prst="rect">
              <a:avLst/>
            </a:pr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 name="Google Shape;169;p3"/>
            <p:cNvSpPr/>
            <p:nvPr/>
          </p:nvSpPr>
          <p:spPr>
            <a:xfrm rot="3430508" flipH="1">
              <a:off x="8221320" y="4209053"/>
              <a:ext cx="126736" cy="109431"/>
            </a:xfrm>
            <a:prstGeom prst="triangle">
              <a:avLst>
                <a:gd name="adj" fmla="val 50000"/>
              </a:avLst>
            </a:prstGeom>
            <a:noFill/>
            <a:ln w="19050"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 name="Google Shape;170;p3"/>
            <p:cNvSpPr/>
            <p:nvPr/>
          </p:nvSpPr>
          <p:spPr>
            <a:xfrm flipH="1">
              <a:off x="3172725" y="820850"/>
              <a:ext cx="165000" cy="165000"/>
            </a:xfrm>
            <a:prstGeom prst="ellipse">
              <a:avLst/>
            </a:pr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55"/>
        <p:cNvGrpSpPr/>
        <p:nvPr/>
      </p:nvGrpSpPr>
      <p:grpSpPr>
        <a:xfrm>
          <a:off x="0" y="0"/>
          <a:ext cx="0" cy="0"/>
          <a:chOff x="0" y="0"/>
          <a:chExt cx="0" cy="0"/>
        </a:xfrm>
      </p:grpSpPr>
      <p:grpSp>
        <p:nvGrpSpPr>
          <p:cNvPr id="256" name="Google Shape;256;p5"/>
          <p:cNvGrpSpPr/>
          <p:nvPr/>
        </p:nvGrpSpPr>
        <p:grpSpPr>
          <a:xfrm>
            <a:off x="10" y="-9400"/>
            <a:ext cx="9144000" cy="5162400"/>
            <a:chOff x="10" y="-9400"/>
            <a:chExt cx="9144000" cy="5162400"/>
          </a:xfrm>
        </p:grpSpPr>
        <p:grpSp>
          <p:nvGrpSpPr>
            <p:cNvPr id="257" name="Google Shape;257;p5"/>
            <p:cNvGrpSpPr/>
            <p:nvPr/>
          </p:nvGrpSpPr>
          <p:grpSpPr>
            <a:xfrm>
              <a:off x="10" y="371400"/>
              <a:ext cx="9144000" cy="4400775"/>
              <a:chOff x="10" y="371400"/>
              <a:chExt cx="9144000" cy="4400775"/>
            </a:xfrm>
          </p:grpSpPr>
          <p:cxnSp>
            <p:nvCxnSpPr>
              <p:cNvPr id="258" name="Google Shape;258;p5"/>
              <p:cNvCxnSpPr/>
              <p:nvPr/>
            </p:nvCxnSpPr>
            <p:spPr>
              <a:xfrm>
                <a:off x="4572010" y="-4200600"/>
                <a:ext cx="0" cy="9144000"/>
              </a:xfrm>
              <a:prstGeom prst="straightConnector1">
                <a:avLst/>
              </a:prstGeom>
              <a:noFill/>
              <a:ln w="9525" cap="flat" cmpd="sng">
                <a:solidFill>
                  <a:schemeClr val="dk2"/>
                </a:solidFill>
                <a:prstDash val="solid"/>
                <a:round/>
                <a:headEnd type="none" w="med" len="med"/>
                <a:tailEnd type="none" w="med" len="med"/>
              </a:ln>
            </p:spPr>
          </p:cxnSp>
          <p:cxnSp>
            <p:nvCxnSpPr>
              <p:cNvPr id="259" name="Google Shape;259;p5"/>
              <p:cNvCxnSpPr/>
              <p:nvPr/>
            </p:nvCxnSpPr>
            <p:spPr>
              <a:xfrm>
                <a:off x="4572010" y="-3711625"/>
                <a:ext cx="0" cy="9144000"/>
              </a:xfrm>
              <a:prstGeom prst="straightConnector1">
                <a:avLst/>
              </a:prstGeom>
              <a:noFill/>
              <a:ln w="9525" cap="flat" cmpd="sng">
                <a:solidFill>
                  <a:schemeClr val="dk2"/>
                </a:solidFill>
                <a:prstDash val="solid"/>
                <a:round/>
                <a:headEnd type="none" w="med" len="med"/>
                <a:tailEnd type="none" w="med" len="med"/>
              </a:ln>
            </p:spPr>
          </p:cxnSp>
          <p:cxnSp>
            <p:nvCxnSpPr>
              <p:cNvPr id="260" name="Google Shape;260;p5"/>
              <p:cNvCxnSpPr/>
              <p:nvPr/>
            </p:nvCxnSpPr>
            <p:spPr>
              <a:xfrm>
                <a:off x="4572010" y="-3222650"/>
                <a:ext cx="0" cy="9144000"/>
              </a:xfrm>
              <a:prstGeom prst="straightConnector1">
                <a:avLst/>
              </a:prstGeom>
              <a:noFill/>
              <a:ln w="9525" cap="flat" cmpd="sng">
                <a:solidFill>
                  <a:schemeClr val="dk2"/>
                </a:solidFill>
                <a:prstDash val="solid"/>
                <a:round/>
                <a:headEnd type="none" w="med" len="med"/>
                <a:tailEnd type="none" w="med" len="med"/>
              </a:ln>
            </p:spPr>
          </p:cxnSp>
          <p:cxnSp>
            <p:nvCxnSpPr>
              <p:cNvPr id="261" name="Google Shape;261;p5"/>
              <p:cNvCxnSpPr/>
              <p:nvPr/>
            </p:nvCxnSpPr>
            <p:spPr>
              <a:xfrm>
                <a:off x="4572010" y="-2733675"/>
                <a:ext cx="0" cy="9144000"/>
              </a:xfrm>
              <a:prstGeom prst="straightConnector1">
                <a:avLst/>
              </a:prstGeom>
              <a:noFill/>
              <a:ln w="9525" cap="flat" cmpd="sng">
                <a:solidFill>
                  <a:schemeClr val="dk2"/>
                </a:solidFill>
                <a:prstDash val="solid"/>
                <a:round/>
                <a:headEnd type="none" w="med" len="med"/>
                <a:tailEnd type="none" w="med" len="med"/>
              </a:ln>
            </p:spPr>
          </p:cxnSp>
          <p:cxnSp>
            <p:nvCxnSpPr>
              <p:cNvPr id="262" name="Google Shape;262;p5"/>
              <p:cNvCxnSpPr/>
              <p:nvPr/>
            </p:nvCxnSpPr>
            <p:spPr>
              <a:xfrm>
                <a:off x="4572010" y="-2244700"/>
                <a:ext cx="0" cy="9144000"/>
              </a:xfrm>
              <a:prstGeom prst="straightConnector1">
                <a:avLst/>
              </a:prstGeom>
              <a:noFill/>
              <a:ln w="9525" cap="flat" cmpd="sng">
                <a:solidFill>
                  <a:schemeClr val="dk2"/>
                </a:solidFill>
                <a:prstDash val="solid"/>
                <a:round/>
                <a:headEnd type="none" w="med" len="med"/>
                <a:tailEnd type="none" w="med" len="med"/>
              </a:ln>
            </p:spPr>
          </p:cxnSp>
          <p:cxnSp>
            <p:nvCxnSpPr>
              <p:cNvPr id="263" name="Google Shape;263;p5"/>
              <p:cNvCxnSpPr/>
              <p:nvPr/>
            </p:nvCxnSpPr>
            <p:spPr>
              <a:xfrm>
                <a:off x="4572010" y="-1755725"/>
                <a:ext cx="0" cy="9144000"/>
              </a:xfrm>
              <a:prstGeom prst="straightConnector1">
                <a:avLst/>
              </a:prstGeom>
              <a:noFill/>
              <a:ln w="9525" cap="flat" cmpd="sng">
                <a:solidFill>
                  <a:schemeClr val="dk2"/>
                </a:solidFill>
                <a:prstDash val="solid"/>
                <a:round/>
                <a:headEnd type="none" w="med" len="med"/>
                <a:tailEnd type="none" w="med" len="med"/>
              </a:ln>
            </p:spPr>
          </p:cxnSp>
          <p:cxnSp>
            <p:nvCxnSpPr>
              <p:cNvPr id="264" name="Google Shape;264;p5"/>
              <p:cNvCxnSpPr/>
              <p:nvPr/>
            </p:nvCxnSpPr>
            <p:spPr>
              <a:xfrm>
                <a:off x="4572010" y="-1266750"/>
                <a:ext cx="0" cy="9144000"/>
              </a:xfrm>
              <a:prstGeom prst="straightConnector1">
                <a:avLst/>
              </a:prstGeom>
              <a:noFill/>
              <a:ln w="9525" cap="flat" cmpd="sng">
                <a:solidFill>
                  <a:schemeClr val="dk2"/>
                </a:solidFill>
                <a:prstDash val="solid"/>
                <a:round/>
                <a:headEnd type="none" w="med" len="med"/>
                <a:tailEnd type="none" w="med" len="med"/>
              </a:ln>
            </p:spPr>
          </p:cxnSp>
          <p:cxnSp>
            <p:nvCxnSpPr>
              <p:cNvPr id="265" name="Google Shape;265;p5"/>
              <p:cNvCxnSpPr/>
              <p:nvPr/>
            </p:nvCxnSpPr>
            <p:spPr>
              <a:xfrm>
                <a:off x="4572010" y="-777775"/>
                <a:ext cx="0" cy="9144000"/>
              </a:xfrm>
              <a:prstGeom prst="straightConnector1">
                <a:avLst/>
              </a:prstGeom>
              <a:noFill/>
              <a:ln w="9525" cap="flat" cmpd="sng">
                <a:solidFill>
                  <a:schemeClr val="dk2"/>
                </a:solidFill>
                <a:prstDash val="solid"/>
                <a:round/>
                <a:headEnd type="none" w="med" len="med"/>
                <a:tailEnd type="none" w="med" len="med"/>
              </a:ln>
            </p:spPr>
          </p:cxnSp>
          <p:cxnSp>
            <p:nvCxnSpPr>
              <p:cNvPr id="266" name="Google Shape;266;p5"/>
              <p:cNvCxnSpPr/>
              <p:nvPr/>
            </p:nvCxnSpPr>
            <p:spPr>
              <a:xfrm>
                <a:off x="4572010" y="-288800"/>
                <a:ext cx="0" cy="9144000"/>
              </a:xfrm>
              <a:prstGeom prst="straightConnector1">
                <a:avLst/>
              </a:prstGeom>
              <a:noFill/>
              <a:ln w="9525" cap="flat" cmpd="sng">
                <a:solidFill>
                  <a:schemeClr val="dk2"/>
                </a:solidFill>
                <a:prstDash val="solid"/>
                <a:round/>
                <a:headEnd type="none" w="med" len="med"/>
                <a:tailEnd type="none" w="med" len="med"/>
              </a:ln>
            </p:spPr>
          </p:cxnSp>
          <p:cxnSp>
            <p:nvCxnSpPr>
              <p:cNvPr id="267" name="Google Shape;267;p5"/>
              <p:cNvCxnSpPr/>
              <p:nvPr/>
            </p:nvCxnSpPr>
            <p:spPr>
              <a:xfrm>
                <a:off x="4572010" y="200175"/>
                <a:ext cx="0" cy="9144000"/>
              </a:xfrm>
              <a:prstGeom prst="straightConnector1">
                <a:avLst/>
              </a:prstGeom>
              <a:noFill/>
              <a:ln w="9525" cap="flat" cmpd="sng">
                <a:solidFill>
                  <a:schemeClr val="dk2"/>
                </a:solidFill>
                <a:prstDash val="solid"/>
                <a:round/>
                <a:headEnd type="none" w="med" len="med"/>
                <a:tailEnd type="none" w="med" len="med"/>
              </a:ln>
            </p:spPr>
          </p:cxnSp>
        </p:grpSp>
        <p:cxnSp>
          <p:nvCxnSpPr>
            <p:cNvPr id="268" name="Google Shape;268;p5"/>
            <p:cNvCxnSpPr/>
            <p:nvPr/>
          </p:nvCxnSpPr>
          <p:spPr>
            <a:xfrm>
              <a:off x="415588" y="-9400"/>
              <a:ext cx="0" cy="5162400"/>
            </a:xfrm>
            <a:prstGeom prst="straightConnector1">
              <a:avLst/>
            </a:prstGeom>
            <a:noFill/>
            <a:ln w="9525" cap="flat" cmpd="sng">
              <a:solidFill>
                <a:schemeClr val="dk2"/>
              </a:solidFill>
              <a:prstDash val="solid"/>
              <a:round/>
              <a:headEnd type="none" w="med" len="med"/>
              <a:tailEnd type="none" w="med" len="med"/>
            </a:ln>
          </p:spPr>
        </p:cxnSp>
        <p:cxnSp>
          <p:nvCxnSpPr>
            <p:cNvPr id="269" name="Google Shape;269;p5"/>
            <p:cNvCxnSpPr/>
            <p:nvPr/>
          </p:nvCxnSpPr>
          <p:spPr>
            <a:xfrm>
              <a:off x="904563" y="-9400"/>
              <a:ext cx="0" cy="5162400"/>
            </a:xfrm>
            <a:prstGeom prst="straightConnector1">
              <a:avLst/>
            </a:prstGeom>
            <a:noFill/>
            <a:ln w="9525" cap="flat" cmpd="sng">
              <a:solidFill>
                <a:schemeClr val="dk2"/>
              </a:solidFill>
              <a:prstDash val="solid"/>
              <a:round/>
              <a:headEnd type="none" w="med" len="med"/>
              <a:tailEnd type="none" w="med" len="med"/>
            </a:ln>
          </p:spPr>
        </p:cxnSp>
        <p:cxnSp>
          <p:nvCxnSpPr>
            <p:cNvPr id="270" name="Google Shape;270;p5"/>
            <p:cNvCxnSpPr/>
            <p:nvPr/>
          </p:nvCxnSpPr>
          <p:spPr>
            <a:xfrm>
              <a:off x="1393538" y="-9400"/>
              <a:ext cx="0" cy="5162400"/>
            </a:xfrm>
            <a:prstGeom prst="straightConnector1">
              <a:avLst/>
            </a:prstGeom>
            <a:noFill/>
            <a:ln w="9525" cap="flat" cmpd="sng">
              <a:solidFill>
                <a:schemeClr val="dk2"/>
              </a:solidFill>
              <a:prstDash val="solid"/>
              <a:round/>
              <a:headEnd type="none" w="med" len="med"/>
              <a:tailEnd type="none" w="med" len="med"/>
            </a:ln>
          </p:spPr>
        </p:cxnSp>
        <p:cxnSp>
          <p:nvCxnSpPr>
            <p:cNvPr id="271" name="Google Shape;271;p5"/>
            <p:cNvCxnSpPr/>
            <p:nvPr/>
          </p:nvCxnSpPr>
          <p:spPr>
            <a:xfrm>
              <a:off x="1882513" y="-9400"/>
              <a:ext cx="0" cy="5162400"/>
            </a:xfrm>
            <a:prstGeom prst="straightConnector1">
              <a:avLst/>
            </a:prstGeom>
            <a:noFill/>
            <a:ln w="9525" cap="flat" cmpd="sng">
              <a:solidFill>
                <a:schemeClr val="dk2"/>
              </a:solidFill>
              <a:prstDash val="solid"/>
              <a:round/>
              <a:headEnd type="none" w="med" len="med"/>
              <a:tailEnd type="none" w="med" len="med"/>
            </a:ln>
          </p:spPr>
        </p:cxnSp>
        <p:cxnSp>
          <p:nvCxnSpPr>
            <p:cNvPr id="272" name="Google Shape;272;p5"/>
            <p:cNvCxnSpPr/>
            <p:nvPr/>
          </p:nvCxnSpPr>
          <p:spPr>
            <a:xfrm>
              <a:off x="2371488" y="-9400"/>
              <a:ext cx="0" cy="5162400"/>
            </a:xfrm>
            <a:prstGeom prst="straightConnector1">
              <a:avLst/>
            </a:prstGeom>
            <a:noFill/>
            <a:ln w="9525" cap="flat" cmpd="sng">
              <a:solidFill>
                <a:schemeClr val="dk2"/>
              </a:solidFill>
              <a:prstDash val="solid"/>
              <a:round/>
              <a:headEnd type="none" w="med" len="med"/>
              <a:tailEnd type="none" w="med" len="med"/>
            </a:ln>
          </p:spPr>
        </p:cxnSp>
        <p:cxnSp>
          <p:nvCxnSpPr>
            <p:cNvPr id="273" name="Google Shape;273;p5"/>
            <p:cNvCxnSpPr/>
            <p:nvPr/>
          </p:nvCxnSpPr>
          <p:spPr>
            <a:xfrm>
              <a:off x="2860463" y="-9400"/>
              <a:ext cx="0" cy="5162400"/>
            </a:xfrm>
            <a:prstGeom prst="straightConnector1">
              <a:avLst/>
            </a:prstGeom>
            <a:noFill/>
            <a:ln w="9525" cap="flat" cmpd="sng">
              <a:solidFill>
                <a:schemeClr val="dk2"/>
              </a:solidFill>
              <a:prstDash val="solid"/>
              <a:round/>
              <a:headEnd type="none" w="med" len="med"/>
              <a:tailEnd type="none" w="med" len="med"/>
            </a:ln>
          </p:spPr>
        </p:cxnSp>
        <p:cxnSp>
          <p:nvCxnSpPr>
            <p:cNvPr id="274" name="Google Shape;274;p5"/>
            <p:cNvCxnSpPr/>
            <p:nvPr/>
          </p:nvCxnSpPr>
          <p:spPr>
            <a:xfrm>
              <a:off x="3349438" y="-9400"/>
              <a:ext cx="0" cy="5162400"/>
            </a:xfrm>
            <a:prstGeom prst="straightConnector1">
              <a:avLst/>
            </a:prstGeom>
            <a:noFill/>
            <a:ln w="9525" cap="flat" cmpd="sng">
              <a:solidFill>
                <a:schemeClr val="dk2"/>
              </a:solidFill>
              <a:prstDash val="solid"/>
              <a:round/>
              <a:headEnd type="none" w="med" len="med"/>
              <a:tailEnd type="none" w="med" len="med"/>
            </a:ln>
          </p:spPr>
        </p:cxnSp>
        <p:cxnSp>
          <p:nvCxnSpPr>
            <p:cNvPr id="275" name="Google Shape;275;p5"/>
            <p:cNvCxnSpPr/>
            <p:nvPr/>
          </p:nvCxnSpPr>
          <p:spPr>
            <a:xfrm>
              <a:off x="3838413" y="-9400"/>
              <a:ext cx="0" cy="5162400"/>
            </a:xfrm>
            <a:prstGeom prst="straightConnector1">
              <a:avLst/>
            </a:prstGeom>
            <a:noFill/>
            <a:ln w="9525" cap="flat" cmpd="sng">
              <a:solidFill>
                <a:schemeClr val="dk2"/>
              </a:solidFill>
              <a:prstDash val="solid"/>
              <a:round/>
              <a:headEnd type="none" w="med" len="med"/>
              <a:tailEnd type="none" w="med" len="med"/>
            </a:ln>
          </p:spPr>
        </p:cxnSp>
        <p:cxnSp>
          <p:nvCxnSpPr>
            <p:cNvPr id="276" name="Google Shape;276;p5"/>
            <p:cNvCxnSpPr/>
            <p:nvPr/>
          </p:nvCxnSpPr>
          <p:spPr>
            <a:xfrm>
              <a:off x="4327388" y="-9400"/>
              <a:ext cx="0" cy="5162400"/>
            </a:xfrm>
            <a:prstGeom prst="straightConnector1">
              <a:avLst/>
            </a:prstGeom>
            <a:noFill/>
            <a:ln w="9525" cap="flat" cmpd="sng">
              <a:solidFill>
                <a:schemeClr val="dk2"/>
              </a:solidFill>
              <a:prstDash val="solid"/>
              <a:round/>
              <a:headEnd type="none" w="med" len="med"/>
              <a:tailEnd type="none" w="med" len="med"/>
            </a:ln>
          </p:spPr>
        </p:cxnSp>
        <p:cxnSp>
          <p:nvCxnSpPr>
            <p:cNvPr id="277" name="Google Shape;277;p5"/>
            <p:cNvCxnSpPr/>
            <p:nvPr/>
          </p:nvCxnSpPr>
          <p:spPr>
            <a:xfrm>
              <a:off x="4816363" y="-9400"/>
              <a:ext cx="0" cy="5162400"/>
            </a:xfrm>
            <a:prstGeom prst="straightConnector1">
              <a:avLst/>
            </a:prstGeom>
            <a:noFill/>
            <a:ln w="9525" cap="flat" cmpd="sng">
              <a:solidFill>
                <a:schemeClr val="dk2"/>
              </a:solidFill>
              <a:prstDash val="solid"/>
              <a:round/>
              <a:headEnd type="none" w="med" len="med"/>
              <a:tailEnd type="none" w="med" len="med"/>
            </a:ln>
          </p:spPr>
        </p:cxnSp>
        <p:cxnSp>
          <p:nvCxnSpPr>
            <p:cNvPr id="278" name="Google Shape;278;p5"/>
            <p:cNvCxnSpPr/>
            <p:nvPr/>
          </p:nvCxnSpPr>
          <p:spPr>
            <a:xfrm>
              <a:off x="5305338" y="-9400"/>
              <a:ext cx="0" cy="5162400"/>
            </a:xfrm>
            <a:prstGeom prst="straightConnector1">
              <a:avLst/>
            </a:prstGeom>
            <a:noFill/>
            <a:ln w="9525" cap="flat" cmpd="sng">
              <a:solidFill>
                <a:schemeClr val="dk2"/>
              </a:solidFill>
              <a:prstDash val="solid"/>
              <a:round/>
              <a:headEnd type="none" w="med" len="med"/>
              <a:tailEnd type="none" w="med" len="med"/>
            </a:ln>
          </p:spPr>
        </p:cxnSp>
        <p:cxnSp>
          <p:nvCxnSpPr>
            <p:cNvPr id="279" name="Google Shape;279;p5"/>
            <p:cNvCxnSpPr/>
            <p:nvPr/>
          </p:nvCxnSpPr>
          <p:spPr>
            <a:xfrm>
              <a:off x="5794313" y="-9400"/>
              <a:ext cx="0" cy="5162400"/>
            </a:xfrm>
            <a:prstGeom prst="straightConnector1">
              <a:avLst/>
            </a:prstGeom>
            <a:noFill/>
            <a:ln w="9525" cap="flat" cmpd="sng">
              <a:solidFill>
                <a:schemeClr val="dk2"/>
              </a:solidFill>
              <a:prstDash val="solid"/>
              <a:round/>
              <a:headEnd type="none" w="med" len="med"/>
              <a:tailEnd type="none" w="med" len="med"/>
            </a:ln>
          </p:spPr>
        </p:cxnSp>
        <p:cxnSp>
          <p:nvCxnSpPr>
            <p:cNvPr id="280" name="Google Shape;280;p5"/>
            <p:cNvCxnSpPr/>
            <p:nvPr/>
          </p:nvCxnSpPr>
          <p:spPr>
            <a:xfrm>
              <a:off x="6283288" y="-9400"/>
              <a:ext cx="0" cy="5162400"/>
            </a:xfrm>
            <a:prstGeom prst="straightConnector1">
              <a:avLst/>
            </a:prstGeom>
            <a:noFill/>
            <a:ln w="9525" cap="flat" cmpd="sng">
              <a:solidFill>
                <a:schemeClr val="dk2"/>
              </a:solidFill>
              <a:prstDash val="solid"/>
              <a:round/>
              <a:headEnd type="none" w="med" len="med"/>
              <a:tailEnd type="none" w="med" len="med"/>
            </a:ln>
          </p:spPr>
        </p:cxnSp>
        <p:cxnSp>
          <p:nvCxnSpPr>
            <p:cNvPr id="281" name="Google Shape;281;p5"/>
            <p:cNvCxnSpPr/>
            <p:nvPr/>
          </p:nvCxnSpPr>
          <p:spPr>
            <a:xfrm>
              <a:off x="6772263" y="-9400"/>
              <a:ext cx="0" cy="5162400"/>
            </a:xfrm>
            <a:prstGeom prst="straightConnector1">
              <a:avLst/>
            </a:prstGeom>
            <a:noFill/>
            <a:ln w="9525" cap="flat" cmpd="sng">
              <a:solidFill>
                <a:schemeClr val="dk2"/>
              </a:solidFill>
              <a:prstDash val="solid"/>
              <a:round/>
              <a:headEnd type="none" w="med" len="med"/>
              <a:tailEnd type="none" w="med" len="med"/>
            </a:ln>
          </p:spPr>
        </p:cxnSp>
        <p:cxnSp>
          <p:nvCxnSpPr>
            <p:cNvPr id="282" name="Google Shape;282;p5"/>
            <p:cNvCxnSpPr/>
            <p:nvPr/>
          </p:nvCxnSpPr>
          <p:spPr>
            <a:xfrm>
              <a:off x="7261238" y="-9400"/>
              <a:ext cx="0" cy="5162400"/>
            </a:xfrm>
            <a:prstGeom prst="straightConnector1">
              <a:avLst/>
            </a:prstGeom>
            <a:noFill/>
            <a:ln w="9525" cap="flat" cmpd="sng">
              <a:solidFill>
                <a:schemeClr val="dk2"/>
              </a:solidFill>
              <a:prstDash val="solid"/>
              <a:round/>
              <a:headEnd type="none" w="med" len="med"/>
              <a:tailEnd type="none" w="med" len="med"/>
            </a:ln>
          </p:spPr>
        </p:cxnSp>
        <p:cxnSp>
          <p:nvCxnSpPr>
            <p:cNvPr id="283" name="Google Shape;283;p5"/>
            <p:cNvCxnSpPr/>
            <p:nvPr/>
          </p:nvCxnSpPr>
          <p:spPr>
            <a:xfrm>
              <a:off x="7750213" y="-9400"/>
              <a:ext cx="0" cy="5162400"/>
            </a:xfrm>
            <a:prstGeom prst="straightConnector1">
              <a:avLst/>
            </a:prstGeom>
            <a:noFill/>
            <a:ln w="9525" cap="flat" cmpd="sng">
              <a:solidFill>
                <a:schemeClr val="dk2"/>
              </a:solidFill>
              <a:prstDash val="solid"/>
              <a:round/>
              <a:headEnd type="none" w="med" len="med"/>
              <a:tailEnd type="none" w="med" len="med"/>
            </a:ln>
          </p:spPr>
        </p:cxnSp>
        <p:cxnSp>
          <p:nvCxnSpPr>
            <p:cNvPr id="284" name="Google Shape;284;p5"/>
            <p:cNvCxnSpPr/>
            <p:nvPr/>
          </p:nvCxnSpPr>
          <p:spPr>
            <a:xfrm>
              <a:off x="8239188" y="-9400"/>
              <a:ext cx="0" cy="5162400"/>
            </a:xfrm>
            <a:prstGeom prst="straightConnector1">
              <a:avLst/>
            </a:prstGeom>
            <a:noFill/>
            <a:ln w="9525" cap="flat" cmpd="sng">
              <a:solidFill>
                <a:schemeClr val="dk2"/>
              </a:solidFill>
              <a:prstDash val="solid"/>
              <a:round/>
              <a:headEnd type="none" w="med" len="med"/>
              <a:tailEnd type="none" w="med" len="med"/>
            </a:ln>
          </p:spPr>
        </p:cxnSp>
        <p:cxnSp>
          <p:nvCxnSpPr>
            <p:cNvPr id="285" name="Google Shape;285;p5"/>
            <p:cNvCxnSpPr/>
            <p:nvPr/>
          </p:nvCxnSpPr>
          <p:spPr>
            <a:xfrm>
              <a:off x="8728163" y="-9400"/>
              <a:ext cx="0" cy="5162400"/>
            </a:xfrm>
            <a:prstGeom prst="straightConnector1">
              <a:avLst/>
            </a:prstGeom>
            <a:noFill/>
            <a:ln w="9525" cap="flat" cmpd="sng">
              <a:solidFill>
                <a:schemeClr val="dk2"/>
              </a:solidFill>
              <a:prstDash val="solid"/>
              <a:round/>
              <a:headEnd type="none" w="med" len="med"/>
              <a:tailEnd type="none" w="med" len="med"/>
            </a:ln>
          </p:spPr>
        </p:cxnSp>
      </p:grpSp>
      <p:grpSp>
        <p:nvGrpSpPr>
          <p:cNvPr id="286" name="Google Shape;286;p5"/>
          <p:cNvGrpSpPr/>
          <p:nvPr/>
        </p:nvGrpSpPr>
        <p:grpSpPr>
          <a:xfrm>
            <a:off x="-185282" y="395900"/>
            <a:ext cx="600900" cy="4351800"/>
            <a:chOff x="-185282" y="395900"/>
            <a:chExt cx="600900" cy="4351800"/>
          </a:xfrm>
        </p:grpSpPr>
        <p:sp>
          <p:nvSpPr>
            <p:cNvPr id="287" name="Google Shape;287;p5"/>
            <p:cNvSpPr/>
            <p:nvPr/>
          </p:nvSpPr>
          <p:spPr>
            <a:xfrm flipH="1">
              <a:off x="-185282" y="395900"/>
              <a:ext cx="600900" cy="4351800"/>
            </a:xfrm>
            <a:prstGeom prst="rect">
              <a:avLst/>
            </a:prstGeom>
            <a:solidFill>
              <a:srgbClr val="FBF7ED"/>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88" name="Google Shape;288;p5"/>
            <p:cNvCxnSpPr/>
            <p:nvPr/>
          </p:nvCxnSpPr>
          <p:spPr>
            <a:xfrm>
              <a:off x="-174000" y="736625"/>
              <a:ext cx="579300" cy="0"/>
            </a:xfrm>
            <a:prstGeom prst="straightConnector1">
              <a:avLst/>
            </a:prstGeom>
            <a:noFill/>
            <a:ln w="19050" cap="flat" cmpd="sng">
              <a:solidFill>
                <a:srgbClr val="F0EBDF"/>
              </a:solidFill>
              <a:prstDash val="solid"/>
              <a:round/>
              <a:headEnd type="none" w="med" len="med"/>
              <a:tailEnd type="none" w="med" len="med"/>
            </a:ln>
          </p:spPr>
        </p:cxnSp>
        <p:cxnSp>
          <p:nvCxnSpPr>
            <p:cNvPr id="289" name="Google Shape;289;p5"/>
            <p:cNvCxnSpPr/>
            <p:nvPr/>
          </p:nvCxnSpPr>
          <p:spPr>
            <a:xfrm>
              <a:off x="-174000" y="1070259"/>
              <a:ext cx="579300" cy="0"/>
            </a:xfrm>
            <a:prstGeom prst="straightConnector1">
              <a:avLst/>
            </a:prstGeom>
            <a:noFill/>
            <a:ln w="19050" cap="flat" cmpd="sng">
              <a:solidFill>
                <a:srgbClr val="F0EBDF"/>
              </a:solidFill>
              <a:prstDash val="solid"/>
              <a:round/>
              <a:headEnd type="none" w="med" len="med"/>
              <a:tailEnd type="none" w="med" len="med"/>
            </a:ln>
          </p:spPr>
        </p:cxnSp>
        <p:cxnSp>
          <p:nvCxnSpPr>
            <p:cNvPr id="290" name="Google Shape;290;p5"/>
            <p:cNvCxnSpPr/>
            <p:nvPr/>
          </p:nvCxnSpPr>
          <p:spPr>
            <a:xfrm>
              <a:off x="-174000" y="1403893"/>
              <a:ext cx="579300" cy="0"/>
            </a:xfrm>
            <a:prstGeom prst="straightConnector1">
              <a:avLst/>
            </a:prstGeom>
            <a:noFill/>
            <a:ln w="19050" cap="flat" cmpd="sng">
              <a:solidFill>
                <a:srgbClr val="F0EBDF"/>
              </a:solidFill>
              <a:prstDash val="solid"/>
              <a:round/>
              <a:headEnd type="none" w="med" len="med"/>
              <a:tailEnd type="none" w="med" len="med"/>
            </a:ln>
          </p:spPr>
        </p:cxnSp>
        <p:cxnSp>
          <p:nvCxnSpPr>
            <p:cNvPr id="291" name="Google Shape;291;p5"/>
            <p:cNvCxnSpPr/>
            <p:nvPr/>
          </p:nvCxnSpPr>
          <p:spPr>
            <a:xfrm>
              <a:off x="-174000" y="1737527"/>
              <a:ext cx="579300" cy="0"/>
            </a:xfrm>
            <a:prstGeom prst="straightConnector1">
              <a:avLst/>
            </a:prstGeom>
            <a:noFill/>
            <a:ln w="19050" cap="flat" cmpd="sng">
              <a:solidFill>
                <a:srgbClr val="F0EBDF"/>
              </a:solidFill>
              <a:prstDash val="solid"/>
              <a:round/>
              <a:headEnd type="none" w="med" len="med"/>
              <a:tailEnd type="none" w="med" len="med"/>
            </a:ln>
          </p:spPr>
        </p:cxnSp>
        <p:cxnSp>
          <p:nvCxnSpPr>
            <p:cNvPr id="292" name="Google Shape;292;p5"/>
            <p:cNvCxnSpPr/>
            <p:nvPr/>
          </p:nvCxnSpPr>
          <p:spPr>
            <a:xfrm>
              <a:off x="-174000" y="2071161"/>
              <a:ext cx="579300" cy="0"/>
            </a:xfrm>
            <a:prstGeom prst="straightConnector1">
              <a:avLst/>
            </a:prstGeom>
            <a:noFill/>
            <a:ln w="19050" cap="flat" cmpd="sng">
              <a:solidFill>
                <a:srgbClr val="F0EBDF"/>
              </a:solidFill>
              <a:prstDash val="solid"/>
              <a:round/>
              <a:headEnd type="none" w="med" len="med"/>
              <a:tailEnd type="none" w="med" len="med"/>
            </a:ln>
          </p:spPr>
        </p:cxnSp>
        <p:cxnSp>
          <p:nvCxnSpPr>
            <p:cNvPr id="293" name="Google Shape;293;p5"/>
            <p:cNvCxnSpPr/>
            <p:nvPr/>
          </p:nvCxnSpPr>
          <p:spPr>
            <a:xfrm>
              <a:off x="-174000" y="2404795"/>
              <a:ext cx="579300" cy="0"/>
            </a:xfrm>
            <a:prstGeom prst="straightConnector1">
              <a:avLst/>
            </a:prstGeom>
            <a:noFill/>
            <a:ln w="19050" cap="flat" cmpd="sng">
              <a:solidFill>
                <a:srgbClr val="F0EBDF"/>
              </a:solidFill>
              <a:prstDash val="solid"/>
              <a:round/>
              <a:headEnd type="none" w="med" len="med"/>
              <a:tailEnd type="none" w="med" len="med"/>
            </a:ln>
          </p:spPr>
        </p:cxnSp>
        <p:cxnSp>
          <p:nvCxnSpPr>
            <p:cNvPr id="294" name="Google Shape;294;p5"/>
            <p:cNvCxnSpPr/>
            <p:nvPr/>
          </p:nvCxnSpPr>
          <p:spPr>
            <a:xfrm>
              <a:off x="-174000" y="2738430"/>
              <a:ext cx="579300" cy="0"/>
            </a:xfrm>
            <a:prstGeom prst="straightConnector1">
              <a:avLst/>
            </a:prstGeom>
            <a:noFill/>
            <a:ln w="19050" cap="flat" cmpd="sng">
              <a:solidFill>
                <a:srgbClr val="F0EBDF"/>
              </a:solidFill>
              <a:prstDash val="solid"/>
              <a:round/>
              <a:headEnd type="none" w="med" len="med"/>
              <a:tailEnd type="none" w="med" len="med"/>
            </a:ln>
          </p:spPr>
        </p:cxnSp>
        <p:cxnSp>
          <p:nvCxnSpPr>
            <p:cNvPr id="295" name="Google Shape;295;p5"/>
            <p:cNvCxnSpPr/>
            <p:nvPr/>
          </p:nvCxnSpPr>
          <p:spPr>
            <a:xfrm>
              <a:off x="-174000" y="3739332"/>
              <a:ext cx="579300" cy="0"/>
            </a:xfrm>
            <a:prstGeom prst="straightConnector1">
              <a:avLst/>
            </a:prstGeom>
            <a:noFill/>
            <a:ln w="19050" cap="flat" cmpd="sng">
              <a:solidFill>
                <a:srgbClr val="F0EBDF"/>
              </a:solidFill>
              <a:prstDash val="solid"/>
              <a:round/>
              <a:headEnd type="none" w="med" len="med"/>
              <a:tailEnd type="none" w="med" len="med"/>
            </a:ln>
          </p:spPr>
        </p:cxnSp>
        <p:cxnSp>
          <p:nvCxnSpPr>
            <p:cNvPr id="296" name="Google Shape;296;p5"/>
            <p:cNvCxnSpPr/>
            <p:nvPr/>
          </p:nvCxnSpPr>
          <p:spPr>
            <a:xfrm>
              <a:off x="-174000" y="3405698"/>
              <a:ext cx="579300" cy="0"/>
            </a:xfrm>
            <a:prstGeom prst="straightConnector1">
              <a:avLst/>
            </a:prstGeom>
            <a:noFill/>
            <a:ln w="19050" cap="flat" cmpd="sng">
              <a:solidFill>
                <a:srgbClr val="F0EBDF"/>
              </a:solidFill>
              <a:prstDash val="solid"/>
              <a:round/>
              <a:headEnd type="none" w="med" len="med"/>
              <a:tailEnd type="none" w="med" len="med"/>
            </a:ln>
          </p:spPr>
        </p:cxnSp>
        <p:cxnSp>
          <p:nvCxnSpPr>
            <p:cNvPr id="297" name="Google Shape;297;p5"/>
            <p:cNvCxnSpPr/>
            <p:nvPr/>
          </p:nvCxnSpPr>
          <p:spPr>
            <a:xfrm>
              <a:off x="-174000" y="3072064"/>
              <a:ext cx="579300" cy="0"/>
            </a:xfrm>
            <a:prstGeom prst="straightConnector1">
              <a:avLst/>
            </a:prstGeom>
            <a:noFill/>
            <a:ln w="19050" cap="flat" cmpd="sng">
              <a:solidFill>
                <a:srgbClr val="F0EBDF"/>
              </a:solidFill>
              <a:prstDash val="solid"/>
              <a:round/>
              <a:headEnd type="none" w="med" len="med"/>
              <a:tailEnd type="none" w="med" len="med"/>
            </a:ln>
          </p:spPr>
        </p:cxnSp>
        <p:cxnSp>
          <p:nvCxnSpPr>
            <p:cNvPr id="298" name="Google Shape;298;p5"/>
            <p:cNvCxnSpPr/>
            <p:nvPr/>
          </p:nvCxnSpPr>
          <p:spPr>
            <a:xfrm>
              <a:off x="-174000" y="4072966"/>
              <a:ext cx="579300" cy="0"/>
            </a:xfrm>
            <a:prstGeom prst="straightConnector1">
              <a:avLst/>
            </a:prstGeom>
            <a:noFill/>
            <a:ln w="19050" cap="flat" cmpd="sng">
              <a:solidFill>
                <a:srgbClr val="F0EBDF"/>
              </a:solidFill>
              <a:prstDash val="solid"/>
              <a:round/>
              <a:headEnd type="none" w="med" len="med"/>
              <a:tailEnd type="none" w="med" len="med"/>
            </a:ln>
          </p:spPr>
        </p:cxnSp>
        <p:cxnSp>
          <p:nvCxnSpPr>
            <p:cNvPr id="299" name="Google Shape;299;p5"/>
            <p:cNvCxnSpPr/>
            <p:nvPr/>
          </p:nvCxnSpPr>
          <p:spPr>
            <a:xfrm>
              <a:off x="-174000" y="4406600"/>
              <a:ext cx="579300" cy="0"/>
            </a:xfrm>
            <a:prstGeom prst="straightConnector1">
              <a:avLst/>
            </a:prstGeom>
            <a:noFill/>
            <a:ln w="19050" cap="flat" cmpd="sng">
              <a:solidFill>
                <a:srgbClr val="F0EBDF"/>
              </a:solidFill>
              <a:prstDash val="solid"/>
              <a:round/>
              <a:headEnd type="none" w="med" len="med"/>
              <a:tailEnd type="none" w="med" len="med"/>
            </a:ln>
          </p:spPr>
        </p:cxnSp>
        <p:sp>
          <p:nvSpPr>
            <p:cNvPr id="300" name="Google Shape;300;p5"/>
            <p:cNvSpPr/>
            <p:nvPr/>
          </p:nvSpPr>
          <p:spPr>
            <a:xfrm flipH="1">
              <a:off x="136538" y="816775"/>
              <a:ext cx="165900" cy="1659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 name="Google Shape;301;p5"/>
            <p:cNvSpPr/>
            <p:nvPr/>
          </p:nvSpPr>
          <p:spPr>
            <a:xfrm flipH="1">
              <a:off x="136538" y="1487737"/>
              <a:ext cx="165900" cy="1659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 name="Google Shape;302;p5"/>
            <p:cNvSpPr/>
            <p:nvPr/>
          </p:nvSpPr>
          <p:spPr>
            <a:xfrm flipH="1">
              <a:off x="136538" y="2155025"/>
              <a:ext cx="165900" cy="1659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 name="Google Shape;303;p5"/>
            <p:cNvSpPr/>
            <p:nvPr/>
          </p:nvSpPr>
          <p:spPr>
            <a:xfrm flipH="1">
              <a:off x="136538" y="2822287"/>
              <a:ext cx="165900" cy="1659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 name="Google Shape;304;p5"/>
            <p:cNvSpPr/>
            <p:nvPr/>
          </p:nvSpPr>
          <p:spPr>
            <a:xfrm flipH="1">
              <a:off x="136538" y="3489562"/>
              <a:ext cx="165900" cy="1659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 name="Google Shape;305;p5"/>
            <p:cNvSpPr/>
            <p:nvPr/>
          </p:nvSpPr>
          <p:spPr>
            <a:xfrm flipH="1">
              <a:off x="136538" y="4156825"/>
              <a:ext cx="165900" cy="1659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06" name="Google Shape;306;p5"/>
          <p:cNvGrpSpPr/>
          <p:nvPr/>
        </p:nvGrpSpPr>
        <p:grpSpPr>
          <a:xfrm>
            <a:off x="504792" y="395741"/>
            <a:ext cx="8134200" cy="4351800"/>
            <a:chOff x="504792" y="395741"/>
            <a:chExt cx="8134200" cy="4351800"/>
          </a:xfrm>
        </p:grpSpPr>
        <p:sp>
          <p:nvSpPr>
            <p:cNvPr id="307" name="Google Shape;307;p5"/>
            <p:cNvSpPr/>
            <p:nvPr/>
          </p:nvSpPr>
          <p:spPr>
            <a:xfrm>
              <a:off x="504792" y="395741"/>
              <a:ext cx="8134200" cy="4351800"/>
            </a:xfrm>
            <a:prstGeom prst="rect">
              <a:avLst/>
            </a:prstGeom>
            <a:solidFill>
              <a:srgbClr val="FBF7ED"/>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308" name="Google Shape;308;p5"/>
            <p:cNvCxnSpPr/>
            <p:nvPr/>
          </p:nvCxnSpPr>
          <p:spPr>
            <a:xfrm rot="10800000">
              <a:off x="517425" y="736450"/>
              <a:ext cx="8112000" cy="0"/>
            </a:xfrm>
            <a:prstGeom prst="straightConnector1">
              <a:avLst/>
            </a:prstGeom>
            <a:noFill/>
            <a:ln w="19050" cap="flat" cmpd="sng">
              <a:solidFill>
                <a:srgbClr val="F0EBDF"/>
              </a:solidFill>
              <a:prstDash val="solid"/>
              <a:round/>
              <a:headEnd type="none" w="med" len="med"/>
              <a:tailEnd type="none" w="med" len="med"/>
            </a:ln>
          </p:spPr>
        </p:cxnSp>
        <p:cxnSp>
          <p:nvCxnSpPr>
            <p:cNvPr id="309" name="Google Shape;309;p5"/>
            <p:cNvCxnSpPr/>
            <p:nvPr/>
          </p:nvCxnSpPr>
          <p:spPr>
            <a:xfrm rot="10800000">
              <a:off x="517425" y="1070084"/>
              <a:ext cx="8112000" cy="0"/>
            </a:xfrm>
            <a:prstGeom prst="straightConnector1">
              <a:avLst/>
            </a:prstGeom>
            <a:noFill/>
            <a:ln w="19050" cap="flat" cmpd="sng">
              <a:solidFill>
                <a:srgbClr val="F0EBDF"/>
              </a:solidFill>
              <a:prstDash val="solid"/>
              <a:round/>
              <a:headEnd type="none" w="med" len="med"/>
              <a:tailEnd type="none" w="med" len="med"/>
            </a:ln>
          </p:spPr>
        </p:cxnSp>
        <p:cxnSp>
          <p:nvCxnSpPr>
            <p:cNvPr id="310" name="Google Shape;310;p5"/>
            <p:cNvCxnSpPr/>
            <p:nvPr/>
          </p:nvCxnSpPr>
          <p:spPr>
            <a:xfrm rot="10800000">
              <a:off x="517425" y="1403718"/>
              <a:ext cx="8112000" cy="0"/>
            </a:xfrm>
            <a:prstGeom prst="straightConnector1">
              <a:avLst/>
            </a:prstGeom>
            <a:noFill/>
            <a:ln w="19050" cap="flat" cmpd="sng">
              <a:solidFill>
                <a:srgbClr val="F0EBDF"/>
              </a:solidFill>
              <a:prstDash val="solid"/>
              <a:round/>
              <a:headEnd type="none" w="med" len="med"/>
              <a:tailEnd type="none" w="med" len="med"/>
            </a:ln>
          </p:spPr>
        </p:cxnSp>
        <p:cxnSp>
          <p:nvCxnSpPr>
            <p:cNvPr id="311" name="Google Shape;311;p5"/>
            <p:cNvCxnSpPr/>
            <p:nvPr/>
          </p:nvCxnSpPr>
          <p:spPr>
            <a:xfrm rot="10800000">
              <a:off x="517425" y="1737352"/>
              <a:ext cx="8112000" cy="0"/>
            </a:xfrm>
            <a:prstGeom prst="straightConnector1">
              <a:avLst/>
            </a:prstGeom>
            <a:noFill/>
            <a:ln w="19050" cap="flat" cmpd="sng">
              <a:solidFill>
                <a:srgbClr val="F0EBDF"/>
              </a:solidFill>
              <a:prstDash val="solid"/>
              <a:round/>
              <a:headEnd type="none" w="med" len="med"/>
              <a:tailEnd type="none" w="med" len="med"/>
            </a:ln>
          </p:spPr>
        </p:cxnSp>
        <p:cxnSp>
          <p:nvCxnSpPr>
            <p:cNvPr id="312" name="Google Shape;312;p5"/>
            <p:cNvCxnSpPr/>
            <p:nvPr/>
          </p:nvCxnSpPr>
          <p:spPr>
            <a:xfrm rot="10800000">
              <a:off x="517425" y="2070986"/>
              <a:ext cx="8112000" cy="0"/>
            </a:xfrm>
            <a:prstGeom prst="straightConnector1">
              <a:avLst/>
            </a:prstGeom>
            <a:noFill/>
            <a:ln w="19050" cap="flat" cmpd="sng">
              <a:solidFill>
                <a:srgbClr val="F0EBDF"/>
              </a:solidFill>
              <a:prstDash val="solid"/>
              <a:round/>
              <a:headEnd type="none" w="med" len="med"/>
              <a:tailEnd type="none" w="med" len="med"/>
            </a:ln>
          </p:spPr>
        </p:cxnSp>
        <p:cxnSp>
          <p:nvCxnSpPr>
            <p:cNvPr id="313" name="Google Shape;313;p5"/>
            <p:cNvCxnSpPr/>
            <p:nvPr/>
          </p:nvCxnSpPr>
          <p:spPr>
            <a:xfrm rot="10800000">
              <a:off x="517425" y="2404620"/>
              <a:ext cx="8112000" cy="0"/>
            </a:xfrm>
            <a:prstGeom prst="straightConnector1">
              <a:avLst/>
            </a:prstGeom>
            <a:noFill/>
            <a:ln w="19050" cap="flat" cmpd="sng">
              <a:solidFill>
                <a:srgbClr val="F0EBDF"/>
              </a:solidFill>
              <a:prstDash val="solid"/>
              <a:round/>
              <a:headEnd type="none" w="med" len="med"/>
              <a:tailEnd type="none" w="med" len="med"/>
            </a:ln>
          </p:spPr>
        </p:cxnSp>
        <p:cxnSp>
          <p:nvCxnSpPr>
            <p:cNvPr id="314" name="Google Shape;314;p5"/>
            <p:cNvCxnSpPr/>
            <p:nvPr/>
          </p:nvCxnSpPr>
          <p:spPr>
            <a:xfrm rot="10800000">
              <a:off x="517425" y="2738255"/>
              <a:ext cx="8112000" cy="0"/>
            </a:xfrm>
            <a:prstGeom prst="straightConnector1">
              <a:avLst/>
            </a:prstGeom>
            <a:noFill/>
            <a:ln w="19050" cap="flat" cmpd="sng">
              <a:solidFill>
                <a:srgbClr val="F0EBDF"/>
              </a:solidFill>
              <a:prstDash val="solid"/>
              <a:round/>
              <a:headEnd type="none" w="med" len="med"/>
              <a:tailEnd type="none" w="med" len="med"/>
            </a:ln>
          </p:spPr>
        </p:cxnSp>
        <p:cxnSp>
          <p:nvCxnSpPr>
            <p:cNvPr id="315" name="Google Shape;315;p5"/>
            <p:cNvCxnSpPr/>
            <p:nvPr/>
          </p:nvCxnSpPr>
          <p:spPr>
            <a:xfrm rot="10800000">
              <a:off x="517425" y="3739157"/>
              <a:ext cx="8112000" cy="0"/>
            </a:xfrm>
            <a:prstGeom prst="straightConnector1">
              <a:avLst/>
            </a:prstGeom>
            <a:noFill/>
            <a:ln w="19050" cap="flat" cmpd="sng">
              <a:solidFill>
                <a:srgbClr val="F0EBDF"/>
              </a:solidFill>
              <a:prstDash val="solid"/>
              <a:round/>
              <a:headEnd type="none" w="med" len="med"/>
              <a:tailEnd type="none" w="med" len="med"/>
            </a:ln>
          </p:spPr>
        </p:cxnSp>
        <p:cxnSp>
          <p:nvCxnSpPr>
            <p:cNvPr id="316" name="Google Shape;316;p5"/>
            <p:cNvCxnSpPr/>
            <p:nvPr/>
          </p:nvCxnSpPr>
          <p:spPr>
            <a:xfrm rot="10800000">
              <a:off x="517425" y="3405523"/>
              <a:ext cx="8112000" cy="0"/>
            </a:xfrm>
            <a:prstGeom prst="straightConnector1">
              <a:avLst/>
            </a:prstGeom>
            <a:noFill/>
            <a:ln w="19050" cap="flat" cmpd="sng">
              <a:solidFill>
                <a:srgbClr val="F0EBDF"/>
              </a:solidFill>
              <a:prstDash val="solid"/>
              <a:round/>
              <a:headEnd type="none" w="med" len="med"/>
              <a:tailEnd type="none" w="med" len="med"/>
            </a:ln>
          </p:spPr>
        </p:cxnSp>
        <p:cxnSp>
          <p:nvCxnSpPr>
            <p:cNvPr id="317" name="Google Shape;317;p5"/>
            <p:cNvCxnSpPr/>
            <p:nvPr/>
          </p:nvCxnSpPr>
          <p:spPr>
            <a:xfrm rot="10800000">
              <a:off x="517425" y="3071889"/>
              <a:ext cx="8112000" cy="0"/>
            </a:xfrm>
            <a:prstGeom prst="straightConnector1">
              <a:avLst/>
            </a:prstGeom>
            <a:noFill/>
            <a:ln w="19050" cap="flat" cmpd="sng">
              <a:solidFill>
                <a:srgbClr val="F0EBDF"/>
              </a:solidFill>
              <a:prstDash val="solid"/>
              <a:round/>
              <a:headEnd type="none" w="med" len="med"/>
              <a:tailEnd type="none" w="med" len="med"/>
            </a:ln>
          </p:spPr>
        </p:cxnSp>
        <p:cxnSp>
          <p:nvCxnSpPr>
            <p:cNvPr id="318" name="Google Shape;318;p5"/>
            <p:cNvCxnSpPr/>
            <p:nvPr/>
          </p:nvCxnSpPr>
          <p:spPr>
            <a:xfrm rot="10800000">
              <a:off x="517425" y="4072791"/>
              <a:ext cx="8112000" cy="0"/>
            </a:xfrm>
            <a:prstGeom prst="straightConnector1">
              <a:avLst/>
            </a:prstGeom>
            <a:noFill/>
            <a:ln w="19050" cap="flat" cmpd="sng">
              <a:solidFill>
                <a:srgbClr val="F0EBDF"/>
              </a:solidFill>
              <a:prstDash val="solid"/>
              <a:round/>
              <a:headEnd type="none" w="med" len="med"/>
              <a:tailEnd type="none" w="med" len="med"/>
            </a:ln>
          </p:spPr>
        </p:cxnSp>
        <p:cxnSp>
          <p:nvCxnSpPr>
            <p:cNvPr id="319" name="Google Shape;319;p5"/>
            <p:cNvCxnSpPr/>
            <p:nvPr/>
          </p:nvCxnSpPr>
          <p:spPr>
            <a:xfrm rot="10800000">
              <a:off x="517425" y="4406425"/>
              <a:ext cx="8112000" cy="0"/>
            </a:xfrm>
            <a:prstGeom prst="straightConnector1">
              <a:avLst/>
            </a:prstGeom>
            <a:noFill/>
            <a:ln w="19050" cap="flat" cmpd="sng">
              <a:solidFill>
                <a:srgbClr val="F0EBDF"/>
              </a:solidFill>
              <a:prstDash val="solid"/>
              <a:round/>
              <a:headEnd type="none" w="med" len="med"/>
              <a:tailEnd type="none" w="med" len="med"/>
            </a:ln>
          </p:spPr>
        </p:cxnSp>
        <p:cxnSp>
          <p:nvCxnSpPr>
            <p:cNvPr id="320" name="Google Shape;320;p5"/>
            <p:cNvCxnSpPr/>
            <p:nvPr/>
          </p:nvCxnSpPr>
          <p:spPr>
            <a:xfrm>
              <a:off x="900099" y="403173"/>
              <a:ext cx="0" cy="4336800"/>
            </a:xfrm>
            <a:prstGeom prst="straightConnector1">
              <a:avLst/>
            </a:prstGeom>
            <a:noFill/>
            <a:ln w="19050" cap="flat" cmpd="sng">
              <a:solidFill>
                <a:schemeClr val="lt1"/>
              </a:solidFill>
              <a:prstDash val="solid"/>
              <a:round/>
              <a:headEnd type="none" w="med" len="med"/>
              <a:tailEnd type="none" w="med" len="med"/>
            </a:ln>
          </p:spPr>
        </p:cxnSp>
        <p:sp>
          <p:nvSpPr>
            <p:cNvPr id="321" name="Google Shape;321;p5"/>
            <p:cNvSpPr/>
            <p:nvPr/>
          </p:nvSpPr>
          <p:spPr>
            <a:xfrm>
              <a:off x="617972" y="816625"/>
              <a:ext cx="165900" cy="1659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 name="Google Shape;322;p5"/>
            <p:cNvSpPr/>
            <p:nvPr/>
          </p:nvSpPr>
          <p:spPr>
            <a:xfrm>
              <a:off x="617972" y="1487587"/>
              <a:ext cx="165900" cy="1659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 name="Google Shape;323;p5"/>
            <p:cNvSpPr/>
            <p:nvPr/>
          </p:nvSpPr>
          <p:spPr>
            <a:xfrm>
              <a:off x="617972" y="2154875"/>
              <a:ext cx="165900" cy="1659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 name="Google Shape;324;p5"/>
            <p:cNvSpPr/>
            <p:nvPr/>
          </p:nvSpPr>
          <p:spPr>
            <a:xfrm>
              <a:off x="617972" y="2822137"/>
              <a:ext cx="165900" cy="1659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 name="Google Shape;325;p5"/>
            <p:cNvSpPr/>
            <p:nvPr/>
          </p:nvSpPr>
          <p:spPr>
            <a:xfrm>
              <a:off x="617972" y="3489412"/>
              <a:ext cx="165900" cy="1659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 name="Google Shape;326;p5"/>
            <p:cNvSpPr/>
            <p:nvPr/>
          </p:nvSpPr>
          <p:spPr>
            <a:xfrm>
              <a:off x="617972" y="4156675"/>
              <a:ext cx="165900" cy="1659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27" name="Google Shape;327;p5"/>
          <p:cNvSpPr txBox="1">
            <a:spLocks noGrp="1"/>
          </p:cNvSpPr>
          <p:nvPr>
            <p:ph type="subTitle" idx="1"/>
          </p:nvPr>
        </p:nvSpPr>
        <p:spPr>
          <a:xfrm>
            <a:off x="1402338" y="2329550"/>
            <a:ext cx="2907600" cy="622200"/>
          </a:xfrm>
          <a:prstGeom prst="rect">
            <a:avLst/>
          </a:prstGeom>
        </p:spPr>
        <p:txBody>
          <a:bodyPr spcFirstLastPara="1" wrap="square" lIns="91425" tIns="91425" rIns="91425" bIns="91425" anchor="ctr" anchorCtr="0">
            <a:noAutofit/>
          </a:bodyPr>
          <a:lstStyle>
            <a:lvl1pPr lvl="0" algn="ctr">
              <a:lnSpc>
                <a:spcPct val="100000"/>
              </a:lnSpc>
              <a:spcBef>
                <a:spcPts val="0"/>
              </a:spcBef>
              <a:spcAft>
                <a:spcPts val="0"/>
              </a:spcAft>
              <a:buSzPts val="2500"/>
              <a:buFont typeface="Bebas Neue"/>
              <a:buNone/>
              <a:defRPr sz="2000">
                <a:solidFill>
                  <a:schemeClr val="lt1"/>
                </a:solidFill>
                <a:latin typeface="Barrio"/>
                <a:ea typeface="Barrio"/>
                <a:cs typeface="Barrio"/>
                <a:sym typeface="Barrio"/>
              </a:defRPr>
            </a:lvl1pPr>
            <a:lvl2pPr lvl="1" algn="ctr">
              <a:lnSpc>
                <a:spcPct val="100000"/>
              </a:lnSpc>
              <a:spcBef>
                <a:spcPts val="0"/>
              </a:spcBef>
              <a:spcAft>
                <a:spcPts val="0"/>
              </a:spcAft>
              <a:buSzPts val="2500"/>
              <a:buFont typeface="Bebas Neue"/>
              <a:buNone/>
              <a:defRPr sz="2500">
                <a:latin typeface="Bebas Neue"/>
                <a:ea typeface="Bebas Neue"/>
                <a:cs typeface="Bebas Neue"/>
                <a:sym typeface="Bebas Neue"/>
              </a:defRPr>
            </a:lvl2pPr>
            <a:lvl3pPr lvl="2" algn="ctr">
              <a:lnSpc>
                <a:spcPct val="100000"/>
              </a:lnSpc>
              <a:spcBef>
                <a:spcPts val="0"/>
              </a:spcBef>
              <a:spcAft>
                <a:spcPts val="0"/>
              </a:spcAft>
              <a:buSzPts val="2500"/>
              <a:buFont typeface="Bebas Neue"/>
              <a:buNone/>
              <a:defRPr sz="2500">
                <a:latin typeface="Bebas Neue"/>
                <a:ea typeface="Bebas Neue"/>
                <a:cs typeface="Bebas Neue"/>
                <a:sym typeface="Bebas Neue"/>
              </a:defRPr>
            </a:lvl3pPr>
            <a:lvl4pPr lvl="3" algn="ctr">
              <a:lnSpc>
                <a:spcPct val="100000"/>
              </a:lnSpc>
              <a:spcBef>
                <a:spcPts val="0"/>
              </a:spcBef>
              <a:spcAft>
                <a:spcPts val="0"/>
              </a:spcAft>
              <a:buSzPts val="2500"/>
              <a:buFont typeface="Bebas Neue"/>
              <a:buNone/>
              <a:defRPr sz="2500">
                <a:latin typeface="Bebas Neue"/>
                <a:ea typeface="Bebas Neue"/>
                <a:cs typeface="Bebas Neue"/>
                <a:sym typeface="Bebas Neue"/>
              </a:defRPr>
            </a:lvl4pPr>
            <a:lvl5pPr lvl="4" algn="ctr">
              <a:lnSpc>
                <a:spcPct val="100000"/>
              </a:lnSpc>
              <a:spcBef>
                <a:spcPts val="0"/>
              </a:spcBef>
              <a:spcAft>
                <a:spcPts val="0"/>
              </a:spcAft>
              <a:buSzPts val="2500"/>
              <a:buFont typeface="Bebas Neue"/>
              <a:buNone/>
              <a:defRPr sz="2500">
                <a:latin typeface="Bebas Neue"/>
                <a:ea typeface="Bebas Neue"/>
                <a:cs typeface="Bebas Neue"/>
                <a:sym typeface="Bebas Neue"/>
              </a:defRPr>
            </a:lvl5pPr>
            <a:lvl6pPr lvl="5" algn="ctr">
              <a:lnSpc>
                <a:spcPct val="100000"/>
              </a:lnSpc>
              <a:spcBef>
                <a:spcPts val="0"/>
              </a:spcBef>
              <a:spcAft>
                <a:spcPts val="0"/>
              </a:spcAft>
              <a:buSzPts val="2500"/>
              <a:buFont typeface="Bebas Neue"/>
              <a:buNone/>
              <a:defRPr sz="2500">
                <a:latin typeface="Bebas Neue"/>
                <a:ea typeface="Bebas Neue"/>
                <a:cs typeface="Bebas Neue"/>
                <a:sym typeface="Bebas Neue"/>
              </a:defRPr>
            </a:lvl6pPr>
            <a:lvl7pPr lvl="6" algn="ctr">
              <a:lnSpc>
                <a:spcPct val="100000"/>
              </a:lnSpc>
              <a:spcBef>
                <a:spcPts val="0"/>
              </a:spcBef>
              <a:spcAft>
                <a:spcPts val="0"/>
              </a:spcAft>
              <a:buSzPts val="2500"/>
              <a:buFont typeface="Bebas Neue"/>
              <a:buNone/>
              <a:defRPr sz="2500">
                <a:latin typeface="Bebas Neue"/>
                <a:ea typeface="Bebas Neue"/>
                <a:cs typeface="Bebas Neue"/>
                <a:sym typeface="Bebas Neue"/>
              </a:defRPr>
            </a:lvl7pPr>
            <a:lvl8pPr lvl="7" algn="ctr">
              <a:lnSpc>
                <a:spcPct val="100000"/>
              </a:lnSpc>
              <a:spcBef>
                <a:spcPts val="0"/>
              </a:spcBef>
              <a:spcAft>
                <a:spcPts val="0"/>
              </a:spcAft>
              <a:buSzPts val="2500"/>
              <a:buFont typeface="Bebas Neue"/>
              <a:buNone/>
              <a:defRPr sz="2500">
                <a:latin typeface="Bebas Neue"/>
                <a:ea typeface="Bebas Neue"/>
                <a:cs typeface="Bebas Neue"/>
                <a:sym typeface="Bebas Neue"/>
              </a:defRPr>
            </a:lvl8pPr>
            <a:lvl9pPr lvl="8" algn="ctr">
              <a:lnSpc>
                <a:spcPct val="100000"/>
              </a:lnSpc>
              <a:spcBef>
                <a:spcPts val="0"/>
              </a:spcBef>
              <a:spcAft>
                <a:spcPts val="0"/>
              </a:spcAft>
              <a:buSzPts val="2500"/>
              <a:buFont typeface="Bebas Neue"/>
              <a:buNone/>
              <a:defRPr sz="2500">
                <a:latin typeface="Bebas Neue"/>
                <a:ea typeface="Bebas Neue"/>
                <a:cs typeface="Bebas Neue"/>
                <a:sym typeface="Bebas Neue"/>
              </a:defRPr>
            </a:lvl9pPr>
          </a:lstStyle>
          <a:p>
            <a:endParaRPr/>
          </a:p>
        </p:txBody>
      </p:sp>
      <p:sp>
        <p:nvSpPr>
          <p:cNvPr id="328" name="Google Shape;328;p5"/>
          <p:cNvSpPr txBox="1">
            <a:spLocks noGrp="1"/>
          </p:cNvSpPr>
          <p:nvPr>
            <p:ph type="subTitle" idx="2"/>
          </p:nvPr>
        </p:nvSpPr>
        <p:spPr>
          <a:xfrm>
            <a:off x="4850388" y="2329550"/>
            <a:ext cx="2907600" cy="6222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2500"/>
              <a:buFont typeface="Bebas Neue"/>
              <a:buNone/>
              <a:defRPr sz="2000">
                <a:solidFill>
                  <a:schemeClr val="lt1"/>
                </a:solidFill>
                <a:latin typeface="Barrio"/>
                <a:ea typeface="Barrio"/>
                <a:cs typeface="Barrio"/>
                <a:sym typeface="Barrio"/>
              </a:defRPr>
            </a:lvl1pPr>
            <a:lvl2pPr lvl="1" algn="ctr" rtl="0">
              <a:lnSpc>
                <a:spcPct val="100000"/>
              </a:lnSpc>
              <a:spcBef>
                <a:spcPts val="0"/>
              </a:spcBef>
              <a:spcAft>
                <a:spcPts val="0"/>
              </a:spcAft>
              <a:buSzPts val="2500"/>
              <a:buFont typeface="Bebas Neue"/>
              <a:buNone/>
              <a:defRPr sz="2500">
                <a:latin typeface="Bebas Neue"/>
                <a:ea typeface="Bebas Neue"/>
                <a:cs typeface="Bebas Neue"/>
                <a:sym typeface="Bebas Neue"/>
              </a:defRPr>
            </a:lvl2pPr>
            <a:lvl3pPr lvl="2" algn="ctr" rtl="0">
              <a:lnSpc>
                <a:spcPct val="100000"/>
              </a:lnSpc>
              <a:spcBef>
                <a:spcPts val="0"/>
              </a:spcBef>
              <a:spcAft>
                <a:spcPts val="0"/>
              </a:spcAft>
              <a:buSzPts val="2500"/>
              <a:buFont typeface="Bebas Neue"/>
              <a:buNone/>
              <a:defRPr sz="2500">
                <a:latin typeface="Bebas Neue"/>
                <a:ea typeface="Bebas Neue"/>
                <a:cs typeface="Bebas Neue"/>
                <a:sym typeface="Bebas Neue"/>
              </a:defRPr>
            </a:lvl3pPr>
            <a:lvl4pPr lvl="3" algn="ctr" rtl="0">
              <a:lnSpc>
                <a:spcPct val="100000"/>
              </a:lnSpc>
              <a:spcBef>
                <a:spcPts val="0"/>
              </a:spcBef>
              <a:spcAft>
                <a:spcPts val="0"/>
              </a:spcAft>
              <a:buSzPts val="2500"/>
              <a:buFont typeface="Bebas Neue"/>
              <a:buNone/>
              <a:defRPr sz="2500">
                <a:latin typeface="Bebas Neue"/>
                <a:ea typeface="Bebas Neue"/>
                <a:cs typeface="Bebas Neue"/>
                <a:sym typeface="Bebas Neue"/>
              </a:defRPr>
            </a:lvl4pPr>
            <a:lvl5pPr lvl="4" algn="ctr" rtl="0">
              <a:lnSpc>
                <a:spcPct val="100000"/>
              </a:lnSpc>
              <a:spcBef>
                <a:spcPts val="0"/>
              </a:spcBef>
              <a:spcAft>
                <a:spcPts val="0"/>
              </a:spcAft>
              <a:buSzPts val="2500"/>
              <a:buFont typeface="Bebas Neue"/>
              <a:buNone/>
              <a:defRPr sz="2500">
                <a:latin typeface="Bebas Neue"/>
                <a:ea typeface="Bebas Neue"/>
                <a:cs typeface="Bebas Neue"/>
                <a:sym typeface="Bebas Neue"/>
              </a:defRPr>
            </a:lvl5pPr>
            <a:lvl6pPr lvl="5" algn="ctr" rtl="0">
              <a:lnSpc>
                <a:spcPct val="100000"/>
              </a:lnSpc>
              <a:spcBef>
                <a:spcPts val="0"/>
              </a:spcBef>
              <a:spcAft>
                <a:spcPts val="0"/>
              </a:spcAft>
              <a:buSzPts val="2500"/>
              <a:buFont typeface="Bebas Neue"/>
              <a:buNone/>
              <a:defRPr sz="2500">
                <a:latin typeface="Bebas Neue"/>
                <a:ea typeface="Bebas Neue"/>
                <a:cs typeface="Bebas Neue"/>
                <a:sym typeface="Bebas Neue"/>
              </a:defRPr>
            </a:lvl6pPr>
            <a:lvl7pPr lvl="6" algn="ctr" rtl="0">
              <a:lnSpc>
                <a:spcPct val="100000"/>
              </a:lnSpc>
              <a:spcBef>
                <a:spcPts val="0"/>
              </a:spcBef>
              <a:spcAft>
                <a:spcPts val="0"/>
              </a:spcAft>
              <a:buSzPts val="2500"/>
              <a:buFont typeface="Bebas Neue"/>
              <a:buNone/>
              <a:defRPr sz="2500">
                <a:latin typeface="Bebas Neue"/>
                <a:ea typeface="Bebas Neue"/>
                <a:cs typeface="Bebas Neue"/>
                <a:sym typeface="Bebas Neue"/>
              </a:defRPr>
            </a:lvl7pPr>
            <a:lvl8pPr lvl="7" algn="ctr" rtl="0">
              <a:lnSpc>
                <a:spcPct val="100000"/>
              </a:lnSpc>
              <a:spcBef>
                <a:spcPts val="0"/>
              </a:spcBef>
              <a:spcAft>
                <a:spcPts val="0"/>
              </a:spcAft>
              <a:buSzPts val="2500"/>
              <a:buFont typeface="Bebas Neue"/>
              <a:buNone/>
              <a:defRPr sz="2500">
                <a:latin typeface="Bebas Neue"/>
                <a:ea typeface="Bebas Neue"/>
                <a:cs typeface="Bebas Neue"/>
                <a:sym typeface="Bebas Neue"/>
              </a:defRPr>
            </a:lvl8pPr>
            <a:lvl9pPr lvl="8" algn="ctr" rtl="0">
              <a:lnSpc>
                <a:spcPct val="100000"/>
              </a:lnSpc>
              <a:spcBef>
                <a:spcPts val="0"/>
              </a:spcBef>
              <a:spcAft>
                <a:spcPts val="0"/>
              </a:spcAft>
              <a:buSzPts val="2500"/>
              <a:buFont typeface="Bebas Neue"/>
              <a:buNone/>
              <a:defRPr sz="2500">
                <a:latin typeface="Bebas Neue"/>
                <a:ea typeface="Bebas Neue"/>
                <a:cs typeface="Bebas Neue"/>
                <a:sym typeface="Bebas Neue"/>
              </a:defRPr>
            </a:lvl9pPr>
          </a:lstStyle>
          <a:p>
            <a:endParaRPr/>
          </a:p>
        </p:txBody>
      </p:sp>
      <p:sp>
        <p:nvSpPr>
          <p:cNvPr id="329" name="Google Shape;329;p5"/>
          <p:cNvSpPr txBox="1">
            <a:spLocks noGrp="1"/>
          </p:cNvSpPr>
          <p:nvPr>
            <p:ph type="subTitle" idx="3"/>
          </p:nvPr>
        </p:nvSpPr>
        <p:spPr>
          <a:xfrm>
            <a:off x="1235550" y="2850350"/>
            <a:ext cx="3241200" cy="1018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30" name="Google Shape;330;p5"/>
          <p:cNvSpPr txBox="1">
            <a:spLocks noGrp="1"/>
          </p:cNvSpPr>
          <p:nvPr>
            <p:ph type="subTitle" idx="4"/>
          </p:nvPr>
        </p:nvSpPr>
        <p:spPr>
          <a:xfrm>
            <a:off x="4683550" y="2850350"/>
            <a:ext cx="3241200" cy="1018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grpSp>
        <p:nvGrpSpPr>
          <p:cNvPr id="331" name="Google Shape;331;p5"/>
          <p:cNvGrpSpPr/>
          <p:nvPr/>
        </p:nvGrpSpPr>
        <p:grpSpPr>
          <a:xfrm>
            <a:off x="227312" y="868475"/>
            <a:ext cx="477900" cy="3405950"/>
            <a:chOff x="227312" y="868475"/>
            <a:chExt cx="477900" cy="3405950"/>
          </a:xfrm>
        </p:grpSpPr>
        <p:sp>
          <p:nvSpPr>
            <p:cNvPr id="332" name="Google Shape;332;p5"/>
            <p:cNvSpPr/>
            <p:nvPr/>
          </p:nvSpPr>
          <p:spPr>
            <a:xfrm rot="10800000" flipH="1">
              <a:off x="227312" y="868475"/>
              <a:ext cx="477900" cy="69600"/>
            </a:xfrm>
            <a:prstGeom prst="roundRect">
              <a:avLst>
                <a:gd name="adj" fmla="val 16667"/>
              </a:avLst>
            </a:prstGeom>
            <a:solidFill>
              <a:schemeClr val="accen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 name="Google Shape;333;p5"/>
            <p:cNvSpPr/>
            <p:nvPr/>
          </p:nvSpPr>
          <p:spPr>
            <a:xfrm rot="10800000" flipH="1">
              <a:off x="227312" y="1535738"/>
              <a:ext cx="477900" cy="69600"/>
            </a:xfrm>
            <a:prstGeom prst="roundRect">
              <a:avLst>
                <a:gd name="adj" fmla="val 16667"/>
              </a:avLst>
            </a:prstGeom>
            <a:solidFill>
              <a:schemeClr val="accen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 name="Google Shape;334;p5"/>
            <p:cNvSpPr/>
            <p:nvPr/>
          </p:nvSpPr>
          <p:spPr>
            <a:xfrm rot="10800000" flipH="1">
              <a:off x="227312" y="2203025"/>
              <a:ext cx="477900" cy="69600"/>
            </a:xfrm>
            <a:prstGeom prst="roundRect">
              <a:avLst>
                <a:gd name="adj" fmla="val 16667"/>
              </a:avLst>
            </a:prstGeom>
            <a:solidFill>
              <a:schemeClr val="accen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 name="Google Shape;335;p5"/>
            <p:cNvSpPr/>
            <p:nvPr/>
          </p:nvSpPr>
          <p:spPr>
            <a:xfrm rot="10800000" flipH="1">
              <a:off x="227312" y="2870288"/>
              <a:ext cx="477900" cy="69600"/>
            </a:xfrm>
            <a:prstGeom prst="roundRect">
              <a:avLst>
                <a:gd name="adj" fmla="val 16667"/>
              </a:avLst>
            </a:prstGeom>
            <a:solidFill>
              <a:schemeClr val="accen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 name="Google Shape;336;p5"/>
            <p:cNvSpPr/>
            <p:nvPr/>
          </p:nvSpPr>
          <p:spPr>
            <a:xfrm rot="10800000" flipH="1">
              <a:off x="227312" y="3537563"/>
              <a:ext cx="477900" cy="69600"/>
            </a:xfrm>
            <a:prstGeom prst="roundRect">
              <a:avLst>
                <a:gd name="adj" fmla="val 16667"/>
              </a:avLst>
            </a:prstGeom>
            <a:solidFill>
              <a:schemeClr val="accen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 name="Google Shape;337;p5"/>
            <p:cNvSpPr/>
            <p:nvPr/>
          </p:nvSpPr>
          <p:spPr>
            <a:xfrm rot="10800000" flipH="1">
              <a:off x="227312" y="4204825"/>
              <a:ext cx="477900" cy="69600"/>
            </a:xfrm>
            <a:prstGeom prst="roundRect">
              <a:avLst>
                <a:gd name="adj" fmla="val 16667"/>
              </a:avLst>
            </a:prstGeom>
            <a:solidFill>
              <a:schemeClr val="accen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38" name="Google Shape;338;p5"/>
          <p:cNvSpPr txBox="1">
            <a:spLocks noGrp="1"/>
          </p:cNvSpPr>
          <p:nvPr>
            <p:ph type="title"/>
          </p:nvPr>
        </p:nvSpPr>
        <p:spPr>
          <a:xfrm>
            <a:off x="904875" y="597425"/>
            <a:ext cx="7334400" cy="572700"/>
          </a:xfrm>
          <a:prstGeom prst="rect">
            <a:avLst/>
          </a:prstGeom>
          <a:ln>
            <a:noFill/>
          </a:ln>
        </p:spPr>
        <p:txBody>
          <a:bodyPr spcFirstLastPara="1" wrap="square" lIns="91425" tIns="91425" rIns="91425" bIns="91425" anchor="ctr" anchorCtr="0">
            <a:noAutofit/>
          </a:bodyPr>
          <a:lstStyle>
            <a:lvl1pPr lvl="0" algn="ctr"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grpSp>
        <p:nvGrpSpPr>
          <p:cNvPr id="339" name="Google Shape;339;p5"/>
          <p:cNvGrpSpPr/>
          <p:nvPr/>
        </p:nvGrpSpPr>
        <p:grpSpPr>
          <a:xfrm>
            <a:off x="1000125" y="837675"/>
            <a:ext cx="7278250" cy="3676128"/>
            <a:chOff x="1152525" y="913875"/>
            <a:chExt cx="7278250" cy="3676128"/>
          </a:xfrm>
        </p:grpSpPr>
        <p:sp>
          <p:nvSpPr>
            <p:cNvPr id="340" name="Google Shape;340;p5"/>
            <p:cNvSpPr/>
            <p:nvPr/>
          </p:nvSpPr>
          <p:spPr>
            <a:xfrm rot="-2227469" flipH="1">
              <a:off x="4202154" y="4327652"/>
              <a:ext cx="243062" cy="210302"/>
            </a:xfrm>
            <a:prstGeom prst="triangle">
              <a:avLst>
                <a:gd name="adj" fmla="val 50000"/>
              </a:avLst>
            </a:prstGeom>
            <a:noFill/>
            <a:ln w="19050"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 name="Google Shape;341;p5"/>
            <p:cNvSpPr/>
            <p:nvPr/>
          </p:nvSpPr>
          <p:spPr>
            <a:xfrm rot="7771672" flipH="1">
              <a:off x="7771440" y="942916"/>
              <a:ext cx="126796" cy="109319"/>
            </a:xfrm>
            <a:prstGeom prst="triangle">
              <a:avLst>
                <a:gd name="adj" fmla="val 50000"/>
              </a:avLst>
            </a:pr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 name="Google Shape;342;p5"/>
            <p:cNvSpPr/>
            <p:nvPr/>
          </p:nvSpPr>
          <p:spPr>
            <a:xfrm flipH="1">
              <a:off x="8138875" y="1708550"/>
              <a:ext cx="291900" cy="291900"/>
            </a:xfrm>
            <a:prstGeom prst="ellipse">
              <a:avLst/>
            </a:prstGeom>
            <a:noFill/>
            <a:ln w="19050"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 name="Google Shape;343;p5"/>
            <p:cNvSpPr/>
            <p:nvPr/>
          </p:nvSpPr>
          <p:spPr>
            <a:xfrm flipH="1">
              <a:off x="1152525" y="3643475"/>
              <a:ext cx="165000" cy="165000"/>
            </a:xfrm>
            <a:prstGeom prst="ellipse">
              <a:avLst/>
            </a:prstGeom>
            <a:noFill/>
            <a:ln w="19050"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 name="Google Shape;344;p5"/>
            <p:cNvSpPr/>
            <p:nvPr/>
          </p:nvSpPr>
          <p:spPr>
            <a:xfrm rot="-2855308" flipH="1">
              <a:off x="6997856" y="4002626"/>
              <a:ext cx="117429" cy="117005"/>
            </a:xfrm>
            <a:prstGeom prst="rect">
              <a:avLst/>
            </a:prstGeom>
            <a:no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 name="Google Shape;345;p5"/>
            <p:cNvSpPr/>
            <p:nvPr/>
          </p:nvSpPr>
          <p:spPr>
            <a:xfrm rot="3430508" flipH="1">
              <a:off x="8221320" y="4209053"/>
              <a:ext cx="126736" cy="109431"/>
            </a:xfrm>
            <a:prstGeom prst="triangle">
              <a:avLst>
                <a:gd name="adj" fmla="val 50000"/>
              </a:avLst>
            </a:prstGeom>
            <a:noFill/>
            <a:ln w="19050"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 name="Google Shape;346;p5"/>
            <p:cNvSpPr/>
            <p:nvPr/>
          </p:nvSpPr>
          <p:spPr>
            <a:xfrm flipH="1">
              <a:off x="1572525" y="1354250"/>
              <a:ext cx="165000" cy="165000"/>
            </a:xfrm>
            <a:prstGeom prst="ellipse">
              <a:avLst/>
            </a:pr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47"/>
        <p:cNvGrpSpPr/>
        <p:nvPr/>
      </p:nvGrpSpPr>
      <p:grpSpPr>
        <a:xfrm>
          <a:off x="0" y="0"/>
          <a:ext cx="0" cy="0"/>
          <a:chOff x="0" y="0"/>
          <a:chExt cx="0" cy="0"/>
        </a:xfrm>
      </p:grpSpPr>
      <p:grpSp>
        <p:nvGrpSpPr>
          <p:cNvPr id="348" name="Google Shape;348;p6"/>
          <p:cNvGrpSpPr/>
          <p:nvPr/>
        </p:nvGrpSpPr>
        <p:grpSpPr>
          <a:xfrm>
            <a:off x="10" y="-9400"/>
            <a:ext cx="9144000" cy="5162400"/>
            <a:chOff x="10" y="-9400"/>
            <a:chExt cx="9144000" cy="5162400"/>
          </a:xfrm>
        </p:grpSpPr>
        <p:grpSp>
          <p:nvGrpSpPr>
            <p:cNvPr id="349" name="Google Shape;349;p6"/>
            <p:cNvGrpSpPr/>
            <p:nvPr/>
          </p:nvGrpSpPr>
          <p:grpSpPr>
            <a:xfrm>
              <a:off x="10" y="371400"/>
              <a:ext cx="9144000" cy="4400775"/>
              <a:chOff x="10" y="371400"/>
              <a:chExt cx="9144000" cy="4400775"/>
            </a:xfrm>
          </p:grpSpPr>
          <p:cxnSp>
            <p:nvCxnSpPr>
              <p:cNvPr id="350" name="Google Shape;350;p6"/>
              <p:cNvCxnSpPr/>
              <p:nvPr/>
            </p:nvCxnSpPr>
            <p:spPr>
              <a:xfrm>
                <a:off x="4572010" y="-4200600"/>
                <a:ext cx="0" cy="9144000"/>
              </a:xfrm>
              <a:prstGeom prst="straightConnector1">
                <a:avLst/>
              </a:prstGeom>
              <a:noFill/>
              <a:ln w="9525" cap="flat" cmpd="sng">
                <a:solidFill>
                  <a:schemeClr val="dk2"/>
                </a:solidFill>
                <a:prstDash val="solid"/>
                <a:round/>
                <a:headEnd type="none" w="med" len="med"/>
                <a:tailEnd type="none" w="med" len="med"/>
              </a:ln>
            </p:spPr>
          </p:cxnSp>
          <p:cxnSp>
            <p:nvCxnSpPr>
              <p:cNvPr id="351" name="Google Shape;351;p6"/>
              <p:cNvCxnSpPr/>
              <p:nvPr/>
            </p:nvCxnSpPr>
            <p:spPr>
              <a:xfrm>
                <a:off x="4572010" y="-3711625"/>
                <a:ext cx="0" cy="9144000"/>
              </a:xfrm>
              <a:prstGeom prst="straightConnector1">
                <a:avLst/>
              </a:prstGeom>
              <a:noFill/>
              <a:ln w="9525" cap="flat" cmpd="sng">
                <a:solidFill>
                  <a:schemeClr val="dk2"/>
                </a:solidFill>
                <a:prstDash val="solid"/>
                <a:round/>
                <a:headEnd type="none" w="med" len="med"/>
                <a:tailEnd type="none" w="med" len="med"/>
              </a:ln>
            </p:spPr>
          </p:cxnSp>
          <p:cxnSp>
            <p:nvCxnSpPr>
              <p:cNvPr id="352" name="Google Shape;352;p6"/>
              <p:cNvCxnSpPr/>
              <p:nvPr/>
            </p:nvCxnSpPr>
            <p:spPr>
              <a:xfrm>
                <a:off x="4572010" y="-3222650"/>
                <a:ext cx="0" cy="9144000"/>
              </a:xfrm>
              <a:prstGeom prst="straightConnector1">
                <a:avLst/>
              </a:prstGeom>
              <a:noFill/>
              <a:ln w="9525" cap="flat" cmpd="sng">
                <a:solidFill>
                  <a:schemeClr val="dk2"/>
                </a:solidFill>
                <a:prstDash val="solid"/>
                <a:round/>
                <a:headEnd type="none" w="med" len="med"/>
                <a:tailEnd type="none" w="med" len="med"/>
              </a:ln>
            </p:spPr>
          </p:cxnSp>
          <p:cxnSp>
            <p:nvCxnSpPr>
              <p:cNvPr id="353" name="Google Shape;353;p6"/>
              <p:cNvCxnSpPr/>
              <p:nvPr/>
            </p:nvCxnSpPr>
            <p:spPr>
              <a:xfrm>
                <a:off x="4572010" y="-2733675"/>
                <a:ext cx="0" cy="9144000"/>
              </a:xfrm>
              <a:prstGeom prst="straightConnector1">
                <a:avLst/>
              </a:prstGeom>
              <a:noFill/>
              <a:ln w="9525" cap="flat" cmpd="sng">
                <a:solidFill>
                  <a:schemeClr val="dk2"/>
                </a:solidFill>
                <a:prstDash val="solid"/>
                <a:round/>
                <a:headEnd type="none" w="med" len="med"/>
                <a:tailEnd type="none" w="med" len="med"/>
              </a:ln>
            </p:spPr>
          </p:cxnSp>
          <p:cxnSp>
            <p:nvCxnSpPr>
              <p:cNvPr id="354" name="Google Shape;354;p6"/>
              <p:cNvCxnSpPr/>
              <p:nvPr/>
            </p:nvCxnSpPr>
            <p:spPr>
              <a:xfrm>
                <a:off x="4572010" y="-2244700"/>
                <a:ext cx="0" cy="9144000"/>
              </a:xfrm>
              <a:prstGeom prst="straightConnector1">
                <a:avLst/>
              </a:prstGeom>
              <a:noFill/>
              <a:ln w="9525" cap="flat" cmpd="sng">
                <a:solidFill>
                  <a:schemeClr val="dk2"/>
                </a:solidFill>
                <a:prstDash val="solid"/>
                <a:round/>
                <a:headEnd type="none" w="med" len="med"/>
                <a:tailEnd type="none" w="med" len="med"/>
              </a:ln>
            </p:spPr>
          </p:cxnSp>
          <p:cxnSp>
            <p:nvCxnSpPr>
              <p:cNvPr id="355" name="Google Shape;355;p6"/>
              <p:cNvCxnSpPr/>
              <p:nvPr/>
            </p:nvCxnSpPr>
            <p:spPr>
              <a:xfrm>
                <a:off x="4572010" y="-1755725"/>
                <a:ext cx="0" cy="9144000"/>
              </a:xfrm>
              <a:prstGeom prst="straightConnector1">
                <a:avLst/>
              </a:prstGeom>
              <a:noFill/>
              <a:ln w="9525" cap="flat" cmpd="sng">
                <a:solidFill>
                  <a:schemeClr val="dk2"/>
                </a:solidFill>
                <a:prstDash val="solid"/>
                <a:round/>
                <a:headEnd type="none" w="med" len="med"/>
                <a:tailEnd type="none" w="med" len="med"/>
              </a:ln>
            </p:spPr>
          </p:cxnSp>
          <p:cxnSp>
            <p:nvCxnSpPr>
              <p:cNvPr id="356" name="Google Shape;356;p6"/>
              <p:cNvCxnSpPr/>
              <p:nvPr/>
            </p:nvCxnSpPr>
            <p:spPr>
              <a:xfrm>
                <a:off x="4572010" y="-1266750"/>
                <a:ext cx="0" cy="9144000"/>
              </a:xfrm>
              <a:prstGeom prst="straightConnector1">
                <a:avLst/>
              </a:prstGeom>
              <a:noFill/>
              <a:ln w="9525" cap="flat" cmpd="sng">
                <a:solidFill>
                  <a:schemeClr val="dk2"/>
                </a:solidFill>
                <a:prstDash val="solid"/>
                <a:round/>
                <a:headEnd type="none" w="med" len="med"/>
                <a:tailEnd type="none" w="med" len="med"/>
              </a:ln>
            </p:spPr>
          </p:cxnSp>
          <p:cxnSp>
            <p:nvCxnSpPr>
              <p:cNvPr id="357" name="Google Shape;357;p6"/>
              <p:cNvCxnSpPr/>
              <p:nvPr/>
            </p:nvCxnSpPr>
            <p:spPr>
              <a:xfrm>
                <a:off x="4572010" y="-777775"/>
                <a:ext cx="0" cy="9144000"/>
              </a:xfrm>
              <a:prstGeom prst="straightConnector1">
                <a:avLst/>
              </a:prstGeom>
              <a:noFill/>
              <a:ln w="9525" cap="flat" cmpd="sng">
                <a:solidFill>
                  <a:schemeClr val="dk2"/>
                </a:solidFill>
                <a:prstDash val="solid"/>
                <a:round/>
                <a:headEnd type="none" w="med" len="med"/>
                <a:tailEnd type="none" w="med" len="med"/>
              </a:ln>
            </p:spPr>
          </p:cxnSp>
          <p:cxnSp>
            <p:nvCxnSpPr>
              <p:cNvPr id="358" name="Google Shape;358;p6"/>
              <p:cNvCxnSpPr/>
              <p:nvPr/>
            </p:nvCxnSpPr>
            <p:spPr>
              <a:xfrm>
                <a:off x="4572010" y="-288800"/>
                <a:ext cx="0" cy="9144000"/>
              </a:xfrm>
              <a:prstGeom prst="straightConnector1">
                <a:avLst/>
              </a:prstGeom>
              <a:noFill/>
              <a:ln w="9525" cap="flat" cmpd="sng">
                <a:solidFill>
                  <a:schemeClr val="dk2"/>
                </a:solidFill>
                <a:prstDash val="solid"/>
                <a:round/>
                <a:headEnd type="none" w="med" len="med"/>
                <a:tailEnd type="none" w="med" len="med"/>
              </a:ln>
            </p:spPr>
          </p:cxnSp>
          <p:cxnSp>
            <p:nvCxnSpPr>
              <p:cNvPr id="359" name="Google Shape;359;p6"/>
              <p:cNvCxnSpPr/>
              <p:nvPr/>
            </p:nvCxnSpPr>
            <p:spPr>
              <a:xfrm>
                <a:off x="4572010" y="200175"/>
                <a:ext cx="0" cy="9144000"/>
              </a:xfrm>
              <a:prstGeom prst="straightConnector1">
                <a:avLst/>
              </a:prstGeom>
              <a:noFill/>
              <a:ln w="9525" cap="flat" cmpd="sng">
                <a:solidFill>
                  <a:schemeClr val="dk2"/>
                </a:solidFill>
                <a:prstDash val="solid"/>
                <a:round/>
                <a:headEnd type="none" w="med" len="med"/>
                <a:tailEnd type="none" w="med" len="med"/>
              </a:ln>
            </p:spPr>
          </p:cxnSp>
        </p:grpSp>
        <p:cxnSp>
          <p:nvCxnSpPr>
            <p:cNvPr id="360" name="Google Shape;360;p6"/>
            <p:cNvCxnSpPr/>
            <p:nvPr/>
          </p:nvCxnSpPr>
          <p:spPr>
            <a:xfrm>
              <a:off x="415588" y="-9400"/>
              <a:ext cx="0" cy="5162400"/>
            </a:xfrm>
            <a:prstGeom prst="straightConnector1">
              <a:avLst/>
            </a:prstGeom>
            <a:noFill/>
            <a:ln w="9525" cap="flat" cmpd="sng">
              <a:solidFill>
                <a:schemeClr val="dk2"/>
              </a:solidFill>
              <a:prstDash val="solid"/>
              <a:round/>
              <a:headEnd type="none" w="med" len="med"/>
              <a:tailEnd type="none" w="med" len="med"/>
            </a:ln>
          </p:spPr>
        </p:cxnSp>
        <p:cxnSp>
          <p:nvCxnSpPr>
            <p:cNvPr id="361" name="Google Shape;361;p6"/>
            <p:cNvCxnSpPr/>
            <p:nvPr/>
          </p:nvCxnSpPr>
          <p:spPr>
            <a:xfrm>
              <a:off x="904563" y="-9400"/>
              <a:ext cx="0" cy="5162400"/>
            </a:xfrm>
            <a:prstGeom prst="straightConnector1">
              <a:avLst/>
            </a:prstGeom>
            <a:noFill/>
            <a:ln w="9525" cap="flat" cmpd="sng">
              <a:solidFill>
                <a:schemeClr val="dk2"/>
              </a:solidFill>
              <a:prstDash val="solid"/>
              <a:round/>
              <a:headEnd type="none" w="med" len="med"/>
              <a:tailEnd type="none" w="med" len="med"/>
            </a:ln>
          </p:spPr>
        </p:cxnSp>
        <p:cxnSp>
          <p:nvCxnSpPr>
            <p:cNvPr id="362" name="Google Shape;362;p6"/>
            <p:cNvCxnSpPr/>
            <p:nvPr/>
          </p:nvCxnSpPr>
          <p:spPr>
            <a:xfrm>
              <a:off x="1393538" y="-9400"/>
              <a:ext cx="0" cy="5162400"/>
            </a:xfrm>
            <a:prstGeom prst="straightConnector1">
              <a:avLst/>
            </a:prstGeom>
            <a:noFill/>
            <a:ln w="9525" cap="flat" cmpd="sng">
              <a:solidFill>
                <a:schemeClr val="dk2"/>
              </a:solidFill>
              <a:prstDash val="solid"/>
              <a:round/>
              <a:headEnd type="none" w="med" len="med"/>
              <a:tailEnd type="none" w="med" len="med"/>
            </a:ln>
          </p:spPr>
        </p:cxnSp>
        <p:cxnSp>
          <p:nvCxnSpPr>
            <p:cNvPr id="363" name="Google Shape;363;p6"/>
            <p:cNvCxnSpPr/>
            <p:nvPr/>
          </p:nvCxnSpPr>
          <p:spPr>
            <a:xfrm>
              <a:off x="1882513" y="-9400"/>
              <a:ext cx="0" cy="5162400"/>
            </a:xfrm>
            <a:prstGeom prst="straightConnector1">
              <a:avLst/>
            </a:prstGeom>
            <a:noFill/>
            <a:ln w="9525" cap="flat" cmpd="sng">
              <a:solidFill>
                <a:schemeClr val="dk2"/>
              </a:solidFill>
              <a:prstDash val="solid"/>
              <a:round/>
              <a:headEnd type="none" w="med" len="med"/>
              <a:tailEnd type="none" w="med" len="med"/>
            </a:ln>
          </p:spPr>
        </p:cxnSp>
        <p:cxnSp>
          <p:nvCxnSpPr>
            <p:cNvPr id="364" name="Google Shape;364;p6"/>
            <p:cNvCxnSpPr/>
            <p:nvPr/>
          </p:nvCxnSpPr>
          <p:spPr>
            <a:xfrm>
              <a:off x="2371488" y="-9400"/>
              <a:ext cx="0" cy="5162400"/>
            </a:xfrm>
            <a:prstGeom prst="straightConnector1">
              <a:avLst/>
            </a:prstGeom>
            <a:noFill/>
            <a:ln w="9525" cap="flat" cmpd="sng">
              <a:solidFill>
                <a:schemeClr val="dk2"/>
              </a:solidFill>
              <a:prstDash val="solid"/>
              <a:round/>
              <a:headEnd type="none" w="med" len="med"/>
              <a:tailEnd type="none" w="med" len="med"/>
            </a:ln>
          </p:spPr>
        </p:cxnSp>
        <p:cxnSp>
          <p:nvCxnSpPr>
            <p:cNvPr id="365" name="Google Shape;365;p6"/>
            <p:cNvCxnSpPr/>
            <p:nvPr/>
          </p:nvCxnSpPr>
          <p:spPr>
            <a:xfrm>
              <a:off x="2860463" y="-9400"/>
              <a:ext cx="0" cy="5162400"/>
            </a:xfrm>
            <a:prstGeom prst="straightConnector1">
              <a:avLst/>
            </a:prstGeom>
            <a:noFill/>
            <a:ln w="9525" cap="flat" cmpd="sng">
              <a:solidFill>
                <a:schemeClr val="dk2"/>
              </a:solidFill>
              <a:prstDash val="solid"/>
              <a:round/>
              <a:headEnd type="none" w="med" len="med"/>
              <a:tailEnd type="none" w="med" len="med"/>
            </a:ln>
          </p:spPr>
        </p:cxnSp>
        <p:cxnSp>
          <p:nvCxnSpPr>
            <p:cNvPr id="366" name="Google Shape;366;p6"/>
            <p:cNvCxnSpPr/>
            <p:nvPr/>
          </p:nvCxnSpPr>
          <p:spPr>
            <a:xfrm>
              <a:off x="3349438" y="-9400"/>
              <a:ext cx="0" cy="5162400"/>
            </a:xfrm>
            <a:prstGeom prst="straightConnector1">
              <a:avLst/>
            </a:prstGeom>
            <a:noFill/>
            <a:ln w="9525" cap="flat" cmpd="sng">
              <a:solidFill>
                <a:schemeClr val="dk2"/>
              </a:solidFill>
              <a:prstDash val="solid"/>
              <a:round/>
              <a:headEnd type="none" w="med" len="med"/>
              <a:tailEnd type="none" w="med" len="med"/>
            </a:ln>
          </p:spPr>
        </p:cxnSp>
        <p:cxnSp>
          <p:nvCxnSpPr>
            <p:cNvPr id="367" name="Google Shape;367;p6"/>
            <p:cNvCxnSpPr/>
            <p:nvPr/>
          </p:nvCxnSpPr>
          <p:spPr>
            <a:xfrm>
              <a:off x="3838413" y="-9400"/>
              <a:ext cx="0" cy="5162400"/>
            </a:xfrm>
            <a:prstGeom prst="straightConnector1">
              <a:avLst/>
            </a:prstGeom>
            <a:noFill/>
            <a:ln w="9525" cap="flat" cmpd="sng">
              <a:solidFill>
                <a:schemeClr val="dk2"/>
              </a:solidFill>
              <a:prstDash val="solid"/>
              <a:round/>
              <a:headEnd type="none" w="med" len="med"/>
              <a:tailEnd type="none" w="med" len="med"/>
            </a:ln>
          </p:spPr>
        </p:cxnSp>
        <p:cxnSp>
          <p:nvCxnSpPr>
            <p:cNvPr id="368" name="Google Shape;368;p6"/>
            <p:cNvCxnSpPr/>
            <p:nvPr/>
          </p:nvCxnSpPr>
          <p:spPr>
            <a:xfrm>
              <a:off x="4327388" y="-9400"/>
              <a:ext cx="0" cy="5162400"/>
            </a:xfrm>
            <a:prstGeom prst="straightConnector1">
              <a:avLst/>
            </a:prstGeom>
            <a:noFill/>
            <a:ln w="9525" cap="flat" cmpd="sng">
              <a:solidFill>
                <a:schemeClr val="dk2"/>
              </a:solidFill>
              <a:prstDash val="solid"/>
              <a:round/>
              <a:headEnd type="none" w="med" len="med"/>
              <a:tailEnd type="none" w="med" len="med"/>
            </a:ln>
          </p:spPr>
        </p:cxnSp>
        <p:cxnSp>
          <p:nvCxnSpPr>
            <p:cNvPr id="369" name="Google Shape;369;p6"/>
            <p:cNvCxnSpPr/>
            <p:nvPr/>
          </p:nvCxnSpPr>
          <p:spPr>
            <a:xfrm>
              <a:off x="4816363" y="-9400"/>
              <a:ext cx="0" cy="5162400"/>
            </a:xfrm>
            <a:prstGeom prst="straightConnector1">
              <a:avLst/>
            </a:prstGeom>
            <a:noFill/>
            <a:ln w="9525" cap="flat" cmpd="sng">
              <a:solidFill>
                <a:schemeClr val="dk2"/>
              </a:solidFill>
              <a:prstDash val="solid"/>
              <a:round/>
              <a:headEnd type="none" w="med" len="med"/>
              <a:tailEnd type="none" w="med" len="med"/>
            </a:ln>
          </p:spPr>
        </p:cxnSp>
        <p:cxnSp>
          <p:nvCxnSpPr>
            <p:cNvPr id="370" name="Google Shape;370;p6"/>
            <p:cNvCxnSpPr/>
            <p:nvPr/>
          </p:nvCxnSpPr>
          <p:spPr>
            <a:xfrm>
              <a:off x="5305338" y="-9400"/>
              <a:ext cx="0" cy="5162400"/>
            </a:xfrm>
            <a:prstGeom prst="straightConnector1">
              <a:avLst/>
            </a:prstGeom>
            <a:noFill/>
            <a:ln w="9525" cap="flat" cmpd="sng">
              <a:solidFill>
                <a:schemeClr val="dk2"/>
              </a:solidFill>
              <a:prstDash val="solid"/>
              <a:round/>
              <a:headEnd type="none" w="med" len="med"/>
              <a:tailEnd type="none" w="med" len="med"/>
            </a:ln>
          </p:spPr>
        </p:cxnSp>
        <p:cxnSp>
          <p:nvCxnSpPr>
            <p:cNvPr id="371" name="Google Shape;371;p6"/>
            <p:cNvCxnSpPr/>
            <p:nvPr/>
          </p:nvCxnSpPr>
          <p:spPr>
            <a:xfrm>
              <a:off x="5794313" y="-9400"/>
              <a:ext cx="0" cy="5162400"/>
            </a:xfrm>
            <a:prstGeom prst="straightConnector1">
              <a:avLst/>
            </a:prstGeom>
            <a:noFill/>
            <a:ln w="9525" cap="flat" cmpd="sng">
              <a:solidFill>
                <a:schemeClr val="dk2"/>
              </a:solidFill>
              <a:prstDash val="solid"/>
              <a:round/>
              <a:headEnd type="none" w="med" len="med"/>
              <a:tailEnd type="none" w="med" len="med"/>
            </a:ln>
          </p:spPr>
        </p:cxnSp>
        <p:cxnSp>
          <p:nvCxnSpPr>
            <p:cNvPr id="372" name="Google Shape;372;p6"/>
            <p:cNvCxnSpPr/>
            <p:nvPr/>
          </p:nvCxnSpPr>
          <p:spPr>
            <a:xfrm>
              <a:off x="6283288" y="-9400"/>
              <a:ext cx="0" cy="5162400"/>
            </a:xfrm>
            <a:prstGeom prst="straightConnector1">
              <a:avLst/>
            </a:prstGeom>
            <a:noFill/>
            <a:ln w="9525" cap="flat" cmpd="sng">
              <a:solidFill>
                <a:schemeClr val="dk2"/>
              </a:solidFill>
              <a:prstDash val="solid"/>
              <a:round/>
              <a:headEnd type="none" w="med" len="med"/>
              <a:tailEnd type="none" w="med" len="med"/>
            </a:ln>
          </p:spPr>
        </p:cxnSp>
        <p:cxnSp>
          <p:nvCxnSpPr>
            <p:cNvPr id="373" name="Google Shape;373;p6"/>
            <p:cNvCxnSpPr/>
            <p:nvPr/>
          </p:nvCxnSpPr>
          <p:spPr>
            <a:xfrm>
              <a:off x="6772263" y="-9400"/>
              <a:ext cx="0" cy="5162400"/>
            </a:xfrm>
            <a:prstGeom prst="straightConnector1">
              <a:avLst/>
            </a:prstGeom>
            <a:noFill/>
            <a:ln w="9525" cap="flat" cmpd="sng">
              <a:solidFill>
                <a:schemeClr val="dk2"/>
              </a:solidFill>
              <a:prstDash val="solid"/>
              <a:round/>
              <a:headEnd type="none" w="med" len="med"/>
              <a:tailEnd type="none" w="med" len="med"/>
            </a:ln>
          </p:spPr>
        </p:cxnSp>
        <p:cxnSp>
          <p:nvCxnSpPr>
            <p:cNvPr id="374" name="Google Shape;374;p6"/>
            <p:cNvCxnSpPr/>
            <p:nvPr/>
          </p:nvCxnSpPr>
          <p:spPr>
            <a:xfrm>
              <a:off x="7261238" y="-9400"/>
              <a:ext cx="0" cy="5162400"/>
            </a:xfrm>
            <a:prstGeom prst="straightConnector1">
              <a:avLst/>
            </a:prstGeom>
            <a:noFill/>
            <a:ln w="9525" cap="flat" cmpd="sng">
              <a:solidFill>
                <a:schemeClr val="dk2"/>
              </a:solidFill>
              <a:prstDash val="solid"/>
              <a:round/>
              <a:headEnd type="none" w="med" len="med"/>
              <a:tailEnd type="none" w="med" len="med"/>
            </a:ln>
          </p:spPr>
        </p:cxnSp>
        <p:cxnSp>
          <p:nvCxnSpPr>
            <p:cNvPr id="375" name="Google Shape;375;p6"/>
            <p:cNvCxnSpPr/>
            <p:nvPr/>
          </p:nvCxnSpPr>
          <p:spPr>
            <a:xfrm>
              <a:off x="7750213" y="-9400"/>
              <a:ext cx="0" cy="5162400"/>
            </a:xfrm>
            <a:prstGeom prst="straightConnector1">
              <a:avLst/>
            </a:prstGeom>
            <a:noFill/>
            <a:ln w="9525" cap="flat" cmpd="sng">
              <a:solidFill>
                <a:schemeClr val="dk2"/>
              </a:solidFill>
              <a:prstDash val="solid"/>
              <a:round/>
              <a:headEnd type="none" w="med" len="med"/>
              <a:tailEnd type="none" w="med" len="med"/>
            </a:ln>
          </p:spPr>
        </p:cxnSp>
        <p:cxnSp>
          <p:nvCxnSpPr>
            <p:cNvPr id="376" name="Google Shape;376;p6"/>
            <p:cNvCxnSpPr/>
            <p:nvPr/>
          </p:nvCxnSpPr>
          <p:spPr>
            <a:xfrm>
              <a:off x="8239188" y="-9400"/>
              <a:ext cx="0" cy="5162400"/>
            </a:xfrm>
            <a:prstGeom prst="straightConnector1">
              <a:avLst/>
            </a:prstGeom>
            <a:noFill/>
            <a:ln w="9525" cap="flat" cmpd="sng">
              <a:solidFill>
                <a:schemeClr val="dk2"/>
              </a:solidFill>
              <a:prstDash val="solid"/>
              <a:round/>
              <a:headEnd type="none" w="med" len="med"/>
              <a:tailEnd type="none" w="med" len="med"/>
            </a:ln>
          </p:spPr>
        </p:cxnSp>
        <p:cxnSp>
          <p:nvCxnSpPr>
            <p:cNvPr id="377" name="Google Shape;377;p6"/>
            <p:cNvCxnSpPr/>
            <p:nvPr/>
          </p:nvCxnSpPr>
          <p:spPr>
            <a:xfrm>
              <a:off x="8728163" y="-9400"/>
              <a:ext cx="0" cy="5162400"/>
            </a:xfrm>
            <a:prstGeom prst="straightConnector1">
              <a:avLst/>
            </a:prstGeom>
            <a:noFill/>
            <a:ln w="9525" cap="flat" cmpd="sng">
              <a:solidFill>
                <a:schemeClr val="dk2"/>
              </a:solidFill>
              <a:prstDash val="solid"/>
              <a:round/>
              <a:headEnd type="none" w="med" len="med"/>
              <a:tailEnd type="none" w="med" len="med"/>
            </a:ln>
          </p:spPr>
        </p:cxnSp>
      </p:grpSp>
      <p:grpSp>
        <p:nvGrpSpPr>
          <p:cNvPr id="378" name="Google Shape;378;p6"/>
          <p:cNvGrpSpPr/>
          <p:nvPr/>
        </p:nvGrpSpPr>
        <p:grpSpPr>
          <a:xfrm>
            <a:off x="-185282" y="395900"/>
            <a:ext cx="600900" cy="4351800"/>
            <a:chOff x="-185282" y="395900"/>
            <a:chExt cx="600900" cy="4351800"/>
          </a:xfrm>
        </p:grpSpPr>
        <p:sp>
          <p:nvSpPr>
            <p:cNvPr id="379" name="Google Shape;379;p6"/>
            <p:cNvSpPr/>
            <p:nvPr/>
          </p:nvSpPr>
          <p:spPr>
            <a:xfrm flipH="1">
              <a:off x="-185282" y="395900"/>
              <a:ext cx="600900" cy="4351800"/>
            </a:xfrm>
            <a:prstGeom prst="rect">
              <a:avLst/>
            </a:prstGeom>
            <a:solidFill>
              <a:srgbClr val="FBF7ED"/>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380" name="Google Shape;380;p6"/>
            <p:cNvCxnSpPr/>
            <p:nvPr/>
          </p:nvCxnSpPr>
          <p:spPr>
            <a:xfrm>
              <a:off x="-174000" y="736625"/>
              <a:ext cx="579300" cy="0"/>
            </a:xfrm>
            <a:prstGeom prst="straightConnector1">
              <a:avLst/>
            </a:prstGeom>
            <a:noFill/>
            <a:ln w="19050" cap="flat" cmpd="sng">
              <a:solidFill>
                <a:srgbClr val="F0EBDF"/>
              </a:solidFill>
              <a:prstDash val="solid"/>
              <a:round/>
              <a:headEnd type="none" w="med" len="med"/>
              <a:tailEnd type="none" w="med" len="med"/>
            </a:ln>
          </p:spPr>
        </p:cxnSp>
        <p:cxnSp>
          <p:nvCxnSpPr>
            <p:cNvPr id="381" name="Google Shape;381;p6"/>
            <p:cNvCxnSpPr/>
            <p:nvPr/>
          </p:nvCxnSpPr>
          <p:spPr>
            <a:xfrm>
              <a:off x="-174000" y="1070259"/>
              <a:ext cx="579300" cy="0"/>
            </a:xfrm>
            <a:prstGeom prst="straightConnector1">
              <a:avLst/>
            </a:prstGeom>
            <a:noFill/>
            <a:ln w="19050" cap="flat" cmpd="sng">
              <a:solidFill>
                <a:srgbClr val="F0EBDF"/>
              </a:solidFill>
              <a:prstDash val="solid"/>
              <a:round/>
              <a:headEnd type="none" w="med" len="med"/>
              <a:tailEnd type="none" w="med" len="med"/>
            </a:ln>
          </p:spPr>
        </p:cxnSp>
        <p:cxnSp>
          <p:nvCxnSpPr>
            <p:cNvPr id="382" name="Google Shape;382;p6"/>
            <p:cNvCxnSpPr/>
            <p:nvPr/>
          </p:nvCxnSpPr>
          <p:spPr>
            <a:xfrm>
              <a:off x="-174000" y="1403893"/>
              <a:ext cx="579300" cy="0"/>
            </a:xfrm>
            <a:prstGeom prst="straightConnector1">
              <a:avLst/>
            </a:prstGeom>
            <a:noFill/>
            <a:ln w="19050" cap="flat" cmpd="sng">
              <a:solidFill>
                <a:srgbClr val="F0EBDF"/>
              </a:solidFill>
              <a:prstDash val="solid"/>
              <a:round/>
              <a:headEnd type="none" w="med" len="med"/>
              <a:tailEnd type="none" w="med" len="med"/>
            </a:ln>
          </p:spPr>
        </p:cxnSp>
        <p:cxnSp>
          <p:nvCxnSpPr>
            <p:cNvPr id="383" name="Google Shape;383;p6"/>
            <p:cNvCxnSpPr/>
            <p:nvPr/>
          </p:nvCxnSpPr>
          <p:spPr>
            <a:xfrm>
              <a:off x="-174000" y="1737527"/>
              <a:ext cx="579300" cy="0"/>
            </a:xfrm>
            <a:prstGeom prst="straightConnector1">
              <a:avLst/>
            </a:prstGeom>
            <a:noFill/>
            <a:ln w="19050" cap="flat" cmpd="sng">
              <a:solidFill>
                <a:srgbClr val="F0EBDF"/>
              </a:solidFill>
              <a:prstDash val="solid"/>
              <a:round/>
              <a:headEnd type="none" w="med" len="med"/>
              <a:tailEnd type="none" w="med" len="med"/>
            </a:ln>
          </p:spPr>
        </p:cxnSp>
        <p:cxnSp>
          <p:nvCxnSpPr>
            <p:cNvPr id="384" name="Google Shape;384;p6"/>
            <p:cNvCxnSpPr/>
            <p:nvPr/>
          </p:nvCxnSpPr>
          <p:spPr>
            <a:xfrm>
              <a:off x="-174000" y="2071161"/>
              <a:ext cx="579300" cy="0"/>
            </a:xfrm>
            <a:prstGeom prst="straightConnector1">
              <a:avLst/>
            </a:prstGeom>
            <a:noFill/>
            <a:ln w="19050" cap="flat" cmpd="sng">
              <a:solidFill>
                <a:srgbClr val="F0EBDF"/>
              </a:solidFill>
              <a:prstDash val="solid"/>
              <a:round/>
              <a:headEnd type="none" w="med" len="med"/>
              <a:tailEnd type="none" w="med" len="med"/>
            </a:ln>
          </p:spPr>
        </p:cxnSp>
        <p:cxnSp>
          <p:nvCxnSpPr>
            <p:cNvPr id="385" name="Google Shape;385;p6"/>
            <p:cNvCxnSpPr/>
            <p:nvPr/>
          </p:nvCxnSpPr>
          <p:spPr>
            <a:xfrm>
              <a:off x="-174000" y="2404795"/>
              <a:ext cx="579300" cy="0"/>
            </a:xfrm>
            <a:prstGeom prst="straightConnector1">
              <a:avLst/>
            </a:prstGeom>
            <a:noFill/>
            <a:ln w="19050" cap="flat" cmpd="sng">
              <a:solidFill>
                <a:srgbClr val="F0EBDF"/>
              </a:solidFill>
              <a:prstDash val="solid"/>
              <a:round/>
              <a:headEnd type="none" w="med" len="med"/>
              <a:tailEnd type="none" w="med" len="med"/>
            </a:ln>
          </p:spPr>
        </p:cxnSp>
        <p:cxnSp>
          <p:nvCxnSpPr>
            <p:cNvPr id="386" name="Google Shape;386;p6"/>
            <p:cNvCxnSpPr/>
            <p:nvPr/>
          </p:nvCxnSpPr>
          <p:spPr>
            <a:xfrm>
              <a:off x="-174000" y="2738430"/>
              <a:ext cx="579300" cy="0"/>
            </a:xfrm>
            <a:prstGeom prst="straightConnector1">
              <a:avLst/>
            </a:prstGeom>
            <a:noFill/>
            <a:ln w="19050" cap="flat" cmpd="sng">
              <a:solidFill>
                <a:srgbClr val="F0EBDF"/>
              </a:solidFill>
              <a:prstDash val="solid"/>
              <a:round/>
              <a:headEnd type="none" w="med" len="med"/>
              <a:tailEnd type="none" w="med" len="med"/>
            </a:ln>
          </p:spPr>
        </p:cxnSp>
        <p:cxnSp>
          <p:nvCxnSpPr>
            <p:cNvPr id="387" name="Google Shape;387;p6"/>
            <p:cNvCxnSpPr/>
            <p:nvPr/>
          </p:nvCxnSpPr>
          <p:spPr>
            <a:xfrm>
              <a:off x="-174000" y="3739332"/>
              <a:ext cx="579300" cy="0"/>
            </a:xfrm>
            <a:prstGeom prst="straightConnector1">
              <a:avLst/>
            </a:prstGeom>
            <a:noFill/>
            <a:ln w="19050" cap="flat" cmpd="sng">
              <a:solidFill>
                <a:srgbClr val="F0EBDF"/>
              </a:solidFill>
              <a:prstDash val="solid"/>
              <a:round/>
              <a:headEnd type="none" w="med" len="med"/>
              <a:tailEnd type="none" w="med" len="med"/>
            </a:ln>
          </p:spPr>
        </p:cxnSp>
        <p:cxnSp>
          <p:nvCxnSpPr>
            <p:cNvPr id="388" name="Google Shape;388;p6"/>
            <p:cNvCxnSpPr/>
            <p:nvPr/>
          </p:nvCxnSpPr>
          <p:spPr>
            <a:xfrm>
              <a:off x="-174000" y="3405698"/>
              <a:ext cx="579300" cy="0"/>
            </a:xfrm>
            <a:prstGeom prst="straightConnector1">
              <a:avLst/>
            </a:prstGeom>
            <a:noFill/>
            <a:ln w="19050" cap="flat" cmpd="sng">
              <a:solidFill>
                <a:srgbClr val="F0EBDF"/>
              </a:solidFill>
              <a:prstDash val="solid"/>
              <a:round/>
              <a:headEnd type="none" w="med" len="med"/>
              <a:tailEnd type="none" w="med" len="med"/>
            </a:ln>
          </p:spPr>
        </p:cxnSp>
        <p:cxnSp>
          <p:nvCxnSpPr>
            <p:cNvPr id="389" name="Google Shape;389;p6"/>
            <p:cNvCxnSpPr/>
            <p:nvPr/>
          </p:nvCxnSpPr>
          <p:spPr>
            <a:xfrm>
              <a:off x="-174000" y="3072064"/>
              <a:ext cx="579300" cy="0"/>
            </a:xfrm>
            <a:prstGeom prst="straightConnector1">
              <a:avLst/>
            </a:prstGeom>
            <a:noFill/>
            <a:ln w="19050" cap="flat" cmpd="sng">
              <a:solidFill>
                <a:srgbClr val="F0EBDF"/>
              </a:solidFill>
              <a:prstDash val="solid"/>
              <a:round/>
              <a:headEnd type="none" w="med" len="med"/>
              <a:tailEnd type="none" w="med" len="med"/>
            </a:ln>
          </p:spPr>
        </p:cxnSp>
        <p:cxnSp>
          <p:nvCxnSpPr>
            <p:cNvPr id="390" name="Google Shape;390;p6"/>
            <p:cNvCxnSpPr/>
            <p:nvPr/>
          </p:nvCxnSpPr>
          <p:spPr>
            <a:xfrm>
              <a:off x="-174000" y="4072966"/>
              <a:ext cx="579300" cy="0"/>
            </a:xfrm>
            <a:prstGeom prst="straightConnector1">
              <a:avLst/>
            </a:prstGeom>
            <a:noFill/>
            <a:ln w="19050" cap="flat" cmpd="sng">
              <a:solidFill>
                <a:srgbClr val="F0EBDF"/>
              </a:solidFill>
              <a:prstDash val="solid"/>
              <a:round/>
              <a:headEnd type="none" w="med" len="med"/>
              <a:tailEnd type="none" w="med" len="med"/>
            </a:ln>
          </p:spPr>
        </p:cxnSp>
        <p:cxnSp>
          <p:nvCxnSpPr>
            <p:cNvPr id="391" name="Google Shape;391;p6"/>
            <p:cNvCxnSpPr/>
            <p:nvPr/>
          </p:nvCxnSpPr>
          <p:spPr>
            <a:xfrm>
              <a:off x="-174000" y="4406600"/>
              <a:ext cx="579300" cy="0"/>
            </a:xfrm>
            <a:prstGeom prst="straightConnector1">
              <a:avLst/>
            </a:prstGeom>
            <a:noFill/>
            <a:ln w="19050" cap="flat" cmpd="sng">
              <a:solidFill>
                <a:srgbClr val="F0EBDF"/>
              </a:solidFill>
              <a:prstDash val="solid"/>
              <a:round/>
              <a:headEnd type="none" w="med" len="med"/>
              <a:tailEnd type="none" w="med" len="med"/>
            </a:ln>
          </p:spPr>
        </p:cxnSp>
        <p:sp>
          <p:nvSpPr>
            <p:cNvPr id="392" name="Google Shape;392;p6"/>
            <p:cNvSpPr/>
            <p:nvPr/>
          </p:nvSpPr>
          <p:spPr>
            <a:xfrm flipH="1">
              <a:off x="136538" y="816775"/>
              <a:ext cx="165900" cy="1659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 name="Google Shape;393;p6"/>
            <p:cNvSpPr/>
            <p:nvPr/>
          </p:nvSpPr>
          <p:spPr>
            <a:xfrm flipH="1">
              <a:off x="136538" y="1487737"/>
              <a:ext cx="165900" cy="1659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 name="Google Shape;394;p6"/>
            <p:cNvSpPr/>
            <p:nvPr/>
          </p:nvSpPr>
          <p:spPr>
            <a:xfrm flipH="1">
              <a:off x="136538" y="2155025"/>
              <a:ext cx="165900" cy="1659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 name="Google Shape;395;p6"/>
            <p:cNvSpPr/>
            <p:nvPr/>
          </p:nvSpPr>
          <p:spPr>
            <a:xfrm flipH="1">
              <a:off x="136538" y="2822287"/>
              <a:ext cx="165900" cy="1659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 name="Google Shape;396;p6"/>
            <p:cNvSpPr/>
            <p:nvPr/>
          </p:nvSpPr>
          <p:spPr>
            <a:xfrm flipH="1">
              <a:off x="136538" y="3489562"/>
              <a:ext cx="165900" cy="1659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 name="Google Shape;397;p6"/>
            <p:cNvSpPr/>
            <p:nvPr/>
          </p:nvSpPr>
          <p:spPr>
            <a:xfrm flipH="1">
              <a:off x="136538" y="4156825"/>
              <a:ext cx="165900" cy="1659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98" name="Google Shape;398;p6"/>
          <p:cNvGrpSpPr/>
          <p:nvPr/>
        </p:nvGrpSpPr>
        <p:grpSpPr>
          <a:xfrm>
            <a:off x="504792" y="395741"/>
            <a:ext cx="8134200" cy="4351800"/>
            <a:chOff x="504792" y="395741"/>
            <a:chExt cx="8134200" cy="4351800"/>
          </a:xfrm>
        </p:grpSpPr>
        <p:sp>
          <p:nvSpPr>
            <p:cNvPr id="399" name="Google Shape;399;p6"/>
            <p:cNvSpPr/>
            <p:nvPr/>
          </p:nvSpPr>
          <p:spPr>
            <a:xfrm>
              <a:off x="504792" y="395741"/>
              <a:ext cx="8134200" cy="4351800"/>
            </a:xfrm>
            <a:prstGeom prst="rect">
              <a:avLst/>
            </a:prstGeom>
            <a:solidFill>
              <a:srgbClr val="FBF7ED"/>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400" name="Google Shape;400;p6"/>
            <p:cNvCxnSpPr/>
            <p:nvPr/>
          </p:nvCxnSpPr>
          <p:spPr>
            <a:xfrm rot="10800000">
              <a:off x="517425" y="736450"/>
              <a:ext cx="8112000" cy="0"/>
            </a:xfrm>
            <a:prstGeom prst="straightConnector1">
              <a:avLst/>
            </a:prstGeom>
            <a:noFill/>
            <a:ln w="19050" cap="flat" cmpd="sng">
              <a:solidFill>
                <a:srgbClr val="F0EBDF"/>
              </a:solidFill>
              <a:prstDash val="solid"/>
              <a:round/>
              <a:headEnd type="none" w="med" len="med"/>
              <a:tailEnd type="none" w="med" len="med"/>
            </a:ln>
          </p:spPr>
        </p:cxnSp>
        <p:cxnSp>
          <p:nvCxnSpPr>
            <p:cNvPr id="401" name="Google Shape;401;p6"/>
            <p:cNvCxnSpPr/>
            <p:nvPr/>
          </p:nvCxnSpPr>
          <p:spPr>
            <a:xfrm rot="10800000">
              <a:off x="517425" y="1070084"/>
              <a:ext cx="8112000" cy="0"/>
            </a:xfrm>
            <a:prstGeom prst="straightConnector1">
              <a:avLst/>
            </a:prstGeom>
            <a:noFill/>
            <a:ln w="19050" cap="flat" cmpd="sng">
              <a:solidFill>
                <a:srgbClr val="F0EBDF"/>
              </a:solidFill>
              <a:prstDash val="solid"/>
              <a:round/>
              <a:headEnd type="none" w="med" len="med"/>
              <a:tailEnd type="none" w="med" len="med"/>
            </a:ln>
          </p:spPr>
        </p:cxnSp>
        <p:cxnSp>
          <p:nvCxnSpPr>
            <p:cNvPr id="402" name="Google Shape;402;p6"/>
            <p:cNvCxnSpPr/>
            <p:nvPr/>
          </p:nvCxnSpPr>
          <p:spPr>
            <a:xfrm rot="10800000">
              <a:off x="517425" y="1403718"/>
              <a:ext cx="8112000" cy="0"/>
            </a:xfrm>
            <a:prstGeom prst="straightConnector1">
              <a:avLst/>
            </a:prstGeom>
            <a:noFill/>
            <a:ln w="19050" cap="flat" cmpd="sng">
              <a:solidFill>
                <a:srgbClr val="F0EBDF"/>
              </a:solidFill>
              <a:prstDash val="solid"/>
              <a:round/>
              <a:headEnd type="none" w="med" len="med"/>
              <a:tailEnd type="none" w="med" len="med"/>
            </a:ln>
          </p:spPr>
        </p:cxnSp>
        <p:cxnSp>
          <p:nvCxnSpPr>
            <p:cNvPr id="403" name="Google Shape;403;p6"/>
            <p:cNvCxnSpPr/>
            <p:nvPr/>
          </p:nvCxnSpPr>
          <p:spPr>
            <a:xfrm rot="10800000">
              <a:off x="517425" y="1737352"/>
              <a:ext cx="8112000" cy="0"/>
            </a:xfrm>
            <a:prstGeom prst="straightConnector1">
              <a:avLst/>
            </a:prstGeom>
            <a:noFill/>
            <a:ln w="19050" cap="flat" cmpd="sng">
              <a:solidFill>
                <a:srgbClr val="F0EBDF"/>
              </a:solidFill>
              <a:prstDash val="solid"/>
              <a:round/>
              <a:headEnd type="none" w="med" len="med"/>
              <a:tailEnd type="none" w="med" len="med"/>
            </a:ln>
          </p:spPr>
        </p:cxnSp>
        <p:cxnSp>
          <p:nvCxnSpPr>
            <p:cNvPr id="404" name="Google Shape;404;p6"/>
            <p:cNvCxnSpPr/>
            <p:nvPr/>
          </p:nvCxnSpPr>
          <p:spPr>
            <a:xfrm rot="10800000">
              <a:off x="517425" y="2070986"/>
              <a:ext cx="8112000" cy="0"/>
            </a:xfrm>
            <a:prstGeom prst="straightConnector1">
              <a:avLst/>
            </a:prstGeom>
            <a:noFill/>
            <a:ln w="19050" cap="flat" cmpd="sng">
              <a:solidFill>
                <a:srgbClr val="F0EBDF"/>
              </a:solidFill>
              <a:prstDash val="solid"/>
              <a:round/>
              <a:headEnd type="none" w="med" len="med"/>
              <a:tailEnd type="none" w="med" len="med"/>
            </a:ln>
          </p:spPr>
        </p:cxnSp>
        <p:cxnSp>
          <p:nvCxnSpPr>
            <p:cNvPr id="405" name="Google Shape;405;p6"/>
            <p:cNvCxnSpPr/>
            <p:nvPr/>
          </p:nvCxnSpPr>
          <p:spPr>
            <a:xfrm rot="10800000">
              <a:off x="517425" y="2404620"/>
              <a:ext cx="8112000" cy="0"/>
            </a:xfrm>
            <a:prstGeom prst="straightConnector1">
              <a:avLst/>
            </a:prstGeom>
            <a:noFill/>
            <a:ln w="19050" cap="flat" cmpd="sng">
              <a:solidFill>
                <a:srgbClr val="F0EBDF"/>
              </a:solidFill>
              <a:prstDash val="solid"/>
              <a:round/>
              <a:headEnd type="none" w="med" len="med"/>
              <a:tailEnd type="none" w="med" len="med"/>
            </a:ln>
          </p:spPr>
        </p:cxnSp>
        <p:cxnSp>
          <p:nvCxnSpPr>
            <p:cNvPr id="406" name="Google Shape;406;p6"/>
            <p:cNvCxnSpPr/>
            <p:nvPr/>
          </p:nvCxnSpPr>
          <p:spPr>
            <a:xfrm rot="10800000">
              <a:off x="517425" y="2738255"/>
              <a:ext cx="8112000" cy="0"/>
            </a:xfrm>
            <a:prstGeom prst="straightConnector1">
              <a:avLst/>
            </a:prstGeom>
            <a:noFill/>
            <a:ln w="19050" cap="flat" cmpd="sng">
              <a:solidFill>
                <a:srgbClr val="F0EBDF"/>
              </a:solidFill>
              <a:prstDash val="solid"/>
              <a:round/>
              <a:headEnd type="none" w="med" len="med"/>
              <a:tailEnd type="none" w="med" len="med"/>
            </a:ln>
          </p:spPr>
        </p:cxnSp>
        <p:cxnSp>
          <p:nvCxnSpPr>
            <p:cNvPr id="407" name="Google Shape;407;p6"/>
            <p:cNvCxnSpPr/>
            <p:nvPr/>
          </p:nvCxnSpPr>
          <p:spPr>
            <a:xfrm rot="10800000">
              <a:off x="517425" y="3739157"/>
              <a:ext cx="8112000" cy="0"/>
            </a:xfrm>
            <a:prstGeom prst="straightConnector1">
              <a:avLst/>
            </a:prstGeom>
            <a:noFill/>
            <a:ln w="19050" cap="flat" cmpd="sng">
              <a:solidFill>
                <a:srgbClr val="F0EBDF"/>
              </a:solidFill>
              <a:prstDash val="solid"/>
              <a:round/>
              <a:headEnd type="none" w="med" len="med"/>
              <a:tailEnd type="none" w="med" len="med"/>
            </a:ln>
          </p:spPr>
        </p:cxnSp>
        <p:cxnSp>
          <p:nvCxnSpPr>
            <p:cNvPr id="408" name="Google Shape;408;p6"/>
            <p:cNvCxnSpPr/>
            <p:nvPr/>
          </p:nvCxnSpPr>
          <p:spPr>
            <a:xfrm rot="10800000">
              <a:off x="517425" y="3405523"/>
              <a:ext cx="8112000" cy="0"/>
            </a:xfrm>
            <a:prstGeom prst="straightConnector1">
              <a:avLst/>
            </a:prstGeom>
            <a:noFill/>
            <a:ln w="19050" cap="flat" cmpd="sng">
              <a:solidFill>
                <a:srgbClr val="F0EBDF"/>
              </a:solidFill>
              <a:prstDash val="solid"/>
              <a:round/>
              <a:headEnd type="none" w="med" len="med"/>
              <a:tailEnd type="none" w="med" len="med"/>
            </a:ln>
          </p:spPr>
        </p:cxnSp>
        <p:cxnSp>
          <p:nvCxnSpPr>
            <p:cNvPr id="409" name="Google Shape;409;p6"/>
            <p:cNvCxnSpPr/>
            <p:nvPr/>
          </p:nvCxnSpPr>
          <p:spPr>
            <a:xfrm rot="10800000">
              <a:off x="517425" y="3071889"/>
              <a:ext cx="8112000" cy="0"/>
            </a:xfrm>
            <a:prstGeom prst="straightConnector1">
              <a:avLst/>
            </a:prstGeom>
            <a:noFill/>
            <a:ln w="19050" cap="flat" cmpd="sng">
              <a:solidFill>
                <a:srgbClr val="F0EBDF"/>
              </a:solidFill>
              <a:prstDash val="solid"/>
              <a:round/>
              <a:headEnd type="none" w="med" len="med"/>
              <a:tailEnd type="none" w="med" len="med"/>
            </a:ln>
          </p:spPr>
        </p:cxnSp>
        <p:cxnSp>
          <p:nvCxnSpPr>
            <p:cNvPr id="410" name="Google Shape;410;p6"/>
            <p:cNvCxnSpPr/>
            <p:nvPr/>
          </p:nvCxnSpPr>
          <p:spPr>
            <a:xfrm rot="10800000">
              <a:off x="517425" y="4072791"/>
              <a:ext cx="8112000" cy="0"/>
            </a:xfrm>
            <a:prstGeom prst="straightConnector1">
              <a:avLst/>
            </a:prstGeom>
            <a:noFill/>
            <a:ln w="19050" cap="flat" cmpd="sng">
              <a:solidFill>
                <a:srgbClr val="F0EBDF"/>
              </a:solidFill>
              <a:prstDash val="solid"/>
              <a:round/>
              <a:headEnd type="none" w="med" len="med"/>
              <a:tailEnd type="none" w="med" len="med"/>
            </a:ln>
          </p:spPr>
        </p:cxnSp>
        <p:cxnSp>
          <p:nvCxnSpPr>
            <p:cNvPr id="411" name="Google Shape;411;p6"/>
            <p:cNvCxnSpPr/>
            <p:nvPr/>
          </p:nvCxnSpPr>
          <p:spPr>
            <a:xfrm rot="10800000">
              <a:off x="517425" y="4406425"/>
              <a:ext cx="8112000" cy="0"/>
            </a:xfrm>
            <a:prstGeom prst="straightConnector1">
              <a:avLst/>
            </a:prstGeom>
            <a:noFill/>
            <a:ln w="19050" cap="flat" cmpd="sng">
              <a:solidFill>
                <a:srgbClr val="F0EBDF"/>
              </a:solidFill>
              <a:prstDash val="solid"/>
              <a:round/>
              <a:headEnd type="none" w="med" len="med"/>
              <a:tailEnd type="none" w="med" len="med"/>
            </a:ln>
          </p:spPr>
        </p:cxnSp>
        <p:cxnSp>
          <p:nvCxnSpPr>
            <p:cNvPr id="412" name="Google Shape;412;p6"/>
            <p:cNvCxnSpPr/>
            <p:nvPr/>
          </p:nvCxnSpPr>
          <p:spPr>
            <a:xfrm>
              <a:off x="900099" y="403173"/>
              <a:ext cx="0" cy="4336800"/>
            </a:xfrm>
            <a:prstGeom prst="straightConnector1">
              <a:avLst/>
            </a:prstGeom>
            <a:noFill/>
            <a:ln w="19050" cap="flat" cmpd="sng">
              <a:solidFill>
                <a:schemeClr val="lt1"/>
              </a:solidFill>
              <a:prstDash val="solid"/>
              <a:round/>
              <a:headEnd type="none" w="med" len="med"/>
              <a:tailEnd type="none" w="med" len="med"/>
            </a:ln>
          </p:spPr>
        </p:cxnSp>
        <p:sp>
          <p:nvSpPr>
            <p:cNvPr id="413" name="Google Shape;413;p6"/>
            <p:cNvSpPr/>
            <p:nvPr/>
          </p:nvSpPr>
          <p:spPr>
            <a:xfrm>
              <a:off x="617972" y="816625"/>
              <a:ext cx="165900" cy="1659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 name="Google Shape;414;p6"/>
            <p:cNvSpPr/>
            <p:nvPr/>
          </p:nvSpPr>
          <p:spPr>
            <a:xfrm>
              <a:off x="617972" y="1487587"/>
              <a:ext cx="165900" cy="1659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 name="Google Shape;415;p6"/>
            <p:cNvSpPr/>
            <p:nvPr/>
          </p:nvSpPr>
          <p:spPr>
            <a:xfrm>
              <a:off x="617972" y="2154875"/>
              <a:ext cx="165900" cy="1659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 name="Google Shape;416;p6"/>
            <p:cNvSpPr/>
            <p:nvPr/>
          </p:nvSpPr>
          <p:spPr>
            <a:xfrm>
              <a:off x="617972" y="2822137"/>
              <a:ext cx="165900" cy="1659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 name="Google Shape;417;p6"/>
            <p:cNvSpPr/>
            <p:nvPr/>
          </p:nvSpPr>
          <p:spPr>
            <a:xfrm>
              <a:off x="617972" y="3489412"/>
              <a:ext cx="165900" cy="1659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 name="Google Shape;418;p6"/>
            <p:cNvSpPr/>
            <p:nvPr/>
          </p:nvSpPr>
          <p:spPr>
            <a:xfrm>
              <a:off x="617972" y="4156675"/>
              <a:ext cx="165900" cy="1659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19" name="Google Shape;419;p6"/>
          <p:cNvSpPr/>
          <p:nvPr/>
        </p:nvSpPr>
        <p:spPr>
          <a:xfrm rot="2227469">
            <a:off x="5881033" y="4137077"/>
            <a:ext cx="243062" cy="210302"/>
          </a:xfrm>
          <a:prstGeom prst="triangle">
            <a:avLst>
              <a:gd name="adj" fmla="val 50000"/>
            </a:avLst>
          </a:prstGeom>
          <a:noFill/>
          <a:ln w="19050"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 name="Google Shape;420;p6"/>
          <p:cNvSpPr/>
          <p:nvPr/>
        </p:nvSpPr>
        <p:spPr>
          <a:xfrm rot="-7771672">
            <a:off x="1777839" y="579841"/>
            <a:ext cx="126796" cy="109319"/>
          </a:xfrm>
          <a:prstGeom prst="triangle">
            <a:avLst>
              <a:gd name="adj" fmla="val 50000"/>
            </a:avLst>
          </a:pr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 name="Google Shape;421;p6"/>
          <p:cNvSpPr/>
          <p:nvPr/>
        </p:nvSpPr>
        <p:spPr>
          <a:xfrm>
            <a:off x="1178575" y="896575"/>
            <a:ext cx="291900" cy="291900"/>
          </a:xfrm>
          <a:prstGeom prst="ellipse">
            <a:avLst/>
          </a:prstGeom>
          <a:noFill/>
          <a:ln w="19050"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 name="Google Shape;422;p6"/>
          <p:cNvSpPr/>
          <p:nvPr/>
        </p:nvSpPr>
        <p:spPr>
          <a:xfrm>
            <a:off x="8136525" y="3376700"/>
            <a:ext cx="165000" cy="165000"/>
          </a:xfrm>
          <a:prstGeom prst="ellipse">
            <a:avLst/>
          </a:prstGeom>
          <a:noFill/>
          <a:ln w="19050"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 name="Google Shape;423;p6"/>
          <p:cNvSpPr/>
          <p:nvPr/>
        </p:nvSpPr>
        <p:spPr>
          <a:xfrm rot="2855308">
            <a:off x="2560790" y="4462701"/>
            <a:ext cx="117429" cy="117005"/>
          </a:xfrm>
          <a:prstGeom prst="rect">
            <a:avLst/>
          </a:prstGeom>
          <a:no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 name="Google Shape;424;p6"/>
          <p:cNvSpPr/>
          <p:nvPr/>
        </p:nvSpPr>
        <p:spPr>
          <a:xfrm rot="-716485">
            <a:off x="7095657" y="907489"/>
            <a:ext cx="117441" cy="117086"/>
          </a:xfrm>
          <a:prstGeom prst="rect">
            <a:avLst/>
          </a:pr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 name="Google Shape;425;p6"/>
          <p:cNvSpPr/>
          <p:nvPr/>
        </p:nvSpPr>
        <p:spPr>
          <a:xfrm rot="-3430508">
            <a:off x="987594" y="4247078"/>
            <a:ext cx="126736" cy="109431"/>
          </a:xfrm>
          <a:prstGeom prst="triangle">
            <a:avLst>
              <a:gd name="adj" fmla="val 50000"/>
            </a:avLst>
          </a:prstGeom>
          <a:noFill/>
          <a:ln w="19050"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26" name="Google Shape;426;p6"/>
          <p:cNvGrpSpPr/>
          <p:nvPr/>
        </p:nvGrpSpPr>
        <p:grpSpPr>
          <a:xfrm>
            <a:off x="227312" y="868475"/>
            <a:ext cx="477900" cy="3405950"/>
            <a:chOff x="227312" y="868475"/>
            <a:chExt cx="477900" cy="3405950"/>
          </a:xfrm>
        </p:grpSpPr>
        <p:sp>
          <p:nvSpPr>
            <p:cNvPr id="427" name="Google Shape;427;p6"/>
            <p:cNvSpPr/>
            <p:nvPr/>
          </p:nvSpPr>
          <p:spPr>
            <a:xfrm rot="10800000" flipH="1">
              <a:off x="227312" y="868475"/>
              <a:ext cx="477900" cy="69600"/>
            </a:xfrm>
            <a:prstGeom prst="roundRect">
              <a:avLst>
                <a:gd name="adj" fmla="val 16667"/>
              </a:avLst>
            </a:prstGeom>
            <a:solidFill>
              <a:schemeClr val="accen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 name="Google Shape;428;p6"/>
            <p:cNvSpPr/>
            <p:nvPr/>
          </p:nvSpPr>
          <p:spPr>
            <a:xfrm rot="10800000" flipH="1">
              <a:off x="227312" y="1535738"/>
              <a:ext cx="477900" cy="69600"/>
            </a:xfrm>
            <a:prstGeom prst="roundRect">
              <a:avLst>
                <a:gd name="adj" fmla="val 16667"/>
              </a:avLst>
            </a:prstGeom>
            <a:solidFill>
              <a:schemeClr val="accen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 name="Google Shape;429;p6"/>
            <p:cNvSpPr/>
            <p:nvPr/>
          </p:nvSpPr>
          <p:spPr>
            <a:xfrm rot="10800000" flipH="1">
              <a:off x="227312" y="2203025"/>
              <a:ext cx="477900" cy="69600"/>
            </a:xfrm>
            <a:prstGeom prst="roundRect">
              <a:avLst>
                <a:gd name="adj" fmla="val 16667"/>
              </a:avLst>
            </a:prstGeom>
            <a:solidFill>
              <a:schemeClr val="accen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 name="Google Shape;430;p6"/>
            <p:cNvSpPr/>
            <p:nvPr/>
          </p:nvSpPr>
          <p:spPr>
            <a:xfrm rot="10800000" flipH="1">
              <a:off x="227312" y="2870288"/>
              <a:ext cx="477900" cy="69600"/>
            </a:xfrm>
            <a:prstGeom prst="roundRect">
              <a:avLst>
                <a:gd name="adj" fmla="val 16667"/>
              </a:avLst>
            </a:prstGeom>
            <a:solidFill>
              <a:schemeClr val="accen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 name="Google Shape;431;p6"/>
            <p:cNvSpPr/>
            <p:nvPr/>
          </p:nvSpPr>
          <p:spPr>
            <a:xfrm rot="10800000" flipH="1">
              <a:off x="227312" y="3537563"/>
              <a:ext cx="477900" cy="69600"/>
            </a:xfrm>
            <a:prstGeom prst="roundRect">
              <a:avLst>
                <a:gd name="adj" fmla="val 16667"/>
              </a:avLst>
            </a:prstGeom>
            <a:solidFill>
              <a:schemeClr val="accen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 name="Google Shape;432;p6"/>
            <p:cNvSpPr/>
            <p:nvPr/>
          </p:nvSpPr>
          <p:spPr>
            <a:xfrm rot="10800000" flipH="1">
              <a:off x="227312" y="4204825"/>
              <a:ext cx="477900" cy="69600"/>
            </a:xfrm>
            <a:prstGeom prst="roundRect">
              <a:avLst>
                <a:gd name="adj" fmla="val 16667"/>
              </a:avLst>
            </a:prstGeom>
            <a:solidFill>
              <a:schemeClr val="accen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33" name="Google Shape;433;p6"/>
          <p:cNvSpPr txBox="1">
            <a:spLocks noGrp="1"/>
          </p:cNvSpPr>
          <p:nvPr>
            <p:ph type="title"/>
          </p:nvPr>
        </p:nvSpPr>
        <p:spPr>
          <a:xfrm>
            <a:off x="904875" y="597425"/>
            <a:ext cx="7334400" cy="572700"/>
          </a:xfrm>
          <a:prstGeom prst="rect">
            <a:avLst/>
          </a:prstGeom>
          <a:ln>
            <a:noFill/>
          </a:ln>
        </p:spPr>
        <p:txBody>
          <a:bodyPr spcFirstLastPara="1" wrap="square" lIns="91425" tIns="91425" rIns="91425" bIns="91425" anchor="ctr" anchorCtr="0">
            <a:noAutofit/>
          </a:bodyPr>
          <a:lstStyle>
            <a:lvl1pPr lvl="0" algn="ctr"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434"/>
        <p:cNvGrpSpPr/>
        <p:nvPr/>
      </p:nvGrpSpPr>
      <p:grpSpPr>
        <a:xfrm>
          <a:off x="0" y="0"/>
          <a:ext cx="0" cy="0"/>
          <a:chOff x="0" y="0"/>
          <a:chExt cx="0" cy="0"/>
        </a:xfrm>
      </p:grpSpPr>
      <p:grpSp>
        <p:nvGrpSpPr>
          <p:cNvPr id="435" name="Google Shape;435;p7"/>
          <p:cNvGrpSpPr/>
          <p:nvPr/>
        </p:nvGrpSpPr>
        <p:grpSpPr>
          <a:xfrm>
            <a:off x="10" y="-9400"/>
            <a:ext cx="9144000" cy="5162400"/>
            <a:chOff x="10" y="-9400"/>
            <a:chExt cx="9144000" cy="5162400"/>
          </a:xfrm>
        </p:grpSpPr>
        <p:grpSp>
          <p:nvGrpSpPr>
            <p:cNvPr id="436" name="Google Shape;436;p7"/>
            <p:cNvGrpSpPr/>
            <p:nvPr/>
          </p:nvGrpSpPr>
          <p:grpSpPr>
            <a:xfrm>
              <a:off x="10" y="371400"/>
              <a:ext cx="9144000" cy="4400775"/>
              <a:chOff x="10" y="371400"/>
              <a:chExt cx="9144000" cy="4400775"/>
            </a:xfrm>
          </p:grpSpPr>
          <p:cxnSp>
            <p:nvCxnSpPr>
              <p:cNvPr id="437" name="Google Shape;437;p7"/>
              <p:cNvCxnSpPr/>
              <p:nvPr/>
            </p:nvCxnSpPr>
            <p:spPr>
              <a:xfrm>
                <a:off x="4572010" y="-4200600"/>
                <a:ext cx="0" cy="9144000"/>
              </a:xfrm>
              <a:prstGeom prst="straightConnector1">
                <a:avLst/>
              </a:prstGeom>
              <a:noFill/>
              <a:ln w="9525" cap="flat" cmpd="sng">
                <a:solidFill>
                  <a:schemeClr val="dk2"/>
                </a:solidFill>
                <a:prstDash val="solid"/>
                <a:round/>
                <a:headEnd type="none" w="med" len="med"/>
                <a:tailEnd type="none" w="med" len="med"/>
              </a:ln>
            </p:spPr>
          </p:cxnSp>
          <p:cxnSp>
            <p:nvCxnSpPr>
              <p:cNvPr id="438" name="Google Shape;438;p7"/>
              <p:cNvCxnSpPr/>
              <p:nvPr/>
            </p:nvCxnSpPr>
            <p:spPr>
              <a:xfrm>
                <a:off x="4572010" y="-3711625"/>
                <a:ext cx="0" cy="9144000"/>
              </a:xfrm>
              <a:prstGeom prst="straightConnector1">
                <a:avLst/>
              </a:prstGeom>
              <a:noFill/>
              <a:ln w="9525" cap="flat" cmpd="sng">
                <a:solidFill>
                  <a:schemeClr val="dk2"/>
                </a:solidFill>
                <a:prstDash val="solid"/>
                <a:round/>
                <a:headEnd type="none" w="med" len="med"/>
                <a:tailEnd type="none" w="med" len="med"/>
              </a:ln>
            </p:spPr>
          </p:cxnSp>
          <p:cxnSp>
            <p:nvCxnSpPr>
              <p:cNvPr id="439" name="Google Shape;439;p7"/>
              <p:cNvCxnSpPr/>
              <p:nvPr/>
            </p:nvCxnSpPr>
            <p:spPr>
              <a:xfrm>
                <a:off x="4572010" y="-3222650"/>
                <a:ext cx="0" cy="9144000"/>
              </a:xfrm>
              <a:prstGeom prst="straightConnector1">
                <a:avLst/>
              </a:prstGeom>
              <a:noFill/>
              <a:ln w="9525" cap="flat" cmpd="sng">
                <a:solidFill>
                  <a:schemeClr val="dk2"/>
                </a:solidFill>
                <a:prstDash val="solid"/>
                <a:round/>
                <a:headEnd type="none" w="med" len="med"/>
                <a:tailEnd type="none" w="med" len="med"/>
              </a:ln>
            </p:spPr>
          </p:cxnSp>
          <p:cxnSp>
            <p:nvCxnSpPr>
              <p:cNvPr id="440" name="Google Shape;440;p7"/>
              <p:cNvCxnSpPr/>
              <p:nvPr/>
            </p:nvCxnSpPr>
            <p:spPr>
              <a:xfrm>
                <a:off x="4572010" y="-2733675"/>
                <a:ext cx="0" cy="9144000"/>
              </a:xfrm>
              <a:prstGeom prst="straightConnector1">
                <a:avLst/>
              </a:prstGeom>
              <a:noFill/>
              <a:ln w="9525" cap="flat" cmpd="sng">
                <a:solidFill>
                  <a:schemeClr val="dk2"/>
                </a:solidFill>
                <a:prstDash val="solid"/>
                <a:round/>
                <a:headEnd type="none" w="med" len="med"/>
                <a:tailEnd type="none" w="med" len="med"/>
              </a:ln>
            </p:spPr>
          </p:cxnSp>
          <p:cxnSp>
            <p:nvCxnSpPr>
              <p:cNvPr id="441" name="Google Shape;441;p7"/>
              <p:cNvCxnSpPr/>
              <p:nvPr/>
            </p:nvCxnSpPr>
            <p:spPr>
              <a:xfrm>
                <a:off x="4572010" y="-2244700"/>
                <a:ext cx="0" cy="9144000"/>
              </a:xfrm>
              <a:prstGeom prst="straightConnector1">
                <a:avLst/>
              </a:prstGeom>
              <a:noFill/>
              <a:ln w="9525" cap="flat" cmpd="sng">
                <a:solidFill>
                  <a:schemeClr val="dk2"/>
                </a:solidFill>
                <a:prstDash val="solid"/>
                <a:round/>
                <a:headEnd type="none" w="med" len="med"/>
                <a:tailEnd type="none" w="med" len="med"/>
              </a:ln>
            </p:spPr>
          </p:cxnSp>
          <p:cxnSp>
            <p:nvCxnSpPr>
              <p:cNvPr id="442" name="Google Shape;442;p7"/>
              <p:cNvCxnSpPr/>
              <p:nvPr/>
            </p:nvCxnSpPr>
            <p:spPr>
              <a:xfrm>
                <a:off x="4572010" y="-1755725"/>
                <a:ext cx="0" cy="9144000"/>
              </a:xfrm>
              <a:prstGeom prst="straightConnector1">
                <a:avLst/>
              </a:prstGeom>
              <a:noFill/>
              <a:ln w="9525" cap="flat" cmpd="sng">
                <a:solidFill>
                  <a:schemeClr val="dk2"/>
                </a:solidFill>
                <a:prstDash val="solid"/>
                <a:round/>
                <a:headEnd type="none" w="med" len="med"/>
                <a:tailEnd type="none" w="med" len="med"/>
              </a:ln>
            </p:spPr>
          </p:cxnSp>
          <p:cxnSp>
            <p:nvCxnSpPr>
              <p:cNvPr id="443" name="Google Shape;443;p7"/>
              <p:cNvCxnSpPr/>
              <p:nvPr/>
            </p:nvCxnSpPr>
            <p:spPr>
              <a:xfrm>
                <a:off x="4572010" y="-1266750"/>
                <a:ext cx="0" cy="9144000"/>
              </a:xfrm>
              <a:prstGeom prst="straightConnector1">
                <a:avLst/>
              </a:prstGeom>
              <a:noFill/>
              <a:ln w="9525" cap="flat" cmpd="sng">
                <a:solidFill>
                  <a:schemeClr val="dk2"/>
                </a:solidFill>
                <a:prstDash val="solid"/>
                <a:round/>
                <a:headEnd type="none" w="med" len="med"/>
                <a:tailEnd type="none" w="med" len="med"/>
              </a:ln>
            </p:spPr>
          </p:cxnSp>
          <p:cxnSp>
            <p:nvCxnSpPr>
              <p:cNvPr id="444" name="Google Shape;444;p7"/>
              <p:cNvCxnSpPr/>
              <p:nvPr/>
            </p:nvCxnSpPr>
            <p:spPr>
              <a:xfrm>
                <a:off x="4572010" y="-777775"/>
                <a:ext cx="0" cy="9144000"/>
              </a:xfrm>
              <a:prstGeom prst="straightConnector1">
                <a:avLst/>
              </a:prstGeom>
              <a:noFill/>
              <a:ln w="9525" cap="flat" cmpd="sng">
                <a:solidFill>
                  <a:schemeClr val="dk2"/>
                </a:solidFill>
                <a:prstDash val="solid"/>
                <a:round/>
                <a:headEnd type="none" w="med" len="med"/>
                <a:tailEnd type="none" w="med" len="med"/>
              </a:ln>
            </p:spPr>
          </p:cxnSp>
          <p:cxnSp>
            <p:nvCxnSpPr>
              <p:cNvPr id="445" name="Google Shape;445;p7"/>
              <p:cNvCxnSpPr/>
              <p:nvPr/>
            </p:nvCxnSpPr>
            <p:spPr>
              <a:xfrm>
                <a:off x="4572010" y="-288800"/>
                <a:ext cx="0" cy="9144000"/>
              </a:xfrm>
              <a:prstGeom prst="straightConnector1">
                <a:avLst/>
              </a:prstGeom>
              <a:noFill/>
              <a:ln w="9525" cap="flat" cmpd="sng">
                <a:solidFill>
                  <a:schemeClr val="dk2"/>
                </a:solidFill>
                <a:prstDash val="solid"/>
                <a:round/>
                <a:headEnd type="none" w="med" len="med"/>
                <a:tailEnd type="none" w="med" len="med"/>
              </a:ln>
            </p:spPr>
          </p:cxnSp>
          <p:cxnSp>
            <p:nvCxnSpPr>
              <p:cNvPr id="446" name="Google Shape;446;p7"/>
              <p:cNvCxnSpPr/>
              <p:nvPr/>
            </p:nvCxnSpPr>
            <p:spPr>
              <a:xfrm>
                <a:off x="4572010" y="200175"/>
                <a:ext cx="0" cy="9144000"/>
              </a:xfrm>
              <a:prstGeom prst="straightConnector1">
                <a:avLst/>
              </a:prstGeom>
              <a:noFill/>
              <a:ln w="9525" cap="flat" cmpd="sng">
                <a:solidFill>
                  <a:schemeClr val="dk2"/>
                </a:solidFill>
                <a:prstDash val="solid"/>
                <a:round/>
                <a:headEnd type="none" w="med" len="med"/>
                <a:tailEnd type="none" w="med" len="med"/>
              </a:ln>
            </p:spPr>
          </p:cxnSp>
        </p:grpSp>
        <p:cxnSp>
          <p:nvCxnSpPr>
            <p:cNvPr id="447" name="Google Shape;447;p7"/>
            <p:cNvCxnSpPr/>
            <p:nvPr/>
          </p:nvCxnSpPr>
          <p:spPr>
            <a:xfrm>
              <a:off x="415588" y="-9400"/>
              <a:ext cx="0" cy="5162400"/>
            </a:xfrm>
            <a:prstGeom prst="straightConnector1">
              <a:avLst/>
            </a:prstGeom>
            <a:noFill/>
            <a:ln w="9525" cap="flat" cmpd="sng">
              <a:solidFill>
                <a:schemeClr val="dk2"/>
              </a:solidFill>
              <a:prstDash val="solid"/>
              <a:round/>
              <a:headEnd type="none" w="med" len="med"/>
              <a:tailEnd type="none" w="med" len="med"/>
            </a:ln>
          </p:spPr>
        </p:cxnSp>
        <p:cxnSp>
          <p:nvCxnSpPr>
            <p:cNvPr id="448" name="Google Shape;448;p7"/>
            <p:cNvCxnSpPr/>
            <p:nvPr/>
          </p:nvCxnSpPr>
          <p:spPr>
            <a:xfrm>
              <a:off x="904563" y="-9400"/>
              <a:ext cx="0" cy="5162400"/>
            </a:xfrm>
            <a:prstGeom prst="straightConnector1">
              <a:avLst/>
            </a:prstGeom>
            <a:noFill/>
            <a:ln w="9525" cap="flat" cmpd="sng">
              <a:solidFill>
                <a:schemeClr val="dk2"/>
              </a:solidFill>
              <a:prstDash val="solid"/>
              <a:round/>
              <a:headEnd type="none" w="med" len="med"/>
              <a:tailEnd type="none" w="med" len="med"/>
            </a:ln>
          </p:spPr>
        </p:cxnSp>
        <p:cxnSp>
          <p:nvCxnSpPr>
            <p:cNvPr id="449" name="Google Shape;449;p7"/>
            <p:cNvCxnSpPr/>
            <p:nvPr/>
          </p:nvCxnSpPr>
          <p:spPr>
            <a:xfrm>
              <a:off x="1393538" y="-9400"/>
              <a:ext cx="0" cy="5162400"/>
            </a:xfrm>
            <a:prstGeom prst="straightConnector1">
              <a:avLst/>
            </a:prstGeom>
            <a:noFill/>
            <a:ln w="9525" cap="flat" cmpd="sng">
              <a:solidFill>
                <a:schemeClr val="dk2"/>
              </a:solidFill>
              <a:prstDash val="solid"/>
              <a:round/>
              <a:headEnd type="none" w="med" len="med"/>
              <a:tailEnd type="none" w="med" len="med"/>
            </a:ln>
          </p:spPr>
        </p:cxnSp>
        <p:cxnSp>
          <p:nvCxnSpPr>
            <p:cNvPr id="450" name="Google Shape;450;p7"/>
            <p:cNvCxnSpPr/>
            <p:nvPr/>
          </p:nvCxnSpPr>
          <p:spPr>
            <a:xfrm>
              <a:off x="1882513" y="-9400"/>
              <a:ext cx="0" cy="5162400"/>
            </a:xfrm>
            <a:prstGeom prst="straightConnector1">
              <a:avLst/>
            </a:prstGeom>
            <a:noFill/>
            <a:ln w="9525" cap="flat" cmpd="sng">
              <a:solidFill>
                <a:schemeClr val="dk2"/>
              </a:solidFill>
              <a:prstDash val="solid"/>
              <a:round/>
              <a:headEnd type="none" w="med" len="med"/>
              <a:tailEnd type="none" w="med" len="med"/>
            </a:ln>
          </p:spPr>
        </p:cxnSp>
        <p:cxnSp>
          <p:nvCxnSpPr>
            <p:cNvPr id="451" name="Google Shape;451;p7"/>
            <p:cNvCxnSpPr/>
            <p:nvPr/>
          </p:nvCxnSpPr>
          <p:spPr>
            <a:xfrm>
              <a:off x="2371488" y="-9400"/>
              <a:ext cx="0" cy="5162400"/>
            </a:xfrm>
            <a:prstGeom prst="straightConnector1">
              <a:avLst/>
            </a:prstGeom>
            <a:noFill/>
            <a:ln w="9525" cap="flat" cmpd="sng">
              <a:solidFill>
                <a:schemeClr val="dk2"/>
              </a:solidFill>
              <a:prstDash val="solid"/>
              <a:round/>
              <a:headEnd type="none" w="med" len="med"/>
              <a:tailEnd type="none" w="med" len="med"/>
            </a:ln>
          </p:spPr>
        </p:cxnSp>
        <p:cxnSp>
          <p:nvCxnSpPr>
            <p:cNvPr id="452" name="Google Shape;452;p7"/>
            <p:cNvCxnSpPr/>
            <p:nvPr/>
          </p:nvCxnSpPr>
          <p:spPr>
            <a:xfrm>
              <a:off x="2860463" y="-9400"/>
              <a:ext cx="0" cy="5162400"/>
            </a:xfrm>
            <a:prstGeom prst="straightConnector1">
              <a:avLst/>
            </a:prstGeom>
            <a:noFill/>
            <a:ln w="9525" cap="flat" cmpd="sng">
              <a:solidFill>
                <a:schemeClr val="dk2"/>
              </a:solidFill>
              <a:prstDash val="solid"/>
              <a:round/>
              <a:headEnd type="none" w="med" len="med"/>
              <a:tailEnd type="none" w="med" len="med"/>
            </a:ln>
          </p:spPr>
        </p:cxnSp>
        <p:cxnSp>
          <p:nvCxnSpPr>
            <p:cNvPr id="453" name="Google Shape;453;p7"/>
            <p:cNvCxnSpPr/>
            <p:nvPr/>
          </p:nvCxnSpPr>
          <p:spPr>
            <a:xfrm>
              <a:off x="3349438" y="-9400"/>
              <a:ext cx="0" cy="5162400"/>
            </a:xfrm>
            <a:prstGeom prst="straightConnector1">
              <a:avLst/>
            </a:prstGeom>
            <a:noFill/>
            <a:ln w="9525" cap="flat" cmpd="sng">
              <a:solidFill>
                <a:schemeClr val="dk2"/>
              </a:solidFill>
              <a:prstDash val="solid"/>
              <a:round/>
              <a:headEnd type="none" w="med" len="med"/>
              <a:tailEnd type="none" w="med" len="med"/>
            </a:ln>
          </p:spPr>
        </p:cxnSp>
        <p:cxnSp>
          <p:nvCxnSpPr>
            <p:cNvPr id="454" name="Google Shape;454;p7"/>
            <p:cNvCxnSpPr/>
            <p:nvPr/>
          </p:nvCxnSpPr>
          <p:spPr>
            <a:xfrm>
              <a:off x="3838413" y="-9400"/>
              <a:ext cx="0" cy="5162400"/>
            </a:xfrm>
            <a:prstGeom prst="straightConnector1">
              <a:avLst/>
            </a:prstGeom>
            <a:noFill/>
            <a:ln w="9525" cap="flat" cmpd="sng">
              <a:solidFill>
                <a:schemeClr val="dk2"/>
              </a:solidFill>
              <a:prstDash val="solid"/>
              <a:round/>
              <a:headEnd type="none" w="med" len="med"/>
              <a:tailEnd type="none" w="med" len="med"/>
            </a:ln>
          </p:spPr>
        </p:cxnSp>
        <p:cxnSp>
          <p:nvCxnSpPr>
            <p:cNvPr id="455" name="Google Shape;455;p7"/>
            <p:cNvCxnSpPr/>
            <p:nvPr/>
          </p:nvCxnSpPr>
          <p:spPr>
            <a:xfrm>
              <a:off x="4327388" y="-9400"/>
              <a:ext cx="0" cy="5162400"/>
            </a:xfrm>
            <a:prstGeom prst="straightConnector1">
              <a:avLst/>
            </a:prstGeom>
            <a:noFill/>
            <a:ln w="9525" cap="flat" cmpd="sng">
              <a:solidFill>
                <a:schemeClr val="dk2"/>
              </a:solidFill>
              <a:prstDash val="solid"/>
              <a:round/>
              <a:headEnd type="none" w="med" len="med"/>
              <a:tailEnd type="none" w="med" len="med"/>
            </a:ln>
          </p:spPr>
        </p:cxnSp>
        <p:cxnSp>
          <p:nvCxnSpPr>
            <p:cNvPr id="456" name="Google Shape;456;p7"/>
            <p:cNvCxnSpPr/>
            <p:nvPr/>
          </p:nvCxnSpPr>
          <p:spPr>
            <a:xfrm>
              <a:off x="4816363" y="-9400"/>
              <a:ext cx="0" cy="5162400"/>
            </a:xfrm>
            <a:prstGeom prst="straightConnector1">
              <a:avLst/>
            </a:prstGeom>
            <a:noFill/>
            <a:ln w="9525" cap="flat" cmpd="sng">
              <a:solidFill>
                <a:schemeClr val="dk2"/>
              </a:solidFill>
              <a:prstDash val="solid"/>
              <a:round/>
              <a:headEnd type="none" w="med" len="med"/>
              <a:tailEnd type="none" w="med" len="med"/>
            </a:ln>
          </p:spPr>
        </p:cxnSp>
        <p:cxnSp>
          <p:nvCxnSpPr>
            <p:cNvPr id="457" name="Google Shape;457;p7"/>
            <p:cNvCxnSpPr/>
            <p:nvPr/>
          </p:nvCxnSpPr>
          <p:spPr>
            <a:xfrm>
              <a:off x="5305338" y="-9400"/>
              <a:ext cx="0" cy="5162400"/>
            </a:xfrm>
            <a:prstGeom prst="straightConnector1">
              <a:avLst/>
            </a:prstGeom>
            <a:noFill/>
            <a:ln w="9525" cap="flat" cmpd="sng">
              <a:solidFill>
                <a:schemeClr val="dk2"/>
              </a:solidFill>
              <a:prstDash val="solid"/>
              <a:round/>
              <a:headEnd type="none" w="med" len="med"/>
              <a:tailEnd type="none" w="med" len="med"/>
            </a:ln>
          </p:spPr>
        </p:cxnSp>
        <p:cxnSp>
          <p:nvCxnSpPr>
            <p:cNvPr id="458" name="Google Shape;458;p7"/>
            <p:cNvCxnSpPr/>
            <p:nvPr/>
          </p:nvCxnSpPr>
          <p:spPr>
            <a:xfrm>
              <a:off x="5794313" y="-9400"/>
              <a:ext cx="0" cy="5162400"/>
            </a:xfrm>
            <a:prstGeom prst="straightConnector1">
              <a:avLst/>
            </a:prstGeom>
            <a:noFill/>
            <a:ln w="9525" cap="flat" cmpd="sng">
              <a:solidFill>
                <a:schemeClr val="dk2"/>
              </a:solidFill>
              <a:prstDash val="solid"/>
              <a:round/>
              <a:headEnd type="none" w="med" len="med"/>
              <a:tailEnd type="none" w="med" len="med"/>
            </a:ln>
          </p:spPr>
        </p:cxnSp>
        <p:cxnSp>
          <p:nvCxnSpPr>
            <p:cNvPr id="459" name="Google Shape;459;p7"/>
            <p:cNvCxnSpPr/>
            <p:nvPr/>
          </p:nvCxnSpPr>
          <p:spPr>
            <a:xfrm>
              <a:off x="6283288" y="-9400"/>
              <a:ext cx="0" cy="5162400"/>
            </a:xfrm>
            <a:prstGeom prst="straightConnector1">
              <a:avLst/>
            </a:prstGeom>
            <a:noFill/>
            <a:ln w="9525" cap="flat" cmpd="sng">
              <a:solidFill>
                <a:schemeClr val="dk2"/>
              </a:solidFill>
              <a:prstDash val="solid"/>
              <a:round/>
              <a:headEnd type="none" w="med" len="med"/>
              <a:tailEnd type="none" w="med" len="med"/>
            </a:ln>
          </p:spPr>
        </p:cxnSp>
        <p:cxnSp>
          <p:nvCxnSpPr>
            <p:cNvPr id="460" name="Google Shape;460;p7"/>
            <p:cNvCxnSpPr/>
            <p:nvPr/>
          </p:nvCxnSpPr>
          <p:spPr>
            <a:xfrm>
              <a:off x="6772263" y="-9400"/>
              <a:ext cx="0" cy="5162400"/>
            </a:xfrm>
            <a:prstGeom prst="straightConnector1">
              <a:avLst/>
            </a:prstGeom>
            <a:noFill/>
            <a:ln w="9525" cap="flat" cmpd="sng">
              <a:solidFill>
                <a:schemeClr val="dk2"/>
              </a:solidFill>
              <a:prstDash val="solid"/>
              <a:round/>
              <a:headEnd type="none" w="med" len="med"/>
              <a:tailEnd type="none" w="med" len="med"/>
            </a:ln>
          </p:spPr>
        </p:cxnSp>
        <p:cxnSp>
          <p:nvCxnSpPr>
            <p:cNvPr id="461" name="Google Shape;461;p7"/>
            <p:cNvCxnSpPr/>
            <p:nvPr/>
          </p:nvCxnSpPr>
          <p:spPr>
            <a:xfrm>
              <a:off x="7261238" y="-9400"/>
              <a:ext cx="0" cy="5162400"/>
            </a:xfrm>
            <a:prstGeom prst="straightConnector1">
              <a:avLst/>
            </a:prstGeom>
            <a:noFill/>
            <a:ln w="9525" cap="flat" cmpd="sng">
              <a:solidFill>
                <a:schemeClr val="dk2"/>
              </a:solidFill>
              <a:prstDash val="solid"/>
              <a:round/>
              <a:headEnd type="none" w="med" len="med"/>
              <a:tailEnd type="none" w="med" len="med"/>
            </a:ln>
          </p:spPr>
        </p:cxnSp>
        <p:cxnSp>
          <p:nvCxnSpPr>
            <p:cNvPr id="462" name="Google Shape;462;p7"/>
            <p:cNvCxnSpPr/>
            <p:nvPr/>
          </p:nvCxnSpPr>
          <p:spPr>
            <a:xfrm>
              <a:off x="7750213" y="-9400"/>
              <a:ext cx="0" cy="5162400"/>
            </a:xfrm>
            <a:prstGeom prst="straightConnector1">
              <a:avLst/>
            </a:prstGeom>
            <a:noFill/>
            <a:ln w="9525" cap="flat" cmpd="sng">
              <a:solidFill>
                <a:schemeClr val="dk2"/>
              </a:solidFill>
              <a:prstDash val="solid"/>
              <a:round/>
              <a:headEnd type="none" w="med" len="med"/>
              <a:tailEnd type="none" w="med" len="med"/>
            </a:ln>
          </p:spPr>
        </p:cxnSp>
        <p:cxnSp>
          <p:nvCxnSpPr>
            <p:cNvPr id="463" name="Google Shape;463;p7"/>
            <p:cNvCxnSpPr/>
            <p:nvPr/>
          </p:nvCxnSpPr>
          <p:spPr>
            <a:xfrm>
              <a:off x="8239188" y="-9400"/>
              <a:ext cx="0" cy="5162400"/>
            </a:xfrm>
            <a:prstGeom prst="straightConnector1">
              <a:avLst/>
            </a:prstGeom>
            <a:noFill/>
            <a:ln w="9525" cap="flat" cmpd="sng">
              <a:solidFill>
                <a:schemeClr val="dk2"/>
              </a:solidFill>
              <a:prstDash val="solid"/>
              <a:round/>
              <a:headEnd type="none" w="med" len="med"/>
              <a:tailEnd type="none" w="med" len="med"/>
            </a:ln>
          </p:spPr>
        </p:cxnSp>
        <p:cxnSp>
          <p:nvCxnSpPr>
            <p:cNvPr id="464" name="Google Shape;464;p7"/>
            <p:cNvCxnSpPr/>
            <p:nvPr/>
          </p:nvCxnSpPr>
          <p:spPr>
            <a:xfrm>
              <a:off x="8728163" y="-9400"/>
              <a:ext cx="0" cy="5162400"/>
            </a:xfrm>
            <a:prstGeom prst="straightConnector1">
              <a:avLst/>
            </a:prstGeom>
            <a:noFill/>
            <a:ln w="9525" cap="flat" cmpd="sng">
              <a:solidFill>
                <a:schemeClr val="dk2"/>
              </a:solidFill>
              <a:prstDash val="solid"/>
              <a:round/>
              <a:headEnd type="none" w="med" len="med"/>
              <a:tailEnd type="none" w="med" len="med"/>
            </a:ln>
          </p:spPr>
        </p:cxnSp>
      </p:grpSp>
      <p:grpSp>
        <p:nvGrpSpPr>
          <p:cNvPr id="465" name="Google Shape;465;p7"/>
          <p:cNvGrpSpPr/>
          <p:nvPr/>
        </p:nvGrpSpPr>
        <p:grpSpPr>
          <a:xfrm>
            <a:off x="-185282" y="395900"/>
            <a:ext cx="600900" cy="4351800"/>
            <a:chOff x="-185282" y="395900"/>
            <a:chExt cx="600900" cy="4351800"/>
          </a:xfrm>
        </p:grpSpPr>
        <p:sp>
          <p:nvSpPr>
            <p:cNvPr id="466" name="Google Shape;466;p7"/>
            <p:cNvSpPr/>
            <p:nvPr/>
          </p:nvSpPr>
          <p:spPr>
            <a:xfrm flipH="1">
              <a:off x="-185282" y="395900"/>
              <a:ext cx="600900" cy="4351800"/>
            </a:xfrm>
            <a:prstGeom prst="rect">
              <a:avLst/>
            </a:prstGeom>
            <a:solidFill>
              <a:srgbClr val="FBF7ED"/>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467" name="Google Shape;467;p7"/>
            <p:cNvCxnSpPr/>
            <p:nvPr/>
          </p:nvCxnSpPr>
          <p:spPr>
            <a:xfrm>
              <a:off x="-174000" y="736625"/>
              <a:ext cx="579300" cy="0"/>
            </a:xfrm>
            <a:prstGeom prst="straightConnector1">
              <a:avLst/>
            </a:prstGeom>
            <a:noFill/>
            <a:ln w="19050" cap="flat" cmpd="sng">
              <a:solidFill>
                <a:srgbClr val="F0EBDF"/>
              </a:solidFill>
              <a:prstDash val="solid"/>
              <a:round/>
              <a:headEnd type="none" w="med" len="med"/>
              <a:tailEnd type="none" w="med" len="med"/>
            </a:ln>
          </p:spPr>
        </p:cxnSp>
        <p:cxnSp>
          <p:nvCxnSpPr>
            <p:cNvPr id="468" name="Google Shape;468;p7"/>
            <p:cNvCxnSpPr/>
            <p:nvPr/>
          </p:nvCxnSpPr>
          <p:spPr>
            <a:xfrm>
              <a:off x="-174000" y="1070259"/>
              <a:ext cx="579300" cy="0"/>
            </a:xfrm>
            <a:prstGeom prst="straightConnector1">
              <a:avLst/>
            </a:prstGeom>
            <a:noFill/>
            <a:ln w="19050" cap="flat" cmpd="sng">
              <a:solidFill>
                <a:srgbClr val="F0EBDF"/>
              </a:solidFill>
              <a:prstDash val="solid"/>
              <a:round/>
              <a:headEnd type="none" w="med" len="med"/>
              <a:tailEnd type="none" w="med" len="med"/>
            </a:ln>
          </p:spPr>
        </p:cxnSp>
        <p:cxnSp>
          <p:nvCxnSpPr>
            <p:cNvPr id="469" name="Google Shape;469;p7"/>
            <p:cNvCxnSpPr/>
            <p:nvPr/>
          </p:nvCxnSpPr>
          <p:spPr>
            <a:xfrm>
              <a:off x="-174000" y="1403893"/>
              <a:ext cx="579300" cy="0"/>
            </a:xfrm>
            <a:prstGeom prst="straightConnector1">
              <a:avLst/>
            </a:prstGeom>
            <a:noFill/>
            <a:ln w="19050" cap="flat" cmpd="sng">
              <a:solidFill>
                <a:srgbClr val="F0EBDF"/>
              </a:solidFill>
              <a:prstDash val="solid"/>
              <a:round/>
              <a:headEnd type="none" w="med" len="med"/>
              <a:tailEnd type="none" w="med" len="med"/>
            </a:ln>
          </p:spPr>
        </p:cxnSp>
        <p:cxnSp>
          <p:nvCxnSpPr>
            <p:cNvPr id="470" name="Google Shape;470;p7"/>
            <p:cNvCxnSpPr/>
            <p:nvPr/>
          </p:nvCxnSpPr>
          <p:spPr>
            <a:xfrm>
              <a:off x="-174000" y="1737527"/>
              <a:ext cx="579300" cy="0"/>
            </a:xfrm>
            <a:prstGeom prst="straightConnector1">
              <a:avLst/>
            </a:prstGeom>
            <a:noFill/>
            <a:ln w="19050" cap="flat" cmpd="sng">
              <a:solidFill>
                <a:srgbClr val="F0EBDF"/>
              </a:solidFill>
              <a:prstDash val="solid"/>
              <a:round/>
              <a:headEnd type="none" w="med" len="med"/>
              <a:tailEnd type="none" w="med" len="med"/>
            </a:ln>
          </p:spPr>
        </p:cxnSp>
        <p:cxnSp>
          <p:nvCxnSpPr>
            <p:cNvPr id="471" name="Google Shape;471;p7"/>
            <p:cNvCxnSpPr/>
            <p:nvPr/>
          </p:nvCxnSpPr>
          <p:spPr>
            <a:xfrm>
              <a:off x="-174000" y="2071161"/>
              <a:ext cx="579300" cy="0"/>
            </a:xfrm>
            <a:prstGeom prst="straightConnector1">
              <a:avLst/>
            </a:prstGeom>
            <a:noFill/>
            <a:ln w="19050" cap="flat" cmpd="sng">
              <a:solidFill>
                <a:srgbClr val="F0EBDF"/>
              </a:solidFill>
              <a:prstDash val="solid"/>
              <a:round/>
              <a:headEnd type="none" w="med" len="med"/>
              <a:tailEnd type="none" w="med" len="med"/>
            </a:ln>
          </p:spPr>
        </p:cxnSp>
        <p:cxnSp>
          <p:nvCxnSpPr>
            <p:cNvPr id="472" name="Google Shape;472;p7"/>
            <p:cNvCxnSpPr/>
            <p:nvPr/>
          </p:nvCxnSpPr>
          <p:spPr>
            <a:xfrm>
              <a:off x="-174000" y="2404795"/>
              <a:ext cx="579300" cy="0"/>
            </a:xfrm>
            <a:prstGeom prst="straightConnector1">
              <a:avLst/>
            </a:prstGeom>
            <a:noFill/>
            <a:ln w="19050" cap="flat" cmpd="sng">
              <a:solidFill>
                <a:srgbClr val="F0EBDF"/>
              </a:solidFill>
              <a:prstDash val="solid"/>
              <a:round/>
              <a:headEnd type="none" w="med" len="med"/>
              <a:tailEnd type="none" w="med" len="med"/>
            </a:ln>
          </p:spPr>
        </p:cxnSp>
        <p:cxnSp>
          <p:nvCxnSpPr>
            <p:cNvPr id="473" name="Google Shape;473;p7"/>
            <p:cNvCxnSpPr/>
            <p:nvPr/>
          </p:nvCxnSpPr>
          <p:spPr>
            <a:xfrm>
              <a:off x="-174000" y="2738430"/>
              <a:ext cx="579300" cy="0"/>
            </a:xfrm>
            <a:prstGeom prst="straightConnector1">
              <a:avLst/>
            </a:prstGeom>
            <a:noFill/>
            <a:ln w="19050" cap="flat" cmpd="sng">
              <a:solidFill>
                <a:srgbClr val="F0EBDF"/>
              </a:solidFill>
              <a:prstDash val="solid"/>
              <a:round/>
              <a:headEnd type="none" w="med" len="med"/>
              <a:tailEnd type="none" w="med" len="med"/>
            </a:ln>
          </p:spPr>
        </p:cxnSp>
        <p:cxnSp>
          <p:nvCxnSpPr>
            <p:cNvPr id="474" name="Google Shape;474;p7"/>
            <p:cNvCxnSpPr/>
            <p:nvPr/>
          </p:nvCxnSpPr>
          <p:spPr>
            <a:xfrm>
              <a:off x="-174000" y="3739332"/>
              <a:ext cx="579300" cy="0"/>
            </a:xfrm>
            <a:prstGeom prst="straightConnector1">
              <a:avLst/>
            </a:prstGeom>
            <a:noFill/>
            <a:ln w="19050" cap="flat" cmpd="sng">
              <a:solidFill>
                <a:srgbClr val="F0EBDF"/>
              </a:solidFill>
              <a:prstDash val="solid"/>
              <a:round/>
              <a:headEnd type="none" w="med" len="med"/>
              <a:tailEnd type="none" w="med" len="med"/>
            </a:ln>
          </p:spPr>
        </p:cxnSp>
        <p:cxnSp>
          <p:nvCxnSpPr>
            <p:cNvPr id="475" name="Google Shape;475;p7"/>
            <p:cNvCxnSpPr/>
            <p:nvPr/>
          </p:nvCxnSpPr>
          <p:spPr>
            <a:xfrm>
              <a:off x="-174000" y="3405698"/>
              <a:ext cx="579300" cy="0"/>
            </a:xfrm>
            <a:prstGeom prst="straightConnector1">
              <a:avLst/>
            </a:prstGeom>
            <a:noFill/>
            <a:ln w="19050" cap="flat" cmpd="sng">
              <a:solidFill>
                <a:srgbClr val="F0EBDF"/>
              </a:solidFill>
              <a:prstDash val="solid"/>
              <a:round/>
              <a:headEnd type="none" w="med" len="med"/>
              <a:tailEnd type="none" w="med" len="med"/>
            </a:ln>
          </p:spPr>
        </p:cxnSp>
        <p:cxnSp>
          <p:nvCxnSpPr>
            <p:cNvPr id="476" name="Google Shape;476;p7"/>
            <p:cNvCxnSpPr/>
            <p:nvPr/>
          </p:nvCxnSpPr>
          <p:spPr>
            <a:xfrm>
              <a:off x="-174000" y="3072064"/>
              <a:ext cx="579300" cy="0"/>
            </a:xfrm>
            <a:prstGeom prst="straightConnector1">
              <a:avLst/>
            </a:prstGeom>
            <a:noFill/>
            <a:ln w="19050" cap="flat" cmpd="sng">
              <a:solidFill>
                <a:srgbClr val="F0EBDF"/>
              </a:solidFill>
              <a:prstDash val="solid"/>
              <a:round/>
              <a:headEnd type="none" w="med" len="med"/>
              <a:tailEnd type="none" w="med" len="med"/>
            </a:ln>
          </p:spPr>
        </p:cxnSp>
        <p:cxnSp>
          <p:nvCxnSpPr>
            <p:cNvPr id="477" name="Google Shape;477;p7"/>
            <p:cNvCxnSpPr/>
            <p:nvPr/>
          </p:nvCxnSpPr>
          <p:spPr>
            <a:xfrm>
              <a:off x="-174000" y="4072966"/>
              <a:ext cx="579300" cy="0"/>
            </a:xfrm>
            <a:prstGeom prst="straightConnector1">
              <a:avLst/>
            </a:prstGeom>
            <a:noFill/>
            <a:ln w="19050" cap="flat" cmpd="sng">
              <a:solidFill>
                <a:srgbClr val="F0EBDF"/>
              </a:solidFill>
              <a:prstDash val="solid"/>
              <a:round/>
              <a:headEnd type="none" w="med" len="med"/>
              <a:tailEnd type="none" w="med" len="med"/>
            </a:ln>
          </p:spPr>
        </p:cxnSp>
        <p:cxnSp>
          <p:nvCxnSpPr>
            <p:cNvPr id="478" name="Google Shape;478;p7"/>
            <p:cNvCxnSpPr/>
            <p:nvPr/>
          </p:nvCxnSpPr>
          <p:spPr>
            <a:xfrm>
              <a:off x="-174000" y="4406600"/>
              <a:ext cx="579300" cy="0"/>
            </a:xfrm>
            <a:prstGeom prst="straightConnector1">
              <a:avLst/>
            </a:prstGeom>
            <a:noFill/>
            <a:ln w="19050" cap="flat" cmpd="sng">
              <a:solidFill>
                <a:srgbClr val="F0EBDF"/>
              </a:solidFill>
              <a:prstDash val="solid"/>
              <a:round/>
              <a:headEnd type="none" w="med" len="med"/>
              <a:tailEnd type="none" w="med" len="med"/>
            </a:ln>
          </p:spPr>
        </p:cxnSp>
        <p:sp>
          <p:nvSpPr>
            <p:cNvPr id="479" name="Google Shape;479;p7"/>
            <p:cNvSpPr/>
            <p:nvPr/>
          </p:nvSpPr>
          <p:spPr>
            <a:xfrm flipH="1">
              <a:off x="136538" y="816775"/>
              <a:ext cx="165900" cy="1659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0" name="Google Shape;480;p7"/>
            <p:cNvSpPr/>
            <p:nvPr/>
          </p:nvSpPr>
          <p:spPr>
            <a:xfrm flipH="1">
              <a:off x="136538" y="1487737"/>
              <a:ext cx="165900" cy="1659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1" name="Google Shape;481;p7"/>
            <p:cNvSpPr/>
            <p:nvPr/>
          </p:nvSpPr>
          <p:spPr>
            <a:xfrm flipH="1">
              <a:off x="136538" y="2155025"/>
              <a:ext cx="165900" cy="1659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2" name="Google Shape;482;p7"/>
            <p:cNvSpPr/>
            <p:nvPr/>
          </p:nvSpPr>
          <p:spPr>
            <a:xfrm flipH="1">
              <a:off x="136538" y="2822287"/>
              <a:ext cx="165900" cy="1659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3" name="Google Shape;483;p7"/>
            <p:cNvSpPr/>
            <p:nvPr/>
          </p:nvSpPr>
          <p:spPr>
            <a:xfrm flipH="1">
              <a:off x="136538" y="3489562"/>
              <a:ext cx="165900" cy="1659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4" name="Google Shape;484;p7"/>
            <p:cNvSpPr/>
            <p:nvPr/>
          </p:nvSpPr>
          <p:spPr>
            <a:xfrm flipH="1">
              <a:off x="136538" y="4156825"/>
              <a:ext cx="165900" cy="1659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85" name="Google Shape;485;p7"/>
          <p:cNvGrpSpPr/>
          <p:nvPr/>
        </p:nvGrpSpPr>
        <p:grpSpPr>
          <a:xfrm>
            <a:off x="504792" y="395741"/>
            <a:ext cx="8134200" cy="4351800"/>
            <a:chOff x="504792" y="395741"/>
            <a:chExt cx="8134200" cy="4351800"/>
          </a:xfrm>
        </p:grpSpPr>
        <p:sp>
          <p:nvSpPr>
            <p:cNvPr id="486" name="Google Shape;486;p7"/>
            <p:cNvSpPr/>
            <p:nvPr/>
          </p:nvSpPr>
          <p:spPr>
            <a:xfrm>
              <a:off x="504792" y="395741"/>
              <a:ext cx="8134200" cy="4351800"/>
            </a:xfrm>
            <a:prstGeom prst="rect">
              <a:avLst/>
            </a:prstGeom>
            <a:solidFill>
              <a:srgbClr val="FBF7ED"/>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487" name="Google Shape;487;p7"/>
            <p:cNvCxnSpPr/>
            <p:nvPr/>
          </p:nvCxnSpPr>
          <p:spPr>
            <a:xfrm rot="10800000">
              <a:off x="517425" y="736450"/>
              <a:ext cx="8112000" cy="0"/>
            </a:xfrm>
            <a:prstGeom prst="straightConnector1">
              <a:avLst/>
            </a:prstGeom>
            <a:noFill/>
            <a:ln w="19050" cap="flat" cmpd="sng">
              <a:solidFill>
                <a:srgbClr val="F0EBDF"/>
              </a:solidFill>
              <a:prstDash val="solid"/>
              <a:round/>
              <a:headEnd type="none" w="med" len="med"/>
              <a:tailEnd type="none" w="med" len="med"/>
            </a:ln>
          </p:spPr>
        </p:cxnSp>
        <p:cxnSp>
          <p:nvCxnSpPr>
            <p:cNvPr id="488" name="Google Shape;488;p7"/>
            <p:cNvCxnSpPr/>
            <p:nvPr/>
          </p:nvCxnSpPr>
          <p:spPr>
            <a:xfrm rot="10800000">
              <a:off x="517425" y="1070084"/>
              <a:ext cx="8112000" cy="0"/>
            </a:xfrm>
            <a:prstGeom prst="straightConnector1">
              <a:avLst/>
            </a:prstGeom>
            <a:noFill/>
            <a:ln w="19050" cap="flat" cmpd="sng">
              <a:solidFill>
                <a:srgbClr val="F0EBDF"/>
              </a:solidFill>
              <a:prstDash val="solid"/>
              <a:round/>
              <a:headEnd type="none" w="med" len="med"/>
              <a:tailEnd type="none" w="med" len="med"/>
            </a:ln>
          </p:spPr>
        </p:cxnSp>
        <p:cxnSp>
          <p:nvCxnSpPr>
            <p:cNvPr id="489" name="Google Shape;489;p7"/>
            <p:cNvCxnSpPr/>
            <p:nvPr/>
          </p:nvCxnSpPr>
          <p:spPr>
            <a:xfrm rot="10800000">
              <a:off x="517425" y="1403718"/>
              <a:ext cx="8112000" cy="0"/>
            </a:xfrm>
            <a:prstGeom prst="straightConnector1">
              <a:avLst/>
            </a:prstGeom>
            <a:noFill/>
            <a:ln w="19050" cap="flat" cmpd="sng">
              <a:solidFill>
                <a:srgbClr val="F0EBDF"/>
              </a:solidFill>
              <a:prstDash val="solid"/>
              <a:round/>
              <a:headEnd type="none" w="med" len="med"/>
              <a:tailEnd type="none" w="med" len="med"/>
            </a:ln>
          </p:spPr>
        </p:cxnSp>
        <p:cxnSp>
          <p:nvCxnSpPr>
            <p:cNvPr id="490" name="Google Shape;490;p7"/>
            <p:cNvCxnSpPr/>
            <p:nvPr/>
          </p:nvCxnSpPr>
          <p:spPr>
            <a:xfrm rot="10800000">
              <a:off x="517425" y="1737352"/>
              <a:ext cx="8112000" cy="0"/>
            </a:xfrm>
            <a:prstGeom prst="straightConnector1">
              <a:avLst/>
            </a:prstGeom>
            <a:noFill/>
            <a:ln w="19050" cap="flat" cmpd="sng">
              <a:solidFill>
                <a:srgbClr val="F0EBDF"/>
              </a:solidFill>
              <a:prstDash val="solid"/>
              <a:round/>
              <a:headEnd type="none" w="med" len="med"/>
              <a:tailEnd type="none" w="med" len="med"/>
            </a:ln>
          </p:spPr>
        </p:cxnSp>
        <p:cxnSp>
          <p:nvCxnSpPr>
            <p:cNvPr id="491" name="Google Shape;491;p7"/>
            <p:cNvCxnSpPr/>
            <p:nvPr/>
          </p:nvCxnSpPr>
          <p:spPr>
            <a:xfrm rot="10800000">
              <a:off x="517425" y="2070986"/>
              <a:ext cx="8112000" cy="0"/>
            </a:xfrm>
            <a:prstGeom prst="straightConnector1">
              <a:avLst/>
            </a:prstGeom>
            <a:noFill/>
            <a:ln w="19050" cap="flat" cmpd="sng">
              <a:solidFill>
                <a:srgbClr val="F0EBDF"/>
              </a:solidFill>
              <a:prstDash val="solid"/>
              <a:round/>
              <a:headEnd type="none" w="med" len="med"/>
              <a:tailEnd type="none" w="med" len="med"/>
            </a:ln>
          </p:spPr>
        </p:cxnSp>
        <p:cxnSp>
          <p:nvCxnSpPr>
            <p:cNvPr id="492" name="Google Shape;492;p7"/>
            <p:cNvCxnSpPr/>
            <p:nvPr/>
          </p:nvCxnSpPr>
          <p:spPr>
            <a:xfrm rot="10800000">
              <a:off x="517425" y="2404620"/>
              <a:ext cx="8112000" cy="0"/>
            </a:xfrm>
            <a:prstGeom prst="straightConnector1">
              <a:avLst/>
            </a:prstGeom>
            <a:noFill/>
            <a:ln w="19050" cap="flat" cmpd="sng">
              <a:solidFill>
                <a:srgbClr val="F0EBDF"/>
              </a:solidFill>
              <a:prstDash val="solid"/>
              <a:round/>
              <a:headEnd type="none" w="med" len="med"/>
              <a:tailEnd type="none" w="med" len="med"/>
            </a:ln>
          </p:spPr>
        </p:cxnSp>
        <p:cxnSp>
          <p:nvCxnSpPr>
            <p:cNvPr id="493" name="Google Shape;493;p7"/>
            <p:cNvCxnSpPr/>
            <p:nvPr/>
          </p:nvCxnSpPr>
          <p:spPr>
            <a:xfrm rot="10800000">
              <a:off x="517425" y="2738255"/>
              <a:ext cx="8112000" cy="0"/>
            </a:xfrm>
            <a:prstGeom prst="straightConnector1">
              <a:avLst/>
            </a:prstGeom>
            <a:noFill/>
            <a:ln w="19050" cap="flat" cmpd="sng">
              <a:solidFill>
                <a:srgbClr val="F0EBDF"/>
              </a:solidFill>
              <a:prstDash val="solid"/>
              <a:round/>
              <a:headEnd type="none" w="med" len="med"/>
              <a:tailEnd type="none" w="med" len="med"/>
            </a:ln>
          </p:spPr>
        </p:cxnSp>
        <p:cxnSp>
          <p:nvCxnSpPr>
            <p:cNvPr id="494" name="Google Shape;494;p7"/>
            <p:cNvCxnSpPr/>
            <p:nvPr/>
          </p:nvCxnSpPr>
          <p:spPr>
            <a:xfrm rot="10800000">
              <a:off x="517425" y="3739157"/>
              <a:ext cx="8112000" cy="0"/>
            </a:xfrm>
            <a:prstGeom prst="straightConnector1">
              <a:avLst/>
            </a:prstGeom>
            <a:noFill/>
            <a:ln w="19050" cap="flat" cmpd="sng">
              <a:solidFill>
                <a:srgbClr val="F0EBDF"/>
              </a:solidFill>
              <a:prstDash val="solid"/>
              <a:round/>
              <a:headEnd type="none" w="med" len="med"/>
              <a:tailEnd type="none" w="med" len="med"/>
            </a:ln>
          </p:spPr>
        </p:cxnSp>
        <p:cxnSp>
          <p:nvCxnSpPr>
            <p:cNvPr id="495" name="Google Shape;495;p7"/>
            <p:cNvCxnSpPr/>
            <p:nvPr/>
          </p:nvCxnSpPr>
          <p:spPr>
            <a:xfrm rot="10800000">
              <a:off x="517425" y="3405523"/>
              <a:ext cx="8112000" cy="0"/>
            </a:xfrm>
            <a:prstGeom prst="straightConnector1">
              <a:avLst/>
            </a:prstGeom>
            <a:noFill/>
            <a:ln w="19050" cap="flat" cmpd="sng">
              <a:solidFill>
                <a:srgbClr val="F0EBDF"/>
              </a:solidFill>
              <a:prstDash val="solid"/>
              <a:round/>
              <a:headEnd type="none" w="med" len="med"/>
              <a:tailEnd type="none" w="med" len="med"/>
            </a:ln>
          </p:spPr>
        </p:cxnSp>
        <p:cxnSp>
          <p:nvCxnSpPr>
            <p:cNvPr id="496" name="Google Shape;496;p7"/>
            <p:cNvCxnSpPr/>
            <p:nvPr/>
          </p:nvCxnSpPr>
          <p:spPr>
            <a:xfrm rot="10800000">
              <a:off x="517425" y="3071889"/>
              <a:ext cx="8112000" cy="0"/>
            </a:xfrm>
            <a:prstGeom prst="straightConnector1">
              <a:avLst/>
            </a:prstGeom>
            <a:noFill/>
            <a:ln w="19050" cap="flat" cmpd="sng">
              <a:solidFill>
                <a:srgbClr val="F0EBDF"/>
              </a:solidFill>
              <a:prstDash val="solid"/>
              <a:round/>
              <a:headEnd type="none" w="med" len="med"/>
              <a:tailEnd type="none" w="med" len="med"/>
            </a:ln>
          </p:spPr>
        </p:cxnSp>
        <p:cxnSp>
          <p:nvCxnSpPr>
            <p:cNvPr id="497" name="Google Shape;497;p7"/>
            <p:cNvCxnSpPr/>
            <p:nvPr/>
          </p:nvCxnSpPr>
          <p:spPr>
            <a:xfrm rot="10800000">
              <a:off x="517425" y="4072791"/>
              <a:ext cx="8112000" cy="0"/>
            </a:xfrm>
            <a:prstGeom prst="straightConnector1">
              <a:avLst/>
            </a:prstGeom>
            <a:noFill/>
            <a:ln w="19050" cap="flat" cmpd="sng">
              <a:solidFill>
                <a:srgbClr val="F0EBDF"/>
              </a:solidFill>
              <a:prstDash val="solid"/>
              <a:round/>
              <a:headEnd type="none" w="med" len="med"/>
              <a:tailEnd type="none" w="med" len="med"/>
            </a:ln>
          </p:spPr>
        </p:cxnSp>
        <p:cxnSp>
          <p:nvCxnSpPr>
            <p:cNvPr id="498" name="Google Shape;498;p7"/>
            <p:cNvCxnSpPr/>
            <p:nvPr/>
          </p:nvCxnSpPr>
          <p:spPr>
            <a:xfrm rot="10800000">
              <a:off x="517425" y="4406425"/>
              <a:ext cx="8112000" cy="0"/>
            </a:xfrm>
            <a:prstGeom prst="straightConnector1">
              <a:avLst/>
            </a:prstGeom>
            <a:noFill/>
            <a:ln w="19050" cap="flat" cmpd="sng">
              <a:solidFill>
                <a:srgbClr val="F0EBDF"/>
              </a:solidFill>
              <a:prstDash val="solid"/>
              <a:round/>
              <a:headEnd type="none" w="med" len="med"/>
              <a:tailEnd type="none" w="med" len="med"/>
            </a:ln>
          </p:spPr>
        </p:cxnSp>
        <p:cxnSp>
          <p:nvCxnSpPr>
            <p:cNvPr id="499" name="Google Shape;499;p7"/>
            <p:cNvCxnSpPr/>
            <p:nvPr/>
          </p:nvCxnSpPr>
          <p:spPr>
            <a:xfrm>
              <a:off x="900099" y="403173"/>
              <a:ext cx="0" cy="4336800"/>
            </a:xfrm>
            <a:prstGeom prst="straightConnector1">
              <a:avLst/>
            </a:prstGeom>
            <a:noFill/>
            <a:ln w="19050" cap="flat" cmpd="sng">
              <a:solidFill>
                <a:schemeClr val="lt1"/>
              </a:solidFill>
              <a:prstDash val="solid"/>
              <a:round/>
              <a:headEnd type="none" w="med" len="med"/>
              <a:tailEnd type="none" w="med" len="med"/>
            </a:ln>
          </p:spPr>
        </p:cxnSp>
        <p:sp>
          <p:nvSpPr>
            <p:cNvPr id="500" name="Google Shape;500;p7"/>
            <p:cNvSpPr/>
            <p:nvPr/>
          </p:nvSpPr>
          <p:spPr>
            <a:xfrm>
              <a:off x="617972" y="816625"/>
              <a:ext cx="165900" cy="1659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1" name="Google Shape;501;p7"/>
            <p:cNvSpPr/>
            <p:nvPr/>
          </p:nvSpPr>
          <p:spPr>
            <a:xfrm>
              <a:off x="617972" y="1487587"/>
              <a:ext cx="165900" cy="1659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2" name="Google Shape;502;p7"/>
            <p:cNvSpPr/>
            <p:nvPr/>
          </p:nvSpPr>
          <p:spPr>
            <a:xfrm>
              <a:off x="617972" y="2154875"/>
              <a:ext cx="165900" cy="1659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3" name="Google Shape;503;p7"/>
            <p:cNvSpPr/>
            <p:nvPr/>
          </p:nvSpPr>
          <p:spPr>
            <a:xfrm>
              <a:off x="617972" y="2822137"/>
              <a:ext cx="165900" cy="1659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4" name="Google Shape;504;p7"/>
            <p:cNvSpPr/>
            <p:nvPr/>
          </p:nvSpPr>
          <p:spPr>
            <a:xfrm>
              <a:off x="617972" y="3489412"/>
              <a:ext cx="165900" cy="1659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5" name="Google Shape;505;p7"/>
            <p:cNvSpPr/>
            <p:nvPr/>
          </p:nvSpPr>
          <p:spPr>
            <a:xfrm>
              <a:off x="617972" y="4156675"/>
              <a:ext cx="165900" cy="1659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06" name="Google Shape;506;p7"/>
          <p:cNvSpPr txBox="1">
            <a:spLocks noGrp="1"/>
          </p:cNvSpPr>
          <p:nvPr>
            <p:ph type="body" idx="1"/>
          </p:nvPr>
        </p:nvSpPr>
        <p:spPr>
          <a:xfrm>
            <a:off x="1135550" y="1374425"/>
            <a:ext cx="3606000" cy="2837700"/>
          </a:xfrm>
          <a:prstGeom prst="rect">
            <a:avLst/>
          </a:prstGeom>
        </p:spPr>
        <p:txBody>
          <a:bodyPr spcFirstLastPara="1" wrap="square" lIns="91425" tIns="91425" rIns="91425" bIns="91425" anchor="t" anchorCtr="0">
            <a:noAutofit/>
          </a:bodyPr>
          <a:lstStyle>
            <a:lvl1pPr marL="457200" lvl="0" indent="-317500" rtl="0">
              <a:lnSpc>
                <a:spcPct val="100000"/>
              </a:lnSpc>
              <a:spcBef>
                <a:spcPts val="0"/>
              </a:spcBef>
              <a:spcAft>
                <a:spcPts val="0"/>
              </a:spcAft>
              <a:buClr>
                <a:srgbClr val="595959"/>
              </a:buClr>
              <a:buSzPts val="1400"/>
              <a:buFont typeface="Anaheim"/>
              <a:buAutoNum type="arabicPeriod"/>
              <a:defRPr sz="1400">
                <a:solidFill>
                  <a:srgbClr val="434343"/>
                </a:solidFill>
              </a:defRPr>
            </a:lvl1pPr>
            <a:lvl2pPr marL="914400" lvl="1" indent="-317500" rtl="0">
              <a:lnSpc>
                <a:spcPct val="115000"/>
              </a:lnSpc>
              <a:spcBef>
                <a:spcPts val="1600"/>
              </a:spcBef>
              <a:spcAft>
                <a:spcPts val="0"/>
              </a:spcAft>
              <a:buClr>
                <a:srgbClr val="595959"/>
              </a:buClr>
              <a:buSzPts val="1400"/>
              <a:buFont typeface="Anaheim"/>
              <a:buAutoNum type="alphaLcPeriod"/>
              <a:defRPr>
                <a:solidFill>
                  <a:srgbClr val="434343"/>
                </a:solidFill>
              </a:defRPr>
            </a:lvl2pPr>
            <a:lvl3pPr marL="1371600" lvl="2" indent="-317500" rtl="0">
              <a:lnSpc>
                <a:spcPct val="115000"/>
              </a:lnSpc>
              <a:spcBef>
                <a:spcPts val="0"/>
              </a:spcBef>
              <a:spcAft>
                <a:spcPts val="0"/>
              </a:spcAft>
              <a:buClr>
                <a:srgbClr val="595959"/>
              </a:buClr>
              <a:buSzPts val="1400"/>
              <a:buFont typeface="Anaheim"/>
              <a:buAutoNum type="romanLcPeriod"/>
              <a:defRPr>
                <a:solidFill>
                  <a:srgbClr val="434343"/>
                </a:solidFill>
              </a:defRPr>
            </a:lvl3pPr>
            <a:lvl4pPr marL="1828800" lvl="3" indent="-317500" rtl="0">
              <a:lnSpc>
                <a:spcPct val="115000"/>
              </a:lnSpc>
              <a:spcBef>
                <a:spcPts val="0"/>
              </a:spcBef>
              <a:spcAft>
                <a:spcPts val="0"/>
              </a:spcAft>
              <a:buClr>
                <a:srgbClr val="595959"/>
              </a:buClr>
              <a:buSzPts val="1400"/>
              <a:buFont typeface="Anaheim"/>
              <a:buAutoNum type="arabicPeriod"/>
              <a:defRPr>
                <a:solidFill>
                  <a:srgbClr val="434343"/>
                </a:solidFill>
              </a:defRPr>
            </a:lvl4pPr>
            <a:lvl5pPr marL="2286000" lvl="4" indent="-317500" rtl="0">
              <a:lnSpc>
                <a:spcPct val="115000"/>
              </a:lnSpc>
              <a:spcBef>
                <a:spcPts val="0"/>
              </a:spcBef>
              <a:spcAft>
                <a:spcPts val="0"/>
              </a:spcAft>
              <a:buClr>
                <a:srgbClr val="595959"/>
              </a:buClr>
              <a:buSzPts val="1400"/>
              <a:buFont typeface="Anaheim"/>
              <a:buAutoNum type="alphaLcPeriod"/>
              <a:defRPr>
                <a:solidFill>
                  <a:srgbClr val="434343"/>
                </a:solidFill>
              </a:defRPr>
            </a:lvl5pPr>
            <a:lvl6pPr marL="2743200" lvl="5" indent="-317500" rtl="0">
              <a:lnSpc>
                <a:spcPct val="115000"/>
              </a:lnSpc>
              <a:spcBef>
                <a:spcPts val="0"/>
              </a:spcBef>
              <a:spcAft>
                <a:spcPts val="0"/>
              </a:spcAft>
              <a:buClr>
                <a:srgbClr val="595959"/>
              </a:buClr>
              <a:buSzPts val="1400"/>
              <a:buFont typeface="Anaheim"/>
              <a:buAutoNum type="romanLcPeriod"/>
              <a:defRPr>
                <a:solidFill>
                  <a:srgbClr val="434343"/>
                </a:solidFill>
              </a:defRPr>
            </a:lvl6pPr>
            <a:lvl7pPr marL="3200400" lvl="6" indent="-317500" rtl="0">
              <a:lnSpc>
                <a:spcPct val="115000"/>
              </a:lnSpc>
              <a:spcBef>
                <a:spcPts val="0"/>
              </a:spcBef>
              <a:spcAft>
                <a:spcPts val="0"/>
              </a:spcAft>
              <a:buClr>
                <a:srgbClr val="595959"/>
              </a:buClr>
              <a:buSzPts val="1400"/>
              <a:buFont typeface="Anaheim"/>
              <a:buAutoNum type="arabicPeriod"/>
              <a:defRPr>
                <a:solidFill>
                  <a:srgbClr val="434343"/>
                </a:solidFill>
              </a:defRPr>
            </a:lvl7pPr>
            <a:lvl8pPr marL="3657600" lvl="7" indent="-317500" rtl="0">
              <a:lnSpc>
                <a:spcPct val="115000"/>
              </a:lnSpc>
              <a:spcBef>
                <a:spcPts val="0"/>
              </a:spcBef>
              <a:spcAft>
                <a:spcPts val="0"/>
              </a:spcAft>
              <a:buClr>
                <a:srgbClr val="595959"/>
              </a:buClr>
              <a:buSzPts val="1400"/>
              <a:buFont typeface="Anaheim"/>
              <a:buAutoNum type="alphaLcPeriod"/>
              <a:defRPr>
                <a:solidFill>
                  <a:srgbClr val="434343"/>
                </a:solidFill>
              </a:defRPr>
            </a:lvl8pPr>
            <a:lvl9pPr marL="4114800" lvl="8" indent="-317500" rtl="0">
              <a:lnSpc>
                <a:spcPct val="115000"/>
              </a:lnSpc>
              <a:spcBef>
                <a:spcPts val="0"/>
              </a:spcBef>
              <a:spcAft>
                <a:spcPts val="0"/>
              </a:spcAft>
              <a:buClr>
                <a:srgbClr val="595959"/>
              </a:buClr>
              <a:buSzPts val="1400"/>
              <a:buFont typeface="Anaheim"/>
              <a:buAutoNum type="romanLcPeriod"/>
              <a:defRPr>
                <a:solidFill>
                  <a:srgbClr val="434343"/>
                </a:solidFill>
              </a:defRPr>
            </a:lvl9pPr>
          </a:lstStyle>
          <a:p>
            <a:endParaRPr/>
          </a:p>
        </p:txBody>
      </p:sp>
      <p:grpSp>
        <p:nvGrpSpPr>
          <p:cNvPr id="507" name="Google Shape;507;p7"/>
          <p:cNvGrpSpPr/>
          <p:nvPr/>
        </p:nvGrpSpPr>
        <p:grpSpPr>
          <a:xfrm>
            <a:off x="227312" y="868475"/>
            <a:ext cx="477900" cy="3405950"/>
            <a:chOff x="227312" y="868475"/>
            <a:chExt cx="477900" cy="3405950"/>
          </a:xfrm>
        </p:grpSpPr>
        <p:sp>
          <p:nvSpPr>
            <p:cNvPr id="508" name="Google Shape;508;p7"/>
            <p:cNvSpPr/>
            <p:nvPr/>
          </p:nvSpPr>
          <p:spPr>
            <a:xfrm rot="10800000" flipH="1">
              <a:off x="227312" y="868475"/>
              <a:ext cx="477900" cy="69600"/>
            </a:xfrm>
            <a:prstGeom prst="roundRect">
              <a:avLst>
                <a:gd name="adj" fmla="val 16667"/>
              </a:avLst>
            </a:prstGeom>
            <a:solidFill>
              <a:schemeClr val="accen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9" name="Google Shape;509;p7"/>
            <p:cNvSpPr/>
            <p:nvPr/>
          </p:nvSpPr>
          <p:spPr>
            <a:xfrm rot="10800000" flipH="1">
              <a:off x="227312" y="1535738"/>
              <a:ext cx="477900" cy="69600"/>
            </a:xfrm>
            <a:prstGeom prst="roundRect">
              <a:avLst>
                <a:gd name="adj" fmla="val 16667"/>
              </a:avLst>
            </a:prstGeom>
            <a:solidFill>
              <a:schemeClr val="accen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0" name="Google Shape;510;p7"/>
            <p:cNvSpPr/>
            <p:nvPr/>
          </p:nvSpPr>
          <p:spPr>
            <a:xfrm rot="10800000" flipH="1">
              <a:off x="227312" y="2203025"/>
              <a:ext cx="477900" cy="69600"/>
            </a:xfrm>
            <a:prstGeom prst="roundRect">
              <a:avLst>
                <a:gd name="adj" fmla="val 16667"/>
              </a:avLst>
            </a:prstGeom>
            <a:solidFill>
              <a:schemeClr val="accen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1" name="Google Shape;511;p7"/>
            <p:cNvSpPr/>
            <p:nvPr/>
          </p:nvSpPr>
          <p:spPr>
            <a:xfrm rot="10800000" flipH="1">
              <a:off x="227312" y="2870288"/>
              <a:ext cx="477900" cy="69600"/>
            </a:xfrm>
            <a:prstGeom prst="roundRect">
              <a:avLst>
                <a:gd name="adj" fmla="val 16667"/>
              </a:avLst>
            </a:prstGeom>
            <a:solidFill>
              <a:schemeClr val="accen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2" name="Google Shape;512;p7"/>
            <p:cNvSpPr/>
            <p:nvPr/>
          </p:nvSpPr>
          <p:spPr>
            <a:xfrm rot="10800000" flipH="1">
              <a:off x="227312" y="3537563"/>
              <a:ext cx="477900" cy="69600"/>
            </a:xfrm>
            <a:prstGeom prst="roundRect">
              <a:avLst>
                <a:gd name="adj" fmla="val 16667"/>
              </a:avLst>
            </a:prstGeom>
            <a:solidFill>
              <a:schemeClr val="accen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3" name="Google Shape;513;p7"/>
            <p:cNvSpPr/>
            <p:nvPr/>
          </p:nvSpPr>
          <p:spPr>
            <a:xfrm rot="10800000" flipH="1">
              <a:off x="227312" y="4204825"/>
              <a:ext cx="477900" cy="69600"/>
            </a:xfrm>
            <a:prstGeom prst="roundRect">
              <a:avLst>
                <a:gd name="adj" fmla="val 16667"/>
              </a:avLst>
            </a:prstGeom>
            <a:solidFill>
              <a:schemeClr val="accen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14" name="Google Shape;514;p7"/>
          <p:cNvSpPr txBox="1">
            <a:spLocks noGrp="1"/>
          </p:cNvSpPr>
          <p:nvPr>
            <p:ph type="title"/>
          </p:nvPr>
        </p:nvSpPr>
        <p:spPr>
          <a:xfrm>
            <a:off x="904875" y="597425"/>
            <a:ext cx="7334400" cy="572700"/>
          </a:xfrm>
          <a:prstGeom prst="rect">
            <a:avLst/>
          </a:prstGeom>
          <a:ln>
            <a:noFill/>
          </a:ln>
        </p:spPr>
        <p:txBody>
          <a:bodyPr spcFirstLastPara="1" wrap="square" lIns="91425" tIns="91425" rIns="91425" bIns="91425" anchor="ctr" anchorCtr="0">
            <a:noAutofit/>
          </a:bodyPr>
          <a:lstStyle>
            <a:lvl1pPr lvl="0" algn="ctr"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515" name="Google Shape;515;p7"/>
          <p:cNvSpPr/>
          <p:nvPr/>
        </p:nvSpPr>
        <p:spPr>
          <a:xfrm rot="-2227469" flipH="1">
            <a:off x="3410592" y="4365677"/>
            <a:ext cx="243062" cy="210302"/>
          </a:xfrm>
          <a:prstGeom prst="triangle">
            <a:avLst>
              <a:gd name="adj" fmla="val 50000"/>
            </a:avLst>
          </a:prstGeom>
          <a:noFill/>
          <a:ln w="19050"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6" name="Google Shape;516;p7"/>
          <p:cNvSpPr/>
          <p:nvPr/>
        </p:nvSpPr>
        <p:spPr>
          <a:xfrm rot="7771672" flipH="1">
            <a:off x="7056077" y="980941"/>
            <a:ext cx="126796" cy="109319"/>
          </a:xfrm>
          <a:prstGeom prst="triangle">
            <a:avLst>
              <a:gd name="adj" fmla="val 50000"/>
            </a:avLst>
          </a:pr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7" name="Google Shape;517;p7"/>
          <p:cNvSpPr/>
          <p:nvPr/>
        </p:nvSpPr>
        <p:spPr>
          <a:xfrm flipH="1">
            <a:off x="970562" y="3452900"/>
            <a:ext cx="165000" cy="165000"/>
          </a:xfrm>
          <a:prstGeom prst="ellipse">
            <a:avLst/>
          </a:prstGeom>
          <a:noFill/>
          <a:ln w="19050"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518"/>
        <p:cNvGrpSpPr/>
        <p:nvPr/>
      </p:nvGrpSpPr>
      <p:grpSpPr>
        <a:xfrm>
          <a:off x="0" y="0"/>
          <a:ext cx="0" cy="0"/>
          <a:chOff x="0" y="0"/>
          <a:chExt cx="0" cy="0"/>
        </a:xfrm>
      </p:grpSpPr>
      <p:grpSp>
        <p:nvGrpSpPr>
          <p:cNvPr id="519" name="Google Shape;519;p8"/>
          <p:cNvGrpSpPr/>
          <p:nvPr/>
        </p:nvGrpSpPr>
        <p:grpSpPr>
          <a:xfrm>
            <a:off x="10" y="-9400"/>
            <a:ext cx="9144000" cy="5162400"/>
            <a:chOff x="10" y="-9400"/>
            <a:chExt cx="9144000" cy="5162400"/>
          </a:xfrm>
        </p:grpSpPr>
        <p:grpSp>
          <p:nvGrpSpPr>
            <p:cNvPr id="520" name="Google Shape;520;p8"/>
            <p:cNvGrpSpPr/>
            <p:nvPr/>
          </p:nvGrpSpPr>
          <p:grpSpPr>
            <a:xfrm>
              <a:off x="10" y="371400"/>
              <a:ext cx="9144000" cy="4400775"/>
              <a:chOff x="10" y="371400"/>
              <a:chExt cx="9144000" cy="4400775"/>
            </a:xfrm>
          </p:grpSpPr>
          <p:cxnSp>
            <p:nvCxnSpPr>
              <p:cNvPr id="521" name="Google Shape;521;p8"/>
              <p:cNvCxnSpPr/>
              <p:nvPr/>
            </p:nvCxnSpPr>
            <p:spPr>
              <a:xfrm>
                <a:off x="4572010" y="-4200600"/>
                <a:ext cx="0" cy="9144000"/>
              </a:xfrm>
              <a:prstGeom prst="straightConnector1">
                <a:avLst/>
              </a:prstGeom>
              <a:noFill/>
              <a:ln w="9525" cap="flat" cmpd="sng">
                <a:solidFill>
                  <a:schemeClr val="dk2"/>
                </a:solidFill>
                <a:prstDash val="solid"/>
                <a:round/>
                <a:headEnd type="none" w="med" len="med"/>
                <a:tailEnd type="none" w="med" len="med"/>
              </a:ln>
            </p:spPr>
          </p:cxnSp>
          <p:cxnSp>
            <p:nvCxnSpPr>
              <p:cNvPr id="522" name="Google Shape;522;p8"/>
              <p:cNvCxnSpPr/>
              <p:nvPr/>
            </p:nvCxnSpPr>
            <p:spPr>
              <a:xfrm>
                <a:off x="4572010" y="-3711625"/>
                <a:ext cx="0" cy="9144000"/>
              </a:xfrm>
              <a:prstGeom prst="straightConnector1">
                <a:avLst/>
              </a:prstGeom>
              <a:noFill/>
              <a:ln w="9525" cap="flat" cmpd="sng">
                <a:solidFill>
                  <a:schemeClr val="dk2"/>
                </a:solidFill>
                <a:prstDash val="solid"/>
                <a:round/>
                <a:headEnd type="none" w="med" len="med"/>
                <a:tailEnd type="none" w="med" len="med"/>
              </a:ln>
            </p:spPr>
          </p:cxnSp>
          <p:cxnSp>
            <p:nvCxnSpPr>
              <p:cNvPr id="523" name="Google Shape;523;p8"/>
              <p:cNvCxnSpPr/>
              <p:nvPr/>
            </p:nvCxnSpPr>
            <p:spPr>
              <a:xfrm>
                <a:off x="4572010" y="-3222650"/>
                <a:ext cx="0" cy="9144000"/>
              </a:xfrm>
              <a:prstGeom prst="straightConnector1">
                <a:avLst/>
              </a:prstGeom>
              <a:noFill/>
              <a:ln w="9525" cap="flat" cmpd="sng">
                <a:solidFill>
                  <a:schemeClr val="dk2"/>
                </a:solidFill>
                <a:prstDash val="solid"/>
                <a:round/>
                <a:headEnd type="none" w="med" len="med"/>
                <a:tailEnd type="none" w="med" len="med"/>
              </a:ln>
            </p:spPr>
          </p:cxnSp>
          <p:cxnSp>
            <p:nvCxnSpPr>
              <p:cNvPr id="524" name="Google Shape;524;p8"/>
              <p:cNvCxnSpPr/>
              <p:nvPr/>
            </p:nvCxnSpPr>
            <p:spPr>
              <a:xfrm>
                <a:off x="4572010" y="-2733675"/>
                <a:ext cx="0" cy="9144000"/>
              </a:xfrm>
              <a:prstGeom prst="straightConnector1">
                <a:avLst/>
              </a:prstGeom>
              <a:noFill/>
              <a:ln w="9525" cap="flat" cmpd="sng">
                <a:solidFill>
                  <a:schemeClr val="dk2"/>
                </a:solidFill>
                <a:prstDash val="solid"/>
                <a:round/>
                <a:headEnd type="none" w="med" len="med"/>
                <a:tailEnd type="none" w="med" len="med"/>
              </a:ln>
            </p:spPr>
          </p:cxnSp>
          <p:cxnSp>
            <p:nvCxnSpPr>
              <p:cNvPr id="525" name="Google Shape;525;p8"/>
              <p:cNvCxnSpPr/>
              <p:nvPr/>
            </p:nvCxnSpPr>
            <p:spPr>
              <a:xfrm>
                <a:off x="4572010" y="-2244700"/>
                <a:ext cx="0" cy="9144000"/>
              </a:xfrm>
              <a:prstGeom prst="straightConnector1">
                <a:avLst/>
              </a:prstGeom>
              <a:noFill/>
              <a:ln w="9525" cap="flat" cmpd="sng">
                <a:solidFill>
                  <a:schemeClr val="dk2"/>
                </a:solidFill>
                <a:prstDash val="solid"/>
                <a:round/>
                <a:headEnd type="none" w="med" len="med"/>
                <a:tailEnd type="none" w="med" len="med"/>
              </a:ln>
            </p:spPr>
          </p:cxnSp>
          <p:cxnSp>
            <p:nvCxnSpPr>
              <p:cNvPr id="526" name="Google Shape;526;p8"/>
              <p:cNvCxnSpPr/>
              <p:nvPr/>
            </p:nvCxnSpPr>
            <p:spPr>
              <a:xfrm>
                <a:off x="4572010" y="-1755725"/>
                <a:ext cx="0" cy="9144000"/>
              </a:xfrm>
              <a:prstGeom prst="straightConnector1">
                <a:avLst/>
              </a:prstGeom>
              <a:noFill/>
              <a:ln w="9525" cap="flat" cmpd="sng">
                <a:solidFill>
                  <a:schemeClr val="dk2"/>
                </a:solidFill>
                <a:prstDash val="solid"/>
                <a:round/>
                <a:headEnd type="none" w="med" len="med"/>
                <a:tailEnd type="none" w="med" len="med"/>
              </a:ln>
            </p:spPr>
          </p:cxnSp>
          <p:cxnSp>
            <p:nvCxnSpPr>
              <p:cNvPr id="527" name="Google Shape;527;p8"/>
              <p:cNvCxnSpPr/>
              <p:nvPr/>
            </p:nvCxnSpPr>
            <p:spPr>
              <a:xfrm>
                <a:off x="4572010" y="-1266750"/>
                <a:ext cx="0" cy="9144000"/>
              </a:xfrm>
              <a:prstGeom prst="straightConnector1">
                <a:avLst/>
              </a:prstGeom>
              <a:noFill/>
              <a:ln w="9525" cap="flat" cmpd="sng">
                <a:solidFill>
                  <a:schemeClr val="dk2"/>
                </a:solidFill>
                <a:prstDash val="solid"/>
                <a:round/>
                <a:headEnd type="none" w="med" len="med"/>
                <a:tailEnd type="none" w="med" len="med"/>
              </a:ln>
            </p:spPr>
          </p:cxnSp>
          <p:cxnSp>
            <p:nvCxnSpPr>
              <p:cNvPr id="528" name="Google Shape;528;p8"/>
              <p:cNvCxnSpPr/>
              <p:nvPr/>
            </p:nvCxnSpPr>
            <p:spPr>
              <a:xfrm>
                <a:off x="4572010" y="-777775"/>
                <a:ext cx="0" cy="9144000"/>
              </a:xfrm>
              <a:prstGeom prst="straightConnector1">
                <a:avLst/>
              </a:prstGeom>
              <a:noFill/>
              <a:ln w="9525" cap="flat" cmpd="sng">
                <a:solidFill>
                  <a:schemeClr val="dk2"/>
                </a:solidFill>
                <a:prstDash val="solid"/>
                <a:round/>
                <a:headEnd type="none" w="med" len="med"/>
                <a:tailEnd type="none" w="med" len="med"/>
              </a:ln>
            </p:spPr>
          </p:cxnSp>
          <p:cxnSp>
            <p:nvCxnSpPr>
              <p:cNvPr id="529" name="Google Shape;529;p8"/>
              <p:cNvCxnSpPr/>
              <p:nvPr/>
            </p:nvCxnSpPr>
            <p:spPr>
              <a:xfrm>
                <a:off x="4572010" y="-288800"/>
                <a:ext cx="0" cy="9144000"/>
              </a:xfrm>
              <a:prstGeom prst="straightConnector1">
                <a:avLst/>
              </a:prstGeom>
              <a:noFill/>
              <a:ln w="9525" cap="flat" cmpd="sng">
                <a:solidFill>
                  <a:schemeClr val="dk2"/>
                </a:solidFill>
                <a:prstDash val="solid"/>
                <a:round/>
                <a:headEnd type="none" w="med" len="med"/>
                <a:tailEnd type="none" w="med" len="med"/>
              </a:ln>
            </p:spPr>
          </p:cxnSp>
          <p:cxnSp>
            <p:nvCxnSpPr>
              <p:cNvPr id="530" name="Google Shape;530;p8"/>
              <p:cNvCxnSpPr/>
              <p:nvPr/>
            </p:nvCxnSpPr>
            <p:spPr>
              <a:xfrm>
                <a:off x="4572010" y="200175"/>
                <a:ext cx="0" cy="9144000"/>
              </a:xfrm>
              <a:prstGeom prst="straightConnector1">
                <a:avLst/>
              </a:prstGeom>
              <a:noFill/>
              <a:ln w="9525" cap="flat" cmpd="sng">
                <a:solidFill>
                  <a:schemeClr val="dk2"/>
                </a:solidFill>
                <a:prstDash val="solid"/>
                <a:round/>
                <a:headEnd type="none" w="med" len="med"/>
                <a:tailEnd type="none" w="med" len="med"/>
              </a:ln>
            </p:spPr>
          </p:cxnSp>
        </p:grpSp>
        <p:cxnSp>
          <p:nvCxnSpPr>
            <p:cNvPr id="531" name="Google Shape;531;p8"/>
            <p:cNvCxnSpPr/>
            <p:nvPr/>
          </p:nvCxnSpPr>
          <p:spPr>
            <a:xfrm>
              <a:off x="415588" y="-9400"/>
              <a:ext cx="0" cy="5162400"/>
            </a:xfrm>
            <a:prstGeom prst="straightConnector1">
              <a:avLst/>
            </a:prstGeom>
            <a:noFill/>
            <a:ln w="9525" cap="flat" cmpd="sng">
              <a:solidFill>
                <a:schemeClr val="dk2"/>
              </a:solidFill>
              <a:prstDash val="solid"/>
              <a:round/>
              <a:headEnd type="none" w="med" len="med"/>
              <a:tailEnd type="none" w="med" len="med"/>
            </a:ln>
          </p:spPr>
        </p:cxnSp>
        <p:cxnSp>
          <p:nvCxnSpPr>
            <p:cNvPr id="532" name="Google Shape;532;p8"/>
            <p:cNvCxnSpPr/>
            <p:nvPr/>
          </p:nvCxnSpPr>
          <p:spPr>
            <a:xfrm>
              <a:off x="904563" y="-9400"/>
              <a:ext cx="0" cy="5162400"/>
            </a:xfrm>
            <a:prstGeom prst="straightConnector1">
              <a:avLst/>
            </a:prstGeom>
            <a:noFill/>
            <a:ln w="9525" cap="flat" cmpd="sng">
              <a:solidFill>
                <a:schemeClr val="dk2"/>
              </a:solidFill>
              <a:prstDash val="solid"/>
              <a:round/>
              <a:headEnd type="none" w="med" len="med"/>
              <a:tailEnd type="none" w="med" len="med"/>
            </a:ln>
          </p:spPr>
        </p:cxnSp>
        <p:cxnSp>
          <p:nvCxnSpPr>
            <p:cNvPr id="533" name="Google Shape;533;p8"/>
            <p:cNvCxnSpPr/>
            <p:nvPr/>
          </p:nvCxnSpPr>
          <p:spPr>
            <a:xfrm>
              <a:off x="1393538" y="-9400"/>
              <a:ext cx="0" cy="5162400"/>
            </a:xfrm>
            <a:prstGeom prst="straightConnector1">
              <a:avLst/>
            </a:prstGeom>
            <a:noFill/>
            <a:ln w="9525" cap="flat" cmpd="sng">
              <a:solidFill>
                <a:schemeClr val="dk2"/>
              </a:solidFill>
              <a:prstDash val="solid"/>
              <a:round/>
              <a:headEnd type="none" w="med" len="med"/>
              <a:tailEnd type="none" w="med" len="med"/>
            </a:ln>
          </p:spPr>
        </p:cxnSp>
        <p:cxnSp>
          <p:nvCxnSpPr>
            <p:cNvPr id="534" name="Google Shape;534;p8"/>
            <p:cNvCxnSpPr/>
            <p:nvPr/>
          </p:nvCxnSpPr>
          <p:spPr>
            <a:xfrm>
              <a:off x="1882513" y="-9400"/>
              <a:ext cx="0" cy="5162400"/>
            </a:xfrm>
            <a:prstGeom prst="straightConnector1">
              <a:avLst/>
            </a:prstGeom>
            <a:noFill/>
            <a:ln w="9525" cap="flat" cmpd="sng">
              <a:solidFill>
                <a:schemeClr val="dk2"/>
              </a:solidFill>
              <a:prstDash val="solid"/>
              <a:round/>
              <a:headEnd type="none" w="med" len="med"/>
              <a:tailEnd type="none" w="med" len="med"/>
            </a:ln>
          </p:spPr>
        </p:cxnSp>
        <p:cxnSp>
          <p:nvCxnSpPr>
            <p:cNvPr id="535" name="Google Shape;535;p8"/>
            <p:cNvCxnSpPr/>
            <p:nvPr/>
          </p:nvCxnSpPr>
          <p:spPr>
            <a:xfrm>
              <a:off x="2371488" y="-9400"/>
              <a:ext cx="0" cy="5162400"/>
            </a:xfrm>
            <a:prstGeom prst="straightConnector1">
              <a:avLst/>
            </a:prstGeom>
            <a:noFill/>
            <a:ln w="9525" cap="flat" cmpd="sng">
              <a:solidFill>
                <a:schemeClr val="dk2"/>
              </a:solidFill>
              <a:prstDash val="solid"/>
              <a:round/>
              <a:headEnd type="none" w="med" len="med"/>
              <a:tailEnd type="none" w="med" len="med"/>
            </a:ln>
          </p:spPr>
        </p:cxnSp>
        <p:cxnSp>
          <p:nvCxnSpPr>
            <p:cNvPr id="536" name="Google Shape;536;p8"/>
            <p:cNvCxnSpPr/>
            <p:nvPr/>
          </p:nvCxnSpPr>
          <p:spPr>
            <a:xfrm>
              <a:off x="2860463" y="-9400"/>
              <a:ext cx="0" cy="5162400"/>
            </a:xfrm>
            <a:prstGeom prst="straightConnector1">
              <a:avLst/>
            </a:prstGeom>
            <a:noFill/>
            <a:ln w="9525" cap="flat" cmpd="sng">
              <a:solidFill>
                <a:schemeClr val="dk2"/>
              </a:solidFill>
              <a:prstDash val="solid"/>
              <a:round/>
              <a:headEnd type="none" w="med" len="med"/>
              <a:tailEnd type="none" w="med" len="med"/>
            </a:ln>
          </p:spPr>
        </p:cxnSp>
        <p:cxnSp>
          <p:nvCxnSpPr>
            <p:cNvPr id="537" name="Google Shape;537;p8"/>
            <p:cNvCxnSpPr/>
            <p:nvPr/>
          </p:nvCxnSpPr>
          <p:spPr>
            <a:xfrm>
              <a:off x="3349438" y="-9400"/>
              <a:ext cx="0" cy="5162400"/>
            </a:xfrm>
            <a:prstGeom prst="straightConnector1">
              <a:avLst/>
            </a:prstGeom>
            <a:noFill/>
            <a:ln w="9525" cap="flat" cmpd="sng">
              <a:solidFill>
                <a:schemeClr val="dk2"/>
              </a:solidFill>
              <a:prstDash val="solid"/>
              <a:round/>
              <a:headEnd type="none" w="med" len="med"/>
              <a:tailEnd type="none" w="med" len="med"/>
            </a:ln>
          </p:spPr>
        </p:cxnSp>
        <p:cxnSp>
          <p:nvCxnSpPr>
            <p:cNvPr id="538" name="Google Shape;538;p8"/>
            <p:cNvCxnSpPr/>
            <p:nvPr/>
          </p:nvCxnSpPr>
          <p:spPr>
            <a:xfrm>
              <a:off x="3838413" y="-9400"/>
              <a:ext cx="0" cy="5162400"/>
            </a:xfrm>
            <a:prstGeom prst="straightConnector1">
              <a:avLst/>
            </a:prstGeom>
            <a:noFill/>
            <a:ln w="9525" cap="flat" cmpd="sng">
              <a:solidFill>
                <a:schemeClr val="dk2"/>
              </a:solidFill>
              <a:prstDash val="solid"/>
              <a:round/>
              <a:headEnd type="none" w="med" len="med"/>
              <a:tailEnd type="none" w="med" len="med"/>
            </a:ln>
          </p:spPr>
        </p:cxnSp>
        <p:cxnSp>
          <p:nvCxnSpPr>
            <p:cNvPr id="539" name="Google Shape;539;p8"/>
            <p:cNvCxnSpPr/>
            <p:nvPr/>
          </p:nvCxnSpPr>
          <p:spPr>
            <a:xfrm>
              <a:off x="4327388" y="-9400"/>
              <a:ext cx="0" cy="5162400"/>
            </a:xfrm>
            <a:prstGeom prst="straightConnector1">
              <a:avLst/>
            </a:prstGeom>
            <a:noFill/>
            <a:ln w="9525" cap="flat" cmpd="sng">
              <a:solidFill>
                <a:schemeClr val="dk2"/>
              </a:solidFill>
              <a:prstDash val="solid"/>
              <a:round/>
              <a:headEnd type="none" w="med" len="med"/>
              <a:tailEnd type="none" w="med" len="med"/>
            </a:ln>
          </p:spPr>
        </p:cxnSp>
        <p:cxnSp>
          <p:nvCxnSpPr>
            <p:cNvPr id="540" name="Google Shape;540;p8"/>
            <p:cNvCxnSpPr/>
            <p:nvPr/>
          </p:nvCxnSpPr>
          <p:spPr>
            <a:xfrm>
              <a:off x="4816363" y="-9400"/>
              <a:ext cx="0" cy="5162400"/>
            </a:xfrm>
            <a:prstGeom prst="straightConnector1">
              <a:avLst/>
            </a:prstGeom>
            <a:noFill/>
            <a:ln w="9525" cap="flat" cmpd="sng">
              <a:solidFill>
                <a:schemeClr val="dk2"/>
              </a:solidFill>
              <a:prstDash val="solid"/>
              <a:round/>
              <a:headEnd type="none" w="med" len="med"/>
              <a:tailEnd type="none" w="med" len="med"/>
            </a:ln>
          </p:spPr>
        </p:cxnSp>
        <p:cxnSp>
          <p:nvCxnSpPr>
            <p:cNvPr id="541" name="Google Shape;541;p8"/>
            <p:cNvCxnSpPr/>
            <p:nvPr/>
          </p:nvCxnSpPr>
          <p:spPr>
            <a:xfrm>
              <a:off x="5305338" y="-9400"/>
              <a:ext cx="0" cy="5162400"/>
            </a:xfrm>
            <a:prstGeom prst="straightConnector1">
              <a:avLst/>
            </a:prstGeom>
            <a:noFill/>
            <a:ln w="9525" cap="flat" cmpd="sng">
              <a:solidFill>
                <a:schemeClr val="dk2"/>
              </a:solidFill>
              <a:prstDash val="solid"/>
              <a:round/>
              <a:headEnd type="none" w="med" len="med"/>
              <a:tailEnd type="none" w="med" len="med"/>
            </a:ln>
          </p:spPr>
        </p:cxnSp>
        <p:cxnSp>
          <p:nvCxnSpPr>
            <p:cNvPr id="542" name="Google Shape;542;p8"/>
            <p:cNvCxnSpPr/>
            <p:nvPr/>
          </p:nvCxnSpPr>
          <p:spPr>
            <a:xfrm>
              <a:off x="5794313" y="-9400"/>
              <a:ext cx="0" cy="5162400"/>
            </a:xfrm>
            <a:prstGeom prst="straightConnector1">
              <a:avLst/>
            </a:prstGeom>
            <a:noFill/>
            <a:ln w="9525" cap="flat" cmpd="sng">
              <a:solidFill>
                <a:schemeClr val="dk2"/>
              </a:solidFill>
              <a:prstDash val="solid"/>
              <a:round/>
              <a:headEnd type="none" w="med" len="med"/>
              <a:tailEnd type="none" w="med" len="med"/>
            </a:ln>
          </p:spPr>
        </p:cxnSp>
        <p:cxnSp>
          <p:nvCxnSpPr>
            <p:cNvPr id="543" name="Google Shape;543;p8"/>
            <p:cNvCxnSpPr/>
            <p:nvPr/>
          </p:nvCxnSpPr>
          <p:spPr>
            <a:xfrm>
              <a:off x="6283288" y="-9400"/>
              <a:ext cx="0" cy="5162400"/>
            </a:xfrm>
            <a:prstGeom prst="straightConnector1">
              <a:avLst/>
            </a:prstGeom>
            <a:noFill/>
            <a:ln w="9525" cap="flat" cmpd="sng">
              <a:solidFill>
                <a:schemeClr val="dk2"/>
              </a:solidFill>
              <a:prstDash val="solid"/>
              <a:round/>
              <a:headEnd type="none" w="med" len="med"/>
              <a:tailEnd type="none" w="med" len="med"/>
            </a:ln>
          </p:spPr>
        </p:cxnSp>
        <p:cxnSp>
          <p:nvCxnSpPr>
            <p:cNvPr id="544" name="Google Shape;544;p8"/>
            <p:cNvCxnSpPr/>
            <p:nvPr/>
          </p:nvCxnSpPr>
          <p:spPr>
            <a:xfrm>
              <a:off x="6772263" y="-9400"/>
              <a:ext cx="0" cy="5162400"/>
            </a:xfrm>
            <a:prstGeom prst="straightConnector1">
              <a:avLst/>
            </a:prstGeom>
            <a:noFill/>
            <a:ln w="9525" cap="flat" cmpd="sng">
              <a:solidFill>
                <a:schemeClr val="dk2"/>
              </a:solidFill>
              <a:prstDash val="solid"/>
              <a:round/>
              <a:headEnd type="none" w="med" len="med"/>
              <a:tailEnd type="none" w="med" len="med"/>
            </a:ln>
          </p:spPr>
        </p:cxnSp>
        <p:cxnSp>
          <p:nvCxnSpPr>
            <p:cNvPr id="545" name="Google Shape;545;p8"/>
            <p:cNvCxnSpPr/>
            <p:nvPr/>
          </p:nvCxnSpPr>
          <p:spPr>
            <a:xfrm>
              <a:off x="7261238" y="-9400"/>
              <a:ext cx="0" cy="5162400"/>
            </a:xfrm>
            <a:prstGeom prst="straightConnector1">
              <a:avLst/>
            </a:prstGeom>
            <a:noFill/>
            <a:ln w="9525" cap="flat" cmpd="sng">
              <a:solidFill>
                <a:schemeClr val="dk2"/>
              </a:solidFill>
              <a:prstDash val="solid"/>
              <a:round/>
              <a:headEnd type="none" w="med" len="med"/>
              <a:tailEnd type="none" w="med" len="med"/>
            </a:ln>
          </p:spPr>
        </p:cxnSp>
        <p:cxnSp>
          <p:nvCxnSpPr>
            <p:cNvPr id="546" name="Google Shape;546;p8"/>
            <p:cNvCxnSpPr/>
            <p:nvPr/>
          </p:nvCxnSpPr>
          <p:spPr>
            <a:xfrm>
              <a:off x="7750213" y="-9400"/>
              <a:ext cx="0" cy="5162400"/>
            </a:xfrm>
            <a:prstGeom prst="straightConnector1">
              <a:avLst/>
            </a:prstGeom>
            <a:noFill/>
            <a:ln w="9525" cap="flat" cmpd="sng">
              <a:solidFill>
                <a:schemeClr val="dk2"/>
              </a:solidFill>
              <a:prstDash val="solid"/>
              <a:round/>
              <a:headEnd type="none" w="med" len="med"/>
              <a:tailEnd type="none" w="med" len="med"/>
            </a:ln>
          </p:spPr>
        </p:cxnSp>
        <p:cxnSp>
          <p:nvCxnSpPr>
            <p:cNvPr id="547" name="Google Shape;547;p8"/>
            <p:cNvCxnSpPr/>
            <p:nvPr/>
          </p:nvCxnSpPr>
          <p:spPr>
            <a:xfrm>
              <a:off x="8239188" y="-9400"/>
              <a:ext cx="0" cy="5162400"/>
            </a:xfrm>
            <a:prstGeom prst="straightConnector1">
              <a:avLst/>
            </a:prstGeom>
            <a:noFill/>
            <a:ln w="9525" cap="flat" cmpd="sng">
              <a:solidFill>
                <a:schemeClr val="dk2"/>
              </a:solidFill>
              <a:prstDash val="solid"/>
              <a:round/>
              <a:headEnd type="none" w="med" len="med"/>
              <a:tailEnd type="none" w="med" len="med"/>
            </a:ln>
          </p:spPr>
        </p:cxnSp>
        <p:cxnSp>
          <p:nvCxnSpPr>
            <p:cNvPr id="548" name="Google Shape;548;p8"/>
            <p:cNvCxnSpPr/>
            <p:nvPr/>
          </p:nvCxnSpPr>
          <p:spPr>
            <a:xfrm>
              <a:off x="8728163" y="-9400"/>
              <a:ext cx="0" cy="5162400"/>
            </a:xfrm>
            <a:prstGeom prst="straightConnector1">
              <a:avLst/>
            </a:prstGeom>
            <a:noFill/>
            <a:ln w="9525" cap="flat" cmpd="sng">
              <a:solidFill>
                <a:schemeClr val="dk2"/>
              </a:solidFill>
              <a:prstDash val="solid"/>
              <a:round/>
              <a:headEnd type="none" w="med" len="med"/>
              <a:tailEnd type="none" w="med" len="med"/>
            </a:ln>
          </p:spPr>
        </p:cxnSp>
      </p:grpSp>
      <p:grpSp>
        <p:nvGrpSpPr>
          <p:cNvPr id="549" name="Google Shape;549;p8"/>
          <p:cNvGrpSpPr/>
          <p:nvPr/>
        </p:nvGrpSpPr>
        <p:grpSpPr>
          <a:xfrm>
            <a:off x="-185282" y="395900"/>
            <a:ext cx="600900" cy="4351800"/>
            <a:chOff x="-185282" y="395900"/>
            <a:chExt cx="600900" cy="4351800"/>
          </a:xfrm>
        </p:grpSpPr>
        <p:sp>
          <p:nvSpPr>
            <p:cNvPr id="550" name="Google Shape;550;p8"/>
            <p:cNvSpPr/>
            <p:nvPr/>
          </p:nvSpPr>
          <p:spPr>
            <a:xfrm flipH="1">
              <a:off x="-185282" y="395900"/>
              <a:ext cx="600900" cy="4351800"/>
            </a:xfrm>
            <a:prstGeom prst="rect">
              <a:avLst/>
            </a:prstGeom>
            <a:solidFill>
              <a:srgbClr val="FBF7ED"/>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551" name="Google Shape;551;p8"/>
            <p:cNvCxnSpPr/>
            <p:nvPr/>
          </p:nvCxnSpPr>
          <p:spPr>
            <a:xfrm>
              <a:off x="-174000" y="736625"/>
              <a:ext cx="579300" cy="0"/>
            </a:xfrm>
            <a:prstGeom prst="straightConnector1">
              <a:avLst/>
            </a:prstGeom>
            <a:noFill/>
            <a:ln w="19050" cap="flat" cmpd="sng">
              <a:solidFill>
                <a:srgbClr val="F0EBDF"/>
              </a:solidFill>
              <a:prstDash val="solid"/>
              <a:round/>
              <a:headEnd type="none" w="med" len="med"/>
              <a:tailEnd type="none" w="med" len="med"/>
            </a:ln>
          </p:spPr>
        </p:cxnSp>
        <p:cxnSp>
          <p:nvCxnSpPr>
            <p:cNvPr id="552" name="Google Shape;552;p8"/>
            <p:cNvCxnSpPr/>
            <p:nvPr/>
          </p:nvCxnSpPr>
          <p:spPr>
            <a:xfrm>
              <a:off x="-174000" y="1070259"/>
              <a:ext cx="579300" cy="0"/>
            </a:xfrm>
            <a:prstGeom prst="straightConnector1">
              <a:avLst/>
            </a:prstGeom>
            <a:noFill/>
            <a:ln w="19050" cap="flat" cmpd="sng">
              <a:solidFill>
                <a:srgbClr val="F0EBDF"/>
              </a:solidFill>
              <a:prstDash val="solid"/>
              <a:round/>
              <a:headEnd type="none" w="med" len="med"/>
              <a:tailEnd type="none" w="med" len="med"/>
            </a:ln>
          </p:spPr>
        </p:cxnSp>
        <p:cxnSp>
          <p:nvCxnSpPr>
            <p:cNvPr id="553" name="Google Shape;553;p8"/>
            <p:cNvCxnSpPr/>
            <p:nvPr/>
          </p:nvCxnSpPr>
          <p:spPr>
            <a:xfrm>
              <a:off x="-174000" y="1403893"/>
              <a:ext cx="579300" cy="0"/>
            </a:xfrm>
            <a:prstGeom prst="straightConnector1">
              <a:avLst/>
            </a:prstGeom>
            <a:noFill/>
            <a:ln w="19050" cap="flat" cmpd="sng">
              <a:solidFill>
                <a:srgbClr val="F0EBDF"/>
              </a:solidFill>
              <a:prstDash val="solid"/>
              <a:round/>
              <a:headEnd type="none" w="med" len="med"/>
              <a:tailEnd type="none" w="med" len="med"/>
            </a:ln>
          </p:spPr>
        </p:cxnSp>
        <p:cxnSp>
          <p:nvCxnSpPr>
            <p:cNvPr id="554" name="Google Shape;554;p8"/>
            <p:cNvCxnSpPr/>
            <p:nvPr/>
          </p:nvCxnSpPr>
          <p:spPr>
            <a:xfrm>
              <a:off x="-174000" y="1737527"/>
              <a:ext cx="579300" cy="0"/>
            </a:xfrm>
            <a:prstGeom prst="straightConnector1">
              <a:avLst/>
            </a:prstGeom>
            <a:noFill/>
            <a:ln w="19050" cap="flat" cmpd="sng">
              <a:solidFill>
                <a:srgbClr val="F0EBDF"/>
              </a:solidFill>
              <a:prstDash val="solid"/>
              <a:round/>
              <a:headEnd type="none" w="med" len="med"/>
              <a:tailEnd type="none" w="med" len="med"/>
            </a:ln>
          </p:spPr>
        </p:cxnSp>
        <p:cxnSp>
          <p:nvCxnSpPr>
            <p:cNvPr id="555" name="Google Shape;555;p8"/>
            <p:cNvCxnSpPr/>
            <p:nvPr/>
          </p:nvCxnSpPr>
          <p:spPr>
            <a:xfrm>
              <a:off x="-174000" y="2071161"/>
              <a:ext cx="579300" cy="0"/>
            </a:xfrm>
            <a:prstGeom prst="straightConnector1">
              <a:avLst/>
            </a:prstGeom>
            <a:noFill/>
            <a:ln w="19050" cap="flat" cmpd="sng">
              <a:solidFill>
                <a:srgbClr val="F0EBDF"/>
              </a:solidFill>
              <a:prstDash val="solid"/>
              <a:round/>
              <a:headEnd type="none" w="med" len="med"/>
              <a:tailEnd type="none" w="med" len="med"/>
            </a:ln>
          </p:spPr>
        </p:cxnSp>
        <p:cxnSp>
          <p:nvCxnSpPr>
            <p:cNvPr id="556" name="Google Shape;556;p8"/>
            <p:cNvCxnSpPr/>
            <p:nvPr/>
          </p:nvCxnSpPr>
          <p:spPr>
            <a:xfrm>
              <a:off x="-174000" y="2404795"/>
              <a:ext cx="579300" cy="0"/>
            </a:xfrm>
            <a:prstGeom prst="straightConnector1">
              <a:avLst/>
            </a:prstGeom>
            <a:noFill/>
            <a:ln w="19050" cap="flat" cmpd="sng">
              <a:solidFill>
                <a:srgbClr val="F0EBDF"/>
              </a:solidFill>
              <a:prstDash val="solid"/>
              <a:round/>
              <a:headEnd type="none" w="med" len="med"/>
              <a:tailEnd type="none" w="med" len="med"/>
            </a:ln>
          </p:spPr>
        </p:cxnSp>
        <p:cxnSp>
          <p:nvCxnSpPr>
            <p:cNvPr id="557" name="Google Shape;557;p8"/>
            <p:cNvCxnSpPr/>
            <p:nvPr/>
          </p:nvCxnSpPr>
          <p:spPr>
            <a:xfrm>
              <a:off x="-174000" y="2738430"/>
              <a:ext cx="579300" cy="0"/>
            </a:xfrm>
            <a:prstGeom prst="straightConnector1">
              <a:avLst/>
            </a:prstGeom>
            <a:noFill/>
            <a:ln w="19050" cap="flat" cmpd="sng">
              <a:solidFill>
                <a:srgbClr val="F0EBDF"/>
              </a:solidFill>
              <a:prstDash val="solid"/>
              <a:round/>
              <a:headEnd type="none" w="med" len="med"/>
              <a:tailEnd type="none" w="med" len="med"/>
            </a:ln>
          </p:spPr>
        </p:cxnSp>
        <p:cxnSp>
          <p:nvCxnSpPr>
            <p:cNvPr id="558" name="Google Shape;558;p8"/>
            <p:cNvCxnSpPr/>
            <p:nvPr/>
          </p:nvCxnSpPr>
          <p:spPr>
            <a:xfrm>
              <a:off x="-174000" y="3739332"/>
              <a:ext cx="579300" cy="0"/>
            </a:xfrm>
            <a:prstGeom prst="straightConnector1">
              <a:avLst/>
            </a:prstGeom>
            <a:noFill/>
            <a:ln w="19050" cap="flat" cmpd="sng">
              <a:solidFill>
                <a:srgbClr val="F0EBDF"/>
              </a:solidFill>
              <a:prstDash val="solid"/>
              <a:round/>
              <a:headEnd type="none" w="med" len="med"/>
              <a:tailEnd type="none" w="med" len="med"/>
            </a:ln>
          </p:spPr>
        </p:cxnSp>
        <p:cxnSp>
          <p:nvCxnSpPr>
            <p:cNvPr id="559" name="Google Shape;559;p8"/>
            <p:cNvCxnSpPr/>
            <p:nvPr/>
          </p:nvCxnSpPr>
          <p:spPr>
            <a:xfrm>
              <a:off x="-174000" y="3405698"/>
              <a:ext cx="579300" cy="0"/>
            </a:xfrm>
            <a:prstGeom prst="straightConnector1">
              <a:avLst/>
            </a:prstGeom>
            <a:noFill/>
            <a:ln w="19050" cap="flat" cmpd="sng">
              <a:solidFill>
                <a:srgbClr val="F0EBDF"/>
              </a:solidFill>
              <a:prstDash val="solid"/>
              <a:round/>
              <a:headEnd type="none" w="med" len="med"/>
              <a:tailEnd type="none" w="med" len="med"/>
            </a:ln>
          </p:spPr>
        </p:cxnSp>
        <p:cxnSp>
          <p:nvCxnSpPr>
            <p:cNvPr id="560" name="Google Shape;560;p8"/>
            <p:cNvCxnSpPr/>
            <p:nvPr/>
          </p:nvCxnSpPr>
          <p:spPr>
            <a:xfrm>
              <a:off x="-174000" y="3072064"/>
              <a:ext cx="579300" cy="0"/>
            </a:xfrm>
            <a:prstGeom prst="straightConnector1">
              <a:avLst/>
            </a:prstGeom>
            <a:noFill/>
            <a:ln w="19050" cap="flat" cmpd="sng">
              <a:solidFill>
                <a:srgbClr val="F0EBDF"/>
              </a:solidFill>
              <a:prstDash val="solid"/>
              <a:round/>
              <a:headEnd type="none" w="med" len="med"/>
              <a:tailEnd type="none" w="med" len="med"/>
            </a:ln>
          </p:spPr>
        </p:cxnSp>
        <p:cxnSp>
          <p:nvCxnSpPr>
            <p:cNvPr id="561" name="Google Shape;561;p8"/>
            <p:cNvCxnSpPr/>
            <p:nvPr/>
          </p:nvCxnSpPr>
          <p:spPr>
            <a:xfrm>
              <a:off x="-174000" y="4072966"/>
              <a:ext cx="579300" cy="0"/>
            </a:xfrm>
            <a:prstGeom prst="straightConnector1">
              <a:avLst/>
            </a:prstGeom>
            <a:noFill/>
            <a:ln w="19050" cap="flat" cmpd="sng">
              <a:solidFill>
                <a:srgbClr val="F0EBDF"/>
              </a:solidFill>
              <a:prstDash val="solid"/>
              <a:round/>
              <a:headEnd type="none" w="med" len="med"/>
              <a:tailEnd type="none" w="med" len="med"/>
            </a:ln>
          </p:spPr>
        </p:cxnSp>
        <p:cxnSp>
          <p:nvCxnSpPr>
            <p:cNvPr id="562" name="Google Shape;562;p8"/>
            <p:cNvCxnSpPr/>
            <p:nvPr/>
          </p:nvCxnSpPr>
          <p:spPr>
            <a:xfrm>
              <a:off x="-174000" y="4406600"/>
              <a:ext cx="579300" cy="0"/>
            </a:xfrm>
            <a:prstGeom prst="straightConnector1">
              <a:avLst/>
            </a:prstGeom>
            <a:noFill/>
            <a:ln w="19050" cap="flat" cmpd="sng">
              <a:solidFill>
                <a:srgbClr val="F0EBDF"/>
              </a:solidFill>
              <a:prstDash val="solid"/>
              <a:round/>
              <a:headEnd type="none" w="med" len="med"/>
              <a:tailEnd type="none" w="med" len="med"/>
            </a:ln>
          </p:spPr>
        </p:cxnSp>
        <p:sp>
          <p:nvSpPr>
            <p:cNvPr id="563" name="Google Shape;563;p8"/>
            <p:cNvSpPr/>
            <p:nvPr/>
          </p:nvSpPr>
          <p:spPr>
            <a:xfrm flipH="1">
              <a:off x="136538" y="816775"/>
              <a:ext cx="165900" cy="1659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4" name="Google Shape;564;p8"/>
            <p:cNvSpPr/>
            <p:nvPr/>
          </p:nvSpPr>
          <p:spPr>
            <a:xfrm flipH="1">
              <a:off x="136538" y="1487737"/>
              <a:ext cx="165900" cy="1659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5" name="Google Shape;565;p8"/>
            <p:cNvSpPr/>
            <p:nvPr/>
          </p:nvSpPr>
          <p:spPr>
            <a:xfrm flipH="1">
              <a:off x="136538" y="2155025"/>
              <a:ext cx="165900" cy="1659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6" name="Google Shape;566;p8"/>
            <p:cNvSpPr/>
            <p:nvPr/>
          </p:nvSpPr>
          <p:spPr>
            <a:xfrm flipH="1">
              <a:off x="136538" y="2822287"/>
              <a:ext cx="165900" cy="1659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7" name="Google Shape;567;p8"/>
            <p:cNvSpPr/>
            <p:nvPr/>
          </p:nvSpPr>
          <p:spPr>
            <a:xfrm flipH="1">
              <a:off x="136538" y="3489562"/>
              <a:ext cx="165900" cy="1659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8" name="Google Shape;568;p8"/>
            <p:cNvSpPr/>
            <p:nvPr/>
          </p:nvSpPr>
          <p:spPr>
            <a:xfrm flipH="1">
              <a:off x="136538" y="4156825"/>
              <a:ext cx="165900" cy="1659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69" name="Google Shape;569;p8"/>
          <p:cNvGrpSpPr/>
          <p:nvPr/>
        </p:nvGrpSpPr>
        <p:grpSpPr>
          <a:xfrm>
            <a:off x="504792" y="395741"/>
            <a:ext cx="8134200" cy="4351800"/>
            <a:chOff x="504792" y="395741"/>
            <a:chExt cx="8134200" cy="4351800"/>
          </a:xfrm>
        </p:grpSpPr>
        <p:sp>
          <p:nvSpPr>
            <p:cNvPr id="570" name="Google Shape;570;p8"/>
            <p:cNvSpPr/>
            <p:nvPr/>
          </p:nvSpPr>
          <p:spPr>
            <a:xfrm>
              <a:off x="504792" y="395741"/>
              <a:ext cx="8134200" cy="4351800"/>
            </a:xfrm>
            <a:prstGeom prst="rect">
              <a:avLst/>
            </a:prstGeom>
            <a:solidFill>
              <a:srgbClr val="FBF7ED"/>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571" name="Google Shape;571;p8"/>
            <p:cNvCxnSpPr/>
            <p:nvPr/>
          </p:nvCxnSpPr>
          <p:spPr>
            <a:xfrm rot="10800000">
              <a:off x="517425" y="736450"/>
              <a:ext cx="8112000" cy="0"/>
            </a:xfrm>
            <a:prstGeom prst="straightConnector1">
              <a:avLst/>
            </a:prstGeom>
            <a:noFill/>
            <a:ln w="19050" cap="flat" cmpd="sng">
              <a:solidFill>
                <a:srgbClr val="F0EBDF"/>
              </a:solidFill>
              <a:prstDash val="solid"/>
              <a:round/>
              <a:headEnd type="none" w="med" len="med"/>
              <a:tailEnd type="none" w="med" len="med"/>
            </a:ln>
          </p:spPr>
        </p:cxnSp>
        <p:cxnSp>
          <p:nvCxnSpPr>
            <p:cNvPr id="572" name="Google Shape;572;p8"/>
            <p:cNvCxnSpPr/>
            <p:nvPr/>
          </p:nvCxnSpPr>
          <p:spPr>
            <a:xfrm rot="10800000">
              <a:off x="517425" y="1070084"/>
              <a:ext cx="8112000" cy="0"/>
            </a:xfrm>
            <a:prstGeom prst="straightConnector1">
              <a:avLst/>
            </a:prstGeom>
            <a:noFill/>
            <a:ln w="19050" cap="flat" cmpd="sng">
              <a:solidFill>
                <a:srgbClr val="F0EBDF"/>
              </a:solidFill>
              <a:prstDash val="solid"/>
              <a:round/>
              <a:headEnd type="none" w="med" len="med"/>
              <a:tailEnd type="none" w="med" len="med"/>
            </a:ln>
          </p:spPr>
        </p:cxnSp>
        <p:cxnSp>
          <p:nvCxnSpPr>
            <p:cNvPr id="573" name="Google Shape;573;p8"/>
            <p:cNvCxnSpPr/>
            <p:nvPr/>
          </p:nvCxnSpPr>
          <p:spPr>
            <a:xfrm rot="10800000">
              <a:off x="517425" y="1403718"/>
              <a:ext cx="8112000" cy="0"/>
            </a:xfrm>
            <a:prstGeom prst="straightConnector1">
              <a:avLst/>
            </a:prstGeom>
            <a:noFill/>
            <a:ln w="19050" cap="flat" cmpd="sng">
              <a:solidFill>
                <a:srgbClr val="F0EBDF"/>
              </a:solidFill>
              <a:prstDash val="solid"/>
              <a:round/>
              <a:headEnd type="none" w="med" len="med"/>
              <a:tailEnd type="none" w="med" len="med"/>
            </a:ln>
          </p:spPr>
        </p:cxnSp>
        <p:cxnSp>
          <p:nvCxnSpPr>
            <p:cNvPr id="574" name="Google Shape;574;p8"/>
            <p:cNvCxnSpPr/>
            <p:nvPr/>
          </p:nvCxnSpPr>
          <p:spPr>
            <a:xfrm rot="10800000">
              <a:off x="517425" y="1737352"/>
              <a:ext cx="8112000" cy="0"/>
            </a:xfrm>
            <a:prstGeom prst="straightConnector1">
              <a:avLst/>
            </a:prstGeom>
            <a:noFill/>
            <a:ln w="19050" cap="flat" cmpd="sng">
              <a:solidFill>
                <a:srgbClr val="F0EBDF"/>
              </a:solidFill>
              <a:prstDash val="solid"/>
              <a:round/>
              <a:headEnd type="none" w="med" len="med"/>
              <a:tailEnd type="none" w="med" len="med"/>
            </a:ln>
          </p:spPr>
        </p:cxnSp>
        <p:cxnSp>
          <p:nvCxnSpPr>
            <p:cNvPr id="575" name="Google Shape;575;p8"/>
            <p:cNvCxnSpPr/>
            <p:nvPr/>
          </p:nvCxnSpPr>
          <p:spPr>
            <a:xfrm rot="10800000">
              <a:off x="517425" y="2070986"/>
              <a:ext cx="8112000" cy="0"/>
            </a:xfrm>
            <a:prstGeom prst="straightConnector1">
              <a:avLst/>
            </a:prstGeom>
            <a:noFill/>
            <a:ln w="19050" cap="flat" cmpd="sng">
              <a:solidFill>
                <a:srgbClr val="F0EBDF"/>
              </a:solidFill>
              <a:prstDash val="solid"/>
              <a:round/>
              <a:headEnd type="none" w="med" len="med"/>
              <a:tailEnd type="none" w="med" len="med"/>
            </a:ln>
          </p:spPr>
        </p:cxnSp>
        <p:cxnSp>
          <p:nvCxnSpPr>
            <p:cNvPr id="576" name="Google Shape;576;p8"/>
            <p:cNvCxnSpPr/>
            <p:nvPr/>
          </p:nvCxnSpPr>
          <p:spPr>
            <a:xfrm rot="10800000">
              <a:off x="517425" y="2404620"/>
              <a:ext cx="8112000" cy="0"/>
            </a:xfrm>
            <a:prstGeom prst="straightConnector1">
              <a:avLst/>
            </a:prstGeom>
            <a:noFill/>
            <a:ln w="19050" cap="flat" cmpd="sng">
              <a:solidFill>
                <a:srgbClr val="F0EBDF"/>
              </a:solidFill>
              <a:prstDash val="solid"/>
              <a:round/>
              <a:headEnd type="none" w="med" len="med"/>
              <a:tailEnd type="none" w="med" len="med"/>
            </a:ln>
          </p:spPr>
        </p:cxnSp>
        <p:cxnSp>
          <p:nvCxnSpPr>
            <p:cNvPr id="577" name="Google Shape;577;p8"/>
            <p:cNvCxnSpPr/>
            <p:nvPr/>
          </p:nvCxnSpPr>
          <p:spPr>
            <a:xfrm rot="10800000">
              <a:off x="517425" y="2738255"/>
              <a:ext cx="8112000" cy="0"/>
            </a:xfrm>
            <a:prstGeom prst="straightConnector1">
              <a:avLst/>
            </a:prstGeom>
            <a:noFill/>
            <a:ln w="19050" cap="flat" cmpd="sng">
              <a:solidFill>
                <a:srgbClr val="F0EBDF"/>
              </a:solidFill>
              <a:prstDash val="solid"/>
              <a:round/>
              <a:headEnd type="none" w="med" len="med"/>
              <a:tailEnd type="none" w="med" len="med"/>
            </a:ln>
          </p:spPr>
        </p:cxnSp>
        <p:cxnSp>
          <p:nvCxnSpPr>
            <p:cNvPr id="578" name="Google Shape;578;p8"/>
            <p:cNvCxnSpPr/>
            <p:nvPr/>
          </p:nvCxnSpPr>
          <p:spPr>
            <a:xfrm rot="10800000">
              <a:off x="517425" y="3739157"/>
              <a:ext cx="8112000" cy="0"/>
            </a:xfrm>
            <a:prstGeom prst="straightConnector1">
              <a:avLst/>
            </a:prstGeom>
            <a:noFill/>
            <a:ln w="19050" cap="flat" cmpd="sng">
              <a:solidFill>
                <a:srgbClr val="F0EBDF"/>
              </a:solidFill>
              <a:prstDash val="solid"/>
              <a:round/>
              <a:headEnd type="none" w="med" len="med"/>
              <a:tailEnd type="none" w="med" len="med"/>
            </a:ln>
          </p:spPr>
        </p:cxnSp>
        <p:cxnSp>
          <p:nvCxnSpPr>
            <p:cNvPr id="579" name="Google Shape;579;p8"/>
            <p:cNvCxnSpPr/>
            <p:nvPr/>
          </p:nvCxnSpPr>
          <p:spPr>
            <a:xfrm rot="10800000">
              <a:off x="517425" y="3405523"/>
              <a:ext cx="8112000" cy="0"/>
            </a:xfrm>
            <a:prstGeom prst="straightConnector1">
              <a:avLst/>
            </a:prstGeom>
            <a:noFill/>
            <a:ln w="19050" cap="flat" cmpd="sng">
              <a:solidFill>
                <a:srgbClr val="F0EBDF"/>
              </a:solidFill>
              <a:prstDash val="solid"/>
              <a:round/>
              <a:headEnd type="none" w="med" len="med"/>
              <a:tailEnd type="none" w="med" len="med"/>
            </a:ln>
          </p:spPr>
        </p:cxnSp>
        <p:cxnSp>
          <p:nvCxnSpPr>
            <p:cNvPr id="580" name="Google Shape;580;p8"/>
            <p:cNvCxnSpPr/>
            <p:nvPr/>
          </p:nvCxnSpPr>
          <p:spPr>
            <a:xfrm rot="10800000">
              <a:off x="517425" y="3071889"/>
              <a:ext cx="8112000" cy="0"/>
            </a:xfrm>
            <a:prstGeom prst="straightConnector1">
              <a:avLst/>
            </a:prstGeom>
            <a:noFill/>
            <a:ln w="19050" cap="flat" cmpd="sng">
              <a:solidFill>
                <a:srgbClr val="F0EBDF"/>
              </a:solidFill>
              <a:prstDash val="solid"/>
              <a:round/>
              <a:headEnd type="none" w="med" len="med"/>
              <a:tailEnd type="none" w="med" len="med"/>
            </a:ln>
          </p:spPr>
        </p:cxnSp>
        <p:cxnSp>
          <p:nvCxnSpPr>
            <p:cNvPr id="581" name="Google Shape;581;p8"/>
            <p:cNvCxnSpPr/>
            <p:nvPr/>
          </p:nvCxnSpPr>
          <p:spPr>
            <a:xfrm rot="10800000">
              <a:off x="517425" y="4072791"/>
              <a:ext cx="8112000" cy="0"/>
            </a:xfrm>
            <a:prstGeom prst="straightConnector1">
              <a:avLst/>
            </a:prstGeom>
            <a:noFill/>
            <a:ln w="19050" cap="flat" cmpd="sng">
              <a:solidFill>
                <a:srgbClr val="F0EBDF"/>
              </a:solidFill>
              <a:prstDash val="solid"/>
              <a:round/>
              <a:headEnd type="none" w="med" len="med"/>
              <a:tailEnd type="none" w="med" len="med"/>
            </a:ln>
          </p:spPr>
        </p:cxnSp>
        <p:cxnSp>
          <p:nvCxnSpPr>
            <p:cNvPr id="582" name="Google Shape;582;p8"/>
            <p:cNvCxnSpPr/>
            <p:nvPr/>
          </p:nvCxnSpPr>
          <p:spPr>
            <a:xfrm rot="10800000">
              <a:off x="517425" y="4406425"/>
              <a:ext cx="8112000" cy="0"/>
            </a:xfrm>
            <a:prstGeom prst="straightConnector1">
              <a:avLst/>
            </a:prstGeom>
            <a:noFill/>
            <a:ln w="19050" cap="flat" cmpd="sng">
              <a:solidFill>
                <a:srgbClr val="F0EBDF"/>
              </a:solidFill>
              <a:prstDash val="solid"/>
              <a:round/>
              <a:headEnd type="none" w="med" len="med"/>
              <a:tailEnd type="none" w="med" len="med"/>
            </a:ln>
          </p:spPr>
        </p:cxnSp>
        <p:cxnSp>
          <p:nvCxnSpPr>
            <p:cNvPr id="583" name="Google Shape;583;p8"/>
            <p:cNvCxnSpPr/>
            <p:nvPr/>
          </p:nvCxnSpPr>
          <p:spPr>
            <a:xfrm>
              <a:off x="900099" y="403173"/>
              <a:ext cx="0" cy="4336800"/>
            </a:xfrm>
            <a:prstGeom prst="straightConnector1">
              <a:avLst/>
            </a:prstGeom>
            <a:noFill/>
            <a:ln w="19050" cap="flat" cmpd="sng">
              <a:solidFill>
                <a:schemeClr val="lt1"/>
              </a:solidFill>
              <a:prstDash val="solid"/>
              <a:round/>
              <a:headEnd type="none" w="med" len="med"/>
              <a:tailEnd type="none" w="med" len="med"/>
            </a:ln>
          </p:spPr>
        </p:cxnSp>
        <p:sp>
          <p:nvSpPr>
            <p:cNvPr id="584" name="Google Shape;584;p8"/>
            <p:cNvSpPr/>
            <p:nvPr/>
          </p:nvSpPr>
          <p:spPr>
            <a:xfrm>
              <a:off x="617972" y="816625"/>
              <a:ext cx="165900" cy="1659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5" name="Google Shape;585;p8"/>
            <p:cNvSpPr/>
            <p:nvPr/>
          </p:nvSpPr>
          <p:spPr>
            <a:xfrm>
              <a:off x="617972" y="1487587"/>
              <a:ext cx="165900" cy="1659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6" name="Google Shape;586;p8"/>
            <p:cNvSpPr/>
            <p:nvPr/>
          </p:nvSpPr>
          <p:spPr>
            <a:xfrm>
              <a:off x="617972" y="2154875"/>
              <a:ext cx="165900" cy="1659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7" name="Google Shape;587;p8"/>
            <p:cNvSpPr/>
            <p:nvPr/>
          </p:nvSpPr>
          <p:spPr>
            <a:xfrm>
              <a:off x="617972" y="2822137"/>
              <a:ext cx="165900" cy="1659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8" name="Google Shape;588;p8"/>
            <p:cNvSpPr/>
            <p:nvPr/>
          </p:nvSpPr>
          <p:spPr>
            <a:xfrm>
              <a:off x="617972" y="3489412"/>
              <a:ext cx="165900" cy="1659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9" name="Google Shape;589;p8"/>
            <p:cNvSpPr/>
            <p:nvPr/>
          </p:nvSpPr>
          <p:spPr>
            <a:xfrm>
              <a:off x="617972" y="4156675"/>
              <a:ext cx="165900" cy="1659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90" name="Google Shape;590;p8"/>
          <p:cNvSpPr txBox="1">
            <a:spLocks noGrp="1"/>
          </p:cNvSpPr>
          <p:nvPr>
            <p:ph type="title"/>
          </p:nvPr>
        </p:nvSpPr>
        <p:spPr>
          <a:xfrm>
            <a:off x="1891300" y="1613350"/>
            <a:ext cx="5361300" cy="1916700"/>
          </a:xfrm>
          <a:prstGeom prst="rect">
            <a:avLst/>
          </a:prstGeom>
          <a:ln>
            <a:noFill/>
          </a:ln>
        </p:spPr>
        <p:txBody>
          <a:bodyPr spcFirstLastPara="1" wrap="square" lIns="91425" tIns="91425" rIns="91425" bIns="91425" anchor="ctr" anchorCtr="0">
            <a:noAutofit/>
          </a:bodyPr>
          <a:lstStyle>
            <a:lvl1pPr lvl="0" algn="ctr">
              <a:spcBef>
                <a:spcPts val="0"/>
              </a:spcBef>
              <a:spcAft>
                <a:spcPts val="0"/>
              </a:spcAft>
              <a:buSzPts val="6000"/>
              <a:buNone/>
              <a:defRPr sz="6000"/>
            </a:lvl1pPr>
            <a:lvl2pPr lvl="1" algn="ctr">
              <a:spcBef>
                <a:spcPts val="0"/>
              </a:spcBef>
              <a:spcAft>
                <a:spcPts val="0"/>
              </a:spcAft>
              <a:buSzPts val="6000"/>
              <a:buNone/>
              <a:defRPr sz="6000"/>
            </a:lvl2pPr>
            <a:lvl3pPr lvl="2" algn="ctr">
              <a:spcBef>
                <a:spcPts val="0"/>
              </a:spcBef>
              <a:spcAft>
                <a:spcPts val="0"/>
              </a:spcAft>
              <a:buSzPts val="6000"/>
              <a:buNone/>
              <a:defRPr sz="6000"/>
            </a:lvl3pPr>
            <a:lvl4pPr lvl="3" algn="ctr">
              <a:spcBef>
                <a:spcPts val="0"/>
              </a:spcBef>
              <a:spcAft>
                <a:spcPts val="0"/>
              </a:spcAft>
              <a:buSzPts val="6000"/>
              <a:buNone/>
              <a:defRPr sz="6000"/>
            </a:lvl4pPr>
            <a:lvl5pPr lvl="4" algn="ctr">
              <a:spcBef>
                <a:spcPts val="0"/>
              </a:spcBef>
              <a:spcAft>
                <a:spcPts val="0"/>
              </a:spcAft>
              <a:buSzPts val="6000"/>
              <a:buNone/>
              <a:defRPr sz="6000"/>
            </a:lvl5pPr>
            <a:lvl6pPr lvl="5" algn="ctr">
              <a:spcBef>
                <a:spcPts val="0"/>
              </a:spcBef>
              <a:spcAft>
                <a:spcPts val="0"/>
              </a:spcAft>
              <a:buSzPts val="6000"/>
              <a:buNone/>
              <a:defRPr sz="6000"/>
            </a:lvl6pPr>
            <a:lvl7pPr lvl="6" algn="ctr">
              <a:spcBef>
                <a:spcPts val="0"/>
              </a:spcBef>
              <a:spcAft>
                <a:spcPts val="0"/>
              </a:spcAft>
              <a:buSzPts val="6000"/>
              <a:buNone/>
              <a:defRPr sz="6000"/>
            </a:lvl7pPr>
            <a:lvl8pPr lvl="7" algn="ctr">
              <a:spcBef>
                <a:spcPts val="0"/>
              </a:spcBef>
              <a:spcAft>
                <a:spcPts val="0"/>
              </a:spcAft>
              <a:buSzPts val="6000"/>
              <a:buNone/>
              <a:defRPr sz="6000"/>
            </a:lvl8pPr>
            <a:lvl9pPr lvl="8" algn="ctr">
              <a:spcBef>
                <a:spcPts val="0"/>
              </a:spcBef>
              <a:spcAft>
                <a:spcPts val="0"/>
              </a:spcAft>
              <a:buSzPts val="6000"/>
              <a:buNone/>
              <a:defRPr sz="6000"/>
            </a:lvl9pPr>
          </a:lstStyle>
          <a:p>
            <a:endParaRPr/>
          </a:p>
        </p:txBody>
      </p:sp>
      <p:grpSp>
        <p:nvGrpSpPr>
          <p:cNvPr id="591" name="Google Shape;591;p8"/>
          <p:cNvGrpSpPr/>
          <p:nvPr/>
        </p:nvGrpSpPr>
        <p:grpSpPr>
          <a:xfrm>
            <a:off x="227312" y="868475"/>
            <a:ext cx="477900" cy="3405950"/>
            <a:chOff x="227312" y="868475"/>
            <a:chExt cx="477900" cy="3405950"/>
          </a:xfrm>
        </p:grpSpPr>
        <p:sp>
          <p:nvSpPr>
            <p:cNvPr id="592" name="Google Shape;592;p8"/>
            <p:cNvSpPr/>
            <p:nvPr/>
          </p:nvSpPr>
          <p:spPr>
            <a:xfrm rot="10800000" flipH="1">
              <a:off x="227312" y="868475"/>
              <a:ext cx="477900" cy="69600"/>
            </a:xfrm>
            <a:prstGeom prst="roundRect">
              <a:avLst>
                <a:gd name="adj" fmla="val 16667"/>
              </a:avLst>
            </a:prstGeom>
            <a:solidFill>
              <a:schemeClr val="accen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3" name="Google Shape;593;p8"/>
            <p:cNvSpPr/>
            <p:nvPr/>
          </p:nvSpPr>
          <p:spPr>
            <a:xfrm rot="10800000" flipH="1">
              <a:off x="227312" y="1535738"/>
              <a:ext cx="477900" cy="69600"/>
            </a:xfrm>
            <a:prstGeom prst="roundRect">
              <a:avLst>
                <a:gd name="adj" fmla="val 16667"/>
              </a:avLst>
            </a:prstGeom>
            <a:solidFill>
              <a:schemeClr val="accen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4" name="Google Shape;594;p8"/>
            <p:cNvSpPr/>
            <p:nvPr/>
          </p:nvSpPr>
          <p:spPr>
            <a:xfrm rot="10800000" flipH="1">
              <a:off x="227312" y="2203025"/>
              <a:ext cx="477900" cy="69600"/>
            </a:xfrm>
            <a:prstGeom prst="roundRect">
              <a:avLst>
                <a:gd name="adj" fmla="val 16667"/>
              </a:avLst>
            </a:prstGeom>
            <a:solidFill>
              <a:schemeClr val="accen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5" name="Google Shape;595;p8"/>
            <p:cNvSpPr/>
            <p:nvPr/>
          </p:nvSpPr>
          <p:spPr>
            <a:xfrm rot="10800000" flipH="1">
              <a:off x="227312" y="2870288"/>
              <a:ext cx="477900" cy="69600"/>
            </a:xfrm>
            <a:prstGeom prst="roundRect">
              <a:avLst>
                <a:gd name="adj" fmla="val 16667"/>
              </a:avLst>
            </a:prstGeom>
            <a:solidFill>
              <a:schemeClr val="accen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6" name="Google Shape;596;p8"/>
            <p:cNvSpPr/>
            <p:nvPr/>
          </p:nvSpPr>
          <p:spPr>
            <a:xfrm rot="10800000" flipH="1">
              <a:off x="227312" y="3537563"/>
              <a:ext cx="477900" cy="69600"/>
            </a:xfrm>
            <a:prstGeom prst="roundRect">
              <a:avLst>
                <a:gd name="adj" fmla="val 16667"/>
              </a:avLst>
            </a:prstGeom>
            <a:solidFill>
              <a:schemeClr val="accen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7" name="Google Shape;597;p8"/>
            <p:cNvSpPr/>
            <p:nvPr/>
          </p:nvSpPr>
          <p:spPr>
            <a:xfrm rot="10800000" flipH="1">
              <a:off x="227312" y="4204825"/>
              <a:ext cx="477900" cy="69600"/>
            </a:xfrm>
            <a:prstGeom prst="roundRect">
              <a:avLst>
                <a:gd name="adj" fmla="val 16667"/>
              </a:avLst>
            </a:prstGeom>
            <a:solidFill>
              <a:schemeClr val="accen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98" name="Google Shape;598;p8"/>
          <p:cNvGrpSpPr/>
          <p:nvPr/>
        </p:nvGrpSpPr>
        <p:grpSpPr>
          <a:xfrm>
            <a:off x="1390650" y="685350"/>
            <a:ext cx="7122625" cy="3847578"/>
            <a:chOff x="1390650" y="685350"/>
            <a:chExt cx="7122625" cy="3847578"/>
          </a:xfrm>
        </p:grpSpPr>
        <p:grpSp>
          <p:nvGrpSpPr>
            <p:cNvPr id="599" name="Google Shape;599;p8"/>
            <p:cNvGrpSpPr/>
            <p:nvPr/>
          </p:nvGrpSpPr>
          <p:grpSpPr>
            <a:xfrm rot="10800000">
              <a:off x="1390650" y="685350"/>
              <a:ext cx="7122625" cy="3413496"/>
              <a:chOff x="1308150" y="947907"/>
              <a:chExt cx="7122625" cy="3413496"/>
            </a:xfrm>
          </p:grpSpPr>
          <p:sp>
            <p:nvSpPr>
              <p:cNvPr id="600" name="Google Shape;600;p8"/>
              <p:cNvSpPr/>
              <p:nvPr/>
            </p:nvSpPr>
            <p:spPr>
              <a:xfrm rot="-2227469" flipH="1">
                <a:off x="4202154" y="4099052"/>
                <a:ext cx="243062" cy="210302"/>
              </a:xfrm>
              <a:prstGeom prst="triangle">
                <a:avLst>
                  <a:gd name="adj" fmla="val 50000"/>
                </a:avLst>
              </a:prstGeom>
              <a:noFill/>
              <a:ln w="19050"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1" name="Google Shape;601;p8"/>
              <p:cNvSpPr/>
              <p:nvPr/>
            </p:nvSpPr>
            <p:spPr>
              <a:xfrm flipH="1">
                <a:off x="8138875" y="1708550"/>
                <a:ext cx="291900" cy="291900"/>
              </a:xfrm>
              <a:prstGeom prst="ellipse">
                <a:avLst/>
              </a:prstGeom>
              <a:noFill/>
              <a:ln w="19050"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2" name="Google Shape;602;p8"/>
              <p:cNvSpPr/>
              <p:nvPr/>
            </p:nvSpPr>
            <p:spPr>
              <a:xfrm flipH="1">
                <a:off x="1308150" y="3655013"/>
                <a:ext cx="165000" cy="165000"/>
              </a:xfrm>
              <a:prstGeom prst="ellipse">
                <a:avLst/>
              </a:prstGeom>
              <a:noFill/>
              <a:ln w="19050"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3" name="Google Shape;603;p8"/>
              <p:cNvSpPr/>
              <p:nvPr/>
            </p:nvSpPr>
            <p:spPr>
              <a:xfrm rot="-2855308" flipH="1">
                <a:off x="6464456" y="4205276"/>
                <a:ext cx="117429" cy="117005"/>
              </a:xfrm>
              <a:prstGeom prst="rect">
                <a:avLst/>
              </a:prstGeom>
              <a:no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4" name="Google Shape;604;p8"/>
              <p:cNvSpPr/>
              <p:nvPr/>
            </p:nvSpPr>
            <p:spPr>
              <a:xfrm rot="716485" flipH="1">
                <a:off x="4702377" y="958814"/>
                <a:ext cx="117441" cy="117086"/>
              </a:xfrm>
              <a:prstGeom prst="rect">
                <a:avLst/>
              </a:pr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5" name="Google Shape;605;p8"/>
              <p:cNvSpPr/>
              <p:nvPr/>
            </p:nvSpPr>
            <p:spPr>
              <a:xfrm rot="3430508" flipH="1">
                <a:off x="8221320" y="4209053"/>
                <a:ext cx="126736" cy="109431"/>
              </a:xfrm>
              <a:prstGeom prst="triangle">
                <a:avLst>
                  <a:gd name="adj" fmla="val 50000"/>
                </a:avLst>
              </a:prstGeom>
              <a:noFill/>
              <a:ln w="19050"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6" name="Google Shape;606;p8"/>
              <p:cNvSpPr/>
              <p:nvPr/>
            </p:nvSpPr>
            <p:spPr>
              <a:xfrm flipH="1">
                <a:off x="2267850" y="2266588"/>
                <a:ext cx="165000" cy="165000"/>
              </a:xfrm>
              <a:prstGeom prst="ellipse">
                <a:avLst/>
              </a:pr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07" name="Google Shape;607;p8"/>
            <p:cNvGrpSpPr/>
            <p:nvPr/>
          </p:nvGrpSpPr>
          <p:grpSpPr>
            <a:xfrm>
              <a:off x="1752597" y="837750"/>
              <a:ext cx="6469615" cy="3695178"/>
              <a:chOff x="1895472" y="913875"/>
              <a:chExt cx="6469615" cy="3695178"/>
            </a:xfrm>
          </p:grpSpPr>
          <p:sp>
            <p:nvSpPr>
              <p:cNvPr id="608" name="Google Shape;608;p8"/>
              <p:cNvSpPr/>
              <p:nvPr/>
            </p:nvSpPr>
            <p:spPr>
              <a:xfrm rot="-2227469" flipH="1">
                <a:off x="3906879" y="4346702"/>
                <a:ext cx="243062" cy="210302"/>
              </a:xfrm>
              <a:prstGeom prst="triangle">
                <a:avLst>
                  <a:gd name="adj" fmla="val 50000"/>
                </a:avLst>
              </a:prstGeom>
              <a:noFill/>
              <a:ln w="19050"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9" name="Google Shape;609;p8"/>
              <p:cNvSpPr/>
              <p:nvPr/>
            </p:nvSpPr>
            <p:spPr>
              <a:xfrm rot="7771672" flipH="1">
                <a:off x="7771440" y="942916"/>
                <a:ext cx="126796" cy="109319"/>
              </a:xfrm>
              <a:prstGeom prst="triangle">
                <a:avLst>
                  <a:gd name="adj" fmla="val 50000"/>
                </a:avLst>
              </a:pr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0" name="Google Shape;610;p8"/>
              <p:cNvSpPr/>
              <p:nvPr/>
            </p:nvSpPr>
            <p:spPr>
              <a:xfrm rot="-2855308" flipH="1">
                <a:off x="6512081" y="4107401"/>
                <a:ext cx="117429" cy="117005"/>
              </a:xfrm>
              <a:prstGeom prst="rect">
                <a:avLst/>
              </a:prstGeom>
              <a:no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1" name="Google Shape;611;p8"/>
              <p:cNvSpPr/>
              <p:nvPr/>
            </p:nvSpPr>
            <p:spPr>
              <a:xfrm rot="716485" flipH="1">
                <a:off x="1906202" y="2241226"/>
                <a:ext cx="117441" cy="117086"/>
              </a:xfrm>
              <a:prstGeom prst="rect">
                <a:avLst/>
              </a:pr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2" name="Google Shape;612;p8"/>
              <p:cNvSpPr/>
              <p:nvPr/>
            </p:nvSpPr>
            <p:spPr>
              <a:xfrm rot="3430508" flipH="1">
                <a:off x="8221320" y="4209053"/>
                <a:ext cx="126736" cy="109431"/>
              </a:xfrm>
              <a:prstGeom prst="triangle">
                <a:avLst>
                  <a:gd name="adj" fmla="val 50000"/>
                </a:avLst>
              </a:prstGeom>
              <a:noFill/>
              <a:ln w="19050"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613"/>
        <p:cNvGrpSpPr/>
        <p:nvPr/>
      </p:nvGrpSpPr>
      <p:grpSpPr>
        <a:xfrm>
          <a:off x="0" y="0"/>
          <a:ext cx="0" cy="0"/>
          <a:chOff x="0" y="0"/>
          <a:chExt cx="0" cy="0"/>
        </a:xfrm>
      </p:grpSpPr>
      <p:grpSp>
        <p:nvGrpSpPr>
          <p:cNvPr id="614" name="Google Shape;614;p9"/>
          <p:cNvGrpSpPr/>
          <p:nvPr/>
        </p:nvGrpSpPr>
        <p:grpSpPr>
          <a:xfrm>
            <a:off x="10" y="-9400"/>
            <a:ext cx="9144000" cy="5162400"/>
            <a:chOff x="10" y="-9400"/>
            <a:chExt cx="9144000" cy="5162400"/>
          </a:xfrm>
        </p:grpSpPr>
        <p:grpSp>
          <p:nvGrpSpPr>
            <p:cNvPr id="615" name="Google Shape;615;p9"/>
            <p:cNvGrpSpPr/>
            <p:nvPr/>
          </p:nvGrpSpPr>
          <p:grpSpPr>
            <a:xfrm>
              <a:off x="10" y="371400"/>
              <a:ext cx="9144000" cy="4400775"/>
              <a:chOff x="10" y="371400"/>
              <a:chExt cx="9144000" cy="4400775"/>
            </a:xfrm>
          </p:grpSpPr>
          <p:cxnSp>
            <p:nvCxnSpPr>
              <p:cNvPr id="616" name="Google Shape;616;p9"/>
              <p:cNvCxnSpPr/>
              <p:nvPr/>
            </p:nvCxnSpPr>
            <p:spPr>
              <a:xfrm>
                <a:off x="4572010" y="-4200600"/>
                <a:ext cx="0" cy="9144000"/>
              </a:xfrm>
              <a:prstGeom prst="straightConnector1">
                <a:avLst/>
              </a:prstGeom>
              <a:noFill/>
              <a:ln w="9525" cap="flat" cmpd="sng">
                <a:solidFill>
                  <a:schemeClr val="dk2"/>
                </a:solidFill>
                <a:prstDash val="solid"/>
                <a:round/>
                <a:headEnd type="none" w="med" len="med"/>
                <a:tailEnd type="none" w="med" len="med"/>
              </a:ln>
            </p:spPr>
          </p:cxnSp>
          <p:cxnSp>
            <p:nvCxnSpPr>
              <p:cNvPr id="617" name="Google Shape;617;p9"/>
              <p:cNvCxnSpPr/>
              <p:nvPr/>
            </p:nvCxnSpPr>
            <p:spPr>
              <a:xfrm>
                <a:off x="4572010" y="-3711625"/>
                <a:ext cx="0" cy="9144000"/>
              </a:xfrm>
              <a:prstGeom prst="straightConnector1">
                <a:avLst/>
              </a:prstGeom>
              <a:noFill/>
              <a:ln w="9525" cap="flat" cmpd="sng">
                <a:solidFill>
                  <a:schemeClr val="dk2"/>
                </a:solidFill>
                <a:prstDash val="solid"/>
                <a:round/>
                <a:headEnd type="none" w="med" len="med"/>
                <a:tailEnd type="none" w="med" len="med"/>
              </a:ln>
            </p:spPr>
          </p:cxnSp>
          <p:cxnSp>
            <p:nvCxnSpPr>
              <p:cNvPr id="618" name="Google Shape;618;p9"/>
              <p:cNvCxnSpPr/>
              <p:nvPr/>
            </p:nvCxnSpPr>
            <p:spPr>
              <a:xfrm>
                <a:off x="4572010" y="-3222650"/>
                <a:ext cx="0" cy="9144000"/>
              </a:xfrm>
              <a:prstGeom prst="straightConnector1">
                <a:avLst/>
              </a:prstGeom>
              <a:noFill/>
              <a:ln w="9525" cap="flat" cmpd="sng">
                <a:solidFill>
                  <a:schemeClr val="dk2"/>
                </a:solidFill>
                <a:prstDash val="solid"/>
                <a:round/>
                <a:headEnd type="none" w="med" len="med"/>
                <a:tailEnd type="none" w="med" len="med"/>
              </a:ln>
            </p:spPr>
          </p:cxnSp>
          <p:cxnSp>
            <p:nvCxnSpPr>
              <p:cNvPr id="619" name="Google Shape;619;p9"/>
              <p:cNvCxnSpPr/>
              <p:nvPr/>
            </p:nvCxnSpPr>
            <p:spPr>
              <a:xfrm>
                <a:off x="4572010" y="-2733675"/>
                <a:ext cx="0" cy="9144000"/>
              </a:xfrm>
              <a:prstGeom prst="straightConnector1">
                <a:avLst/>
              </a:prstGeom>
              <a:noFill/>
              <a:ln w="9525" cap="flat" cmpd="sng">
                <a:solidFill>
                  <a:schemeClr val="dk2"/>
                </a:solidFill>
                <a:prstDash val="solid"/>
                <a:round/>
                <a:headEnd type="none" w="med" len="med"/>
                <a:tailEnd type="none" w="med" len="med"/>
              </a:ln>
            </p:spPr>
          </p:cxnSp>
          <p:cxnSp>
            <p:nvCxnSpPr>
              <p:cNvPr id="620" name="Google Shape;620;p9"/>
              <p:cNvCxnSpPr/>
              <p:nvPr/>
            </p:nvCxnSpPr>
            <p:spPr>
              <a:xfrm>
                <a:off x="4572010" y="-2244700"/>
                <a:ext cx="0" cy="9144000"/>
              </a:xfrm>
              <a:prstGeom prst="straightConnector1">
                <a:avLst/>
              </a:prstGeom>
              <a:noFill/>
              <a:ln w="9525" cap="flat" cmpd="sng">
                <a:solidFill>
                  <a:schemeClr val="dk2"/>
                </a:solidFill>
                <a:prstDash val="solid"/>
                <a:round/>
                <a:headEnd type="none" w="med" len="med"/>
                <a:tailEnd type="none" w="med" len="med"/>
              </a:ln>
            </p:spPr>
          </p:cxnSp>
          <p:cxnSp>
            <p:nvCxnSpPr>
              <p:cNvPr id="621" name="Google Shape;621;p9"/>
              <p:cNvCxnSpPr/>
              <p:nvPr/>
            </p:nvCxnSpPr>
            <p:spPr>
              <a:xfrm>
                <a:off x="4572010" y="-1755725"/>
                <a:ext cx="0" cy="9144000"/>
              </a:xfrm>
              <a:prstGeom prst="straightConnector1">
                <a:avLst/>
              </a:prstGeom>
              <a:noFill/>
              <a:ln w="9525" cap="flat" cmpd="sng">
                <a:solidFill>
                  <a:schemeClr val="dk2"/>
                </a:solidFill>
                <a:prstDash val="solid"/>
                <a:round/>
                <a:headEnd type="none" w="med" len="med"/>
                <a:tailEnd type="none" w="med" len="med"/>
              </a:ln>
            </p:spPr>
          </p:cxnSp>
          <p:cxnSp>
            <p:nvCxnSpPr>
              <p:cNvPr id="622" name="Google Shape;622;p9"/>
              <p:cNvCxnSpPr/>
              <p:nvPr/>
            </p:nvCxnSpPr>
            <p:spPr>
              <a:xfrm>
                <a:off x="4572010" y="-1266750"/>
                <a:ext cx="0" cy="9144000"/>
              </a:xfrm>
              <a:prstGeom prst="straightConnector1">
                <a:avLst/>
              </a:prstGeom>
              <a:noFill/>
              <a:ln w="9525" cap="flat" cmpd="sng">
                <a:solidFill>
                  <a:schemeClr val="dk2"/>
                </a:solidFill>
                <a:prstDash val="solid"/>
                <a:round/>
                <a:headEnd type="none" w="med" len="med"/>
                <a:tailEnd type="none" w="med" len="med"/>
              </a:ln>
            </p:spPr>
          </p:cxnSp>
          <p:cxnSp>
            <p:nvCxnSpPr>
              <p:cNvPr id="623" name="Google Shape;623;p9"/>
              <p:cNvCxnSpPr/>
              <p:nvPr/>
            </p:nvCxnSpPr>
            <p:spPr>
              <a:xfrm>
                <a:off x="4572010" y="-777775"/>
                <a:ext cx="0" cy="9144000"/>
              </a:xfrm>
              <a:prstGeom prst="straightConnector1">
                <a:avLst/>
              </a:prstGeom>
              <a:noFill/>
              <a:ln w="9525" cap="flat" cmpd="sng">
                <a:solidFill>
                  <a:schemeClr val="dk2"/>
                </a:solidFill>
                <a:prstDash val="solid"/>
                <a:round/>
                <a:headEnd type="none" w="med" len="med"/>
                <a:tailEnd type="none" w="med" len="med"/>
              </a:ln>
            </p:spPr>
          </p:cxnSp>
          <p:cxnSp>
            <p:nvCxnSpPr>
              <p:cNvPr id="624" name="Google Shape;624;p9"/>
              <p:cNvCxnSpPr/>
              <p:nvPr/>
            </p:nvCxnSpPr>
            <p:spPr>
              <a:xfrm>
                <a:off x="4572010" y="-288800"/>
                <a:ext cx="0" cy="9144000"/>
              </a:xfrm>
              <a:prstGeom prst="straightConnector1">
                <a:avLst/>
              </a:prstGeom>
              <a:noFill/>
              <a:ln w="9525" cap="flat" cmpd="sng">
                <a:solidFill>
                  <a:schemeClr val="dk2"/>
                </a:solidFill>
                <a:prstDash val="solid"/>
                <a:round/>
                <a:headEnd type="none" w="med" len="med"/>
                <a:tailEnd type="none" w="med" len="med"/>
              </a:ln>
            </p:spPr>
          </p:cxnSp>
          <p:cxnSp>
            <p:nvCxnSpPr>
              <p:cNvPr id="625" name="Google Shape;625;p9"/>
              <p:cNvCxnSpPr/>
              <p:nvPr/>
            </p:nvCxnSpPr>
            <p:spPr>
              <a:xfrm>
                <a:off x="4572010" y="200175"/>
                <a:ext cx="0" cy="9144000"/>
              </a:xfrm>
              <a:prstGeom prst="straightConnector1">
                <a:avLst/>
              </a:prstGeom>
              <a:noFill/>
              <a:ln w="9525" cap="flat" cmpd="sng">
                <a:solidFill>
                  <a:schemeClr val="dk2"/>
                </a:solidFill>
                <a:prstDash val="solid"/>
                <a:round/>
                <a:headEnd type="none" w="med" len="med"/>
                <a:tailEnd type="none" w="med" len="med"/>
              </a:ln>
            </p:spPr>
          </p:cxnSp>
        </p:grpSp>
        <p:cxnSp>
          <p:nvCxnSpPr>
            <p:cNvPr id="626" name="Google Shape;626;p9"/>
            <p:cNvCxnSpPr/>
            <p:nvPr/>
          </p:nvCxnSpPr>
          <p:spPr>
            <a:xfrm>
              <a:off x="415588" y="-9400"/>
              <a:ext cx="0" cy="5162400"/>
            </a:xfrm>
            <a:prstGeom prst="straightConnector1">
              <a:avLst/>
            </a:prstGeom>
            <a:noFill/>
            <a:ln w="9525" cap="flat" cmpd="sng">
              <a:solidFill>
                <a:schemeClr val="dk2"/>
              </a:solidFill>
              <a:prstDash val="solid"/>
              <a:round/>
              <a:headEnd type="none" w="med" len="med"/>
              <a:tailEnd type="none" w="med" len="med"/>
            </a:ln>
          </p:spPr>
        </p:cxnSp>
        <p:cxnSp>
          <p:nvCxnSpPr>
            <p:cNvPr id="627" name="Google Shape;627;p9"/>
            <p:cNvCxnSpPr/>
            <p:nvPr/>
          </p:nvCxnSpPr>
          <p:spPr>
            <a:xfrm>
              <a:off x="904563" y="-9400"/>
              <a:ext cx="0" cy="5162400"/>
            </a:xfrm>
            <a:prstGeom prst="straightConnector1">
              <a:avLst/>
            </a:prstGeom>
            <a:noFill/>
            <a:ln w="9525" cap="flat" cmpd="sng">
              <a:solidFill>
                <a:schemeClr val="dk2"/>
              </a:solidFill>
              <a:prstDash val="solid"/>
              <a:round/>
              <a:headEnd type="none" w="med" len="med"/>
              <a:tailEnd type="none" w="med" len="med"/>
            </a:ln>
          </p:spPr>
        </p:cxnSp>
        <p:cxnSp>
          <p:nvCxnSpPr>
            <p:cNvPr id="628" name="Google Shape;628;p9"/>
            <p:cNvCxnSpPr/>
            <p:nvPr/>
          </p:nvCxnSpPr>
          <p:spPr>
            <a:xfrm>
              <a:off x="1393538" y="-9400"/>
              <a:ext cx="0" cy="5162400"/>
            </a:xfrm>
            <a:prstGeom prst="straightConnector1">
              <a:avLst/>
            </a:prstGeom>
            <a:noFill/>
            <a:ln w="9525" cap="flat" cmpd="sng">
              <a:solidFill>
                <a:schemeClr val="dk2"/>
              </a:solidFill>
              <a:prstDash val="solid"/>
              <a:round/>
              <a:headEnd type="none" w="med" len="med"/>
              <a:tailEnd type="none" w="med" len="med"/>
            </a:ln>
          </p:spPr>
        </p:cxnSp>
        <p:cxnSp>
          <p:nvCxnSpPr>
            <p:cNvPr id="629" name="Google Shape;629;p9"/>
            <p:cNvCxnSpPr/>
            <p:nvPr/>
          </p:nvCxnSpPr>
          <p:spPr>
            <a:xfrm>
              <a:off x="1882513" y="-9400"/>
              <a:ext cx="0" cy="5162400"/>
            </a:xfrm>
            <a:prstGeom prst="straightConnector1">
              <a:avLst/>
            </a:prstGeom>
            <a:noFill/>
            <a:ln w="9525" cap="flat" cmpd="sng">
              <a:solidFill>
                <a:schemeClr val="dk2"/>
              </a:solidFill>
              <a:prstDash val="solid"/>
              <a:round/>
              <a:headEnd type="none" w="med" len="med"/>
              <a:tailEnd type="none" w="med" len="med"/>
            </a:ln>
          </p:spPr>
        </p:cxnSp>
        <p:cxnSp>
          <p:nvCxnSpPr>
            <p:cNvPr id="630" name="Google Shape;630;p9"/>
            <p:cNvCxnSpPr/>
            <p:nvPr/>
          </p:nvCxnSpPr>
          <p:spPr>
            <a:xfrm>
              <a:off x="2371488" y="-9400"/>
              <a:ext cx="0" cy="5162400"/>
            </a:xfrm>
            <a:prstGeom prst="straightConnector1">
              <a:avLst/>
            </a:prstGeom>
            <a:noFill/>
            <a:ln w="9525" cap="flat" cmpd="sng">
              <a:solidFill>
                <a:schemeClr val="dk2"/>
              </a:solidFill>
              <a:prstDash val="solid"/>
              <a:round/>
              <a:headEnd type="none" w="med" len="med"/>
              <a:tailEnd type="none" w="med" len="med"/>
            </a:ln>
          </p:spPr>
        </p:cxnSp>
        <p:cxnSp>
          <p:nvCxnSpPr>
            <p:cNvPr id="631" name="Google Shape;631;p9"/>
            <p:cNvCxnSpPr/>
            <p:nvPr/>
          </p:nvCxnSpPr>
          <p:spPr>
            <a:xfrm>
              <a:off x="2860463" y="-9400"/>
              <a:ext cx="0" cy="5162400"/>
            </a:xfrm>
            <a:prstGeom prst="straightConnector1">
              <a:avLst/>
            </a:prstGeom>
            <a:noFill/>
            <a:ln w="9525" cap="flat" cmpd="sng">
              <a:solidFill>
                <a:schemeClr val="dk2"/>
              </a:solidFill>
              <a:prstDash val="solid"/>
              <a:round/>
              <a:headEnd type="none" w="med" len="med"/>
              <a:tailEnd type="none" w="med" len="med"/>
            </a:ln>
          </p:spPr>
        </p:cxnSp>
        <p:cxnSp>
          <p:nvCxnSpPr>
            <p:cNvPr id="632" name="Google Shape;632;p9"/>
            <p:cNvCxnSpPr/>
            <p:nvPr/>
          </p:nvCxnSpPr>
          <p:spPr>
            <a:xfrm>
              <a:off x="3349438" y="-9400"/>
              <a:ext cx="0" cy="5162400"/>
            </a:xfrm>
            <a:prstGeom prst="straightConnector1">
              <a:avLst/>
            </a:prstGeom>
            <a:noFill/>
            <a:ln w="9525" cap="flat" cmpd="sng">
              <a:solidFill>
                <a:schemeClr val="dk2"/>
              </a:solidFill>
              <a:prstDash val="solid"/>
              <a:round/>
              <a:headEnd type="none" w="med" len="med"/>
              <a:tailEnd type="none" w="med" len="med"/>
            </a:ln>
          </p:spPr>
        </p:cxnSp>
        <p:cxnSp>
          <p:nvCxnSpPr>
            <p:cNvPr id="633" name="Google Shape;633;p9"/>
            <p:cNvCxnSpPr/>
            <p:nvPr/>
          </p:nvCxnSpPr>
          <p:spPr>
            <a:xfrm>
              <a:off x="3838413" y="-9400"/>
              <a:ext cx="0" cy="5162400"/>
            </a:xfrm>
            <a:prstGeom prst="straightConnector1">
              <a:avLst/>
            </a:prstGeom>
            <a:noFill/>
            <a:ln w="9525" cap="flat" cmpd="sng">
              <a:solidFill>
                <a:schemeClr val="dk2"/>
              </a:solidFill>
              <a:prstDash val="solid"/>
              <a:round/>
              <a:headEnd type="none" w="med" len="med"/>
              <a:tailEnd type="none" w="med" len="med"/>
            </a:ln>
          </p:spPr>
        </p:cxnSp>
        <p:cxnSp>
          <p:nvCxnSpPr>
            <p:cNvPr id="634" name="Google Shape;634;p9"/>
            <p:cNvCxnSpPr/>
            <p:nvPr/>
          </p:nvCxnSpPr>
          <p:spPr>
            <a:xfrm>
              <a:off x="4327388" y="-9400"/>
              <a:ext cx="0" cy="5162400"/>
            </a:xfrm>
            <a:prstGeom prst="straightConnector1">
              <a:avLst/>
            </a:prstGeom>
            <a:noFill/>
            <a:ln w="9525" cap="flat" cmpd="sng">
              <a:solidFill>
                <a:schemeClr val="dk2"/>
              </a:solidFill>
              <a:prstDash val="solid"/>
              <a:round/>
              <a:headEnd type="none" w="med" len="med"/>
              <a:tailEnd type="none" w="med" len="med"/>
            </a:ln>
          </p:spPr>
        </p:cxnSp>
        <p:cxnSp>
          <p:nvCxnSpPr>
            <p:cNvPr id="635" name="Google Shape;635;p9"/>
            <p:cNvCxnSpPr/>
            <p:nvPr/>
          </p:nvCxnSpPr>
          <p:spPr>
            <a:xfrm>
              <a:off x="4816363" y="-9400"/>
              <a:ext cx="0" cy="5162400"/>
            </a:xfrm>
            <a:prstGeom prst="straightConnector1">
              <a:avLst/>
            </a:prstGeom>
            <a:noFill/>
            <a:ln w="9525" cap="flat" cmpd="sng">
              <a:solidFill>
                <a:schemeClr val="dk2"/>
              </a:solidFill>
              <a:prstDash val="solid"/>
              <a:round/>
              <a:headEnd type="none" w="med" len="med"/>
              <a:tailEnd type="none" w="med" len="med"/>
            </a:ln>
          </p:spPr>
        </p:cxnSp>
        <p:cxnSp>
          <p:nvCxnSpPr>
            <p:cNvPr id="636" name="Google Shape;636;p9"/>
            <p:cNvCxnSpPr/>
            <p:nvPr/>
          </p:nvCxnSpPr>
          <p:spPr>
            <a:xfrm>
              <a:off x="5305338" y="-9400"/>
              <a:ext cx="0" cy="5162400"/>
            </a:xfrm>
            <a:prstGeom prst="straightConnector1">
              <a:avLst/>
            </a:prstGeom>
            <a:noFill/>
            <a:ln w="9525" cap="flat" cmpd="sng">
              <a:solidFill>
                <a:schemeClr val="dk2"/>
              </a:solidFill>
              <a:prstDash val="solid"/>
              <a:round/>
              <a:headEnd type="none" w="med" len="med"/>
              <a:tailEnd type="none" w="med" len="med"/>
            </a:ln>
          </p:spPr>
        </p:cxnSp>
        <p:cxnSp>
          <p:nvCxnSpPr>
            <p:cNvPr id="637" name="Google Shape;637;p9"/>
            <p:cNvCxnSpPr/>
            <p:nvPr/>
          </p:nvCxnSpPr>
          <p:spPr>
            <a:xfrm>
              <a:off x="5794313" y="-9400"/>
              <a:ext cx="0" cy="5162400"/>
            </a:xfrm>
            <a:prstGeom prst="straightConnector1">
              <a:avLst/>
            </a:prstGeom>
            <a:noFill/>
            <a:ln w="9525" cap="flat" cmpd="sng">
              <a:solidFill>
                <a:schemeClr val="dk2"/>
              </a:solidFill>
              <a:prstDash val="solid"/>
              <a:round/>
              <a:headEnd type="none" w="med" len="med"/>
              <a:tailEnd type="none" w="med" len="med"/>
            </a:ln>
          </p:spPr>
        </p:cxnSp>
        <p:cxnSp>
          <p:nvCxnSpPr>
            <p:cNvPr id="638" name="Google Shape;638;p9"/>
            <p:cNvCxnSpPr/>
            <p:nvPr/>
          </p:nvCxnSpPr>
          <p:spPr>
            <a:xfrm>
              <a:off x="6283288" y="-9400"/>
              <a:ext cx="0" cy="5162400"/>
            </a:xfrm>
            <a:prstGeom prst="straightConnector1">
              <a:avLst/>
            </a:prstGeom>
            <a:noFill/>
            <a:ln w="9525" cap="flat" cmpd="sng">
              <a:solidFill>
                <a:schemeClr val="dk2"/>
              </a:solidFill>
              <a:prstDash val="solid"/>
              <a:round/>
              <a:headEnd type="none" w="med" len="med"/>
              <a:tailEnd type="none" w="med" len="med"/>
            </a:ln>
          </p:spPr>
        </p:cxnSp>
        <p:cxnSp>
          <p:nvCxnSpPr>
            <p:cNvPr id="639" name="Google Shape;639;p9"/>
            <p:cNvCxnSpPr/>
            <p:nvPr/>
          </p:nvCxnSpPr>
          <p:spPr>
            <a:xfrm>
              <a:off x="6772263" y="-9400"/>
              <a:ext cx="0" cy="5162400"/>
            </a:xfrm>
            <a:prstGeom prst="straightConnector1">
              <a:avLst/>
            </a:prstGeom>
            <a:noFill/>
            <a:ln w="9525" cap="flat" cmpd="sng">
              <a:solidFill>
                <a:schemeClr val="dk2"/>
              </a:solidFill>
              <a:prstDash val="solid"/>
              <a:round/>
              <a:headEnd type="none" w="med" len="med"/>
              <a:tailEnd type="none" w="med" len="med"/>
            </a:ln>
          </p:spPr>
        </p:cxnSp>
        <p:cxnSp>
          <p:nvCxnSpPr>
            <p:cNvPr id="640" name="Google Shape;640;p9"/>
            <p:cNvCxnSpPr/>
            <p:nvPr/>
          </p:nvCxnSpPr>
          <p:spPr>
            <a:xfrm>
              <a:off x="7261238" y="-9400"/>
              <a:ext cx="0" cy="5162400"/>
            </a:xfrm>
            <a:prstGeom prst="straightConnector1">
              <a:avLst/>
            </a:prstGeom>
            <a:noFill/>
            <a:ln w="9525" cap="flat" cmpd="sng">
              <a:solidFill>
                <a:schemeClr val="dk2"/>
              </a:solidFill>
              <a:prstDash val="solid"/>
              <a:round/>
              <a:headEnd type="none" w="med" len="med"/>
              <a:tailEnd type="none" w="med" len="med"/>
            </a:ln>
          </p:spPr>
        </p:cxnSp>
        <p:cxnSp>
          <p:nvCxnSpPr>
            <p:cNvPr id="641" name="Google Shape;641;p9"/>
            <p:cNvCxnSpPr/>
            <p:nvPr/>
          </p:nvCxnSpPr>
          <p:spPr>
            <a:xfrm>
              <a:off x="7750213" y="-9400"/>
              <a:ext cx="0" cy="5162400"/>
            </a:xfrm>
            <a:prstGeom prst="straightConnector1">
              <a:avLst/>
            </a:prstGeom>
            <a:noFill/>
            <a:ln w="9525" cap="flat" cmpd="sng">
              <a:solidFill>
                <a:schemeClr val="dk2"/>
              </a:solidFill>
              <a:prstDash val="solid"/>
              <a:round/>
              <a:headEnd type="none" w="med" len="med"/>
              <a:tailEnd type="none" w="med" len="med"/>
            </a:ln>
          </p:spPr>
        </p:cxnSp>
        <p:cxnSp>
          <p:nvCxnSpPr>
            <p:cNvPr id="642" name="Google Shape;642;p9"/>
            <p:cNvCxnSpPr/>
            <p:nvPr/>
          </p:nvCxnSpPr>
          <p:spPr>
            <a:xfrm>
              <a:off x="8239188" y="-9400"/>
              <a:ext cx="0" cy="5162400"/>
            </a:xfrm>
            <a:prstGeom prst="straightConnector1">
              <a:avLst/>
            </a:prstGeom>
            <a:noFill/>
            <a:ln w="9525" cap="flat" cmpd="sng">
              <a:solidFill>
                <a:schemeClr val="dk2"/>
              </a:solidFill>
              <a:prstDash val="solid"/>
              <a:round/>
              <a:headEnd type="none" w="med" len="med"/>
              <a:tailEnd type="none" w="med" len="med"/>
            </a:ln>
          </p:spPr>
        </p:cxnSp>
        <p:cxnSp>
          <p:nvCxnSpPr>
            <p:cNvPr id="643" name="Google Shape;643;p9"/>
            <p:cNvCxnSpPr/>
            <p:nvPr/>
          </p:nvCxnSpPr>
          <p:spPr>
            <a:xfrm>
              <a:off x="8728163" y="-9400"/>
              <a:ext cx="0" cy="5162400"/>
            </a:xfrm>
            <a:prstGeom prst="straightConnector1">
              <a:avLst/>
            </a:prstGeom>
            <a:noFill/>
            <a:ln w="9525" cap="flat" cmpd="sng">
              <a:solidFill>
                <a:schemeClr val="dk2"/>
              </a:solidFill>
              <a:prstDash val="solid"/>
              <a:round/>
              <a:headEnd type="none" w="med" len="med"/>
              <a:tailEnd type="none" w="med" len="med"/>
            </a:ln>
          </p:spPr>
        </p:cxnSp>
      </p:grpSp>
      <p:grpSp>
        <p:nvGrpSpPr>
          <p:cNvPr id="644" name="Google Shape;644;p9"/>
          <p:cNvGrpSpPr/>
          <p:nvPr/>
        </p:nvGrpSpPr>
        <p:grpSpPr>
          <a:xfrm>
            <a:off x="-185282" y="395900"/>
            <a:ext cx="600900" cy="4351800"/>
            <a:chOff x="-185282" y="395900"/>
            <a:chExt cx="600900" cy="4351800"/>
          </a:xfrm>
        </p:grpSpPr>
        <p:sp>
          <p:nvSpPr>
            <p:cNvPr id="645" name="Google Shape;645;p9"/>
            <p:cNvSpPr/>
            <p:nvPr/>
          </p:nvSpPr>
          <p:spPr>
            <a:xfrm flipH="1">
              <a:off x="-185282" y="395900"/>
              <a:ext cx="600900" cy="4351800"/>
            </a:xfrm>
            <a:prstGeom prst="rect">
              <a:avLst/>
            </a:prstGeom>
            <a:solidFill>
              <a:srgbClr val="FBF7ED"/>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646" name="Google Shape;646;p9"/>
            <p:cNvCxnSpPr/>
            <p:nvPr/>
          </p:nvCxnSpPr>
          <p:spPr>
            <a:xfrm>
              <a:off x="-174000" y="736625"/>
              <a:ext cx="579300" cy="0"/>
            </a:xfrm>
            <a:prstGeom prst="straightConnector1">
              <a:avLst/>
            </a:prstGeom>
            <a:noFill/>
            <a:ln w="19050" cap="flat" cmpd="sng">
              <a:solidFill>
                <a:srgbClr val="F0EBDF"/>
              </a:solidFill>
              <a:prstDash val="solid"/>
              <a:round/>
              <a:headEnd type="none" w="med" len="med"/>
              <a:tailEnd type="none" w="med" len="med"/>
            </a:ln>
          </p:spPr>
        </p:cxnSp>
        <p:cxnSp>
          <p:nvCxnSpPr>
            <p:cNvPr id="647" name="Google Shape;647;p9"/>
            <p:cNvCxnSpPr/>
            <p:nvPr/>
          </p:nvCxnSpPr>
          <p:spPr>
            <a:xfrm>
              <a:off x="-174000" y="1070259"/>
              <a:ext cx="579300" cy="0"/>
            </a:xfrm>
            <a:prstGeom prst="straightConnector1">
              <a:avLst/>
            </a:prstGeom>
            <a:noFill/>
            <a:ln w="19050" cap="flat" cmpd="sng">
              <a:solidFill>
                <a:srgbClr val="F0EBDF"/>
              </a:solidFill>
              <a:prstDash val="solid"/>
              <a:round/>
              <a:headEnd type="none" w="med" len="med"/>
              <a:tailEnd type="none" w="med" len="med"/>
            </a:ln>
          </p:spPr>
        </p:cxnSp>
        <p:cxnSp>
          <p:nvCxnSpPr>
            <p:cNvPr id="648" name="Google Shape;648;p9"/>
            <p:cNvCxnSpPr/>
            <p:nvPr/>
          </p:nvCxnSpPr>
          <p:spPr>
            <a:xfrm>
              <a:off x="-174000" y="1403893"/>
              <a:ext cx="579300" cy="0"/>
            </a:xfrm>
            <a:prstGeom prst="straightConnector1">
              <a:avLst/>
            </a:prstGeom>
            <a:noFill/>
            <a:ln w="19050" cap="flat" cmpd="sng">
              <a:solidFill>
                <a:srgbClr val="F0EBDF"/>
              </a:solidFill>
              <a:prstDash val="solid"/>
              <a:round/>
              <a:headEnd type="none" w="med" len="med"/>
              <a:tailEnd type="none" w="med" len="med"/>
            </a:ln>
          </p:spPr>
        </p:cxnSp>
        <p:cxnSp>
          <p:nvCxnSpPr>
            <p:cNvPr id="649" name="Google Shape;649;p9"/>
            <p:cNvCxnSpPr/>
            <p:nvPr/>
          </p:nvCxnSpPr>
          <p:spPr>
            <a:xfrm>
              <a:off x="-174000" y="1737527"/>
              <a:ext cx="579300" cy="0"/>
            </a:xfrm>
            <a:prstGeom prst="straightConnector1">
              <a:avLst/>
            </a:prstGeom>
            <a:noFill/>
            <a:ln w="19050" cap="flat" cmpd="sng">
              <a:solidFill>
                <a:srgbClr val="F0EBDF"/>
              </a:solidFill>
              <a:prstDash val="solid"/>
              <a:round/>
              <a:headEnd type="none" w="med" len="med"/>
              <a:tailEnd type="none" w="med" len="med"/>
            </a:ln>
          </p:spPr>
        </p:cxnSp>
        <p:cxnSp>
          <p:nvCxnSpPr>
            <p:cNvPr id="650" name="Google Shape;650;p9"/>
            <p:cNvCxnSpPr/>
            <p:nvPr/>
          </p:nvCxnSpPr>
          <p:spPr>
            <a:xfrm>
              <a:off x="-174000" y="2071161"/>
              <a:ext cx="579300" cy="0"/>
            </a:xfrm>
            <a:prstGeom prst="straightConnector1">
              <a:avLst/>
            </a:prstGeom>
            <a:noFill/>
            <a:ln w="19050" cap="flat" cmpd="sng">
              <a:solidFill>
                <a:srgbClr val="F0EBDF"/>
              </a:solidFill>
              <a:prstDash val="solid"/>
              <a:round/>
              <a:headEnd type="none" w="med" len="med"/>
              <a:tailEnd type="none" w="med" len="med"/>
            </a:ln>
          </p:spPr>
        </p:cxnSp>
        <p:cxnSp>
          <p:nvCxnSpPr>
            <p:cNvPr id="651" name="Google Shape;651;p9"/>
            <p:cNvCxnSpPr/>
            <p:nvPr/>
          </p:nvCxnSpPr>
          <p:spPr>
            <a:xfrm>
              <a:off x="-174000" y="2404795"/>
              <a:ext cx="579300" cy="0"/>
            </a:xfrm>
            <a:prstGeom prst="straightConnector1">
              <a:avLst/>
            </a:prstGeom>
            <a:noFill/>
            <a:ln w="19050" cap="flat" cmpd="sng">
              <a:solidFill>
                <a:srgbClr val="F0EBDF"/>
              </a:solidFill>
              <a:prstDash val="solid"/>
              <a:round/>
              <a:headEnd type="none" w="med" len="med"/>
              <a:tailEnd type="none" w="med" len="med"/>
            </a:ln>
          </p:spPr>
        </p:cxnSp>
        <p:cxnSp>
          <p:nvCxnSpPr>
            <p:cNvPr id="652" name="Google Shape;652;p9"/>
            <p:cNvCxnSpPr/>
            <p:nvPr/>
          </p:nvCxnSpPr>
          <p:spPr>
            <a:xfrm>
              <a:off x="-174000" y="2738430"/>
              <a:ext cx="579300" cy="0"/>
            </a:xfrm>
            <a:prstGeom prst="straightConnector1">
              <a:avLst/>
            </a:prstGeom>
            <a:noFill/>
            <a:ln w="19050" cap="flat" cmpd="sng">
              <a:solidFill>
                <a:srgbClr val="F0EBDF"/>
              </a:solidFill>
              <a:prstDash val="solid"/>
              <a:round/>
              <a:headEnd type="none" w="med" len="med"/>
              <a:tailEnd type="none" w="med" len="med"/>
            </a:ln>
          </p:spPr>
        </p:cxnSp>
        <p:cxnSp>
          <p:nvCxnSpPr>
            <p:cNvPr id="653" name="Google Shape;653;p9"/>
            <p:cNvCxnSpPr/>
            <p:nvPr/>
          </p:nvCxnSpPr>
          <p:spPr>
            <a:xfrm>
              <a:off x="-174000" y="3739332"/>
              <a:ext cx="579300" cy="0"/>
            </a:xfrm>
            <a:prstGeom prst="straightConnector1">
              <a:avLst/>
            </a:prstGeom>
            <a:noFill/>
            <a:ln w="19050" cap="flat" cmpd="sng">
              <a:solidFill>
                <a:srgbClr val="F0EBDF"/>
              </a:solidFill>
              <a:prstDash val="solid"/>
              <a:round/>
              <a:headEnd type="none" w="med" len="med"/>
              <a:tailEnd type="none" w="med" len="med"/>
            </a:ln>
          </p:spPr>
        </p:cxnSp>
        <p:cxnSp>
          <p:nvCxnSpPr>
            <p:cNvPr id="654" name="Google Shape;654;p9"/>
            <p:cNvCxnSpPr/>
            <p:nvPr/>
          </p:nvCxnSpPr>
          <p:spPr>
            <a:xfrm>
              <a:off x="-174000" y="3405698"/>
              <a:ext cx="579300" cy="0"/>
            </a:xfrm>
            <a:prstGeom prst="straightConnector1">
              <a:avLst/>
            </a:prstGeom>
            <a:noFill/>
            <a:ln w="19050" cap="flat" cmpd="sng">
              <a:solidFill>
                <a:srgbClr val="F0EBDF"/>
              </a:solidFill>
              <a:prstDash val="solid"/>
              <a:round/>
              <a:headEnd type="none" w="med" len="med"/>
              <a:tailEnd type="none" w="med" len="med"/>
            </a:ln>
          </p:spPr>
        </p:cxnSp>
        <p:cxnSp>
          <p:nvCxnSpPr>
            <p:cNvPr id="655" name="Google Shape;655;p9"/>
            <p:cNvCxnSpPr/>
            <p:nvPr/>
          </p:nvCxnSpPr>
          <p:spPr>
            <a:xfrm>
              <a:off x="-174000" y="3072064"/>
              <a:ext cx="579300" cy="0"/>
            </a:xfrm>
            <a:prstGeom prst="straightConnector1">
              <a:avLst/>
            </a:prstGeom>
            <a:noFill/>
            <a:ln w="19050" cap="flat" cmpd="sng">
              <a:solidFill>
                <a:srgbClr val="F0EBDF"/>
              </a:solidFill>
              <a:prstDash val="solid"/>
              <a:round/>
              <a:headEnd type="none" w="med" len="med"/>
              <a:tailEnd type="none" w="med" len="med"/>
            </a:ln>
          </p:spPr>
        </p:cxnSp>
        <p:cxnSp>
          <p:nvCxnSpPr>
            <p:cNvPr id="656" name="Google Shape;656;p9"/>
            <p:cNvCxnSpPr/>
            <p:nvPr/>
          </p:nvCxnSpPr>
          <p:spPr>
            <a:xfrm>
              <a:off x="-174000" y="4072966"/>
              <a:ext cx="579300" cy="0"/>
            </a:xfrm>
            <a:prstGeom prst="straightConnector1">
              <a:avLst/>
            </a:prstGeom>
            <a:noFill/>
            <a:ln w="19050" cap="flat" cmpd="sng">
              <a:solidFill>
                <a:srgbClr val="F0EBDF"/>
              </a:solidFill>
              <a:prstDash val="solid"/>
              <a:round/>
              <a:headEnd type="none" w="med" len="med"/>
              <a:tailEnd type="none" w="med" len="med"/>
            </a:ln>
          </p:spPr>
        </p:cxnSp>
        <p:cxnSp>
          <p:nvCxnSpPr>
            <p:cNvPr id="657" name="Google Shape;657;p9"/>
            <p:cNvCxnSpPr/>
            <p:nvPr/>
          </p:nvCxnSpPr>
          <p:spPr>
            <a:xfrm>
              <a:off x="-174000" y="4406600"/>
              <a:ext cx="579300" cy="0"/>
            </a:xfrm>
            <a:prstGeom prst="straightConnector1">
              <a:avLst/>
            </a:prstGeom>
            <a:noFill/>
            <a:ln w="19050" cap="flat" cmpd="sng">
              <a:solidFill>
                <a:srgbClr val="F0EBDF"/>
              </a:solidFill>
              <a:prstDash val="solid"/>
              <a:round/>
              <a:headEnd type="none" w="med" len="med"/>
              <a:tailEnd type="none" w="med" len="med"/>
            </a:ln>
          </p:spPr>
        </p:cxnSp>
        <p:sp>
          <p:nvSpPr>
            <p:cNvPr id="658" name="Google Shape;658;p9"/>
            <p:cNvSpPr/>
            <p:nvPr/>
          </p:nvSpPr>
          <p:spPr>
            <a:xfrm flipH="1">
              <a:off x="136538" y="816775"/>
              <a:ext cx="165900" cy="1659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9" name="Google Shape;659;p9"/>
            <p:cNvSpPr/>
            <p:nvPr/>
          </p:nvSpPr>
          <p:spPr>
            <a:xfrm flipH="1">
              <a:off x="136538" y="1487737"/>
              <a:ext cx="165900" cy="1659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0" name="Google Shape;660;p9"/>
            <p:cNvSpPr/>
            <p:nvPr/>
          </p:nvSpPr>
          <p:spPr>
            <a:xfrm flipH="1">
              <a:off x="136538" y="2155025"/>
              <a:ext cx="165900" cy="1659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1" name="Google Shape;661;p9"/>
            <p:cNvSpPr/>
            <p:nvPr/>
          </p:nvSpPr>
          <p:spPr>
            <a:xfrm flipH="1">
              <a:off x="136538" y="2822287"/>
              <a:ext cx="165900" cy="1659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2" name="Google Shape;662;p9"/>
            <p:cNvSpPr/>
            <p:nvPr/>
          </p:nvSpPr>
          <p:spPr>
            <a:xfrm flipH="1">
              <a:off x="136538" y="3489562"/>
              <a:ext cx="165900" cy="1659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3" name="Google Shape;663;p9"/>
            <p:cNvSpPr/>
            <p:nvPr/>
          </p:nvSpPr>
          <p:spPr>
            <a:xfrm flipH="1">
              <a:off x="136538" y="4156825"/>
              <a:ext cx="165900" cy="1659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64" name="Google Shape;664;p9"/>
          <p:cNvGrpSpPr/>
          <p:nvPr/>
        </p:nvGrpSpPr>
        <p:grpSpPr>
          <a:xfrm>
            <a:off x="504792" y="395741"/>
            <a:ext cx="8134200" cy="4351800"/>
            <a:chOff x="504792" y="395741"/>
            <a:chExt cx="8134200" cy="4351800"/>
          </a:xfrm>
        </p:grpSpPr>
        <p:sp>
          <p:nvSpPr>
            <p:cNvPr id="665" name="Google Shape;665;p9"/>
            <p:cNvSpPr/>
            <p:nvPr/>
          </p:nvSpPr>
          <p:spPr>
            <a:xfrm>
              <a:off x="504792" y="395741"/>
              <a:ext cx="8134200" cy="4351800"/>
            </a:xfrm>
            <a:prstGeom prst="rect">
              <a:avLst/>
            </a:prstGeom>
            <a:solidFill>
              <a:srgbClr val="FBF7ED"/>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666" name="Google Shape;666;p9"/>
            <p:cNvCxnSpPr/>
            <p:nvPr/>
          </p:nvCxnSpPr>
          <p:spPr>
            <a:xfrm rot="10800000">
              <a:off x="517425" y="736450"/>
              <a:ext cx="8112000" cy="0"/>
            </a:xfrm>
            <a:prstGeom prst="straightConnector1">
              <a:avLst/>
            </a:prstGeom>
            <a:noFill/>
            <a:ln w="19050" cap="flat" cmpd="sng">
              <a:solidFill>
                <a:srgbClr val="F0EBDF"/>
              </a:solidFill>
              <a:prstDash val="solid"/>
              <a:round/>
              <a:headEnd type="none" w="med" len="med"/>
              <a:tailEnd type="none" w="med" len="med"/>
            </a:ln>
          </p:spPr>
        </p:cxnSp>
        <p:cxnSp>
          <p:nvCxnSpPr>
            <p:cNvPr id="667" name="Google Shape;667;p9"/>
            <p:cNvCxnSpPr/>
            <p:nvPr/>
          </p:nvCxnSpPr>
          <p:spPr>
            <a:xfrm rot="10800000">
              <a:off x="517425" y="1070084"/>
              <a:ext cx="8112000" cy="0"/>
            </a:xfrm>
            <a:prstGeom prst="straightConnector1">
              <a:avLst/>
            </a:prstGeom>
            <a:noFill/>
            <a:ln w="19050" cap="flat" cmpd="sng">
              <a:solidFill>
                <a:srgbClr val="F0EBDF"/>
              </a:solidFill>
              <a:prstDash val="solid"/>
              <a:round/>
              <a:headEnd type="none" w="med" len="med"/>
              <a:tailEnd type="none" w="med" len="med"/>
            </a:ln>
          </p:spPr>
        </p:cxnSp>
        <p:cxnSp>
          <p:nvCxnSpPr>
            <p:cNvPr id="668" name="Google Shape;668;p9"/>
            <p:cNvCxnSpPr/>
            <p:nvPr/>
          </p:nvCxnSpPr>
          <p:spPr>
            <a:xfrm rot="10800000">
              <a:off x="517425" y="1403718"/>
              <a:ext cx="8112000" cy="0"/>
            </a:xfrm>
            <a:prstGeom prst="straightConnector1">
              <a:avLst/>
            </a:prstGeom>
            <a:noFill/>
            <a:ln w="19050" cap="flat" cmpd="sng">
              <a:solidFill>
                <a:srgbClr val="F0EBDF"/>
              </a:solidFill>
              <a:prstDash val="solid"/>
              <a:round/>
              <a:headEnd type="none" w="med" len="med"/>
              <a:tailEnd type="none" w="med" len="med"/>
            </a:ln>
          </p:spPr>
        </p:cxnSp>
        <p:cxnSp>
          <p:nvCxnSpPr>
            <p:cNvPr id="669" name="Google Shape;669;p9"/>
            <p:cNvCxnSpPr/>
            <p:nvPr/>
          </p:nvCxnSpPr>
          <p:spPr>
            <a:xfrm rot="10800000">
              <a:off x="517425" y="1737352"/>
              <a:ext cx="8112000" cy="0"/>
            </a:xfrm>
            <a:prstGeom prst="straightConnector1">
              <a:avLst/>
            </a:prstGeom>
            <a:noFill/>
            <a:ln w="19050" cap="flat" cmpd="sng">
              <a:solidFill>
                <a:srgbClr val="F0EBDF"/>
              </a:solidFill>
              <a:prstDash val="solid"/>
              <a:round/>
              <a:headEnd type="none" w="med" len="med"/>
              <a:tailEnd type="none" w="med" len="med"/>
            </a:ln>
          </p:spPr>
        </p:cxnSp>
        <p:cxnSp>
          <p:nvCxnSpPr>
            <p:cNvPr id="670" name="Google Shape;670;p9"/>
            <p:cNvCxnSpPr/>
            <p:nvPr/>
          </p:nvCxnSpPr>
          <p:spPr>
            <a:xfrm rot="10800000">
              <a:off x="517425" y="2070986"/>
              <a:ext cx="8112000" cy="0"/>
            </a:xfrm>
            <a:prstGeom prst="straightConnector1">
              <a:avLst/>
            </a:prstGeom>
            <a:noFill/>
            <a:ln w="19050" cap="flat" cmpd="sng">
              <a:solidFill>
                <a:srgbClr val="F0EBDF"/>
              </a:solidFill>
              <a:prstDash val="solid"/>
              <a:round/>
              <a:headEnd type="none" w="med" len="med"/>
              <a:tailEnd type="none" w="med" len="med"/>
            </a:ln>
          </p:spPr>
        </p:cxnSp>
        <p:cxnSp>
          <p:nvCxnSpPr>
            <p:cNvPr id="671" name="Google Shape;671;p9"/>
            <p:cNvCxnSpPr/>
            <p:nvPr/>
          </p:nvCxnSpPr>
          <p:spPr>
            <a:xfrm rot="10800000">
              <a:off x="517425" y="2404620"/>
              <a:ext cx="8112000" cy="0"/>
            </a:xfrm>
            <a:prstGeom prst="straightConnector1">
              <a:avLst/>
            </a:prstGeom>
            <a:noFill/>
            <a:ln w="19050" cap="flat" cmpd="sng">
              <a:solidFill>
                <a:srgbClr val="F0EBDF"/>
              </a:solidFill>
              <a:prstDash val="solid"/>
              <a:round/>
              <a:headEnd type="none" w="med" len="med"/>
              <a:tailEnd type="none" w="med" len="med"/>
            </a:ln>
          </p:spPr>
        </p:cxnSp>
        <p:cxnSp>
          <p:nvCxnSpPr>
            <p:cNvPr id="672" name="Google Shape;672;p9"/>
            <p:cNvCxnSpPr/>
            <p:nvPr/>
          </p:nvCxnSpPr>
          <p:spPr>
            <a:xfrm rot="10800000">
              <a:off x="517425" y="2738255"/>
              <a:ext cx="8112000" cy="0"/>
            </a:xfrm>
            <a:prstGeom prst="straightConnector1">
              <a:avLst/>
            </a:prstGeom>
            <a:noFill/>
            <a:ln w="19050" cap="flat" cmpd="sng">
              <a:solidFill>
                <a:srgbClr val="F0EBDF"/>
              </a:solidFill>
              <a:prstDash val="solid"/>
              <a:round/>
              <a:headEnd type="none" w="med" len="med"/>
              <a:tailEnd type="none" w="med" len="med"/>
            </a:ln>
          </p:spPr>
        </p:cxnSp>
        <p:cxnSp>
          <p:nvCxnSpPr>
            <p:cNvPr id="673" name="Google Shape;673;p9"/>
            <p:cNvCxnSpPr/>
            <p:nvPr/>
          </p:nvCxnSpPr>
          <p:spPr>
            <a:xfrm rot="10800000">
              <a:off x="517425" y="3739157"/>
              <a:ext cx="8112000" cy="0"/>
            </a:xfrm>
            <a:prstGeom prst="straightConnector1">
              <a:avLst/>
            </a:prstGeom>
            <a:noFill/>
            <a:ln w="19050" cap="flat" cmpd="sng">
              <a:solidFill>
                <a:srgbClr val="F0EBDF"/>
              </a:solidFill>
              <a:prstDash val="solid"/>
              <a:round/>
              <a:headEnd type="none" w="med" len="med"/>
              <a:tailEnd type="none" w="med" len="med"/>
            </a:ln>
          </p:spPr>
        </p:cxnSp>
        <p:cxnSp>
          <p:nvCxnSpPr>
            <p:cNvPr id="674" name="Google Shape;674;p9"/>
            <p:cNvCxnSpPr/>
            <p:nvPr/>
          </p:nvCxnSpPr>
          <p:spPr>
            <a:xfrm rot="10800000">
              <a:off x="517425" y="3405523"/>
              <a:ext cx="8112000" cy="0"/>
            </a:xfrm>
            <a:prstGeom prst="straightConnector1">
              <a:avLst/>
            </a:prstGeom>
            <a:noFill/>
            <a:ln w="19050" cap="flat" cmpd="sng">
              <a:solidFill>
                <a:srgbClr val="F0EBDF"/>
              </a:solidFill>
              <a:prstDash val="solid"/>
              <a:round/>
              <a:headEnd type="none" w="med" len="med"/>
              <a:tailEnd type="none" w="med" len="med"/>
            </a:ln>
          </p:spPr>
        </p:cxnSp>
        <p:cxnSp>
          <p:nvCxnSpPr>
            <p:cNvPr id="675" name="Google Shape;675;p9"/>
            <p:cNvCxnSpPr/>
            <p:nvPr/>
          </p:nvCxnSpPr>
          <p:spPr>
            <a:xfrm rot="10800000">
              <a:off x="517425" y="3071889"/>
              <a:ext cx="8112000" cy="0"/>
            </a:xfrm>
            <a:prstGeom prst="straightConnector1">
              <a:avLst/>
            </a:prstGeom>
            <a:noFill/>
            <a:ln w="19050" cap="flat" cmpd="sng">
              <a:solidFill>
                <a:srgbClr val="F0EBDF"/>
              </a:solidFill>
              <a:prstDash val="solid"/>
              <a:round/>
              <a:headEnd type="none" w="med" len="med"/>
              <a:tailEnd type="none" w="med" len="med"/>
            </a:ln>
          </p:spPr>
        </p:cxnSp>
        <p:cxnSp>
          <p:nvCxnSpPr>
            <p:cNvPr id="676" name="Google Shape;676;p9"/>
            <p:cNvCxnSpPr/>
            <p:nvPr/>
          </p:nvCxnSpPr>
          <p:spPr>
            <a:xfrm rot="10800000">
              <a:off x="517425" y="4072791"/>
              <a:ext cx="8112000" cy="0"/>
            </a:xfrm>
            <a:prstGeom prst="straightConnector1">
              <a:avLst/>
            </a:prstGeom>
            <a:noFill/>
            <a:ln w="19050" cap="flat" cmpd="sng">
              <a:solidFill>
                <a:srgbClr val="F0EBDF"/>
              </a:solidFill>
              <a:prstDash val="solid"/>
              <a:round/>
              <a:headEnd type="none" w="med" len="med"/>
              <a:tailEnd type="none" w="med" len="med"/>
            </a:ln>
          </p:spPr>
        </p:cxnSp>
        <p:cxnSp>
          <p:nvCxnSpPr>
            <p:cNvPr id="677" name="Google Shape;677;p9"/>
            <p:cNvCxnSpPr/>
            <p:nvPr/>
          </p:nvCxnSpPr>
          <p:spPr>
            <a:xfrm rot="10800000">
              <a:off x="517425" y="4406425"/>
              <a:ext cx="8112000" cy="0"/>
            </a:xfrm>
            <a:prstGeom prst="straightConnector1">
              <a:avLst/>
            </a:prstGeom>
            <a:noFill/>
            <a:ln w="19050" cap="flat" cmpd="sng">
              <a:solidFill>
                <a:srgbClr val="F0EBDF"/>
              </a:solidFill>
              <a:prstDash val="solid"/>
              <a:round/>
              <a:headEnd type="none" w="med" len="med"/>
              <a:tailEnd type="none" w="med" len="med"/>
            </a:ln>
          </p:spPr>
        </p:cxnSp>
        <p:cxnSp>
          <p:nvCxnSpPr>
            <p:cNvPr id="678" name="Google Shape;678;p9"/>
            <p:cNvCxnSpPr/>
            <p:nvPr/>
          </p:nvCxnSpPr>
          <p:spPr>
            <a:xfrm>
              <a:off x="900099" y="403173"/>
              <a:ext cx="0" cy="4336800"/>
            </a:xfrm>
            <a:prstGeom prst="straightConnector1">
              <a:avLst/>
            </a:prstGeom>
            <a:noFill/>
            <a:ln w="19050" cap="flat" cmpd="sng">
              <a:solidFill>
                <a:schemeClr val="lt1"/>
              </a:solidFill>
              <a:prstDash val="solid"/>
              <a:round/>
              <a:headEnd type="none" w="med" len="med"/>
              <a:tailEnd type="none" w="med" len="med"/>
            </a:ln>
          </p:spPr>
        </p:cxnSp>
        <p:sp>
          <p:nvSpPr>
            <p:cNvPr id="679" name="Google Shape;679;p9"/>
            <p:cNvSpPr/>
            <p:nvPr/>
          </p:nvSpPr>
          <p:spPr>
            <a:xfrm>
              <a:off x="617972" y="816625"/>
              <a:ext cx="165900" cy="1659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0" name="Google Shape;680;p9"/>
            <p:cNvSpPr/>
            <p:nvPr/>
          </p:nvSpPr>
          <p:spPr>
            <a:xfrm>
              <a:off x="617972" y="1487587"/>
              <a:ext cx="165900" cy="1659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1" name="Google Shape;681;p9"/>
            <p:cNvSpPr/>
            <p:nvPr/>
          </p:nvSpPr>
          <p:spPr>
            <a:xfrm>
              <a:off x="617972" y="2154875"/>
              <a:ext cx="165900" cy="1659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2" name="Google Shape;682;p9"/>
            <p:cNvSpPr/>
            <p:nvPr/>
          </p:nvSpPr>
          <p:spPr>
            <a:xfrm>
              <a:off x="617972" y="2822137"/>
              <a:ext cx="165900" cy="1659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3" name="Google Shape;683;p9"/>
            <p:cNvSpPr/>
            <p:nvPr/>
          </p:nvSpPr>
          <p:spPr>
            <a:xfrm>
              <a:off x="617972" y="3489412"/>
              <a:ext cx="165900" cy="1659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4" name="Google Shape;684;p9"/>
            <p:cNvSpPr/>
            <p:nvPr/>
          </p:nvSpPr>
          <p:spPr>
            <a:xfrm>
              <a:off x="617972" y="4156675"/>
              <a:ext cx="165900" cy="1659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85" name="Google Shape;685;p9"/>
          <p:cNvSpPr txBox="1">
            <a:spLocks noGrp="1"/>
          </p:cNvSpPr>
          <p:nvPr>
            <p:ph type="title"/>
          </p:nvPr>
        </p:nvSpPr>
        <p:spPr>
          <a:xfrm>
            <a:off x="2675700" y="1676875"/>
            <a:ext cx="3807000" cy="695100"/>
          </a:xfrm>
          <a:prstGeom prst="rect">
            <a:avLst/>
          </a:prstGeom>
          <a:ln>
            <a:noFill/>
          </a:ln>
        </p:spPr>
        <p:txBody>
          <a:bodyPr spcFirstLastPara="1" wrap="square" lIns="91425" tIns="91425" rIns="91425" bIns="91425" anchor="ctr" anchorCtr="0">
            <a:noAutofit/>
          </a:bodyPr>
          <a:lstStyle>
            <a:lvl1pPr lvl="0" algn="ctr" rtl="0">
              <a:spcBef>
                <a:spcPts val="0"/>
              </a:spcBef>
              <a:spcAft>
                <a:spcPts val="0"/>
              </a:spcAft>
              <a:buSzPts val="3600"/>
              <a:buNone/>
              <a:defRPr sz="40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686" name="Google Shape;686;p9"/>
          <p:cNvSpPr txBox="1">
            <a:spLocks noGrp="1"/>
          </p:cNvSpPr>
          <p:nvPr>
            <p:ph type="subTitle" idx="1"/>
          </p:nvPr>
        </p:nvSpPr>
        <p:spPr>
          <a:xfrm>
            <a:off x="2675700" y="2371998"/>
            <a:ext cx="3807000" cy="1352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grpSp>
        <p:nvGrpSpPr>
          <p:cNvPr id="687" name="Google Shape;687;p9"/>
          <p:cNvGrpSpPr/>
          <p:nvPr/>
        </p:nvGrpSpPr>
        <p:grpSpPr>
          <a:xfrm>
            <a:off x="227312" y="868475"/>
            <a:ext cx="477900" cy="3405950"/>
            <a:chOff x="227312" y="868475"/>
            <a:chExt cx="477900" cy="3405950"/>
          </a:xfrm>
        </p:grpSpPr>
        <p:sp>
          <p:nvSpPr>
            <p:cNvPr id="688" name="Google Shape;688;p9"/>
            <p:cNvSpPr/>
            <p:nvPr/>
          </p:nvSpPr>
          <p:spPr>
            <a:xfrm rot="10800000" flipH="1">
              <a:off x="227312" y="868475"/>
              <a:ext cx="477900" cy="69600"/>
            </a:xfrm>
            <a:prstGeom prst="roundRect">
              <a:avLst>
                <a:gd name="adj" fmla="val 16667"/>
              </a:avLst>
            </a:prstGeom>
            <a:solidFill>
              <a:schemeClr val="accen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9" name="Google Shape;689;p9"/>
            <p:cNvSpPr/>
            <p:nvPr/>
          </p:nvSpPr>
          <p:spPr>
            <a:xfrm rot="10800000" flipH="1">
              <a:off x="227312" y="1535738"/>
              <a:ext cx="477900" cy="69600"/>
            </a:xfrm>
            <a:prstGeom prst="roundRect">
              <a:avLst>
                <a:gd name="adj" fmla="val 16667"/>
              </a:avLst>
            </a:prstGeom>
            <a:solidFill>
              <a:schemeClr val="accen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0" name="Google Shape;690;p9"/>
            <p:cNvSpPr/>
            <p:nvPr/>
          </p:nvSpPr>
          <p:spPr>
            <a:xfrm rot="10800000" flipH="1">
              <a:off x="227312" y="2203025"/>
              <a:ext cx="477900" cy="69600"/>
            </a:xfrm>
            <a:prstGeom prst="roundRect">
              <a:avLst>
                <a:gd name="adj" fmla="val 16667"/>
              </a:avLst>
            </a:prstGeom>
            <a:solidFill>
              <a:schemeClr val="accen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1" name="Google Shape;691;p9"/>
            <p:cNvSpPr/>
            <p:nvPr/>
          </p:nvSpPr>
          <p:spPr>
            <a:xfrm rot="10800000" flipH="1">
              <a:off x="227312" y="2870288"/>
              <a:ext cx="477900" cy="69600"/>
            </a:xfrm>
            <a:prstGeom prst="roundRect">
              <a:avLst>
                <a:gd name="adj" fmla="val 16667"/>
              </a:avLst>
            </a:prstGeom>
            <a:solidFill>
              <a:schemeClr val="accen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2" name="Google Shape;692;p9"/>
            <p:cNvSpPr/>
            <p:nvPr/>
          </p:nvSpPr>
          <p:spPr>
            <a:xfrm rot="10800000" flipH="1">
              <a:off x="227312" y="3537563"/>
              <a:ext cx="477900" cy="69600"/>
            </a:xfrm>
            <a:prstGeom prst="roundRect">
              <a:avLst>
                <a:gd name="adj" fmla="val 16667"/>
              </a:avLst>
            </a:prstGeom>
            <a:solidFill>
              <a:schemeClr val="accen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3" name="Google Shape;693;p9"/>
            <p:cNvSpPr/>
            <p:nvPr/>
          </p:nvSpPr>
          <p:spPr>
            <a:xfrm rot="10800000" flipH="1">
              <a:off x="227312" y="4204825"/>
              <a:ext cx="477900" cy="69600"/>
            </a:xfrm>
            <a:prstGeom prst="roundRect">
              <a:avLst>
                <a:gd name="adj" fmla="val 16667"/>
              </a:avLst>
            </a:prstGeom>
            <a:solidFill>
              <a:schemeClr val="accen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94" name="Google Shape;694;p9"/>
          <p:cNvGrpSpPr/>
          <p:nvPr/>
        </p:nvGrpSpPr>
        <p:grpSpPr>
          <a:xfrm>
            <a:off x="970562" y="601198"/>
            <a:ext cx="7191513" cy="3798229"/>
            <a:chOff x="970562" y="601198"/>
            <a:chExt cx="7191513" cy="3798229"/>
          </a:xfrm>
        </p:grpSpPr>
        <p:sp>
          <p:nvSpPr>
            <p:cNvPr id="695" name="Google Shape;695;p9"/>
            <p:cNvSpPr/>
            <p:nvPr/>
          </p:nvSpPr>
          <p:spPr>
            <a:xfrm rot="2228677">
              <a:off x="3993326" y="686997"/>
              <a:ext cx="400445" cy="346503"/>
            </a:xfrm>
            <a:prstGeom prst="triangle">
              <a:avLst>
                <a:gd name="adj" fmla="val 50000"/>
              </a:avLst>
            </a:prstGeom>
            <a:noFill/>
            <a:ln w="19050"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6" name="Google Shape;696;p9"/>
            <p:cNvSpPr/>
            <p:nvPr/>
          </p:nvSpPr>
          <p:spPr>
            <a:xfrm rot="2227469">
              <a:off x="5881033" y="4137077"/>
              <a:ext cx="243062" cy="210302"/>
            </a:xfrm>
            <a:prstGeom prst="triangle">
              <a:avLst>
                <a:gd name="adj" fmla="val 50000"/>
              </a:avLst>
            </a:prstGeom>
            <a:noFill/>
            <a:ln w="19050"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7" name="Google Shape;697;p9"/>
            <p:cNvSpPr/>
            <p:nvPr/>
          </p:nvSpPr>
          <p:spPr>
            <a:xfrm rot="-7771672">
              <a:off x="1818414" y="980941"/>
              <a:ext cx="126796" cy="109319"/>
            </a:xfrm>
            <a:prstGeom prst="triangle">
              <a:avLst>
                <a:gd name="adj" fmla="val 50000"/>
              </a:avLst>
            </a:pr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8" name="Google Shape;698;p9"/>
            <p:cNvSpPr/>
            <p:nvPr/>
          </p:nvSpPr>
          <p:spPr>
            <a:xfrm>
              <a:off x="1152525" y="1728900"/>
              <a:ext cx="291900" cy="291900"/>
            </a:xfrm>
            <a:prstGeom prst="ellipse">
              <a:avLst/>
            </a:prstGeom>
            <a:noFill/>
            <a:ln w="19050"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9" name="Google Shape;699;p9"/>
            <p:cNvSpPr/>
            <p:nvPr/>
          </p:nvSpPr>
          <p:spPr>
            <a:xfrm>
              <a:off x="7997075" y="3526900"/>
              <a:ext cx="165000" cy="165000"/>
            </a:xfrm>
            <a:prstGeom prst="ellipse">
              <a:avLst/>
            </a:prstGeom>
            <a:noFill/>
            <a:ln w="19050"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0" name="Google Shape;700;p9"/>
            <p:cNvSpPr/>
            <p:nvPr/>
          </p:nvSpPr>
          <p:spPr>
            <a:xfrm rot="-716485">
              <a:off x="7582482" y="2779039"/>
              <a:ext cx="117441" cy="117086"/>
            </a:xfrm>
            <a:prstGeom prst="rect">
              <a:avLst/>
            </a:pr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1" name="Google Shape;701;p9"/>
            <p:cNvSpPr/>
            <p:nvPr/>
          </p:nvSpPr>
          <p:spPr>
            <a:xfrm rot="-3430508">
              <a:off x="987594" y="4247078"/>
              <a:ext cx="126736" cy="109431"/>
            </a:xfrm>
            <a:prstGeom prst="triangle">
              <a:avLst>
                <a:gd name="adj" fmla="val 50000"/>
              </a:avLst>
            </a:prstGeom>
            <a:noFill/>
            <a:ln w="19050"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2" name="Google Shape;702;p9"/>
            <p:cNvSpPr/>
            <p:nvPr/>
          </p:nvSpPr>
          <p:spPr>
            <a:xfrm>
              <a:off x="3197575" y="3989538"/>
              <a:ext cx="165000" cy="165000"/>
            </a:xfrm>
            <a:prstGeom prst="ellipse">
              <a:avLst/>
            </a:pr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703"/>
        <p:cNvGrpSpPr/>
        <p:nvPr/>
      </p:nvGrpSpPr>
      <p:grpSpPr>
        <a:xfrm>
          <a:off x="0" y="0"/>
          <a:ext cx="0" cy="0"/>
          <a:chOff x="0" y="0"/>
          <a:chExt cx="0" cy="0"/>
        </a:xfrm>
      </p:grpSpPr>
      <p:sp>
        <p:nvSpPr>
          <p:cNvPr id="704" name="Google Shape;704;p10"/>
          <p:cNvSpPr txBox="1">
            <a:spLocks noGrp="1"/>
          </p:cNvSpPr>
          <p:nvPr>
            <p:ph type="title"/>
          </p:nvPr>
        </p:nvSpPr>
        <p:spPr>
          <a:xfrm>
            <a:off x="1447250" y="1100650"/>
            <a:ext cx="6249600" cy="512700"/>
          </a:xfrm>
          <a:prstGeom prst="rect">
            <a:avLst/>
          </a:prstGeom>
          <a:solidFill>
            <a:schemeClr val="accent5"/>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lvl1pPr lvl="0" algn="ctr" rtl="0">
              <a:spcBef>
                <a:spcPts val="0"/>
              </a:spcBef>
              <a:spcAft>
                <a:spcPts val="0"/>
              </a:spcAft>
              <a:buSzPts val="3000"/>
              <a:buNone/>
              <a:defRPr/>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a:endParaRPr/>
          </a:p>
        </p:txBody>
      </p:sp>
      <p:grpSp>
        <p:nvGrpSpPr>
          <p:cNvPr id="705" name="Google Shape;705;p10"/>
          <p:cNvGrpSpPr/>
          <p:nvPr/>
        </p:nvGrpSpPr>
        <p:grpSpPr>
          <a:xfrm>
            <a:off x="325023" y="494003"/>
            <a:ext cx="8576468" cy="4230261"/>
            <a:chOff x="325023" y="494003"/>
            <a:chExt cx="8576468" cy="4230261"/>
          </a:xfrm>
        </p:grpSpPr>
        <p:grpSp>
          <p:nvGrpSpPr>
            <p:cNvPr id="706" name="Google Shape;706;p10"/>
            <p:cNvGrpSpPr/>
            <p:nvPr/>
          </p:nvGrpSpPr>
          <p:grpSpPr>
            <a:xfrm>
              <a:off x="325023" y="661416"/>
              <a:ext cx="8256132" cy="4062848"/>
              <a:chOff x="856100" y="913875"/>
              <a:chExt cx="7508988" cy="3695178"/>
            </a:xfrm>
          </p:grpSpPr>
          <p:sp>
            <p:nvSpPr>
              <p:cNvPr id="707" name="Google Shape;707;p10"/>
              <p:cNvSpPr/>
              <p:nvPr/>
            </p:nvSpPr>
            <p:spPr>
              <a:xfrm rot="-2227469" flipH="1">
                <a:off x="3906879" y="4346702"/>
                <a:ext cx="243062" cy="210302"/>
              </a:xfrm>
              <a:prstGeom prst="triangle">
                <a:avLst>
                  <a:gd name="adj" fmla="val 50000"/>
                </a:avLst>
              </a:prstGeom>
              <a:noFill/>
              <a:ln w="19050"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8" name="Google Shape;708;p10"/>
              <p:cNvSpPr/>
              <p:nvPr/>
            </p:nvSpPr>
            <p:spPr>
              <a:xfrm rot="7771672" flipH="1">
                <a:off x="7771440" y="942916"/>
                <a:ext cx="126796" cy="109319"/>
              </a:xfrm>
              <a:prstGeom prst="triangle">
                <a:avLst>
                  <a:gd name="adj" fmla="val 50000"/>
                </a:avLst>
              </a:pr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9" name="Google Shape;709;p10"/>
              <p:cNvSpPr/>
              <p:nvPr/>
            </p:nvSpPr>
            <p:spPr>
              <a:xfrm flipH="1">
                <a:off x="1021100" y="4083400"/>
                <a:ext cx="165000" cy="165000"/>
              </a:xfrm>
              <a:prstGeom prst="ellipse">
                <a:avLst/>
              </a:prstGeom>
              <a:noFill/>
              <a:ln w="19050"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0" name="Google Shape;710;p10"/>
              <p:cNvSpPr/>
              <p:nvPr/>
            </p:nvSpPr>
            <p:spPr>
              <a:xfrm rot="-2855308" flipH="1">
                <a:off x="6512081" y="4107401"/>
                <a:ext cx="117429" cy="117005"/>
              </a:xfrm>
              <a:prstGeom prst="rect">
                <a:avLst/>
              </a:prstGeom>
              <a:no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1" name="Google Shape;711;p10"/>
              <p:cNvSpPr/>
              <p:nvPr/>
            </p:nvSpPr>
            <p:spPr>
              <a:xfrm rot="3430508" flipH="1">
                <a:off x="8221320" y="4209053"/>
                <a:ext cx="126736" cy="109431"/>
              </a:xfrm>
              <a:prstGeom prst="triangle">
                <a:avLst>
                  <a:gd name="adj" fmla="val 50000"/>
                </a:avLst>
              </a:prstGeom>
              <a:noFill/>
              <a:ln w="19050"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2" name="Google Shape;712;p10"/>
              <p:cNvSpPr/>
              <p:nvPr/>
            </p:nvSpPr>
            <p:spPr>
              <a:xfrm flipH="1">
                <a:off x="856100" y="1239650"/>
                <a:ext cx="165000" cy="165000"/>
              </a:xfrm>
              <a:prstGeom prst="ellipse">
                <a:avLst/>
              </a:pr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13" name="Google Shape;713;p10"/>
            <p:cNvGrpSpPr/>
            <p:nvPr/>
          </p:nvGrpSpPr>
          <p:grpSpPr>
            <a:xfrm rot="10800000">
              <a:off x="1070165" y="494003"/>
              <a:ext cx="7831326" cy="3418011"/>
              <a:chOff x="1308150" y="1252707"/>
              <a:chExt cx="7122625" cy="3108696"/>
            </a:xfrm>
          </p:grpSpPr>
          <p:sp>
            <p:nvSpPr>
              <p:cNvPr id="714" name="Google Shape;714;p10"/>
              <p:cNvSpPr/>
              <p:nvPr/>
            </p:nvSpPr>
            <p:spPr>
              <a:xfrm rot="-2227469" flipH="1">
                <a:off x="4202154" y="4099052"/>
                <a:ext cx="243062" cy="210302"/>
              </a:xfrm>
              <a:prstGeom prst="triangle">
                <a:avLst>
                  <a:gd name="adj" fmla="val 50000"/>
                </a:avLst>
              </a:prstGeom>
              <a:noFill/>
              <a:ln w="19050"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5" name="Google Shape;715;p10"/>
              <p:cNvSpPr/>
              <p:nvPr/>
            </p:nvSpPr>
            <p:spPr>
              <a:xfrm flipH="1">
                <a:off x="8138875" y="1708550"/>
                <a:ext cx="291900" cy="291900"/>
              </a:xfrm>
              <a:prstGeom prst="ellipse">
                <a:avLst/>
              </a:prstGeom>
              <a:noFill/>
              <a:ln w="19050"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6" name="Google Shape;716;p10"/>
              <p:cNvSpPr/>
              <p:nvPr/>
            </p:nvSpPr>
            <p:spPr>
              <a:xfrm flipH="1">
                <a:off x="1308150" y="3655013"/>
                <a:ext cx="165000" cy="165000"/>
              </a:xfrm>
              <a:prstGeom prst="ellipse">
                <a:avLst/>
              </a:prstGeom>
              <a:noFill/>
              <a:ln w="19050"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7" name="Google Shape;717;p10"/>
              <p:cNvSpPr/>
              <p:nvPr/>
            </p:nvSpPr>
            <p:spPr>
              <a:xfrm rot="-2855308" flipH="1">
                <a:off x="6464456" y="4205276"/>
                <a:ext cx="117429" cy="117005"/>
              </a:xfrm>
              <a:prstGeom prst="rect">
                <a:avLst/>
              </a:prstGeom>
              <a:no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8" name="Google Shape;718;p10"/>
              <p:cNvSpPr/>
              <p:nvPr/>
            </p:nvSpPr>
            <p:spPr>
              <a:xfrm rot="716485" flipH="1">
                <a:off x="5083377" y="1263614"/>
                <a:ext cx="117441" cy="117086"/>
              </a:xfrm>
              <a:prstGeom prst="rect">
                <a:avLst/>
              </a:pr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9" name="Google Shape;719;p10"/>
              <p:cNvSpPr/>
              <p:nvPr/>
            </p:nvSpPr>
            <p:spPr>
              <a:xfrm rot="3430508" flipH="1">
                <a:off x="8221320" y="4209053"/>
                <a:ext cx="126736" cy="109431"/>
              </a:xfrm>
              <a:prstGeom prst="triangle">
                <a:avLst>
                  <a:gd name="adj" fmla="val 50000"/>
                </a:avLst>
              </a:prstGeom>
              <a:noFill/>
              <a:ln w="19050"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0" name="Google Shape;720;p10"/>
              <p:cNvSpPr/>
              <p:nvPr/>
            </p:nvSpPr>
            <p:spPr>
              <a:xfrm flipH="1">
                <a:off x="2267850" y="2266588"/>
                <a:ext cx="165000" cy="165000"/>
              </a:xfrm>
              <a:prstGeom prst="ellipse">
                <a:avLst/>
              </a:pr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721"/>
        <p:cNvGrpSpPr/>
        <p:nvPr/>
      </p:nvGrpSpPr>
      <p:grpSpPr>
        <a:xfrm>
          <a:off x="0" y="0"/>
          <a:ext cx="0" cy="0"/>
          <a:chOff x="0" y="0"/>
          <a:chExt cx="0" cy="0"/>
        </a:xfrm>
      </p:grpSpPr>
      <p:grpSp>
        <p:nvGrpSpPr>
          <p:cNvPr id="722" name="Google Shape;722;p11"/>
          <p:cNvGrpSpPr/>
          <p:nvPr/>
        </p:nvGrpSpPr>
        <p:grpSpPr>
          <a:xfrm>
            <a:off x="10" y="-9400"/>
            <a:ext cx="9144000" cy="5162400"/>
            <a:chOff x="10" y="-9400"/>
            <a:chExt cx="9144000" cy="5162400"/>
          </a:xfrm>
        </p:grpSpPr>
        <p:grpSp>
          <p:nvGrpSpPr>
            <p:cNvPr id="723" name="Google Shape;723;p11"/>
            <p:cNvGrpSpPr/>
            <p:nvPr/>
          </p:nvGrpSpPr>
          <p:grpSpPr>
            <a:xfrm>
              <a:off x="10" y="371400"/>
              <a:ext cx="9144000" cy="4400775"/>
              <a:chOff x="10" y="371400"/>
              <a:chExt cx="9144000" cy="4400775"/>
            </a:xfrm>
          </p:grpSpPr>
          <p:cxnSp>
            <p:nvCxnSpPr>
              <p:cNvPr id="724" name="Google Shape;724;p11"/>
              <p:cNvCxnSpPr/>
              <p:nvPr/>
            </p:nvCxnSpPr>
            <p:spPr>
              <a:xfrm>
                <a:off x="4572010" y="-4200600"/>
                <a:ext cx="0" cy="9144000"/>
              </a:xfrm>
              <a:prstGeom prst="straightConnector1">
                <a:avLst/>
              </a:prstGeom>
              <a:noFill/>
              <a:ln w="9525" cap="flat" cmpd="sng">
                <a:solidFill>
                  <a:schemeClr val="dk2"/>
                </a:solidFill>
                <a:prstDash val="solid"/>
                <a:round/>
                <a:headEnd type="none" w="med" len="med"/>
                <a:tailEnd type="none" w="med" len="med"/>
              </a:ln>
            </p:spPr>
          </p:cxnSp>
          <p:cxnSp>
            <p:nvCxnSpPr>
              <p:cNvPr id="725" name="Google Shape;725;p11"/>
              <p:cNvCxnSpPr/>
              <p:nvPr/>
            </p:nvCxnSpPr>
            <p:spPr>
              <a:xfrm>
                <a:off x="4572010" y="-3711625"/>
                <a:ext cx="0" cy="9144000"/>
              </a:xfrm>
              <a:prstGeom prst="straightConnector1">
                <a:avLst/>
              </a:prstGeom>
              <a:noFill/>
              <a:ln w="9525" cap="flat" cmpd="sng">
                <a:solidFill>
                  <a:schemeClr val="dk2"/>
                </a:solidFill>
                <a:prstDash val="solid"/>
                <a:round/>
                <a:headEnd type="none" w="med" len="med"/>
                <a:tailEnd type="none" w="med" len="med"/>
              </a:ln>
            </p:spPr>
          </p:cxnSp>
          <p:cxnSp>
            <p:nvCxnSpPr>
              <p:cNvPr id="726" name="Google Shape;726;p11"/>
              <p:cNvCxnSpPr/>
              <p:nvPr/>
            </p:nvCxnSpPr>
            <p:spPr>
              <a:xfrm>
                <a:off x="4572010" y="-3222650"/>
                <a:ext cx="0" cy="9144000"/>
              </a:xfrm>
              <a:prstGeom prst="straightConnector1">
                <a:avLst/>
              </a:prstGeom>
              <a:noFill/>
              <a:ln w="9525" cap="flat" cmpd="sng">
                <a:solidFill>
                  <a:schemeClr val="dk2"/>
                </a:solidFill>
                <a:prstDash val="solid"/>
                <a:round/>
                <a:headEnd type="none" w="med" len="med"/>
                <a:tailEnd type="none" w="med" len="med"/>
              </a:ln>
            </p:spPr>
          </p:cxnSp>
          <p:cxnSp>
            <p:nvCxnSpPr>
              <p:cNvPr id="727" name="Google Shape;727;p11"/>
              <p:cNvCxnSpPr/>
              <p:nvPr/>
            </p:nvCxnSpPr>
            <p:spPr>
              <a:xfrm>
                <a:off x="4572010" y="-2733675"/>
                <a:ext cx="0" cy="9144000"/>
              </a:xfrm>
              <a:prstGeom prst="straightConnector1">
                <a:avLst/>
              </a:prstGeom>
              <a:noFill/>
              <a:ln w="9525" cap="flat" cmpd="sng">
                <a:solidFill>
                  <a:schemeClr val="dk2"/>
                </a:solidFill>
                <a:prstDash val="solid"/>
                <a:round/>
                <a:headEnd type="none" w="med" len="med"/>
                <a:tailEnd type="none" w="med" len="med"/>
              </a:ln>
            </p:spPr>
          </p:cxnSp>
          <p:cxnSp>
            <p:nvCxnSpPr>
              <p:cNvPr id="728" name="Google Shape;728;p11"/>
              <p:cNvCxnSpPr/>
              <p:nvPr/>
            </p:nvCxnSpPr>
            <p:spPr>
              <a:xfrm>
                <a:off x="4572010" y="-2244700"/>
                <a:ext cx="0" cy="9144000"/>
              </a:xfrm>
              <a:prstGeom prst="straightConnector1">
                <a:avLst/>
              </a:prstGeom>
              <a:noFill/>
              <a:ln w="9525" cap="flat" cmpd="sng">
                <a:solidFill>
                  <a:schemeClr val="dk2"/>
                </a:solidFill>
                <a:prstDash val="solid"/>
                <a:round/>
                <a:headEnd type="none" w="med" len="med"/>
                <a:tailEnd type="none" w="med" len="med"/>
              </a:ln>
            </p:spPr>
          </p:cxnSp>
          <p:cxnSp>
            <p:nvCxnSpPr>
              <p:cNvPr id="729" name="Google Shape;729;p11"/>
              <p:cNvCxnSpPr/>
              <p:nvPr/>
            </p:nvCxnSpPr>
            <p:spPr>
              <a:xfrm>
                <a:off x="4572010" y="-1755725"/>
                <a:ext cx="0" cy="9144000"/>
              </a:xfrm>
              <a:prstGeom prst="straightConnector1">
                <a:avLst/>
              </a:prstGeom>
              <a:noFill/>
              <a:ln w="9525" cap="flat" cmpd="sng">
                <a:solidFill>
                  <a:schemeClr val="dk2"/>
                </a:solidFill>
                <a:prstDash val="solid"/>
                <a:round/>
                <a:headEnd type="none" w="med" len="med"/>
                <a:tailEnd type="none" w="med" len="med"/>
              </a:ln>
            </p:spPr>
          </p:cxnSp>
          <p:cxnSp>
            <p:nvCxnSpPr>
              <p:cNvPr id="730" name="Google Shape;730;p11"/>
              <p:cNvCxnSpPr/>
              <p:nvPr/>
            </p:nvCxnSpPr>
            <p:spPr>
              <a:xfrm>
                <a:off x="4572010" y="-1266750"/>
                <a:ext cx="0" cy="9144000"/>
              </a:xfrm>
              <a:prstGeom prst="straightConnector1">
                <a:avLst/>
              </a:prstGeom>
              <a:noFill/>
              <a:ln w="9525" cap="flat" cmpd="sng">
                <a:solidFill>
                  <a:schemeClr val="dk2"/>
                </a:solidFill>
                <a:prstDash val="solid"/>
                <a:round/>
                <a:headEnd type="none" w="med" len="med"/>
                <a:tailEnd type="none" w="med" len="med"/>
              </a:ln>
            </p:spPr>
          </p:cxnSp>
          <p:cxnSp>
            <p:nvCxnSpPr>
              <p:cNvPr id="731" name="Google Shape;731;p11"/>
              <p:cNvCxnSpPr/>
              <p:nvPr/>
            </p:nvCxnSpPr>
            <p:spPr>
              <a:xfrm>
                <a:off x="4572010" y="-777775"/>
                <a:ext cx="0" cy="9144000"/>
              </a:xfrm>
              <a:prstGeom prst="straightConnector1">
                <a:avLst/>
              </a:prstGeom>
              <a:noFill/>
              <a:ln w="9525" cap="flat" cmpd="sng">
                <a:solidFill>
                  <a:schemeClr val="dk2"/>
                </a:solidFill>
                <a:prstDash val="solid"/>
                <a:round/>
                <a:headEnd type="none" w="med" len="med"/>
                <a:tailEnd type="none" w="med" len="med"/>
              </a:ln>
            </p:spPr>
          </p:cxnSp>
          <p:cxnSp>
            <p:nvCxnSpPr>
              <p:cNvPr id="732" name="Google Shape;732;p11"/>
              <p:cNvCxnSpPr/>
              <p:nvPr/>
            </p:nvCxnSpPr>
            <p:spPr>
              <a:xfrm>
                <a:off x="4572010" y="-288800"/>
                <a:ext cx="0" cy="9144000"/>
              </a:xfrm>
              <a:prstGeom prst="straightConnector1">
                <a:avLst/>
              </a:prstGeom>
              <a:noFill/>
              <a:ln w="9525" cap="flat" cmpd="sng">
                <a:solidFill>
                  <a:schemeClr val="dk2"/>
                </a:solidFill>
                <a:prstDash val="solid"/>
                <a:round/>
                <a:headEnd type="none" w="med" len="med"/>
                <a:tailEnd type="none" w="med" len="med"/>
              </a:ln>
            </p:spPr>
          </p:cxnSp>
          <p:cxnSp>
            <p:nvCxnSpPr>
              <p:cNvPr id="733" name="Google Shape;733;p11"/>
              <p:cNvCxnSpPr/>
              <p:nvPr/>
            </p:nvCxnSpPr>
            <p:spPr>
              <a:xfrm>
                <a:off x="4572010" y="200175"/>
                <a:ext cx="0" cy="9144000"/>
              </a:xfrm>
              <a:prstGeom prst="straightConnector1">
                <a:avLst/>
              </a:prstGeom>
              <a:noFill/>
              <a:ln w="9525" cap="flat" cmpd="sng">
                <a:solidFill>
                  <a:schemeClr val="dk2"/>
                </a:solidFill>
                <a:prstDash val="solid"/>
                <a:round/>
                <a:headEnd type="none" w="med" len="med"/>
                <a:tailEnd type="none" w="med" len="med"/>
              </a:ln>
            </p:spPr>
          </p:cxnSp>
        </p:grpSp>
        <p:cxnSp>
          <p:nvCxnSpPr>
            <p:cNvPr id="734" name="Google Shape;734;p11"/>
            <p:cNvCxnSpPr/>
            <p:nvPr/>
          </p:nvCxnSpPr>
          <p:spPr>
            <a:xfrm>
              <a:off x="415588" y="-9400"/>
              <a:ext cx="0" cy="5162400"/>
            </a:xfrm>
            <a:prstGeom prst="straightConnector1">
              <a:avLst/>
            </a:prstGeom>
            <a:noFill/>
            <a:ln w="9525" cap="flat" cmpd="sng">
              <a:solidFill>
                <a:schemeClr val="dk2"/>
              </a:solidFill>
              <a:prstDash val="solid"/>
              <a:round/>
              <a:headEnd type="none" w="med" len="med"/>
              <a:tailEnd type="none" w="med" len="med"/>
            </a:ln>
          </p:spPr>
        </p:cxnSp>
        <p:cxnSp>
          <p:nvCxnSpPr>
            <p:cNvPr id="735" name="Google Shape;735;p11"/>
            <p:cNvCxnSpPr/>
            <p:nvPr/>
          </p:nvCxnSpPr>
          <p:spPr>
            <a:xfrm>
              <a:off x="904563" y="-9400"/>
              <a:ext cx="0" cy="5162400"/>
            </a:xfrm>
            <a:prstGeom prst="straightConnector1">
              <a:avLst/>
            </a:prstGeom>
            <a:noFill/>
            <a:ln w="9525" cap="flat" cmpd="sng">
              <a:solidFill>
                <a:schemeClr val="dk2"/>
              </a:solidFill>
              <a:prstDash val="solid"/>
              <a:round/>
              <a:headEnd type="none" w="med" len="med"/>
              <a:tailEnd type="none" w="med" len="med"/>
            </a:ln>
          </p:spPr>
        </p:cxnSp>
        <p:cxnSp>
          <p:nvCxnSpPr>
            <p:cNvPr id="736" name="Google Shape;736;p11"/>
            <p:cNvCxnSpPr/>
            <p:nvPr/>
          </p:nvCxnSpPr>
          <p:spPr>
            <a:xfrm>
              <a:off x="1393538" y="-9400"/>
              <a:ext cx="0" cy="5162400"/>
            </a:xfrm>
            <a:prstGeom prst="straightConnector1">
              <a:avLst/>
            </a:prstGeom>
            <a:noFill/>
            <a:ln w="9525" cap="flat" cmpd="sng">
              <a:solidFill>
                <a:schemeClr val="dk2"/>
              </a:solidFill>
              <a:prstDash val="solid"/>
              <a:round/>
              <a:headEnd type="none" w="med" len="med"/>
              <a:tailEnd type="none" w="med" len="med"/>
            </a:ln>
          </p:spPr>
        </p:cxnSp>
        <p:cxnSp>
          <p:nvCxnSpPr>
            <p:cNvPr id="737" name="Google Shape;737;p11"/>
            <p:cNvCxnSpPr/>
            <p:nvPr/>
          </p:nvCxnSpPr>
          <p:spPr>
            <a:xfrm>
              <a:off x="1882513" y="-9400"/>
              <a:ext cx="0" cy="5162400"/>
            </a:xfrm>
            <a:prstGeom prst="straightConnector1">
              <a:avLst/>
            </a:prstGeom>
            <a:noFill/>
            <a:ln w="9525" cap="flat" cmpd="sng">
              <a:solidFill>
                <a:schemeClr val="dk2"/>
              </a:solidFill>
              <a:prstDash val="solid"/>
              <a:round/>
              <a:headEnd type="none" w="med" len="med"/>
              <a:tailEnd type="none" w="med" len="med"/>
            </a:ln>
          </p:spPr>
        </p:cxnSp>
        <p:cxnSp>
          <p:nvCxnSpPr>
            <p:cNvPr id="738" name="Google Shape;738;p11"/>
            <p:cNvCxnSpPr/>
            <p:nvPr/>
          </p:nvCxnSpPr>
          <p:spPr>
            <a:xfrm>
              <a:off x="2371488" y="-9400"/>
              <a:ext cx="0" cy="5162400"/>
            </a:xfrm>
            <a:prstGeom prst="straightConnector1">
              <a:avLst/>
            </a:prstGeom>
            <a:noFill/>
            <a:ln w="9525" cap="flat" cmpd="sng">
              <a:solidFill>
                <a:schemeClr val="dk2"/>
              </a:solidFill>
              <a:prstDash val="solid"/>
              <a:round/>
              <a:headEnd type="none" w="med" len="med"/>
              <a:tailEnd type="none" w="med" len="med"/>
            </a:ln>
          </p:spPr>
        </p:cxnSp>
        <p:cxnSp>
          <p:nvCxnSpPr>
            <p:cNvPr id="739" name="Google Shape;739;p11"/>
            <p:cNvCxnSpPr/>
            <p:nvPr/>
          </p:nvCxnSpPr>
          <p:spPr>
            <a:xfrm>
              <a:off x="2860463" y="-9400"/>
              <a:ext cx="0" cy="5162400"/>
            </a:xfrm>
            <a:prstGeom prst="straightConnector1">
              <a:avLst/>
            </a:prstGeom>
            <a:noFill/>
            <a:ln w="9525" cap="flat" cmpd="sng">
              <a:solidFill>
                <a:schemeClr val="dk2"/>
              </a:solidFill>
              <a:prstDash val="solid"/>
              <a:round/>
              <a:headEnd type="none" w="med" len="med"/>
              <a:tailEnd type="none" w="med" len="med"/>
            </a:ln>
          </p:spPr>
        </p:cxnSp>
        <p:cxnSp>
          <p:nvCxnSpPr>
            <p:cNvPr id="740" name="Google Shape;740;p11"/>
            <p:cNvCxnSpPr/>
            <p:nvPr/>
          </p:nvCxnSpPr>
          <p:spPr>
            <a:xfrm>
              <a:off x="3349438" y="-9400"/>
              <a:ext cx="0" cy="5162400"/>
            </a:xfrm>
            <a:prstGeom prst="straightConnector1">
              <a:avLst/>
            </a:prstGeom>
            <a:noFill/>
            <a:ln w="9525" cap="flat" cmpd="sng">
              <a:solidFill>
                <a:schemeClr val="dk2"/>
              </a:solidFill>
              <a:prstDash val="solid"/>
              <a:round/>
              <a:headEnd type="none" w="med" len="med"/>
              <a:tailEnd type="none" w="med" len="med"/>
            </a:ln>
          </p:spPr>
        </p:cxnSp>
        <p:cxnSp>
          <p:nvCxnSpPr>
            <p:cNvPr id="741" name="Google Shape;741;p11"/>
            <p:cNvCxnSpPr/>
            <p:nvPr/>
          </p:nvCxnSpPr>
          <p:spPr>
            <a:xfrm>
              <a:off x="3838413" y="-9400"/>
              <a:ext cx="0" cy="5162400"/>
            </a:xfrm>
            <a:prstGeom prst="straightConnector1">
              <a:avLst/>
            </a:prstGeom>
            <a:noFill/>
            <a:ln w="9525" cap="flat" cmpd="sng">
              <a:solidFill>
                <a:schemeClr val="dk2"/>
              </a:solidFill>
              <a:prstDash val="solid"/>
              <a:round/>
              <a:headEnd type="none" w="med" len="med"/>
              <a:tailEnd type="none" w="med" len="med"/>
            </a:ln>
          </p:spPr>
        </p:cxnSp>
        <p:cxnSp>
          <p:nvCxnSpPr>
            <p:cNvPr id="742" name="Google Shape;742;p11"/>
            <p:cNvCxnSpPr/>
            <p:nvPr/>
          </p:nvCxnSpPr>
          <p:spPr>
            <a:xfrm>
              <a:off x="4327388" y="-9400"/>
              <a:ext cx="0" cy="5162400"/>
            </a:xfrm>
            <a:prstGeom prst="straightConnector1">
              <a:avLst/>
            </a:prstGeom>
            <a:noFill/>
            <a:ln w="9525" cap="flat" cmpd="sng">
              <a:solidFill>
                <a:schemeClr val="dk2"/>
              </a:solidFill>
              <a:prstDash val="solid"/>
              <a:round/>
              <a:headEnd type="none" w="med" len="med"/>
              <a:tailEnd type="none" w="med" len="med"/>
            </a:ln>
          </p:spPr>
        </p:cxnSp>
        <p:cxnSp>
          <p:nvCxnSpPr>
            <p:cNvPr id="743" name="Google Shape;743;p11"/>
            <p:cNvCxnSpPr/>
            <p:nvPr/>
          </p:nvCxnSpPr>
          <p:spPr>
            <a:xfrm>
              <a:off x="4816363" y="-9400"/>
              <a:ext cx="0" cy="5162400"/>
            </a:xfrm>
            <a:prstGeom prst="straightConnector1">
              <a:avLst/>
            </a:prstGeom>
            <a:noFill/>
            <a:ln w="9525" cap="flat" cmpd="sng">
              <a:solidFill>
                <a:schemeClr val="dk2"/>
              </a:solidFill>
              <a:prstDash val="solid"/>
              <a:round/>
              <a:headEnd type="none" w="med" len="med"/>
              <a:tailEnd type="none" w="med" len="med"/>
            </a:ln>
          </p:spPr>
        </p:cxnSp>
        <p:cxnSp>
          <p:nvCxnSpPr>
            <p:cNvPr id="744" name="Google Shape;744;p11"/>
            <p:cNvCxnSpPr/>
            <p:nvPr/>
          </p:nvCxnSpPr>
          <p:spPr>
            <a:xfrm>
              <a:off x="5305338" y="-9400"/>
              <a:ext cx="0" cy="5162400"/>
            </a:xfrm>
            <a:prstGeom prst="straightConnector1">
              <a:avLst/>
            </a:prstGeom>
            <a:noFill/>
            <a:ln w="9525" cap="flat" cmpd="sng">
              <a:solidFill>
                <a:schemeClr val="dk2"/>
              </a:solidFill>
              <a:prstDash val="solid"/>
              <a:round/>
              <a:headEnd type="none" w="med" len="med"/>
              <a:tailEnd type="none" w="med" len="med"/>
            </a:ln>
          </p:spPr>
        </p:cxnSp>
        <p:cxnSp>
          <p:nvCxnSpPr>
            <p:cNvPr id="745" name="Google Shape;745;p11"/>
            <p:cNvCxnSpPr/>
            <p:nvPr/>
          </p:nvCxnSpPr>
          <p:spPr>
            <a:xfrm>
              <a:off x="5794313" y="-9400"/>
              <a:ext cx="0" cy="5162400"/>
            </a:xfrm>
            <a:prstGeom prst="straightConnector1">
              <a:avLst/>
            </a:prstGeom>
            <a:noFill/>
            <a:ln w="9525" cap="flat" cmpd="sng">
              <a:solidFill>
                <a:schemeClr val="dk2"/>
              </a:solidFill>
              <a:prstDash val="solid"/>
              <a:round/>
              <a:headEnd type="none" w="med" len="med"/>
              <a:tailEnd type="none" w="med" len="med"/>
            </a:ln>
          </p:spPr>
        </p:cxnSp>
        <p:cxnSp>
          <p:nvCxnSpPr>
            <p:cNvPr id="746" name="Google Shape;746;p11"/>
            <p:cNvCxnSpPr/>
            <p:nvPr/>
          </p:nvCxnSpPr>
          <p:spPr>
            <a:xfrm>
              <a:off x="6283288" y="-9400"/>
              <a:ext cx="0" cy="5162400"/>
            </a:xfrm>
            <a:prstGeom prst="straightConnector1">
              <a:avLst/>
            </a:prstGeom>
            <a:noFill/>
            <a:ln w="9525" cap="flat" cmpd="sng">
              <a:solidFill>
                <a:schemeClr val="dk2"/>
              </a:solidFill>
              <a:prstDash val="solid"/>
              <a:round/>
              <a:headEnd type="none" w="med" len="med"/>
              <a:tailEnd type="none" w="med" len="med"/>
            </a:ln>
          </p:spPr>
        </p:cxnSp>
        <p:cxnSp>
          <p:nvCxnSpPr>
            <p:cNvPr id="747" name="Google Shape;747;p11"/>
            <p:cNvCxnSpPr/>
            <p:nvPr/>
          </p:nvCxnSpPr>
          <p:spPr>
            <a:xfrm>
              <a:off x="6772263" y="-9400"/>
              <a:ext cx="0" cy="5162400"/>
            </a:xfrm>
            <a:prstGeom prst="straightConnector1">
              <a:avLst/>
            </a:prstGeom>
            <a:noFill/>
            <a:ln w="9525" cap="flat" cmpd="sng">
              <a:solidFill>
                <a:schemeClr val="dk2"/>
              </a:solidFill>
              <a:prstDash val="solid"/>
              <a:round/>
              <a:headEnd type="none" w="med" len="med"/>
              <a:tailEnd type="none" w="med" len="med"/>
            </a:ln>
          </p:spPr>
        </p:cxnSp>
        <p:cxnSp>
          <p:nvCxnSpPr>
            <p:cNvPr id="748" name="Google Shape;748;p11"/>
            <p:cNvCxnSpPr/>
            <p:nvPr/>
          </p:nvCxnSpPr>
          <p:spPr>
            <a:xfrm>
              <a:off x="7261238" y="-9400"/>
              <a:ext cx="0" cy="5162400"/>
            </a:xfrm>
            <a:prstGeom prst="straightConnector1">
              <a:avLst/>
            </a:prstGeom>
            <a:noFill/>
            <a:ln w="9525" cap="flat" cmpd="sng">
              <a:solidFill>
                <a:schemeClr val="dk2"/>
              </a:solidFill>
              <a:prstDash val="solid"/>
              <a:round/>
              <a:headEnd type="none" w="med" len="med"/>
              <a:tailEnd type="none" w="med" len="med"/>
            </a:ln>
          </p:spPr>
        </p:cxnSp>
        <p:cxnSp>
          <p:nvCxnSpPr>
            <p:cNvPr id="749" name="Google Shape;749;p11"/>
            <p:cNvCxnSpPr/>
            <p:nvPr/>
          </p:nvCxnSpPr>
          <p:spPr>
            <a:xfrm>
              <a:off x="7750213" y="-9400"/>
              <a:ext cx="0" cy="5162400"/>
            </a:xfrm>
            <a:prstGeom prst="straightConnector1">
              <a:avLst/>
            </a:prstGeom>
            <a:noFill/>
            <a:ln w="9525" cap="flat" cmpd="sng">
              <a:solidFill>
                <a:schemeClr val="dk2"/>
              </a:solidFill>
              <a:prstDash val="solid"/>
              <a:round/>
              <a:headEnd type="none" w="med" len="med"/>
              <a:tailEnd type="none" w="med" len="med"/>
            </a:ln>
          </p:spPr>
        </p:cxnSp>
        <p:cxnSp>
          <p:nvCxnSpPr>
            <p:cNvPr id="750" name="Google Shape;750;p11"/>
            <p:cNvCxnSpPr/>
            <p:nvPr/>
          </p:nvCxnSpPr>
          <p:spPr>
            <a:xfrm>
              <a:off x="8239188" y="-9400"/>
              <a:ext cx="0" cy="5162400"/>
            </a:xfrm>
            <a:prstGeom prst="straightConnector1">
              <a:avLst/>
            </a:prstGeom>
            <a:noFill/>
            <a:ln w="9525" cap="flat" cmpd="sng">
              <a:solidFill>
                <a:schemeClr val="dk2"/>
              </a:solidFill>
              <a:prstDash val="solid"/>
              <a:round/>
              <a:headEnd type="none" w="med" len="med"/>
              <a:tailEnd type="none" w="med" len="med"/>
            </a:ln>
          </p:spPr>
        </p:cxnSp>
        <p:cxnSp>
          <p:nvCxnSpPr>
            <p:cNvPr id="751" name="Google Shape;751;p11"/>
            <p:cNvCxnSpPr/>
            <p:nvPr/>
          </p:nvCxnSpPr>
          <p:spPr>
            <a:xfrm>
              <a:off x="8728163" y="-9400"/>
              <a:ext cx="0" cy="5162400"/>
            </a:xfrm>
            <a:prstGeom prst="straightConnector1">
              <a:avLst/>
            </a:prstGeom>
            <a:noFill/>
            <a:ln w="9525" cap="flat" cmpd="sng">
              <a:solidFill>
                <a:schemeClr val="dk2"/>
              </a:solidFill>
              <a:prstDash val="solid"/>
              <a:round/>
              <a:headEnd type="none" w="med" len="med"/>
              <a:tailEnd type="none" w="med" len="med"/>
            </a:ln>
          </p:spPr>
        </p:cxnSp>
      </p:grpSp>
      <p:grpSp>
        <p:nvGrpSpPr>
          <p:cNvPr id="752" name="Google Shape;752;p11"/>
          <p:cNvGrpSpPr/>
          <p:nvPr/>
        </p:nvGrpSpPr>
        <p:grpSpPr>
          <a:xfrm>
            <a:off x="-185282" y="395900"/>
            <a:ext cx="600900" cy="4351800"/>
            <a:chOff x="-185282" y="395900"/>
            <a:chExt cx="600900" cy="4351800"/>
          </a:xfrm>
        </p:grpSpPr>
        <p:sp>
          <p:nvSpPr>
            <p:cNvPr id="753" name="Google Shape;753;p11"/>
            <p:cNvSpPr/>
            <p:nvPr/>
          </p:nvSpPr>
          <p:spPr>
            <a:xfrm flipH="1">
              <a:off x="-185282" y="395900"/>
              <a:ext cx="600900" cy="4351800"/>
            </a:xfrm>
            <a:prstGeom prst="rect">
              <a:avLst/>
            </a:prstGeom>
            <a:solidFill>
              <a:srgbClr val="FBF7ED"/>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754" name="Google Shape;754;p11"/>
            <p:cNvCxnSpPr/>
            <p:nvPr/>
          </p:nvCxnSpPr>
          <p:spPr>
            <a:xfrm>
              <a:off x="-174000" y="736625"/>
              <a:ext cx="579300" cy="0"/>
            </a:xfrm>
            <a:prstGeom prst="straightConnector1">
              <a:avLst/>
            </a:prstGeom>
            <a:noFill/>
            <a:ln w="19050" cap="flat" cmpd="sng">
              <a:solidFill>
                <a:srgbClr val="F0EBDF"/>
              </a:solidFill>
              <a:prstDash val="solid"/>
              <a:round/>
              <a:headEnd type="none" w="med" len="med"/>
              <a:tailEnd type="none" w="med" len="med"/>
            </a:ln>
          </p:spPr>
        </p:cxnSp>
        <p:cxnSp>
          <p:nvCxnSpPr>
            <p:cNvPr id="755" name="Google Shape;755;p11"/>
            <p:cNvCxnSpPr/>
            <p:nvPr/>
          </p:nvCxnSpPr>
          <p:spPr>
            <a:xfrm>
              <a:off x="-174000" y="1070259"/>
              <a:ext cx="579300" cy="0"/>
            </a:xfrm>
            <a:prstGeom prst="straightConnector1">
              <a:avLst/>
            </a:prstGeom>
            <a:noFill/>
            <a:ln w="19050" cap="flat" cmpd="sng">
              <a:solidFill>
                <a:srgbClr val="F0EBDF"/>
              </a:solidFill>
              <a:prstDash val="solid"/>
              <a:round/>
              <a:headEnd type="none" w="med" len="med"/>
              <a:tailEnd type="none" w="med" len="med"/>
            </a:ln>
          </p:spPr>
        </p:cxnSp>
        <p:cxnSp>
          <p:nvCxnSpPr>
            <p:cNvPr id="756" name="Google Shape;756;p11"/>
            <p:cNvCxnSpPr/>
            <p:nvPr/>
          </p:nvCxnSpPr>
          <p:spPr>
            <a:xfrm>
              <a:off x="-174000" y="1403893"/>
              <a:ext cx="579300" cy="0"/>
            </a:xfrm>
            <a:prstGeom prst="straightConnector1">
              <a:avLst/>
            </a:prstGeom>
            <a:noFill/>
            <a:ln w="19050" cap="flat" cmpd="sng">
              <a:solidFill>
                <a:srgbClr val="F0EBDF"/>
              </a:solidFill>
              <a:prstDash val="solid"/>
              <a:round/>
              <a:headEnd type="none" w="med" len="med"/>
              <a:tailEnd type="none" w="med" len="med"/>
            </a:ln>
          </p:spPr>
        </p:cxnSp>
        <p:cxnSp>
          <p:nvCxnSpPr>
            <p:cNvPr id="757" name="Google Shape;757;p11"/>
            <p:cNvCxnSpPr/>
            <p:nvPr/>
          </p:nvCxnSpPr>
          <p:spPr>
            <a:xfrm>
              <a:off x="-174000" y="1737527"/>
              <a:ext cx="579300" cy="0"/>
            </a:xfrm>
            <a:prstGeom prst="straightConnector1">
              <a:avLst/>
            </a:prstGeom>
            <a:noFill/>
            <a:ln w="19050" cap="flat" cmpd="sng">
              <a:solidFill>
                <a:srgbClr val="F0EBDF"/>
              </a:solidFill>
              <a:prstDash val="solid"/>
              <a:round/>
              <a:headEnd type="none" w="med" len="med"/>
              <a:tailEnd type="none" w="med" len="med"/>
            </a:ln>
          </p:spPr>
        </p:cxnSp>
        <p:cxnSp>
          <p:nvCxnSpPr>
            <p:cNvPr id="758" name="Google Shape;758;p11"/>
            <p:cNvCxnSpPr/>
            <p:nvPr/>
          </p:nvCxnSpPr>
          <p:spPr>
            <a:xfrm>
              <a:off x="-174000" y="2071161"/>
              <a:ext cx="579300" cy="0"/>
            </a:xfrm>
            <a:prstGeom prst="straightConnector1">
              <a:avLst/>
            </a:prstGeom>
            <a:noFill/>
            <a:ln w="19050" cap="flat" cmpd="sng">
              <a:solidFill>
                <a:srgbClr val="F0EBDF"/>
              </a:solidFill>
              <a:prstDash val="solid"/>
              <a:round/>
              <a:headEnd type="none" w="med" len="med"/>
              <a:tailEnd type="none" w="med" len="med"/>
            </a:ln>
          </p:spPr>
        </p:cxnSp>
        <p:cxnSp>
          <p:nvCxnSpPr>
            <p:cNvPr id="759" name="Google Shape;759;p11"/>
            <p:cNvCxnSpPr/>
            <p:nvPr/>
          </p:nvCxnSpPr>
          <p:spPr>
            <a:xfrm>
              <a:off x="-174000" y="2404795"/>
              <a:ext cx="579300" cy="0"/>
            </a:xfrm>
            <a:prstGeom prst="straightConnector1">
              <a:avLst/>
            </a:prstGeom>
            <a:noFill/>
            <a:ln w="19050" cap="flat" cmpd="sng">
              <a:solidFill>
                <a:srgbClr val="F0EBDF"/>
              </a:solidFill>
              <a:prstDash val="solid"/>
              <a:round/>
              <a:headEnd type="none" w="med" len="med"/>
              <a:tailEnd type="none" w="med" len="med"/>
            </a:ln>
          </p:spPr>
        </p:cxnSp>
        <p:cxnSp>
          <p:nvCxnSpPr>
            <p:cNvPr id="760" name="Google Shape;760;p11"/>
            <p:cNvCxnSpPr/>
            <p:nvPr/>
          </p:nvCxnSpPr>
          <p:spPr>
            <a:xfrm>
              <a:off x="-174000" y="2738430"/>
              <a:ext cx="579300" cy="0"/>
            </a:xfrm>
            <a:prstGeom prst="straightConnector1">
              <a:avLst/>
            </a:prstGeom>
            <a:noFill/>
            <a:ln w="19050" cap="flat" cmpd="sng">
              <a:solidFill>
                <a:srgbClr val="F0EBDF"/>
              </a:solidFill>
              <a:prstDash val="solid"/>
              <a:round/>
              <a:headEnd type="none" w="med" len="med"/>
              <a:tailEnd type="none" w="med" len="med"/>
            </a:ln>
          </p:spPr>
        </p:cxnSp>
        <p:cxnSp>
          <p:nvCxnSpPr>
            <p:cNvPr id="761" name="Google Shape;761;p11"/>
            <p:cNvCxnSpPr/>
            <p:nvPr/>
          </p:nvCxnSpPr>
          <p:spPr>
            <a:xfrm>
              <a:off x="-174000" y="3739332"/>
              <a:ext cx="579300" cy="0"/>
            </a:xfrm>
            <a:prstGeom prst="straightConnector1">
              <a:avLst/>
            </a:prstGeom>
            <a:noFill/>
            <a:ln w="19050" cap="flat" cmpd="sng">
              <a:solidFill>
                <a:srgbClr val="F0EBDF"/>
              </a:solidFill>
              <a:prstDash val="solid"/>
              <a:round/>
              <a:headEnd type="none" w="med" len="med"/>
              <a:tailEnd type="none" w="med" len="med"/>
            </a:ln>
          </p:spPr>
        </p:cxnSp>
        <p:cxnSp>
          <p:nvCxnSpPr>
            <p:cNvPr id="762" name="Google Shape;762;p11"/>
            <p:cNvCxnSpPr/>
            <p:nvPr/>
          </p:nvCxnSpPr>
          <p:spPr>
            <a:xfrm>
              <a:off x="-174000" y="3405698"/>
              <a:ext cx="579300" cy="0"/>
            </a:xfrm>
            <a:prstGeom prst="straightConnector1">
              <a:avLst/>
            </a:prstGeom>
            <a:noFill/>
            <a:ln w="19050" cap="flat" cmpd="sng">
              <a:solidFill>
                <a:srgbClr val="F0EBDF"/>
              </a:solidFill>
              <a:prstDash val="solid"/>
              <a:round/>
              <a:headEnd type="none" w="med" len="med"/>
              <a:tailEnd type="none" w="med" len="med"/>
            </a:ln>
          </p:spPr>
        </p:cxnSp>
        <p:cxnSp>
          <p:nvCxnSpPr>
            <p:cNvPr id="763" name="Google Shape;763;p11"/>
            <p:cNvCxnSpPr/>
            <p:nvPr/>
          </p:nvCxnSpPr>
          <p:spPr>
            <a:xfrm>
              <a:off x="-174000" y="3072064"/>
              <a:ext cx="579300" cy="0"/>
            </a:xfrm>
            <a:prstGeom prst="straightConnector1">
              <a:avLst/>
            </a:prstGeom>
            <a:noFill/>
            <a:ln w="19050" cap="flat" cmpd="sng">
              <a:solidFill>
                <a:srgbClr val="F0EBDF"/>
              </a:solidFill>
              <a:prstDash val="solid"/>
              <a:round/>
              <a:headEnd type="none" w="med" len="med"/>
              <a:tailEnd type="none" w="med" len="med"/>
            </a:ln>
          </p:spPr>
        </p:cxnSp>
        <p:cxnSp>
          <p:nvCxnSpPr>
            <p:cNvPr id="764" name="Google Shape;764;p11"/>
            <p:cNvCxnSpPr/>
            <p:nvPr/>
          </p:nvCxnSpPr>
          <p:spPr>
            <a:xfrm>
              <a:off x="-174000" y="4072966"/>
              <a:ext cx="579300" cy="0"/>
            </a:xfrm>
            <a:prstGeom prst="straightConnector1">
              <a:avLst/>
            </a:prstGeom>
            <a:noFill/>
            <a:ln w="19050" cap="flat" cmpd="sng">
              <a:solidFill>
                <a:srgbClr val="F0EBDF"/>
              </a:solidFill>
              <a:prstDash val="solid"/>
              <a:round/>
              <a:headEnd type="none" w="med" len="med"/>
              <a:tailEnd type="none" w="med" len="med"/>
            </a:ln>
          </p:spPr>
        </p:cxnSp>
        <p:cxnSp>
          <p:nvCxnSpPr>
            <p:cNvPr id="765" name="Google Shape;765;p11"/>
            <p:cNvCxnSpPr/>
            <p:nvPr/>
          </p:nvCxnSpPr>
          <p:spPr>
            <a:xfrm>
              <a:off x="-174000" y="4406600"/>
              <a:ext cx="579300" cy="0"/>
            </a:xfrm>
            <a:prstGeom prst="straightConnector1">
              <a:avLst/>
            </a:prstGeom>
            <a:noFill/>
            <a:ln w="19050" cap="flat" cmpd="sng">
              <a:solidFill>
                <a:srgbClr val="F0EBDF"/>
              </a:solidFill>
              <a:prstDash val="solid"/>
              <a:round/>
              <a:headEnd type="none" w="med" len="med"/>
              <a:tailEnd type="none" w="med" len="med"/>
            </a:ln>
          </p:spPr>
        </p:cxnSp>
        <p:sp>
          <p:nvSpPr>
            <p:cNvPr id="766" name="Google Shape;766;p11"/>
            <p:cNvSpPr/>
            <p:nvPr/>
          </p:nvSpPr>
          <p:spPr>
            <a:xfrm flipH="1">
              <a:off x="136538" y="816775"/>
              <a:ext cx="165900" cy="1659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7" name="Google Shape;767;p11"/>
            <p:cNvSpPr/>
            <p:nvPr/>
          </p:nvSpPr>
          <p:spPr>
            <a:xfrm flipH="1">
              <a:off x="136538" y="1487737"/>
              <a:ext cx="165900" cy="1659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8" name="Google Shape;768;p11"/>
            <p:cNvSpPr/>
            <p:nvPr/>
          </p:nvSpPr>
          <p:spPr>
            <a:xfrm flipH="1">
              <a:off x="136538" y="2155025"/>
              <a:ext cx="165900" cy="1659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9" name="Google Shape;769;p11"/>
            <p:cNvSpPr/>
            <p:nvPr/>
          </p:nvSpPr>
          <p:spPr>
            <a:xfrm flipH="1">
              <a:off x="136538" y="2822287"/>
              <a:ext cx="165900" cy="1659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0" name="Google Shape;770;p11"/>
            <p:cNvSpPr/>
            <p:nvPr/>
          </p:nvSpPr>
          <p:spPr>
            <a:xfrm flipH="1">
              <a:off x="136538" y="3489562"/>
              <a:ext cx="165900" cy="1659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1" name="Google Shape;771;p11"/>
            <p:cNvSpPr/>
            <p:nvPr/>
          </p:nvSpPr>
          <p:spPr>
            <a:xfrm flipH="1">
              <a:off x="136538" y="4156825"/>
              <a:ext cx="165900" cy="1659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72" name="Google Shape;772;p11"/>
          <p:cNvGrpSpPr/>
          <p:nvPr/>
        </p:nvGrpSpPr>
        <p:grpSpPr>
          <a:xfrm>
            <a:off x="504792" y="395741"/>
            <a:ext cx="8134200" cy="4351800"/>
            <a:chOff x="504792" y="395741"/>
            <a:chExt cx="8134200" cy="4351800"/>
          </a:xfrm>
        </p:grpSpPr>
        <p:sp>
          <p:nvSpPr>
            <p:cNvPr id="773" name="Google Shape;773;p11"/>
            <p:cNvSpPr/>
            <p:nvPr/>
          </p:nvSpPr>
          <p:spPr>
            <a:xfrm>
              <a:off x="504792" y="395741"/>
              <a:ext cx="8134200" cy="4351800"/>
            </a:xfrm>
            <a:prstGeom prst="rect">
              <a:avLst/>
            </a:prstGeom>
            <a:solidFill>
              <a:srgbClr val="FBF7ED"/>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774" name="Google Shape;774;p11"/>
            <p:cNvCxnSpPr/>
            <p:nvPr/>
          </p:nvCxnSpPr>
          <p:spPr>
            <a:xfrm rot="10800000">
              <a:off x="517425" y="736450"/>
              <a:ext cx="8112000" cy="0"/>
            </a:xfrm>
            <a:prstGeom prst="straightConnector1">
              <a:avLst/>
            </a:prstGeom>
            <a:noFill/>
            <a:ln w="19050" cap="flat" cmpd="sng">
              <a:solidFill>
                <a:srgbClr val="F0EBDF"/>
              </a:solidFill>
              <a:prstDash val="solid"/>
              <a:round/>
              <a:headEnd type="none" w="med" len="med"/>
              <a:tailEnd type="none" w="med" len="med"/>
            </a:ln>
          </p:spPr>
        </p:cxnSp>
        <p:cxnSp>
          <p:nvCxnSpPr>
            <p:cNvPr id="775" name="Google Shape;775;p11"/>
            <p:cNvCxnSpPr/>
            <p:nvPr/>
          </p:nvCxnSpPr>
          <p:spPr>
            <a:xfrm rot="10800000">
              <a:off x="517425" y="1070084"/>
              <a:ext cx="8112000" cy="0"/>
            </a:xfrm>
            <a:prstGeom prst="straightConnector1">
              <a:avLst/>
            </a:prstGeom>
            <a:noFill/>
            <a:ln w="19050" cap="flat" cmpd="sng">
              <a:solidFill>
                <a:srgbClr val="F0EBDF"/>
              </a:solidFill>
              <a:prstDash val="solid"/>
              <a:round/>
              <a:headEnd type="none" w="med" len="med"/>
              <a:tailEnd type="none" w="med" len="med"/>
            </a:ln>
          </p:spPr>
        </p:cxnSp>
        <p:cxnSp>
          <p:nvCxnSpPr>
            <p:cNvPr id="776" name="Google Shape;776;p11"/>
            <p:cNvCxnSpPr/>
            <p:nvPr/>
          </p:nvCxnSpPr>
          <p:spPr>
            <a:xfrm rot="10800000">
              <a:off x="517425" y="1403718"/>
              <a:ext cx="8112000" cy="0"/>
            </a:xfrm>
            <a:prstGeom prst="straightConnector1">
              <a:avLst/>
            </a:prstGeom>
            <a:noFill/>
            <a:ln w="19050" cap="flat" cmpd="sng">
              <a:solidFill>
                <a:srgbClr val="F0EBDF"/>
              </a:solidFill>
              <a:prstDash val="solid"/>
              <a:round/>
              <a:headEnd type="none" w="med" len="med"/>
              <a:tailEnd type="none" w="med" len="med"/>
            </a:ln>
          </p:spPr>
        </p:cxnSp>
        <p:cxnSp>
          <p:nvCxnSpPr>
            <p:cNvPr id="777" name="Google Shape;777;p11"/>
            <p:cNvCxnSpPr/>
            <p:nvPr/>
          </p:nvCxnSpPr>
          <p:spPr>
            <a:xfrm rot="10800000">
              <a:off x="517425" y="1737352"/>
              <a:ext cx="8112000" cy="0"/>
            </a:xfrm>
            <a:prstGeom prst="straightConnector1">
              <a:avLst/>
            </a:prstGeom>
            <a:noFill/>
            <a:ln w="19050" cap="flat" cmpd="sng">
              <a:solidFill>
                <a:srgbClr val="F0EBDF"/>
              </a:solidFill>
              <a:prstDash val="solid"/>
              <a:round/>
              <a:headEnd type="none" w="med" len="med"/>
              <a:tailEnd type="none" w="med" len="med"/>
            </a:ln>
          </p:spPr>
        </p:cxnSp>
        <p:cxnSp>
          <p:nvCxnSpPr>
            <p:cNvPr id="778" name="Google Shape;778;p11"/>
            <p:cNvCxnSpPr/>
            <p:nvPr/>
          </p:nvCxnSpPr>
          <p:spPr>
            <a:xfrm rot="10800000">
              <a:off x="517425" y="2070986"/>
              <a:ext cx="8112000" cy="0"/>
            </a:xfrm>
            <a:prstGeom prst="straightConnector1">
              <a:avLst/>
            </a:prstGeom>
            <a:noFill/>
            <a:ln w="19050" cap="flat" cmpd="sng">
              <a:solidFill>
                <a:srgbClr val="F0EBDF"/>
              </a:solidFill>
              <a:prstDash val="solid"/>
              <a:round/>
              <a:headEnd type="none" w="med" len="med"/>
              <a:tailEnd type="none" w="med" len="med"/>
            </a:ln>
          </p:spPr>
        </p:cxnSp>
        <p:cxnSp>
          <p:nvCxnSpPr>
            <p:cNvPr id="779" name="Google Shape;779;p11"/>
            <p:cNvCxnSpPr/>
            <p:nvPr/>
          </p:nvCxnSpPr>
          <p:spPr>
            <a:xfrm rot="10800000">
              <a:off x="517425" y="2404620"/>
              <a:ext cx="8112000" cy="0"/>
            </a:xfrm>
            <a:prstGeom prst="straightConnector1">
              <a:avLst/>
            </a:prstGeom>
            <a:noFill/>
            <a:ln w="19050" cap="flat" cmpd="sng">
              <a:solidFill>
                <a:srgbClr val="F0EBDF"/>
              </a:solidFill>
              <a:prstDash val="solid"/>
              <a:round/>
              <a:headEnd type="none" w="med" len="med"/>
              <a:tailEnd type="none" w="med" len="med"/>
            </a:ln>
          </p:spPr>
        </p:cxnSp>
        <p:cxnSp>
          <p:nvCxnSpPr>
            <p:cNvPr id="780" name="Google Shape;780;p11"/>
            <p:cNvCxnSpPr/>
            <p:nvPr/>
          </p:nvCxnSpPr>
          <p:spPr>
            <a:xfrm rot="10800000">
              <a:off x="517425" y="2738255"/>
              <a:ext cx="8112000" cy="0"/>
            </a:xfrm>
            <a:prstGeom prst="straightConnector1">
              <a:avLst/>
            </a:prstGeom>
            <a:noFill/>
            <a:ln w="19050" cap="flat" cmpd="sng">
              <a:solidFill>
                <a:srgbClr val="F0EBDF"/>
              </a:solidFill>
              <a:prstDash val="solid"/>
              <a:round/>
              <a:headEnd type="none" w="med" len="med"/>
              <a:tailEnd type="none" w="med" len="med"/>
            </a:ln>
          </p:spPr>
        </p:cxnSp>
        <p:cxnSp>
          <p:nvCxnSpPr>
            <p:cNvPr id="781" name="Google Shape;781;p11"/>
            <p:cNvCxnSpPr/>
            <p:nvPr/>
          </p:nvCxnSpPr>
          <p:spPr>
            <a:xfrm rot="10800000">
              <a:off x="517425" y="3739157"/>
              <a:ext cx="8112000" cy="0"/>
            </a:xfrm>
            <a:prstGeom prst="straightConnector1">
              <a:avLst/>
            </a:prstGeom>
            <a:noFill/>
            <a:ln w="19050" cap="flat" cmpd="sng">
              <a:solidFill>
                <a:srgbClr val="F0EBDF"/>
              </a:solidFill>
              <a:prstDash val="solid"/>
              <a:round/>
              <a:headEnd type="none" w="med" len="med"/>
              <a:tailEnd type="none" w="med" len="med"/>
            </a:ln>
          </p:spPr>
        </p:cxnSp>
        <p:cxnSp>
          <p:nvCxnSpPr>
            <p:cNvPr id="782" name="Google Shape;782;p11"/>
            <p:cNvCxnSpPr/>
            <p:nvPr/>
          </p:nvCxnSpPr>
          <p:spPr>
            <a:xfrm rot="10800000">
              <a:off x="517425" y="3405523"/>
              <a:ext cx="8112000" cy="0"/>
            </a:xfrm>
            <a:prstGeom prst="straightConnector1">
              <a:avLst/>
            </a:prstGeom>
            <a:noFill/>
            <a:ln w="19050" cap="flat" cmpd="sng">
              <a:solidFill>
                <a:srgbClr val="F0EBDF"/>
              </a:solidFill>
              <a:prstDash val="solid"/>
              <a:round/>
              <a:headEnd type="none" w="med" len="med"/>
              <a:tailEnd type="none" w="med" len="med"/>
            </a:ln>
          </p:spPr>
        </p:cxnSp>
        <p:cxnSp>
          <p:nvCxnSpPr>
            <p:cNvPr id="783" name="Google Shape;783;p11"/>
            <p:cNvCxnSpPr/>
            <p:nvPr/>
          </p:nvCxnSpPr>
          <p:spPr>
            <a:xfrm rot="10800000">
              <a:off x="517425" y="3071889"/>
              <a:ext cx="8112000" cy="0"/>
            </a:xfrm>
            <a:prstGeom prst="straightConnector1">
              <a:avLst/>
            </a:prstGeom>
            <a:noFill/>
            <a:ln w="19050" cap="flat" cmpd="sng">
              <a:solidFill>
                <a:srgbClr val="F0EBDF"/>
              </a:solidFill>
              <a:prstDash val="solid"/>
              <a:round/>
              <a:headEnd type="none" w="med" len="med"/>
              <a:tailEnd type="none" w="med" len="med"/>
            </a:ln>
          </p:spPr>
        </p:cxnSp>
        <p:cxnSp>
          <p:nvCxnSpPr>
            <p:cNvPr id="784" name="Google Shape;784;p11"/>
            <p:cNvCxnSpPr/>
            <p:nvPr/>
          </p:nvCxnSpPr>
          <p:spPr>
            <a:xfrm rot="10800000">
              <a:off x="517425" y="4072791"/>
              <a:ext cx="8112000" cy="0"/>
            </a:xfrm>
            <a:prstGeom prst="straightConnector1">
              <a:avLst/>
            </a:prstGeom>
            <a:noFill/>
            <a:ln w="19050" cap="flat" cmpd="sng">
              <a:solidFill>
                <a:srgbClr val="F0EBDF"/>
              </a:solidFill>
              <a:prstDash val="solid"/>
              <a:round/>
              <a:headEnd type="none" w="med" len="med"/>
              <a:tailEnd type="none" w="med" len="med"/>
            </a:ln>
          </p:spPr>
        </p:cxnSp>
        <p:cxnSp>
          <p:nvCxnSpPr>
            <p:cNvPr id="785" name="Google Shape;785;p11"/>
            <p:cNvCxnSpPr/>
            <p:nvPr/>
          </p:nvCxnSpPr>
          <p:spPr>
            <a:xfrm rot="10800000">
              <a:off x="517425" y="4406425"/>
              <a:ext cx="8112000" cy="0"/>
            </a:xfrm>
            <a:prstGeom prst="straightConnector1">
              <a:avLst/>
            </a:prstGeom>
            <a:noFill/>
            <a:ln w="19050" cap="flat" cmpd="sng">
              <a:solidFill>
                <a:srgbClr val="F0EBDF"/>
              </a:solidFill>
              <a:prstDash val="solid"/>
              <a:round/>
              <a:headEnd type="none" w="med" len="med"/>
              <a:tailEnd type="none" w="med" len="med"/>
            </a:ln>
          </p:spPr>
        </p:cxnSp>
        <p:cxnSp>
          <p:nvCxnSpPr>
            <p:cNvPr id="786" name="Google Shape;786;p11"/>
            <p:cNvCxnSpPr/>
            <p:nvPr/>
          </p:nvCxnSpPr>
          <p:spPr>
            <a:xfrm>
              <a:off x="900099" y="403173"/>
              <a:ext cx="0" cy="4336800"/>
            </a:xfrm>
            <a:prstGeom prst="straightConnector1">
              <a:avLst/>
            </a:prstGeom>
            <a:noFill/>
            <a:ln w="19050" cap="flat" cmpd="sng">
              <a:solidFill>
                <a:schemeClr val="lt1"/>
              </a:solidFill>
              <a:prstDash val="solid"/>
              <a:round/>
              <a:headEnd type="none" w="med" len="med"/>
              <a:tailEnd type="none" w="med" len="med"/>
            </a:ln>
          </p:spPr>
        </p:cxnSp>
        <p:sp>
          <p:nvSpPr>
            <p:cNvPr id="787" name="Google Shape;787;p11"/>
            <p:cNvSpPr/>
            <p:nvPr/>
          </p:nvSpPr>
          <p:spPr>
            <a:xfrm>
              <a:off x="617972" y="816625"/>
              <a:ext cx="165900" cy="1659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8" name="Google Shape;788;p11"/>
            <p:cNvSpPr/>
            <p:nvPr/>
          </p:nvSpPr>
          <p:spPr>
            <a:xfrm>
              <a:off x="617972" y="1487587"/>
              <a:ext cx="165900" cy="1659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9" name="Google Shape;789;p11"/>
            <p:cNvSpPr/>
            <p:nvPr/>
          </p:nvSpPr>
          <p:spPr>
            <a:xfrm>
              <a:off x="617972" y="2154875"/>
              <a:ext cx="165900" cy="1659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0" name="Google Shape;790;p11"/>
            <p:cNvSpPr/>
            <p:nvPr/>
          </p:nvSpPr>
          <p:spPr>
            <a:xfrm>
              <a:off x="617972" y="2822137"/>
              <a:ext cx="165900" cy="1659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1" name="Google Shape;791;p11"/>
            <p:cNvSpPr/>
            <p:nvPr/>
          </p:nvSpPr>
          <p:spPr>
            <a:xfrm>
              <a:off x="617972" y="3489412"/>
              <a:ext cx="165900" cy="1659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2" name="Google Shape;792;p11"/>
            <p:cNvSpPr/>
            <p:nvPr/>
          </p:nvSpPr>
          <p:spPr>
            <a:xfrm>
              <a:off x="617972" y="4156675"/>
              <a:ext cx="165900" cy="1659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93" name="Google Shape;793;p11"/>
          <p:cNvSpPr txBox="1">
            <a:spLocks noGrp="1"/>
          </p:cNvSpPr>
          <p:nvPr>
            <p:ph type="title" hasCustomPrompt="1"/>
          </p:nvPr>
        </p:nvSpPr>
        <p:spPr>
          <a:xfrm>
            <a:off x="2196275" y="1459475"/>
            <a:ext cx="4751400" cy="1511100"/>
          </a:xfrm>
          <a:prstGeom prst="rect">
            <a:avLst/>
          </a:prstGeom>
        </p:spPr>
        <p:txBody>
          <a:bodyPr spcFirstLastPara="1" wrap="square" lIns="91425" tIns="91425" rIns="91425" bIns="91425" anchor="ctr" anchorCtr="0">
            <a:noAutofit/>
          </a:bodyPr>
          <a:lstStyle>
            <a:lvl1pPr lvl="0" algn="ctr">
              <a:spcBef>
                <a:spcPts val="0"/>
              </a:spcBef>
              <a:spcAft>
                <a:spcPts val="0"/>
              </a:spcAft>
              <a:buSzPts val="9600"/>
              <a:buNone/>
              <a:defRPr sz="6000"/>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794" name="Google Shape;794;p11"/>
          <p:cNvSpPr txBox="1">
            <a:spLocks noGrp="1"/>
          </p:cNvSpPr>
          <p:nvPr>
            <p:ph type="subTitle" idx="1"/>
          </p:nvPr>
        </p:nvSpPr>
        <p:spPr>
          <a:xfrm>
            <a:off x="2674400" y="2970625"/>
            <a:ext cx="3795000" cy="713400"/>
          </a:xfrm>
          <a:prstGeom prst="rect">
            <a:avLst/>
          </a:prstGeom>
          <a:ln>
            <a:noFill/>
          </a:ln>
        </p:spPr>
        <p:txBody>
          <a:bodyPr spcFirstLastPara="1" wrap="square" lIns="91425" tIns="91425" rIns="91425" bIns="91425" anchor="ctr" anchorCtr="0">
            <a:noAutofit/>
          </a:bodyPr>
          <a:lstStyle>
            <a:lvl1pPr lvl="0" algn="ctr" rtl="0">
              <a:lnSpc>
                <a:spcPct val="100000"/>
              </a:lnSpc>
              <a:spcBef>
                <a:spcPts val="0"/>
              </a:spcBef>
              <a:spcAft>
                <a:spcPts val="0"/>
              </a:spcAft>
              <a:buSzPts val="1600"/>
              <a:buNone/>
              <a:defRPr sz="1600"/>
            </a:lvl1pPr>
            <a:lvl2pPr lvl="1" algn="ctr" rtl="0">
              <a:lnSpc>
                <a:spcPct val="100000"/>
              </a:lnSpc>
              <a:spcBef>
                <a:spcPts val="0"/>
              </a:spcBef>
              <a:spcAft>
                <a:spcPts val="0"/>
              </a:spcAft>
              <a:buSzPts val="1600"/>
              <a:buNone/>
              <a:defRPr sz="1600"/>
            </a:lvl2pPr>
            <a:lvl3pPr lvl="2" algn="ctr" rtl="0">
              <a:lnSpc>
                <a:spcPct val="100000"/>
              </a:lnSpc>
              <a:spcBef>
                <a:spcPts val="0"/>
              </a:spcBef>
              <a:spcAft>
                <a:spcPts val="0"/>
              </a:spcAft>
              <a:buSzPts val="1600"/>
              <a:buNone/>
              <a:defRPr sz="1600"/>
            </a:lvl3pPr>
            <a:lvl4pPr lvl="3" algn="ctr" rtl="0">
              <a:lnSpc>
                <a:spcPct val="100000"/>
              </a:lnSpc>
              <a:spcBef>
                <a:spcPts val="0"/>
              </a:spcBef>
              <a:spcAft>
                <a:spcPts val="0"/>
              </a:spcAft>
              <a:buSzPts val="1600"/>
              <a:buNone/>
              <a:defRPr sz="1600"/>
            </a:lvl4pPr>
            <a:lvl5pPr lvl="4" algn="ctr" rtl="0">
              <a:lnSpc>
                <a:spcPct val="100000"/>
              </a:lnSpc>
              <a:spcBef>
                <a:spcPts val="0"/>
              </a:spcBef>
              <a:spcAft>
                <a:spcPts val="0"/>
              </a:spcAft>
              <a:buSzPts val="1600"/>
              <a:buNone/>
              <a:defRPr sz="1600"/>
            </a:lvl5pPr>
            <a:lvl6pPr lvl="5" algn="ctr" rtl="0">
              <a:lnSpc>
                <a:spcPct val="100000"/>
              </a:lnSpc>
              <a:spcBef>
                <a:spcPts val="0"/>
              </a:spcBef>
              <a:spcAft>
                <a:spcPts val="0"/>
              </a:spcAft>
              <a:buSzPts val="1600"/>
              <a:buNone/>
              <a:defRPr sz="1600"/>
            </a:lvl6pPr>
            <a:lvl7pPr lvl="6" algn="ctr" rtl="0">
              <a:lnSpc>
                <a:spcPct val="100000"/>
              </a:lnSpc>
              <a:spcBef>
                <a:spcPts val="0"/>
              </a:spcBef>
              <a:spcAft>
                <a:spcPts val="0"/>
              </a:spcAft>
              <a:buSzPts val="1600"/>
              <a:buNone/>
              <a:defRPr sz="1600"/>
            </a:lvl7pPr>
            <a:lvl8pPr lvl="7" algn="ctr" rtl="0">
              <a:lnSpc>
                <a:spcPct val="100000"/>
              </a:lnSpc>
              <a:spcBef>
                <a:spcPts val="0"/>
              </a:spcBef>
              <a:spcAft>
                <a:spcPts val="0"/>
              </a:spcAft>
              <a:buSzPts val="1600"/>
              <a:buNone/>
              <a:defRPr sz="1600"/>
            </a:lvl8pPr>
            <a:lvl9pPr lvl="8" algn="ctr" rtl="0">
              <a:lnSpc>
                <a:spcPct val="100000"/>
              </a:lnSpc>
              <a:spcBef>
                <a:spcPts val="0"/>
              </a:spcBef>
              <a:spcAft>
                <a:spcPts val="0"/>
              </a:spcAft>
              <a:buSzPts val="1600"/>
              <a:buNone/>
              <a:defRPr sz="1600"/>
            </a:lvl9pPr>
          </a:lstStyle>
          <a:p>
            <a:endParaRPr/>
          </a:p>
        </p:txBody>
      </p:sp>
      <p:grpSp>
        <p:nvGrpSpPr>
          <p:cNvPr id="795" name="Google Shape;795;p11"/>
          <p:cNvGrpSpPr/>
          <p:nvPr/>
        </p:nvGrpSpPr>
        <p:grpSpPr>
          <a:xfrm>
            <a:off x="227312" y="868475"/>
            <a:ext cx="477900" cy="3405950"/>
            <a:chOff x="227312" y="868475"/>
            <a:chExt cx="477900" cy="3405950"/>
          </a:xfrm>
        </p:grpSpPr>
        <p:sp>
          <p:nvSpPr>
            <p:cNvPr id="796" name="Google Shape;796;p11"/>
            <p:cNvSpPr/>
            <p:nvPr/>
          </p:nvSpPr>
          <p:spPr>
            <a:xfrm rot="10800000" flipH="1">
              <a:off x="227312" y="868475"/>
              <a:ext cx="477900" cy="69600"/>
            </a:xfrm>
            <a:prstGeom prst="roundRect">
              <a:avLst>
                <a:gd name="adj" fmla="val 16667"/>
              </a:avLst>
            </a:prstGeom>
            <a:solidFill>
              <a:schemeClr val="accen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7" name="Google Shape;797;p11"/>
            <p:cNvSpPr/>
            <p:nvPr/>
          </p:nvSpPr>
          <p:spPr>
            <a:xfrm rot="10800000" flipH="1">
              <a:off x="227312" y="1535738"/>
              <a:ext cx="477900" cy="69600"/>
            </a:xfrm>
            <a:prstGeom prst="roundRect">
              <a:avLst>
                <a:gd name="adj" fmla="val 16667"/>
              </a:avLst>
            </a:prstGeom>
            <a:solidFill>
              <a:schemeClr val="accen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8" name="Google Shape;798;p11"/>
            <p:cNvSpPr/>
            <p:nvPr/>
          </p:nvSpPr>
          <p:spPr>
            <a:xfrm rot="10800000" flipH="1">
              <a:off x="227312" y="2203025"/>
              <a:ext cx="477900" cy="69600"/>
            </a:xfrm>
            <a:prstGeom prst="roundRect">
              <a:avLst>
                <a:gd name="adj" fmla="val 16667"/>
              </a:avLst>
            </a:prstGeom>
            <a:solidFill>
              <a:schemeClr val="accen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9" name="Google Shape;799;p11"/>
            <p:cNvSpPr/>
            <p:nvPr/>
          </p:nvSpPr>
          <p:spPr>
            <a:xfrm rot="10800000" flipH="1">
              <a:off x="227312" y="2870288"/>
              <a:ext cx="477900" cy="69600"/>
            </a:xfrm>
            <a:prstGeom prst="roundRect">
              <a:avLst>
                <a:gd name="adj" fmla="val 16667"/>
              </a:avLst>
            </a:prstGeom>
            <a:solidFill>
              <a:schemeClr val="accen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0" name="Google Shape;800;p11"/>
            <p:cNvSpPr/>
            <p:nvPr/>
          </p:nvSpPr>
          <p:spPr>
            <a:xfrm rot="10800000" flipH="1">
              <a:off x="227312" y="3537563"/>
              <a:ext cx="477900" cy="69600"/>
            </a:xfrm>
            <a:prstGeom prst="roundRect">
              <a:avLst>
                <a:gd name="adj" fmla="val 16667"/>
              </a:avLst>
            </a:prstGeom>
            <a:solidFill>
              <a:schemeClr val="accen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1" name="Google Shape;801;p11"/>
            <p:cNvSpPr/>
            <p:nvPr/>
          </p:nvSpPr>
          <p:spPr>
            <a:xfrm rot="10800000" flipH="1">
              <a:off x="227312" y="4204825"/>
              <a:ext cx="477900" cy="69600"/>
            </a:xfrm>
            <a:prstGeom prst="roundRect">
              <a:avLst>
                <a:gd name="adj" fmla="val 16667"/>
              </a:avLst>
            </a:prstGeom>
            <a:solidFill>
              <a:schemeClr val="accen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02" name="Google Shape;802;p11"/>
          <p:cNvGrpSpPr/>
          <p:nvPr/>
        </p:nvGrpSpPr>
        <p:grpSpPr>
          <a:xfrm>
            <a:off x="771525" y="951900"/>
            <a:ext cx="7411600" cy="3447528"/>
            <a:chOff x="771525" y="951900"/>
            <a:chExt cx="7411600" cy="3447528"/>
          </a:xfrm>
        </p:grpSpPr>
        <p:sp>
          <p:nvSpPr>
            <p:cNvPr id="803" name="Google Shape;803;p11"/>
            <p:cNvSpPr/>
            <p:nvPr/>
          </p:nvSpPr>
          <p:spPr>
            <a:xfrm rot="2227469">
              <a:off x="5881033" y="4137077"/>
              <a:ext cx="243062" cy="210302"/>
            </a:xfrm>
            <a:prstGeom prst="triangle">
              <a:avLst>
                <a:gd name="adj" fmla="val 50000"/>
              </a:avLst>
            </a:prstGeom>
            <a:noFill/>
            <a:ln w="19050"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4" name="Google Shape;804;p11"/>
            <p:cNvSpPr/>
            <p:nvPr/>
          </p:nvSpPr>
          <p:spPr>
            <a:xfrm rot="-7771672">
              <a:off x="1437414" y="980941"/>
              <a:ext cx="126796" cy="109319"/>
            </a:xfrm>
            <a:prstGeom prst="triangle">
              <a:avLst>
                <a:gd name="adj" fmla="val 50000"/>
              </a:avLst>
            </a:pr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5" name="Google Shape;805;p11"/>
            <p:cNvSpPr/>
            <p:nvPr/>
          </p:nvSpPr>
          <p:spPr>
            <a:xfrm>
              <a:off x="771525" y="1119300"/>
              <a:ext cx="291900" cy="291900"/>
            </a:xfrm>
            <a:prstGeom prst="ellipse">
              <a:avLst/>
            </a:prstGeom>
            <a:noFill/>
            <a:ln w="19050"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6" name="Google Shape;806;p11"/>
            <p:cNvSpPr/>
            <p:nvPr/>
          </p:nvSpPr>
          <p:spPr>
            <a:xfrm>
              <a:off x="8018125" y="3376700"/>
              <a:ext cx="165000" cy="165000"/>
            </a:xfrm>
            <a:prstGeom prst="ellipse">
              <a:avLst/>
            </a:prstGeom>
            <a:noFill/>
            <a:ln w="19050"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7" name="Google Shape;807;p11"/>
            <p:cNvSpPr/>
            <p:nvPr/>
          </p:nvSpPr>
          <p:spPr>
            <a:xfrm rot="2855308">
              <a:off x="2220365" y="4040651"/>
              <a:ext cx="117429" cy="117005"/>
            </a:xfrm>
            <a:prstGeom prst="rect">
              <a:avLst/>
            </a:prstGeom>
            <a:no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8" name="Google Shape;808;p11"/>
            <p:cNvSpPr/>
            <p:nvPr/>
          </p:nvSpPr>
          <p:spPr>
            <a:xfrm rot="-716485">
              <a:off x="6725632" y="1225439"/>
              <a:ext cx="117441" cy="117086"/>
            </a:xfrm>
            <a:prstGeom prst="rect">
              <a:avLst/>
            </a:pr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9" name="Google Shape;809;p11"/>
            <p:cNvSpPr/>
            <p:nvPr/>
          </p:nvSpPr>
          <p:spPr>
            <a:xfrm rot="-3430508">
              <a:off x="987594" y="4247078"/>
              <a:ext cx="126736" cy="109431"/>
            </a:xfrm>
            <a:prstGeom prst="triangle">
              <a:avLst>
                <a:gd name="adj" fmla="val 50000"/>
              </a:avLst>
            </a:prstGeom>
            <a:noFill/>
            <a:ln w="19050"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0" name="Google Shape;810;p11"/>
            <p:cNvSpPr/>
            <p:nvPr/>
          </p:nvSpPr>
          <p:spPr>
            <a:xfrm>
              <a:off x="4873975" y="2770338"/>
              <a:ext cx="165000" cy="165000"/>
            </a:xfrm>
            <a:prstGeom prst="ellipse">
              <a:avLst/>
            </a:pr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rgbClr val="FFFFFF"/>
        </a:solidFill>
        <a:effectLst/>
      </p:bgPr>
    </p:bg>
    <p:spTree>
      <p:nvGrpSpPr>
        <p:cNvPr id="1" name="Shape 811"/>
        <p:cNvGrpSpPr/>
        <p:nvPr/>
      </p:nvGrpSpPr>
      <p:grpSpPr>
        <a:xfrm>
          <a:off x="0" y="0"/>
          <a:ext cx="0" cy="0"/>
          <a:chOff x="0" y="0"/>
          <a:chExt cx="0" cy="0"/>
        </a:xfrm>
      </p:grpSpPr>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able of contents">
  <p:cSld name="BLANK_1_1_1_1_2">
    <p:spTree>
      <p:nvGrpSpPr>
        <p:cNvPr id="1" name="Shape 812"/>
        <p:cNvGrpSpPr/>
        <p:nvPr/>
      </p:nvGrpSpPr>
      <p:grpSpPr>
        <a:xfrm>
          <a:off x="0" y="0"/>
          <a:ext cx="0" cy="0"/>
          <a:chOff x="0" y="0"/>
          <a:chExt cx="0" cy="0"/>
        </a:xfrm>
      </p:grpSpPr>
      <p:grpSp>
        <p:nvGrpSpPr>
          <p:cNvPr id="813" name="Google Shape;813;p13"/>
          <p:cNvGrpSpPr/>
          <p:nvPr/>
        </p:nvGrpSpPr>
        <p:grpSpPr>
          <a:xfrm>
            <a:off x="10" y="-9400"/>
            <a:ext cx="9144000" cy="5162400"/>
            <a:chOff x="10" y="-9400"/>
            <a:chExt cx="9144000" cy="5162400"/>
          </a:xfrm>
        </p:grpSpPr>
        <p:grpSp>
          <p:nvGrpSpPr>
            <p:cNvPr id="814" name="Google Shape;814;p13"/>
            <p:cNvGrpSpPr/>
            <p:nvPr/>
          </p:nvGrpSpPr>
          <p:grpSpPr>
            <a:xfrm>
              <a:off x="10" y="371400"/>
              <a:ext cx="9144000" cy="4400775"/>
              <a:chOff x="10" y="371400"/>
              <a:chExt cx="9144000" cy="4400775"/>
            </a:xfrm>
          </p:grpSpPr>
          <p:cxnSp>
            <p:nvCxnSpPr>
              <p:cNvPr id="815" name="Google Shape;815;p13"/>
              <p:cNvCxnSpPr/>
              <p:nvPr/>
            </p:nvCxnSpPr>
            <p:spPr>
              <a:xfrm>
                <a:off x="4572010" y="-4200600"/>
                <a:ext cx="0" cy="9144000"/>
              </a:xfrm>
              <a:prstGeom prst="straightConnector1">
                <a:avLst/>
              </a:prstGeom>
              <a:noFill/>
              <a:ln w="9525" cap="flat" cmpd="sng">
                <a:solidFill>
                  <a:schemeClr val="dk2"/>
                </a:solidFill>
                <a:prstDash val="solid"/>
                <a:round/>
                <a:headEnd type="none" w="med" len="med"/>
                <a:tailEnd type="none" w="med" len="med"/>
              </a:ln>
            </p:spPr>
          </p:cxnSp>
          <p:cxnSp>
            <p:nvCxnSpPr>
              <p:cNvPr id="816" name="Google Shape;816;p13"/>
              <p:cNvCxnSpPr/>
              <p:nvPr/>
            </p:nvCxnSpPr>
            <p:spPr>
              <a:xfrm>
                <a:off x="4572010" y="-3711625"/>
                <a:ext cx="0" cy="9144000"/>
              </a:xfrm>
              <a:prstGeom prst="straightConnector1">
                <a:avLst/>
              </a:prstGeom>
              <a:noFill/>
              <a:ln w="9525" cap="flat" cmpd="sng">
                <a:solidFill>
                  <a:schemeClr val="dk2"/>
                </a:solidFill>
                <a:prstDash val="solid"/>
                <a:round/>
                <a:headEnd type="none" w="med" len="med"/>
                <a:tailEnd type="none" w="med" len="med"/>
              </a:ln>
            </p:spPr>
          </p:cxnSp>
          <p:cxnSp>
            <p:nvCxnSpPr>
              <p:cNvPr id="817" name="Google Shape;817;p13"/>
              <p:cNvCxnSpPr/>
              <p:nvPr/>
            </p:nvCxnSpPr>
            <p:spPr>
              <a:xfrm>
                <a:off x="4572010" y="-3222650"/>
                <a:ext cx="0" cy="9144000"/>
              </a:xfrm>
              <a:prstGeom prst="straightConnector1">
                <a:avLst/>
              </a:prstGeom>
              <a:noFill/>
              <a:ln w="9525" cap="flat" cmpd="sng">
                <a:solidFill>
                  <a:schemeClr val="dk2"/>
                </a:solidFill>
                <a:prstDash val="solid"/>
                <a:round/>
                <a:headEnd type="none" w="med" len="med"/>
                <a:tailEnd type="none" w="med" len="med"/>
              </a:ln>
            </p:spPr>
          </p:cxnSp>
          <p:cxnSp>
            <p:nvCxnSpPr>
              <p:cNvPr id="818" name="Google Shape;818;p13"/>
              <p:cNvCxnSpPr/>
              <p:nvPr/>
            </p:nvCxnSpPr>
            <p:spPr>
              <a:xfrm>
                <a:off x="4572010" y="-2733675"/>
                <a:ext cx="0" cy="9144000"/>
              </a:xfrm>
              <a:prstGeom prst="straightConnector1">
                <a:avLst/>
              </a:prstGeom>
              <a:noFill/>
              <a:ln w="9525" cap="flat" cmpd="sng">
                <a:solidFill>
                  <a:schemeClr val="dk2"/>
                </a:solidFill>
                <a:prstDash val="solid"/>
                <a:round/>
                <a:headEnd type="none" w="med" len="med"/>
                <a:tailEnd type="none" w="med" len="med"/>
              </a:ln>
            </p:spPr>
          </p:cxnSp>
          <p:cxnSp>
            <p:nvCxnSpPr>
              <p:cNvPr id="819" name="Google Shape;819;p13"/>
              <p:cNvCxnSpPr/>
              <p:nvPr/>
            </p:nvCxnSpPr>
            <p:spPr>
              <a:xfrm>
                <a:off x="4572010" y="-2244700"/>
                <a:ext cx="0" cy="9144000"/>
              </a:xfrm>
              <a:prstGeom prst="straightConnector1">
                <a:avLst/>
              </a:prstGeom>
              <a:noFill/>
              <a:ln w="9525" cap="flat" cmpd="sng">
                <a:solidFill>
                  <a:schemeClr val="dk2"/>
                </a:solidFill>
                <a:prstDash val="solid"/>
                <a:round/>
                <a:headEnd type="none" w="med" len="med"/>
                <a:tailEnd type="none" w="med" len="med"/>
              </a:ln>
            </p:spPr>
          </p:cxnSp>
          <p:cxnSp>
            <p:nvCxnSpPr>
              <p:cNvPr id="820" name="Google Shape;820;p13"/>
              <p:cNvCxnSpPr/>
              <p:nvPr/>
            </p:nvCxnSpPr>
            <p:spPr>
              <a:xfrm>
                <a:off x="4572010" y="-1755725"/>
                <a:ext cx="0" cy="9144000"/>
              </a:xfrm>
              <a:prstGeom prst="straightConnector1">
                <a:avLst/>
              </a:prstGeom>
              <a:noFill/>
              <a:ln w="9525" cap="flat" cmpd="sng">
                <a:solidFill>
                  <a:schemeClr val="dk2"/>
                </a:solidFill>
                <a:prstDash val="solid"/>
                <a:round/>
                <a:headEnd type="none" w="med" len="med"/>
                <a:tailEnd type="none" w="med" len="med"/>
              </a:ln>
            </p:spPr>
          </p:cxnSp>
          <p:cxnSp>
            <p:nvCxnSpPr>
              <p:cNvPr id="821" name="Google Shape;821;p13"/>
              <p:cNvCxnSpPr/>
              <p:nvPr/>
            </p:nvCxnSpPr>
            <p:spPr>
              <a:xfrm>
                <a:off x="4572010" y="-1266750"/>
                <a:ext cx="0" cy="9144000"/>
              </a:xfrm>
              <a:prstGeom prst="straightConnector1">
                <a:avLst/>
              </a:prstGeom>
              <a:noFill/>
              <a:ln w="9525" cap="flat" cmpd="sng">
                <a:solidFill>
                  <a:schemeClr val="dk2"/>
                </a:solidFill>
                <a:prstDash val="solid"/>
                <a:round/>
                <a:headEnd type="none" w="med" len="med"/>
                <a:tailEnd type="none" w="med" len="med"/>
              </a:ln>
            </p:spPr>
          </p:cxnSp>
          <p:cxnSp>
            <p:nvCxnSpPr>
              <p:cNvPr id="822" name="Google Shape;822;p13"/>
              <p:cNvCxnSpPr/>
              <p:nvPr/>
            </p:nvCxnSpPr>
            <p:spPr>
              <a:xfrm>
                <a:off x="4572010" y="-777775"/>
                <a:ext cx="0" cy="9144000"/>
              </a:xfrm>
              <a:prstGeom prst="straightConnector1">
                <a:avLst/>
              </a:prstGeom>
              <a:noFill/>
              <a:ln w="9525" cap="flat" cmpd="sng">
                <a:solidFill>
                  <a:schemeClr val="dk2"/>
                </a:solidFill>
                <a:prstDash val="solid"/>
                <a:round/>
                <a:headEnd type="none" w="med" len="med"/>
                <a:tailEnd type="none" w="med" len="med"/>
              </a:ln>
            </p:spPr>
          </p:cxnSp>
          <p:cxnSp>
            <p:nvCxnSpPr>
              <p:cNvPr id="823" name="Google Shape;823;p13"/>
              <p:cNvCxnSpPr/>
              <p:nvPr/>
            </p:nvCxnSpPr>
            <p:spPr>
              <a:xfrm>
                <a:off x="4572010" y="-288800"/>
                <a:ext cx="0" cy="9144000"/>
              </a:xfrm>
              <a:prstGeom prst="straightConnector1">
                <a:avLst/>
              </a:prstGeom>
              <a:noFill/>
              <a:ln w="9525" cap="flat" cmpd="sng">
                <a:solidFill>
                  <a:schemeClr val="dk2"/>
                </a:solidFill>
                <a:prstDash val="solid"/>
                <a:round/>
                <a:headEnd type="none" w="med" len="med"/>
                <a:tailEnd type="none" w="med" len="med"/>
              </a:ln>
            </p:spPr>
          </p:cxnSp>
          <p:cxnSp>
            <p:nvCxnSpPr>
              <p:cNvPr id="824" name="Google Shape;824;p13"/>
              <p:cNvCxnSpPr/>
              <p:nvPr/>
            </p:nvCxnSpPr>
            <p:spPr>
              <a:xfrm>
                <a:off x="4572010" y="200175"/>
                <a:ext cx="0" cy="9144000"/>
              </a:xfrm>
              <a:prstGeom prst="straightConnector1">
                <a:avLst/>
              </a:prstGeom>
              <a:noFill/>
              <a:ln w="9525" cap="flat" cmpd="sng">
                <a:solidFill>
                  <a:schemeClr val="dk2"/>
                </a:solidFill>
                <a:prstDash val="solid"/>
                <a:round/>
                <a:headEnd type="none" w="med" len="med"/>
                <a:tailEnd type="none" w="med" len="med"/>
              </a:ln>
            </p:spPr>
          </p:cxnSp>
        </p:grpSp>
        <p:cxnSp>
          <p:nvCxnSpPr>
            <p:cNvPr id="825" name="Google Shape;825;p13"/>
            <p:cNvCxnSpPr/>
            <p:nvPr/>
          </p:nvCxnSpPr>
          <p:spPr>
            <a:xfrm>
              <a:off x="415588" y="-9400"/>
              <a:ext cx="0" cy="5162400"/>
            </a:xfrm>
            <a:prstGeom prst="straightConnector1">
              <a:avLst/>
            </a:prstGeom>
            <a:noFill/>
            <a:ln w="9525" cap="flat" cmpd="sng">
              <a:solidFill>
                <a:schemeClr val="dk2"/>
              </a:solidFill>
              <a:prstDash val="solid"/>
              <a:round/>
              <a:headEnd type="none" w="med" len="med"/>
              <a:tailEnd type="none" w="med" len="med"/>
            </a:ln>
          </p:spPr>
        </p:cxnSp>
        <p:cxnSp>
          <p:nvCxnSpPr>
            <p:cNvPr id="826" name="Google Shape;826;p13"/>
            <p:cNvCxnSpPr/>
            <p:nvPr/>
          </p:nvCxnSpPr>
          <p:spPr>
            <a:xfrm>
              <a:off x="904563" y="-9400"/>
              <a:ext cx="0" cy="5162400"/>
            </a:xfrm>
            <a:prstGeom prst="straightConnector1">
              <a:avLst/>
            </a:prstGeom>
            <a:noFill/>
            <a:ln w="9525" cap="flat" cmpd="sng">
              <a:solidFill>
                <a:schemeClr val="dk2"/>
              </a:solidFill>
              <a:prstDash val="solid"/>
              <a:round/>
              <a:headEnd type="none" w="med" len="med"/>
              <a:tailEnd type="none" w="med" len="med"/>
            </a:ln>
          </p:spPr>
        </p:cxnSp>
        <p:cxnSp>
          <p:nvCxnSpPr>
            <p:cNvPr id="827" name="Google Shape;827;p13"/>
            <p:cNvCxnSpPr/>
            <p:nvPr/>
          </p:nvCxnSpPr>
          <p:spPr>
            <a:xfrm>
              <a:off x="1393538" y="-9400"/>
              <a:ext cx="0" cy="5162400"/>
            </a:xfrm>
            <a:prstGeom prst="straightConnector1">
              <a:avLst/>
            </a:prstGeom>
            <a:noFill/>
            <a:ln w="9525" cap="flat" cmpd="sng">
              <a:solidFill>
                <a:schemeClr val="dk2"/>
              </a:solidFill>
              <a:prstDash val="solid"/>
              <a:round/>
              <a:headEnd type="none" w="med" len="med"/>
              <a:tailEnd type="none" w="med" len="med"/>
            </a:ln>
          </p:spPr>
        </p:cxnSp>
        <p:cxnSp>
          <p:nvCxnSpPr>
            <p:cNvPr id="828" name="Google Shape;828;p13"/>
            <p:cNvCxnSpPr/>
            <p:nvPr/>
          </p:nvCxnSpPr>
          <p:spPr>
            <a:xfrm>
              <a:off x="1882513" y="-9400"/>
              <a:ext cx="0" cy="5162400"/>
            </a:xfrm>
            <a:prstGeom prst="straightConnector1">
              <a:avLst/>
            </a:prstGeom>
            <a:noFill/>
            <a:ln w="9525" cap="flat" cmpd="sng">
              <a:solidFill>
                <a:schemeClr val="dk2"/>
              </a:solidFill>
              <a:prstDash val="solid"/>
              <a:round/>
              <a:headEnd type="none" w="med" len="med"/>
              <a:tailEnd type="none" w="med" len="med"/>
            </a:ln>
          </p:spPr>
        </p:cxnSp>
        <p:cxnSp>
          <p:nvCxnSpPr>
            <p:cNvPr id="829" name="Google Shape;829;p13"/>
            <p:cNvCxnSpPr/>
            <p:nvPr/>
          </p:nvCxnSpPr>
          <p:spPr>
            <a:xfrm>
              <a:off x="2371488" y="-9400"/>
              <a:ext cx="0" cy="5162400"/>
            </a:xfrm>
            <a:prstGeom prst="straightConnector1">
              <a:avLst/>
            </a:prstGeom>
            <a:noFill/>
            <a:ln w="9525" cap="flat" cmpd="sng">
              <a:solidFill>
                <a:schemeClr val="dk2"/>
              </a:solidFill>
              <a:prstDash val="solid"/>
              <a:round/>
              <a:headEnd type="none" w="med" len="med"/>
              <a:tailEnd type="none" w="med" len="med"/>
            </a:ln>
          </p:spPr>
        </p:cxnSp>
        <p:cxnSp>
          <p:nvCxnSpPr>
            <p:cNvPr id="830" name="Google Shape;830;p13"/>
            <p:cNvCxnSpPr/>
            <p:nvPr/>
          </p:nvCxnSpPr>
          <p:spPr>
            <a:xfrm>
              <a:off x="2860463" y="-9400"/>
              <a:ext cx="0" cy="5162400"/>
            </a:xfrm>
            <a:prstGeom prst="straightConnector1">
              <a:avLst/>
            </a:prstGeom>
            <a:noFill/>
            <a:ln w="9525" cap="flat" cmpd="sng">
              <a:solidFill>
                <a:schemeClr val="dk2"/>
              </a:solidFill>
              <a:prstDash val="solid"/>
              <a:round/>
              <a:headEnd type="none" w="med" len="med"/>
              <a:tailEnd type="none" w="med" len="med"/>
            </a:ln>
          </p:spPr>
        </p:cxnSp>
        <p:cxnSp>
          <p:nvCxnSpPr>
            <p:cNvPr id="831" name="Google Shape;831;p13"/>
            <p:cNvCxnSpPr/>
            <p:nvPr/>
          </p:nvCxnSpPr>
          <p:spPr>
            <a:xfrm>
              <a:off x="3349438" y="-9400"/>
              <a:ext cx="0" cy="5162400"/>
            </a:xfrm>
            <a:prstGeom prst="straightConnector1">
              <a:avLst/>
            </a:prstGeom>
            <a:noFill/>
            <a:ln w="9525" cap="flat" cmpd="sng">
              <a:solidFill>
                <a:schemeClr val="dk2"/>
              </a:solidFill>
              <a:prstDash val="solid"/>
              <a:round/>
              <a:headEnd type="none" w="med" len="med"/>
              <a:tailEnd type="none" w="med" len="med"/>
            </a:ln>
          </p:spPr>
        </p:cxnSp>
        <p:cxnSp>
          <p:nvCxnSpPr>
            <p:cNvPr id="832" name="Google Shape;832;p13"/>
            <p:cNvCxnSpPr/>
            <p:nvPr/>
          </p:nvCxnSpPr>
          <p:spPr>
            <a:xfrm>
              <a:off x="3838413" y="-9400"/>
              <a:ext cx="0" cy="5162400"/>
            </a:xfrm>
            <a:prstGeom prst="straightConnector1">
              <a:avLst/>
            </a:prstGeom>
            <a:noFill/>
            <a:ln w="9525" cap="flat" cmpd="sng">
              <a:solidFill>
                <a:schemeClr val="dk2"/>
              </a:solidFill>
              <a:prstDash val="solid"/>
              <a:round/>
              <a:headEnd type="none" w="med" len="med"/>
              <a:tailEnd type="none" w="med" len="med"/>
            </a:ln>
          </p:spPr>
        </p:cxnSp>
        <p:cxnSp>
          <p:nvCxnSpPr>
            <p:cNvPr id="833" name="Google Shape;833;p13"/>
            <p:cNvCxnSpPr/>
            <p:nvPr/>
          </p:nvCxnSpPr>
          <p:spPr>
            <a:xfrm>
              <a:off x="4327388" y="-9400"/>
              <a:ext cx="0" cy="5162400"/>
            </a:xfrm>
            <a:prstGeom prst="straightConnector1">
              <a:avLst/>
            </a:prstGeom>
            <a:noFill/>
            <a:ln w="9525" cap="flat" cmpd="sng">
              <a:solidFill>
                <a:schemeClr val="dk2"/>
              </a:solidFill>
              <a:prstDash val="solid"/>
              <a:round/>
              <a:headEnd type="none" w="med" len="med"/>
              <a:tailEnd type="none" w="med" len="med"/>
            </a:ln>
          </p:spPr>
        </p:cxnSp>
        <p:cxnSp>
          <p:nvCxnSpPr>
            <p:cNvPr id="834" name="Google Shape;834;p13"/>
            <p:cNvCxnSpPr/>
            <p:nvPr/>
          </p:nvCxnSpPr>
          <p:spPr>
            <a:xfrm>
              <a:off x="4816363" y="-9400"/>
              <a:ext cx="0" cy="5162400"/>
            </a:xfrm>
            <a:prstGeom prst="straightConnector1">
              <a:avLst/>
            </a:prstGeom>
            <a:noFill/>
            <a:ln w="9525" cap="flat" cmpd="sng">
              <a:solidFill>
                <a:schemeClr val="dk2"/>
              </a:solidFill>
              <a:prstDash val="solid"/>
              <a:round/>
              <a:headEnd type="none" w="med" len="med"/>
              <a:tailEnd type="none" w="med" len="med"/>
            </a:ln>
          </p:spPr>
        </p:cxnSp>
        <p:cxnSp>
          <p:nvCxnSpPr>
            <p:cNvPr id="835" name="Google Shape;835;p13"/>
            <p:cNvCxnSpPr/>
            <p:nvPr/>
          </p:nvCxnSpPr>
          <p:spPr>
            <a:xfrm>
              <a:off x="5305338" y="-9400"/>
              <a:ext cx="0" cy="5162400"/>
            </a:xfrm>
            <a:prstGeom prst="straightConnector1">
              <a:avLst/>
            </a:prstGeom>
            <a:noFill/>
            <a:ln w="9525" cap="flat" cmpd="sng">
              <a:solidFill>
                <a:schemeClr val="dk2"/>
              </a:solidFill>
              <a:prstDash val="solid"/>
              <a:round/>
              <a:headEnd type="none" w="med" len="med"/>
              <a:tailEnd type="none" w="med" len="med"/>
            </a:ln>
          </p:spPr>
        </p:cxnSp>
        <p:cxnSp>
          <p:nvCxnSpPr>
            <p:cNvPr id="836" name="Google Shape;836;p13"/>
            <p:cNvCxnSpPr/>
            <p:nvPr/>
          </p:nvCxnSpPr>
          <p:spPr>
            <a:xfrm>
              <a:off x="5794313" y="-9400"/>
              <a:ext cx="0" cy="5162400"/>
            </a:xfrm>
            <a:prstGeom prst="straightConnector1">
              <a:avLst/>
            </a:prstGeom>
            <a:noFill/>
            <a:ln w="9525" cap="flat" cmpd="sng">
              <a:solidFill>
                <a:schemeClr val="dk2"/>
              </a:solidFill>
              <a:prstDash val="solid"/>
              <a:round/>
              <a:headEnd type="none" w="med" len="med"/>
              <a:tailEnd type="none" w="med" len="med"/>
            </a:ln>
          </p:spPr>
        </p:cxnSp>
        <p:cxnSp>
          <p:nvCxnSpPr>
            <p:cNvPr id="837" name="Google Shape;837;p13"/>
            <p:cNvCxnSpPr/>
            <p:nvPr/>
          </p:nvCxnSpPr>
          <p:spPr>
            <a:xfrm>
              <a:off x="6283288" y="-9400"/>
              <a:ext cx="0" cy="5162400"/>
            </a:xfrm>
            <a:prstGeom prst="straightConnector1">
              <a:avLst/>
            </a:prstGeom>
            <a:noFill/>
            <a:ln w="9525" cap="flat" cmpd="sng">
              <a:solidFill>
                <a:schemeClr val="dk2"/>
              </a:solidFill>
              <a:prstDash val="solid"/>
              <a:round/>
              <a:headEnd type="none" w="med" len="med"/>
              <a:tailEnd type="none" w="med" len="med"/>
            </a:ln>
          </p:spPr>
        </p:cxnSp>
        <p:cxnSp>
          <p:nvCxnSpPr>
            <p:cNvPr id="838" name="Google Shape;838;p13"/>
            <p:cNvCxnSpPr/>
            <p:nvPr/>
          </p:nvCxnSpPr>
          <p:spPr>
            <a:xfrm>
              <a:off x="6772263" y="-9400"/>
              <a:ext cx="0" cy="5162400"/>
            </a:xfrm>
            <a:prstGeom prst="straightConnector1">
              <a:avLst/>
            </a:prstGeom>
            <a:noFill/>
            <a:ln w="9525" cap="flat" cmpd="sng">
              <a:solidFill>
                <a:schemeClr val="dk2"/>
              </a:solidFill>
              <a:prstDash val="solid"/>
              <a:round/>
              <a:headEnd type="none" w="med" len="med"/>
              <a:tailEnd type="none" w="med" len="med"/>
            </a:ln>
          </p:spPr>
        </p:cxnSp>
        <p:cxnSp>
          <p:nvCxnSpPr>
            <p:cNvPr id="839" name="Google Shape;839;p13"/>
            <p:cNvCxnSpPr/>
            <p:nvPr/>
          </p:nvCxnSpPr>
          <p:spPr>
            <a:xfrm>
              <a:off x="7261238" y="-9400"/>
              <a:ext cx="0" cy="5162400"/>
            </a:xfrm>
            <a:prstGeom prst="straightConnector1">
              <a:avLst/>
            </a:prstGeom>
            <a:noFill/>
            <a:ln w="9525" cap="flat" cmpd="sng">
              <a:solidFill>
                <a:schemeClr val="dk2"/>
              </a:solidFill>
              <a:prstDash val="solid"/>
              <a:round/>
              <a:headEnd type="none" w="med" len="med"/>
              <a:tailEnd type="none" w="med" len="med"/>
            </a:ln>
          </p:spPr>
        </p:cxnSp>
        <p:cxnSp>
          <p:nvCxnSpPr>
            <p:cNvPr id="840" name="Google Shape;840;p13"/>
            <p:cNvCxnSpPr/>
            <p:nvPr/>
          </p:nvCxnSpPr>
          <p:spPr>
            <a:xfrm>
              <a:off x="7750213" y="-9400"/>
              <a:ext cx="0" cy="5162400"/>
            </a:xfrm>
            <a:prstGeom prst="straightConnector1">
              <a:avLst/>
            </a:prstGeom>
            <a:noFill/>
            <a:ln w="9525" cap="flat" cmpd="sng">
              <a:solidFill>
                <a:schemeClr val="dk2"/>
              </a:solidFill>
              <a:prstDash val="solid"/>
              <a:round/>
              <a:headEnd type="none" w="med" len="med"/>
              <a:tailEnd type="none" w="med" len="med"/>
            </a:ln>
          </p:spPr>
        </p:cxnSp>
        <p:cxnSp>
          <p:nvCxnSpPr>
            <p:cNvPr id="841" name="Google Shape;841;p13"/>
            <p:cNvCxnSpPr/>
            <p:nvPr/>
          </p:nvCxnSpPr>
          <p:spPr>
            <a:xfrm>
              <a:off x="8239188" y="-9400"/>
              <a:ext cx="0" cy="5162400"/>
            </a:xfrm>
            <a:prstGeom prst="straightConnector1">
              <a:avLst/>
            </a:prstGeom>
            <a:noFill/>
            <a:ln w="9525" cap="flat" cmpd="sng">
              <a:solidFill>
                <a:schemeClr val="dk2"/>
              </a:solidFill>
              <a:prstDash val="solid"/>
              <a:round/>
              <a:headEnd type="none" w="med" len="med"/>
              <a:tailEnd type="none" w="med" len="med"/>
            </a:ln>
          </p:spPr>
        </p:cxnSp>
        <p:cxnSp>
          <p:nvCxnSpPr>
            <p:cNvPr id="842" name="Google Shape;842;p13"/>
            <p:cNvCxnSpPr/>
            <p:nvPr/>
          </p:nvCxnSpPr>
          <p:spPr>
            <a:xfrm>
              <a:off x="8728163" y="-9400"/>
              <a:ext cx="0" cy="5162400"/>
            </a:xfrm>
            <a:prstGeom prst="straightConnector1">
              <a:avLst/>
            </a:prstGeom>
            <a:noFill/>
            <a:ln w="9525" cap="flat" cmpd="sng">
              <a:solidFill>
                <a:schemeClr val="dk2"/>
              </a:solidFill>
              <a:prstDash val="solid"/>
              <a:round/>
              <a:headEnd type="none" w="med" len="med"/>
              <a:tailEnd type="none" w="med" len="med"/>
            </a:ln>
          </p:spPr>
        </p:cxnSp>
      </p:grpSp>
      <p:grpSp>
        <p:nvGrpSpPr>
          <p:cNvPr id="843" name="Google Shape;843;p13"/>
          <p:cNvGrpSpPr/>
          <p:nvPr/>
        </p:nvGrpSpPr>
        <p:grpSpPr>
          <a:xfrm>
            <a:off x="-185282" y="395900"/>
            <a:ext cx="600900" cy="4351800"/>
            <a:chOff x="-185282" y="395900"/>
            <a:chExt cx="600900" cy="4351800"/>
          </a:xfrm>
        </p:grpSpPr>
        <p:sp>
          <p:nvSpPr>
            <p:cNvPr id="844" name="Google Shape;844;p13"/>
            <p:cNvSpPr/>
            <p:nvPr/>
          </p:nvSpPr>
          <p:spPr>
            <a:xfrm flipH="1">
              <a:off x="-185282" y="395900"/>
              <a:ext cx="600900" cy="4351800"/>
            </a:xfrm>
            <a:prstGeom prst="rect">
              <a:avLst/>
            </a:prstGeom>
            <a:solidFill>
              <a:srgbClr val="FBF7ED"/>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845" name="Google Shape;845;p13"/>
            <p:cNvCxnSpPr/>
            <p:nvPr/>
          </p:nvCxnSpPr>
          <p:spPr>
            <a:xfrm>
              <a:off x="-174000" y="736625"/>
              <a:ext cx="579300" cy="0"/>
            </a:xfrm>
            <a:prstGeom prst="straightConnector1">
              <a:avLst/>
            </a:prstGeom>
            <a:noFill/>
            <a:ln w="19050" cap="flat" cmpd="sng">
              <a:solidFill>
                <a:srgbClr val="F0EBDF"/>
              </a:solidFill>
              <a:prstDash val="solid"/>
              <a:round/>
              <a:headEnd type="none" w="med" len="med"/>
              <a:tailEnd type="none" w="med" len="med"/>
            </a:ln>
          </p:spPr>
        </p:cxnSp>
        <p:cxnSp>
          <p:nvCxnSpPr>
            <p:cNvPr id="846" name="Google Shape;846;p13"/>
            <p:cNvCxnSpPr/>
            <p:nvPr/>
          </p:nvCxnSpPr>
          <p:spPr>
            <a:xfrm>
              <a:off x="-174000" y="1070259"/>
              <a:ext cx="579300" cy="0"/>
            </a:xfrm>
            <a:prstGeom prst="straightConnector1">
              <a:avLst/>
            </a:prstGeom>
            <a:noFill/>
            <a:ln w="19050" cap="flat" cmpd="sng">
              <a:solidFill>
                <a:srgbClr val="F0EBDF"/>
              </a:solidFill>
              <a:prstDash val="solid"/>
              <a:round/>
              <a:headEnd type="none" w="med" len="med"/>
              <a:tailEnd type="none" w="med" len="med"/>
            </a:ln>
          </p:spPr>
        </p:cxnSp>
        <p:cxnSp>
          <p:nvCxnSpPr>
            <p:cNvPr id="847" name="Google Shape;847;p13"/>
            <p:cNvCxnSpPr/>
            <p:nvPr/>
          </p:nvCxnSpPr>
          <p:spPr>
            <a:xfrm>
              <a:off x="-174000" y="1403893"/>
              <a:ext cx="579300" cy="0"/>
            </a:xfrm>
            <a:prstGeom prst="straightConnector1">
              <a:avLst/>
            </a:prstGeom>
            <a:noFill/>
            <a:ln w="19050" cap="flat" cmpd="sng">
              <a:solidFill>
                <a:srgbClr val="F0EBDF"/>
              </a:solidFill>
              <a:prstDash val="solid"/>
              <a:round/>
              <a:headEnd type="none" w="med" len="med"/>
              <a:tailEnd type="none" w="med" len="med"/>
            </a:ln>
          </p:spPr>
        </p:cxnSp>
        <p:cxnSp>
          <p:nvCxnSpPr>
            <p:cNvPr id="848" name="Google Shape;848;p13"/>
            <p:cNvCxnSpPr/>
            <p:nvPr/>
          </p:nvCxnSpPr>
          <p:spPr>
            <a:xfrm>
              <a:off x="-174000" y="1737527"/>
              <a:ext cx="579300" cy="0"/>
            </a:xfrm>
            <a:prstGeom prst="straightConnector1">
              <a:avLst/>
            </a:prstGeom>
            <a:noFill/>
            <a:ln w="19050" cap="flat" cmpd="sng">
              <a:solidFill>
                <a:srgbClr val="F0EBDF"/>
              </a:solidFill>
              <a:prstDash val="solid"/>
              <a:round/>
              <a:headEnd type="none" w="med" len="med"/>
              <a:tailEnd type="none" w="med" len="med"/>
            </a:ln>
          </p:spPr>
        </p:cxnSp>
        <p:cxnSp>
          <p:nvCxnSpPr>
            <p:cNvPr id="849" name="Google Shape;849;p13"/>
            <p:cNvCxnSpPr/>
            <p:nvPr/>
          </p:nvCxnSpPr>
          <p:spPr>
            <a:xfrm>
              <a:off x="-174000" y="2071161"/>
              <a:ext cx="579300" cy="0"/>
            </a:xfrm>
            <a:prstGeom prst="straightConnector1">
              <a:avLst/>
            </a:prstGeom>
            <a:noFill/>
            <a:ln w="19050" cap="flat" cmpd="sng">
              <a:solidFill>
                <a:srgbClr val="F0EBDF"/>
              </a:solidFill>
              <a:prstDash val="solid"/>
              <a:round/>
              <a:headEnd type="none" w="med" len="med"/>
              <a:tailEnd type="none" w="med" len="med"/>
            </a:ln>
          </p:spPr>
        </p:cxnSp>
        <p:cxnSp>
          <p:nvCxnSpPr>
            <p:cNvPr id="850" name="Google Shape;850;p13"/>
            <p:cNvCxnSpPr/>
            <p:nvPr/>
          </p:nvCxnSpPr>
          <p:spPr>
            <a:xfrm>
              <a:off x="-174000" y="2404795"/>
              <a:ext cx="579300" cy="0"/>
            </a:xfrm>
            <a:prstGeom prst="straightConnector1">
              <a:avLst/>
            </a:prstGeom>
            <a:noFill/>
            <a:ln w="19050" cap="flat" cmpd="sng">
              <a:solidFill>
                <a:srgbClr val="F0EBDF"/>
              </a:solidFill>
              <a:prstDash val="solid"/>
              <a:round/>
              <a:headEnd type="none" w="med" len="med"/>
              <a:tailEnd type="none" w="med" len="med"/>
            </a:ln>
          </p:spPr>
        </p:cxnSp>
        <p:cxnSp>
          <p:nvCxnSpPr>
            <p:cNvPr id="851" name="Google Shape;851;p13"/>
            <p:cNvCxnSpPr/>
            <p:nvPr/>
          </p:nvCxnSpPr>
          <p:spPr>
            <a:xfrm>
              <a:off x="-174000" y="2738430"/>
              <a:ext cx="579300" cy="0"/>
            </a:xfrm>
            <a:prstGeom prst="straightConnector1">
              <a:avLst/>
            </a:prstGeom>
            <a:noFill/>
            <a:ln w="19050" cap="flat" cmpd="sng">
              <a:solidFill>
                <a:srgbClr val="F0EBDF"/>
              </a:solidFill>
              <a:prstDash val="solid"/>
              <a:round/>
              <a:headEnd type="none" w="med" len="med"/>
              <a:tailEnd type="none" w="med" len="med"/>
            </a:ln>
          </p:spPr>
        </p:cxnSp>
        <p:cxnSp>
          <p:nvCxnSpPr>
            <p:cNvPr id="852" name="Google Shape;852;p13"/>
            <p:cNvCxnSpPr/>
            <p:nvPr/>
          </p:nvCxnSpPr>
          <p:spPr>
            <a:xfrm>
              <a:off x="-174000" y="3739332"/>
              <a:ext cx="579300" cy="0"/>
            </a:xfrm>
            <a:prstGeom prst="straightConnector1">
              <a:avLst/>
            </a:prstGeom>
            <a:noFill/>
            <a:ln w="19050" cap="flat" cmpd="sng">
              <a:solidFill>
                <a:srgbClr val="F0EBDF"/>
              </a:solidFill>
              <a:prstDash val="solid"/>
              <a:round/>
              <a:headEnd type="none" w="med" len="med"/>
              <a:tailEnd type="none" w="med" len="med"/>
            </a:ln>
          </p:spPr>
        </p:cxnSp>
        <p:cxnSp>
          <p:nvCxnSpPr>
            <p:cNvPr id="853" name="Google Shape;853;p13"/>
            <p:cNvCxnSpPr/>
            <p:nvPr/>
          </p:nvCxnSpPr>
          <p:spPr>
            <a:xfrm>
              <a:off x="-174000" y="3405698"/>
              <a:ext cx="579300" cy="0"/>
            </a:xfrm>
            <a:prstGeom prst="straightConnector1">
              <a:avLst/>
            </a:prstGeom>
            <a:noFill/>
            <a:ln w="19050" cap="flat" cmpd="sng">
              <a:solidFill>
                <a:srgbClr val="F0EBDF"/>
              </a:solidFill>
              <a:prstDash val="solid"/>
              <a:round/>
              <a:headEnd type="none" w="med" len="med"/>
              <a:tailEnd type="none" w="med" len="med"/>
            </a:ln>
          </p:spPr>
        </p:cxnSp>
        <p:cxnSp>
          <p:nvCxnSpPr>
            <p:cNvPr id="854" name="Google Shape;854;p13"/>
            <p:cNvCxnSpPr/>
            <p:nvPr/>
          </p:nvCxnSpPr>
          <p:spPr>
            <a:xfrm>
              <a:off x="-174000" y="3072064"/>
              <a:ext cx="579300" cy="0"/>
            </a:xfrm>
            <a:prstGeom prst="straightConnector1">
              <a:avLst/>
            </a:prstGeom>
            <a:noFill/>
            <a:ln w="19050" cap="flat" cmpd="sng">
              <a:solidFill>
                <a:srgbClr val="F0EBDF"/>
              </a:solidFill>
              <a:prstDash val="solid"/>
              <a:round/>
              <a:headEnd type="none" w="med" len="med"/>
              <a:tailEnd type="none" w="med" len="med"/>
            </a:ln>
          </p:spPr>
        </p:cxnSp>
        <p:cxnSp>
          <p:nvCxnSpPr>
            <p:cNvPr id="855" name="Google Shape;855;p13"/>
            <p:cNvCxnSpPr/>
            <p:nvPr/>
          </p:nvCxnSpPr>
          <p:spPr>
            <a:xfrm>
              <a:off x="-174000" y="4072966"/>
              <a:ext cx="579300" cy="0"/>
            </a:xfrm>
            <a:prstGeom prst="straightConnector1">
              <a:avLst/>
            </a:prstGeom>
            <a:noFill/>
            <a:ln w="19050" cap="flat" cmpd="sng">
              <a:solidFill>
                <a:srgbClr val="F0EBDF"/>
              </a:solidFill>
              <a:prstDash val="solid"/>
              <a:round/>
              <a:headEnd type="none" w="med" len="med"/>
              <a:tailEnd type="none" w="med" len="med"/>
            </a:ln>
          </p:spPr>
        </p:cxnSp>
        <p:cxnSp>
          <p:nvCxnSpPr>
            <p:cNvPr id="856" name="Google Shape;856;p13"/>
            <p:cNvCxnSpPr/>
            <p:nvPr/>
          </p:nvCxnSpPr>
          <p:spPr>
            <a:xfrm>
              <a:off x="-174000" y="4406600"/>
              <a:ext cx="579300" cy="0"/>
            </a:xfrm>
            <a:prstGeom prst="straightConnector1">
              <a:avLst/>
            </a:prstGeom>
            <a:noFill/>
            <a:ln w="19050" cap="flat" cmpd="sng">
              <a:solidFill>
                <a:srgbClr val="F0EBDF"/>
              </a:solidFill>
              <a:prstDash val="solid"/>
              <a:round/>
              <a:headEnd type="none" w="med" len="med"/>
              <a:tailEnd type="none" w="med" len="med"/>
            </a:ln>
          </p:spPr>
        </p:cxnSp>
        <p:sp>
          <p:nvSpPr>
            <p:cNvPr id="857" name="Google Shape;857;p13"/>
            <p:cNvSpPr/>
            <p:nvPr/>
          </p:nvSpPr>
          <p:spPr>
            <a:xfrm flipH="1">
              <a:off x="136538" y="816775"/>
              <a:ext cx="165900" cy="1659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8" name="Google Shape;858;p13"/>
            <p:cNvSpPr/>
            <p:nvPr/>
          </p:nvSpPr>
          <p:spPr>
            <a:xfrm flipH="1">
              <a:off x="136538" y="1487737"/>
              <a:ext cx="165900" cy="1659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9" name="Google Shape;859;p13"/>
            <p:cNvSpPr/>
            <p:nvPr/>
          </p:nvSpPr>
          <p:spPr>
            <a:xfrm flipH="1">
              <a:off x="136538" y="2155025"/>
              <a:ext cx="165900" cy="1659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0" name="Google Shape;860;p13"/>
            <p:cNvSpPr/>
            <p:nvPr/>
          </p:nvSpPr>
          <p:spPr>
            <a:xfrm flipH="1">
              <a:off x="136538" y="2822287"/>
              <a:ext cx="165900" cy="1659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1" name="Google Shape;861;p13"/>
            <p:cNvSpPr/>
            <p:nvPr/>
          </p:nvSpPr>
          <p:spPr>
            <a:xfrm flipH="1">
              <a:off x="136538" y="3489562"/>
              <a:ext cx="165900" cy="1659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2" name="Google Shape;862;p13"/>
            <p:cNvSpPr/>
            <p:nvPr/>
          </p:nvSpPr>
          <p:spPr>
            <a:xfrm flipH="1">
              <a:off x="136538" y="4156825"/>
              <a:ext cx="165900" cy="1659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63" name="Google Shape;863;p13"/>
          <p:cNvGrpSpPr/>
          <p:nvPr/>
        </p:nvGrpSpPr>
        <p:grpSpPr>
          <a:xfrm>
            <a:off x="504792" y="395741"/>
            <a:ext cx="8134200" cy="4351800"/>
            <a:chOff x="504792" y="395741"/>
            <a:chExt cx="8134200" cy="4351800"/>
          </a:xfrm>
        </p:grpSpPr>
        <p:sp>
          <p:nvSpPr>
            <p:cNvPr id="864" name="Google Shape;864;p13"/>
            <p:cNvSpPr/>
            <p:nvPr/>
          </p:nvSpPr>
          <p:spPr>
            <a:xfrm>
              <a:off x="504792" y="395741"/>
              <a:ext cx="8134200" cy="4351800"/>
            </a:xfrm>
            <a:prstGeom prst="rect">
              <a:avLst/>
            </a:prstGeom>
            <a:solidFill>
              <a:srgbClr val="FBF7ED"/>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865" name="Google Shape;865;p13"/>
            <p:cNvCxnSpPr/>
            <p:nvPr/>
          </p:nvCxnSpPr>
          <p:spPr>
            <a:xfrm rot="10800000">
              <a:off x="517425" y="736450"/>
              <a:ext cx="8112000" cy="0"/>
            </a:xfrm>
            <a:prstGeom prst="straightConnector1">
              <a:avLst/>
            </a:prstGeom>
            <a:noFill/>
            <a:ln w="19050" cap="flat" cmpd="sng">
              <a:solidFill>
                <a:srgbClr val="F0EBDF"/>
              </a:solidFill>
              <a:prstDash val="solid"/>
              <a:round/>
              <a:headEnd type="none" w="med" len="med"/>
              <a:tailEnd type="none" w="med" len="med"/>
            </a:ln>
          </p:spPr>
        </p:cxnSp>
        <p:cxnSp>
          <p:nvCxnSpPr>
            <p:cNvPr id="866" name="Google Shape;866;p13"/>
            <p:cNvCxnSpPr/>
            <p:nvPr/>
          </p:nvCxnSpPr>
          <p:spPr>
            <a:xfrm rot="10800000">
              <a:off x="517425" y="1070084"/>
              <a:ext cx="8112000" cy="0"/>
            </a:xfrm>
            <a:prstGeom prst="straightConnector1">
              <a:avLst/>
            </a:prstGeom>
            <a:noFill/>
            <a:ln w="19050" cap="flat" cmpd="sng">
              <a:solidFill>
                <a:srgbClr val="F0EBDF"/>
              </a:solidFill>
              <a:prstDash val="solid"/>
              <a:round/>
              <a:headEnd type="none" w="med" len="med"/>
              <a:tailEnd type="none" w="med" len="med"/>
            </a:ln>
          </p:spPr>
        </p:cxnSp>
        <p:cxnSp>
          <p:nvCxnSpPr>
            <p:cNvPr id="867" name="Google Shape;867;p13"/>
            <p:cNvCxnSpPr/>
            <p:nvPr/>
          </p:nvCxnSpPr>
          <p:spPr>
            <a:xfrm rot="10800000">
              <a:off x="517425" y="1403718"/>
              <a:ext cx="8112000" cy="0"/>
            </a:xfrm>
            <a:prstGeom prst="straightConnector1">
              <a:avLst/>
            </a:prstGeom>
            <a:noFill/>
            <a:ln w="19050" cap="flat" cmpd="sng">
              <a:solidFill>
                <a:srgbClr val="F0EBDF"/>
              </a:solidFill>
              <a:prstDash val="solid"/>
              <a:round/>
              <a:headEnd type="none" w="med" len="med"/>
              <a:tailEnd type="none" w="med" len="med"/>
            </a:ln>
          </p:spPr>
        </p:cxnSp>
        <p:cxnSp>
          <p:nvCxnSpPr>
            <p:cNvPr id="868" name="Google Shape;868;p13"/>
            <p:cNvCxnSpPr/>
            <p:nvPr/>
          </p:nvCxnSpPr>
          <p:spPr>
            <a:xfrm rot="10800000">
              <a:off x="517425" y="1737352"/>
              <a:ext cx="8112000" cy="0"/>
            </a:xfrm>
            <a:prstGeom prst="straightConnector1">
              <a:avLst/>
            </a:prstGeom>
            <a:noFill/>
            <a:ln w="19050" cap="flat" cmpd="sng">
              <a:solidFill>
                <a:srgbClr val="F0EBDF"/>
              </a:solidFill>
              <a:prstDash val="solid"/>
              <a:round/>
              <a:headEnd type="none" w="med" len="med"/>
              <a:tailEnd type="none" w="med" len="med"/>
            </a:ln>
          </p:spPr>
        </p:cxnSp>
        <p:cxnSp>
          <p:nvCxnSpPr>
            <p:cNvPr id="869" name="Google Shape;869;p13"/>
            <p:cNvCxnSpPr/>
            <p:nvPr/>
          </p:nvCxnSpPr>
          <p:spPr>
            <a:xfrm rot="10800000">
              <a:off x="517425" y="2070986"/>
              <a:ext cx="8112000" cy="0"/>
            </a:xfrm>
            <a:prstGeom prst="straightConnector1">
              <a:avLst/>
            </a:prstGeom>
            <a:noFill/>
            <a:ln w="19050" cap="flat" cmpd="sng">
              <a:solidFill>
                <a:srgbClr val="F0EBDF"/>
              </a:solidFill>
              <a:prstDash val="solid"/>
              <a:round/>
              <a:headEnd type="none" w="med" len="med"/>
              <a:tailEnd type="none" w="med" len="med"/>
            </a:ln>
          </p:spPr>
        </p:cxnSp>
        <p:cxnSp>
          <p:nvCxnSpPr>
            <p:cNvPr id="870" name="Google Shape;870;p13"/>
            <p:cNvCxnSpPr/>
            <p:nvPr/>
          </p:nvCxnSpPr>
          <p:spPr>
            <a:xfrm rot="10800000">
              <a:off x="517425" y="2404620"/>
              <a:ext cx="8112000" cy="0"/>
            </a:xfrm>
            <a:prstGeom prst="straightConnector1">
              <a:avLst/>
            </a:prstGeom>
            <a:noFill/>
            <a:ln w="19050" cap="flat" cmpd="sng">
              <a:solidFill>
                <a:srgbClr val="F0EBDF"/>
              </a:solidFill>
              <a:prstDash val="solid"/>
              <a:round/>
              <a:headEnd type="none" w="med" len="med"/>
              <a:tailEnd type="none" w="med" len="med"/>
            </a:ln>
          </p:spPr>
        </p:cxnSp>
        <p:cxnSp>
          <p:nvCxnSpPr>
            <p:cNvPr id="871" name="Google Shape;871;p13"/>
            <p:cNvCxnSpPr/>
            <p:nvPr/>
          </p:nvCxnSpPr>
          <p:spPr>
            <a:xfrm rot="10800000">
              <a:off x="517425" y="2738255"/>
              <a:ext cx="8112000" cy="0"/>
            </a:xfrm>
            <a:prstGeom prst="straightConnector1">
              <a:avLst/>
            </a:prstGeom>
            <a:noFill/>
            <a:ln w="19050" cap="flat" cmpd="sng">
              <a:solidFill>
                <a:srgbClr val="F0EBDF"/>
              </a:solidFill>
              <a:prstDash val="solid"/>
              <a:round/>
              <a:headEnd type="none" w="med" len="med"/>
              <a:tailEnd type="none" w="med" len="med"/>
            </a:ln>
          </p:spPr>
        </p:cxnSp>
        <p:cxnSp>
          <p:nvCxnSpPr>
            <p:cNvPr id="872" name="Google Shape;872;p13"/>
            <p:cNvCxnSpPr/>
            <p:nvPr/>
          </p:nvCxnSpPr>
          <p:spPr>
            <a:xfrm rot="10800000">
              <a:off x="517425" y="3739157"/>
              <a:ext cx="8112000" cy="0"/>
            </a:xfrm>
            <a:prstGeom prst="straightConnector1">
              <a:avLst/>
            </a:prstGeom>
            <a:noFill/>
            <a:ln w="19050" cap="flat" cmpd="sng">
              <a:solidFill>
                <a:srgbClr val="F0EBDF"/>
              </a:solidFill>
              <a:prstDash val="solid"/>
              <a:round/>
              <a:headEnd type="none" w="med" len="med"/>
              <a:tailEnd type="none" w="med" len="med"/>
            </a:ln>
          </p:spPr>
        </p:cxnSp>
        <p:cxnSp>
          <p:nvCxnSpPr>
            <p:cNvPr id="873" name="Google Shape;873;p13"/>
            <p:cNvCxnSpPr/>
            <p:nvPr/>
          </p:nvCxnSpPr>
          <p:spPr>
            <a:xfrm rot="10800000">
              <a:off x="517425" y="3405523"/>
              <a:ext cx="8112000" cy="0"/>
            </a:xfrm>
            <a:prstGeom prst="straightConnector1">
              <a:avLst/>
            </a:prstGeom>
            <a:noFill/>
            <a:ln w="19050" cap="flat" cmpd="sng">
              <a:solidFill>
                <a:srgbClr val="F0EBDF"/>
              </a:solidFill>
              <a:prstDash val="solid"/>
              <a:round/>
              <a:headEnd type="none" w="med" len="med"/>
              <a:tailEnd type="none" w="med" len="med"/>
            </a:ln>
          </p:spPr>
        </p:cxnSp>
        <p:cxnSp>
          <p:nvCxnSpPr>
            <p:cNvPr id="874" name="Google Shape;874;p13"/>
            <p:cNvCxnSpPr/>
            <p:nvPr/>
          </p:nvCxnSpPr>
          <p:spPr>
            <a:xfrm rot="10800000">
              <a:off x="517425" y="3071889"/>
              <a:ext cx="8112000" cy="0"/>
            </a:xfrm>
            <a:prstGeom prst="straightConnector1">
              <a:avLst/>
            </a:prstGeom>
            <a:noFill/>
            <a:ln w="19050" cap="flat" cmpd="sng">
              <a:solidFill>
                <a:srgbClr val="F0EBDF"/>
              </a:solidFill>
              <a:prstDash val="solid"/>
              <a:round/>
              <a:headEnd type="none" w="med" len="med"/>
              <a:tailEnd type="none" w="med" len="med"/>
            </a:ln>
          </p:spPr>
        </p:cxnSp>
        <p:cxnSp>
          <p:nvCxnSpPr>
            <p:cNvPr id="875" name="Google Shape;875;p13"/>
            <p:cNvCxnSpPr/>
            <p:nvPr/>
          </p:nvCxnSpPr>
          <p:spPr>
            <a:xfrm rot="10800000">
              <a:off x="517425" y="4072791"/>
              <a:ext cx="8112000" cy="0"/>
            </a:xfrm>
            <a:prstGeom prst="straightConnector1">
              <a:avLst/>
            </a:prstGeom>
            <a:noFill/>
            <a:ln w="19050" cap="flat" cmpd="sng">
              <a:solidFill>
                <a:srgbClr val="F0EBDF"/>
              </a:solidFill>
              <a:prstDash val="solid"/>
              <a:round/>
              <a:headEnd type="none" w="med" len="med"/>
              <a:tailEnd type="none" w="med" len="med"/>
            </a:ln>
          </p:spPr>
        </p:cxnSp>
        <p:cxnSp>
          <p:nvCxnSpPr>
            <p:cNvPr id="876" name="Google Shape;876;p13"/>
            <p:cNvCxnSpPr/>
            <p:nvPr/>
          </p:nvCxnSpPr>
          <p:spPr>
            <a:xfrm rot="10800000">
              <a:off x="517425" y="4406425"/>
              <a:ext cx="8112000" cy="0"/>
            </a:xfrm>
            <a:prstGeom prst="straightConnector1">
              <a:avLst/>
            </a:prstGeom>
            <a:noFill/>
            <a:ln w="19050" cap="flat" cmpd="sng">
              <a:solidFill>
                <a:srgbClr val="F0EBDF"/>
              </a:solidFill>
              <a:prstDash val="solid"/>
              <a:round/>
              <a:headEnd type="none" w="med" len="med"/>
              <a:tailEnd type="none" w="med" len="med"/>
            </a:ln>
          </p:spPr>
        </p:cxnSp>
        <p:cxnSp>
          <p:nvCxnSpPr>
            <p:cNvPr id="877" name="Google Shape;877;p13"/>
            <p:cNvCxnSpPr/>
            <p:nvPr/>
          </p:nvCxnSpPr>
          <p:spPr>
            <a:xfrm>
              <a:off x="900099" y="403173"/>
              <a:ext cx="0" cy="4336800"/>
            </a:xfrm>
            <a:prstGeom prst="straightConnector1">
              <a:avLst/>
            </a:prstGeom>
            <a:noFill/>
            <a:ln w="19050" cap="flat" cmpd="sng">
              <a:solidFill>
                <a:schemeClr val="lt1"/>
              </a:solidFill>
              <a:prstDash val="solid"/>
              <a:round/>
              <a:headEnd type="none" w="med" len="med"/>
              <a:tailEnd type="none" w="med" len="med"/>
            </a:ln>
          </p:spPr>
        </p:cxnSp>
        <p:sp>
          <p:nvSpPr>
            <p:cNvPr id="878" name="Google Shape;878;p13"/>
            <p:cNvSpPr/>
            <p:nvPr/>
          </p:nvSpPr>
          <p:spPr>
            <a:xfrm>
              <a:off x="617972" y="816625"/>
              <a:ext cx="165900" cy="1659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9" name="Google Shape;879;p13"/>
            <p:cNvSpPr/>
            <p:nvPr/>
          </p:nvSpPr>
          <p:spPr>
            <a:xfrm>
              <a:off x="617972" y="1487587"/>
              <a:ext cx="165900" cy="1659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0" name="Google Shape;880;p13"/>
            <p:cNvSpPr/>
            <p:nvPr/>
          </p:nvSpPr>
          <p:spPr>
            <a:xfrm>
              <a:off x="617972" y="2154875"/>
              <a:ext cx="165900" cy="1659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1" name="Google Shape;881;p13"/>
            <p:cNvSpPr/>
            <p:nvPr/>
          </p:nvSpPr>
          <p:spPr>
            <a:xfrm>
              <a:off x="617972" y="2822137"/>
              <a:ext cx="165900" cy="1659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2" name="Google Shape;882;p13"/>
            <p:cNvSpPr/>
            <p:nvPr/>
          </p:nvSpPr>
          <p:spPr>
            <a:xfrm>
              <a:off x="617972" y="3489412"/>
              <a:ext cx="165900" cy="1659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3" name="Google Shape;883;p13"/>
            <p:cNvSpPr/>
            <p:nvPr/>
          </p:nvSpPr>
          <p:spPr>
            <a:xfrm>
              <a:off x="617972" y="4156675"/>
              <a:ext cx="165900" cy="1659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84" name="Google Shape;884;p13"/>
          <p:cNvSpPr txBox="1">
            <a:spLocks noGrp="1"/>
          </p:cNvSpPr>
          <p:nvPr>
            <p:ph type="title"/>
          </p:nvPr>
        </p:nvSpPr>
        <p:spPr>
          <a:xfrm>
            <a:off x="2030174" y="1454250"/>
            <a:ext cx="2191200" cy="527700"/>
          </a:xfrm>
          <a:prstGeom prst="rect">
            <a:avLst/>
          </a:prstGeom>
        </p:spPr>
        <p:txBody>
          <a:bodyPr spcFirstLastPara="1" wrap="square" lIns="91425" tIns="91425" rIns="91425" bIns="91425" anchor="ctr" anchorCtr="0">
            <a:noAutofit/>
          </a:bodyPr>
          <a:lstStyle>
            <a:lvl1pPr lvl="0" rtl="0">
              <a:spcBef>
                <a:spcPts val="0"/>
              </a:spcBef>
              <a:spcAft>
                <a:spcPts val="0"/>
              </a:spcAft>
              <a:buSzPts val="2500"/>
              <a:buNone/>
              <a:defRPr sz="2000">
                <a:solidFill>
                  <a:schemeClr val="lt1"/>
                </a:solidFill>
              </a:defRPr>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885" name="Google Shape;885;p13"/>
          <p:cNvSpPr txBox="1">
            <a:spLocks noGrp="1"/>
          </p:cNvSpPr>
          <p:nvPr>
            <p:ph type="subTitle" idx="1"/>
          </p:nvPr>
        </p:nvSpPr>
        <p:spPr>
          <a:xfrm>
            <a:off x="2030174" y="1888375"/>
            <a:ext cx="2425500" cy="4848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Clr>
                <a:schemeClr val="dk1"/>
              </a:buClr>
              <a:buSzPts val="1400"/>
              <a:buNone/>
              <a:defRPr sz="1400"/>
            </a:lvl1pPr>
            <a:lvl2pPr lvl="1" algn="ctr" rtl="0">
              <a:lnSpc>
                <a:spcPct val="100000"/>
              </a:lnSpc>
              <a:spcBef>
                <a:spcPts val="0"/>
              </a:spcBef>
              <a:spcAft>
                <a:spcPts val="0"/>
              </a:spcAft>
              <a:buClr>
                <a:schemeClr val="dk1"/>
              </a:buClr>
              <a:buSzPts val="1400"/>
              <a:buNone/>
              <a:defRPr>
                <a:solidFill>
                  <a:schemeClr val="dk1"/>
                </a:solidFill>
              </a:defRPr>
            </a:lvl2pPr>
            <a:lvl3pPr lvl="2" algn="ctr" rtl="0">
              <a:lnSpc>
                <a:spcPct val="100000"/>
              </a:lnSpc>
              <a:spcBef>
                <a:spcPts val="1600"/>
              </a:spcBef>
              <a:spcAft>
                <a:spcPts val="0"/>
              </a:spcAft>
              <a:buClr>
                <a:schemeClr val="dk1"/>
              </a:buClr>
              <a:buSzPts val="1400"/>
              <a:buNone/>
              <a:defRPr>
                <a:solidFill>
                  <a:schemeClr val="dk1"/>
                </a:solidFill>
              </a:defRPr>
            </a:lvl3pPr>
            <a:lvl4pPr lvl="3" algn="ctr" rtl="0">
              <a:lnSpc>
                <a:spcPct val="100000"/>
              </a:lnSpc>
              <a:spcBef>
                <a:spcPts val="1600"/>
              </a:spcBef>
              <a:spcAft>
                <a:spcPts val="0"/>
              </a:spcAft>
              <a:buClr>
                <a:schemeClr val="dk1"/>
              </a:buClr>
              <a:buSzPts val="1400"/>
              <a:buNone/>
              <a:defRPr>
                <a:solidFill>
                  <a:schemeClr val="dk1"/>
                </a:solidFill>
              </a:defRPr>
            </a:lvl4pPr>
            <a:lvl5pPr lvl="4" algn="ctr" rtl="0">
              <a:lnSpc>
                <a:spcPct val="100000"/>
              </a:lnSpc>
              <a:spcBef>
                <a:spcPts val="1600"/>
              </a:spcBef>
              <a:spcAft>
                <a:spcPts val="0"/>
              </a:spcAft>
              <a:buClr>
                <a:schemeClr val="dk1"/>
              </a:buClr>
              <a:buSzPts val="1400"/>
              <a:buNone/>
              <a:defRPr>
                <a:solidFill>
                  <a:schemeClr val="dk1"/>
                </a:solidFill>
              </a:defRPr>
            </a:lvl5pPr>
            <a:lvl6pPr lvl="5" algn="ctr" rtl="0">
              <a:lnSpc>
                <a:spcPct val="100000"/>
              </a:lnSpc>
              <a:spcBef>
                <a:spcPts val="1600"/>
              </a:spcBef>
              <a:spcAft>
                <a:spcPts val="0"/>
              </a:spcAft>
              <a:buClr>
                <a:schemeClr val="dk1"/>
              </a:buClr>
              <a:buSzPts val="1400"/>
              <a:buNone/>
              <a:defRPr>
                <a:solidFill>
                  <a:schemeClr val="dk1"/>
                </a:solidFill>
              </a:defRPr>
            </a:lvl6pPr>
            <a:lvl7pPr lvl="6" algn="ctr" rtl="0">
              <a:lnSpc>
                <a:spcPct val="100000"/>
              </a:lnSpc>
              <a:spcBef>
                <a:spcPts val="1600"/>
              </a:spcBef>
              <a:spcAft>
                <a:spcPts val="0"/>
              </a:spcAft>
              <a:buClr>
                <a:schemeClr val="dk1"/>
              </a:buClr>
              <a:buSzPts val="1400"/>
              <a:buNone/>
              <a:defRPr>
                <a:solidFill>
                  <a:schemeClr val="dk1"/>
                </a:solidFill>
              </a:defRPr>
            </a:lvl7pPr>
            <a:lvl8pPr lvl="7" algn="ctr" rtl="0">
              <a:lnSpc>
                <a:spcPct val="100000"/>
              </a:lnSpc>
              <a:spcBef>
                <a:spcPts val="1600"/>
              </a:spcBef>
              <a:spcAft>
                <a:spcPts val="0"/>
              </a:spcAft>
              <a:buClr>
                <a:schemeClr val="dk1"/>
              </a:buClr>
              <a:buSzPts val="1400"/>
              <a:buNone/>
              <a:defRPr>
                <a:solidFill>
                  <a:schemeClr val="dk1"/>
                </a:solidFill>
              </a:defRPr>
            </a:lvl8pPr>
            <a:lvl9pPr lvl="8" algn="ctr" rtl="0">
              <a:lnSpc>
                <a:spcPct val="100000"/>
              </a:lnSpc>
              <a:spcBef>
                <a:spcPts val="1600"/>
              </a:spcBef>
              <a:spcAft>
                <a:spcPts val="1600"/>
              </a:spcAft>
              <a:buClr>
                <a:schemeClr val="dk1"/>
              </a:buClr>
              <a:buSzPts val="1400"/>
              <a:buNone/>
              <a:defRPr>
                <a:solidFill>
                  <a:schemeClr val="dk1"/>
                </a:solidFill>
              </a:defRPr>
            </a:lvl9pPr>
          </a:lstStyle>
          <a:p>
            <a:endParaRPr/>
          </a:p>
        </p:txBody>
      </p:sp>
      <p:sp>
        <p:nvSpPr>
          <p:cNvPr id="886" name="Google Shape;886;p13"/>
          <p:cNvSpPr txBox="1">
            <a:spLocks noGrp="1"/>
          </p:cNvSpPr>
          <p:nvPr>
            <p:ph type="title" idx="2" hasCustomPrompt="1"/>
          </p:nvPr>
        </p:nvSpPr>
        <p:spPr>
          <a:xfrm>
            <a:off x="1091575" y="1391473"/>
            <a:ext cx="961200" cy="8760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500"/>
              <a:buNone/>
              <a:defRPr sz="4900">
                <a:solidFill>
                  <a:schemeClr val="lt1"/>
                </a:solidFill>
              </a:defRPr>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887" name="Google Shape;887;p13"/>
          <p:cNvSpPr txBox="1">
            <a:spLocks noGrp="1"/>
          </p:cNvSpPr>
          <p:nvPr>
            <p:ph type="title" idx="3"/>
          </p:nvPr>
        </p:nvSpPr>
        <p:spPr>
          <a:xfrm>
            <a:off x="5739138" y="1454250"/>
            <a:ext cx="2191200" cy="527700"/>
          </a:xfrm>
          <a:prstGeom prst="rect">
            <a:avLst/>
          </a:prstGeom>
        </p:spPr>
        <p:txBody>
          <a:bodyPr spcFirstLastPara="1" wrap="square" lIns="91425" tIns="91425" rIns="91425" bIns="91425" anchor="ctr" anchorCtr="0">
            <a:noAutofit/>
          </a:bodyPr>
          <a:lstStyle>
            <a:lvl1pPr lvl="0" rtl="0">
              <a:spcBef>
                <a:spcPts val="0"/>
              </a:spcBef>
              <a:spcAft>
                <a:spcPts val="0"/>
              </a:spcAft>
              <a:buSzPts val="2500"/>
              <a:buNone/>
              <a:defRPr sz="2000">
                <a:solidFill>
                  <a:schemeClr val="lt1"/>
                </a:solidFill>
              </a:defRPr>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888" name="Google Shape;888;p13"/>
          <p:cNvSpPr txBox="1">
            <a:spLocks noGrp="1"/>
          </p:cNvSpPr>
          <p:nvPr>
            <p:ph type="subTitle" idx="4"/>
          </p:nvPr>
        </p:nvSpPr>
        <p:spPr>
          <a:xfrm>
            <a:off x="5739138" y="1888375"/>
            <a:ext cx="2425500" cy="4848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Clr>
                <a:schemeClr val="dk1"/>
              </a:buClr>
              <a:buSzPts val="1400"/>
              <a:buNone/>
              <a:defRPr sz="1400"/>
            </a:lvl1pPr>
            <a:lvl2pPr lvl="1" algn="ctr" rtl="0">
              <a:lnSpc>
                <a:spcPct val="100000"/>
              </a:lnSpc>
              <a:spcBef>
                <a:spcPts val="0"/>
              </a:spcBef>
              <a:spcAft>
                <a:spcPts val="0"/>
              </a:spcAft>
              <a:buClr>
                <a:schemeClr val="dk1"/>
              </a:buClr>
              <a:buSzPts val="1400"/>
              <a:buNone/>
              <a:defRPr>
                <a:solidFill>
                  <a:schemeClr val="dk1"/>
                </a:solidFill>
              </a:defRPr>
            </a:lvl2pPr>
            <a:lvl3pPr lvl="2" algn="ctr" rtl="0">
              <a:lnSpc>
                <a:spcPct val="100000"/>
              </a:lnSpc>
              <a:spcBef>
                <a:spcPts val="1600"/>
              </a:spcBef>
              <a:spcAft>
                <a:spcPts val="0"/>
              </a:spcAft>
              <a:buClr>
                <a:schemeClr val="dk1"/>
              </a:buClr>
              <a:buSzPts val="1400"/>
              <a:buNone/>
              <a:defRPr>
                <a:solidFill>
                  <a:schemeClr val="dk1"/>
                </a:solidFill>
              </a:defRPr>
            </a:lvl3pPr>
            <a:lvl4pPr lvl="3" algn="ctr" rtl="0">
              <a:lnSpc>
                <a:spcPct val="100000"/>
              </a:lnSpc>
              <a:spcBef>
                <a:spcPts val="1600"/>
              </a:spcBef>
              <a:spcAft>
                <a:spcPts val="0"/>
              </a:spcAft>
              <a:buClr>
                <a:schemeClr val="dk1"/>
              </a:buClr>
              <a:buSzPts val="1400"/>
              <a:buNone/>
              <a:defRPr>
                <a:solidFill>
                  <a:schemeClr val="dk1"/>
                </a:solidFill>
              </a:defRPr>
            </a:lvl4pPr>
            <a:lvl5pPr lvl="4" algn="ctr" rtl="0">
              <a:lnSpc>
                <a:spcPct val="100000"/>
              </a:lnSpc>
              <a:spcBef>
                <a:spcPts val="1600"/>
              </a:spcBef>
              <a:spcAft>
                <a:spcPts val="0"/>
              </a:spcAft>
              <a:buClr>
                <a:schemeClr val="dk1"/>
              </a:buClr>
              <a:buSzPts val="1400"/>
              <a:buNone/>
              <a:defRPr>
                <a:solidFill>
                  <a:schemeClr val="dk1"/>
                </a:solidFill>
              </a:defRPr>
            </a:lvl5pPr>
            <a:lvl6pPr lvl="5" algn="ctr" rtl="0">
              <a:lnSpc>
                <a:spcPct val="100000"/>
              </a:lnSpc>
              <a:spcBef>
                <a:spcPts val="1600"/>
              </a:spcBef>
              <a:spcAft>
                <a:spcPts val="0"/>
              </a:spcAft>
              <a:buClr>
                <a:schemeClr val="dk1"/>
              </a:buClr>
              <a:buSzPts val="1400"/>
              <a:buNone/>
              <a:defRPr>
                <a:solidFill>
                  <a:schemeClr val="dk1"/>
                </a:solidFill>
              </a:defRPr>
            </a:lvl6pPr>
            <a:lvl7pPr lvl="6" algn="ctr" rtl="0">
              <a:lnSpc>
                <a:spcPct val="100000"/>
              </a:lnSpc>
              <a:spcBef>
                <a:spcPts val="1600"/>
              </a:spcBef>
              <a:spcAft>
                <a:spcPts val="0"/>
              </a:spcAft>
              <a:buClr>
                <a:schemeClr val="dk1"/>
              </a:buClr>
              <a:buSzPts val="1400"/>
              <a:buNone/>
              <a:defRPr>
                <a:solidFill>
                  <a:schemeClr val="dk1"/>
                </a:solidFill>
              </a:defRPr>
            </a:lvl7pPr>
            <a:lvl8pPr lvl="7" algn="ctr" rtl="0">
              <a:lnSpc>
                <a:spcPct val="100000"/>
              </a:lnSpc>
              <a:spcBef>
                <a:spcPts val="1600"/>
              </a:spcBef>
              <a:spcAft>
                <a:spcPts val="0"/>
              </a:spcAft>
              <a:buClr>
                <a:schemeClr val="dk1"/>
              </a:buClr>
              <a:buSzPts val="1400"/>
              <a:buNone/>
              <a:defRPr>
                <a:solidFill>
                  <a:schemeClr val="dk1"/>
                </a:solidFill>
              </a:defRPr>
            </a:lvl8pPr>
            <a:lvl9pPr lvl="8" algn="ctr" rtl="0">
              <a:lnSpc>
                <a:spcPct val="100000"/>
              </a:lnSpc>
              <a:spcBef>
                <a:spcPts val="1600"/>
              </a:spcBef>
              <a:spcAft>
                <a:spcPts val="1600"/>
              </a:spcAft>
              <a:buClr>
                <a:schemeClr val="dk1"/>
              </a:buClr>
              <a:buSzPts val="1400"/>
              <a:buNone/>
              <a:defRPr>
                <a:solidFill>
                  <a:schemeClr val="dk1"/>
                </a:solidFill>
              </a:defRPr>
            </a:lvl9pPr>
          </a:lstStyle>
          <a:p>
            <a:endParaRPr/>
          </a:p>
        </p:txBody>
      </p:sp>
      <p:sp>
        <p:nvSpPr>
          <p:cNvPr id="889" name="Google Shape;889;p13"/>
          <p:cNvSpPr txBox="1">
            <a:spLocks noGrp="1"/>
          </p:cNvSpPr>
          <p:nvPr>
            <p:ph type="title" idx="5" hasCustomPrompt="1"/>
          </p:nvPr>
        </p:nvSpPr>
        <p:spPr>
          <a:xfrm>
            <a:off x="4800610" y="1391473"/>
            <a:ext cx="961200" cy="8760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500"/>
              <a:buNone/>
              <a:defRPr sz="4900">
                <a:solidFill>
                  <a:schemeClr val="lt1"/>
                </a:solidFill>
              </a:defRPr>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890" name="Google Shape;890;p13"/>
          <p:cNvSpPr txBox="1">
            <a:spLocks noGrp="1"/>
          </p:cNvSpPr>
          <p:nvPr>
            <p:ph type="title" idx="6"/>
          </p:nvPr>
        </p:nvSpPr>
        <p:spPr>
          <a:xfrm>
            <a:off x="2030174" y="2999375"/>
            <a:ext cx="2191200" cy="527700"/>
          </a:xfrm>
          <a:prstGeom prst="rect">
            <a:avLst/>
          </a:prstGeom>
        </p:spPr>
        <p:txBody>
          <a:bodyPr spcFirstLastPara="1" wrap="square" lIns="91425" tIns="91425" rIns="91425" bIns="91425" anchor="ctr" anchorCtr="0">
            <a:noAutofit/>
          </a:bodyPr>
          <a:lstStyle>
            <a:lvl1pPr lvl="0" rtl="0">
              <a:spcBef>
                <a:spcPts val="0"/>
              </a:spcBef>
              <a:spcAft>
                <a:spcPts val="0"/>
              </a:spcAft>
              <a:buSzPts val="2500"/>
              <a:buNone/>
              <a:defRPr sz="2000">
                <a:solidFill>
                  <a:schemeClr val="lt1"/>
                </a:solidFill>
              </a:defRPr>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891" name="Google Shape;891;p13"/>
          <p:cNvSpPr txBox="1">
            <a:spLocks noGrp="1"/>
          </p:cNvSpPr>
          <p:nvPr>
            <p:ph type="subTitle" idx="7"/>
          </p:nvPr>
        </p:nvSpPr>
        <p:spPr>
          <a:xfrm>
            <a:off x="2030174" y="3433500"/>
            <a:ext cx="2425500" cy="4848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Clr>
                <a:schemeClr val="dk1"/>
              </a:buClr>
              <a:buSzPts val="1400"/>
              <a:buNone/>
              <a:defRPr sz="1400"/>
            </a:lvl1pPr>
            <a:lvl2pPr lvl="1" algn="ctr" rtl="0">
              <a:lnSpc>
                <a:spcPct val="100000"/>
              </a:lnSpc>
              <a:spcBef>
                <a:spcPts val="0"/>
              </a:spcBef>
              <a:spcAft>
                <a:spcPts val="0"/>
              </a:spcAft>
              <a:buClr>
                <a:schemeClr val="dk1"/>
              </a:buClr>
              <a:buSzPts val="1400"/>
              <a:buNone/>
              <a:defRPr>
                <a:solidFill>
                  <a:schemeClr val="dk1"/>
                </a:solidFill>
              </a:defRPr>
            </a:lvl2pPr>
            <a:lvl3pPr lvl="2" algn="ctr" rtl="0">
              <a:lnSpc>
                <a:spcPct val="100000"/>
              </a:lnSpc>
              <a:spcBef>
                <a:spcPts val="1600"/>
              </a:spcBef>
              <a:spcAft>
                <a:spcPts val="0"/>
              </a:spcAft>
              <a:buClr>
                <a:schemeClr val="dk1"/>
              </a:buClr>
              <a:buSzPts val="1400"/>
              <a:buNone/>
              <a:defRPr>
                <a:solidFill>
                  <a:schemeClr val="dk1"/>
                </a:solidFill>
              </a:defRPr>
            </a:lvl3pPr>
            <a:lvl4pPr lvl="3" algn="ctr" rtl="0">
              <a:lnSpc>
                <a:spcPct val="100000"/>
              </a:lnSpc>
              <a:spcBef>
                <a:spcPts val="1600"/>
              </a:spcBef>
              <a:spcAft>
                <a:spcPts val="0"/>
              </a:spcAft>
              <a:buClr>
                <a:schemeClr val="dk1"/>
              </a:buClr>
              <a:buSzPts val="1400"/>
              <a:buNone/>
              <a:defRPr>
                <a:solidFill>
                  <a:schemeClr val="dk1"/>
                </a:solidFill>
              </a:defRPr>
            </a:lvl4pPr>
            <a:lvl5pPr lvl="4" algn="ctr" rtl="0">
              <a:lnSpc>
                <a:spcPct val="100000"/>
              </a:lnSpc>
              <a:spcBef>
                <a:spcPts val="1600"/>
              </a:spcBef>
              <a:spcAft>
                <a:spcPts val="0"/>
              </a:spcAft>
              <a:buClr>
                <a:schemeClr val="dk1"/>
              </a:buClr>
              <a:buSzPts val="1400"/>
              <a:buNone/>
              <a:defRPr>
                <a:solidFill>
                  <a:schemeClr val="dk1"/>
                </a:solidFill>
              </a:defRPr>
            </a:lvl5pPr>
            <a:lvl6pPr lvl="5" algn="ctr" rtl="0">
              <a:lnSpc>
                <a:spcPct val="100000"/>
              </a:lnSpc>
              <a:spcBef>
                <a:spcPts val="1600"/>
              </a:spcBef>
              <a:spcAft>
                <a:spcPts val="0"/>
              </a:spcAft>
              <a:buClr>
                <a:schemeClr val="dk1"/>
              </a:buClr>
              <a:buSzPts val="1400"/>
              <a:buNone/>
              <a:defRPr>
                <a:solidFill>
                  <a:schemeClr val="dk1"/>
                </a:solidFill>
              </a:defRPr>
            </a:lvl6pPr>
            <a:lvl7pPr lvl="6" algn="ctr" rtl="0">
              <a:lnSpc>
                <a:spcPct val="100000"/>
              </a:lnSpc>
              <a:spcBef>
                <a:spcPts val="1600"/>
              </a:spcBef>
              <a:spcAft>
                <a:spcPts val="0"/>
              </a:spcAft>
              <a:buClr>
                <a:schemeClr val="dk1"/>
              </a:buClr>
              <a:buSzPts val="1400"/>
              <a:buNone/>
              <a:defRPr>
                <a:solidFill>
                  <a:schemeClr val="dk1"/>
                </a:solidFill>
              </a:defRPr>
            </a:lvl7pPr>
            <a:lvl8pPr lvl="7" algn="ctr" rtl="0">
              <a:lnSpc>
                <a:spcPct val="100000"/>
              </a:lnSpc>
              <a:spcBef>
                <a:spcPts val="1600"/>
              </a:spcBef>
              <a:spcAft>
                <a:spcPts val="0"/>
              </a:spcAft>
              <a:buClr>
                <a:schemeClr val="dk1"/>
              </a:buClr>
              <a:buSzPts val="1400"/>
              <a:buNone/>
              <a:defRPr>
                <a:solidFill>
                  <a:schemeClr val="dk1"/>
                </a:solidFill>
              </a:defRPr>
            </a:lvl8pPr>
            <a:lvl9pPr lvl="8" algn="ctr" rtl="0">
              <a:lnSpc>
                <a:spcPct val="100000"/>
              </a:lnSpc>
              <a:spcBef>
                <a:spcPts val="1600"/>
              </a:spcBef>
              <a:spcAft>
                <a:spcPts val="1600"/>
              </a:spcAft>
              <a:buClr>
                <a:schemeClr val="dk1"/>
              </a:buClr>
              <a:buSzPts val="1400"/>
              <a:buNone/>
              <a:defRPr>
                <a:solidFill>
                  <a:schemeClr val="dk1"/>
                </a:solidFill>
              </a:defRPr>
            </a:lvl9pPr>
          </a:lstStyle>
          <a:p>
            <a:endParaRPr/>
          </a:p>
        </p:txBody>
      </p:sp>
      <p:sp>
        <p:nvSpPr>
          <p:cNvPr id="892" name="Google Shape;892;p13"/>
          <p:cNvSpPr txBox="1">
            <a:spLocks noGrp="1"/>
          </p:cNvSpPr>
          <p:nvPr>
            <p:ph type="title" idx="8" hasCustomPrompt="1"/>
          </p:nvPr>
        </p:nvSpPr>
        <p:spPr>
          <a:xfrm>
            <a:off x="1091575" y="2936598"/>
            <a:ext cx="961200" cy="8760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500"/>
              <a:buNone/>
              <a:defRPr sz="4900">
                <a:solidFill>
                  <a:schemeClr val="lt1"/>
                </a:solidFill>
              </a:defRPr>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893" name="Google Shape;893;p13"/>
          <p:cNvSpPr txBox="1">
            <a:spLocks noGrp="1"/>
          </p:cNvSpPr>
          <p:nvPr>
            <p:ph type="title" idx="9"/>
          </p:nvPr>
        </p:nvSpPr>
        <p:spPr>
          <a:xfrm>
            <a:off x="5739138" y="2999375"/>
            <a:ext cx="2191200" cy="527700"/>
          </a:xfrm>
          <a:prstGeom prst="rect">
            <a:avLst/>
          </a:prstGeom>
        </p:spPr>
        <p:txBody>
          <a:bodyPr spcFirstLastPara="1" wrap="square" lIns="91425" tIns="91425" rIns="91425" bIns="91425" anchor="ctr" anchorCtr="0">
            <a:noAutofit/>
          </a:bodyPr>
          <a:lstStyle>
            <a:lvl1pPr lvl="0" rtl="0">
              <a:spcBef>
                <a:spcPts val="0"/>
              </a:spcBef>
              <a:spcAft>
                <a:spcPts val="0"/>
              </a:spcAft>
              <a:buSzPts val="2500"/>
              <a:buNone/>
              <a:defRPr sz="2000">
                <a:solidFill>
                  <a:schemeClr val="lt1"/>
                </a:solidFill>
              </a:defRPr>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894" name="Google Shape;894;p13"/>
          <p:cNvSpPr txBox="1">
            <a:spLocks noGrp="1"/>
          </p:cNvSpPr>
          <p:nvPr>
            <p:ph type="subTitle" idx="13"/>
          </p:nvPr>
        </p:nvSpPr>
        <p:spPr>
          <a:xfrm>
            <a:off x="5739138" y="3433500"/>
            <a:ext cx="2425500" cy="4848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Clr>
                <a:schemeClr val="dk1"/>
              </a:buClr>
              <a:buSzPts val="1400"/>
              <a:buNone/>
              <a:defRPr sz="1400"/>
            </a:lvl1pPr>
            <a:lvl2pPr lvl="1" algn="ctr" rtl="0">
              <a:lnSpc>
                <a:spcPct val="100000"/>
              </a:lnSpc>
              <a:spcBef>
                <a:spcPts val="0"/>
              </a:spcBef>
              <a:spcAft>
                <a:spcPts val="0"/>
              </a:spcAft>
              <a:buClr>
                <a:schemeClr val="dk1"/>
              </a:buClr>
              <a:buSzPts val="1400"/>
              <a:buNone/>
              <a:defRPr>
                <a:solidFill>
                  <a:schemeClr val="dk1"/>
                </a:solidFill>
              </a:defRPr>
            </a:lvl2pPr>
            <a:lvl3pPr lvl="2" algn="ctr" rtl="0">
              <a:lnSpc>
                <a:spcPct val="100000"/>
              </a:lnSpc>
              <a:spcBef>
                <a:spcPts val="1600"/>
              </a:spcBef>
              <a:spcAft>
                <a:spcPts val="0"/>
              </a:spcAft>
              <a:buClr>
                <a:schemeClr val="dk1"/>
              </a:buClr>
              <a:buSzPts val="1400"/>
              <a:buNone/>
              <a:defRPr>
                <a:solidFill>
                  <a:schemeClr val="dk1"/>
                </a:solidFill>
              </a:defRPr>
            </a:lvl3pPr>
            <a:lvl4pPr lvl="3" algn="ctr" rtl="0">
              <a:lnSpc>
                <a:spcPct val="100000"/>
              </a:lnSpc>
              <a:spcBef>
                <a:spcPts val="1600"/>
              </a:spcBef>
              <a:spcAft>
                <a:spcPts val="0"/>
              </a:spcAft>
              <a:buClr>
                <a:schemeClr val="dk1"/>
              </a:buClr>
              <a:buSzPts val="1400"/>
              <a:buNone/>
              <a:defRPr>
                <a:solidFill>
                  <a:schemeClr val="dk1"/>
                </a:solidFill>
              </a:defRPr>
            </a:lvl4pPr>
            <a:lvl5pPr lvl="4" algn="ctr" rtl="0">
              <a:lnSpc>
                <a:spcPct val="100000"/>
              </a:lnSpc>
              <a:spcBef>
                <a:spcPts val="1600"/>
              </a:spcBef>
              <a:spcAft>
                <a:spcPts val="0"/>
              </a:spcAft>
              <a:buClr>
                <a:schemeClr val="dk1"/>
              </a:buClr>
              <a:buSzPts val="1400"/>
              <a:buNone/>
              <a:defRPr>
                <a:solidFill>
                  <a:schemeClr val="dk1"/>
                </a:solidFill>
              </a:defRPr>
            </a:lvl5pPr>
            <a:lvl6pPr lvl="5" algn="ctr" rtl="0">
              <a:lnSpc>
                <a:spcPct val="100000"/>
              </a:lnSpc>
              <a:spcBef>
                <a:spcPts val="1600"/>
              </a:spcBef>
              <a:spcAft>
                <a:spcPts val="0"/>
              </a:spcAft>
              <a:buClr>
                <a:schemeClr val="dk1"/>
              </a:buClr>
              <a:buSzPts val="1400"/>
              <a:buNone/>
              <a:defRPr>
                <a:solidFill>
                  <a:schemeClr val="dk1"/>
                </a:solidFill>
              </a:defRPr>
            </a:lvl6pPr>
            <a:lvl7pPr lvl="6" algn="ctr" rtl="0">
              <a:lnSpc>
                <a:spcPct val="100000"/>
              </a:lnSpc>
              <a:spcBef>
                <a:spcPts val="1600"/>
              </a:spcBef>
              <a:spcAft>
                <a:spcPts val="0"/>
              </a:spcAft>
              <a:buClr>
                <a:schemeClr val="dk1"/>
              </a:buClr>
              <a:buSzPts val="1400"/>
              <a:buNone/>
              <a:defRPr>
                <a:solidFill>
                  <a:schemeClr val="dk1"/>
                </a:solidFill>
              </a:defRPr>
            </a:lvl7pPr>
            <a:lvl8pPr lvl="7" algn="ctr" rtl="0">
              <a:lnSpc>
                <a:spcPct val="100000"/>
              </a:lnSpc>
              <a:spcBef>
                <a:spcPts val="1600"/>
              </a:spcBef>
              <a:spcAft>
                <a:spcPts val="0"/>
              </a:spcAft>
              <a:buClr>
                <a:schemeClr val="dk1"/>
              </a:buClr>
              <a:buSzPts val="1400"/>
              <a:buNone/>
              <a:defRPr>
                <a:solidFill>
                  <a:schemeClr val="dk1"/>
                </a:solidFill>
              </a:defRPr>
            </a:lvl8pPr>
            <a:lvl9pPr lvl="8" algn="ctr" rtl="0">
              <a:lnSpc>
                <a:spcPct val="100000"/>
              </a:lnSpc>
              <a:spcBef>
                <a:spcPts val="1600"/>
              </a:spcBef>
              <a:spcAft>
                <a:spcPts val="1600"/>
              </a:spcAft>
              <a:buClr>
                <a:schemeClr val="dk1"/>
              </a:buClr>
              <a:buSzPts val="1400"/>
              <a:buNone/>
              <a:defRPr>
                <a:solidFill>
                  <a:schemeClr val="dk1"/>
                </a:solidFill>
              </a:defRPr>
            </a:lvl9pPr>
          </a:lstStyle>
          <a:p>
            <a:endParaRPr/>
          </a:p>
        </p:txBody>
      </p:sp>
      <p:sp>
        <p:nvSpPr>
          <p:cNvPr id="895" name="Google Shape;895;p13"/>
          <p:cNvSpPr txBox="1">
            <a:spLocks noGrp="1"/>
          </p:cNvSpPr>
          <p:nvPr>
            <p:ph type="title" idx="14" hasCustomPrompt="1"/>
          </p:nvPr>
        </p:nvSpPr>
        <p:spPr>
          <a:xfrm>
            <a:off x="4800610" y="2936598"/>
            <a:ext cx="961200" cy="8760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500"/>
              <a:buNone/>
              <a:defRPr sz="4900">
                <a:solidFill>
                  <a:schemeClr val="lt1"/>
                </a:solidFill>
              </a:defRPr>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grpSp>
        <p:nvGrpSpPr>
          <p:cNvPr id="896" name="Google Shape;896;p13"/>
          <p:cNvGrpSpPr/>
          <p:nvPr/>
        </p:nvGrpSpPr>
        <p:grpSpPr>
          <a:xfrm>
            <a:off x="227312" y="868475"/>
            <a:ext cx="477900" cy="3405950"/>
            <a:chOff x="227312" y="868475"/>
            <a:chExt cx="477900" cy="3405950"/>
          </a:xfrm>
        </p:grpSpPr>
        <p:sp>
          <p:nvSpPr>
            <p:cNvPr id="897" name="Google Shape;897;p13"/>
            <p:cNvSpPr/>
            <p:nvPr/>
          </p:nvSpPr>
          <p:spPr>
            <a:xfrm rot="10800000" flipH="1">
              <a:off x="227312" y="868475"/>
              <a:ext cx="477900" cy="69600"/>
            </a:xfrm>
            <a:prstGeom prst="roundRect">
              <a:avLst>
                <a:gd name="adj" fmla="val 16667"/>
              </a:avLst>
            </a:prstGeom>
            <a:solidFill>
              <a:schemeClr val="accen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8" name="Google Shape;898;p13"/>
            <p:cNvSpPr/>
            <p:nvPr/>
          </p:nvSpPr>
          <p:spPr>
            <a:xfrm rot="10800000" flipH="1">
              <a:off x="227312" y="1535738"/>
              <a:ext cx="477900" cy="69600"/>
            </a:xfrm>
            <a:prstGeom prst="roundRect">
              <a:avLst>
                <a:gd name="adj" fmla="val 16667"/>
              </a:avLst>
            </a:prstGeom>
            <a:solidFill>
              <a:schemeClr val="accen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9" name="Google Shape;899;p13"/>
            <p:cNvSpPr/>
            <p:nvPr/>
          </p:nvSpPr>
          <p:spPr>
            <a:xfrm rot="10800000" flipH="1">
              <a:off x="227312" y="2203025"/>
              <a:ext cx="477900" cy="69600"/>
            </a:xfrm>
            <a:prstGeom prst="roundRect">
              <a:avLst>
                <a:gd name="adj" fmla="val 16667"/>
              </a:avLst>
            </a:prstGeom>
            <a:solidFill>
              <a:schemeClr val="accen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0" name="Google Shape;900;p13"/>
            <p:cNvSpPr/>
            <p:nvPr/>
          </p:nvSpPr>
          <p:spPr>
            <a:xfrm rot="10800000" flipH="1">
              <a:off x="227312" y="2870288"/>
              <a:ext cx="477900" cy="69600"/>
            </a:xfrm>
            <a:prstGeom prst="roundRect">
              <a:avLst>
                <a:gd name="adj" fmla="val 16667"/>
              </a:avLst>
            </a:prstGeom>
            <a:solidFill>
              <a:schemeClr val="accen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1" name="Google Shape;901;p13"/>
            <p:cNvSpPr/>
            <p:nvPr/>
          </p:nvSpPr>
          <p:spPr>
            <a:xfrm rot="10800000" flipH="1">
              <a:off x="227312" y="3537563"/>
              <a:ext cx="477900" cy="69600"/>
            </a:xfrm>
            <a:prstGeom prst="roundRect">
              <a:avLst>
                <a:gd name="adj" fmla="val 16667"/>
              </a:avLst>
            </a:prstGeom>
            <a:solidFill>
              <a:schemeClr val="accen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2" name="Google Shape;902;p13"/>
            <p:cNvSpPr/>
            <p:nvPr/>
          </p:nvSpPr>
          <p:spPr>
            <a:xfrm rot="10800000" flipH="1">
              <a:off x="227312" y="4204825"/>
              <a:ext cx="477900" cy="69600"/>
            </a:xfrm>
            <a:prstGeom prst="roundRect">
              <a:avLst>
                <a:gd name="adj" fmla="val 16667"/>
              </a:avLst>
            </a:prstGeom>
            <a:solidFill>
              <a:schemeClr val="accen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03" name="Google Shape;903;p13"/>
          <p:cNvSpPr txBox="1">
            <a:spLocks noGrp="1"/>
          </p:cNvSpPr>
          <p:nvPr>
            <p:ph type="title" idx="15"/>
          </p:nvPr>
        </p:nvSpPr>
        <p:spPr>
          <a:xfrm>
            <a:off x="904875" y="597425"/>
            <a:ext cx="7334400" cy="572700"/>
          </a:xfrm>
          <a:prstGeom prst="rect">
            <a:avLst/>
          </a:prstGeom>
          <a:ln>
            <a:noFill/>
          </a:ln>
        </p:spPr>
        <p:txBody>
          <a:bodyPr spcFirstLastPara="1" wrap="square" lIns="91425" tIns="91425" rIns="91425" bIns="91425" anchor="ctr" anchorCtr="0">
            <a:noAutofit/>
          </a:bodyPr>
          <a:lstStyle>
            <a:lvl1pPr lvl="0" algn="ctr"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grpSp>
        <p:nvGrpSpPr>
          <p:cNvPr id="904" name="Google Shape;904;p13"/>
          <p:cNvGrpSpPr/>
          <p:nvPr/>
        </p:nvGrpSpPr>
        <p:grpSpPr>
          <a:xfrm>
            <a:off x="1091587" y="597413"/>
            <a:ext cx="7332140" cy="4040813"/>
            <a:chOff x="1091587" y="597413"/>
            <a:chExt cx="7332140" cy="4040813"/>
          </a:xfrm>
        </p:grpSpPr>
        <p:sp>
          <p:nvSpPr>
            <p:cNvPr id="905" name="Google Shape;905;p13"/>
            <p:cNvSpPr/>
            <p:nvPr/>
          </p:nvSpPr>
          <p:spPr>
            <a:xfrm rot="2230523">
              <a:off x="5721703" y="4419434"/>
              <a:ext cx="202563" cy="175382"/>
            </a:xfrm>
            <a:prstGeom prst="triangle">
              <a:avLst>
                <a:gd name="adj" fmla="val 50000"/>
              </a:avLst>
            </a:prstGeom>
            <a:no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6" name="Google Shape;906;p13"/>
            <p:cNvSpPr/>
            <p:nvPr/>
          </p:nvSpPr>
          <p:spPr>
            <a:xfrm rot="-7771672">
              <a:off x="1437414" y="980941"/>
              <a:ext cx="126796" cy="109319"/>
            </a:xfrm>
            <a:prstGeom prst="triangle">
              <a:avLst>
                <a:gd name="adj" fmla="val 50000"/>
              </a:avLst>
            </a:prstGeom>
            <a:no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7" name="Google Shape;907;p13"/>
            <p:cNvSpPr/>
            <p:nvPr/>
          </p:nvSpPr>
          <p:spPr>
            <a:xfrm>
              <a:off x="8077600" y="4273125"/>
              <a:ext cx="291900" cy="291900"/>
            </a:xfrm>
            <a:prstGeom prst="ellipse">
              <a:avLst/>
            </a:prstGeom>
            <a:noFill/>
            <a:ln w="19050"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8" name="Google Shape;908;p13"/>
            <p:cNvSpPr/>
            <p:nvPr/>
          </p:nvSpPr>
          <p:spPr>
            <a:xfrm>
              <a:off x="7978500" y="2705425"/>
              <a:ext cx="165000" cy="165000"/>
            </a:xfrm>
            <a:prstGeom prst="ellipse">
              <a:avLst/>
            </a:prstGeom>
            <a:noFill/>
            <a:ln w="19050"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9" name="Google Shape;909;p13"/>
            <p:cNvSpPr/>
            <p:nvPr/>
          </p:nvSpPr>
          <p:spPr>
            <a:xfrm rot="2855308">
              <a:off x="2235165" y="4423726"/>
              <a:ext cx="117429" cy="117005"/>
            </a:xfrm>
            <a:prstGeom prst="rect">
              <a:avLst/>
            </a:prstGeom>
            <a:no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0" name="Google Shape;910;p13"/>
            <p:cNvSpPr/>
            <p:nvPr/>
          </p:nvSpPr>
          <p:spPr>
            <a:xfrm rot="-716485">
              <a:off x="8295557" y="1820989"/>
              <a:ext cx="117441" cy="117086"/>
            </a:xfrm>
            <a:prstGeom prst="rect">
              <a:avLst/>
            </a:pr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1" name="Google Shape;911;p13"/>
            <p:cNvSpPr/>
            <p:nvPr/>
          </p:nvSpPr>
          <p:spPr>
            <a:xfrm rot="-3430508">
              <a:off x="1108619" y="4054653"/>
              <a:ext cx="126736" cy="109431"/>
            </a:xfrm>
            <a:prstGeom prst="triangle">
              <a:avLst>
                <a:gd name="adj" fmla="val 50000"/>
              </a:avLst>
            </a:prstGeom>
            <a:noFill/>
            <a:ln w="19050"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2" name="Google Shape;912;p13"/>
            <p:cNvSpPr/>
            <p:nvPr/>
          </p:nvSpPr>
          <p:spPr>
            <a:xfrm>
              <a:off x="7064600" y="597413"/>
              <a:ext cx="165000" cy="165000"/>
            </a:xfrm>
            <a:prstGeom prst="ellipse">
              <a:avLst/>
            </a:pr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text ">
  <p:cSld name="CUSTOM_1">
    <p:spTree>
      <p:nvGrpSpPr>
        <p:cNvPr id="1" name="Shape 913"/>
        <p:cNvGrpSpPr/>
        <p:nvPr/>
      </p:nvGrpSpPr>
      <p:grpSpPr>
        <a:xfrm>
          <a:off x="0" y="0"/>
          <a:ext cx="0" cy="0"/>
          <a:chOff x="0" y="0"/>
          <a:chExt cx="0" cy="0"/>
        </a:xfrm>
      </p:grpSpPr>
      <p:grpSp>
        <p:nvGrpSpPr>
          <p:cNvPr id="914" name="Google Shape;914;p14"/>
          <p:cNvGrpSpPr/>
          <p:nvPr/>
        </p:nvGrpSpPr>
        <p:grpSpPr>
          <a:xfrm>
            <a:off x="10" y="-9400"/>
            <a:ext cx="9144000" cy="5162400"/>
            <a:chOff x="10" y="-9400"/>
            <a:chExt cx="9144000" cy="5162400"/>
          </a:xfrm>
        </p:grpSpPr>
        <p:grpSp>
          <p:nvGrpSpPr>
            <p:cNvPr id="915" name="Google Shape;915;p14"/>
            <p:cNvGrpSpPr/>
            <p:nvPr/>
          </p:nvGrpSpPr>
          <p:grpSpPr>
            <a:xfrm>
              <a:off x="10" y="371400"/>
              <a:ext cx="9144000" cy="4400775"/>
              <a:chOff x="10" y="371400"/>
              <a:chExt cx="9144000" cy="4400775"/>
            </a:xfrm>
          </p:grpSpPr>
          <p:cxnSp>
            <p:nvCxnSpPr>
              <p:cNvPr id="916" name="Google Shape;916;p14"/>
              <p:cNvCxnSpPr/>
              <p:nvPr/>
            </p:nvCxnSpPr>
            <p:spPr>
              <a:xfrm>
                <a:off x="4572010" y="-4200600"/>
                <a:ext cx="0" cy="9144000"/>
              </a:xfrm>
              <a:prstGeom prst="straightConnector1">
                <a:avLst/>
              </a:prstGeom>
              <a:noFill/>
              <a:ln w="9525" cap="flat" cmpd="sng">
                <a:solidFill>
                  <a:schemeClr val="dk2"/>
                </a:solidFill>
                <a:prstDash val="solid"/>
                <a:round/>
                <a:headEnd type="none" w="med" len="med"/>
                <a:tailEnd type="none" w="med" len="med"/>
              </a:ln>
            </p:spPr>
          </p:cxnSp>
          <p:cxnSp>
            <p:nvCxnSpPr>
              <p:cNvPr id="917" name="Google Shape;917;p14"/>
              <p:cNvCxnSpPr/>
              <p:nvPr/>
            </p:nvCxnSpPr>
            <p:spPr>
              <a:xfrm>
                <a:off x="4572010" y="-3711625"/>
                <a:ext cx="0" cy="9144000"/>
              </a:xfrm>
              <a:prstGeom prst="straightConnector1">
                <a:avLst/>
              </a:prstGeom>
              <a:noFill/>
              <a:ln w="9525" cap="flat" cmpd="sng">
                <a:solidFill>
                  <a:schemeClr val="dk2"/>
                </a:solidFill>
                <a:prstDash val="solid"/>
                <a:round/>
                <a:headEnd type="none" w="med" len="med"/>
                <a:tailEnd type="none" w="med" len="med"/>
              </a:ln>
            </p:spPr>
          </p:cxnSp>
          <p:cxnSp>
            <p:nvCxnSpPr>
              <p:cNvPr id="918" name="Google Shape;918;p14"/>
              <p:cNvCxnSpPr/>
              <p:nvPr/>
            </p:nvCxnSpPr>
            <p:spPr>
              <a:xfrm>
                <a:off x="4572010" y="-3222650"/>
                <a:ext cx="0" cy="9144000"/>
              </a:xfrm>
              <a:prstGeom prst="straightConnector1">
                <a:avLst/>
              </a:prstGeom>
              <a:noFill/>
              <a:ln w="9525" cap="flat" cmpd="sng">
                <a:solidFill>
                  <a:schemeClr val="dk2"/>
                </a:solidFill>
                <a:prstDash val="solid"/>
                <a:round/>
                <a:headEnd type="none" w="med" len="med"/>
                <a:tailEnd type="none" w="med" len="med"/>
              </a:ln>
            </p:spPr>
          </p:cxnSp>
          <p:cxnSp>
            <p:nvCxnSpPr>
              <p:cNvPr id="919" name="Google Shape;919;p14"/>
              <p:cNvCxnSpPr/>
              <p:nvPr/>
            </p:nvCxnSpPr>
            <p:spPr>
              <a:xfrm>
                <a:off x="4572010" y="-2733675"/>
                <a:ext cx="0" cy="9144000"/>
              </a:xfrm>
              <a:prstGeom prst="straightConnector1">
                <a:avLst/>
              </a:prstGeom>
              <a:noFill/>
              <a:ln w="9525" cap="flat" cmpd="sng">
                <a:solidFill>
                  <a:schemeClr val="dk2"/>
                </a:solidFill>
                <a:prstDash val="solid"/>
                <a:round/>
                <a:headEnd type="none" w="med" len="med"/>
                <a:tailEnd type="none" w="med" len="med"/>
              </a:ln>
            </p:spPr>
          </p:cxnSp>
          <p:cxnSp>
            <p:nvCxnSpPr>
              <p:cNvPr id="920" name="Google Shape;920;p14"/>
              <p:cNvCxnSpPr/>
              <p:nvPr/>
            </p:nvCxnSpPr>
            <p:spPr>
              <a:xfrm>
                <a:off x="4572010" y="-2244700"/>
                <a:ext cx="0" cy="9144000"/>
              </a:xfrm>
              <a:prstGeom prst="straightConnector1">
                <a:avLst/>
              </a:prstGeom>
              <a:noFill/>
              <a:ln w="9525" cap="flat" cmpd="sng">
                <a:solidFill>
                  <a:schemeClr val="dk2"/>
                </a:solidFill>
                <a:prstDash val="solid"/>
                <a:round/>
                <a:headEnd type="none" w="med" len="med"/>
                <a:tailEnd type="none" w="med" len="med"/>
              </a:ln>
            </p:spPr>
          </p:cxnSp>
          <p:cxnSp>
            <p:nvCxnSpPr>
              <p:cNvPr id="921" name="Google Shape;921;p14"/>
              <p:cNvCxnSpPr/>
              <p:nvPr/>
            </p:nvCxnSpPr>
            <p:spPr>
              <a:xfrm>
                <a:off x="4572010" y="-1755725"/>
                <a:ext cx="0" cy="9144000"/>
              </a:xfrm>
              <a:prstGeom prst="straightConnector1">
                <a:avLst/>
              </a:prstGeom>
              <a:noFill/>
              <a:ln w="9525" cap="flat" cmpd="sng">
                <a:solidFill>
                  <a:schemeClr val="dk2"/>
                </a:solidFill>
                <a:prstDash val="solid"/>
                <a:round/>
                <a:headEnd type="none" w="med" len="med"/>
                <a:tailEnd type="none" w="med" len="med"/>
              </a:ln>
            </p:spPr>
          </p:cxnSp>
          <p:cxnSp>
            <p:nvCxnSpPr>
              <p:cNvPr id="922" name="Google Shape;922;p14"/>
              <p:cNvCxnSpPr/>
              <p:nvPr/>
            </p:nvCxnSpPr>
            <p:spPr>
              <a:xfrm>
                <a:off x="4572010" y="-1266750"/>
                <a:ext cx="0" cy="9144000"/>
              </a:xfrm>
              <a:prstGeom prst="straightConnector1">
                <a:avLst/>
              </a:prstGeom>
              <a:noFill/>
              <a:ln w="9525" cap="flat" cmpd="sng">
                <a:solidFill>
                  <a:schemeClr val="dk2"/>
                </a:solidFill>
                <a:prstDash val="solid"/>
                <a:round/>
                <a:headEnd type="none" w="med" len="med"/>
                <a:tailEnd type="none" w="med" len="med"/>
              </a:ln>
            </p:spPr>
          </p:cxnSp>
          <p:cxnSp>
            <p:nvCxnSpPr>
              <p:cNvPr id="923" name="Google Shape;923;p14"/>
              <p:cNvCxnSpPr/>
              <p:nvPr/>
            </p:nvCxnSpPr>
            <p:spPr>
              <a:xfrm>
                <a:off x="4572010" y="-777775"/>
                <a:ext cx="0" cy="9144000"/>
              </a:xfrm>
              <a:prstGeom prst="straightConnector1">
                <a:avLst/>
              </a:prstGeom>
              <a:noFill/>
              <a:ln w="9525" cap="flat" cmpd="sng">
                <a:solidFill>
                  <a:schemeClr val="dk2"/>
                </a:solidFill>
                <a:prstDash val="solid"/>
                <a:round/>
                <a:headEnd type="none" w="med" len="med"/>
                <a:tailEnd type="none" w="med" len="med"/>
              </a:ln>
            </p:spPr>
          </p:cxnSp>
          <p:cxnSp>
            <p:nvCxnSpPr>
              <p:cNvPr id="924" name="Google Shape;924;p14"/>
              <p:cNvCxnSpPr/>
              <p:nvPr/>
            </p:nvCxnSpPr>
            <p:spPr>
              <a:xfrm>
                <a:off x="4572010" y="-288800"/>
                <a:ext cx="0" cy="9144000"/>
              </a:xfrm>
              <a:prstGeom prst="straightConnector1">
                <a:avLst/>
              </a:prstGeom>
              <a:noFill/>
              <a:ln w="9525" cap="flat" cmpd="sng">
                <a:solidFill>
                  <a:schemeClr val="dk2"/>
                </a:solidFill>
                <a:prstDash val="solid"/>
                <a:round/>
                <a:headEnd type="none" w="med" len="med"/>
                <a:tailEnd type="none" w="med" len="med"/>
              </a:ln>
            </p:spPr>
          </p:cxnSp>
          <p:cxnSp>
            <p:nvCxnSpPr>
              <p:cNvPr id="925" name="Google Shape;925;p14"/>
              <p:cNvCxnSpPr/>
              <p:nvPr/>
            </p:nvCxnSpPr>
            <p:spPr>
              <a:xfrm>
                <a:off x="4572010" y="200175"/>
                <a:ext cx="0" cy="9144000"/>
              </a:xfrm>
              <a:prstGeom prst="straightConnector1">
                <a:avLst/>
              </a:prstGeom>
              <a:noFill/>
              <a:ln w="9525" cap="flat" cmpd="sng">
                <a:solidFill>
                  <a:schemeClr val="dk2"/>
                </a:solidFill>
                <a:prstDash val="solid"/>
                <a:round/>
                <a:headEnd type="none" w="med" len="med"/>
                <a:tailEnd type="none" w="med" len="med"/>
              </a:ln>
            </p:spPr>
          </p:cxnSp>
        </p:grpSp>
        <p:cxnSp>
          <p:nvCxnSpPr>
            <p:cNvPr id="926" name="Google Shape;926;p14"/>
            <p:cNvCxnSpPr/>
            <p:nvPr/>
          </p:nvCxnSpPr>
          <p:spPr>
            <a:xfrm>
              <a:off x="415588" y="-9400"/>
              <a:ext cx="0" cy="5162400"/>
            </a:xfrm>
            <a:prstGeom prst="straightConnector1">
              <a:avLst/>
            </a:prstGeom>
            <a:noFill/>
            <a:ln w="9525" cap="flat" cmpd="sng">
              <a:solidFill>
                <a:schemeClr val="dk2"/>
              </a:solidFill>
              <a:prstDash val="solid"/>
              <a:round/>
              <a:headEnd type="none" w="med" len="med"/>
              <a:tailEnd type="none" w="med" len="med"/>
            </a:ln>
          </p:spPr>
        </p:cxnSp>
        <p:cxnSp>
          <p:nvCxnSpPr>
            <p:cNvPr id="927" name="Google Shape;927;p14"/>
            <p:cNvCxnSpPr/>
            <p:nvPr/>
          </p:nvCxnSpPr>
          <p:spPr>
            <a:xfrm>
              <a:off x="904563" y="-9400"/>
              <a:ext cx="0" cy="5162400"/>
            </a:xfrm>
            <a:prstGeom prst="straightConnector1">
              <a:avLst/>
            </a:prstGeom>
            <a:noFill/>
            <a:ln w="9525" cap="flat" cmpd="sng">
              <a:solidFill>
                <a:schemeClr val="dk2"/>
              </a:solidFill>
              <a:prstDash val="solid"/>
              <a:round/>
              <a:headEnd type="none" w="med" len="med"/>
              <a:tailEnd type="none" w="med" len="med"/>
            </a:ln>
          </p:spPr>
        </p:cxnSp>
        <p:cxnSp>
          <p:nvCxnSpPr>
            <p:cNvPr id="928" name="Google Shape;928;p14"/>
            <p:cNvCxnSpPr/>
            <p:nvPr/>
          </p:nvCxnSpPr>
          <p:spPr>
            <a:xfrm>
              <a:off x="1393538" y="-9400"/>
              <a:ext cx="0" cy="5162400"/>
            </a:xfrm>
            <a:prstGeom prst="straightConnector1">
              <a:avLst/>
            </a:prstGeom>
            <a:noFill/>
            <a:ln w="9525" cap="flat" cmpd="sng">
              <a:solidFill>
                <a:schemeClr val="dk2"/>
              </a:solidFill>
              <a:prstDash val="solid"/>
              <a:round/>
              <a:headEnd type="none" w="med" len="med"/>
              <a:tailEnd type="none" w="med" len="med"/>
            </a:ln>
          </p:spPr>
        </p:cxnSp>
        <p:cxnSp>
          <p:nvCxnSpPr>
            <p:cNvPr id="929" name="Google Shape;929;p14"/>
            <p:cNvCxnSpPr/>
            <p:nvPr/>
          </p:nvCxnSpPr>
          <p:spPr>
            <a:xfrm>
              <a:off x="1882513" y="-9400"/>
              <a:ext cx="0" cy="5162400"/>
            </a:xfrm>
            <a:prstGeom prst="straightConnector1">
              <a:avLst/>
            </a:prstGeom>
            <a:noFill/>
            <a:ln w="9525" cap="flat" cmpd="sng">
              <a:solidFill>
                <a:schemeClr val="dk2"/>
              </a:solidFill>
              <a:prstDash val="solid"/>
              <a:round/>
              <a:headEnd type="none" w="med" len="med"/>
              <a:tailEnd type="none" w="med" len="med"/>
            </a:ln>
          </p:spPr>
        </p:cxnSp>
        <p:cxnSp>
          <p:nvCxnSpPr>
            <p:cNvPr id="930" name="Google Shape;930;p14"/>
            <p:cNvCxnSpPr/>
            <p:nvPr/>
          </p:nvCxnSpPr>
          <p:spPr>
            <a:xfrm>
              <a:off x="2371488" y="-9400"/>
              <a:ext cx="0" cy="5162400"/>
            </a:xfrm>
            <a:prstGeom prst="straightConnector1">
              <a:avLst/>
            </a:prstGeom>
            <a:noFill/>
            <a:ln w="9525" cap="flat" cmpd="sng">
              <a:solidFill>
                <a:schemeClr val="dk2"/>
              </a:solidFill>
              <a:prstDash val="solid"/>
              <a:round/>
              <a:headEnd type="none" w="med" len="med"/>
              <a:tailEnd type="none" w="med" len="med"/>
            </a:ln>
          </p:spPr>
        </p:cxnSp>
        <p:cxnSp>
          <p:nvCxnSpPr>
            <p:cNvPr id="931" name="Google Shape;931;p14"/>
            <p:cNvCxnSpPr/>
            <p:nvPr/>
          </p:nvCxnSpPr>
          <p:spPr>
            <a:xfrm>
              <a:off x="2860463" y="-9400"/>
              <a:ext cx="0" cy="5162400"/>
            </a:xfrm>
            <a:prstGeom prst="straightConnector1">
              <a:avLst/>
            </a:prstGeom>
            <a:noFill/>
            <a:ln w="9525" cap="flat" cmpd="sng">
              <a:solidFill>
                <a:schemeClr val="dk2"/>
              </a:solidFill>
              <a:prstDash val="solid"/>
              <a:round/>
              <a:headEnd type="none" w="med" len="med"/>
              <a:tailEnd type="none" w="med" len="med"/>
            </a:ln>
          </p:spPr>
        </p:cxnSp>
        <p:cxnSp>
          <p:nvCxnSpPr>
            <p:cNvPr id="932" name="Google Shape;932;p14"/>
            <p:cNvCxnSpPr/>
            <p:nvPr/>
          </p:nvCxnSpPr>
          <p:spPr>
            <a:xfrm>
              <a:off x="3349438" y="-9400"/>
              <a:ext cx="0" cy="5162400"/>
            </a:xfrm>
            <a:prstGeom prst="straightConnector1">
              <a:avLst/>
            </a:prstGeom>
            <a:noFill/>
            <a:ln w="9525" cap="flat" cmpd="sng">
              <a:solidFill>
                <a:schemeClr val="dk2"/>
              </a:solidFill>
              <a:prstDash val="solid"/>
              <a:round/>
              <a:headEnd type="none" w="med" len="med"/>
              <a:tailEnd type="none" w="med" len="med"/>
            </a:ln>
          </p:spPr>
        </p:cxnSp>
        <p:cxnSp>
          <p:nvCxnSpPr>
            <p:cNvPr id="933" name="Google Shape;933;p14"/>
            <p:cNvCxnSpPr/>
            <p:nvPr/>
          </p:nvCxnSpPr>
          <p:spPr>
            <a:xfrm>
              <a:off x="3838413" y="-9400"/>
              <a:ext cx="0" cy="5162400"/>
            </a:xfrm>
            <a:prstGeom prst="straightConnector1">
              <a:avLst/>
            </a:prstGeom>
            <a:noFill/>
            <a:ln w="9525" cap="flat" cmpd="sng">
              <a:solidFill>
                <a:schemeClr val="dk2"/>
              </a:solidFill>
              <a:prstDash val="solid"/>
              <a:round/>
              <a:headEnd type="none" w="med" len="med"/>
              <a:tailEnd type="none" w="med" len="med"/>
            </a:ln>
          </p:spPr>
        </p:cxnSp>
        <p:cxnSp>
          <p:nvCxnSpPr>
            <p:cNvPr id="934" name="Google Shape;934;p14"/>
            <p:cNvCxnSpPr/>
            <p:nvPr/>
          </p:nvCxnSpPr>
          <p:spPr>
            <a:xfrm>
              <a:off x="4327388" y="-9400"/>
              <a:ext cx="0" cy="5162400"/>
            </a:xfrm>
            <a:prstGeom prst="straightConnector1">
              <a:avLst/>
            </a:prstGeom>
            <a:noFill/>
            <a:ln w="9525" cap="flat" cmpd="sng">
              <a:solidFill>
                <a:schemeClr val="dk2"/>
              </a:solidFill>
              <a:prstDash val="solid"/>
              <a:round/>
              <a:headEnd type="none" w="med" len="med"/>
              <a:tailEnd type="none" w="med" len="med"/>
            </a:ln>
          </p:spPr>
        </p:cxnSp>
        <p:cxnSp>
          <p:nvCxnSpPr>
            <p:cNvPr id="935" name="Google Shape;935;p14"/>
            <p:cNvCxnSpPr/>
            <p:nvPr/>
          </p:nvCxnSpPr>
          <p:spPr>
            <a:xfrm>
              <a:off x="4816363" y="-9400"/>
              <a:ext cx="0" cy="5162400"/>
            </a:xfrm>
            <a:prstGeom prst="straightConnector1">
              <a:avLst/>
            </a:prstGeom>
            <a:noFill/>
            <a:ln w="9525" cap="flat" cmpd="sng">
              <a:solidFill>
                <a:schemeClr val="dk2"/>
              </a:solidFill>
              <a:prstDash val="solid"/>
              <a:round/>
              <a:headEnd type="none" w="med" len="med"/>
              <a:tailEnd type="none" w="med" len="med"/>
            </a:ln>
          </p:spPr>
        </p:cxnSp>
        <p:cxnSp>
          <p:nvCxnSpPr>
            <p:cNvPr id="936" name="Google Shape;936;p14"/>
            <p:cNvCxnSpPr/>
            <p:nvPr/>
          </p:nvCxnSpPr>
          <p:spPr>
            <a:xfrm>
              <a:off x="5305338" y="-9400"/>
              <a:ext cx="0" cy="5162400"/>
            </a:xfrm>
            <a:prstGeom prst="straightConnector1">
              <a:avLst/>
            </a:prstGeom>
            <a:noFill/>
            <a:ln w="9525" cap="flat" cmpd="sng">
              <a:solidFill>
                <a:schemeClr val="dk2"/>
              </a:solidFill>
              <a:prstDash val="solid"/>
              <a:round/>
              <a:headEnd type="none" w="med" len="med"/>
              <a:tailEnd type="none" w="med" len="med"/>
            </a:ln>
          </p:spPr>
        </p:cxnSp>
        <p:cxnSp>
          <p:nvCxnSpPr>
            <p:cNvPr id="937" name="Google Shape;937;p14"/>
            <p:cNvCxnSpPr/>
            <p:nvPr/>
          </p:nvCxnSpPr>
          <p:spPr>
            <a:xfrm>
              <a:off x="5794313" y="-9400"/>
              <a:ext cx="0" cy="5162400"/>
            </a:xfrm>
            <a:prstGeom prst="straightConnector1">
              <a:avLst/>
            </a:prstGeom>
            <a:noFill/>
            <a:ln w="9525" cap="flat" cmpd="sng">
              <a:solidFill>
                <a:schemeClr val="dk2"/>
              </a:solidFill>
              <a:prstDash val="solid"/>
              <a:round/>
              <a:headEnd type="none" w="med" len="med"/>
              <a:tailEnd type="none" w="med" len="med"/>
            </a:ln>
          </p:spPr>
        </p:cxnSp>
        <p:cxnSp>
          <p:nvCxnSpPr>
            <p:cNvPr id="938" name="Google Shape;938;p14"/>
            <p:cNvCxnSpPr/>
            <p:nvPr/>
          </p:nvCxnSpPr>
          <p:spPr>
            <a:xfrm>
              <a:off x="6283288" y="-9400"/>
              <a:ext cx="0" cy="5162400"/>
            </a:xfrm>
            <a:prstGeom prst="straightConnector1">
              <a:avLst/>
            </a:prstGeom>
            <a:noFill/>
            <a:ln w="9525" cap="flat" cmpd="sng">
              <a:solidFill>
                <a:schemeClr val="dk2"/>
              </a:solidFill>
              <a:prstDash val="solid"/>
              <a:round/>
              <a:headEnd type="none" w="med" len="med"/>
              <a:tailEnd type="none" w="med" len="med"/>
            </a:ln>
          </p:spPr>
        </p:cxnSp>
        <p:cxnSp>
          <p:nvCxnSpPr>
            <p:cNvPr id="939" name="Google Shape;939;p14"/>
            <p:cNvCxnSpPr/>
            <p:nvPr/>
          </p:nvCxnSpPr>
          <p:spPr>
            <a:xfrm>
              <a:off x="6772263" y="-9400"/>
              <a:ext cx="0" cy="5162400"/>
            </a:xfrm>
            <a:prstGeom prst="straightConnector1">
              <a:avLst/>
            </a:prstGeom>
            <a:noFill/>
            <a:ln w="9525" cap="flat" cmpd="sng">
              <a:solidFill>
                <a:schemeClr val="dk2"/>
              </a:solidFill>
              <a:prstDash val="solid"/>
              <a:round/>
              <a:headEnd type="none" w="med" len="med"/>
              <a:tailEnd type="none" w="med" len="med"/>
            </a:ln>
          </p:spPr>
        </p:cxnSp>
        <p:cxnSp>
          <p:nvCxnSpPr>
            <p:cNvPr id="940" name="Google Shape;940;p14"/>
            <p:cNvCxnSpPr/>
            <p:nvPr/>
          </p:nvCxnSpPr>
          <p:spPr>
            <a:xfrm>
              <a:off x="7261238" y="-9400"/>
              <a:ext cx="0" cy="5162400"/>
            </a:xfrm>
            <a:prstGeom prst="straightConnector1">
              <a:avLst/>
            </a:prstGeom>
            <a:noFill/>
            <a:ln w="9525" cap="flat" cmpd="sng">
              <a:solidFill>
                <a:schemeClr val="dk2"/>
              </a:solidFill>
              <a:prstDash val="solid"/>
              <a:round/>
              <a:headEnd type="none" w="med" len="med"/>
              <a:tailEnd type="none" w="med" len="med"/>
            </a:ln>
          </p:spPr>
        </p:cxnSp>
        <p:cxnSp>
          <p:nvCxnSpPr>
            <p:cNvPr id="941" name="Google Shape;941;p14"/>
            <p:cNvCxnSpPr/>
            <p:nvPr/>
          </p:nvCxnSpPr>
          <p:spPr>
            <a:xfrm>
              <a:off x="7750213" y="-9400"/>
              <a:ext cx="0" cy="5162400"/>
            </a:xfrm>
            <a:prstGeom prst="straightConnector1">
              <a:avLst/>
            </a:prstGeom>
            <a:noFill/>
            <a:ln w="9525" cap="flat" cmpd="sng">
              <a:solidFill>
                <a:schemeClr val="dk2"/>
              </a:solidFill>
              <a:prstDash val="solid"/>
              <a:round/>
              <a:headEnd type="none" w="med" len="med"/>
              <a:tailEnd type="none" w="med" len="med"/>
            </a:ln>
          </p:spPr>
        </p:cxnSp>
        <p:cxnSp>
          <p:nvCxnSpPr>
            <p:cNvPr id="942" name="Google Shape;942;p14"/>
            <p:cNvCxnSpPr/>
            <p:nvPr/>
          </p:nvCxnSpPr>
          <p:spPr>
            <a:xfrm>
              <a:off x="8239188" y="-9400"/>
              <a:ext cx="0" cy="5162400"/>
            </a:xfrm>
            <a:prstGeom prst="straightConnector1">
              <a:avLst/>
            </a:prstGeom>
            <a:noFill/>
            <a:ln w="9525" cap="flat" cmpd="sng">
              <a:solidFill>
                <a:schemeClr val="dk2"/>
              </a:solidFill>
              <a:prstDash val="solid"/>
              <a:round/>
              <a:headEnd type="none" w="med" len="med"/>
              <a:tailEnd type="none" w="med" len="med"/>
            </a:ln>
          </p:spPr>
        </p:cxnSp>
        <p:cxnSp>
          <p:nvCxnSpPr>
            <p:cNvPr id="943" name="Google Shape;943;p14"/>
            <p:cNvCxnSpPr/>
            <p:nvPr/>
          </p:nvCxnSpPr>
          <p:spPr>
            <a:xfrm>
              <a:off x="8728163" y="-9400"/>
              <a:ext cx="0" cy="5162400"/>
            </a:xfrm>
            <a:prstGeom prst="straightConnector1">
              <a:avLst/>
            </a:prstGeom>
            <a:noFill/>
            <a:ln w="9525" cap="flat" cmpd="sng">
              <a:solidFill>
                <a:schemeClr val="dk2"/>
              </a:solidFill>
              <a:prstDash val="solid"/>
              <a:round/>
              <a:headEnd type="none" w="med" len="med"/>
              <a:tailEnd type="none" w="med" len="med"/>
            </a:ln>
          </p:spPr>
        </p:cxnSp>
      </p:grpSp>
      <p:grpSp>
        <p:nvGrpSpPr>
          <p:cNvPr id="944" name="Google Shape;944;p14"/>
          <p:cNvGrpSpPr/>
          <p:nvPr/>
        </p:nvGrpSpPr>
        <p:grpSpPr>
          <a:xfrm>
            <a:off x="-185282" y="395900"/>
            <a:ext cx="600900" cy="4351800"/>
            <a:chOff x="-185282" y="395900"/>
            <a:chExt cx="600900" cy="4351800"/>
          </a:xfrm>
        </p:grpSpPr>
        <p:sp>
          <p:nvSpPr>
            <p:cNvPr id="945" name="Google Shape;945;p14"/>
            <p:cNvSpPr/>
            <p:nvPr/>
          </p:nvSpPr>
          <p:spPr>
            <a:xfrm flipH="1">
              <a:off x="-185282" y="395900"/>
              <a:ext cx="600900" cy="4351800"/>
            </a:xfrm>
            <a:prstGeom prst="rect">
              <a:avLst/>
            </a:prstGeom>
            <a:solidFill>
              <a:srgbClr val="FBF7ED"/>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946" name="Google Shape;946;p14"/>
            <p:cNvCxnSpPr/>
            <p:nvPr/>
          </p:nvCxnSpPr>
          <p:spPr>
            <a:xfrm>
              <a:off x="-174000" y="736625"/>
              <a:ext cx="579300" cy="0"/>
            </a:xfrm>
            <a:prstGeom prst="straightConnector1">
              <a:avLst/>
            </a:prstGeom>
            <a:noFill/>
            <a:ln w="19050" cap="flat" cmpd="sng">
              <a:solidFill>
                <a:srgbClr val="F0EBDF"/>
              </a:solidFill>
              <a:prstDash val="solid"/>
              <a:round/>
              <a:headEnd type="none" w="med" len="med"/>
              <a:tailEnd type="none" w="med" len="med"/>
            </a:ln>
          </p:spPr>
        </p:cxnSp>
        <p:cxnSp>
          <p:nvCxnSpPr>
            <p:cNvPr id="947" name="Google Shape;947;p14"/>
            <p:cNvCxnSpPr/>
            <p:nvPr/>
          </p:nvCxnSpPr>
          <p:spPr>
            <a:xfrm>
              <a:off x="-174000" y="1070259"/>
              <a:ext cx="579300" cy="0"/>
            </a:xfrm>
            <a:prstGeom prst="straightConnector1">
              <a:avLst/>
            </a:prstGeom>
            <a:noFill/>
            <a:ln w="19050" cap="flat" cmpd="sng">
              <a:solidFill>
                <a:srgbClr val="F0EBDF"/>
              </a:solidFill>
              <a:prstDash val="solid"/>
              <a:round/>
              <a:headEnd type="none" w="med" len="med"/>
              <a:tailEnd type="none" w="med" len="med"/>
            </a:ln>
          </p:spPr>
        </p:cxnSp>
        <p:cxnSp>
          <p:nvCxnSpPr>
            <p:cNvPr id="948" name="Google Shape;948;p14"/>
            <p:cNvCxnSpPr/>
            <p:nvPr/>
          </p:nvCxnSpPr>
          <p:spPr>
            <a:xfrm>
              <a:off x="-174000" y="1403893"/>
              <a:ext cx="579300" cy="0"/>
            </a:xfrm>
            <a:prstGeom prst="straightConnector1">
              <a:avLst/>
            </a:prstGeom>
            <a:noFill/>
            <a:ln w="19050" cap="flat" cmpd="sng">
              <a:solidFill>
                <a:srgbClr val="F0EBDF"/>
              </a:solidFill>
              <a:prstDash val="solid"/>
              <a:round/>
              <a:headEnd type="none" w="med" len="med"/>
              <a:tailEnd type="none" w="med" len="med"/>
            </a:ln>
          </p:spPr>
        </p:cxnSp>
        <p:cxnSp>
          <p:nvCxnSpPr>
            <p:cNvPr id="949" name="Google Shape;949;p14"/>
            <p:cNvCxnSpPr/>
            <p:nvPr/>
          </p:nvCxnSpPr>
          <p:spPr>
            <a:xfrm>
              <a:off x="-174000" y="1737527"/>
              <a:ext cx="579300" cy="0"/>
            </a:xfrm>
            <a:prstGeom prst="straightConnector1">
              <a:avLst/>
            </a:prstGeom>
            <a:noFill/>
            <a:ln w="19050" cap="flat" cmpd="sng">
              <a:solidFill>
                <a:srgbClr val="F0EBDF"/>
              </a:solidFill>
              <a:prstDash val="solid"/>
              <a:round/>
              <a:headEnd type="none" w="med" len="med"/>
              <a:tailEnd type="none" w="med" len="med"/>
            </a:ln>
          </p:spPr>
        </p:cxnSp>
        <p:cxnSp>
          <p:nvCxnSpPr>
            <p:cNvPr id="950" name="Google Shape;950;p14"/>
            <p:cNvCxnSpPr/>
            <p:nvPr/>
          </p:nvCxnSpPr>
          <p:spPr>
            <a:xfrm>
              <a:off x="-174000" y="2071161"/>
              <a:ext cx="579300" cy="0"/>
            </a:xfrm>
            <a:prstGeom prst="straightConnector1">
              <a:avLst/>
            </a:prstGeom>
            <a:noFill/>
            <a:ln w="19050" cap="flat" cmpd="sng">
              <a:solidFill>
                <a:srgbClr val="F0EBDF"/>
              </a:solidFill>
              <a:prstDash val="solid"/>
              <a:round/>
              <a:headEnd type="none" w="med" len="med"/>
              <a:tailEnd type="none" w="med" len="med"/>
            </a:ln>
          </p:spPr>
        </p:cxnSp>
        <p:cxnSp>
          <p:nvCxnSpPr>
            <p:cNvPr id="951" name="Google Shape;951;p14"/>
            <p:cNvCxnSpPr/>
            <p:nvPr/>
          </p:nvCxnSpPr>
          <p:spPr>
            <a:xfrm>
              <a:off x="-174000" y="2404795"/>
              <a:ext cx="579300" cy="0"/>
            </a:xfrm>
            <a:prstGeom prst="straightConnector1">
              <a:avLst/>
            </a:prstGeom>
            <a:noFill/>
            <a:ln w="19050" cap="flat" cmpd="sng">
              <a:solidFill>
                <a:srgbClr val="F0EBDF"/>
              </a:solidFill>
              <a:prstDash val="solid"/>
              <a:round/>
              <a:headEnd type="none" w="med" len="med"/>
              <a:tailEnd type="none" w="med" len="med"/>
            </a:ln>
          </p:spPr>
        </p:cxnSp>
        <p:cxnSp>
          <p:nvCxnSpPr>
            <p:cNvPr id="952" name="Google Shape;952;p14"/>
            <p:cNvCxnSpPr/>
            <p:nvPr/>
          </p:nvCxnSpPr>
          <p:spPr>
            <a:xfrm>
              <a:off x="-174000" y="2738430"/>
              <a:ext cx="579300" cy="0"/>
            </a:xfrm>
            <a:prstGeom prst="straightConnector1">
              <a:avLst/>
            </a:prstGeom>
            <a:noFill/>
            <a:ln w="19050" cap="flat" cmpd="sng">
              <a:solidFill>
                <a:srgbClr val="F0EBDF"/>
              </a:solidFill>
              <a:prstDash val="solid"/>
              <a:round/>
              <a:headEnd type="none" w="med" len="med"/>
              <a:tailEnd type="none" w="med" len="med"/>
            </a:ln>
          </p:spPr>
        </p:cxnSp>
        <p:cxnSp>
          <p:nvCxnSpPr>
            <p:cNvPr id="953" name="Google Shape;953;p14"/>
            <p:cNvCxnSpPr/>
            <p:nvPr/>
          </p:nvCxnSpPr>
          <p:spPr>
            <a:xfrm>
              <a:off x="-174000" y="3739332"/>
              <a:ext cx="579300" cy="0"/>
            </a:xfrm>
            <a:prstGeom prst="straightConnector1">
              <a:avLst/>
            </a:prstGeom>
            <a:noFill/>
            <a:ln w="19050" cap="flat" cmpd="sng">
              <a:solidFill>
                <a:srgbClr val="F0EBDF"/>
              </a:solidFill>
              <a:prstDash val="solid"/>
              <a:round/>
              <a:headEnd type="none" w="med" len="med"/>
              <a:tailEnd type="none" w="med" len="med"/>
            </a:ln>
          </p:spPr>
        </p:cxnSp>
        <p:cxnSp>
          <p:nvCxnSpPr>
            <p:cNvPr id="954" name="Google Shape;954;p14"/>
            <p:cNvCxnSpPr/>
            <p:nvPr/>
          </p:nvCxnSpPr>
          <p:spPr>
            <a:xfrm>
              <a:off x="-174000" y="3405698"/>
              <a:ext cx="579300" cy="0"/>
            </a:xfrm>
            <a:prstGeom prst="straightConnector1">
              <a:avLst/>
            </a:prstGeom>
            <a:noFill/>
            <a:ln w="19050" cap="flat" cmpd="sng">
              <a:solidFill>
                <a:srgbClr val="F0EBDF"/>
              </a:solidFill>
              <a:prstDash val="solid"/>
              <a:round/>
              <a:headEnd type="none" w="med" len="med"/>
              <a:tailEnd type="none" w="med" len="med"/>
            </a:ln>
          </p:spPr>
        </p:cxnSp>
        <p:cxnSp>
          <p:nvCxnSpPr>
            <p:cNvPr id="955" name="Google Shape;955;p14"/>
            <p:cNvCxnSpPr/>
            <p:nvPr/>
          </p:nvCxnSpPr>
          <p:spPr>
            <a:xfrm>
              <a:off x="-174000" y="3072064"/>
              <a:ext cx="579300" cy="0"/>
            </a:xfrm>
            <a:prstGeom prst="straightConnector1">
              <a:avLst/>
            </a:prstGeom>
            <a:noFill/>
            <a:ln w="19050" cap="flat" cmpd="sng">
              <a:solidFill>
                <a:srgbClr val="F0EBDF"/>
              </a:solidFill>
              <a:prstDash val="solid"/>
              <a:round/>
              <a:headEnd type="none" w="med" len="med"/>
              <a:tailEnd type="none" w="med" len="med"/>
            </a:ln>
          </p:spPr>
        </p:cxnSp>
        <p:cxnSp>
          <p:nvCxnSpPr>
            <p:cNvPr id="956" name="Google Shape;956;p14"/>
            <p:cNvCxnSpPr/>
            <p:nvPr/>
          </p:nvCxnSpPr>
          <p:spPr>
            <a:xfrm>
              <a:off x="-174000" y="4072966"/>
              <a:ext cx="579300" cy="0"/>
            </a:xfrm>
            <a:prstGeom prst="straightConnector1">
              <a:avLst/>
            </a:prstGeom>
            <a:noFill/>
            <a:ln w="19050" cap="flat" cmpd="sng">
              <a:solidFill>
                <a:srgbClr val="F0EBDF"/>
              </a:solidFill>
              <a:prstDash val="solid"/>
              <a:round/>
              <a:headEnd type="none" w="med" len="med"/>
              <a:tailEnd type="none" w="med" len="med"/>
            </a:ln>
          </p:spPr>
        </p:cxnSp>
        <p:cxnSp>
          <p:nvCxnSpPr>
            <p:cNvPr id="957" name="Google Shape;957;p14"/>
            <p:cNvCxnSpPr/>
            <p:nvPr/>
          </p:nvCxnSpPr>
          <p:spPr>
            <a:xfrm>
              <a:off x="-174000" y="4406600"/>
              <a:ext cx="579300" cy="0"/>
            </a:xfrm>
            <a:prstGeom prst="straightConnector1">
              <a:avLst/>
            </a:prstGeom>
            <a:noFill/>
            <a:ln w="19050" cap="flat" cmpd="sng">
              <a:solidFill>
                <a:srgbClr val="F0EBDF"/>
              </a:solidFill>
              <a:prstDash val="solid"/>
              <a:round/>
              <a:headEnd type="none" w="med" len="med"/>
              <a:tailEnd type="none" w="med" len="med"/>
            </a:ln>
          </p:spPr>
        </p:cxnSp>
        <p:sp>
          <p:nvSpPr>
            <p:cNvPr id="958" name="Google Shape;958;p14"/>
            <p:cNvSpPr/>
            <p:nvPr/>
          </p:nvSpPr>
          <p:spPr>
            <a:xfrm flipH="1">
              <a:off x="136538" y="816775"/>
              <a:ext cx="165900" cy="1659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9" name="Google Shape;959;p14"/>
            <p:cNvSpPr/>
            <p:nvPr/>
          </p:nvSpPr>
          <p:spPr>
            <a:xfrm flipH="1">
              <a:off x="136538" y="1487737"/>
              <a:ext cx="165900" cy="1659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0" name="Google Shape;960;p14"/>
            <p:cNvSpPr/>
            <p:nvPr/>
          </p:nvSpPr>
          <p:spPr>
            <a:xfrm flipH="1">
              <a:off x="136538" y="2155025"/>
              <a:ext cx="165900" cy="1659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1" name="Google Shape;961;p14"/>
            <p:cNvSpPr/>
            <p:nvPr/>
          </p:nvSpPr>
          <p:spPr>
            <a:xfrm flipH="1">
              <a:off x="136538" y="2822287"/>
              <a:ext cx="165900" cy="1659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2" name="Google Shape;962;p14"/>
            <p:cNvSpPr/>
            <p:nvPr/>
          </p:nvSpPr>
          <p:spPr>
            <a:xfrm flipH="1">
              <a:off x="136538" y="3489562"/>
              <a:ext cx="165900" cy="1659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3" name="Google Shape;963;p14"/>
            <p:cNvSpPr/>
            <p:nvPr/>
          </p:nvSpPr>
          <p:spPr>
            <a:xfrm flipH="1">
              <a:off x="136538" y="4156825"/>
              <a:ext cx="165900" cy="1659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64" name="Google Shape;964;p14"/>
          <p:cNvGrpSpPr/>
          <p:nvPr/>
        </p:nvGrpSpPr>
        <p:grpSpPr>
          <a:xfrm>
            <a:off x="504792" y="395741"/>
            <a:ext cx="8134200" cy="4351800"/>
            <a:chOff x="504792" y="395741"/>
            <a:chExt cx="8134200" cy="4351800"/>
          </a:xfrm>
        </p:grpSpPr>
        <p:sp>
          <p:nvSpPr>
            <p:cNvPr id="965" name="Google Shape;965;p14"/>
            <p:cNvSpPr/>
            <p:nvPr/>
          </p:nvSpPr>
          <p:spPr>
            <a:xfrm>
              <a:off x="504792" y="395741"/>
              <a:ext cx="8134200" cy="4351800"/>
            </a:xfrm>
            <a:prstGeom prst="rect">
              <a:avLst/>
            </a:prstGeom>
            <a:solidFill>
              <a:srgbClr val="FBF7ED"/>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966" name="Google Shape;966;p14"/>
            <p:cNvCxnSpPr/>
            <p:nvPr/>
          </p:nvCxnSpPr>
          <p:spPr>
            <a:xfrm rot="10800000">
              <a:off x="517425" y="736450"/>
              <a:ext cx="8112000" cy="0"/>
            </a:xfrm>
            <a:prstGeom prst="straightConnector1">
              <a:avLst/>
            </a:prstGeom>
            <a:noFill/>
            <a:ln w="19050" cap="flat" cmpd="sng">
              <a:solidFill>
                <a:srgbClr val="F0EBDF"/>
              </a:solidFill>
              <a:prstDash val="solid"/>
              <a:round/>
              <a:headEnd type="none" w="med" len="med"/>
              <a:tailEnd type="none" w="med" len="med"/>
            </a:ln>
          </p:spPr>
        </p:cxnSp>
        <p:cxnSp>
          <p:nvCxnSpPr>
            <p:cNvPr id="967" name="Google Shape;967;p14"/>
            <p:cNvCxnSpPr/>
            <p:nvPr/>
          </p:nvCxnSpPr>
          <p:spPr>
            <a:xfrm rot="10800000">
              <a:off x="517425" y="1070084"/>
              <a:ext cx="8112000" cy="0"/>
            </a:xfrm>
            <a:prstGeom prst="straightConnector1">
              <a:avLst/>
            </a:prstGeom>
            <a:noFill/>
            <a:ln w="19050" cap="flat" cmpd="sng">
              <a:solidFill>
                <a:srgbClr val="F0EBDF"/>
              </a:solidFill>
              <a:prstDash val="solid"/>
              <a:round/>
              <a:headEnd type="none" w="med" len="med"/>
              <a:tailEnd type="none" w="med" len="med"/>
            </a:ln>
          </p:spPr>
        </p:cxnSp>
        <p:cxnSp>
          <p:nvCxnSpPr>
            <p:cNvPr id="968" name="Google Shape;968;p14"/>
            <p:cNvCxnSpPr/>
            <p:nvPr/>
          </p:nvCxnSpPr>
          <p:spPr>
            <a:xfrm rot="10800000">
              <a:off x="517425" y="1403718"/>
              <a:ext cx="8112000" cy="0"/>
            </a:xfrm>
            <a:prstGeom prst="straightConnector1">
              <a:avLst/>
            </a:prstGeom>
            <a:noFill/>
            <a:ln w="19050" cap="flat" cmpd="sng">
              <a:solidFill>
                <a:srgbClr val="F0EBDF"/>
              </a:solidFill>
              <a:prstDash val="solid"/>
              <a:round/>
              <a:headEnd type="none" w="med" len="med"/>
              <a:tailEnd type="none" w="med" len="med"/>
            </a:ln>
          </p:spPr>
        </p:cxnSp>
        <p:cxnSp>
          <p:nvCxnSpPr>
            <p:cNvPr id="969" name="Google Shape;969;p14"/>
            <p:cNvCxnSpPr/>
            <p:nvPr/>
          </p:nvCxnSpPr>
          <p:spPr>
            <a:xfrm rot="10800000">
              <a:off x="517425" y="1737352"/>
              <a:ext cx="8112000" cy="0"/>
            </a:xfrm>
            <a:prstGeom prst="straightConnector1">
              <a:avLst/>
            </a:prstGeom>
            <a:noFill/>
            <a:ln w="19050" cap="flat" cmpd="sng">
              <a:solidFill>
                <a:srgbClr val="F0EBDF"/>
              </a:solidFill>
              <a:prstDash val="solid"/>
              <a:round/>
              <a:headEnd type="none" w="med" len="med"/>
              <a:tailEnd type="none" w="med" len="med"/>
            </a:ln>
          </p:spPr>
        </p:cxnSp>
        <p:cxnSp>
          <p:nvCxnSpPr>
            <p:cNvPr id="970" name="Google Shape;970;p14"/>
            <p:cNvCxnSpPr/>
            <p:nvPr/>
          </p:nvCxnSpPr>
          <p:spPr>
            <a:xfrm rot="10800000">
              <a:off x="517425" y="2070986"/>
              <a:ext cx="8112000" cy="0"/>
            </a:xfrm>
            <a:prstGeom prst="straightConnector1">
              <a:avLst/>
            </a:prstGeom>
            <a:noFill/>
            <a:ln w="19050" cap="flat" cmpd="sng">
              <a:solidFill>
                <a:srgbClr val="F0EBDF"/>
              </a:solidFill>
              <a:prstDash val="solid"/>
              <a:round/>
              <a:headEnd type="none" w="med" len="med"/>
              <a:tailEnd type="none" w="med" len="med"/>
            </a:ln>
          </p:spPr>
        </p:cxnSp>
        <p:cxnSp>
          <p:nvCxnSpPr>
            <p:cNvPr id="971" name="Google Shape;971;p14"/>
            <p:cNvCxnSpPr/>
            <p:nvPr/>
          </p:nvCxnSpPr>
          <p:spPr>
            <a:xfrm rot="10800000">
              <a:off x="517425" y="2404620"/>
              <a:ext cx="8112000" cy="0"/>
            </a:xfrm>
            <a:prstGeom prst="straightConnector1">
              <a:avLst/>
            </a:prstGeom>
            <a:noFill/>
            <a:ln w="19050" cap="flat" cmpd="sng">
              <a:solidFill>
                <a:srgbClr val="F0EBDF"/>
              </a:solidFill>
              <a:prstDash val="solid"/>
              <a:round/>
              <a:headEnd type="none" w="med" len="med"/>
              <a:tailEnd type="none" w="med" len="med"/>
            </a:ln>
          </p:spPr>
        </p:cxnSp>
        <p:cxnSp>
          <p:nvCxnSpPr>
            <p:cNvPr id="972" name="Google Shape;972;p14"/>
            <p:cNvCxnSpPr/>
            <p:nvPr/>
          </p:nvCxnSpPr>
          <p:spPr>
            <a:xfrm rot="10800000">
              <a:off x="517425" y="2738255"/>
              <a:ext cx="8112000" cy="0"/>
            </a:xfrm>
            <a:prstGeom prst="straightConnector1">
              <a:avLst/>
            </a:prstGeom>
            <a:noFill/>
            <a:ln w="19050" cap="flat" cmpd="sng">
              <a:solidFill>
                <a:srgbClr val="F0EBDF"/>
              </a:solidFill>
              <a:prstDash val="solid"/>
              <a:round/>
              <a:headEnd type="none" w="med" len="med"/>
              <a:tailEnd type="none" w="med" len="med"/>
            </a:ln>
          </p:spPr>
        </p:cxnSp>
        <p:cxnSp>
          <p:nvCxnSpPr>
            <p:cNvPr id="973" name="Google Shape;973;p14"/>
            <p:cNvCxnSpPr/>
            <p:nvPr/>
          </p:nvCxnSpPr>
          <p:spPr>
            <a:xfrm rot="10800000">
              <a:off x="517425" y="3739157"/>
              <a:ext cx="8112000" cy="0"/>
            </a:xfrm>
            <a:prstGeom prst="straightConnector1">
              <a:avLst/>
            </a:prstGeom>
            <a:noFill/>
            <a:ln w="19050" cap="flat" cmpd="sng">
              <a:solidFill>
                <a:srgbClr val="F0EBDF"/>
              </a:solidFill>
              <a:prstDash val="solid"/>
              <a:round/>
              <a:headEnd type="none" w="med" len="med"/>
              <a:tailEnd type="none" w="med" len="med"/>
            </a:ln>
          </p:spPr>
        </p:cxnSp>
        <p:cxnSp>
          <p:nvCxnSpPr>
            <p:cNvPr id="974" name="Google Shape;974;p14"/>
            <p:cNvCxnSpPr/>
            <p:nvPr/>
          </p:nvCxnSpPr>
          <p:spPr>
            <a:xfrm rot="10800000">
              <a:off x="517425" y="3405523"/>
              <a:ext cx="8112000" cy="0"/>
            </a:xfrm>
            <a:prstGeom prst="straightConnector1">
              <a:avLst/>
            </a:prstGeom>
            <a:noFill/>
            <a:ln w="19050" cap="flat" cmpd="sng">
              <a:solidFill>
                <a:srgbClr val="F0EBDF"/>
              </a:solidFill>
              <a:prstDash val="solid"/>
              <a:round/>
              <a:headEnd type="none" w="med" len="med"/>
              <a:tailEnd type="none" w="med" len="med"/>
            </a:ln>
          </p:spPr>
        </p:cxnSp>
        <p:cxnSp>
          <p:nvCxnSpPr>
            <p:cNvPr id="975" name="Google Shape;975;p14"/>
            <p:cNvCxnSpPr/>
            <p:nvPr/>
          </p:nvCxnSpPr>
          <p:spPr>
            <a:xfrm rot="10800000">
              <a:off x="517425" y="3071889"/>
              <a:ext cx="8112000" cy="0"/>
            </a:xfrm>
            <a:prstGeom prst="straightConnector1">
              <a:avLst/>
            </a:prstGeom>
            <a:noFill/>
            <a:ln w="19050" cap="flat" cmpd="sng">
              <a:solidFill>
                <a:srgbClr val="F0EBDF"/>
              </a:solidFill>
              <a:prstDash val="solid"/>
              <a:round/>
              <a:headEnd type="none" w="med" len="med"/>
              <a:tailEnd type="none" w="med" len="med"/>
            </a:ln>
          </p:spPr>
        </p:cxnSp>
        <p:cxnSp>
          <p:nvCxnSpPr>
            <p:cNvPr id="976" name="Google Shape;976;p14"/>
            <p:cNvCxnSpPr/>
            <p:nvPr/>
          </p:nvCxnSpPr>
          <p:spPr>
            <a:xfrm rot="10800000">
              <a:off x="517425" y="4072791"/>
              <a:ext cx="8112000" cy="0"/>
            </a:xfrm>
            <a:prstGeom prst="straightConnector1">
              <a:avLst/>
            </a:prstGeom>
            <a:noFill/>
            <a:ln w="19050" cap="flat" cmpd="sng">
              <a:solidFill>
                <a:srgbClr val="F0EBDF"/>
              </a:solidFill>
              <a:prstDash val="solid"/>
              <a:round/>
              <a:headEnd type="none" w="med" len="med"/>
              <a:tailEnd type="none" w="med" len="med"/>
            </a:ln>
          </p:spPr>
        </p:cxnSp>
        <p:cxnSp>
          <p:nvCxnSpPr>
            <p:cNvPr id="977" name="Google Shape;977;p14"/>
            <p:cNvCxnSpPr/>
            <p:nvPr/>
          </p:nvCxnSpPr>
          <p:spPr>
            <a:xfrm rot="10800000">
              <a:off x="517425" y="4406425"/>
              <a:ext cx="8112000" cy="0"/>
            </a:xfrm>
            <a:prstGeom prst="straightConnector1">
              <a:avLst/>
            </a:prstGeom>
            <a:noFill/>
            <a:ln w="19050" cap="flat" cmpd="sng">
              <a:solidFill>
                <a:srgbClr val="F0EBDF"/>
              </a:solidFill>
              <a:prstDash val="solid"/>
              <a:round/>
              <a:headEnd type="none" w="med" len="med"/>
              <a:tailEnd type="none" w="med" len="med"/>
            </a:ln>
          </p:spPr>
        </p:cxnSp>
        <p:cxnSp>
          <p:nvCxnSpPr>
            <p:cNvPr id="978" name="Google Shape;978;p14"/>
            <p:cNvCxnSpPr/>
            <p:nvPr/>
          </p:nvCxnSpPr>
          <p:spPr>
            <a:xfrm>
              <a:off x="900099" y="403173"/>
              <a:ext cx="0" cy="4336800"/>
            </a:xfrm>
            <a:prstGeom prst="straightConnector1">
              <a:avLst/>
            </a:prstGeom>
            <a:noFill/>
            <a:ln w="19050" cap="flat" cmpd="sng">
              <a:solidFill>
                <a:schemeClr val="lt1"/>
              </a:solidFill>
              <a:prstDash val="solid"/>
              <a:round/>
              <a:headEnd type="none" w="med" len="med"/>
              <a:tailEnd type="none" w="med" len="med"/>
            </a:ln>
          </p:spPr>
        </p:cxnSp>
        <p:sp>
          <p:nvSpPr>
            <p:cNvPr id="979" name="Google Shape;979;p14"/>
            <p:cNvSpPr/>
            <p:nvPr/>
          </p:nvSpPr>
          <p:spPr>
            <a:xfrm>
              <a:off x="617972" y="816625"/>
              <a:ext cx="165900" cy="1659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0" name="Google Shape;980;p14"/>
            <p:cNvSpPr/>
            <p:nvPr/>
          </p:nvSpPr>
          <p:spPr>
            <a:xfrm>
              <a:off x="617972" y="1487587"/>
              <a:ext cx="165900" cy="1659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1" name="Google Shape;981;p14"/>
            <p:cNvSpPr/>
            <p:nvPr/>
          </p:nvSpPr>
          <p:spPr>
            <a:xfrm>
              <a:off x="617972" y="2154875"/>
              <a:ext cx="165900" cy="1659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2" name="Google Shape;982;p14"/>
            <p:cNvSpPr/>
            <p:nvPr/>
          </p:nvSpPr>
          <p:spPr>
            <a:xfrm>
              <a:off x="617972" y="2822137"/>
              <a:ext cx="165900" cy="1659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3" name="Google Shape;983;p14"/>
            <p:cNvSpPr/>
            <p:nvPr/>
          </p:nvSpPr>
          <p:spPr>
            <a:xfrm>
              <a:off x="617972" y="3489412"/>
              <a:ext cx="165900" cy="1659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4" name="Google Shape;984;p14"/>
            <p:cNvSpPr/>
            <p:nvPr/>
          </p:nvSpPr>
          <p:spPr>
            <a:xfrm>
              <a:off x="617972" y="4156675"/>
              <a:ext cx="165900" cy="1659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85" name="Google Shape;985;p14"/>
          <p:cNvSpPr txBox="1">
            <a:spLocks noGrp="1"/>
          </p:cNvSpPr>
          <p:nvPr>
            <p:ph type="subTitle" idx="1"/>
          </p:nvPr>
        </p:nvSpPr>
        <p:spPr>
          <a:xfrm>
            <a:off x="5030725" y="2074950"/>
            <a:ext cx="2966400" cy="13017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sz="1600"/>
            </a:lvl1pPr>
            <a:lvl2pPr lvl="1" algn="r" rtl="0">
              <a:lnSpc>
                <a:spcPct val="100000"/>
              </a:lnSpc>
              <a:spcBef>
                <a:spcPts val="0"/>
              </a:spcBef>
              <a:spcAft>
                <a:spcPts val="0"/>
              </a:spcAft>
              <a:buSzPts val="1400"/>
              <a:buNone/>
              <a:defRPr/>
            </a:lvl2pPr>
            <a:lvl3pPr lvl="2" algn="r" rtl="0">
              <a:lnSpc>
                <a:spcPct val="100000"/>
              </a:lnSpc>
              <a:spcBef>
                <a:spcPts val="0"/>
              </a:spcBef>
              <a:spcAft>
                <a:spcPts val="0"/>
              </a:spcAft>
              <a:buSzPts val="1400"/>
              <a:buNone/>
              <a:defRPr/>
            </a:lvl3pPr>
            <a:lvl4pPr lvl="3" algn="r" rtl="0">
              <a:lnSpc>
                <a:spcPct val="100000"/>
              </a:lnSpc>
              <a:spcBef>
                <a:spcPts val="0"/>
              </a:spcBef>
              <a:spcAft>
                <a:spcPts val="0"/>
              </a:spcAft>
              <a:buSzPts val="1400"/>
              <a:buNone/>
              <a:defRPr/>
            </a:lvl4pPr>
            <a:lvl5pPr lvl="4" algn="r" rtl="0">
              <a:lnSpc>
                <a:spcPct val="100000"/>
              </a:lnSpc>
              <a:spcBef>
                <a:spcPts val="0"/>
              </a:spcBef>
              <a:spcAft>
                <a:spcPts val="0"/>
              </a:spcAft>
              <a:buSzPts val="1400"/>
              <a:buNone/>
              <a:defRPr/>
            </a:lvl5pPr>
            <a:lvl6pPr lvl="5" algn="r" rtl="0">
              <a:lnSpc>
                <a:spcPct val="100000"/>
              </a:lnSpc>
              <a:spcBef>
                <a:spcPts val="0"/>
              </a:spcBef>
              <a:spcAft>
                <a:spcPts val="0"/>
              </a:spcAft>
              <a:buSzPts val="1400"/>
              <a:buNone/>
              <a:defRPr/>
            </a:lvl6pPr>
            <a:lvl7pPr lvl="6" algn="r" rtl="0">
              <a:lnSpc>
                <a:spcPct val="100000"/>
              </a:lnSpc>
              <a:spcBef>
                <a:spcPts val="0"/>
              </a:spcBef>
              <a:spcAft>
                <a:spcPts val="0"/>
              </a:spcAft>
              <a:buSzPts val="1400"/>
              <a:buNone/>
              <a:defRPr/>
            </a:lvl7pPr>
            <a:lvl8pPr lvl="7" algn="r" rtl="0">
              <a:lnSpc>
                <a:spcPct val="100000"/>
              </a:lnSpc>
              <a:spcBef>
                <a:spcPts val="0"/>
              </a:spcBef>
              <a:spcAft>
                <a:spcPts val="0"/>
              </a:spcAft>
              <a:buSzPts val="1400"/>
              <a:buNone/>
              <a:defRPr/>
            </a:lvl8pPr>
            <a:lvl9pPr lvl="8" algn="r" rtl="0">
              <a:lnSpc>
                <a:spcPct val="100000"/>
              </a:lnSpc>
              <a:spcBef>
                <a:spcPts val="0"/>
              </a:spcBef>
              <a:spcAft>
                <a:spcPts val="0"/>
              </a:spcAft>
              <a:buSzPts val="1400"/>
              <a:buNone/>
              <a:defRPr/>
            </a:lvl9pPr>
          </a:lstStyle>
          <a:p>
            <a:endParaRPr/>
          </a:p>
        </p:txBody>
      </p:sp>
      <p:grpSp>
        <p:nvGrpSpPr>
          <p:cNvPr id="986" name="Google Shape;986;p14"/>
          <p:cNvGrpSpPr/>
          <p:nvPr/>
        </p:nvGrpSpPr>
        <p:grpSpPr>
          <a:xfrm>
            <a:off x="227312" y="868475"/>
            <a:ext cx="477900" cy="3405950"/>
            <a:chOff x="227312" y="868475"/>
            <a:chExt cx="477900" cy="3405950"/>
          </a:xfrm>
        </p:grpSpPr>
        <p:sp>
          <p:nvSpPr>
            <p:cNvPr id="987" name="Google Shape;987;p14"/>
            <p:cNvSpPr/>
            <p:nvPr/>
          </p:nvSpPr>
          <p:spPr>
            <a:xfrm rot="10800000" flipH="1">
              <a:off x="227312" y="868475"/>
              <a:ext cx="477900" cy="69600"/>
            </a:xfrm>
            <a:prstGeom prst="roundRect">
              <a:avLst>
                <a:gd name="adj" fmla="val 16667"/>
              </a:avLst>
            </a:prstGeom>
            <a:solidFill>
              <a:schemeClr val="accen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8" name="Google Shape;988;p14"/>
            <p:cNvSpPr/>
            <p:nvPr/>
          </p:nvSpPr>
          <p:spPr>
            <a:xfrm rot="10800000" flipH="1">
              <a:off x="227312" y="1535738"/>
              <a:ext cx="477900" cy="69600"/>
            </a:xfrm>
            <a:prstGeom prst="roundRect">
              <a:avLst>
                <a:gd name="adj" fmla="val 16667"/>
              </a:avLst>
            </a:prstGeom>
            <a:solidFill>
              <a:schemeClr val="accen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9" name="Google Shape;989;p14"/>
            <p:cNvSpPr/>
            <p:nvPr/>
          </p:nvSpPr>
          <p:spPr>
            <a:xfrm rot="10800000" flipH="1">
              <a:off x="227312" y="2203025"/>
              <a:ext cx="477900" cy="69600"/>
            </a:xfrm>
            <a:prstGeom prst="roundRect">
              <a:avLst>
                <a:gd name="adj" fmla="val 16667"/>
              </a:avLst>
            </a:prstGeom>
            <a:solidFill>
              <a:schemeClr val="accen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0" name="Google Shape;990;p14"/>
            <p:cNvSpPr/>
            <p:nvPr/>
          </p:nvSpPr>
          <p:spPr>
            <a:xfrm rot="10800000" flipH="1">
              <a:off x="227312" y="2870288"/>
              <a:ext cx="477900" cy="69600"/>
            </a:xfrm>
            <a:prstGeom prst="roundRect">
              <a:avLst>
                <a:gd name="adj" fmla="val 16667"/>
              </a:avLst>
            </a:prstGeom>
            <a:solidFill>
              <a:schemeClr val="accen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1" name="Google Shape;991;p14"/>
            <p:cNvSpPr/>
            <p:nvPr/>
          </p:nvSpPr>
          <p:spPr>
            <a:xfrm rot="10800000" flipH="1">
              <a:off x="227312" y="3537563"/>
              <a:ext cx="477900" cy="69600"/>
            </a:xfrm>
            <a:prstGeom prst="roundRect">
              <a:avLst>
                <a:gd name="adj" fmla="val 16667"/>
              </a:avLst>
            </a:prstGeom>
            <a:solidFill>
              <a:schemeClr val="accen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2" name="Google Shape;992;p14"/>
            <p:cNvSpPr/>
            <p:nvPr/>
          </p:nvSpPr>
          <p:spPr>
            <a:xfrm rot="10800000" flipH="1">
              <a:off x="227312" y="4204825"/>
              <a:ext cx="477900" cy="69600"/>
            </a:xfrm>
            <a:prstGeom prst="roundRect">
              <a:avLst>
                <a:gd name="adj" fmla="val 16667"/>
              </a:avLst>
            </a:prstGeom>
            <a:solidFill>
              <a:schemeClr val="accen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93" name="Google Shape;993;p14"/>
          <p:cNvSpPr txBox="1">
            <a:spLocks noGrp="1"/>
          </p:cNvSpPr>
          <p:nvPr>
            <p:ph type="title"/>
          </p:nvPr>
        </p:nvSpPr>
        <p:spPr>
          <a:xfrm>
            <a:off x="904875" y="597425"/>
            <a:ext cx="7334400" cy="572700"/>
          </a:xfrm>
          <a:prstGeom prst="rect">
            <a:avLst/>
          </a:prstGeom>
          <a:ln>
            <a:noFill/>
          </a:ln>
        </p:spPr>
        <p:txBody>
          <a:bodyPr spcFirstLastPara="1" wrap="square" lIns="91425" tIns="91425" rIns="91425" bIns="91425" anchor="ctr" anchorCtr="0">
            <a:noAutofit/>
          </a:bodyPr>
          <a:lstStyle>
            <a:lvl1pPr lvl="0" algn="ctr"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994" name="Google Shape;994;p14"/>
          <p:cNvSpPr/>
          <p:nvPr/>
        </p:nvSpPr>
        <p:spPr>
          <a:xfrm rot="-2227469" flipH="1">
            <a:off x="2830554" y="4137077"/>
            <a:ext cx="243062" cy="210302"/>
          </a:xfrm>
          <a:prstGeom prst="triangle">
            <a:avLst>
              <a:gd name="adj" fmla="val 50000"/>
            </a:avLst>
          </a:prstGeom>
          <a:noFill/>
          <a:ln w="19050"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5" name="Google Shape;995;p14"/>
          <p:cNvSpPr/>
          <p:nvPr/>
        </p:nvSpPr>
        <p:spPr>
          <a:xfrm rot="7771672" flipH="1">
            <a:off x="7390440" y="980941"/>
            <a:ext cx="126796" cy="109319"/>
          </a:xfrm>
          <a:prstGeom prst="triangle">
            <a:avLst>
              <a:gd name="adj" fmla="val 50000"/>
            </a:avLst>
          </a:pr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6" name="Google Shape;996;p14"/>
          <p:cNvSpPr/>
          <p:nvPr/>
        </p:nvSpPr>
        <p:spPr>
          <a:xfrm flipH="1">
            <a:off x="7891225" y="1119300"/>
            <a:ext cx="291900" cy="291900"/>
          </a:xfrm>
          <a:prstGeom prst="ellipse">
            <a:avLst/>
          </a:prstGeom>
          <a:noFill/>
          <a:ln w="19050"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7" name="Google Shape;997;p14"/>
          <p:cNvSpPr/>
          <p:nvPr/>
        </p:nvSpPr>
        <p:spPr>
          <a:xfrm flipH="1">
            <a:off x="771525" y="3376700"/>
            <a:ext cx="165000" cy="165000"/>
          </a:xfrm>
          <a:prstGeom prst="ellipse">
            <a:avLst/>
          </a:prstGeom>
          <a:noFill/>
          <a:ln w="19050"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8" name="Google Shape;998;p14"/>
          <p:cNvSpPr/>
          <p:nvPr/>
        </p:nvSpPr>
        <p:spPr>
          <a:xfrm rot="-2855308" flipH="1">
            <a:off x="6616856" y="4040651"/>
            <a:ext cx="117429" cy="117005"/>
          </a:xfrm>
          <a:prstGeom prst="rect">
            <a:avLst/>
          </a:prstGeom>
          <a:no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9" name="Google Shape;999;p14"/>
          <p:cNvSpPr/>
          <p:nvPr/>
        </p:nvSpPr>
        <p:spPr>
          <a:xfrm rot="716485" flipH="1">
            <a:off x="2111577" y="1225439"/>
            <a:ext cx="117441" cy="117086"/>
          </a:xfrm>
          <a:prstGeom prst="rect">
            <a:avLst/>
          </a:pr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0" name="Google Shape;1000;p14"/>
          <p:cNvSpPr/>
          <p:nvPr/>
        </p:nvSpPr>
        <p:spPr>
          <a:xfrm rot="3430508" flipH="1">
            <a:off x="7840320" y="4247078"/>
            <a:ext cx="126736" cy="109431"/>
          </a:xfrm>
          <a:prstGeom prst="triangle">
            <a:avLst>
              <a:gd name="adj" fmla="val 50000"/>
            </a:avLst>
          </a:prstGeom>
          <a:noFill/>
          <a:ln w="19050"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1" name="Google Shape;1001;p14"/>
          <p:cNvSpPr/>
          <p:nvPr/>
        </p:nvSpPr>
        <p:spPr>
          <a:xfrm flipH="1">
            <a:off x="4982475" y="1703538"/>
            <a:ext cx="165000" cy="165000"/>
          </a:xfrm>
          <a:prstGeom prst="ellipse">
            <a:avLst/>
          </a:pr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text 1">
  <p:cSld name="TITLE_AND_BODY_1">
    <p:spTree>
      <p:nvGrpSpPr>
        <p:cNvPr id="1" name="Shape 1002"/>
        <p:cNvGrpSpPr/>
        <p:nvPr/>
      </p:nvGrpSpPr>
      <p:grpSpPr>
        <a:xfrm>
          <a:off x="0" y="0"/>
          <a:ext cx="0" cy="0"/>
          <a:chOff x="0" y="0"/>
          <a:chExt cx="0" cy="0"/>
        </a:xfrm>
      </p:grpSpPr>
      <p:grpSp>
        <p:nvGrpSpPr>
          <p:cNvPr id="1003" name="Google Shape;1003;p15"/>
          <p:cNvGrpSpPr/>
          <p:nvPr/>
        </p:nvGrpSpPr>
        <p:grpSpPr>
          <a:xfrm>
            <a:off x="10" y="-9400"/>
            <a:ext cx="9144000" cy="5162400"/>
            <a:chOff x="10" y="-9400"/>
            <a:chExt cx="9144000" cy="5162400"/>
          </a:xfrm>
        </p:grpSpPr>
        <p:grpSp>
          <p:nvGrpSpPr>
            <p:cNvPr id="1004" name="Google Shape;1004;p15"/>
            <p:cNvGrpSpPr/>
            <p:nvPr/>
          </p:nvGrpSpPr>
          <p:grpSpPr>
            <a:xfrm>
              <a:off x="10" y="371400"/>
              <a:ext cx="9144000" cy="4400775"/>
              <a:chOff x="10" y="371400"/>
              <a:chExt cx="9144000" cy="4400775"/>
            </a:xfrm>
          </p:grpSpPr>
          <p:cxnSp>
            <p:nvCxnSpPr>
              <p:cNvPr id="1005" name="Google Shape;1005;p15"/>
              <p:cNvCxnSpPr/>
              <p:nvPr/>
            </p:nvCxnSpPr>
            <p:spPr>
              <a:xfrm>
                <a:off x="4572010" y="-4200600"/>
                <a:ext cx="0" cy="9144000"/>
              </a:xfrm>
              <a:prstGeom prst="straightConnector1">
                <a:avLst/>
              </a:prstGeom>
              <a:noFill/>
              <a:ln w="9525" cap="flat" cmpd="sng">
                <a:solidFill>
                  <a:schemeClr val="dk2"/>
                </a:solidFill>
                <a:prstDash val="solid"/>
                <a:round/>
                <a:headEnd type="none" w="med" len="med"/>
                <a:tailEnd type="none" w="med" len="med"/>
              </a:ln>
            </p:spPr>
          </p:cxnSp>
          <p:cxnSp>
            <p:nvCxnSpPr>
              <p:cNvPr id="1006" name="Google Shape;1006;p15"/>
              <p:cNvCxnSpPr/>
              <p:nvPr/>
            </p:nvCxnSpPr>
            <p:spPr>
              <a:xfrm>
                <a:off x="4572010" y="-3711625"/>
                <a:ext cx="0" cy="9144000"/>
              </a:xfrm>
              <a:prstGeom prst="straightConnector1">
                <a:avLst/>
              </a:prstGeom>
              <a:noFill/>
              <a:ln w="9525" cap="flat" cmpd="sng">
                <a:solidFill>
                  <a:schemeClr val="dk2"/>
                </a:solidFill>
                <a:prstDash val="solid"/>
                <a:round/>
                <a:headEnd type="none" w="med" len="med"/>
                <a:tailEnd type="none" w="med" len="med"/>
              </a:ln>
            </p:spPr>
          </p:cxnSp>
          <p:cxnSp>
            <p:nvCxnSpPr>
              <p:cNvPr id="1007" name="Google Shape;1007;p15"/>
              <p:cNvCxnSpPr/>
              <p:nvPr/>
            </p:nvCxnSpPr>
            <p:spPr>
              <a:xfrm>
                <a:off x="4572010" y="-3222650"/>
                <a:ext cx="0" cy="9144000"/>
              </a:xfrm>
              <a:prstGeom prst="straightConnector1">
                <a:avLst/>
              </a:prstGeom>
              <a:noFill/>
              <a:ln w="9525" cap="flat" cmpd="sng">
                <a:solidFill>
                  <a:schemeClr val="dk2"/>
                </a:solidFill>
                <a:prstDash val="solid"/>
                <a:round/>
                <a:headEnd type="none" w="med" len="med"/>
                <a:tailEnd type="none" w="med" len="med"/>
              </a:ln>
            </p:spPr>
          </p:cxnSp>
          <p:cxnSp>
            <p:nvCxnSpPr>
              <p:cNvPr id="1008" name="Google Shape;1008;p15"/>
              <p:cNvCxnSpPr/>
              <p:nvPr/>
            </p:nvCxnSpPr>
            <p:spPr>
              <a:xfrm>
                <a:off x="4572010" y="-2733675"/>
                <a:ext cx="0" cy="9144000"/>
              </a:xfrm>
              <a:prstGeom prst="straightConnector1">
                <a:avLst/>
              </a:prstGeom>
              <a:noFill/>
              <a:ln w="9525" cap="flat" cmpd="sng">
                <a:solidFill>
                  <a:schemeClr val="dk2"/>
                </a:solidFill>
                <a:prstDash val="solid"/>
                <a:round/>
                <a:headEnd type="none" w="med" len="med"/>
                <a:tailEnd type="none" w="med" len="med"/>
              </a:ln>
            </p:spPr>
          </p:cxnSp>
          <p:cxnSp>
            <p:nvCxnSpPr>
              <p:cNvPr id="1009" name="Google Shape;1009;p15"/>
              <p:cNvCxnSpPr/>
              <p:nvPr/>
            </p:nvCxnSpPr>
            <p:spPr>
              <a:xfrm>
                <a:off x="4572010" y="-2244700"/>
                <a:ext cx="0" cy="9144000"/>
              </a:xfrm>
              <a:prstGeom prst="straightConnector1">
                <a:avLst/>
              </a:prstGeom>
              <a:noFill/>
              <a:ln w="9525" cap="flat" cmpd="sng">
                <a:solidFill>
                  <a:schemeClr val="dk2"/>
                </a:solidFill>
                <a:prstDash val="solid"/>
                <a:round/>
                <a:headEnd type="none" w="med" len="med"/>
                <a:tailEnd type="none" w="med" len="med"/>
              </a:ln>
            </p:spPr>
          </p:cxnSp>
          <p:cxnSp>
            <p:nvCxnSpPr>
              <p:cNvPr id="1010" name="Google Shape;1010;p15"/>
              <p:cNvCxnSpPr/>
              <p:nvPr/>
            </p:nvCxnSpPr>
            <p:spPr>
              <a:xfrm>
                <a:off x="4572010" y="-1755725"/>
                <a:ext cx="0" cy="9144000"/>
              </a:xfrm>
              <a:prstGeom prst="straightConnector1">
                <a:avLst/>
              </a:prstGeom>
              <a:noFill/>
              <a:ln w="9525" cap="flat" cmpd="sng">
                <a:solidFill>
                  <a:schemeClr val="dk2"/>
                </a:solidFill>
                <a:prstDash val="solid"/>
                <a:round/>
                <a:headEnd type="none" w="med" len="med"/>
                <a:tailEnd type="none" w="med" len="med"/>
              </a:ln>
            </p:spPr>
          </p:cxnSp>
          <p:cxnSp>
            <p:nvCxnSpPr>
              <p:cNvPr id="1011" name="Google Shape;1011;p15"/>
              <p:cNvCxnSpPr/>
              <p:nvPr/>
            </p:nvCxnSpPr>
            <p:spPr>
              <a:xfrm>
                <a:off x="4572010" y="-1266750"/>
                <a:ext cx="0" cy="9144000"/>
              </a:xfrm>
              <a:prstGeom prst="straightConnector1">
                <a:avLst/>
              </a:prstGeom>
              <a:noFill/>
              <a:ln w="9525" cap="flat" cmpd="sng">
                <a:solidFill>
                  <a:schemeClr val="dk2"/>
                </a:solidFill>
                <a:prstDash val="solid"/>
                <a:round/>
                <a:headEnd type="none" w="med" len="med"/>
                <a:tailEnd type="none" w="med" len="med"/>
              </a:ln>
            </p:spPr>
          </p:cxnSp>
          <p:cxnSp>
            <p:nvCxnSpPr>
              <p:cNvPr id="1012" name="Google Shape;1012;p15"/>
              <p:cNvCxnSpPr/>
              <p:nvPr/>
            </p:nvCxnSpPr>
            <p:spPr>
              <a:xfrm>
                <a:off x="4572010" y="-777775"/>
                <a:ext cx="0" cy="9144000"/>
              </a:xfrm>
              <a:prstGeom prst="straightConnector1">
                <a:avLst/>
              </a:prstGeom>
              <a:noFill/>
              <a:ln w="9525" cap="flat" cmpd="sng">
                <a:solidFill>
                  <a:schemeClr val="dk2"/>
                </a:solidFill>
                <a:prstDash val="solid"/>
                <a:round/>
                <a:headEnd type="none" w="med" len="med"/>
                <a:tailEnd type="none" w="med" len="med"/>
              </a:ln>
            </p:spPr>
          </p:cxnSp>
          <p:cxnSp>
            <p:nvCxnSpPr>
              <p:cNvPr id="1013" name="Google Shape;1013;p15"/>
              <p:cNvCxnSpPr/>
              <p:nvPr/>
            </p:nvCxnSpPr>
            <p:spPr>
              <a:xfrm>
                <a:off x="4572010" y="-288800"/>
                <a:ext cx="0" cy="9144000"/>
              </a:xfrm>
              <a:prstGeom prst="straightConnector1">
                <a:avLst/>
              </a:prstGeom>
              <a:noFill/>
              <a:ln w="9525" cap="flat" cmpd="sng">
                <a:solidFill>
                  <a:schemeClr val="dk2"/>
                </a:solidFill>
                <a:prstDash val="solid"/>
                <a:round/>
                <a:headEnd type="none" w="med" len="med"/>
                <a:tailEnd type="none" w="med" len="med"/>
              </a:ln>
            </p:spPr>
          </p:cxnSp>
          <p:cxnSp>
            <p:nvCxnSpPr>
              <p:cNvPr id="1014" name="Google Shape;1014;p15"/>
              <p:cNvCxnSpPr/>
              <p:nvPr/>
            </p:nvCxnSpPr>
            <p:spPr>
              <a:xfrm>
                <a:off x="4572010" y="200175"/>
                <a:ext cx="0" cy="9144000"/>
              </a:xfrm>
              <a:prstGeom prst="straightConnector1">
                <a:avLst/>
              </a:prstGeom>
              <a:noFill/>
              <a:ln w="9525" cap="flat" cmpd="sng">
                <a:solidFill>
                  <a:schemeClr val="dk2"/>
                </a:solidFill>
                <a:prstDash val="solid"/>
                <a:round/>
                <a:headEnd type="none" w="med" len="med"/>
                <a:tailEnd type="none" w="med" len="med"/>
              </a:ln>
            </p:spPr>
          </p:cxnSp>
        </p:grpSp>
        <p:cxnSp>
          <p:nvCxnSpPr>
            <p:cNvPr id="1015" name="Google Shape;1015;p15"/>
            <p:cNvCxnSpPr/>
            <p:nvPr/>
          </p:nvCxnSpPr>
          <p:spPr>
            <a:xfrm>
              <a:off x="415588" y="-9400"/>
              <a:ext cx="0" cy="5162400"/>
            </a:xfrm>
            <a:prstGeom prst="straightConnector1">
              <a:avLst/>
            </a:prstGeom>
            <a:noFill/>
            <a:ln w="9525" cap="flat" cmpd="sng">
              <a:solidFill>
                <a:schemeClr val="dk2"/>
              </a:solidFill>
              <a:prstDash val="solid"/>
              <a:round/>
              <a:headEnd type="none" w="med" len="med"/>
              <a:tailEnd type="none" w="med" len="med"/>
            </a:ln>
          </p:spPr>
        </p:cxnSp>
        <p:cxnSp>
          <p:nvCxnSpPr>
            <p:cNvPr id="1016" name="Google Shape;1016;p15"/>
            <p:cNvCxnSpPr/>
            <p:nvPr/>
          </p:nvCxnSpPr>
          <p:spPr>
            <a:xfrm>
              <a:off x="904563" y="-9400"/>
              <a:ext cx="0" cy="5162400"/>
            </a:xfrm>
            <a:prstGeom prst="straightConnector1">
              <a:avLst/>
            </a:prstGeom>
            <a:noFill/>
            <a:ln w="9525" cap="flat" cmpd="sng">
              <a:solidFill>
                <a:schemeClr val="dk2"/>
              </a:solidFill>
              <a:prstDash val="solid"/>
              <a:round/>
              <a:headEnd type="none" w="med" len="med"/>
              <a:tailEnd type="none" w="med" len="med"/>
            </a:ln>
          </p:spPr>
        </p:cxnSp>
        <p:cxnSp>
          <p:nvCxnSpPr>
            <p:cNvPr id="1017" name="Google Shape;1017;p15"/>
            <p:cNvCxnSpPr/>
            <p:nvPr/>
          </p:nvCxnSpPr>
          <p:spPr>
            <a:xfrm>
              <a:off x="1393538" y="-9400"/>
              <a:ext cx="0" cy="5162400"/>
            </a:xfrm>
            <a:prstGeom prst="straightConnector1">
              <a:avLst/>
            </a:prstGeom>
            <a:noFill/>
            <a:ln w="9525" cap="flat" cmpd="sng">
              <a:solidFill>
                <a:schemeClr val="dk2"/>
              </a:solidFill>
              <a:prstDash val="solid"/>
              <a:round/>
              <a:headEnd type="none" w="med" len="med"/>
              <a:tailEnd type="none" w="med" len="med"/>
            </a:ln>
          </p:spPr>
        </p:cxnSp>
        <p:cxnSp>
          <p:nvCxnSpPr>
            <p:cNvPr id="1018" name="Google Shape;1018;p15"/>
            <p:cNvCxnSpPr/>
            <p:nvPr/>
          </p:nvCxnSpPr>
          <p:spPr>
            <a:xfrm>
              <a:off x="1882513" y="-9400"/>
              <a:ext cx="0" cy="5162400"/>
            </a:xfrm>
            <a:prstGeom prst="straightConnector1">
              <a:avLst/>
            </a:prstGeom>
            <a:noFill/>
            <a:ln w="9525" cap="flat" cmpd="sng">
              <a:solidFill>
                <a:schemeClr val="dk2"/>
              </a:solidFill>
              <a:prstDash val="solid"/>
              <a:round/>
              <a:headEnd type="none" w="med" len="med"/>
              <a:tailEnd type="none" w="med" len="med"/>
            </a:ln>
          </p:spPr>
        </p:cxnSp>
        <p:cxnSp>
          <p:nvCxnSpPr>
            <p:cNvPr id="1019" name="Google Shape;1019;p15"/>
            <p:cNvCxnSpPr/>
            <p:nvPr/>
          </p:nvCxnSpPr>
          <p:spPr>
            <a:xfrm>
              <a:off x="2371488" y="-9400"/>
              <a:ext cx="0" cy="5162400"/>
            </a:xfrm>
            <a:prstGeom prst="straightConnector1">
              <a:avLst/>
            </a:prstGeom>
            <a:noFill/>
            <a:ln w="9525" cap="flat" cmpd="sng">
              <a:solidFill>
                <a:schemeClr val="dk2"/>
              </a:solidFill>
              <a:prstDash val="solid"/>
              <a:round/>
              <a:headEnd type="none" w="med" len="med"/>
              <a:tailEnd type="none" w="med" len="med"/>
            </a:ln>
          </p:spPr>
        </p:cxnSp>
        <p:cxnSp>
          <p:nvCxnSpPr>
            <p:cNvPr id="1020" name="Google Shape;1020;p15"/>
            <p:cNvCxnSpPr/>
            <p:nvPr/>
          </p:nvCxnSpPr>
          <p:spPr>
            <a:xfrm>
              <a:off x="2860463" y="-9400"/>
              <a:ext cx="0" cy="5162400"/>
            </a:xfrm>
            <a:prstGeom prst="straightConnector1">
              <a:avLst/>
            </a:prstGeom>
            <a:noFill/>
            <a:ln w="9525" cap="flat" cmpd="sng">
              <a:solidFill>
                <a:schemeClr val="dk2"/>
              </a:solidFill>
              <a:prstDash val="solid"/>
              <a:round/>
              <a:headEnd type="none" w="med" len="med"/>
              <a:tailEnd type="none" w="med" len="med"/>
            </a:ln>
          </p:spPr>
        </p:cxnSp>
        <p:cxnSp>
          <p:nvCxnSpPr>
            <p:cNvPr id="1021" name="Google Shape;1021;p15"/>
            <p:cNvCxnSpPr/>
            <p:nvPr/>
          </p:nvCxnSpPr>
          <p:spPr>
            <a:xfrm>
              <a:off x="3349438" y="-9400"/>
              <a:ext cx="0" cy="5162400"/>
            </a:xfrm>
            <a:prstGeom prst="straightConnector1">
              <a:avLst/>
            </a:prstGeom>
            <a:noFill/>
            <a:ln w="9525" cap="flat" cmpd="sng">
              <a:solidFill>
                <a:schemeClr val="dk2"/>
              </a:solidFill>
              <a:prstDash val="solid"/>
              <a:round/>
              <a:headEnd type="none" w="med" len="med"/>
              <a:tailEnd type="none" w="med" len="med"/>
            </a:ln>
          </p:spPr>
        </p:cxnSp>
        <p:cxnSp>
          <p:nvCxnSpPr>
            <p:cNvPr id="1022" name="Google Shape;1022;p15"/>
            <p:cNvCxnSpPr/>
            <p:nvPr/>
          </p:nvCxnSpPr>
          <p:spPr>
            <a:xfrm>
              <a:off x="3838413" y="-9400"/>
              <a:ext cx="0" cy="5162400"/>
            </a:xfrm>
            <a:prstGeom prst="straightConnector1">
              <a:avLst/>
            </a:prstGeom>
            <a:noFill/>
            <a:ln w="9525" cap="flat" cmpd="sng">
              <a:solidFill>
                <a:schemeClr val="dk2"/>
              </a:solidFill>
              <a:prstDash val="solid"/>
              <a:round/>
              <a:headEnd type="none" w="med" len="med"/>
              <a:tailEnd type="none" w="med" len="med"/>
            </a:ln>
          </p:spPr>
        </p:cxnSp>
        <p:cxnSp>
          <p:nvCxnSpPr>
            <p:cNvPr id="1023" name="Google Shape;1023;p15"/>
            <p:cNvCxnSpPr/>
            <p:nvPr/>
          </p:nvCxnSpPr>
          <p:spPr>
            <a:xfrm>
              <a:off x="4327388" y="-9400"/>
              <a:ext cx="0" cy="5162400"/>
            </a:xfrm>
            <a:prstGeom prst="straightConnector1">
              <a:avLst/>
            </a:prstGeom>
            <a:noFill/>
            <a:ln w="9525" cap="flat" cmpd="sng">
              <a:solidFill>
                <a:schemeClr val="dk2"/>
              </a:solidFill>
              <a:prstDash val="solid"/>
              <a:round/>
              <a:headEnd type="none" w="med" len="med"/>
              <a:tailEnd type="none" w="med" len="med"/>
            </a:ln>
          </p:spPr>
        </p:cxnSp>
        <p:cxnSp>
          <p:nvCxnSpPr>
            <p:cNvPr id="1024" name="Google Shape;1024;p15"/>
            <p:cNvCxnSpPr/>
            <p:nvPr/>
          </p:nvCxnSpPr>
          <p:spPr>
            <a:xfrm>
              <a:off x="4816363" y="-9400"/>
              <a:ext cx="0" cy="5162400"/>
            </a:xfrm>
            <a:prstGeom prst="straightConnector1">
              <a:avLst/>
            </a:prstGeom>
            <a:noFill/>
            <a:ln w="9525" cap="flat" cmpd="sng">
              <a:solidFill>
                <a:schemeClr val="dk2"/>
              </a:solidFill>
              <a:prstDash val="solid"/>
              <a:round/>
              <a:headEnd type="none" w="med" len="med"/>
              <a:tailEnd type="none" w="med" len="med"/>
            </a:ln>
          </p:spPr>
        </p:cxnSp>
        <p:cxnSp>
          <p:nvCxnSpPr>
            <p:cNvPr id="1025" name="Google Shape;1025;p15"/>
            <p:cNvCxnSpPr/>
            <p:nvPr/>
          </p:nvCxnSpPr>
          <p:spPr>
            <a:xfrm>
              <a:off x="5305338" y="-9400"/>
              <a:ext cx="0" cy="5162400"/>
            </a:xfrm>
            <a:prstGeom prst="straightConnector1">
              <a:avLst/>
            </a:prstGeom>
            <a:noFill/>
            <a:ln w="9525" cap="flat" cmpd="sng">
              <a:solidFill>
                <a:schemeClr val="dk2"/>
              </a:solidFill>
              <a:prstDash val="solid"/>
              <a:round/>
              <a:headEnd type="none" w="med" len="med"/>
              <a:tailEnd type="none" w="med" len="med"/>
            </a:ln>
          </p:spPr>
        </p:cxnSp>
        <p:cxnSp>
          <p:nvCxnSpPr>
            <p:cNvPr id="1026" name="Google Shape;1026;p15"/>
            <p:cNvCxnSpPr/>
            <p:nvPr/>
          </p:nvCxnSpPr>
          <p:spPr>
            <a:xfrm>
              <a:off x="5794313" y="-9400"/>
              <a:ext cx="0" cy="5162400"/>
            </a:xfrm>
            <a:prstGeom prst="straightConnector1">
              <a:avLst/>
            </a:prstGeom>
            <a:noFill/>
            <a:ln w="9525" cap="flat" cmpd="sng">
              <a:solidFill>
                <a:schemeClr val="dk2"/>
              </a:solidFill>
              <a:prstDash val="solid"/>
              <a:round/>
              <a:headEnd type="none" w="med" len="med"/>
              <a:tailEnd type="none" w="med" len="med"/>
            </a:ln>
          </p:spPr>
        </p:cxnSp>
        <p:cxnSp>
          <p:nvCxnSpPr>
            <p:cNvPr id="1027" name="Google Shape;1027;p15"/>
            <p:cNvCxnSpPr/>
            <p:nvPr/>
          </p:nvCxnSpPr>
          <p:spPr>
            <a:xfrm>
              <a:off x="6283288" y="-9400"/>
              <a:ext cx="0" cy="5162400"/>
            </a:xfrm>
            <a:prstGeom prst="straightConnector1">
              <a:avLst/>
            </a:prstGeom>
            <a:noFill/>
            <a:ln w="9525" cap="flat" cmpd="sng">
              <a:solidFill>
                <a:schemeClr val="dk2"/>
              </a:solidFill>
              <a:prstDash val="solid"/>
              <a:round/>
              <a:headEnd type="none" w="med" len="med"/>
              <a:tailEnd type="none" w="med" len="med"/>
            </a:ln>
          </p:spPr>
        </p:cxnSp>
        <p:cxnSp>
          <p:nvCxnSpPr>
            <p:cNvPr id="1028" name="Google Shape;1028;p15"/>
            <p:cNvCxnSpPr/>
            <p:nvPr/>
          </p:nvCxnSpPr>
          <p:spPr>
            <a:xfrm>
              <a:off x="6772263" y="-9400"/>
              <a:ext cx="0" cy="5162400"/>
            </a:xfrm>
            <a:prstGeom prst="straightConnector1">
              <a:avLst/>
            </a:prstGeom>
            <a:noFill/>
            <a:ln w="9525" cap="flat" cmpd="sng">
              <a:solidFill>
                <a:schemeClr val="dk2"/>
              </a:solidFill>
              <a:prstDash val="solid"/>
              <a:round/>
              <a:headEnd type="none" w="med" len="med"/>
              <a:tailEnd type="none" w="med" len="med"/>
            </a:ln>
          </p:spPr>
        </p:cxnSp>
        <p:cxnSp>
          <p:nvCxnSpPr>
            <p:cNvPr id="1029" name="Google Shape;1029;p15"/>
            <p:cNvCxnSpPr/>
            <p:nvPr/>
          </p:nvCxnSpPr>
          <p:spPr>
            <a:xfrm>
              <a:off x="7261238" y="-9400"/>
              <a:ext cx="0" cy="5162400"/>
            </a:xfrm>
            <a:prstGeom prst="straightConnector1">
              <a:avLst/>
            </a:prstGeom>
            <a:noFill/>
            <a:ln w="9525" cap="flat" cmpd="sng">
              <a:solidFill>
                <a:schemeClr val="dk2"/>
              </a:solidFill>
              <a:prstDash val="solid"/>
              <a:round/>
              <a:headEnd type="none" w="med" len="med"/>
              <a:tailEnd type="none" w="med" len="med"/>
            </a:ln>
          </p:spPr>
        </p:cxnSp>
        <p:cxnSp>
          <p:nvCxnSpPr>
            <p:cNvPr id="1030" name="Google Shape;1030;p15"/>
            <p:cNvCxnSpPr/>
            <p:nvPr/>
          </p:nvCxnSpPr>
          <p:spPr>
            <a:xfrm>
              <a:off x="7750213" y="-9400"/>
              <a:ext cx="0" cy="5162400"/>
            </a:xfrm>
            <a:prstGeom prst="straightConnector1">
              <a:avLst/>
            </a:prstGeom>
            <a:noFill/>
            <a:ln w="9525" cap="flat" cmpd="sng">
              <a:solidFill>
                <a:schemeClr val="dk2"/>
              </a:solidFill>
              <a:prstDash val="solid"/>
              <a:round/>
              <a:headEnd type="none" w="med" len="med"/>
              <a:tailEnd type="none" w="med" len="med"/>
            </a:ln>
          </p:spPr>
        </p:cxnSp>
        <p:cxnSp>
          <p:nvCxnSpPr>
            <p:cNvPr id="1031" name="Google Shape;1031;p15"/>
            <p:cNvCxnSpPr/>
            <p:nvPr/>
          </p:nvCxnSpPr>
          <p:spPr>
            <a:xfrm>
              <a:off x="8239188" y="-9400"/>
              <a:ext cx="0" cy="5162400"/>
            </a:xfrm>
            <a:prstGeom prst="straightConnector1">
              <a:avLst/>
            </a:prstGeom>
            <a:noFill/>
            <a:ln w="9525" cap="flat" cmpd="sng">
              <a:solidFill>
                <a:schemeClr val="dk2"/>
              </a:solidFill>
              <a:prstDash val="solid"/>
              <a:round/>
              <a:headEnd type="none" w="med" len="med"/>
              <a:tailEnd type="none" w="med" len="med"/>
            </a:ln>
          </p:spPr>
        </p:cxnSp>
        <p:cxnSp>
          <p:nvCxnSpPr>
            <p:cNvPr id="1032" name="Google Shape;1032;p15"/>
            <p:cNvCxnSpPr/>
            <p:nvPr/>
          </p:nvCxnSpPr>
          <p:spPr>
            <a:xfrm>
              <a:off x="8728163" y="-9400"/>
              <a:ext cx="0" cy="5162400"/>
            </a:xfrm>
            <a:prstGeom prst="straightConnector1">
              <a:avLst/>
            </a:prstGeom>
            <a:noFill/>
            <a:ln w="9525" cap="flat" cmpd="sng">
              <a:solidFill>
                <a:schemeClr val="dk2"/>
              </a:solidFill>
              <a:prstDash val="solid"/>
              <a:round/>
              <a:headEnd type="none" w="med" len="med"/>
              <a:tailEnd type="none" w="med" len="med"/>
            </a:ln>
          </p:spPr>
        </p:cxnSp>
      </p:grpSp>
      <p:grpSp>
        <p:nvGrpSpPr>
          <p:cNvPr id="1033" name="Google Shape;1033;p15"/>
          <p:cNvGrpSpPr/>
          <p:nvPr/>
        </p:nvGrpSpPr>
        <p:grpSpPr>
          <a:xfrm>
            <a:off x="-185282" y="395900"/>
            <a:ext cx="600900" cy="4351800"/>
            <a:chOff x="-185282" y="395900"/>
            <a:chExt cx="600900" cy="4351800"/>
          </a:xfrm>
        </p:grpSpPr>
        <p:sp>
          <p:nvSpPr>
            <p:cNvPr id="1034" name="Google Shape;1034;p15"/>
            <p:cNvSpPr/>
            <p:nvPr/>
          </p:nvSpPr>
          <p:spPr>
            <a:xfrm flipH="1">
              <a:off x="-185282" y="395900"/>
              <a:ext cx="600900" cy="4351800"/>
            </a:xfrm>
            <a:prstGeom prst="rect">
              <a:avLst/>
            </a:prstGeom>
            <a:solidFill>
              <a:srgbClr val="FBF7ED"/>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035" name="Google Shape;1035;p15"/>
            <p:cNvCxnSpPr/>
            <p:nvPr/>
          </p:nvCxnSpPr>
          <p:spPr>
            <a:xfrm>
              <a:off x="-174000" y="736625"/>
              <a:ext cx="579300" cy="0"/>
            </a:xfrm>
            <a:prstGeom prst="straightConnector1">
              <a:avLst/>
            </a:prstGeom>
            <a:noFill/>
            <a:ln w="19050" cap="flat" cmpd="sng">
              <a:solidFill>
                <a:srgbClr val="F0EBDF"/>
              </a:solidFill>
              <a:prstDash val="solid"/>
              <a:round/>
              <a:headEnd type="none" w="med" len="med"/>
              <a:tailEnd type="none" w="med" len="med"/>
            </a:ln>
          </p:spPr>
        </p:cxnSp>
        <p:cxnSp>
          <p:nvCxnSpPr>
            <p:cNvPr id="1036" name="Google Shape;1036;p15"/>
            <p:cNvCxnSpPr/>
            <p:nvPr/>
          </p:nvCxnSpPr>
          <p:spPr>
            <a:xfrm>
              <a:off x="-174000" y="1070259"/>
              <a:ext cx="579300" cy="0"/>
            </a:xfrm>
            <a:prstGeom prst="straightConnector1">
              <a:avLst/>
            </a:prstGeom>
            <a:noFill/>
            <a:ln w="19050" cap="flat" cmpd="sng">
              <a:solidFill>
                <a:srgbClr val="F0EBDF"/>
              </a:solidFill>
              <a:prstDash val="solid"/>
              <a:round/>
              <a:headEnd type="none" w="med" len="med"/>
              <a:tailEnd type="none" w="med" len="med"/>
            </a:ln>
          </p:spPr>
        </p:cxnSp>
        <p:cxnSp>
          <p:nvCxnSpPr>
            <p:cNvPr id="1037" name="Google Shape;1037;p15"/>
            <p:cNvCxnSpPr/>
            <p:nvPr/>
          </p:nvCxnSpPr>
          <p:spPr>
            <a:xfrm>
              <a:off x="-174000" y="1403893"/>
              <a:ext cx="579300" cy="0"/>
            </a:xfrm>
            <a:prstGeom prst="straightConnector1">
              <a:avLst/>
            </a:prstGeom>
            <a:noFill/>
            <a:ln w="19050" cap="flat" cmpd="sng">
              <a:solidFill>
                <a:srgbClr val="F0EBDF"/>
              </a:solidFill>
              <a:prstDash val="solid"/>
              <a:round/>
              <a:headEnd type="none" w="med" len="med"/>
              <a:tailEnd type="none" w="med" len="med"/>
            </a:ln>
          </p:spPr>
        </p:cxnSp>
        <p:cxnSp>
          <p:nvCxnSpPr>
            <p:cNvPr id="1038" name="Google Shape;1038;p15"/>
            <p:cNvCxnSpPr/>
            <p:nvPr/>
          </p:nvCxnSpPr>
          <p:spPr>
            <a:xfrm>
              <a:off x="-174000" y="1737527"/>
              <a:ext cx="579300" cy="0"/>
            </a:xfrm>
            <a:prstGeom prst="straightConnector1">
              <a:avLst/>
            </a:prstGeom>
            <a:noFill/>
            <a:ln w="19050" cap="flat" cmpd="sng">
              <a:solidFill>
                <a:srgbClr val="F0EBDF"/>
              </a:solidFill>
              <a:prstDash val="solid"/>
              <a:round/>
              <a:headEnd type="none" w="med" len="med"/>
              <a:tailEnd type="none" w="med" len="med"/>
            </a:ln>
          </p:spPr>
        </p:cxnSp>
        <p:cxnSp>
          <p:nvCxnSpPr>
            <p:cNvPr id="1039" name="Google Shape;1039;p15"/>
            <p:cNvCxnSpPr/>
            <p:nvPr/>
          </p:nvCxnSpPr>
          <p:spPr>
            <a:xfrm>
              <a:off x="-174000" y="2071161"/>
              <a:ext cx="579300" cy="0"/>
            </a:xfrm>
            <a:prstGeom prst="straightConnector1">
              <a:avLst/>
            </a:prstGeom>
            <a:noFill/>
            <a:ln w="19050" cap="flat" cmpd="sng">
              <a:solidFill>
                <a:srgbClr val="F0EBDF"/>
              </a:solidFill>
              <a:prstDash val="solid"/>
              <a:round/>
              <a:headEnd type="none" w="med" len="med"/>
              <a:tailEnd type="none" w="med" len="med"/>
            </a:ln>
          </p:spPr>
        </p:cxnSp>
        <p:cxnSp>
          <p:nvCxnSpPr>
            <p:cNvPr id="1040" name="Google Shape;1040;p15"/>
            <p:cNvCxnSpPr/>
            <p:nvPr/>
          </p:nvCxnSpPr>
          <p:spPr>
            <a:xfrm>
              <a:off x="-174000" y="2404795"/>
              <a:ext cx="579300" cy="0"/>
            </a:xfrm>
            <a:prstGeom prst="straightConnector1">
              <a:avLst/>
            </a:prstGeom>
            <a:noFill/>
            <a:ln w="19050" cap="flat" cmpd="sng">
              <a:solidFill>
                <a:srgbClr val="F0EBDF"/>
              </a:solidFill>
              <a:prstDash val="solid"/>
              <a:round/>
              <a:headEnd type="none" w="med" len="med"/>
              <a:tailEnd type="none" w="med" len="med"/>
            </a:ln>
          </p:spPr>
        </p:cxnSp>
        <p:cxnSp>
          <p:nvCxnSpPr>
            <p:cNvPr id="1041" name="Google Shape;1041;p15"/>
            <p:cNvCxnSpPr/>
            <p:nvPr/>
          </p:nvCxnSpPr>
          <p:spPr>
            <a:xfrm>
              <a:off x="-174000" y="2738430"/>
              <a:ext cx="579300" cy="0"/>
            </a:xfrm>
            <a:prstGeom prst="straightConnector1">
              <a:avLst/>
            </a:prstGeom>
            <a:noFill/>
            <a:ln w="19050" cap="flat" cmpd="sng">
              <a:solidFill>
                <a:srgbClr val="F0EBDF"/>
              </a:solidFill>
              <a:prstDash val="solid"/>
              <a:round/>
              <a:headEnd type="none" w="med" len="med"/>
              <a:tailEnd type="none" w="med" len="med"/>
            </a:ln>
          </p:spPr>
        </p:cxnSp>
        <p:cxnSp>
          <p:nvCxnSpPr>
            <p:cNvPr id="1042" name="Google Shape;1042;p15"/>
            <p:cNvCxnSpPr/>
            <p:nvPr/>
          </p:nvCxnSpPr>
          <p:spPr>
            <a:xfrm>
              <a:off x="-174000" y="3739332"/>
              <a:ext cx="579300" cy="0"/>
            </a:xfrm>
            <a:prstGeom prst="straightConnector1">
              <a:avLst/>
            </a:prstGeom>
            <a:noFill/>
            <a:ln w="19050" cap="flat" cmpd="sng">
              <a:solidFill>
                <a:srgbClr val="F0EBDF"/>
              </a:solidFill>
              <a:prstDash val="solid"/>
              <a:round/>
              <a:headEnd type="none" w="med" len="med"/>
              <a:tailEnd type="none" w="med" len="med"/>
            </a:ln>
          </p:spPr>
        </p:cxnSp>
        <p:cxnSp>
          <p:nvCxnSpPr>
            <p:cNvPr id="1043" name="Google Shape;1043;p15"/>
            <p:cNvCxnSpPr/>
            <p:nvPr/>
          </p:nvCxnSpPr>
          <p:spPr>
            <a:xfrm>
              <a:off x="-174000" y="3405698"/>
              <a:ext cx="579300" cy="0"/>
            </a:xfrm>
            <a:prstGeom prst="straightConnector1">
              <a:avLst/>
            </a:prstGeom>
            <a:noFill/>
            <a:ln w="19050" cap="flat" cmpd="sng">
              <a:solidFill>
                <a:srgbClr val="F0EBDF"/>
              </a:solidFill>
              <a:prstDash val="solid"/>
              <a:round/>
              <a:headEnd type="none" w="med" len="med"/>
              <a:tailEnd type="none" w="med" len="med"/>
            </a:ln>
          </p:spPr>
        </p:cxnSp>
        <p:cxnSp>
          <p:nvCxnSpPr>
            <p:cNvPr id="1044" name="Google Shape;1044;p15"/>
            <p:cNvCxnSpPr/>
            <p:nvPr/>
          </p:nvCxnSpPr>
          <p:spPr>
            <a:xfrm>
              <a:off x="-174000" y="3072064"/>
              <a:ext cx="579300" cy="0"/>
            </a:xfrm>
            <a:prstGeom prst="straightConnector1">
              <a:avLst/>
            </a:prstGeom>
            <a:noFill/>
            <a:ln w="19050" cap="flat" cmpd="sng">
              <a:solidFill>
                <a:srgbClr val="F0EBDF"/>
              </a:solidFill>
              <a:prstDash val="solid"/>
              <a:round/>
              <a:headEnd type="none" w="med" len="med"/>
              <a:tailEnd type="none" w="med" len="med"/>
            </a:ln>
          </p:spPr>
        </p:cxnSp>
        <p:cxnSp>
          <p:nvCxnSpPr>
            <p:cNvPr id="1045" name="Google Shape;1045;p15"/>
            <p:cNvCxnSpPr/>
            <p:nvPr/>
          </p:nvCxnSpPr>
          <p:spPr>
            <a:xfrm>
              <a:off x="-174000" y="4072966"/>
              <a:ext cx="579300" cy="0"/>
            </a:xfrm>
            <a:prstGeom prst="straightConnector1">
              <a:avLst/>
            </a:prstGeom>
            <a:noFill/>
            <a:ln w="19050" cap="flat" cmpd="sng">
              <a:solidFill>
                <a:srgbClr val="F0EBDF"/>
              </a:solidFill>
              <a:prstDash val="solid"/>
              <a:round/>
              <a:headEnd type="none" w="med" len="med"/>
              <a:tailEnd type="none" w="med" len="med"/>
            </a:ln>
          </p:spPr>
        </p:cxnSp>
        <p:cxnSp>
          <p:nvCxnSpPr>
            <p:cNvPr id="1046" name="Google Shape;1046;p15"/>
            <p:cNvCxnSpPr/>
            <p:nvPr/>
          </p:nvCxnSpPr>
          <p:spPr>
            <a:xfrm>
              <a:off x="-174000" y="4406600"/>
              <a:ext cx="579300" cy="0"/>
            </a:xfrm>
            <a:prstGeom prst="straightConnector1">
              <a:avLst/>
            </a:prstGeom>
            <a:noFill/>
            <a:ln w="19050" cap="flat" cmpd="sng">
              <a:solidFill>
                <a:srgbClr val="F0EBDF"/>
              </a:solidFill>
              <a:prstDash val="solid"/>
              <a:round/>
              <a:headEnd type="none" w="med" len="med"/>
              <a:tailEnd type="none" w="med" len="med"/>
            </a:ln>
          </p:spPr>
        </p:cxnSp>
        <p:sp>
          <p:nvSpPr>
            <p:cNvPr id="1047" name="Google Shape;1047;p15"/>
            <p:cNvSpPr/>
            <p:nvPr/>
          </p:nvSpPr>
          <p:spPr>
            <a:xfrm flipH="1">
              <a:off x="136538" y="816775"/>
              <a:ext cx="165900" cy="1659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8" name="Google Shape;1048;p15"/>
            <p:cNvSpPr/>
            <p:nvPr/>
          </p:nvSpPr>
          <p:spPr>
            <a:xfrm flipH="1">
              <a:off x="136538" y="1487737"/>
              <a:ext cx="165900" cy="1659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9" name="Google Shape;1049;p15"/>
            <p:cNvSpPr/>
            <p:nvPr/>
          </p:nvSpPr>
          <p:spPr>
            <a:xfrm flipH="1">
              <a:off x="136538" y="2155025"/>
              <a:ext cx="165900" cy="1659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0" name="Google Shape;1050;p15"/>
            <p:cNvSpPr/>
            <p:nvPr/>
          </p:nvSpPr>
          <p:spPr>
            <a:xfrm flipH="1">
              <a:off x="136538" y="2822287"/>
              <a:ext cx="165900" cy="1659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1" name="Google Shape;1051;p15"/>
            <p:cNvSpPr/>
            <p:nvPr/>
          </p:nvSpPr>
          <p:spPr>
            <a:xfrm flipH="1">
              <a:off x="136538" y="3489562"/>
              <a:ext cx="165900" cy="1659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2" name="Google Shape;1052;p15"/>
            <p:cNvSpPr/>
            <p:nvPr/>
          </p:nvSpPr>
          <p:spPr>
            <a:xfrm flipH="1">
              <a:off x="136538" y="4156825"/>
              <a:ext cx="165900" cy="1659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53" name="Google Shape;1053;p15"/>
          <p:cNvGrpSpPr/>
          <p:nvPr/>
        </p:nvGrpSpPr>
        <p:grpSpPr>
          <a:xfrm>
            <a:off x="504792" y="395741"/>
            <a:ext cx="8134200" cy="4351800"/>
            <a:chOff x="504792" y="395741"/>
            <a:chExt cx="8134200" cy="4351800"/>
          </a:xfrm>
        </p:grpSpPr>
        <p:sp>
          <p:nvSpPr>
            <p:cNvPr id="1054" name="Google Shape;1054;p15"/>
            <p:cNvSpPr/>
            <p:nvPr/>
          </p:nvSpPr>
          <p:spPr>
            <a:xfrm>
              <a:off x="504792" y="395741"/>
              <a:ext cx="8134200" cy="4351800"/>
            </a:xfrm>
            <a:prstGeom prst="rect">
              <a:avLst/>
            </a:prstGeom>
            <a:solidFill>
              <a:srgbClr val="FBF7ED"/>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055" name="Google Shape;1055;p15"/>
            <p:cNvCxnSpPr/>
            <p:nvPr/>
          </p:nvCxnSpPr>
          <p:spPr>
            <a:xfrm rot="10800000">
              <a:off x="517425" y="736450"/>
              <a:ext cx="8112000" cy="0"/>
            </a:xfrm>
            <a:prstGeom prst="straightConnector1">
              <a:avLst/>
            </a:prstGeom>
            <a:noFill/>
            <a:ln w="19050" cap="flat" cmpd="sng">
              <a:solidFill>
                <a:srgbClr val="F0EBDF"/>
              </a:solidFill>
              <a:prstDash val="solid"/>
              <a:round/>
              <a:headEnd type="none" w="med" len="med"/>
              <a:tailEnd type="none" w="med" len="med"/>
            </a:ln>
          </p:spPr>
        </p:cxnSp>
        <p:cxnSp>
          <p:nvCxnSpPr>
            <p:cNvPr id="1056" name="Google Shape;1056;p15"/>
            <p:cNvCxnSpPr/>
            <p:nvPr/>
          </p:nvCxnSpPr>
          <p:spPr>
            <a:xfrm rot="10800000">
              <a:off x="517425" y="1070084"/>
              <a:ext cx="8112000" cy="0"/>
            </a:xfrm>
            <a:prstGeom prst="straightConnector1">
              <a:avLst/>
            </a:prstGeom>
            <a:noFill/>
            <a:ln w="19050" cap="flat" cmpd="sng">
              <a:solidFill>
                <a:srgbClr val="F0EBDF"/>
              </a:solidFill>
              <a:prstDash val="solid"/>
              <a:round/>
              <a:headEnd type="none" w="med" len="med"/>
              <a:tailEnd type="none" w="med" len="med"/>
            </a:ln>
          </p:spPr>
        </p:cxnSp>
        <p:cxnSp>
          <p:nvCxnSpPr>
            <p:cNvPr id="1057" name="Google Shape;1057;p15"/>
            <p:cNvCxnSpPr/>
            <p:nvPr/>
          </p:nvCxnSpPr>
          <p:spPr>
            <a:xfrm rot="10800000">
              <a:off x="517425" y="1403718"/>
              <a:ext cx="8112000" cy="0"/>
            </a:xfrm>
            <a:prstGeom prst="straightConnector1">
              <a:avLst/>
            </a:prstGeom>
            <a:noFill/>
            <a:ln w="19050" cap="flat" cmpd="sng">
              <a:solidFill>
                <a:srgbClr val="F0EBDF"/>
              </a:solidFill>
              <a:prstDash val="solid"/>
              <a:round/>
              <a:headEnd type="none" w="med" len="med"/>
              <a:tailEnd type="none" w="med" len="med"/>
            </a:ln>
          </p:spPr>
        </p:cxnSp>
        <p:cxnSp>
          <p:nvCxnSpPr>
            <p:cNvPr id="1058" name="Google Shape;1058;p15"/>
            <p:cNvCxnSpPr/>
            <p:nvPr/>
          </p:nvCxnSpPr>
          <p:spPr>
            <a:xfrm rot="10800000">
              <a:off x="517425" y="1737352"/>
              <a:ext cx="8112000" cy="0"/>
            </a:xfrm>
            <a:prstGeom prst="straightConnector1">
              <a:avLst/>
            </a:prstGeom>
            <a:noFill/>
            <a:ln w="19050" cap="flat" cmpd="sng">
              <a:solidFill>
                <a:srgbClr val="F0EBDF"/>
              </a:solidFill>
              <a:prstDash val="solid"/>
              <a:round/>
              <a:headEnd type="none" w="med" len="med"/>
              <a:tailEnd type="none" w="med" len="med"/>
            </a:ln>
          </p:spPr>
        </p:cxnSp>
        <p:cxnSp>
          <p:nvCxnSpPr>
            <p:cNvPr id="1059" name="Google Shape;1059;p15"/>
            <p:cNvCxnSpPr/>
            <p:nvPr/>
          </p:nvCxnSpPr>
          <p:spPr>
            <a:xfrm rot="10800000">
              <a:off x="517425" y="2070986"/>
              <a:ext cx="8112000" cy="0"/>
            </a:xfrm>
            <a:prstGeom prst="straightConnector1">
              <a:avLst/>
            </a:prstGeom>
            <a:noFill/>
            <a:ln w="19050" cap="flat" cmpd="sng">
              <a:solidFill>
                <a:srgbClr val="F0EBDF"/>
              </a:solidFill>
              <a:prstDash val="solid"/>
              <a:round/>
              <a:headEnd type="none" w="med" len="med"/>
              <a:tailEnd type="none" w="med" len="med"/>
            </a:ln>
          </p:spPr>
        </p:cxnSp>
        <p:cxnSp>
          <p:nvCxnSpPr>
            <p:cNvPr id="1060" name="Google Shape;1060;p15"/>
            <p:cNvCxnSpPr/>
            <p:nvPr/>
          </p:nvCxnSpPr>
          <p:spPr>
            <a:xfrm rot="10800000">
              <a:off x="517425" y="2404620"/>
              <a:ext cx="8112000" cy="0"/>
            </a:xfrm>
            <a:prstGeom prst="straightConnector1">
              <a:avLst/>
            </a:prstGeom>
            <a:noFill/>
            <a:ln w="19050" cap="flat" cmpd="sng">
              <a:solidFill>
                <a:srgbClr val="F0EBDF"/>
              </a:solidFill>
              <a:prstDash val="solid"/>
              <a:round/>
              <a:headEnd type="none" w="med" len="med"/>
              <a:tailEnd type="none" w="med" len="med"/>
            </a:ln>
          </p:spPr>
        </p:cxnSp>
        <p:cxnSp>
          <p:nvCxnSpPr>
            <p:cNvPr id="1061" name="Google Shape;1061;p15"/>
            <p:cNvCxnSpPr/>
            <p:nvPr/>
          </p:nvCxnSpPr>
          <p:spPr>
            <a:xfrm rot="10800000">
              <a:off x="517425" y="2738255"/>
              <a:ext cx="8112000" cy="0"/>
            </a:xfrm>
            <a:prstGeom prst="straightConnector1">
              <a:avLst/>
            </a:prstGeom>
            <a:noFill/>
            <a:ln w="19050" cap="flat" cmpd="sng">
              <a:solidFill>
                <a:srgbClr val="F0EBDF"/>
              </a:solidFill>
              <a:prstDash val="solid"/>
              <a:round/>
              <a:headEnd type="none" w="med" len="med"/>
              <a:tailEnd type="none" w="med" len="med"/>
            </a:ln>
          </p:spPr>
        </p:cxnSp>
        <p:cxnSp>
          <p:nvCxnSpPr>
            <p:cNvPr id="1062" name="Google Shape;1062;p15"/>
            <p:cNvCxnSpPr/>
            <p:nvPr/>
          </p:nvCxnSpPr>
          <p:spPr>
            <a:xfrm rot="10800000">
              <a:off x="517425" y="3739157"/>
              <a:ext cx="8112000" cy="0"/>
            </a:xfrm>
            <a:prstGeom prst="straightConnector1">
              <a:avLst/>
            </a:prstGeom>
            <a:noFill/>
            <a:ln w="19050" cap="flat" cmpd="sng">
              <a:solidFill>
                <a:srgbClr val="F0EBDF"/>
              </a:solidFill>
              <a:prstDash val="solid"/>
              <a:round/>
              <a:headEnd type="none" w="med" len="med"/>
              <a:tailEnd type="none" w="med" len="med"/>
            </a:ln>
          </p:spPr>
        </p:cxnSp>
        <p:cxnSp>
          <p:nvCxnSpPr>
            <p:cNvPr id="1063" name="Google Shape;1063;p15"/>
            <p:cNvCxnSpPr/>
            <p:nvPr/>
          </p:nvCxnSpPr>
          <p:spPr>
            <a:xfrm rot="10800000">
              <a:off x="517425" y="3405523"/>
              <a:ext cx="8112000" cy="0"/>
            </a:xfrm>
            <a:prstGeom prst="straightConnector1">
              <a:avLst/>
            </a:prstGeom>
            <a:noFill/>
            <a:ln w="19050" cap="flat" cmpd="sng">
              <a:solidFill>
                <a:srgbClr val="F0EBDF"/>
              </a:solidFill>
              <a:prstDash val="solid"/>
              <a:round/>
              <a:headEnd type="none" w="med" len="med"/>
              <a:tailEnd type="none" w="med" len="med"/>
            </a:ln>
          </p:spPr>
        </p:cxnSp>
        <p:cxnSp>
          <p:nvCxnSpPr>
            <p:cNvPr id="1064" name="Google Shape;1064;p15"/>
            <p:cNvCxnSpPr/>
            <p:nvPr/>
          </p:nvCxnSpPr>
          <p:spPr>
            <a:xfrm rot="10800000">
              <a:off x="517425" y="3071889"/>
              <a:ext cx="8112000" cy="0"/>
            </a:xfrm>
            <a:prstGeom prst="straightConnector1">
              <a:avLst/>
            </a:prstGeom>
            <a:noFill/>
            <a:ln w="19050" cap="flat" cmpd="sng">
              <a:solidFill>
                <a:srgbClr val="F0EBDF"/>
              </a:solidFill>
              <a:prstDash val="solid"/>
              <a:round/>
              <a:headEnd type="none" w="med" len="med"/>
              <a:tailEnd type="none" w="med" len="med"/>
            </a:ln>
          </p:spPr>
        </p:cxnSp>
        <p:cxnSp>
          <p:nvCxnSpPr>
            <p:cNvPr id="1065" name="Google Shape;1065;p15"/>
            <p:cNvCxnSpPr/>
            <p:nvPr/>
          </p:nvCxnSpPr>
          <p:spPr>
            <a:xfrm rot="10800000">
              <a:off x="517425" y="4072791"/>
              <a:ext cx="8112000" cy="0"/>
            </a:xfrm>
            <a:prstGeom prst="straightConnector1">
              <a:avLst/>
            </a:prstGeom>
            <a:noFill/>
            <a:ln w="19050" cap="flat" cmpd="sng">
              <a:solidFill>
                <a:srgbClr val="F0EBDF"/>
              </a:solidFill>
              <a:prstDash val="solid"/>
              <a:round/>
              <a:headEnd type="none" w="med" len="med"/>
              <a:tailEnd type="none" w="med" len="med"/>
            </a:ln>
          </p:spPr>
        </p:cxnSp>
        <p:cxnSp>
          <p:nvCxnSpPr>
            <p:cNvPr id="1066" name="Google Shape;1066;p15"/>
            <p:cNvCxnSpPr/>
            <p:nvPr/>
          </p:nvCxnSpPr>
          <p:spPr>
            <a:xfrm rot="10800000">
              <a:off x="517425" y="4406425"/>
              <a:ext cx="8112000" cy="0"/>
            </a:xfrm>
            <a:prstGeom prst="straightConnector1">
              <a:avLst/>
            </a:prstGeom>
            <a:noFill/>
            <a:ln w="19050" cap="flat" cmpd="sng">
              <a:solidFill>
                <a:srgbClr val="F0EBDF"/>
              </a:solidFill>
              <a:prstDash val="solid"/>
              <a:round/>
              <a:headEnd type="none" w="med" len="med"/>
              <a:tailEnd type="none" w="med" len="med"/>
            </a:ln>
          </p:spPr>
        </p:cxnSp>
        <p:cxnSp>
          <p:nvCxnSpPr>
            <p:cNvPr id="1067" name="Google Shape;1067;p15"/>
            <p:cNvCxnSpPr/>
            <p:nvPr/>
          </p:nvCxnSpPr>
          <p:spPr>
            <a:xfrm>
              <a:off x="900099" y="403173"/>
              <a:ext cx="0" cy="4336800"/>
            </a:xfrm>
            <a:prstGeom prst="straightConnector1">
              <a:avLst/>
            </a:prstGeom>
            <a:noFill/>
            <a:ln w="19050" cap="flat" cmpd="sng">
              <a:solidFill>
                <a:schemeClr val="lt1"/>
              </a:solidFill>
              <a:prstDash val="solid"/>
              <a:round/>
              <a:headEnd type="none" w="med" len="med"/>
              <a:tailEnd type="none" w="med" len="med"/>
            </a:ln>
          </p:spPr>
        </p:cxnSp>
        <p:sp>
          <p:nvSpPr>
            <p:cNvPr id="1068" name="Google Shape;1068;p15"/>
            <p:cNvSpPr/>
            <p:nvPr/>
          </p:nvSpPr>
          <p:spPr>
            <a:xfrm>
              <a:off x="617972" y="816625"/>
              <a:ext cx="165900" cy="1659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9" name="Google Shape;1069;p15"/>
            <p:cNvSpPr/>
            <p:nvPr/>
          </p:nvSpPr>
          <p:spPr>
            <a:xfrm>
              <a:off x="617972" y="1487587"/>
              <a:ext cx="165900" cy="1659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0" name="Google Shape;1070;p15"/>
            <p:cNvSpPr/>
            <p:nvPr/>
          </p:nvSpPr>
          <p:spPr>
            <a:xfrm>
              <a:off x="617972" y="2154875"/>
              <a:ext cx="165900" cy="1659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1" name="Google Shape;1071;p15"/>
            <p:cNvSpPr/>
            <p:nvPr/>
          </p:nvSpPr>
          <p:spPr>
            <a:xfrm>
              <a:off x="617972" y="2822137"/>
              <a:ext cx="165900" cy="1659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2" name="Google Shape;1072;p15"/>
            <p:cNvSpPr/>
            <p:nvPr/>
          </p:nvSpPr>
          <p:spPr>
            <a:xfrm>
              <a:off x="617972" y="3489412"/>
              <a:ext cx="165900" cy="1659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3" name="Google Shape;1073;p15"/>
            <p:cNvSpPr/>
            <p:nvPr/>
          </p:nvSpPr>
          <p:spPr>
            <a:xfrm>
              <a:off x="617972" y="4156675"/>
              <a:ext cx="165900" cy="1659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74" name="Google Shape;1074;p15"/>
          <p:cNvSpPr txBox="1">
            <a:spLocks noGrp="1"/>
          </p:cNvSpPr>
          <p:nvPr>
            <p:ph type="body" idx="1"/>
          </p:nvPr>
        </p:nvSpPr>
        <p:spPr>
          <a:xfrm>
            <a:off x="902975" y="1381075"/>
            <a:ext cx="7338000" cy="3222900"/>
          </a:xfrm>
          <a:prstGeom prst="rect">
            <a:avLst/>
          </a:prstGeom>
        </p:spPr>
        <p:txBody>
          <a:bodyPr spcFirstLastPara="1" wrap="square" lIns="91425" tIns="91425" rIns="91425" bIns="91425" anchor="t" anchorCtr="0">
            <a:noAutofit/>
          </a:bodyPr>
          <a:lstStyle>
            <a:lvl1pPr marL="457200" lvl="0" indent="-317500" rtl="0">
              <a:lnSpc>
                <a:spcPct val="100000"/>
              </a:lnSpc>
              <a:spcBef>
                <a:spcPts val="0"/>
              </a:spcBef>
              <a:spcAft>
                <a:spcPts val="0"/>
              </a:spcAft>
              <a:buSzPts val="1400"/>
              <a:buFont typeface="Darker Grotesque SemiBold"/>
              <a:buChar char="●"/>
              <a:defRPr/>
            </a:lvl1pPr>
            <a:lvl2pPr marL="914400" lvl="1" indent="-317500" rtl="0">
              <a:lnSpc>
                <a:spcPct val="115000"/>
              </a:lnSpc>
              <a:spcBef>
                <a:spcPts val="0"/>
              </a:spcBef>
              <a:spcAft>
                <a:spcPts val="0"/>
              </a:spcAft>
              <a:buSzPts val="1400"/>
              <a:buFont typeface="Darker Grotesque SemiBold"/>
              <a:buChar char="○"/>
              <a:defRPr/>
            </a:lvl2pPr>
            <a:lvl3pPr marL="1371600" lvl="2" indent="-317500" rtl="0">
              <a:lnSpc>
                <a:spcPct val="115000"/>
              </a:lnSpc>
              <a:spcBef>
                <a:spcPts val="0"/>
              </a:spcBef>
              <a:spcAft>
                <a:spcPts val="0"/>
              </a:spcAft>
              <a:buSzPts val="1400"/>
              <a:buFont typeface="Darker Grotesque SemiBold"/>
              <a:buChar char="■"/>
              <a:defRPr/>
            </a:lvl3pPr>
            <a:lvl4pPr marL="1828800" lvl="3" indent="-317500" rtl="0">
              <a:lnSpc>
                <a:spcPct val="115000"/>
              </a:lnSpc>
              <a:spcBef>
                <a:spcPts val="0"/>
              </a:spcBef>
              <a:spcAft>
                <a:spcPts val="0"/>
              </a:spcAft>
              <a:buSzPts val="1400"/>
              <a:buFont typeface="Darker Grotesque SemiBold"/>
              <a:buChar char="●"/>
              <a:defRPr/>
            </a:lvl4pPr>
            <a:lvl5pPr marL="2286000" lvl="4" indent="-317500" rtl="0">
              <a:lnSpc>
                <a:spcPct val="115000"/>
              </a:lnSpc>
              <a:spcBef>
                <a:spcPts val="0"/>
              </a:spcBef>
              <a:spcAft>
                <a:spcPts val="0"/>
              </a:spcAft>
              <a:buSzPts val="1400"/>
              <a:buFont typeface="Darker Grotesque SemiBold"/>
              <a:buChar char="○"/>
              <a:defRPr/>
            </a:lvl5pPr>
            <a:lvl6pPr marL="2743200" lvl="5" indent="-317500" rtl="0">
              <a:lnSpc>
                <a:spcPct val="115000"/>
              </a:lnSpc>
              <a:spcBef>
                <a:spcPts val="0"/>
              </a:spcBef>
              <a:spcAft>
                <a:spcPts val="0"/>
              </a:spcAft>
              <a:buSzPts val="1400"/>
              <a:buFont typeface="Darker Grotesque SemiBold"/>
              <a:buChar char="■"/>
              <a:defRPr/>
            </a:lvl6pPr>
            <a:lvl7pPr marL="3200400" lvl="6" indent="-317500" rtl="0">
              <a:lnSpc>
                <a:spcPct val="115000"/>
              </a:lnSpc>
              <a:spcBef>
                <a:spcPts val="0"/>
              </a:spcBef>
              <a:spcAft>
                <a:spcPts val="0"/>
              </a:spcAft>
              <a:buSzPts val="1400"/>
              <a:buFont typeface="Darker Grotesque SemiBold"/>
              <a:buChar char="●"/>
              <a:defRPr/>
            </a:lvl7pPr>
            <a:lvl8pPr marL="3657600" lvl="7" indent="-317500" rtl="0">
              <a:lnSpc>
                <a:spcPct val="115000"/>
              </a:lnSpc>
              <a:spcBef>
                <a:spcPts val="0"/>
              </a:spcBef>
              <a:spcAft>
                <a:spcPts val="0"/>
              </a:spcAft>
              <a:buSzPts val="1400"/>
              <a:buFont typeface="Darker Grotesque SemiBold"/>
              <a:buChar char="○"/>
              <a:defRPr/>
            </a:lvl8pPr>
            <a:lvl9pPr marL="4114800" lvl="8" indent="-317500" rtl="0">
              <a:lnSpc>
                <a:spcPct val="115000"/>
              </a:lnSpc>
              <a:spcBef>
                <a:spcPts val="0"/>
              </a:spcBef>
              <a:spcAft>
                <a:spcPts val="0"/>
              </a:spcAft>
              <a:buSzPts val="1400"/>
              <a:buFont typeface="Darker Grotesque SemiBold"/>
              <a:buChar char="■"/>
              <a:defRPr/>
            </a:lvl9pPr>
          </a:lstStyle>
          <a:p>
            <a:endParaRPr/>
          </a:p>
        </p:txBody>
      </p:sp>
      <p:grpSp>
        <p:nvGrpSpPr>
          <p:cNvPr id="1075" name="Google Shape;1075;p15"/>
          <p:cNvGrpSpPr/>
          <p:nvPr/>
        </p:nvGrpSpPr>
        <p:grpSpPr>
          <a:xfrm>
            <a:off x="227312" y="868475"/>
            <a:ext cx="477900" cy="3405950"/>
            <a:chOff x="227312" y="868475"/>
            <a:chExt cx="477900" cy="3405950"/>
          </a:xfrm>
        </p:grpSpPr>
        <p:sp>
          <p:nvSpPr>
            <p:cNvPr id="1076" name="Google Shape;1076;p15"/>
            <p:cNvSpPr/>
            <p:nvPr/>
          </p:nvSpPr>
          <p:spPr>
            <a:xfrm rot="10800000" flipH="1">
              <a:off x="227312" y="868475"/>
              <a:ext cx="477900" cy="69600"/>
            </a:xfrm>
            <a:prstGeom prst="roundRect">
              <a:avLst>
                <a:gd name="adj" fmla="val 16667"/>
              </a:avLst>
            </a:prstGeom>
            <a:solidFill>
              <a:schemeClr val="accen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7" name="Google Shape;1077;p15"/>
            <p:cNvSpPr/>
            <p:nvPr/>
          </p:nvSpPr>
          <p:spPr>
            <a:xfrm rot="10800000" flipH="1">
              <a:off x="227312" y="1535738"/>
              <a:ext cx="477900" cy="69600"/>
            </a:xfrm>
            <a:prstGeom prst="roundRect">
              <a:avLst>
                <a:gd name="adj" fmla="val 16667"/>
              </a:avLst>
            </a:prstGeom>
            <a:solidFill>
              <a:schemeClr val="accen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8" name="Google Shape;1078;p15"/>
            <p:cNvSpPr/>
            <p:nvPr/>
          </p:nvSpPr>
          <p:spPr>
            <a:xfrm rot="10800000" flipH="1">
              <a:off x="227312" y="2203025"/>
              <a:ext cx="477900" cy="69600"/>
            </a:xfrm>
            <a:prstGeom prst="roundRect">
              <a:avLst>
                <a:gd name="adj" fmla="val 16667"/>
              </a:avLst>
            </a:prstGeom>
            <a:solidFill>
              <a:schemeClr val="accen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9" name="Google Shape;1079;p15"/>
            <p:cNvSpPr/>
            <p:nvPr/>
          </p:nvSpPr>
          <p:spPr>
            <a:xfrm rot="10800000" flipH="1">
              <a:off x="227312" y="2870288"/>
              <a:ext cx="477900" cy="69600"/>
            </a:xfrm>
            <a:prstGeom prst="roundRect">
              <a:avLst>
                <a:gd name="adj" fmla="val 16667"/>
              </a:avLst>
            </a:prstGeom>
            <a:solidFill>
              <a:schemeClr val="accen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0" name="Google Shape;1080;p15"/>
            <p:cNvSpPr/>
            <p:nvPr/>
          </p:nvSpPr>
          <p:spPr>
            <a:xfrm rot="10800000" flipH="1">
              <a:off x="227312" y="3537563"/>
              <a:ext cx="477900" cy="69600"/>
            </a:xfrm>
            <a:prstGeom prst="roundRect">
              <a:avLst>
                <a:gd name="adj" fmla="val 16667"/>
              </a:avLst>
            </a:prstGeom>
            <a:solidFill>
              <a:schemeClr val="accen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1" name="Google Shape;1081;p15"/>
            <p:cNvSpPr/>
            <p:nvPr/>
          </p:nvSpPr>
          <p:spPr>
            <a:xfrm rot="10800000" flipH="1">
              <a:off x="227312" y="4204825"/>
              <a:ext cx="477900" cy="69600"/>
            </a:xfrm>
            <a:prstGeom prst="roundRect">
              <a:avLst>
                <a:gd name="adj" fmla="val 16667"/>
              </a:avLst>
            </a:prstGeom>
            <a:solidFill>
              <a:schemeClr val="accen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82" name="Google Shape;1082;p15"/>
          <p:cNvSpPr txBox="1">
            <a:spLocks noGrp="1"/>
          </p:cNvSpPr>
          <p:nvPr>
            <p:ph type="title"/>
          </p:nvPr>
        </p:nvSpPr>
        <p:spPr>
          <a:xfrm>
            <a:off x="904875" y="597425"/>
            <a:ext cx="7334400" cy="572700"/>
          </a:xfrm>
          <a:prstGeom prst="rect">
            <a:avLst/>
          </a:prstGeom>
          <a:ln>
            <a:noFill/>
          </a:ln>
        </p:spPr>
        <p:txBody>
          <a:bodyPr spcFirstLastPara="1" wrap="square" lIns="91425" tIns="91425" rIns="91425" bIns="91425" anchor="ctr" anchorCtr="0">
            <a:noAutofit/>
          </a:bodyPr>
          <a:lstStyle>
            <a:lvl1pPr lvl="0" algn="ctr"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three columns">
  <p:cSld name="BLANK_1_1_1_2">
    <p:spTree>
      <p:nvGrpSpPr>
        <p:cNvPr id="1" name="Shape 1083"/>
        <p:cNvGrpSpPr/>
        <p:nvPr/>
      </p:nvGrpSpPr>
      <p:grpSpPr>
        <a:xfrm>
          <a:off x="0" y="0"/>
          <a:ext cx="0" cy="0"/>
          <a:chOff x="0" y="0"/>
          <a:chExt cx="0" cy="0"/>
        </a:xfrm>
      </p:grpSpPr>
      <p:grpSp>
        <p:nvGrpSpPr>
          <p:cNvPr id="1084" name="Google Shape;1084;p16"/>
          <p:cNvGrpSpPr/>
          <p:nvPr/>
        </p:nvGrpSpPr>
        <p:grpSpPr>
          <a:xfrm>
            <a:off x="10" y="-9400"/>
            <a:ext cx="9144000" cy="5162400"/>
            <a:chOff x="10" y="-9400"/>
            <a:chExt cx="9144000" cy="5162400"/>
          </a:xfrm>
        </p:grpSpPr>
        <p:grpSp>
          <p:nvGrpSpPr>
            <p:cNvPr id="1085" name="Google Shape;1085;p16"/>
            <p:cNvGrpSpPr/>
            <p:nvPr/>
          </p:nvGrpSpPr>
          <p:grpSpPr>
            <a:xfrm>
              <a:off x="10" y="371400"/>
              <a:ext cx="9144000" cy="4400775"/>
              <a:chOff x="10" y="371400"/>
              <a:chExt cx="9144000" cy="4400775"/>
            </a:xfrm>
          </p:grpSpPr>
          <p:cxnSp>
            <p:nvCxnSpPr>
              <p:cNvPr id="1086" name="Google Shape;1086;p16"/>
              <p:cNvCxnSpPr/>
              <p:nvPr/>
            </p:nvCxnSpPr>
            <p:spPr>
              <a:xfrm>
                <a:off x="4572010" y="-4200600"/>
                <a:ext cx="0" cy="9144000"/>
              </a:xfrm>
              <a:prstGeom prst="straightConnector1">
                <a:avLst/>
              </a:prstGeom>
              <a:noFill/>
              <a:ln w="9525" cap="flat" cmpd="sng">
                <a:solidFill>
                  <a:schemeClr val="dk2"/>
                </a:solidFill>
                <a:prstDash val="solid"/>
                <a:round/>
                <a:headEnd type="none" w="med" len="med"/>
                <a:tailEnd type="none" w="med" len="med"/>
              </a:ln>
            </p:spPr>
          </p:cxnSp>
          <p:cxnSp>
            <p:nvCxnSpPr>
              <p:cNvPr id="1087" name="Google Shape;1087;p16"/>
              <p:cNvCxnSpPr/>
              <p:nvPr/>
            </p:nvCxnSpPr>
            <p:spPr>
              <a:xfrm>
                <a:off x="4572010" y="-3711625"/>
                <a:ext cx="0" cy="9144000"/>
              </a:xfrm>
              <a:prstGeom prst="straightConnector1">
                <a:avLst/>
              </a:prstGeom>
              <a:noFill/>
              <a:ln w="9525" cap="flat" cmpd="sng">
                <a:solidFill>
                  <a:schemeClr val="dk2"/>
                </a:solidFill>
                <a:prstDash val="solid"/>
                <a:round/>
                <a:headEnd type="none" w="med" len="med"/>
                <a:tailEnd type="none" w="med" len="med"/>
              </a:ln>
            </p:spPr>
          </p:cxnSp>
          <p:cxnSp>
            <p:nvCxnSpPr>
              <p:cNvPr id="1088" name="Google Shape;1088;p16"/>
              <p:cNvCxnSpPr/>
              <p:nvPr/>
            </p:nvCxnSpPr>
            <p:spPr>
              <a:xfrm>
                <a:off x="4572010" y="-3222650"/>
                <a:ext cx="0" cy="9144000"/>
              </a:xfrm>
              <a:prstGeom prst="straightConnector1">
                <a:avLst/>
              </a:prstGeom>
              <a:noFill/>
              <a:ln w="9525" cap="flat" cmpd="sng">
                <a:solidFill>
                  <a:schemeClr val="dk2"/>
                </a:solidFill>
                <a:prstDash val="solid"/>
                <a:round/>
                <a:headEnd type="none" w="med" len="med"/>
                <a:tailEnd type="none" w="med" len="med"/>
              </a:ln>
            </p:spPr>
          </p:cxnSp>
          <p:cxnSp>
            <p:nvCxnSpPr>
              <p:cNvPr id="1089" name="Google Shape;1089;p16"/>
              <p:cNvCxnSpPr/>
              <p:nvPr/>
            </p:nvCxnSpPr>
            <p:spPr>
              <a:xfrm>
                <a:off x="4572010" y="-2733675"/>
                <a:ext cx="0" cy="9144000"/>
              </a:xfrm>
              <a:prstGeom prst="straightConnector1">
                <a:avLst/>
              </a:prstGeom>
              <a:noFill/>
              <a:ln w="9525" cap="flat" cmpd="sng">
                <a:solidFill>
                  <a:schemeClr val="dk2"/>
                </a:solidFill>
                <a:prstDash val="solid"/>
                <a:round/>
                <a:headEnd type="none" w="med" len="med"/>
                <a:tailEnd type="none" w="med" len="med"/>
              </a:ln>
            </p:spPr>
          </p:cxnSp>
          <p:cxnSp>
            <p:nvCxnSpPr>
              <p:cNvPr id="1090" name="Google Shape;1090;p16"/>
              <p:cNvCxnSpPr/>
              <p:nvPr/>
            </p:nvCxnSpPr>
            <p:spPr>
              <a:xfrm>
                <a:off x="4572010" y="-2244700"/>
                <a:ext cx="0" cy="9144000"/>
              </a:xfrm>
              <a:prstGeom prst="straightConnector1">
                <a:avLst/>
              </a:prstGeom>
              <a:noFill/>
              <a:ln w="9525" cap="flat" cmpd="sng">
                <a:solidFill>
                  <a:schemeClr val="dk2"/>
                </a:solidFill>
                <a:prstDash val="solid"/>
                <a:round/>
                <a:headEnd type="none" w="med" len="med"/>
                <a:tailEnd type="none" w="med" len="med"/>
              </a:ln>
            </p:spPr>
          </p:cxnSp>
          <p:cxnSp>
            <p:nvCxnSpPr>
              <p:cNvPr id="1091" name="Google Shape;1091;p16"/>
              <p:cNvCxnSpPr/>
              <p:nvPr/>
            </p:nvCxnSpPr>
            <p:spPr>
              <a:xfrm>
                <a:off x="4572010" y="-1755725"/>
                <a:ext cx="0" cy="9144000"/>
              </a:xfrm>
              <a:prstGeom prst="straightConnector1">
                <a:avLst/>
              </a:prstGeom>
              <a:noFill/>
              <a:ln w="9525" cap="flat" cmpd="sng">
                <a:solidFill>
                  <a:schemeClr val="dk2"/>
                </a:solidFill>
                <a:prstDash val="solid"/>
                <a:round/>
                <a:headEnd type="none" w="med" len="med"/>
                <a:tailEnd type="none" w="med" len="med"/>
              </a:ln>
            </p:spPr>
          </p:cxnSp>
          <p:cxnSp>
            <p:nvCxnSpPr>
              <p:cNvPr id="1092" name="Google Shape;1092;p16"/>
              <p:cNvCxnSpPr/>
              <p:nvPr/>
            </p:nvCxnSpPr>
            <p:spPr>
              <a:xfrm>
                <a:off x="4572010" y="-1266750"/>
                <a:ext cx="0" cy="9144000"/>
              </a:xfrm>
              <a:prstGeom prst="straightConnector1">
                <a:avLst/>
              </a:prstGeom>
              <a:noFill/>
              <a:ln w="9525" cap="flat" cmpd="sng">
                <a:solidFill>
                  <a:schemeClr val="dk2"/>
                </a:solidFill>
                <a:prstDash val="solid"/>
                <a:round/>
                <a:headEnd type="none" w="med" len="med"/>
                <a:tailEnd type="none" w="med" len="med"/>
              </a:ln>
            </p:spPr>
          </p:cxnSp>
          <p:cxnSp>
            <p:nvCxnSpPr>
              <p:cNvPr id="1093" name="Google Shape;1093;p16"/>
              <p:cNvCxnSpPr/>
              <p:nvPr/>
            </p:nvCxnSpPr>
            <p:spPr>
              <a:xfrm>
                <a:off x="4572010" y="-777775"/>
                <a:ext cx="0" cy="9144000"/>
              </a:xfrm>
              <a:prstGeom prst="straightConnector1">
                <a:avLst/>
              </a:prstGeom>
              <a:noFill/>
              <a:ln w="9525" cap="flat" cmpd="sng">
                <a:solidFill>
                  <a:schemeClr val="dk2"/>
                </a:solidFill>
                <a:prstDash val="solid"/>
                <a:round/>
                <a:headEnd type="none" w="med" len="med"/>
                <a:tailEnd type="none" w="med" len="med"/>
              </a:ln>
            </p:spPr>
          </p:cxnSp>
          <p:cxnSp>
            <p:nvCxnSpPr>
              <p:cNvPr id="1094" name="Google Shape;1094;p16"/>
              <p:cNvCxnSpPr/>
              <p:nvPr/>
            </p:nvCxnSpPr>
            <p:spPr>
              <a:xfrm>
                <a:off x="4572010" y="-288800"/>
                <a:ext cx="0" cy="9144000"/>
              </a:xfrm>
              <a:prstGeom prst="straightConnector1">
                <a:avLst/>
              </a:prstGeom>
              <a:noFill/>
              <a:ln w="9525" cap="flat" cmpd="sng">
                <a:solidFill>
                  <a:schemeClr val="dk2"/>
                </a:solidFill>
                <a:prstDash val="solid"/>
                <a:round/>
                <a:headEnd type="none" w="med" len="med"/>
                <a:tailEnd type="none" w="med" len="med"/>
              </a:ln>
            </p:spPr>
          </p:cxnSp>
          <p:cxnSp>
            <p:nvCxnSpPr>
              <p:cNvPr id="1095" name="Google Shape;1095;p16"/>
              <p:cNvCxnSpPr/>
              <p:nvPr/>
            </p:nvCxnSpPr>
            <p:spPr>
              <a:xfrm>
                <a:off x="4572010" y="200175"/>
                <a:ext cx="0" cy="9144000"/>
              </a:xfrm>
              <a:prstGeom prst="straightConnector1">
                <a:avLst/>
              </a:prstGeom>
              <a:noFill/>
              <a:ln w="9525" cap="flat" cmpd="sng">
                <a:solidFill>
                  <a:schemeClr val="dk2"/>
                </a:solidFill>
                <a:prstDash val="solid"/>
                <a:round/>
                <a:headEnd type="none" w="med" len="med"/>
                <a:tailEnd type="none" w="med" len="med"/>
              </a:ln>
            </p:spPr>
          </p:cxnSp>
        </p:grpSp>
        <p:cxnSp>
          <p:nvCxnSpPr>
            <p:cNvPr id="1096" name="Google Shape;1096;p16"/>
            <p:cNvCxnSpPr/>
            <p:nvPr/>
          </p:nvCxnSpPr>
          <p:spPr>
            <a:xfrm>
              <a:off x="415588" y="-9400"/>
              <a:ext cx="0" cy="5162400"/>
            </a:xfrm>
            <a:prstGeom prst="straightConnector1">
              <a:avLst/>
            </a:prstGeom>
            <a:noFill/>
            <a:ln w="9525" cap="flat" cmpd="sng">
              <a:solidFill>
                <a:schemeClr val="dk2"/>
              </a:solidFill>
              <a:prstDash val="solid"/>
              <a:round/>
              <a:headEnd type="none" w="med" len="med"/>
              <a:tailEnd type="none" w="med" len="med"/>
            </a:ln>
          </p:spPr>
        </p:cxnSp>
        <p:cxnSp>
          <p:nvCxnSpPr>
            <p:cNvPr id="1097" name="Google Shape;1097;p16"/>
            <p:cNvCxnSpPr/>
            <p:nvPr/>
          </p:nvCxnSpPr>
          <p:spPr>
            <a:xfrm>
              <a:off x="904563" y="-9400"/>
              <a:ext cx="0" cy="5162400"/>
            </a:xfrm>
            <a:prstGeom prst="straightConnector1">
              <a:avLst/>
            </a:prstGeom>
            <a:noFill/>
            <a:ln w="9525" cap="flat" cmpd="sng">
              <a:solidFill>
                <a:schemeClr val="dk2"/>
              </a:solidFill>
              <a:prstDash val="solid"/>
              <a:round/>
              <a:headEnd type="none" w="med" len="med"/>
              <a:tailEnd type="none" w="med" len="med"/>
            </a:ln>
          </p:spPr>
        </p:cxnSp>
        <p:cxnSp>
          <p:nvCxnSpPr>
            <p:cNvPr id="1098" name="Google Shape;1098;p16"/>
            <p:cNvCxnSpPr/>
            <p:nvPr/>
          </p:nvCxnSpPr>
          <p:spPr>
            <a:xfrm>
              <a:off x="1393538" y="-9400"/>
              <a:ext cx="0" cy="5162400"/>
            </a:xfrm>
            <a:prstGeom prst="straightConnector1">
              <a:avLst/>
            </a:prstGeom>
            <a:noFill/>
            <a:ln w="9525" cap="flat" cmpd="sng">
              <a:solidFill>
                <a:schemeClr val="dk2"/>
              </a:solidFill>
              <a:prstDash val="solid"/>
              <a:round/>
              <a:headEnd type="none" w="med" len="med"/>
              <a:tailEnd type="none" w="med" len="med"/>
            </a:ln>
          </p:spPr>
        </p:cxnSp>
        <p:cxnSp>
          <p:nvCxnSpPr>
            <p:cNvPr id="1099" name="Google Shape;1099;p16"/>
            <p:cNvCxnSpPr/>
            <p:nvPr/>
          </p:nvCxnSpPr>
          <p:spPr>
            <a:xfrm>
              <a:off x="1882513" y="-9400"/>
              <a:ext cx="0" cy="5162400"/>
            </a:xfrm>
            <a:prstGeom prst="straightConnector1">
              <a:avLst/>
            </a:prstGeom>
            <a:noFill/>
            <a:ln w="9525" cap="flat" cmpd="sng">
              <a:solidFill>
                <a:schemeClr val="dk2"/>
              </a:solidFill>
              <a:prstDash val="solid"/>
              <a:round/>
              <a:headEnd type="none" w="med" len="med"/>
              <a:tailEnd type="none" w="med" len="med"/>
            </a:ln>
          </p:spPr>
        </p:cxnSp>
        <p:cxnSp>
          <p:nvCxnSpPr>
            <p:cNvPr id="1100" name="Google Shape;1100;p16"/>
            <p:cNvCxnSpPr/>
            <p:nvPr/>
          </p:nvCxnSpPr>
          <p:spPr>
            <a:xfrm>
              <a:off x="2371488" y="-9400"/>
              <a:ext cx="0" cy="5162400"/>
            </a:xfrm>
            <a:prstGeom prst="straightConnector1">
              <a:avLst/>
            </a:prstGeom>
            <a:noFill/>
            <a:ln w="9525" cap="flat" cmpd="sng">
              <a:solidFill>
                <a:schemeClr val="dk2"/>
              </a:solidFill>
              <a:prstDash val="solid"/>
              <a:round/>
              <a:headEnd type="none" w="med" len="med"/>
              <a:tailEnd type="none" w="med" len="med"/>
            </a:ln>
          </p:spPr>
        </p:cxnSp>
        <p:cxnSp>
          <p:nvCxnSpPr>
            <p:cNvPr id="1101" name="Google Shape;1101;p16"/>
            <p:cNvCxnSpPr/>
            <p:nvPr/>
          </p:nvCxnSpPr>
          <p:spPr>
            <a:xfrm>
              <a:off x="2860463" y="-9400"/>
              <a:ext cx="0" cy="5162400"/>
            </a:xfrm>
            <a:prstGeom prst="straightConnector1">
              <a:avLst/>
            </a:prstGeom>
            <a:noFill/>
            <a:ln w="9525" cap="flat" cmpd="sng">
              <a:solidFill>
                <a:schemeClr val="dk2"/>
              </a:solidFill>
              <a:prstDash val="solid"/>
              <a:round/>
              <a:headEnd type="none" w="med" len="med"/>
              <a:tailEnd type="none" w="med" len="med"/>
            </a:ln>
          </p:spPr>
        </p:cxnSp>
        <p:cxnSp>
          <p:nvCxnSpPr>
            <p:cNvPr id="1102" name="Google Shape;1102;p16"/>
            <p:cNvCxnSpPr/>
            <p:nvPr/>
          </p:nvCxnSpPr>
          <p:spPr>
            <a:xfrm>
              <a:off x="3349438" y="-9400"/>
              <a:ext cx="0" cy="5162400"/>
            </a:xfrm>
            <a:prstGeom prst="straightConnector1">
              <a:avLst/>
            </a:prstGeom>
            <a:noFill/>
            <a:ln w="9525" cap="flat" cmpd="sng">
              <a:solidFill>
                <a:schemeClr val="dk2"/>
              </a:solidFill>
              <a:prstDash val="solid"/>
              <a:round/>
              <a:headEnd type="none" w="med" len="med"/>
              <a:tailEnd type="none" w="med" len="med"/>
            </a:ln>
          </p:spPr>
        </p:cxnSp>
        <p:cxnSp>
          <p:nvCxnSpPr>
            <p:cNvPr id="1103" name="Google Shape;1103;p16"/>
            <p:cNvCxnSpPr/>
            <p:nvPr/>
          </p:nvCxnSpPr>
          <p:spPr>
            <a:xfrm>
              <a:off x="3838413" y="-9400"/>
              <a:ext cx="0" cy="5162400"/>
            </a:xfrm>
            <a:prstGeom prst="straightConnector1">
              <a:avLst/>
            </a:prstGeom>
            <a:noFill/>
            <a:ln w="9525" cap="flat" cmpd="sng">
              <a:solidFill>
                <a:schemeClr val="dk2"/>
              </a:solidFill>
              <a:prstDash val="solid"/>
              <a:round/>
              <a:headEnd type="none" w="med" len="med"/>
              <a:tailEnd type="none" w="med" len="med"/>
            </a:ln>
          </p:spPr>
        </p:cxnSp>
        <p:cxnSp>
          <p:nvCxnSpPr>
            <p:cNvPr id="1104" name="Google Shape;1104;p16"/>
            <p:cNvCxnSpPr/>
            <p:nvPr/>
          </p:nvCxnSpPr>
          <p:spPr>
            <a:xfrm>
              <a:off x="4327388" y="-9400"/>
              <a:ext cx="0" cy="5162400"/>
            </a:xfrm>
            <a:prstGeom prst="straightConnector1">
              <a:avLst/>
            </a:prstGeom>
            <a:noFill/>
            <a:ln w="9525" cap="flat" cmpd="sng">
              <a:solidFill>
                <a:schemeClr val="dk2"/>
              </a:solidFill>
              <a:prstDash val="solid"/>
              <a:round/>
              <a:headEnd type="none" w="med" len="med"/>
              <a:tailEnd type="none" w="med" len="med"/>
            </a:ln>
          </p:spPr>
        </p:cxnSp>
        <p:cxnSp>
          <p:nvCxnSpPr>
            <p:cNvPr id="1105" name="Google Shape;1105;p16"/>
            <p:cNvCxnSpPr/>
            <p:nvPr/>
          </p:nvCxnSpPr>
          <p:spPr>
            <a:xfrm>
              <a:off x="4816363" y="-9400"/>
              <a:ext cx="0" cy="5162400"/>
            </a:xfrm>
            <a:prstGeom prst="straightConnector1">
              <a:avLst/>
            </a:prstGeom>
            <a:noFill/>
            <a:ln w="9525" cap="flat" cmpd="sng">
              <a:solidFill>
                <a:schemeClr val="dk2"/>
              </a:solidFill>
              <a:prstDash val="solid"/>
              <a:round/>
              <a:headEnd type="none" w="med" len="med"/>
              <a:tailEnd type="none" w="med" len="med"/>
            </a:ln>
          </p:spPr>
        </p:cxnSp>
        <p:cxnSp>
          <p:nvCxnSpPr>
            <p:cNvPr id="1106" name="Google Shape;1106;p16"/>
            <p:cNvCxnSpPr/>
            <p:nvPr/>
          </p:nvCxnSpPr>
          <p:spPr>
            <a:xfrm>
              <a:off x="5305338" y="-9400"/>
              <a:ext cx="0" cy="5162400"/>
            </a:xfrm>
            <a:prstGeom prst="straightConnector1">
              <a:avLst/>
            </a:prstGeom>
            <a:noFill/>
            <a:ln w="9525" cap="flat" cmpd="sng">
              <a:solidFill>
                <a:schemeClr val="dk2"/>
              </a:solidFill>
              <a:prstDash val="solid"/>
              <a:round/>
              <a:headEnd type="none" w="med" len="med"/>
              <a:tailEnd type="none" w="med" len="med"/>
            </a:ln>
          </p:spPr>
        </p:cxnSp>
        <p:cxnSp>
          <p:nvCxnSpPr>
            <p:cNvPr id="1107" name="Google Shape;1107;p16"/>
            <p:cNvCxnSpPr/>
            <p:nvPr/>
          </p:nvCxnSpPr>
          <p:spPr>
            <a:xfrm>
              <a:off x="5794313" y="-9400"/>
              <a:ext cx="0" cy="5162400"/>
            </a:xfrm>
            <a:prstGeom prst="straightConnector1">
              <a:avLst/>
            </a:prstGeom>
            <a:noFill/>
            <a:ln w="9525" cap="flat" cmpd="sng">
              <a:solidFill>
                <a:schemeClr val="dk2"/>
              </a:solidFill>
              <a:prstDash val="solid"/>
              <a:round/>
              <a:headEnd type="none" w="med" len="med"/>
              <a:tailEnd type="none" w="med" len="med"/>
            </a:ln>
          </p:spPr>
        </p:cxnSp>
        <p:cxnSp>
          <p:nvCxnSpPr>
            <p:cNvPr id="1108" name="Google Shape;1108;p16"/>
            <p:cNvCxnSpPr/>
            <p:nvPr/>
          </p:nvCxnSpPr>
          <p:spPr>
            <a:xfrm>
              <a:off x="6283288" y="-9400"/>
              <a:ext cx="0" cy="5162400"/>
            </a:xfrm>
            <a:prstGeom prst="straightConnector1">
              <a:avLst/>
            </a:prstGeom>
            <a:noFill/>
            <a:ln w="9525" cap="flat" cmpd="sng">
              <a:solidFill>
                <a:schemeClr val="dk2"/>
              </a:solidFill>
              <a:prstDash val="solid"/>
              <a:round/>
              <a:headEnd type="none" w="med" len="med"/>
              <a:tailEnd type="none" w="med" len="med"/>
            </a:ln>
          </p:spPr>
        </p:cxnSp>
        <p:cxnSp>
          <p:nvCxnSpPr>
            <p:cNvPr id="1109" name="Google Shape;1109;p16"/>
            <p:cNvCxnSpPr/>
            <p:nvPr/>
          </p:nvCxnSpPr>
          <p:spPr>
            <a:xfrm>
              <a:off x="6772263" y="-9400"/>
              <a:ext cx="0" cy="5162400"/>
            </a:xfrm>
            <a:prstGeom prst="straightConnector1">
              <a:avLst/>
            </a:prstGeom>
            <a:noFill/>
            <a:ln w="9525" cap="flat" cmpd="sng">
              <a:solidFill>
                <a:schemeClr val="dk2"/>
              </a:solidFill>
              <a:prstDash val="solid"/>
              <a:round/>
              <a:headEnd type="none" w="med" len="med"/>
              <a:tailEnd type="none" w="med" len="med"/>
            </a:ln>
          </p:spPr>
        </p:cxnSp>
        <p:cxnSp>
          <p:nvCxnSpPr>
            <p:cNvPr id="1110" name="Google Shape;1110;p16"/>
            <p:cNvCxnSpPr/>
            <p:nvPr/>
          </p:nvCxnSpPr>
          <p:spPr>
            <a:xfrm>
              <a:off x="7261238" y="-9400"/>
              <a:ext cx="0" cy="5162400"/>
            </a:xfrm>
            <a:prstGeom prst="straightConnector1">
              <a:avLst/>
            </a:prstGeom>
            <a:noFill/>
            <a:ln w="9525" cap="flat" cmpd="sng">
              <a:solidFill>
                <a:schemeClr val="dk2"/>
              </a:solidFill>
              <a:prstDash val="solid"/>
              <a:round/>
              <a:headEnd type="none" w="med" len="med"/>
              <a:tailEnd type="none" w="med" len="med"/>
            </a:ln>
          </p:spPr>
        </p:cxnSp>
        <p:cxnSp>
          <p:nvCxnSpPr>
            <p:cNvPr id="1111" name="Google Shape;1111;p16"/>
            <p:cNvCxnSpPr/>
            <p:nvPr/>
          </p:nvCxnSpPr>
          <p:spPr>
            <a:xfrm>
              <a:off x="7750213" y="-9400"/>
              <a:ext cx="0" cy="5162400"/>
            </a:xfrm>
            <a:prstGeom prst="straightConnector1">
              <a:avLst/>
            </a:prstGeom>
            <a:noFill/>
            <a:ln w="9525" cap="flat" cmpd="sng">
              <a:solidFill>
                <a:schemeClr val="dk2"/>
              </a:solidFill>
              <a:prstDash val="solid"/>
              <a:round/>
              <a:headEnd type="none" w="med" len="med"/>
              <a:tailEnd type="none" w="med" len="med"/>
            </a:ln>
          </p:spPr>
        </p:cxnSp>
        <p:cxnSp>
          <p:nvCxnSpPr>
            <p:cNvPr id="1112" name="Google Shape;1112;p16"/>
            <p:cNvCxnSpPr/>
            <p:nvPr/>
          </p:nvCxnSpPr>
          <p:spPr>
            <a:xfrm>
              <a:off x="8239188" y="-9400"/>
              <a:ext cx="0" cy="5162400"/>
            </a:xfrm>
            <a:prstGeom prst="straightConnector1">
              <a:avLst/>
            </a:prstGeom>
            <a:noFill/>
            <a:ln w="9525" cap="flat" cmpd="sng">
              <a:solidFill>
                <a:schemeClr val="dk2"/>
              </a:solidFill>
              <a:prstDash val="solid"/>
              <a:round/>
              <a:headEnd type="none" w="med" len="med"/>
              <a:tailEnd type="none" w="med" len="med"/>
            </a:ln>
          </p:spPr>
        </p:cxnSp>
        <p:cxnSp>
          <p:nvCxnSpPr>
            <p:cNvPr id="1113" name="Google Shape;1113;p16"/>
            <p:cNvCxnSpPr/>
            <p:nvPr/>
          </p:nvCxnSpPr>
          <p:spPr>
            <a:xfrm>
              <a:off x="8728163" y="-9400"/>
              <a:ext cx="0" cy="5162400"/>
            </a:xfrm>
            <a:prstGeom prst="straightConnector1">
              <a:avLst/>
            </a:prstGeom>
            <a:noFill/>
            <a:ln w="9525" cap="flat" cmpd="sng">
              <a:solidFill>
                <a:schemeClr val="dk2"/>
              </a:solidFill>
              <a:prstDash val="solid"/>
              <a:round/>
              <a:headEnd type="none" w="med" len="med"/>
              <a:tailEnd type="none" w="med" len="med"/>
            </a:ln>
          </p:spPr>
        </p:cxnSp>
      </p:grpSp>
      <p:grpSp>
        <p:nvGrpSpPr>
          <p:cNvPr id="1114" name="Google Shape;1114;p16"/>
          <p:cNvGrpSpPr/>
          <p:nvPr/>
        </p:nvGrpSpPr>
        <p:grpSpPr>
          <a:xfrm>
            <a:off x="-185282" y="395900"/>
            <a:ext cx="600900" cy="4351800"/>
            <a:chOff x="-185282" y="395900"/>
            <a:chExt cx="600900" cy="4351800"/>
          </a:xfrm>
        </p:grpSpPr>
        <p:sp>
          <p:nvSpPr>
            <p:cNvPr id="1115" name="Google Shape;1115;p16"/>
            <p:cNvSpPr/>
            <p:nvPr/>
          </p:nvSpPr>
          <p:spPr>
            <a:xfrm flipH="1">
              <a:off x="-185282" y="395900"/>
              <a:ext cx="600900" cy="4351800"/>
            </a:xfrm>
            <a:prstGeom prst="rect">
              <a:avLst/>
            </a:prstGeom>
            <a:solidFill>
              <a:srgbClr val="FBF7ED"/>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116" name="Google Shape;1116;p16"/>
            <p:cNvCxnSpPr/>
            <p:nvPr/>
          </p:nvCxnSpPr>
          <p:spPr>
            <a:xfrm>
              <a:off x="-174000" y="736625"/>
              <a:ext cx="579300" cy="0"/>
            </a:xfrm>
            <a:prstGeom prst="straightConnector1">
              <a:avLst/>
            </a:prstGeom>
            <a:noFill/>
            <a:ln w="19050" cap="flat" cmpd="sng">
              <a:solidFill>
                <a:srgbClr val="F0EBDF"/>
              </a:solidFill>
              <a:prstDash val="solid"/>
              <a:round/>
              <a:headEnd type="none" w="med" len="med"/>
              <a:tailEnd type="none" w="med" len="med"/>
            </a:ln>
          </p:spPr>
        </p:cxnSp>
        <p:cxnSp>
          <p:nvCxnSpPr>
            <p:cNvPr id="1117" name="Google Shape;1117;p16"/>
            <p:cNvCxnSpPr/>
            <p:nvPr/>
          </p:nvCxnSpPr>
          <p:spPr>
            <a:xfrm>
              <a:off x="-174000" y="1070259"/>
              <a:ext cx="579300" cy="0"/>
            </a:xfrm>
            <a:prstGeom prst="straightConnector1">
              <a:avLst/>
            </a:prstGeom>
            <a:noFill/>
            <a:ln w="19050" cap="flat" cmpd="sng">
              <a:solidFill>
                <a:srgbClr val="F0EBDF"/>
              </a:solidFill>
              <a:prstDash val="solid"/>
              <a:round/>
              <a:headEnd type="none" w="med" len="med"/>
              <a:tailEnd type="none" w="med" len="med"/>
            </a:ln>
          </p:spPr>
        </p:cxnSp>
        <p:cxnSp>
          <p:nvCxnSpPr>
            <p:cNvPr id="1118" name="Google Shape;1118;p16"/>
            <p:cNvCxnSpPr/>
            <p:nvPr/>
          </p:nvCxnSpPr>
          <p:spPr>
            <a:xfrm>
              <a:off x="-174000" y="1403893"/>
              <a:ext cx="579300" cy="0"/>
            </a:xfrm>
            <a:prstGeom prst="straightConnector1">
              <a:avLst/>
            </a:prstGeom>
            <a:noFill/>
            <a:ln w="19050" cap="flat" cmpd="sng">
              <a:solidFill>
                <a:srgbClr val="F0EBDF"/>
              </a:solidFill>
              <a:prstDash val="solid"/>
              <a:round/>
              <a:headEnd type="none" w="med" len="med"/>
              <a:tailEnd type="none" w="med" len="med"/>
            </a:ln>
          </p:spPr>
        </p:cxnSp>
        <p:cxnSp>
          <p:nvCxnSpPr>
            <p:cNvPr id="1119" name="Google Shape;1119;p16"/>
            <p:cNvCxnSpPr/>
            <p:nvPr/>
          </p:nvCxnSpPr>
          <p:spPr>
            <a:xfrm>
              <a:off x="-174000" y="1737527"/>
              <a:ext cx="579300" cy="0"/>
            </a:xfrm>
            <a:prstGeom prst="straightConnector1">
              <a:avLst/>
            </a:prstGeom>
            <a:noFill/>
            <a:ln w="19050" cap="flat" cmpd="sng">
              <a:solidFill>
                <a:srgbClr val="F0EBDF"/>
              </a:solidFill>
              <a:prstDash val="solid"/>
              <a:round/>
              <a:headEnd type="none" w="med" len="med"/>
              <a:tailEnd type="none" w="med" len="med"/>
            </a:ln>
          </p:spPr>
        </p:cxnSp>
        <p:cxnSp>
          <p:nvCxnSpPr>
            <p:cNvPr id="1120" name="Google Shape;1120;p16"/>
            <p:cNvCxnSpPr/>
            <p:nvPr/>
          </p:nvCxnSpPr>
          <p:spPr>
            <a:xfrm>
              <a:off x="-174000" y="2071161"/>
              <a:ext cx="579300" cy="0"/>
            </a:xfrm>
            <a:prstGeom prst="straightConnector1">
              <a:avLst/>
            </a:prstGeom>
            <a:noFill/>
            <a:ln w="19050" cap="flat" cmpd="sng">
              <a:solidFill>
                <a:srgbClr val="F0EBDF"/>
              </a:solidFill>
              <a:prstDash val="solid"/>
              <a:round/>
              <a:headEnd type="none" w="med" len="med"/>
              <a:tailEnd type="none" w="med" len="med"/>
            </a:ln>
          </p:spPr>
        </p:cxnSp>
        <p:cxnSp>
          <p:nvCxnSpPr>
            <p:cNvPr id="1121" name="Google Shape;1121;p16"/>
            <p:cNvCxnSpPr/>
            <p:nvPr/>
          </p:nvCxnSpPr>
          <p:spPr>
            <a:xfrm>
              <a:off x="-174000" y="2404795"/>
              <a:ext cx="579300" cy="0"/>
            </a:xfrm>
            <a:prstGeom prst="straightConnector1">
              <a:avLst/>
            </a:prstGeom>
            <a:noFill/>
            <a:ln w="19050" cap="flat" cmpd="sng">
              <a:solidFill>
                <a:srgbClr val="F0EBDF"/>
              </a:solidFill>
              <a:prstDash val="solid"/>
              <a:round/>
              <a:headEnd type="none" w="med" len="med"/>
              <a:tailEnd type="none" w="med" len="med"/>
            </a:ln>
          </p:spPr>
        </p:cxnSp>
        <p:cxnSp>
          <p:nvCxnSpPr>
            <p:cNvPr id="1122" name="Google Shape;1122;p16"/>
            <p:cNvCxnSpPr/>
            <p:nvPr/>
          </p:nvCxnSpPr>
          <p:spPr>
            <a:xfrm>
              <a:off x="-174000" y="2738430"/>
              <a:ext cx="579300" cy="0"/>
            </a:xfrm>
            <a:prstGeom prst="straightConnector1">
              <a:avLst/>
            </a:prstGeom>
            <a:noFill/>
            <a:ln w="19050" cap="flat" cmpd="sng">
              <a:solidFill>
                <a:srgbClr val="F0EBDF"/>
              </a:solidFill>
              <a:prstDash val="solid"/>
              <a:round/>
              <a:headEnd type="none" w="med" len="med"/>
              <a:tailEnd type="none" w="med" len="med"/>
            </a:ln>
          </p:spPr>
        </p:cxnSp>
        <p:cxnSp>
          <p:nvCxnSpPr>
            <p:cNvPr id="1123" name="Google Shape;1123;p16"/>
            <p:cNvCxnSpPr/>
            <p:nvPr/>
          </p:nvCxnSpPr>
          <p:spPr>
            <a:xfrm>
              <a:off x="-174000" y="3739332"/>
              <a:ext cx="579300" cy="0"/>
            </a:xfrm>
            <a:prstGeom prst="straightConnector1">
              <a:avLst/>
            </a:prstGeom>
            <a:noFill/>
            <a:ln w="19050" cap="flat" cmpd="sng">
              <a:solidFill>
                <a:srgbClr val="F0EBDF"/>
              </a:solidFill>
              <a:prstDash val="solid"/>
              <a:round/>
              <a:headEnd type="none" w="med" len="med"/>
              <a:tailEnd type="none" w="med" len="med"/>
            </a:ln>
          </p:spPr>
        </p:cxnSp>
        <p:cxnSp>
          <p:nvCxnSpPr>
            <p:cNvPr id="1124" name="Google Shape;1124;p16"/>
            <p:cNvCxnSpPr/>
            <p:nvPr/>
          </p:nvCxnSpPr>
          <p:spPr>
            <a:xfrm>
              <a:off x="-174000" y="3405698"/>
              <a:ext cx="579300" cy="0"/>
            </a:xfrm>
            <a:prstGeom prst="straightConnector1">
              <a:avLst/>
            </a:prstGeom>
            <a:noFill/>
            <a:ln w="19050" cap="flat" cmpd="sng">
              <a:solidFill>
                <a:srgbClr val="F0EBDF"/>
              </a:solidFill>
              <a:prstDash val="solid"/>
              <a:round/>
              <a:headEnd type="none" w="med" len="med"/>
              <a:tailEnd type="none" w="med" len="med"/>
            </a:ln>
          </p:spPr>
        </p:cxnSp>
        <p:cxnSp>
          <p:nvCxnSpPr>
            <p:cNvPr id="1125" name="Google Shape;1125;p16"/>
            <p:cNvCxnSpPr/>
            <p:nvPr/>
          </p:nvCxnSpPr>
          <p:spPr>
            <a:xfrm>
              <a:off x="-174000" y="3072064"/>
              <a:ext cx="579300" cy="0"/>
            </a:xfrm>
            <a:prstGeom prst="straightConnector1">
              <a:avLst/>
            </a:prstGeom>
            <a:noFill/>
            <a:ln w="19050" cap="flat" cmpd="sng">
              <a:solidFill>
                <a:srgbClr val="F0EBDF"/>
              </a:solidFill>
              <a:prstDash val="solid"/>
              <a:round/>
              <a:headEnd type="none" w="med" len="med"/>
              <a:tailEnd type="none" w="med" len="med"/>
            </a:ln>
          </p:spPr>
        </p:cxnSp>
        <p:cxnSp>
          <p:nvCxnSpPr>
            <p:cNvPr id="1126" name="Google Shape;1126;p16"/>
            <p:cNvCxnSpPr/>
            <p:nvPr/>
          </p:nvCxnSpPr>
          <p:spPr>
            <a:xfrm>
              <a:off x="-174000" y="4072966"/>
              <a:ext cx="579300" cy="0"/>
            </a:xfrm>
            <a:prstGeom prst="straightConnector1">
              <a:avLst/>
            </a:prstGeom>
            <a:noFill/>
            <a:ln w="19050" cap="flat" cmpd="sng">
              <a:solidFill>
                <a:srgbClr val="F0EBDF"/>
              </a:solidFill>
              <a:prstDash val="solid"/>
              <a:round/>
              <a:headEnd type="none" w="med" len="med"/>
              <a:tailEnd type="none" w="med" len="med"/>
            </a:ln>
          </p:spPr>
        </p:cxnSp>
        <p:cxnSp>
          <p:nvCxnSpPr>
            <p:cNvPr id="1127" name="Google Shape;1127;p16"/>
            <p:cNvCxnSpPr/>
            <p:nvPr/>
          </p:nvCxnSpPr>
          <p:spPr>
            <a:xfrm>
              <a:off x="-174000" y="4406600"/>
              <a:ext cx="579300" cy="0"/>
            </a:xfrm>
            <a:prstGeom prst="straightConnector1">
              <a:avLst/>
            </a:prstGeom>
            <a:noFill/>
            <a:ln w="19050" cap="flat" cmpd="sng">
              <a:solidFill>
                <a:srgbClr val="F0EBDF"/>
              </a:solidFill>
              <a:prstDash val="solid"/>
              <a:round/>
              <a:headEnd type="none" w="med" len="med"/>
              <a:tailEnd type="none" w="med" len="med"/>
            </a:ln>
          </p:spPr>
        </p:cxnSp>
        <p:sp>
          <p:nvSpPr>
            <p:cNvPr id="1128" name="Google Shape;1128;p16"/>
            <p:cNvSpPr/>
            <p:nvPr/>
          </p:nvSpPr>
          <p:spPr>
            <a:xfrm flipH="1">
              <a:off x="136538" y="816775"/>
              <a:ext cx="165900" cy="1659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9" name="Google Shape;1129;p16"/>
            <p:cNvSpPr/>
            <p:nvPr/>
          </p:nvSpPr>
          <p:spPr>
            <a:xfrm flipH="1">
              <a:off x="136538" y="1487737"/>
              <a:ext cx="165900" cy="1659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0" name="Google Shape;1130;p16"/>
            <p:cNvSpPr/>
            <p:nvPr/>
          </p:nvSpPr>
          <p:spPr>
            <a:xfrm flipH="1">
              <a:off x="136538" y="2155025"/>
              <a:ext cx="165900" cy="1659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1" name="Google Shape;1131;p16"/>
            <p:cNvSpPr/>
            <p:nvPr/>
          </p:nvSpPr>
          <p:spPr>
            <a:xfrm flipH="1">
              <a:off x="136538" y="2822287"/>
              <a:ext cx="165900" cy="1659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2" name="Google Shape;1132;p16"/>
            <p:cNvSpPr/>
            <p:nvPr/>
          </p:nvSpPr>
          <p:spPr>
            <a:xfrm flipH="1">
              <a:off x="136538" y="3489562"/>
              <a:ext cx="165900" cy="1659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3" name="Google Shape;1133;p16"/>
            <p:cNvSpPr/>
            <p:nvPr/>
          </p:nvSpPr>
          <p:spPr>
            <a:xfrm flipH="1">
              <a:off x="136538" y="4156825"/>
              <a:ext cx="165900" cy="1659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34" name="Google Shape;1134;p16"/>
          <p:cNvGrpSpPr/>
          <p:nvPr/>
        </p:nvGrpSpPr>
        <p:grpSpPr>
          <a:xfrm>
            <a:off x="504792" y="395741"/>
            <a:ext cx="8134200" cy="4351800"/>
            <a:chOff x="504792" y="395741"/>
            <a:chExt cx="8134200" cy="4351800"/>
          </a:xfrm>
        </p:grpSpPr>
        <p:sp>
          <p:nvSpPr>
            <p:cNvPr id="1135" name="Google Shape;1135;p16"/>
            <p:cNvSpPr/>
            <p:nvPr/>
          </p:nvSpPr>
          <p:spPr>
            <a:xfrm>
              <a:off x="504792" y="395741"/>
              <a:ext cx="8134200" cy="4351800"/>
            </a:xfrm>
            <a:prstGeom prst="rect">
              <a:avLst/>
            </a:prstGeom>
            <a:solidFill>
              <a:srgbClr val="FBF7ED"/>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136" name="Google Shape;1136;p16"/>
            <p:cNvCxnSpPr/>
            <p:nvPr/>
          </p:nvCxnSpPr>
          <p:spPr>
            <a:xfrm rot="10800000">
              <a:off x="517425" y="736450"/>
              <a:ext cx="8112000" cy="0"/>
            </a:xfrm>
            <a:prstGeom prst="straightConnector1">
              <a:avLst/>
            </a:prstGeom>
            <a:noFill/>
            <a:ln w="19050" cap="flat" cmpd="sng">
              <a:solidFill>
                <a:srgbClr val="F0EBDF"/>
              </a:solidFill>
              <a:prstDash val="solid"/>
              <a:round/>
              <a:headEnd type="none" w="med" len="med"/>
              <a:tailEnd type="none" w="med" len="med"/>
            </a:ln>
          </p:spPr>
        </p:cxnSp>
        <p:cxnSp>
          <p:nvCxnSpPr>
            <p:cNvPr id="1137" name="Google Shape;1137;p16"/>
            <p:cNvCxnSpPr/>
            <p:nvPr/>
          </p:nvCxnSpPr>
          <p:spPr>
            <a:xfrm rot="10800000">
              <a:off x="517425" y="1070084"/>
              <a:ext cx="8112000" cy="0"/>
            </a:xfrm>
            <a:prstGeom prst="straightConnector1">
              <a:avLst/>
            </a:prstGeom>
            <a:noFill/>
            <a:ln w="19050" cap="flat" cmpd="sng">
              <a:solidFill>
                <a:srgbClr val="F0EBDF"/>
              </a:solidFill>
              <a:prstDash val="solid"/>
              <a:round/>
              <a:headEnd type="none" w="med" len="med"/>
              <a:tailEnd type="none" w="med" len="med"/>
            </a:ln>
          </p:spPr>
        </p:cxnSp>
        <p:cxnSp>
          <p:nvCxnSpPr>
            <p:cNvPr id="1138" name="Google Shape;1138;p16"/>
            <p:cNvCxnSpPr/>
            <p:nvPr/>
          </p:nvCxnSpPr>
          <p:spPr>
            <a:xfrm rot="10800000">
              <a:off x="517425" y="1403718"/>
              <a:ext cx="8112000" cy="0"/>
            </a:xfrm>
            <a:prstGeom prst="straightConnector1">
              <a:avLst/>
            </a:prstGeom>
            <a:noFill/>
            <a:ln w="19050" cap="flat" cmpd="sng">
              <a:solidFill>
                <a:srgbClr val="F0EBDF"/>
              </a:solidFill>
              <a:prstDash val="solid"/>
              <a:round/>
              <a:headEnd type="none" w="med" len="med"/>
              <a:tailEnd type="none" w="med" len="med"/>
            </a:ln>
          </p:spPr>
        </p:cxnSp>
        <p:cxnSp>
          <p:nvCxnSpPr>
            <p:cNvPr id="1139" name="Google Shape;1139;p16"/>
            <p:cNvCxnSpPr/>
            <p:nvPr/>
          </p:nvCxnSpPr>
          <p:spPr>
            <a:xfrm rot="10800000">
              <a:off x="517425" y="1737352"/>
              <a:ext cx="8112000" cy="0"/>
            </a:xfrm>
            <a:prstGeom prst="straightConnector1">
              <a:avLst/>
            </a:prstGeom>
            <a:noFill/>
            <a:ln w="19050" cap="flat" cmpd="sng">
              <a:solidFill>
                <a:srgbClr val="F0EBDF"/>
              </a:solidFill>
              <a:prstDash val="solid"/>
              <a:round/>
              <a:headEnd type="none" w="med" len="med"/>
              <a:tailEnd type="none" w="med" len="med"/>
            </a:ln>
          </p:spPr>
        </p:cxnSp>
        <p:cxnSp>
          <p:nvCxnSpPr>
            <p:cNvPr id="1140" name="Google Shape;1140;p16"/>
            <p:cNvCxnSpPr/>
            <p:nvPr/>
          </p:nvCxnSpPr>
          <p:spPr>
            <a:xfrm rot="10800000">
              <a:off x="517425" y="2070986"/>
              <a:ext cx="8112000" cy="0"/>
            </a:xfrm>
            <a:prstGeom prst="straightConnector1">
              <a:avLst/>
            </a:prstGeom>
            <a:noFill/>
            <a:ln w="19050" cap="flat" cmpd="sng">
              <a:solidFill>
                <a:srgbClr val="F0EBDF"/>
              </a:solidFill>
              <a:prstDash val="solid"/>
              <a:round/>
              <a:headEnd type="none" w="med" len="med"/>
              <a:tailEnd type="none" w="med" len="med"/>
            </a:ln>
          </p:spPr>
        </p:cxnSp>
        <p:cxnSp>
          <p:nvCxnSpPr>
            <p:cNvPr id="1141" name="Google Shape;1141;p16"/>
            <p:cNvCxnSpPr/>
            <p:nvPr/>
          </p:nvCxnSpPr>
          <p:spPr>
            <a:xfrm rot="10800000">
              <a:off x="517425" y="2404620"/>
              <a:ext cx="8112000" cy="0"/>
            </a:xfrm>
            <a:prstGeom prst="straightConnector1">
              <a:avLst/>
            </a:prstGeom>
            <a:noFill/>
            <a:ln w="19050" cap="flat" cmpd="sng">
              <a:solidFill>
                <a:srgbClr val="F0EBDF"/>
              </a:solidFill>
              <a:prstDash val="solid"/>
              <a:round/>
              <a:headEnd type="none" w="med" len="med"/>
              <a:tailEnd type="none" w="med" len="med"/>
            </a:ln>
          </p:spPr>
        </p:cxnSp>
        <p:cxnSp>
          <p:nvCxnSpPr>
            <p:cNvPr id="1142" name="Google Shape;1142;p16"/>
            <p:cNvCxnSpPr/>
            <p:nvPr/>
          </p:nvCxnSpPr>
          <p:spPr>
            <a:xfrm rot="10800000">
              <a:off x="517425" y="2738255"/>
              <a:ext cx="8112000" cy="0"/>
            </a:xfrm>
            <a:prstGeom prst="straightConnector1">
              <a:avLst/>
            </a:prstGeom>
            <a:noFill/>
            <a:ln w="19050" cap="flat" cmpd="sng">
              <a:solidFill>
                <a:srgbClr val="F0EBDF"/>
              </a:solidFill>
              <a:prstDash val="solid"/>
              <a:round/>
              <a:headEnd type="none" w="med" len="med"/>
              <a:tailEnd type="none" w="med" len="med"/>
            </a:ln>
          </p:spPr>
        </p:cxnSp>
        <p:cxnSp>
          <p:nvCxnSpPr>
            <p:cNvPr id="1143" name="Google Shape;1143;p16"/>
            <p:cNvCxnSpPr/>
            <p:nvPr/>
          </p:nvCxnSpPr>
          <p:spPr>
            <a:xfrm rot="10800000">
              <a:off x="517425" y="3739157"/>
              <a:ext cx="8112000" cy="0"/>
            </a:xfrm>
            <a:prstGeom prst="straightConnector1">
              <a:avLst/>
            </a:prstGeom>
            <a:noFill/>
            <a:ln w="19050" cap="flat" cmpd="sng">
              <a:solidFill>
                <a:srgbClr val="F0EBDF"/>
              </a:solidFill>
              <a:prstDash val="solid"/>
              <a:round/>
              <a:headEnd type="none" w="med" len="med"/>
              <a:tailEnd type="none" w="med" len="med"/>
            </a:ln>
          </p:spPr>
        </p:cxnSp>
        <p:cxnSp>
          <p:nvCxnSpPr>
            <p:cNvPr id="1144" name="Google Shape;1144;p16"/>
            <p:cNvCxnSpPr/>
            <p:nvPr/>
          </p:nvCxnSpPr>
          <p:spPr>
            <a:xfrm rot="10800000">
              <a:off x="517425" y="3405523"/>
              <a:ext cx="8112000" cy="0"/>
            </a:xfrm>
            <a:prstGeom prst="straightConnector1">
              <a:avLst/>
            </a:prstGeom>
            <a:noFill/>
            <a:ln w="19050" cap="flat" cmpd="sng">
              <a:solidFill>
                <a:srgbClr val="F0EBDF"/>
              </a:solidFill>
              <a:prstDash val="solid"/>
              <a:round/>
              <a:headEnd type="none" w="med" len="med"/>
              <a:tailEnd type="none" w="med" len="med"/>
            </a:ln>
          </p:spPr>
        </p:cxnSp>
        <p:cxnSp>
          <p:nvCxnSpPr>
            <p:cNvPr id="1145" name="Google Shape;1145;p16"/>
            <p:cNvCxnSpPr/>
            <p:nvPr/>
          </p:nvCxnSpPr>
          <p:spPr>
            <a:xfrm rot="10800000">
              <a:off x="517425" y="3071889"/>
              <a:ext cx="8112000" cy="0"/>
            </a:xfrm>
            <a:prstGeom prst="straightConnector1">
              <a:avLst/>
            </a:prstGeom>
            <a:noFill/>
            <a:ln w="19050" cap="flat" cmpd="sng">
              <a:solidFill>
                <a:srgbClr val="F0EBDF"/>
              </a:solidFill>
              <a:prstDash val="solid"/>
              <a:round/>
              <a:headEnd type="none" w="med" len="med"/>
              <a:tailEnd type="none" w="med" len="med"/>
            </a:ln>
          </p:spPr>
        </p:cxnSp>
        <p:cxnSp>
          <p:nvCxnSpPr>
            <p:cNvPr id="1146" name="Google Shape;1146;p16"/>
            <p:cNvCxnSpPr/>
            <p:nvPr/>
          </p:nvCxnSpPr>
          <p:spPr>
            <a:xfrm rot="10800000">
              <a:off x="517425" y="4072791"/>
              <a:ext cx="8112000" cy="0"/>
            </a:xfrm>
            <a:prstGeom prst="straightConnector1">
              <a:avLst/>
            </a:prstGeom>
            <a:noFill/>
            <a:ln w="19050" cap="flat" cmpd="sng">
              <a:solidFill>
                <a:srgbClr val="F0EBDF"/>
              </a:solidFill>
              <a:prstDash val="solid"/>
              <a:round/>
              <a:headEnd type="none" w="med" len="med"/>
              <a:tailEnd type="none" w="med" len="med"/>
            </a:ln>
          </p:spPr>
        </p:cxnSp>
        <p:cxnSp>
          <p:nvCxnSpPr>
            <p:cNvPr id="1147" name="Google Shape;1147;p16"/>
            <p:cNvCxnSpPr/>
            <p:nvPr/>
          </p:nvCxnSpPr>
          <p:spPr>
            <a:xfrm rot="10800000">
              <a:off x="517425" y="4406425"/>
              <a:ext cx="8112000" cy="0"/>
            </a:xfrm>
            <a:prstGeom prst="straightConnector1">
              <a:avLst/>
            </a:prstGeom>
            <a:noFill/>
            <a:ln w="19050" cap="flat" cmpd="sng">
              <a:solidFill>
                <a:srgbClr val="F0EBDF"/>
              </a:solidFill>
              <a:prstDash val="solid"/>
              <a:round/>
              <a:headEnd type="none" w="med" len="med"/>
              <a:tailEnd type="none" w="med" len="med"/>
            </a:ln>
          </p:spPr>
        </p:cxnSp>
        <p:cxnSp>
          <p:nvCxnSpPr>
            <p:cNvPr id="1148" name="Google Shape;1148;p16"/>
            <p:cNvCxnSpPr/>
            <p:nvPr/>
          </p:nvCxnSpPr>
          <p:spPr>
            <a:xfrm>
              <a:off x="900099" y="403173"/>
              <a:ext cx="0" cy="4336800"/>
            </a:xfrm>
            <a:prstGeom prst="straightConnector1">
              <a:avLst/>
            </a:prstGeom>
            <a:noFill/>
            <a:ln w="19050" cap="flat" cmpd="sng">
              <a:solidFill>
                <a:schemeClr val="lt1"/>
              </a:solidFill>
              <a:prstDash val="solid"/>
              <a:round/>
              <a:headEnd type="none" w="med" len="med"/>
              <a:tailEnd type="none" w="med" len="med"/>
            </a:ln>
          </p:spPr>
        </p:cxnSp>
        <p:sp>
          <p:nvSpPr>
            <p:cNvPr id="1149" name="Google Shape;1149;p16"/>
            <p:cNvSpPr/>
            <p:nvPr/>
          </p:nvSpPr>
          <p:spPr>
            <a:xfrm>
              <a:off x="617972" y="816625"/>
              <a:ext cx="165900" cy="1659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0" name="Google Shape;1150;p16"/>
            <p:cNvSpPr/>
            <p:nvPr/>
          </p:nvSpPr>
          <p:spPr>
            <a:xfrm>
              <a:off x="617972" y="1487587"/>
              <a:ext cx="165900" cy="1659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1" name="Google Shape;1151;p16"/>
            <p:cNvSpPr/>
            <p:nvPr/>
          </p:nvSpPr>
          <p:spPr>
            <a:xfrm>
              <a:off x="617972" y="2154875"/>
              <a:ext cx="165900" cy="1659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2" name="Google Shape;1152;p16"/>
            <p:cNvSpPr/>
            <p:nvPr/>
          </p:nvSpPr>
          <p:spPr>
            <a:xfrm>
              <a:off x="617972" y="2822137"/>
              <a:ext cx="165900" cy="1659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3" name="Google Shape;1153;p16"/>
            <p:cNvSpPr/>
            <p:nvPr/>
          </p:nvSpPr>
          <p:spPr>
            <a:xfrm>
              <a:off x="617972" y="3489412"/>
              <a:ext cx="165900" cy="1659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4" name="Google Shape;1154;p16"/>
            <p:cNvSpPr/>
            <p:nvPr/>
          </p:nvSpPr>
          <p:spPr>
            <a:xfrm>
              <a:off x="617972" y="4156675"/>
              <a:ext cx="165900" cy="1659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155" name="Google Shape;1155;p16"/>
          <p:cNvSpPr txBox="1">
            <a:spLocks noGrp="1"/>
          </p:cNvSpPr>
          <p:nvPr>
            <p:ph type="title"/>
          </p:nvPr>
        </p:nvSpPr>
        <p:spPr>
          <a:xfrm>
            <a:off x="1635650" y="2074366"/>
            <a:ext cx="1401000" cy="3282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500"/>
              <a:buNone/>
              <a:defRPr sz="2000">
                <a:solidFill>
                  <a:schemeClr val="lt1"/>
                </a:solidFill>
              </a:defRPr>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1156" name="Google Shape;1156;p16"/>
          <p:cNvSpPr txBox="1">
            <a:spLocks noGrp="1"/>
          </p:cNvSpPr>
          <p:nvPr>
            <p:ph type="subTitle" idx="1"/>
          </p:nvPr>
        </p:nvSpPr>
        <p:spPr>
          <a:xfrm>
            <a:off x="1167950" y="2370146"/>
            <a:ext cx="2336400" cy="776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157" name="Google Shape;1157;p16"/>
          <p:cNvSpPr txBox="1">
            <a:spLocks noGrp="1"/>
          </p:cNvSpPr>
          <p:nvPr>
            <p:ph type="title" idx="2"/>
          </p:nvPr>
        </p:nvSpPr>
        <p:spPr>
          <a:xfrm>
            <a:off x="3862000" y="3333254"/>
            <a:ext cx="1401000" cy="3282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500"/>
              <a:buNone/>
              <a:defRPr sz="2000">
                <a:solidFill>
                  <a:schemeClr val="lt1"/>
                </a:solidFill>
              </a:defRPr>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1158" name="Google Shape;1158;p16"/>
          <p:cNvSpPr txBox="1">
            <a:spLocks noGrp="1"/>
          </p:cNvSpPr>
          <p:nvPr>
            <p:ph type="subTitle" idx="3"/>
          </p:nvPr>
        </p:nvSpPr>
        <p:spPr>
          <a:xfrm>
            <a:off x="3394275" y="3628234"/>
            <a:ext cx="2336400" cy="776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159" name="Google Shape;1159;p16"/>
          <p:cNvSpPr txBox="1">
            <a:spLocks noGrp="1"/>
          </p:cNvSpPr>
          <p:nvPr>
            <p:ph type="title" idx="4"/>
          </p:nvPr>
        </p:nvSpPr>
        <p:spPr>
          <a:xfrm>
            <a:off x="6107349" y="2074366"/>
            <a:ext cx="1401000" cy="3282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500"/>
              <a:buNone/>
              <a:defRPr sz="2000">
                <a:solidFill>
                  <a:schemeClr val="lt1"/>
                </a:solidFill>
              </a:defRPr>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1160" name="Google Shape;1160;p16"/>
          <p:cNvSpPr txBox="1">
            <a:spLocks noGrp="1"/>
          </p:cNvSpPr>
          <p:nvPr>
            <p:ph type="subTitle" idx="5"/>
          </p:nvPr>
        </p:nvSpPr>
        <p:spPr>
          <a:xfrm>
            <a:off x="5639650" y="2370146"/>
            <a:ext cx="2336400" cy="776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grpSp>
        <p:nvGrpSpPr>
          <p:cNvPr id="1161" name="Google Shape;1161;p16"/>
          <p:cNvGrpSpPr/>
          <p:nvPr/>
        </p:nvGrpSpPr>
        <p:grpSpPr>
          <a:xfrm>
            <a:off x="227312" y="868475"/>
            <a:ext cx="477900" cy="3405950"/>
            <a:chOff x="227312" y="868475"/>
            <a:chExt cx="477900" cy="3405950"/>
          </a:xfrm>
        </p:grpSpPr>
        <p:sp>
          <p:nvSpPr>
            <p:cNvPr id="1162" name="Google Shape;1162;p16"/>
            <p:cNvSpPr/>
            <p:nvPr/>
          </p:nvSpPr>
          <p:spPr>
            <a:xfrm rot="10800000" flipH="1">
              <a:off x="227312" y="868475"/>
              <a:ext cx="477900" cy="69600"/>
            </a:xfrm>
            <a:prstGeom prst="roundRect">
              <a:avLst>
                <a:gd name="adj" fmla="val 16667"/>
              </a:avLst>
            </a:prstGeom>
            <a:solidFill>
              <a:schemeClr val="accen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3" name="Google Shape;1163;p16"/>
            <p:cNvSpPr/>
            <p:nvPr/>
          </p:nvSpPr>
          <p:spPr>
            <a:xfrm rot="10800000" flipH="1">
              <a:off x="227312" y="1535738"/>
              <a:ext cx="477900" cy="69600"/>
            </a:xfrm>
            <a:prstGeom prst="roundRect">
              <a:avLst>
                <a:gd name="adj" fmla="val 16667"/>
              </a:avLst>
            </a:prstGeom>
            <a:solidFill>
              <a:schemeClr val="accen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4" name="Google Shape;1164;p16"/>
            <p:cNvSpPr/>
            <p:nvPr/>
          </p:nvSpPr>
          <p:spPr>
            <a:xfrm rot="10800000" flipH="1">
              <a:off x="227312" y="2203025"/>
              <a:ext cx="477900" cy="69600"/>
            </a:xfrm>
            <a:prstGeom prst="roundRect">
              <a:avLst>
                <a:gd name="adj" fmla="val 16667"/>
              </a:avLst>
            </a:prstGeom>
            <a:solidFill>
              <a:schemeClr val="accen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5" name="Google Shape;1165;p16"/>
            <p:cNvSpPr/>
            <p:nvPr/>
          </p:nvSpPr>
          <p:spPr>
            <a:xfrm rot="10800000" flipH="1">
              <a:off x="227312" y="2870288"/>
              <a:ext cx="477900" cy="69600"/>
            </a:xfrm>
            <a:prstGeom prst="roundRect">
              <a:avLst>
                <a:gd name="adj" fmla="val 16667"/>
              </a:avLst>
            </a:prstGeom>
            <a:solidFill>
              <a:schemeClr val="accen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6" name="Google Shape;1166;p16"/>
            <p:cNvSpPr/>
            <p:nvPr/>
          </p:nvSpPr>
          <p:spPr>
            <a:xfrm rot="10800000" flipH="1">
              <a:off x="227312" y="3537563"/>
              <a:ext cx="477900" cy="69600"/>
            </a:xfrm>
            <a:prstGeom prst="roundRect">
              <a:avLst>
                <a:gd name="adj" fmla="val 16667"/>
              </a:avLst>
            </a:prstGeom>
            <a:solidFill>
              <a:schemeClr val="accen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7" name="Google Shape;1167;p16"/>
            <p:cNvSpPr/>
            <p:nvPr/>
          </p:nvSpPr>
          <p:spPr>
            <a:xfrm rot="10800000" flipH="1">
              <a:off x="227312" y="4204825"/>
              <a:ext cx="477900" cy="69600"/>
            </a:xfrm>
            <a:prstGeom prst="roundRect">
              <a:avLst>
                <a:gd name="adj" fmla="val 16667"/>
              </a:avLst>
            </a:prstGeom>
            <a:solidFill>
              <a:schemeClr val="accen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168" name="Google Shape;1168;p16"/>
          <p:cNvSpPr txBox="1">
            <a:spLocks noGrp="1"/>
          </p:cNvSpPr>
          <p:nvPr>
            <p:ph type="title" idx="6"/>
          </p:nvPr>
        </p:nvSpPr>
        <p:spPr>
          <a:xfrm>
            <a:off x="904875" y="597425"/>
            <a:ext cx="7334400" cy="572700"/>
          </a:xfrm>
          <a:prstGeom prst="rect">
            <a:avLst/>
          </a:prstGeom>
          <a:ln>
            <a:noFill/>
          </a:ln>
        </p:spPr>
        <p:txBody>
          <a:bodyPr spcFirstLastPara="1" wrap="square" lIns="91425" tIns="91425" rIns="91425" bIns="91425" anchor="ctr" anchorCtr="0">
            <a:noAutofit/>
          </a:bodyPr>
          <a:lstStyle>
            <a:lvl1pPr lvl="0" algn="ctr"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grpSp>
        <p:nvGrpSpPr>
          <p:cNvPr id="1169" name="Google Shape;1169;p16"/>
          <p:cNvGrpSpPr/>
          <p:nvPr/>
        </p:nvGrpSpPr>
        <p:grpSpPr>
          <a:xfrm>
            <a:off x="1152525" y="837675"/>
            <a:ext cx="7125850" cy="3752328"/>
            <a:chOff x="1304925" y="913875"/>
            <a:chExt cx="7125850" cy="3752328"/>
          </a:xfrm>
        </p:grpSpPr>
        <p:sp>
          <p:nvSpPr>
            <p:cNvPr id="1170" name="Google Shape;1170;p16"/>
            <p:cNvSpPr/>
            <p:nvPr/>
          </p:nvSpPr>
          <p:spPr>
            <a:xfrm rot="-2227469" flipH="1">
              <a:off x="2678154" y="4403852"/>
              <a:ext cx="243062" cy="210302"/>
            </a:xfrm>
            <a:prstGeom prst="triangle">
              <a:avLst>
                <a:gd name="adj" fmla="val 50000"/>
              </a:avLst>
            </a:prstGeom>
            <a:noFill/>
            <a:ln w="19050"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1" name="Google Shape;1171;p16"/>
            <p:cNvSpPr/>
            <p:nvPr/>
          </p:nvSpPr>
          <p:spPr>
            <a:xfrm rot="7771672" flipH="1">
              <a:off x="7771440" y="942916"/>
              <a:ext cx="126796" cy="109319"/>
            </a:xfrm>
            <a:prstGeom prst="triangle">
              <a:avLst>
                <a:gd name="adj" fmla="val 50000"/>
              </a:avLst>
            </a:pr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2" name="Google Shape;1172;p16"/>
            <p:cNvSpPr/>
            <p:nvPr/>
          </p:nvSpPr>
          <p:spPr>
            <a:xfrm flipH="1">
              <a:off x="8138875" y="1708550"/>
              <a:ext cx="291900" cy="291900"/>
            </a:xfrm>
            <a:prstGeom prst="ellipse">
              <a:avLst/>
            </a:prstGeom>
            <a:noFill/>
            <a:ln w="19050"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3" name="Google Shape;1173;p16"/>
            <p:cNvSpPr/>
            <p:nvPr/>
          </p:nvSpPr>
          <p:spPr>
            <a:xfrm flipH="1">
              <a:off x="1304925" y="3414875"/>
              <a:ext cx="165000" cy="165000"/>
            </a:xfrm>
            <a:prstGeom prst="ellipse">
              <a:avLst/>
            </a:prstGeom>
            <a:noFill/>
            <a:ln w="19050"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4" name="Google Shape;1174;p16"/>
            <p:cNvSpPr/>
            <p:nvPr/>
          </p:nvSpPr>
          <p:spPr>
            <a:xfrm rot="-2855308" flipH="1">
              <a:off x="6997856" y="4002626"/>
              <a:ext cx="117429" cy="117005"/>
            </a:xfrm>
            <a:prstGeom prst="rect">
              <a:avLst/>
            </a:prstGeom>
            <a:no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5" name="Google Shape;1175;p16"/>
            <p:cNvSpPr/>
            <p:nvPr/>
          </p:nvSpPr>
          <p:spPr>
            <a:xfrm rot="716485" flipH="1">
              <a:off x="1578177" y="1339814"/>
              <a:ext cx="117441" cy="117086"/>
            </a:xfrm>
            <a:prstGeom prst="rect">
              <a:avLst/>
            </a:pr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6" name="Google Shape;1176;p16"/>
            <p:cNvSpPr/>
            <p:nvPr/>
          </p:nvSpPr>
          <p:spPr>
            <a:xfrm rot="3430508" flipH="1">
              <a:off x="8221320" y="4209053"/>
              <a:ext cx="126736" cy="109431"/>
            </a:xfrm>
            <a:prstGeom prst="triangle">
              <a:avLst>
                <a:gd name="adj" fmla="val 50000"/>
              </a:avLst>
            </a:prstGeom>
            <a:noFill/>
            <a:ln w="19050"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7" name="Google Shape;1177;p16"/>
            <p:cNvSpPr/>
            <p:nvPr/>
          </p:nvSpPr>
          <p:spPr>
            <a:xfrm flipH="1">
              <a:off x="2563125" y="973250"/>
              <a:ext cx="165000" cy="165000"/>
            </a:xfrm>
            <a:prstGeom prst="ellipse">
              <a:avLst/>
            </a:pr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six columns">
  <p:cSld name="BLANK_1_1_1_1_1">
    <p:spTree>
      <p:nvGrpSpPr>
        <p:cNvPr id="1" name="Shape 1178"/>
        <p:cNvGrpSpPr/>
        <p:nvPr/>
      </p:nvGrpSpPr>
      <p:grpSpPr>
        <a:xfrm>
          <a:off x="0" y="0"/>
          <a:ext cx="0" cy="0"/>
          <a:chOff x="0" y="0"/>
          <a:chExt cx="0" cy="0"/>
        </a:xfrm>
      </p:grpSpPr>
      <p:grpSp>
        <p:nvGrpSpPr>
          <p:cNvPr id="1179" name="Google Shape;1179;p17"/>
          <p:cNvGrpSpPr/>
          <p:nvPr/>
        </p:nvGrpSpPr>
        <p:grpSpPr>
          <a:xfrm>
            <a:off x="10" y="-9400"/>
            <a:ext cx="9144000" cy="5162400"/>
            <a:chOff x="10" y="-9400"/>
            <a:chExt cx="9144000" cy="5162400"/>
          </a:xfrm>
        </p:grpSpPr>
        <p:grpSp>
          <p:nvGrpSpPr>
            <p:cNvPr id="1180" name="Google Shape;1180;p17"/>
            <p:cNvGrpSpPr/>
            <p:nvPr/>
          </p:nvGrpSpPr>
          <p:grpSpPr>
            <a:xfrm>
              <a:off x="10" y="371400"/>
              <a:ext cx="9144000" cy="4400775"/>
              <a:chOff x="10" y="371400"/>
              <a:chExt cx="9144000" cy="4400775"/>
            </a:xfrm>
          </p:grpSpPr>
          <p:cxnSp>
            <p:nvCxnSpPr>
              <p:cNvPr id="1181" name="Google Shape;1181;p17"/>
              <p:cNvCxnSpPr/>
              <p:nvPr/>
            </p:nvCxnSpPr>
            <p:spPr>
              <a:xfrm>
                <a:off x="4572010" y="-4200600"/>
                <a:ext cx="0" cy="9144000"/>
              </a:xfrm>
              <a:prstGeom prst="straightConnector1">
                <a:avLst/>
              </a:prstGeom>
              <a:noFill/>
              <a:ln w="9525" cap="flat" cmpd="sng">
                <a:solidFill>
                  <a:schemeClr val="dk2"/>
                </a:solidFill>
                <a:prstDash val="solid"/>
                <a:round/>
                <a:headEnd type="none" w="med" len="med"/>
                <a:tailEnd type="none" w="med" len="med"/>
              </a:ln>
            </p:spPr>
          </p:cxnSp>
          <p:cxnSp>
            <p:nvCxnSpPr>
              <p:cNvPr id="1182" name="Google Shape;1182;p17"/>
              <p:cNvCxnSpPr/>
              <p:nvPr/>
            </p:nvCxnSpPr>
            <p:spPr>
              <a:xfrm>
                <a:off x="4572010" y="-3711625"/>
                <a:ext cx="0" cy="9144000"/>
              </a:xfrm>
              <a:prstGeom prst="straightConnector1">
                <a:avLst/>
              </a:prstGeom>
              <a:noFill/>
              <a:ln w="9525" cap="flat" cmpd="sng">
                <a:solidFill>
                  <a:schemeClr val="dk2"/>
                </a:solidFill>
                <a:prstDash val="solid"/>
                <a:round/>
                <a:headEnd type="none" w="med" len="med"/>
                <a:tailEnd type="none" w="med" len="med"/>
              </a:ln>
            </p:spPr>
          </p:cxnSp>
          <p:cxnSp>
            <p:nvCxnSpPr>
              <p:cNvPr id="1183" name="Google Shape;1183;p17"/>
              <p:cNvCxnSpPr/>
              <p:nvPr/>
            </p:nvCxnSpPr>
            <p:spPr>
              <a:xfrm>
                <a:off x="4572010" y="-3222650"/>
                <a:ext cx="0" cy="9144000"/>
              </a:xfrm>
              <a:prstGeom prst="straightConnector1">
                <a:avLst/>
              </a:prstGeom>
              <a:noFill/>
              <a:ln w="9525" cap="flat" cmpd="sng">
                <a:solidFill>
                  <a:schemeClr val="dk2"/>
                </a:solidFill>
                <a:prstDash val="solid"/>
                <a:round/>
                <a:headEnd type="none" w="med" len="med"/>
                <a:tailEnd type="none" w="med" len="med"/>
              </a:ln>
            </p:spPr>
          </p:cxnSp>
          <p:cxnSp>
            <p:nvCxnSpPr>
              <p:cNvPr id="1184" name="Google Shape;1184;p17"/>
              <p:cNvCxnSpPr/>
              <p:nvPr/>
            </p:nvCxnSpPr>
            <p:spPr>
              <a:xfrm>
                <a:off x="4572010" y="-2733675"/>
                <a:ext cx="0" cy="9144000"/>
              </a:xfrm>
              <a:prstGeom prst="straightConnector1">
                <a:avLst/>
              </a:prstGeom>
              <a:noFill/>
              <a:ln w="9525" cap="flat" cmpd="sng">
                <a:solidFill>
                  <a:schemeClr val="dk2"/>
                </a:solidFill>
                <a:prstDash val="solid"/>
                <a:round/>
                <a:headEnd type="none" w="med" len="med"/>
                <a:tailEnd type="none" w="med" len="med"/>
              </a:ln>
            </p:spPr>
          </p:cxnSp>
          <p:cxnSp>
            <p:nvCxnSpPr>
              <p:cNvPr id="1185" name="Google Shape;1185;p17"/>
              <p:cNvCxnSpPr/>
              <p:nvPr/>
            </p:nvCxnSpPr>
            <p:spPr>
              <a:xfrm>
                <a:off x="4572010" y="-2244700"/>
                <a:ext cx="0" cy="9144000"/>
              </a:xfrm>
              <a:prstGeom prst="straightConnector1">
                <a:avLst/>
              </a:prstGeom>
              <a:noFill/>
              <a:ln w="9525" cap="flat" cmpd="sng">
                <a:solidFill>
                  <a:schemeClr val="dk2"/>
                </a:solidFill>
                <a:prstDash val="solid"/>
                <a:round/>
                <a:headEnd type="none" w="med" len="med"/>
                <a:tailEnd type="none" w="med" len="med"/>
              </a:ln>
            </p:spPr>
          </p:cxnSp>
          <p:cxnSp>
            <p:nvCxnSpPr>
              <p:cNvPr id="1186" name="Google Shape;1186;p17"/>
              <p:cNvCxnSpPr/>
              <p:nvPr/>
            </p:nvCxnSpPr>
            <p:spPr>
              <a:xfrm>
                <a:off x="4572010" y="-1755725"/>
                <a:ext cx="0" cy="9144000"/>
              </a:xfrm>
              <a:prstGeom prst="straightConnector1">
                <a:avLst/>
              </a:prstGeom>
              <a:noFill/>
              <a:ln w="9525" cap="flat" cmpd="sng">
                <a:solidFill>
                  <a:schemeClr val="dk2"/>
                </a:solidFill>
                <a:prstDash val="solid"/>
                <a:round/>
                <a:headEnd type="none" w="med" len="med"/>
                <a:tailEnd type="none" w="med" len="med"/>
              </a:ln>
            </p:spPr>
          </p:cxnSp>
          <p:cxnSp>
            <p:nvCxnSpPr>
              <p:cNvPr id="1187" name="Google Shape;1187;p17"/>
              <p:cNvCxnSpPr/>
              <p:nvPr/>
            </p:nvCxnSpPr>
            <p:spPr>
              <a:xfrm>
                <a:off x="4572010" y="-1266750"/>
                <a:ext cx="0" cy="9144000"/>
              </a:xfrm>
              <a:prstGeom prst="straightConnector1">
                <a:avLst/>
              </a:prstGeom>
              <a:noFill/>
              <a:ln w="9525" cap="flat" cmpd="sng">
                <a:solidFill>
                  <a:schemeClr val="dk2"/>
                </a:solidFill>
                <a:prstDash val="solid"/>
                <a:round/>
                <a:headEnd type="none" w="med" len="med"/>
                <a:tailEnd type="none" w="med" len="med"/>
              </a:ln>
            </p:spPr>
          </p:cxnSp>
          <p:cxnSp>
            <p:nvCxnSpPr>
              <p:cNvPr id="1188" name="Google Shape;1188;p17"/>
              <p:cNvCxnSpPr/>
              <p:nvPr/>
            </p:nvCxnSpPr>
            <p:spPr>
              <a:xfrm>
                <a:off x="4572010" y="-777775"/>
                <a:ext cx="0" cy="9144000"/>
              </a:xfrm>
              <a:prstGeom prst="straightConnector1">
                <a:avLst/>
              </a:prstGeom>
              <a:noFill/>
              <a:ln w="9525" cap="flat" cmpd="sng">
                <a:solidFill>
                  <a:schemeClr val="dk2"/>
                </a:solidFill>
                <a:prstDash val="solid"/>
                <a:round/>
                <a:headEnd type="none" w="med" len="med"/>
                <a:tailEnd type="none" w="med" len="med"/>
              </a:ln>
            </p:spPr>
          </p:cxnSp>
          <p:cxnSp>
            <p:nvCxnSpPr>
              <p:cNvPr id="1189" name="Google Shape;1189;p17"/>
              <p:cNvCxnSpPr/>
              <p:nvPr/>
            </p:nvCxnSpPr>
            <p:spPr>
              <a:xfrm>
                <a:off x="4572010" y="-288800"/>
                <a:ext cx="0" cy="9144000"/>
              </a:xfrm>
              <a:prstGeom prst="straightConnector1">
                <a:avLst/>
              </a:prstGeom>
              <a:noFill/>
              <a:ln w="9525" cap="flat" cmpd="sng">
                <a:solidFill>
                  <a:schemeClr val="dk2"/>
                </a:solidFill>
                <a:prstDash val="solid"/>
                <a:round/>
                <a:headEnd type="none" w="med" len="med"/>
                <a:tailEnd type="none" w="med" len="med"/>
              </a:ln>
            </p:spPr>
          </p:cxnSp>
          <p:cxnSp>
            <p:nvCxnSpPr>
              <p:cNvPr id="1190" name="Google Shape;1190;p17"/>
              <p:cNvCxnSpPr/>
              <p:nvPr/>
            </p:nvCxnSpPr>
            <p:spPr>
              <a:xfrm>
                <a:off x="4572010" y="200175"/>
                <a:ext cx="0" cy="9144000"/>
              </a:xfrm>
              <a:prstGeom prst="straightConnector1">
                <a:avLst/>
              </a:prstGeom>
              <a:noFill/>
              <a:ln w="9525" cap="flat" cmpd="sng">
                <a:solidFill>
                  <a:schemeClr val="dk2"/>
                </a:solidFill>
                <a:prstDash val="solid"/>
                <a:round/>
                <a:headEnd type="none" w="med" len="med"/>
                <a:tailEnd type="none" w="med" len="med"/>
              </a:ln>
            </p:spPr>
          </p:cxnSp>
        </p:grpSp>
        <p:cxnSp>
          <p:nvCxnSpPr>
            <p:cNvPr id="1191" name="Google Shape;1191;p17"/>
            <p:cNvCxnSpPr/>
            <p:nvPr/>
          </p:nvCxnSpPr>
          <p:spPr>
            <a:xfrm>
              <a:off x="415588" y="-9400"/>
              <a:ext cx="0" cy="5162400"/>
            </a:xfrm>
            <a:prstGeom prst="straightConnector1">
              <a:avLst/>
            </a:prstGeom>
            <a:noFill/>
            <a:ln w="9525" cap="flat" cmpd="sng">
              <a:solidFill>
                <a:schemeClr val="dk2"/>
              </a:solidFill>
              <a:prstDash val="solid"/>
              <a:round/>
              <a:headEnd type="none" w="med" len="med"/>
              <a:tailEnd type="none" w="med" len="med"/>
            </a:ln>
          </p:spPr>
        </p:cxnSp>
        <p:cxnSp>
          <p:nvCxnSpPr>
            <p:cNvPr id="1192" name="Google Shape;1192;p17"/>
            <p:cNvCxnSpPr/>
            <p:nvPr/>
          </p:nvCxnSpPr>
          <p:spPr>
            <a:xfrm>
              <a:off x="904563" y="-9400"/>
              <a:ext cx="0" cy="5162400"/>
            </a:xfrm>
            <a:prstGeom prst="straightConnector1">
              <a:avLst/>
            </a:prstGeom>
            <a:noFill/>
            <a:ln w="9525" cap="flat" cmpd="sng">
              <a:solidFill>
                <a:schemeClr val="dk2"/>
              </a:solidFill>
              <a:prstDash val="solid"/>
              <a:round/>
              <a:headEnd type="none" w="med" len="med"/>
              <a:tailEnd type="none" w="med" len="med"/>
            </a:ln>
          </p:spPr>
        </p:cxnSp>
        <p:cxnSp>
          <p:nvCxnSpPr>
            <p:cNvPr id="1193" name="Google Shape;1193;p17"/>
            <p:cNvCxnSpPr/>
            <p:nvPr/>
          </p:nvCxnSpPr>
          <p:spPr>
            <a:xfrm>
              <a:off x="1393538" y="-9400"/>
              <a:ext cx="0" cy="5162400"/>
            </a:xfrm>
            <a:prstGeom prst="straightConnector1">
              <a:avLst/>
            </a:prstGeom>
            <a:noFill/>
            <a:ln w="9525" cap="flat" cmpd="sng">
              <a:solidFill>
                <a:schemeClr val="dk2"/>
              </a:solidFill>
              <a:prstDash val="solid"/>
              <a:round/>
              <a:headEnd type="none" w="med" len="med"/>
              <a:tailEnd type="none" w="med" len="med"/>
            </a:ln>
          </p:spPr>
        </p:cxnSp>
        <p:cxnSp>
          <p:nvCxnSpPr>
            <p:cNvPr id="1194" name="Google Shape;1194;p17"/>
            <p:cNvCxnSpPr/>
            <p:nvPr/>
          </p:nvCxnSpPr>
          <p:spPr>
            <a:xfrm>
              <a:off x="1882513" y="-9400"/>
              <a:ext cx="0" cy="5162400"/>
            </a:xfrm>
            <a:prstGeom prst="straightConnector1">
              <a:avLst/>
            </a:prstGeom>
            <a:noFill/>
            <a:ln w="9525" cap="flat" cmpd="sng">
              <a:solidFill>
                <a:schemeClr val="dk2"/>
              </a:solidFill>
              <a:prstDash val="solid"/>
              <a:round/>
              <a:headEnd type="none" w="med" len="med"/>
              <a:tailEnd type="none" w="med" len="med"/>
            </a:ln>
          </p:spPr>
        </p:cxnSp>
        <p:cxnSp>
          <p:nvCxnSpPr>
            <p:cNvPr id="1195" name="Google Shape;1195;p17"/>
            <p:cNvCxnSpPr/>
            <p:nvPr/>
          </p:nvCxnSpPr>
          <p:spPr>
            <a:xfrm>
              <a:off x="2371488" y="-9400"/>
              <a:ext cx="0" cy="5162400"/>
            </a:xfrm>
            <a:prstGeom prst="straightConnector1">
              <a:avLst/>
            </a:prstGeom>
            <a:noFill/>
            <a:ln w="9525" cap="flat" cmpd="sng">
              <a:solidFill>
                <a:schemeClr val="dk2"/>
              </a:solidFill>
              <a:prstDash val="solid"/>
              <a:round/>
              <a:headEnd type="none" w="med" len="med"/>
              <a:tailEnd type="none" w="med" len="med"/>
            </a:ln>
          </p:spPr>
        </p:cxnSp>
        <p:cxnSp>
          <p:nvCxnSpPr>
            <p:cNvPr id="1196" name="Google Shape;1196;p17"/>
            <p:cNvCxnSpPr/>
            <p:nvPr/>
          </p:nvCxnSpPr>
          <p:spPr>
            <a:xfrm>
              <a:off x="2860463" y="-9400"/>
              <a:ext cx="0" cy="5162400"/>
            </a:xfrm>
            <a:prstGeom prst="straightConnector1">
              <a:avLst/>
            </a:prstGeom>
            <a:noFill/>
            <a:ln w="9525" cap="flat" cmpd="sng">
              <a:solidFill>
                <a:schemeClr val="dk2"/>
              </a:solidFill>
              <a:prstDash val="solid"/>
              <a:round/>
              <a:headEnd type="none" w="med" len="med"/>
              <a:tailEnd type="none" w="med" len="med"/>
            </a:ln>
          </p:spPr>
        </p:cxnSp>
        <p:cxnSp>
          <p:nvCxnSpPr>
            <p:cNvPr id="1197" name="Google Shape;1197;p17"/>
            <p:cNvCxnSpPr/>
            <p:nvPr/>
          </p:nvCxnSpPr>
          <p:spPr>
            <a:xfrm>
              <a:off x="3349438" y="-9400"/>
              <a:ext cx="0" cy="5162400"/>
            </a:xfrm>
            <a:prstGeom prst="straightConnector1">
              <a:avLst/>
            </a:prstGeom>
            <a:noFill/>
            <a:ln w="9525" cap="flat" cmpd="sng">
              <a:solidFill>
                <a:schemeClr val="dk2"/>
              </a:solidFill>
              <a:prstDash val="solid"/>
              <a:round/>
              <a:headEnd type="none" w="med" len="med"/>
              <a:tailEnd type="none" w="med" len="med"/>
            </a:ln>
          </p:spPr>
        </p:cxnSp>
        <p:cxnSp>
          <p:nvCxnSpPr>
            <p:cNvPr id="1198" name="Google Shape;1198;p17"/>
            <p:cNvCxnSpPr/>
            <p:nvPr/>
          </p:nvCxnSpPr>
          <p:spPr>
            <a:xfrm>
              <a:off x="3838413" y="-9400"/>
              <a:ext cx="0" cy="5162400"/>
            </a:xfrm>
            <a:prstGeom prst="straightConnector1">
              <a:avLst/>
            </a:prstGeom>
            <a:noFill/>
            <a:ln w="9525" cap="flat" cmpd="sng">
              <a:solidFill>
                <a:schemeClr val="dk2"/>
              </a:solidFill>
              <a:prstDash val="solid"/>
              <a:round/>
              <a:headEnd type="none" w="med" len="med"/>
              <a:tailEnd type="none" w="med" len="med"/>
            </a:ln>
          </p:spPr>
        </p:cxnSp>
        <p:cxnSp>
          <p:nvCxnSpPr>
            <p:cNvPr id="1199" name="Google Shape;1199;p17"/>
            <p:cNvCxnSpPr/>
            <p:nvPr/>
          </p:nvCxnSpPr>
          <p:spPr>
            <a:xfrm>
              <a:off x="4327388" y="-9400"/>
              <a:ext cx="0" cy="5162400"/>
            </a:xfrm>
            <a:prstGeom prst="straightConnector1">
              <a:avLst/>
            </a:prstGeom>
            <a:noFill/>
            <a:ln w="9525" cap="flat" cmpd="sng">
              <a:solidFill>
                <a:schemeClr val="dk2"/>
              </a:solidFill>
              <a:prstDash val="solid"/>
              <a:round/>
              <a:headEnd type="none" w="med" len="med"/>
              <a:tailEnd type="none" w="med" len="med"/>
            </a:ln>
          </p:spPr>
        </p:cxnSp>
        <p:cxnSp>
          <p:nvCxnSpPr>
            <p:cNvPr id="1200" name="Google Shape;1200;p17"/>
            <p:cNvCxnSpPr/>
            <p:nvPr/>
          </p:nvCxnSpPr>
          <p:spPr>
            <a:xfrm>
              <a:off x="4816363" y="-9400"/>
              <a:ext cx="0" cy="5162400"/>
            </a:xfrm>
            <a:prstGeom prst="straightConnector1">
              <a:avLst/>
            </a:prstGeom>
            <a:noFill/>
            <a:ln w="9525" cap="flat" cmpd="sng">
              <a:solidFill>
                <a:schemeClr val="dk2"/>
              </a:solidFill>
              <a:prstDash val="solid"/>
              <a:round/>
              <a:headEnd type="none" w="med" len="med"/>
              <a:tailEnd type="none" w="med" len="med"/>
            </a:ln>
          </p:spPr>
        </p:cxnSp>
        <p:cxnSp>
          <p:nvCxnSpPr>
            <p:cNvPr id="1201" name="Google Shape;1201;p17"/>
            <p:cNvCxnSpPr/>
            <p:nvPr/>
          </p:nvCxnSpPr>
          <p:spPr>
            <a:xfrm>
              <a:off x="5305338" y="-9400"/>
              <a:ext cx="0" cy="5162400"/>
            </a:xfrm>
            <a:prstGeom prst="straightConnector1">
              <a:avLst/>
            </a:prstGeom>
            <a:noFill/>
            <a:ln w="9525" cap="flat" cmpd="sng">
              <a:solidFill>
                <a:schemeClr val="dk2"/>
              </a:solidFill>
              <a:prstDash val="solid"/>
              <a:round/>
              <a:headEnd type="none" w="med" len="med"/>
              <a:tailEnd type="none" w="med" len="med"/>
            </a:ln>
          </p:spPr>
        </p:cxnSp>
        <p:cxnSp>
          <p:nvCxnSpPr>
            <p:cNvPr id="1202" name="Google Shape;1202;p17"/>
            <p:cNvCxnSpPr/>
            <p:nvPr/>
          </p:nvCxnSpPr>
          <p:spPr>
            <a:xfrm>
              <a:off x="5794313" y="-9400"/>
              <a:ext cx="0" cy="5162400"/>
            </a:xfrm>
            <a:prstGeom prst="straightConnector1">
              <a:avLst/>
            </a:prstGeom>
            <a:noFill/>
            <a:ln w="9525" cap="flat" cmpd="sng">
              <a:solidFill>
                <a:schemeClr val="dk2"/>
              </a:solidFill>
              <a:prstDash val="solid"/>
              <a:round/>
              <a:headEnd type="none" w="med" len="med"/>
              <a:tailEnd type="none" w="med" len="med"/>
            </a:ln>
          </p:spPr>
        </p:cxnSp>
        <p:cxnSp>
          <p:nvCxnSpPr>
            <p:cNvPr id="1203" name="Google Shape;1203;p17"/>
            <p:cNvCxnSpPr/>
            <p:nvPr/>
          </p:nvCxnSpPr>
          <p:spPr>
            <a:xfrm>
              <a:off x="6283288" y="-9400"/>
              <a:ext cx="0" cy="5162400"/>
            </a:xfrm>
            <a:prstGeom prst="straightConnector1">
              <a:avLst/>
            </a:prstGeom>
            <a:noFill/>
            <a:ln w="9525" cap="flat" cmpd="sng">
              <a:solidFill>
                <a:schemeClr val="dk2"/>
              </a:solidFill>
              <a:prstDash val="solid"/>
              <a:round/>
              <a:headEnd type="none" w="med" len="med"/>
              <a:tailEnd type="none" w="med" len="med"/>
            </a:ln>
          </p:spPr>
        </p:cxnSp>
        <p:cxnSp>
          <p:nvCxnSpPr>
            <p:cNvPr id="1204" name="Google Shape;1204;p17"/>
            <p:cNvCxnSpPr/>
            <p:nvPr/>
          </p:nvCxnSpPr>
          <p:spPr>
            <a:xfrm>
              <a:off x="6772263" y="-9400"/>
              <a:ext cx="0" cy="5162400"/>
            </a:xfrm>
            <a:prstGeom prst="straightConnector1">
              <a:avLst/>
            </a:prstGeom>
            <a:noFill/>
            <a:ln w="9525" cap="flat" cmpd="sng">
              <a:solidFill>
                <a:schemeClr val="dk2"/>
              </a:solidFill>
              <a:prstDash val="solid"/>
              <a:round/>
              <a:headEnd type="none" w="med" len="med"/>
              <a:tailEnd type="none" w="med" len="med"/>
            </a:ln>
          </p:spPr>
        </p:cxnSp>
        <p:cxnSp>
          <p:nvCxnSpPr>
            <p:cNvPr id="1205" name="Google Shape;1205;p17"/>
            <p:cNvCxnSpPr/>
            <p:nvPr/>
          </p:nvCxnSpPr>
          <p:spPr>
            <a:xfrm>
              <a:off x="7261238" y="-9400"/>
              <a:ext cx="0" cy="5162400"/>
            </a:xfrm>
            <a:prstGeom prst="straightConnector1">
              <a:avLst/>
            </a:prstGeom>
            <a:noFill/>
            <a:ln w="9525" cap="flat" cmpd="sng">
              <a:solidFill>
                <a:schemeClr val="dk2"/>
              </a:solidFill>
              <a:prstDash val="solid"/>
              <a:round/>
              <a:headEnd type="none" w="med" len="med"/>
              <a:tailEnd type="none" w="med" len="med"/>
            </a:ln>
          </p:spPr>
        </p:cxnSp>
        <p:cxnSp>
          <p:nvCxnSpPr>
            <p:cNvPr id="1206" name="Google Shape;1206;p17"/>
            <p:cNvCxnSpPr/>
            <p:nvPr/>
          </p:nvCxnSpPr>
          <p:spPr>
            <a:xfrm>
              <a:off x="7750213" y="-9400"/>
              <a:ext cx="0" cy="5162400"/>
            </a:xfrm>
            <a:prstGeom prst="straightConnector1">
              <a:avLst/>
            </a:prstGeom>
            <a:noFill/>
            <a:ln w="9525" cap="flat" cmpd="sng">
              <a:solidFill>
                <a:schemeClr val="dk2"/>
              </a:solidFill>
              <a:prstDash val="solid"/>
              <a:round/>
              <a:headEnd type="none" w="med" len="med"/>
              <a:tailEnd type="none" w="med" len="med"/>
            </a:ln>
          </p:spPr>
        </p:cxnSp>
        <p:cxnSp>
          <p:nvCxnSpPr>
            <p:cNvPr id="1207" name="Google Shape;1207;p17"/>
            <p:cNvCxnSpPr/>
            <p:nvPr/>
          </p:nvCxnSpPr>
          <p:spPr>
            <a:xfrm>
              <a:off x="8239188" y="-9400"/>
              <a:ext cx="0" cy="5162400"/>
            </a:xfrm>
            <a:prstGeom prst="straightConnector1">
              <a:avLst/>
            </a:prstGeom>
            <a:noFill/>
            <a:ln w="9525" cap="flat" cmpd="sng">
              <a:solidFill>
                <a:schemeClr val="dk2"/>
              </a:solidFill>
              <a:prstDash val="solid"/>
              <a:round/>
              <a:headEnd type="none" w="med" len="med"/>
              <a:tailEnd type="none" w="med" len="med"/>
            </a:ln>
          </p:spPr>
        </p:cxnSp>
        <p:cxnSp>
          <p:nvCxnSpPr>
            <p:cNvPr id="1208" name="Google Shape;1208;p17"/>
            <p:cNvCxnSpPr/>
            <p:nvPr/>
          </p:nvCxnSpPr>
          <p:spPr>
            <a:xfrm>
              <a:off x="8728163" y="-9400"/>
              <a:ext cx="0" cy="5162400"/>
            </a:xfrm>
            <a:prstGeom prst="straightConnector1">
              <a:avLst/>
            </a:prstGeom>
            <a:noFill/>
            <a:ln w="9525" cap="flat" cmpd="sng">
              <a:solidFill>
                <a:schemeClr val="dk2"/>
              </a:solidFill>
              <a:prstDash val="solid"/>
              <a:round/>
              <a:headEnd type="none" w="med" len="med"/>
              <a:tailEnd type="none" w="med" len="med"/>
            </a:ln>
          </p:spPr>
        </p:cxnSp>
      </p:grpSp>
      <p:grpSp>
        <p:nvGrpSpPr>
          <p:cNvPr id="1209" name="Google Shape;1209;p17"/>
          <p:cNvGrpSpPr/>
          <p:nvPr/>
        </p:nvGrpSpPr>
        <p:grpSpPr>
          <a:xfrm>
            <a:off x="-185282" y="395900"/>
            <a:ext cx="600900" cy="4351800"/>
            <a:chOff x="-185282" y="395900"/>
            <a:chExt cx="600900" cy="4351800"/>
          </a:xfrm>
        </p:grpSpPr>
        <p:sp>
          <p:nvSpPr>
            <p:cNvPr id="1210" name="Google Shape;1210;p17"/>
            <p:cNvSpPr/>
            <p:nvPr/>
          </p:nvSpPr>
          <p:spPr>
            <a:xfrm flipH="1">
              <a:off x="-185282" y="395900"/>
              <a:ext cx="600900" cy="4351800"/>
            </a:xfrm>
            <a:prstGeom prst="rect">
              <a:avLst/>
            </a:prstGeom>
            <a:solidFill>
              <a:srgbClr val="FBF7ED"/>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211" name="Google Shape;1211;p17"/>
            <p:cNvCxnSpPr/>
            <p:nvPr/>
          </p:nvCxnSpPr>
          <p:spPr>
            <a:xfrm>
              <a:off x="-174000" y="736625"/>
              <a:ext cx="579300" cy="0"/>
            </a:xfrm>
            <a:prstGeom prst="straightConnector1">
              <a:avLst/>
            </a:prstGeom>
            <a:noFill/>
            <a:ln w="19050" cap="flat" cmpd="sng">
              <a:solidFill>
                <a:srgbClr val="F0EBDF"/>
              </a:solidFill>
              <a:prstDash val="solid"/>
              <a:round/>
              <a:headEnd type="none" w="med" len="med"/>
              <a:tailEnd type="none" w="med" len="med"/>
            </a:ln>
          </p:spPr>
        </p:cxnSp>
        <p:cxnSp>
          <p:nvCxnSpPr>
            <p:cNvPr id="1212" name="Google Shape;1212;p17"/>
            <p:cNvCxnSpPr/>
            <p:nvPr/>
          </p:nvCxnSpPr>
          <p:spPr>
            <a:xfrm>
              <a:off x="-174000" y="1070259"/>
              <a:ext cx="579300" cy="0"/>
            </a:xfrm>
            <a:prstGeom prst="straightConnector1">
              <a:avLst/>
            </a:prstGeom>
            <a:noFill/>
            <a:ln w="19050" cap="flat" cmpd="sng">
              <a:solidFill>
                <a:srgbClr val="F0EBDF"/>
              </a:solidFill>
              <a:prstDash val="solid"/>
              <a:round/>
              <a:headEnd type="none" w="med" len="med"/>
              <a:tailEnd type="none" w="med" len="med"/>
            </a:ln>
          </p:spPr>
        </p:cxnSp>
        <p:cxnSp>
          <p:nvCxnSpPr>
            <p:cNvPr id="1213" name="Google Shape;1213;p17"/>
            <p:cNvCxnSpPr/>
            <p:nvPr/>
          </p:nvCxnSpPr>
          <p:spPr>
            <a:xfrm>
              <a:off x="-174000" y="1403893"/>
              <a:ext cx="579300" cy="0"/>
            </a:xfrm>
            <a:prstGeom prst="straightConnector1">
              <a:avLst/>
            </a:prstGeom>
            <a:noFill/>
            <a:ln w="19050" cap="flat" cmpd="sng">
              <a:solidFill>
                <a:srgbClr val="F0EBDF"/>
              </a:solidFill>
              <a:prstDash val="solid"/>
              <a:round/>
              <a:headEnd type="none" w="med" len="med"/>
              <a:tailEnd type="none" w="med" len="med"/>
            </a:ln>
          </p:spPr>
        </p:cxnSp>
        <p:cxnSp>
          <p:nvCxnSpPr>
            <p:cNvPr id="1214" name="Google Shape;1214;p17"/>
            <p:cNvCxnSpPr/>
            <p:nvPr/>
          </p:nvCxnSpPr>
          <p:spPr>
            <a:xfrm>
              <a:off x="-174000" y="1737527"/>
              <a:ext cx="579300" cy="0"/>
            </a:xfrm>
            <a:prstGeom prst="straightConnector1">
              <a:avLst/>
            </a:prstGeom>
            <a:noFill/>
            <a:ln w="19050" cap="flat" cmpd="sng">
              <a:solidFill>
                <a:srgbClr val="F0EBDF"/>
              </a:solidFill>
              <a:prstDash val="solid"/>
              <a:round/>
              <a:headEnd type="none" w="med" len="med"/>
              <a:tailEnd type="none" w="med" len="med"/>
            </a:ln>
          </p:spPr>
        </p:cxnSp>
        <p:cxnSp>
          <p:nvCxnSpPr>
            <p:cNvPr id="1215" name="Google Shape;1215;p17"/>
            <p:cNvCxnSpPr/>
            <p:nvPr/>
          </p:nvCxnSpPr>
          <p:spPr>
            <a:xfrm>
              <a:off x="-174000" y="2071161"/>
              <a:ext cx="579300" cy="0"/>
            </a:xfrm>
            <a:prstGeom prst="straightConnector1">
              <a:avLst/>
            </a:prstGeom>
            <a:noFill/>
            <a:ln w="19050" cap="flat" cmpd="sng">
              <a:solidFill>
                <a:srgbClr val="F0EBDF"/>
              </a:solidFill>
              <a:prstDash val="solid"/>
              <a:round/>
              <a:headEnd type="none" w="med" len="med"/>
              <a:tailEnd type="none" w="med" len="med"/>
            </a:ln>
          </p:spPr>
        </p:cxnSp>
        <p:cxnSp>
          <p:nvCxnSpPr>
            <p:cNvPr id="1216" name="Google Shape;1216;p17"/>
            <p:cNvCxnSpPr/>
            <p:nvPr/>
          </p:nvCxnSpPr>
          <p:spPr>
            <a:xfrm>
              <a:off x="-174000" y="2404795"/>
              <a:ext cx="579300" cy="0"/>
            </a:xfrm>
            <a:prstGeom prst="straightConnector1">
              <a:avLst/>
            </a:prstGeom>
            <a:noFill/>
            <a:ln w="19050" cap="flat" cmpd="sng">
              <a:solidFill>
                <a:srgbClr val="F0EBDF"/>
              </a:solidFill>
              <a:prstDash val="solid"/>
              <a:round/>
              <a:headEnd type="none" w="med" len="med"/>
              <a:tailEnd type="none" w="med" len="med"/>
            </a:ln>
          </p:spPr>
        </p:cxnSp>
        <p:cxnSp>
          <p:nvCxnSpPr>
            <p:cNvPr id="1217" name="Google Shape;1217;p17"/>
            <p:cNvCxnSpPr/>
            <p:nvPr/>
          </p:nvCxnSpPr>
          <p:spPr>
            <a:xfrm>
              <a:off x="-174000" y="2738430"/>
              <a:ext cx="579300" cy="0"/>
            </a:xfrm>
            <a:prstGeom prst="straightConnector1">
              <a:avLst/>
            </a:prstGeom>
            <a:noFill/>
            <a:ln w="19050" cap="flat" cmpd="sng">
              <a:solidFill>
                <a:srgbClr val="F0EBDF"/>
              </a:solidFill>
              <a:prstDash val="solid"/>
              <a:round/>
              <a:headEnd type="none" w="med" len="med"/>
              <a:tailEnd type="none" w="med" len="med"/>
            </a:ln>
          </p:spPr>
        </p:cxnSp>
        <p:cxnSp>
          <p:nvCxnSpPr>
            <p:cNvPr id="1218" name="Google Shape;1218;p17"/>
            <p:cNvCxnSpPr/>
            <p:nvPr/>
          </p:nvCxnSpPr>
          <p:spPr>
            <a:xfrm>
              <a:off x="-174000" y="3739332"/>
              <a:ext cx="579300" cy="0"/>
            </a:xfrm>
            <a:prstGeom prst="straightConnector1">
              <a:avLst/>
            </a:prstGeom>
            <a:noFill/>
            <a:ln w="19050" cap="flat" cmpd="sng">
              <a:solidFill>
                <a:srgbClr val="F0EBDF"/>
              </a:solidFill>
              <a:prstDash val="solid"/>
              <a:round/>
              <a:headEnd type="none" w="med" len="med"/>
              <a:tailEnd type="none" w="med" len="med"/>
            </a:ln>
          </p:spPr>
        </p:cxnSp>
        <p:cxnSp>
          <p:nvCxnSpPr>
            <p:cNvPr id="1219" name="Google Shape;1219;p17"/>
            <p:cNvCxnSpPr/>
            <p:nvPr/>
          </p:nvCxnSpPr>
          <p:spPr>
            <a:xfrm>
              <a:off x="-174000" y="3405698"/>
              <a:ext cx="579300" cy="0"/>
            </a:xfrm>
            <a:prstGeom prst="straightConnector1">
              <a:avLst/>
            </a:prstGeom>
            <a:noFill/>
            <a:ln w="19050" cap="flat" cmpd="sng">
              <a:solidFill>
                <a:srgbClr val="F0EBDF"/>
              </a:solidFill>
              <a:prstDash val="solid"/>
              <a:round/>
              <a:headEnd type="none" w="med" len="med"/>
              <a:tailEnd type="none" w="med" len="med"/>
            </a:ln>
          </p:spPr>
        </p:cxnSp>
        <p:cxnSp>
          <p:nvCxnSpPr>
            <p:cNvPr id="1220" name="Google Shape;1220;p17"/>
            <p:cNvCxnSpPr/>
            <p:nvPr/>
          </p:nvCxnSpPr>
          <p:spPr>
            <a:xfrm>
              <a:off x="-174000" y="3072064"/>
              <a:ext cx="579300" cy="0"/>
            </a:xfrm>
            <a:prstGeom prst="straightConnector1">
              <a:avLst/>
            </a:prstGeom>
            <a:noFill/>
            <a:ln w="19050" cap="flat" cmpd="sng">
              <a:solidFill>
                <a:srgbClr val="F0EBDF"/>
              </a:solidFill>
              <a:prstDash val="solid"/>
              <a:round/>
              <a:headEnd type="none" w="med" len="med"/>
              <a:tailEnd type="none" w="med" len="med"/>
            </a:ln>
          </p:spPr>
        </p:cxnSp>
        <p:cxnSp>
          <p:nvCxnSpPr>
            <p:cNvPr id="1221" name="Google Shape;1221;p17"/>
            <p:cNvCxnSpPr/>
            <p:nvPr/>
          </p:nvCxnSpPr>
          <p:spPr>
            <a:xfrm>
              <a:off x="-174000" y="4072966"/>
              <a:ext cx="579300" cy="0"/>
            </a:xfrm>
            <a:prstGeom prst="straightConnector1">
              <a:avLst/>
            </a:prstGeom>
            <a:noFill/>
            <a:ln w="19050" cap="flat" cmpd="sng">
              <a:solidFill>
                <a:srgbClr val="F0EBDF"/>
              </a:solidFill>
              <a:prstDash val="solid"/>
              <a:round/>
              <a:headEnd type="none" w="med" len="med"/>
              <a:tailEnd type="none" w="med" len="med"/>
            </a:ln>
          </p:spPr>
        </p:cxnSp>
        <p:cxnSp>
          <p:nvCxnSpPr>
            <p:cNvPr id="1222" name="Google Shape;1222;p17"/>
            <p:cNvCxnSpPr/>
            <p:nvPr/>
          </p:nvCxnSpPr>
          <p:spPr>
            <a:xfrm>
              <a:off x="-174000" y="4406600"/>
              <a:ext cx="579300" cy="0"/>
            </a:xfrm>
            <a:prstGeom prst="straightConnector1">
              <a:avLst/>
            </a:prstGeom>
            <a:noFill/>
            <a:ln w="19050" cap="flat" cmpd="sng">
              <a:solidFill>
                <a:srgbClr val="F0EBDF"/>
              </a:solidFill>
              <a:prstDash val="solid"/>
              <a:round/>
              <a:headEnd type="none" w="med" len="med"/>
              <a:tailEnd type="none" w="med" len="med"/>
            </a:ln>
          </p:spPr>
        </p:cxnSp>
        <p:sp>
          <p:nvSpPr>
            <p:cNvPr id="1223" name="Google Shape;1223;p17"/>
            <p:cNvSpPr/>
            <p:nvPr/>
          </p:nvSpPr>
          <p:spPr>
            <a:xfrm flipH="1">
              <a:off x="136538" y="816775"/>
              <a:ext cx="165900" cy="1659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4" name="Google Shape;1224;p17"/>
            <p:cNvSpPr/>
            <p:nvPr/>
          </p:nvSpPr>
          <p:spPr>
            <a:xfrm flipH="1">
              <a:off x="136538" y="1487737"/>
              <a:ext cx="165900" cy="1659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5" name="Google Shape;1225;p17"/>
            <p:cNvSpPr/>
            <p:nvPr/>
          </p:nvSpPr>
          <p:spPr>
            <a:xfrm flipH="1">
              <a:off x="136538" y="2155025"/>
              <a:ext cx="165900" cy="1659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6" name="Google Shape;1226;p17"/>
            <p:cNvSpPr/>
            <p:nvPr/>
          </p:nvSpPr>
          <p:spPr>
            <a:xfrm flipH="1">
              <a:off x="136538" y="2822287"/>
              <a:ext cx="165900" cy="1659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7" name="Google Shape;1227;p17"/>
            <p:cNvSpPr/>
            <p:nvPr/>
          </p:nvSpPr>
          <p:spPr>
            <a:xfrm flipH="1">
              <a:off x="136538" y="3489562"/>
              <a:ext cx="165900" cy="1659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8" name="Google Shape;1228;p17"/>
            <p:cNvSpPr/>
            <p:nvPr/>
          </p:nvSpPr>
          <p:spPr>
            <a:xfrm flipH="1">
              <a:off x="136538" y="4156825"/>
              <a:ext cx="165900" cy="1659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29" name="Google Shape;1229;p17"/>
          <p:cNvGrpSpPr/>
          <p:nvPr/>
        </p:nvGrpSpPr>
        <p:grpSpPr>
          <a:xfrm>
            <a:off x="504792" y="395741"/>
            <a:ext cx="8134200" cy="4351800"/>
            <a:chOff x="504792" y="395741"/>
            <a:chExt cx="8134200" cy="4351800"/>
          </a:xfrm>
        </p:grpSpPr>
        <p:sp>
          <p:nvSpPr>
            <p:cNvPr id="1230" name="Google Shape;1230;p17"/>
            <p:cNvSpPr/>
            <p:nvPr/>
          </p:nvSpPr>
          <p:spPr>
            <a:xfrm>
              <a:off x="504792" y="395741"/>
              <a:ext cx="8134200" cy="4351800"/>
            </a:xfrm>
            <a:prstGeom prst="rect">
              <a:avLst/>
            </a:prstGeom>
            <a:solidFill>
              <a:srgbClr val="FBF7ED"/>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231" name="Google Shape;1231;p17"/>
            <p:cNvCxnSpPr/>
            <p:nvPr/>
          </p:nvCxnSpPr>
          <p:spPr>
            <a:xfrm rot="10800000">
              <a:off x="517425" y="736450"/>
              <a:ext cx="8112000" cy="0"/>
            </a:xfrm>
            <a:prstGeom prst="straightConnector1">
              <a:avLst/>
            </a:prstGeom>
            <a:noFill/>
            <a:ln w="19050" cap="flat" cmpd="sng">
              <a:solidFill>
                <a:srgbClr val="F0EBDF"/>
              </a:solidFill>
              <a:prstDash val="solid"/>
              <a:round/>
              <a:headEnd type="none" w="med" len="med"/>
              <a:tailEnd type="none" w="med" len="med"/>
            </a:ln>
          </p:spPr>
        </p:cxnSp>
        <p:cxnSp>
          <p:nvCxnSpPr>
            <p:cNvPr id="1232" name="Google Shape;1232;p17"/>
            <p:cNvCxnSpPr/>
            <p:nvPr/>
          </p:nvCxnSpPr>
          <p:spPr>
            <a:xfrm rot="10800000">
              <a:off x="517425" y="1070084"/>
              <a:ext cx="8112000" cy="0"/>
            </a:xfrm>
            <a:prstGeom prst="straightConnector1">
              <a:avLst/>
            </a:prstGeom>
            <a:noFill/>
            <a:ln w="19050" cap="flat" cmpd="sng">
              <a:solidFill>
                <a:srgbClr val="F0EBDF"/>
              </a:solidFill>
              <a:prstDash val="solid"/>
              <a:round/>
              <a:headEnd type="none" w="med" len="med"/>
              <a:tailEnd type="none" w="med" len="med"/>
            </a:ln>
          </p:spPr>
        </p:cxnSp>
        <p:cxnSp>
          <p:nvCxnSpPr>
            <p:cNvPr id="1233" name="Google Shape;1233;p17"/>
            <p:cNvCxnSpPr/>
            <p:nvPr/>
          </p:nvCxnSpPr>
          <p:spPr>
            <a:xfrm rot="10800000">
              <a:off x="517425" y="1403718"/>
              <a:ext cx="8112000" cy="0"/>
            </a:xfrm>
            <a:prstGeom prst="straightConnector1">
              <a:avLst/>
            </a:prstGeom>
            <a:noFill/>
            <a:ln w="19050" cap="flat" cmpd="sng">
              <a:solidFill>
                <a:srgbClr val="F0EBDF"/>
              </a:solidFill>
              <a:prstDash val="solid"/>
              <a:round/>
              <a:headEnd type="none" w="med" len="med"/>
              <a:tailEnd type="none" w="med" len="med"/>
            </a:ln>
          </p:spPr>
        </p:cxnSp>
        <p:cxnSp>
          <p:nvCxnSpPr>
            <p:cNvPr id="1234" name="Google Shape;1234;p17"/>
            <p:cNvCxnSpPr/>
            <p:nvPr/>
          </p:nvCxnSpPr>
          <p:spPr>
            <a:xfrm rot="10800000">
              <a:off x="517425" y="1737352"/>
              <a:ext cx="8112000" cy="0"/>
            </a:xfrm>
            <a:prstGeom prst="straightConnector1">
              <a:avLst/>
            </a:prstGeom>
            <a:noFill/>
            <a:ln w="19050" cap="flat" cmpd="sng">
              <a:solidFill>
                <a:srgbClr val="F0EBDF"/>
              </a:solidFill>
              <a:prstDash val="solid"/>
              <a:round/>
              <a:headEnd type="none" w="med" len="med"/>
              <a:tailEnd type="none" w="med" len="med"/>
            </a:ln>
          </p:spPr>
        </p:cxnSp>
        <p:cxnSp>
          <p:nvCxnSpPr>
            <p:cNvPr id="1235" name="Google Shape;1235;p17"/>
            <p:cNvCxnSpPr/>
            <p:nvPr/>
          </p:nvCxnSpPr>
          <p:spPr>
            <a:xfrm rot="10800000">
              <a:off x="517425" y="2070986"/>
              <a:ext cx="8112000" cy="0"/>
            </a:xfrm>
            <a:prstGeom prst="straightConnector1">
              <a:avLst/>
            </a:prstGeom>
            <a:noFill/>
            <a:ln w="19050" cap="flat" cmpd="sng">
              <a:solidFill>
                <a:srgbClr val="F0EBDF"/>
              </a:solidFill>
              <a:prstDash val="solid"/>
              <a:round/>
              <a:headEnd type="none" w="med" len="med"/>
              <a:tailEnd type="none" w="med" len="med"/>
            </a:ln>
          </p:spPr>
        </p:cxnSp>
        <p:cxnSp>
          <p:nvCxnSpPr>
            <p:cNvPr id="1236" name="Google Shape;1236;p17"/>
            <p:cNvCxnSpPr/>
            <p:nvPr/>
          </p:nvCxnSpPr>
          <p:spPr>
            <a:xfrm rot="10800000">
              <a:off x="517425" y="2404620"/>
              <a:ext cx="8112000" cy="0"/>
            </a:xfrm>
            <a:prstGeom prst="straightConnector1">
              <a:avLst/>
            </a:prstGeom>
            <a:noFill/>
            <a:ln w="19050" cap="flat" cmpd="sng">
              <a:solidFill>
                <a:srgbClr val="F0EBDF"/>
              </a:solidFill>
              <a:prstDash val="solid"/>
              <a:round/>
              <a:headEnd type="none" w="med" len="med"/>
              <a:tailEnd type="none" w="med" len="med"/>
            </a:ln>
          </p:spPr>
        </p:cxnSp>
        <p:cxnSp>
          <p:nvCxnSpPr>
            <p:cNvPr id="1237" name="Google Shape;1237;p17"/>
            <p:cNvCxnSpPr/>
            <p:nvPr/>
          </p:nvCxnSpPr>
          <p:spPr>
            <a:xfrm rot="10800000">
              <a:off x="517425" y="2738255"/>
              <a:ext cx="8112000" cy="0"/>
            </a:xfrm>
            <a:prstGeom prst="straightConnector1">
              <a:avLst/>
            </a:prstGeom>
            <a:noFill/>
            <a:ln w="19050" cap="flat" cmpd="sng">
              <a:solidFill>
                <a:srgbClr val="F0EBDF"/>
              </a:solidFill>
              <a:prstDash val="solid"/>
              <a:round/>
              <a:headEnd type="none" w="med" len="med"/>
              <a:tailEnd type="none" w="med" len="med"/>
            </a:ln>
          </p:spPr>
        </p:cxnSp>
        <p:cxnSp>
          <p:nvCxnSpPr>
            <p:cNvPr id="1238" name="Google Shape;1238;p17"/>
            <p:cNvCxnSpPr/>
            <p:nvPr/>
          </p:nvCxnSpPr>
          <p:spPr>
            <a:xfrm rot="10800000">
              <a:off x="517425" y="3739157"/>
              <a:ext cx="8112000" cy="0"/>
            </a:xfrm>
            <a:prstGeom prst="straightConnector1">
              <a:avLst/>
            </a:prstGeom>
            <a:noFill/>
            <a:ln w="19050" cap="flat" cmpd="sng">
              <a:solidFill>
                <a:srgbClr val="F0EBDF"/>
              </a:solidFill>
              <a:prstDash val="solid"/>
              <a:round/>
              <a:headEnd type="none" w="med" len="med"/>
              <a:tailEnd type="none" w="med" len="med"/>
            </a:ln>
          </p:spPr>
        </p:cxnSp>
        <p:cxnSp>
          <p:nvCxnSpPr>
            <p:cNvPr id="1239" name="Google Shape;1239;p17"/>
            <p:cNvCxnSpPr/>
            <p:nvPr/>
          </p:nvCxnSpPr>
          <p:spPr>
            <a:xfrm rot="10800000">
              <a:off x="517425" y="3405523"/>
              <a:ext cx="8112000" cy="0"/>
            </a:xfrm>
            <a:prstGeom prst="straightConnector1">
              <a:avLst/>
            </a:prstGeom>
            <a:noFill/>
            <a:ln w="19050" cap="flat" cmpd="sng">
              <a:solidFill>
                <a:srgbClr val="F0EBDF"/>
              </a:solidFill>
              <a:prstDash val="solid"/>
              <a:round/>
              <a:headEnd type="none" w="med" len="med"/>
              <a:tailEnd type="none" w="med" len="med"/>
            </a:ln>
          </p:spPr>
        </p:cxnSp>
        <p:cxnSp>
          <p:nvCxnSpPr>
            <p:cNvPr id="1240" name="Google Shape;1240;p17"/>
            <p:cNvCxnSpPr/>
            <p:nvPr/>
          </p:nvCxnSpPr>
          <p:spPr>
            <a:xfrm rot="10800000">
              <a:off x="517425" y="3071889"/>
              <a:ext cx="8112000" cy="0"/>
            </a:xfrm>
            <a:prstGeom prst="straightConnector1">
              <a:avLst/>
            </a:prstGeom>
            <a:noFill/>
            <a:ln w="19050" cap="flat" cmpd="sng">
              <a:solidFill>
                <a:srgbClr val="F0EBDF"/>
              </a:solidFill>
              <a:prstDash val="solid"/>
              <a:round/>
              <a:headEnd type="none" w="med" len="med"/>
              <a:tailEnd type="none" w="med" len="med"/>
            </a:ln>
          </p:spPr>
        </p:cxnSp>
        <p:cxnSp>
          <p:nvCxnSpPr>
            <p:cNvPr id="1241" name="Google Shape;1241;p17"/>
            <p:cNvCxnSpPr/>
            <p:nvPr/>
          </p:nvCxnSpPr>
          <p:spPr>
            <a:xfrm rot="10800000">
              <a:off x="517425" y="4072791"/>
              <a:ext cx="8112000" cy="0"/>
            </a:xfrm>
            <a:prstGeom prst="straightConnector1">
              <a:avLst/>
            </a:prstGeom>
            <a:noFill/>
            <a:ln w="19050" cap="flat" cmpd="sng">
              <a:solidFill>
                <a:srgbClr val="F0EBDF"/>
              </a:solidFill>
              <a:prstDash val="solid"/>
              <a:round/>
              <a:headEnd type="none" w="med" len="med"/>
              <a:tailEnd type="none" w="med" len="med"/>
            </a:ln>
          </p:spPr>
        </p:cxnSp>
        <p:cxnSp>
          <p:nvCxnSpPr>
            <p:cNvPr id="1242" name="Google Shape;1242;p17"/>
            <p:cNvCxnSpPr/>
            <p:nvPr/>
          </p:nvCxnSpPr>
          <p:spPr>
            <a:xfrm rot="10800000">
              <a:off x="517425" y="4406425"/>
              <a:ext cx="8112000" cy="0"/>
            </a:xfrm>
            <a:prstGeom prst="straightConnector1">
              <a:avLst/>
            </a:prstGeom>
            <a:noFill/>
            <a:ln w="19050" cap="flat" cmpd="sng">
              <a:solidFill>
                <a:srgbClr val="F0EBDF"/>
              </a:solidFill>
              <a:prstDash val="solid"/>
              <a:round/>
              <a:headEnd type="none" w="med" len="med"/>
              <a:tailEnd type="none" w="med" len="med"/>
            </a:ln>
          </p:spPr>
        </p:cxnSp>
        <p:cxnSp>
          <p:nvCxnSpPr>
            <p:cNvPr id="1243" name="Google Shape;1243;p17"/>
            <p:cNvCxnSpPr/>
            <p:nvPr/>
          </p:nvCxnSpPr>
          <p:spPr>
            <a:xfrm>
              <a:off x="900099" y="403173"/>
              <a:ext cx="0" cy="4336800"/>
            </a:xfrm>
            <a:prstGeom prst="straightConnector1">
              <a:avLst/>
            </a:prstGeom>
            <a:noFill/>
            <a:ln w="19050" cap="flat" cmpd="sng">
              <a:solidFill>
                <a:schemeClr val="lt1"/>
              </a:solidFill>
              <a:prstDash val="solid"/>
              <a:round/>
              <a:headEnd type="none" w="med" len="med"/>
              <a:tailEnd type="none" w="med" len="med"/>
            </a:ln>
          </p:spPr>
        </p:cxnSp>
        <p:sp>
          <p:nvSpPr>
            <p:cNvPr id="1244" name="Google Shape;1244;p17"/>
            <p:cNvSpPr/>
            <p:nvPr/>
          </p:nvSpPr>
          <p:spPr>
            <a:xfrm>
              <a:off x="617972" y="816625"/>
              <a:ext cx="165900" cy="1659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5" name="Google Shape;1245;p17"/>
            <p:cNvSpPr/>
            <p:nvPr/>
          </p:nvSpPr>
          <p:spPr>
            <a:xfrm>
              <a:off x="617972" y="1487587"/>
              <a:ext cx="165900" cy="1659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6" name="Google Shape;1246;p17"/>
            <p:cNvSpPr/>
            <p:nvPr/>
          </p:nvSpPr>
          <p:spPr>
            <a:xfrm>
              <a:off x="617972" y="2154875"/>
              <a:ext cx="165900" cy="1659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7" name="Google Shape;1247;p17"/>
            <p:cNvSpPr/>
            <p:nvPr/>
          </p:nvSpPr>
          <p:spPr>
            <a:xfrm>
              <a:off x="617972" y="2822137"/>
              <a:ext cx="165900" cy="1659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8" name="Google Shape;1248;p17"/>
            <p:cNvSpPr/>
            <p:nvPr/>
          </p:nvSpPr>
          <p:spPr>
            <a:xfrm>
              <a:off x="617972" y="3489412"/>
              <a:ext cx="165900" cy="1659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9" name="Google Shape;1249;p17"/>
            <p:cNvSpPr/>
            <p:nvPr/>
          </p:nvSpPr>
          <p:spPr>
            <a:xfrm>
              <a:off x="617972" y="4156675"/>
              <a:ext cx="165900" cy="1659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250" name="Google Shape;1250;p17"/>
          <p:cNvSpPr txBox="1">
            <a:spLocks noGrp="1"/>
          </p:cNvSpPr>
          <p:nvPr>
            <p:ph type="title"/>
          </p:nvPr>
        </p:nvSpPr>
        <p:spPr>
          <a:xfrm>
            <a:off x="900950" y="1623750"/>
            <a:ext cx="2305500" cy="527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500"/>
              <a:buNone/>
              <a:defRPr sz="2000">
                <a:solidFill>
                  <a:schemeClr val="lt1"/>
                </a:solidFill>
              </a:defRPr>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1251" name="Google Shape;1251;p17"/>
          <p:cNvSpPr txBox="1">
            <a:spLocks noGrp="1"/>
          </p:cNvSpPr>
          <p:nvPr>
            <p:ph type="subTitle" idx="1"/>
          </p:nvPr>
        </p:nvSpPr>
        <p:spPr>
          <a:xfrm>
            <a:off x="900950" y="2057875"/>
            <a:ext cx="2305500" cy="4848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252" name="Google Shape;1252;p17"/>
          <p:cNvSpPr txBox="1">
            <a:spLocks noGrp="1"/>
          </p:cNvSpPr>
          <p:nvPr>
            <p:ph type="title" idx="2"/>
          </p:nvPr>
        </p:nvSpPr>
        <p:spPr>
          <a:xfrm>
            <a:off x="3428769" y="1623750"/>
            <a:ext cx="2305500" cy="527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500"/>
              <a:buNone/>
              <a:defRPr sz="2000">
                <a:solidFill>
                  <a:schemeClr val="lt1"/>
                </a:solidFill>
              </a:defRPr>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1253" name="Google Shape;1253;p17"/>
          <p:cNvSpPr txBox="1">
            <a:spLocks noGrp="1"/>
          </p:cNvSpPr>
          <p:nvPr>
            <p:ph type="subTitle" idx="3"/>
          </p:nvPr>
        </p:nvSpPr>
        <p:spPr>
          <a:xfrm>
            <a:off x="3428769" y="2057875"/>
            <a:ext cx="2305500" cy="4848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254" name="Google Shape;1254;p17"/>
          <p:cNvSpPr txBox="1">
            <a:spLocks noGrp="1"/>
          </p:cNvSpPr>
          <p:nvPr>
            <p:ph type="title" idx="4"/>
          </p:nvPr>
        </p:nvSpPr>
        <p:spPr>
          <a:xfrm>
            <a:off x="900950" y="3133350"/>
            <a:ext cx="2305500" cy="527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500"/>
              <a:buNone/>
              <a:defRPr sz="2000">
                <a:solidFill>
                  <a:schemeClr val="lt1"/>
                </a:solidFill>
              </a:defRPr>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1255" name="Google Shape;1255;p17"/>
          <p:cNvSpPr txBox="1">
            <a:spLocks noGrp="1"/>
          </p:cNvSpPr>
          <p:nvPr>
            <p:ph type="subTitle" idx="5"/>
          </p:nvPr>
        </p:nvSpPr>
        <p:spPr>
          <a:xfrm>
            <a:off x="900950" y="3567475"/>
            <a:ext cx="2305500" cy="4848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256" name="Google Shape;1256;p17"/>
          <p:cNvSpPr txBox="1">
            <a:spLocks noGrp="1"/>
          </p:cNvSpPr>
          <p:nvPr>
            <p:ph type="title" idx="6"/>
          </p:nvPr>
        </p:nvSpPr>
        <p:spPr>
          <a:xfrm>
            <a:off x="3428769" y="3133350"/>
            <a:ext cx="2305500" cy="527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500"/>
              <a:buNone/>
              <a:defRPr sz="2000">
                <a:solidFill>
                  <a:schemeClr val="lt1"/>
                </a:solidFill>
              </a:defRPr>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1257" name="Google Shape;1257;p17"/>
          <p:cNvSpPr txBox="1">
            <a:spLocks noGrp="1"/>
          </p:cNvSpPr>
          <p:nvPr>
            <p:ph type="subTitle" idx="7"/>
          </p:nvPr>
        </p:nvSpPr>
        <p:spPr>
          <a:xfrm>
            <a:off x="3428769" y="3567475"/>
            <a:ext cx="2305500" cy="4848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258" name="Google Shape;1258;p17"/>
          <p:cNvSpPr txBox="1">
            <a:spLocks noGrp="1"/>
          </p:cNvSpPr>
          <p:nvPr>
            <p:ph type="title" idx="8"/>
          </p:nvPr>
        </p:nvSpPr>
        <p:spPr>
          <a:xfrm>
            <a:off x="5947070" y="1623750"/>
            <a:ext cx="2305500" cy="527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500"/>
              <a:buNone/>
              <a:defRPr sz="2000">
                <a:solidFill>
                  <a:schemeClr val="lt1"/>
                </a:solidFill>
              </a:defRPr>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1259" name="Google Shape;1259;p17"/>
          <p:cNvSpPr txBox="1">
            <a:spLocks noGrp="1"/>
          </p:cNvSpPr>
          <p:nvPr>
            <p:ph type="subTitle" idx="9"/>
          </p:nvPr>
        </p:nvSpPr>
        <p:spPr>
          <a:xfrm>
            <a:off x="5947070" y="2057875"/>
            <a:ext cx="2305500" cy="4848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260" name="Google Shape;1260;p17"/>
          <p:cNvSpPr txBox="1">
            <a:spLocks noGrp="1"/>
          </p:cNvSpPr>
          <p:nvPr>
            <p:ph type="title" idx="13"/>
          </p:nvPr>
        </p:nvSpPr>
        <p:spPr>
          <a:xfrm>
            <a:off x="5947070" y="3133350"/>
            <a:ext cx="2305500" cy="527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500"/>
              <a:buNone/>
              <a:defRPr sz="2000">
                <a:solidFill>
                  <a:schemeClr val="lt1"/>
                </a:solidFill>
              </a:defRPr>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1261" name="Google Shape;1261;p17"/>
          <p:cNvSpPr txBox="1">
            <a:spLocks noGrp="1"/>
          </p:cNvSpPr>
          <p:nvPr>
            <p:ph type="subTitle" idx="14"/>
          </p:nvPr>
        </p:nvSpPr>
        <p:spPr>
          <a:xfrm>
            <a:off x="5947070" y="3567475"/>
            <a:ext cx="2305500" cy="4848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grpSp>
        <p:nvGrpSpPr>
          <p:cNvPr id="1262" name="Google Shape;1262;p17"/>
          <p:cNvGrpSpPr/>
          <p:nvPr/>
        </p:nvGrpSpPr>
        <p:grpSpPr>
          <a:xfrm>
            <a:off x="227312" y="868475"/>
            <a:ext cx="477900" cy="3405950"/>
            <a:chOff x="227312" y="868475"/>
            <a:chExt cx="477900" cy="3405950"/>
          </a:xfrm>
        </p:grpSpPr>
        <p:sp>
          <p:nvSpPr>
            <p:cNvPr id="1263" name="Google Shape;1263;p17"/>
            <p:cNvSpPr/>
            <p:nvPr/>
          </p:nvSpPr>
          <p:spPr>
            <a:xfrm rot="10800000" flipH="1">
              <a:off x="227312" y="868475"/>
              <a:ext cx="477900" cy="69600"/>
            </a:xfrm>
            <a:prstGeom prst="roundRect">
              <a:avLst>
                <a:gd name="adj" fmla="val 16667"/>
              </a:avLst>
            </a:prstGeom>
            <a:solidFill>
              <a:schemeClr val="accen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4" name="Google Shape;1264;p17"/>
            <p:cNvSpPr/>
            <p:nvPr/>
          </p:nvSpPr>
          <p:spPr>
            <a:xfrm rot="10800000" flipH="1">
              <a:off x="227312" y="1535738"/>
              <a:ext cx="477900" cy="69600"/>
            </a:xfrm>
            <a:prstGeom prst="roundRect">
              <a:avLst>
                <a:gd name="adj" fmla="val 16667"/>
              </a:avLst>
            </a:prstGeom>
            <a:solidFill>
              <a:schemeClr val="accen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5" name="Google Shape;1265;p17"/>
            <p:cNvSpPr/>
            <p:nvPr/>
          </p:nvSpPr>
          <p:spPr>
            <a:xfrm rot="10800000" flipH="1">
              <a:off x="227312" y="2203025"/>
              <a:ext cx="477900" cy="69600"/>
            </a:xfrm>
            <a:prstGeom prst="roundRect">
              <a:avLst>
                <a:gd name="adj" fmla="val 16667"/>
              </a:avLst>
            </a:prstGeom>
            <a:solidFill>
              <a:schemeClr val="accen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6" name="Google Shape;1266;p17"/>
            <p:cNvSpPr/>
            <p:nvPr/>
          </p:nvSpPr>
          <p:spPr>
            <a:xfrm rot="10800000" flipH="1">
              <a:off x="227312" y="2870288"/>
              <a:ext cx="477900" cy="69600"/>
            </a:xfrm>
            <a:prstGeom prst="roundRect">
              <a:avLst>
                <a:gd name="adj" fmla="val 16667"/>
              </a:avLst>
            </a:prstGeom>
            <a:solidFill>
              <a:schemeClr val="accen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7" name="Google Shape;1267;p17"/>
            <p:cNvSpPr/>
            <p:nvPr/>
          </p:nvSpPr>
          <p:spPr>
            <a:xfrm rot="10800000" flipH="1">
              <a:off x="227312" y="3537563"/>
              <a:ext cx="477900" cy="69600"/>
            </a:xfrm>
            <a:prstGeom prst="roundRect">
              <a:avLst>
                <a:gd name="adj" fmla="val 16667"/>
              </a:avLst>
            </a:prstGeom>
            <a:solidFill>
              <a:schemeClr val="accen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8" name="Google Shape;1268;p17"/>
            <p:cNvSpPr/>
            <p:nvPr/>
          </p:nvSpPr>
          <p:spPr>
            <a:xfrm rot="10800000" flipH="1">
              <a:off x="227312" y="4204825"/>
              <a:ext cx="477900" cy="69600"/>
            </a:xfrm>
            <a:prstGeom prst="roundRect">
              <a:avLst>
                <a:gd name="adj" fmla="val 16667"/>
              </a:avLst>
            </a:prstGeom>
            <a:solidFill>
              <a:schemeClr val="accen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269" name="Google Shape;1269;p17"/>
          <p:cNvSpPr txBox="1">
            <a:spLocks noGrp="1"/>
          </p:cNvSpPr>
          <p:nvPr>
            <p:ph type="title" idx="15"/>
          </p:nvPr>
        </p:nvSpPr>
        <p:spPr>
          <a:xfrm>
            <a:off x="904875" y="597425"/>
            <a:ext cx="7334400" cy="572700"/>
          </a:xfrm>
          <a:prstGeom prst="rect">
            <a:avLst/>
          </a:prstGeom>
          <a:ln>
            <a:noFill/>
          </a:ln>
        </p:spPr>
        <p:txBody>
          <a:bodyPr spcFirstLastPara="1" wrap="square" lIns="91425" tIns="91425" rIns="91425" bIns="91425" anchor="ctr" anchorCtr="0">
            <a:noAutofit/>
          </a:bodyPr>
          <a:lstStyle>
            <a:lvl1pPr lvl="0" algn="ctr"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grpSp>
        <p:nvGrpSpPr>
          <p:cNvPr id="1270" name="Google Shape;1270;p17"/>
          <p:cNvGrpSpPr/>
          <p:nvPr/>
        </p:nvGrpSpPr>
        <p:grpSpPr>
          <a:xfrm>
            <a:off x="1338847" y="566907"/>
            <a:ext cx="6939528" cy="4034222"/>
            <a:chOff x="1491247" y="643107"/>
            <a:chExt cx="6939528" cy="4034222"/>
          </a:xfrm>
        </p:grpSpPr>
        <p:sp>
          <p:nvSpPr>
            <p:cNvPr id="1271" name="Google Shape;1271;p17"/>
            <p:cNvSpPr/>
            <p:nvPr/>
          </p:nvSpPr>
          <p:spPr>
            <a:xfrm rot="-2227469" flipH="1">
              <a:off x="3059154" y="4403852"/>
              <a:ext cx="243062" cy="210302"/>
            </a:xfrm>
            <a:prstGeom prst="triangle">
              <a:avLst>
                <a:gd name="adj" fmla="val 50000"/>
              </a:avLst>
            </a:prstGeom>
            <a:noFill/>
            <a:ln w="19050"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2" name="Google Shape;1272;p17"/>
            <p:cNvSpPr/>
            <p:nvPr/>
          </p:nvSpPr>
          <p:spPr>
            <a:xfrm rot="7771672" flipH="1">
              <a:off x="7771440" y="942916"/>
              <a:ext cx="126796" cy="109319"/>
            </a:xfrm>
            <a:prstGeom prst="triangle">
              <a:avLst>
                <a:gd name="adj" fmla="val 50000"/>
              </a:avLst>
            </a:pr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3" name="Google Shape;1273;p17"/>
            <p:cNvSpPr/>
            <p:nvPr/>
          </p:nvSpPr>
          <p:spPr>
            <a:xfrm flipH="1">
              <a:off x="8138875" y="1708550"/>
              <a:ext cx="291900" cy="291900"/>
            </a:xfrm>
            <a:prstGeom prst="ellipse">
              <a:avLst/>
            </a:prstGeom>
            <a:noFill/>
            <a:ln w="19050"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4" name="Google Shape;1274;p17"/>
            <p:cNvSpPr/>
            <p:nvPr/>
          </p:nvSpPr>
          <p:spPr>
            <a:xfrm rot="-2855308" flipH="1">
              <a:off x="6388256" y="4536026"/>
              <a:ext cx="117429" cy="117005"/>
            </a:xfrm>
            <a:prstGeom prst="rect">
              <a:avLst/>
            </a:prstGeom>
            <a:no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5" name="Google Shape;1275;p17"/>
            <p:cNvSpPr/>
            <p:nvPr/>
          </p:nvSpPr>
          <p:spPr>
            <a:xfrm rot="716485" flipH="1">
              <a:off x="1501977" y="654014"/>
              <a:ext cx="117441" cy="117086"/>
            </a:xfrm>
            <a:prstGeom prst="rect">
              <a:avLst/>
            </a:pr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6" name="Google Shape;1276;p17"/>
            <p:cNvSpPr/>
            <p:nvPr/>
          </p:nvSpPr>
          <p:spPr>
            <a:xfrm rot="3430508" flipH="1">
              <a:off x="8221320" y="4209053"/>
              <a:ext cx="126736" cy="109431"/>
            </a:xfrm>
            <a:prstGeom prst="triangle">
              <a:avLst>
                <a:gd name="adj" fmla="val 50000"/>
              </a:avLst>
            </a:prstGeom>
            <a:noFill/>
            <a:ln w="19050"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7" name="Google Shape;1277;p17"/>
            <p:cNvSpPr/>
            <p:nvPr/>
          </p:nvSpPr>
          <p:spPr>
            <a:xfrm flipH="1">
              <a:off x="2563125" y="973250"/>
              <a:ext cx="165000" cy="165000"/>
            </a:xfrm>
            <a:prstGeom prst="ellipse">
              <a:avLst/>
            </a:pr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Numbers and text">
  <p:cSld name="BLANK_1_1_1_1_1_1">
    <p:spTree>
      <p:nvGrpSpPr>
        <p:cNvPr id="1" name="Shape 1278"/>
        <p:cNvGrpSpPr/>
        <p:nvPr/>
      </p:nvGrpSpPr>
      <p:grpSpPr>
        <a:xfrm>
          <a:off x="0" y="0"/>
          <a:ext cx="0" cy="0"/>
          <a:chOff x="0" y="0"/>
          <a:chExt cx="0" cy="0"/>
        </a:xfrm>
      </p:grpSpPr>
      <p:grpSp>
        <p:nvGrpSpPr>
          <p:cNvPr id="1279" name="Google Shape;1279;p18"/>
          <p:cNvGrpSpPr/>
          <p:nvPr/>
        </p:nvGrpSpPr>
        <p:grpSpPr>
          <a:xfrm>
            <a:off x="10" y="-9400"/>
            <a:ext cx="9144000" cy="5162400"/>
            <a:chOff x="10" y="-9400"/>
            <a:chExt cx="9144000" cy="5162400"/>
          </a:xfrm>
        </p:grpSpPr>
        <p:grpSp>
          <p:nvGrpSpPr>
            <p:cNvPr id="1280" name="Google Shape;1280;p18"/>
            <p:cNvGrpSpPr/>
            <p:nvPr/>
          </p:nvGrpSpPr>
          <p:grpSpPr>
            <a:xfrm>
              <a:off x="10" y="371400"/>
              <a:ext cx="9144000" cy="4400775"/>
              <a:chOff x="10" y="371400"/>
              <a:chExt cx="9144000" cy="4400775"/>
            </a:xfrm>
          </p:grpSpPr>
          <p:cxnSp>
            <p:nvCxnSpPr>
              <p:cNvPr id="1281" name="Google Shape;1281;p18"/>
              <p:cNvCxnSpPr/>
              <p:nvPr/>
            </p:nvCxnSpPr>
            <p:spPr>
              <a:xfrm>
                <a:off x="4572010" y="-4200600"/>
                <a:ext cx="0" cy="9144000"/>
              </a:xfrm>
              <a:prstGeom prst="straightConnector1">
                <a:avLst/>
              </a:prstGeom>
              <a:noFill/>
              <a:ln w="9525" cap="flat" cmpd="sng">
                <a:solidFill>
                  <a:schemeClr val="dk2"/>
                </a:solidFill>
                <a:prstDash val="solid"/>
                <a:round/>
                <a:headEnd type="none" w="med" len="med"/>
                <a:tailEnd type="none" w="med" len="med"/>
              </a:ln>
            </p:spPr>
          </p:cxnSp>
          <p:cxnSp>
            <p:nvCxnSpPr>
              <p:cNvPr id="1282" name="Google Shape;1282;p18"/>
              <p:cNvCxnSpPr/>
              <p:nvPr/>
            </p:nvCxnSpPr>
            <p:spPr>
              <a:xfrm>
                <a:off x="4572010" y="-3711625"/>
                <a:ext cx="0" cy="9144000"/>
              </a:xfrm>
              <a:prstGeom prst="straightConnector1">
                <a:avLst/>
              </a:prstGeom>
              <a:noFill/>
              <a:ln w="9525" cap="flat" cmpd="sng">
                <a:solidFill>
                  <a:schemeClr val="dk2"/>
                </a:solidFill>
                <a:prstDash val="solid"/>
                <a:round/>
                <a:headEnd type="none" w="med" len="med"/>
                <a:tailEnd type="none" w="med" len="med"/>
              </a:ln>
            </p:spPr>
          </p:cxnSp>
          <p:cxnSp>
            <p:nvCxnSpPr>
              <p:cNvPr id="1283" name="Google Shape;1283;p18"/>
              <p:cNvCxnSpPr/>
              <p:nvPr/>
            </p:nvCxnSpPr>
            <p:spPr>
              <a:xfrm>
                <a:off x="4572010" y="-3222650"/>
                <a:ext cx="0" cy="9144000"/>
              </a:xfrm>
              <a:prstGeom prst="straightConnector1">
                <a:avLst/>
              </a:prstGeom>
              <a:noFill/>
              <a:ln w="9525" cap="flat" cmpd="sng">
                <a:solidFill>
                  <a:schemeClr val="dk2"/>
                </a:solidFill>
                <a:prstDash val="solid"/>
                <a:round/>
                <a:headEnd type="none" w="med" len="med"/>
                <a:tailEnd type="none" w="med" len="med"/>
              </a:ln>
            </p:spPr>
          </p:cxnSp>
          <p:cxnSp>
            <p:nvCxnSpPr>
              <p:cNvPr id="1284" name="Google Shape;1284;p18"/>
              <p:cNvCxnSpPr/>
              <p:nvPr/>
            </p:nvCxnSpPr>
            <p:spPr>
              <a:xfrm>
                <a:off x="4572010" y="-2733675"/>
                <a:ext cx="0" cy="9144000"/>
              </a:xfrm>
              <a:prstGeom prst="straightConnector1">
                <a:avLst/>
              </a:prstGeom>
              <a:noFill/>
              <a:ln w="9525" cap="flat" cmpd="sng">
                <a:solidFill>
                  <a:schemeClr val="dk2"/>
                </a:solidFill>
                <a:prstDash val="solid"/>
                <a:round/>
                <a:headEnd type="none" w="med" len="med"/>
                <a:tailEnd type="none" w="med" len="med"/>
              </a:ln>
            </p:spPr>
          </p:cxnSp>
          <p:cxnSp>
            <p:nvCxnSpPr>
              <p:cNvPr id="1285" name="Google Shape;1285;p18"/>
              <p:cNvCxnSpPr/>
              <p:nvPr/>
            </p:nvCxnSpPr>
            <p:spPr>
              <a:xfrm>
                <a:off x="4572010" y="-2244700"/>
                <a:ext cx="0" cy="9144000"/>
              </a:xfrm>
              <a:prstGeom prst="straightConnector1">
                <a:avLst/>
              </a:prstGeom>
              <a:noFill/>
              <a:ln w="9525" cap="flat" cmpd="sng">
                <a:solidFill>
                  <a:schemeClr val="dk2"/>
                </a:solidFill>
                <a:prstDash val="solid"/>
                <a:round/>
                <a:headEnd type="none" w="med" len="med"/>
                <a:tailEnd type="none" w="med" len="med"/>
              </a:ln>
            </p:spPr>
          </p:cxnSp>
          <p:cxnSp>
            <p:nvCxnSpPr>
              <p:cNvPr id="1286" name="Google Shape;1286;p18"/>
              <p:cNvCxnSpPr/>
              <p:nvPr/>
            </p:nvCxnSpPr>
            <p:spPr>
              <a:xfrm>
                <a:off x="4572010" y="-1755725"/>
                <a:ext cx="0" cy="9144000"/>
              </a:xfrm>
              <a:prstGeom prst="straightConnector1">
                <a:avLst/>
              </a:prstGeom>
              <a:noFill/>
              <a:ln w="9525" cap="flat" cmpd="sng">
                <a:solidFill>
                  <a:schemeClr val="dk2"/>
                </a:solidFill>
                <a:prstDash val="solid"/>
                <a:round/>
                <a:headEnd type="none" w="med" len="med"/>
                <a:tailEnd type="none" w="med" len="med"/>
              </a:ln>
            </p:spPr>
          </p:cxnSp>
          <p:cxnSp>
            <p:nvCxnSpPr>
              <p:cNvPr id="1287" name="Google Shape;1287;p18"/>
              <p:cNvCxnSpPr/>
              <p:nvPr/>
            </p:nvCxnSpPr>
            <p:spPr>
              <a:xfrm>
                <a:off x="4572010" y="-1266750"/>
                <a:ext cx="0" cy="9144000"/>
              </a:xfrm>
              <a:prstGeom prst="straightConnector1">
                <a:avLst/>
              </a:prstGeom>
              <a:noFill/>
              <a:ln w="9525" cap="flat" cmpd="sng">
                <a:solidFill>
                  <a:schemeClr val="dk2"/>
                </a:solidFill>
                <a:prstDash val="solid"/>
                <a:round/>
                <a:headEnd type="none" w="med" len="med"/>
                <a:tailEnd type="none" w="med" len="med"/>
              </a:ln>
            </p:spPr>
          </p:cxnSp>
          <p:cxnSp>
            <p:nvCxnSpPr>
              <p:cNvPr id="1288" name="Google Shape;1288;p18"/>
              <p:cNvCxnSpPr/>
              <p:nvPr/>
            </p:nvCxnSpPr>
            <p:spPr>
              <a:xfrm>
                <a:off x="4572010" y="-777775"/>
                <a:ext cx="0" cy="9144000"/>
              </a:xfrm>
              <a:prstGeom prst="straightConnector1">
                <a:avLst/>
              </a:prstGeom>
              <a:noFill/>
              <a:ln w="9525" cap="flat" cmpd="sng">
                <a:solidFill>
                  <a:schemeClr val="dk2"/>
                </a:solidFill>
                <a:prstDash val="solid"/>
                <a:round/>
                <a:headEnd type="none" w="med" len="med"/>
                <a:tailEnd type="none" w="med" len="med"/>
              </a:ln>
            </p:spPr>
          </p:cxnSp>
          <p:cxnSp>
            <p:nvCxnSpPr>
              <p:cNvPr id="1289" name="Google Shape;1289;p18"/>
              <p:cNvCxnSpPr/>
              <p:nvPr/>
            </p:nvCxnSpPr>
            <p:spPr>
              <a:xfrm>
                <a:off x="4572010" y="-288800"/>
                <a:ext cx="0" cy="9144000"/>
              </a:xfrm>
              <a:prstGeom prst="straightConnector1">
                <a:avLst/>
              </a:prstGeom>
              <a:noFill/>
              <a:ln w="9525" cap="flat" cmpd="sng">
                <a:solidFill>
                  <a:schemeClr val="dk2"/>
                </a:solidFill>
                <a:prstDash val="solid"/>
                <a:round/>
                <a:headEnd type="none" w="med" len="med"/>
                <a:tailEnd type="none" w="med" len="med"/>
              </a:ln>
            </p:spPr>
          </p:cxnSp>
          <p:cxnSp>
            <p:nvCxnSpPr>
              <p:cNvPr id="1290" name="Google Shape;1290;p18"/>
              <p:cNvCxnSpPr/>
              <p:nvPr/>
            </p:nvCxnSpPr>
            <p:spPr>
              <a:xfrm>
                <a:off x="4572010" y="200175"/>
                <a:ext cx="0" cy="9144000"/>
              </a:xfrm>
              <a:prstGeom prst="straightConnector1">
                <a:avLst/>
              </a:prstGeom>
              <a:noFill/>
              <a:ln w="9525" cap="flat" cmpd="sng">
                <a:solidFill>
                  <a:schemeClr val="dk2"/>
                </a:solidFill>
                <a:prstDash val="solid"/>
                <a:round/>
                <a:headEnd type="none" w="med" len="med"/>
                <a:tailEnd type="none" w="med" len="med"/>
              </a:ln>
            </p:spPr>
          </p:cxnSp>
        </p:grpSp>
        <p:cxnSp>
          <p:nvCxnSpPr>
            <p:cNvPr id="1291" name="Google Shape;1291;p18"/>
            <p:cNvCxnSpPr/>
            <p:nvPr/>
          </p:nvCxnSpPr>
          <p:spPr>
            <a:xfrm>
              <a:off x="415588" y="-9400"/>
              <a:ext cx="0" cy="5162400"/>
            </a:xfrm>
            <a:prstGeom prst="straightConnector1">
              <a:avLst/>
            </a:prstGeom>
            <a:noFill/>
            <a:ln w="9525" cap="flat" cmpd="sng">
              <a:solidFill>
                <a:schemeClr val="dk2"/>
              </a:solidFill>
              <a:prstDash val="solid"/>
              <a:round/>
              <a:headEnd type="none" w="med" len="med"/>
              <a:tailEnd type="none" w="med" len="med"/>
            </a:ln>
          </p:spPr>
        </p:cxnSp>
        <p:cxnSp>
          <p:nvCxnSpPr>
            <p:cNvPr id="1292" name="Google Shape;1292;p18"/>
            <p:cNvCxnSpPr/>
            <p:nvPr/>
          </p:nvCxnSpPr>
          <p:spPr>
            <a:xfrm>
              <a:off x="904563" y="-9400"/>
              <a:ext cx="0" cy="5162400"/>
            </a:xfrm>
            <a:prstGeom prst="straightConnector1">
              <a:avLst/>
            </a:prstGeom>
            <a:noFill/>
            <a:ln w="9525" cap="flat" cmpd="sng">
              <a:solidFill>
                <a:schemeClr val="dk2"/>
              </a:solidFill>
              <a:prstDash val="solid"/>
              <a:round/>
              <a:headEnd type="none" w="med" len="med"/>
              <a:tailEnd type="none" w="med" len="med"/>
            </a:ln>
          </p:spPr>
        </p:cxnSp>
        <p:cxnSp>
          <p:nvCxnSpPr>
            <p:cNvPr id="1293" name="Google Shape;1293;p18"/>
            <p:cNvCxnSpPr/>
            <p:nvPr/>
          </p:nvCxnSpPr>
          <p:spPr>
            <a:xfrm>
              <a:off x="1393538" y="-9400"/>
              <a:ext cx="0" cy="5162400"/>
            </a:xfrm>
            <a:prstGeom prst="straightConnector1">
              <a:avLst/>
            </a:prstGeom>
            <a:noFill/>
            <a:ln w="9525" cap="flat" cmpd="sng">
              <a:solidFill>
                <a:schemeClr val="dk2"/>
              </a:solidFill>
              <a:prstDash val="solid"/>
              <a:round/>
              <a:headEnd type="none" w="med" len="med"/>
              <a:tailEnd type="none" w="med" len="med"/>
            </a:ln>
          </p:spPr>
        </p:cxnSp>
        <p:cxnSp>
          <p:nvCxnSpPr>
            <p:cNvPr id="1294" name="Google Shape;1294;p18"/>
            <p:cNvCxnSpPr/>
            <p:nvPr/>
          </p:nvCxnSpPr>
          <p:spPr>
            <a:xfrm>
              <a:off x="1882513" y="-9400"/>
              <a:ext cx="0" cy="5162400"/>
            </a:xfrm>
            <a:prstGeom prst="straightConnector1">
              <a:avLst/>
            </a:prstGeom>
            <a:noFill/>
            <a:ln w="9525" cap="flat" cmpd="sng">
              <a:solidFill>
                <a:schemeClr val="dk2"/>
              </a:solidFill>
              <a:prstDash val="solid"/>
              <a:round/>
              <a:headEnd type="none" w="med" len="med"/>
              <a:tailEnd type="none" w="med" len="med"/>
            </a:ln>
          </p:spPr>
        </p:cxnSp>
        <p:cxnSp>
          <p:nvCxnSpPr>
            <p:cNvPr id="1295" name="Google Shape;1295;p18"/>
            <p:cNvCxnSpPr/>
            <p:nvPr/>
          </p:nvCxnSpPr>
          <p:spPr>
            <a:xfrm>
              <a:off x="2371488" y="-9400"/>
              <a:ext cx="0" cy="5162400"/>
            </a:xfrm>
            <a:prstGeom prst="straightConnector1">
              <a:avLst/>
            </a:prstGeom>
            <a:noFill/>
            <a:ln w="9525" cap="flat" cmpd="sng">
              <a:solidFill>
                <a:schemeClr val="dk2"/>
              </a:solidFill>
              <a:prstDash val="solid"/>
              <a:round/>
              <a:headEnd type="none" w="med" len="med"/>
              <a:tailEnd type="none" w="med" len="med"/>
            </a:ln>
          </p:spPr>
        </p:cxnSp>
        <p:cxnSp>
          <p:nvCxnSpPr>
            <p:cNvPr id="1296" name="Google Shape;1296;p18"/>
            <p:cNvCxnSpPr/>
            <p:nvPr/>
          </p:nvCxnSpPr>
          <p:spPr>
            <a:xfrm>
              <a:off x="2860463" y="-9400"/>
              <a:ext cx="0" cy="5162400"/>
            </a:xfrm>
            <a:prstGeom prst="straightConnector1">
              <a:avLst/>
            </a:prstGeom>
            <a:noFill/>
            <a:ln w="9525" cap="flat" cmpd="sng">
              <a:solidFill>
                <a:schemeClr val="dk2"/>
              </a:solidFill>
              <a:prstDash val="solid"/>
              <a:round/>
              <a:headEnd type="none" w="med" len="med"/>
              <a:tailEnd type="none" w="med" len="med"/>
            </a:ln>
          </p:spPr>
        </p:cxnSp>
        <p:cxnSp>
          <p:nvCxnSpPr>
            <p:cNvPr id="1297" name="Google Shape;1297;p18"/>
            <p:cNvCxnSpPr/>
            <p:nvPr/>
          </p:nvCxnSpPr>
          <p:spPr>
            <a:xfrm>
              <a:off x="3349438" y="-9400"/>
              <a:ext cx="0" cy="5162400"/>
            </a:xfrm>
            <a:prstGeom prst="straightConnector1">
              <a:avLst/>
            </a:prstGeom>
            <a:noFill/>
            <a:ln w="9525" cap="flat" cmpd="sng">
              <a:solidFill>
                <a:schemeClr val="dk2"/>
              </a:solidFill>
              <a:prstDash val="solid"/>
              <a:round/>
              <a:headEnd type="none" w="med" len="med"/>
              <a:tailEnd type="none" w="med" len="med"/>
            </a:ln>
          </p:spPr>
        </p:cxnSp>
        <p:cxnSp>
          <p:nvCxnSpPr>
            <p:cNvPr id="1298" name="Google Shape;1298;p18"/>
            <p:cNvCxnSpPr/>
            <p:nvPr/>
          </p:nvCxnSpPr>
          <p:spPr>
            <a:xfrm>
              <a:off x="3838413" y="-9400"/>
              <a:ext cx="0" cy="5162400"/>
            </a:xfrm>
            <a:prstGeom prst="straightConnector1">
              <a:avLst/>
            </a:prstGeom>
            <a:noFill/>
            <a:ln w="9525" cap="flat" cmpd="sng">
              <a:solidFill>
                <a:schemeClr val="dk2"/>
              </a:solidFill>
              <a:prstDash val="solid"/>
              <a:round/>
              <a:headEnd type="none" w="med" len="med"/>
              <a:tailEnd type="none" w="med" len="med"/>
            </a:ln>
          </p:spPr>
        </p:cxnSp>
        <p:cxnSp>
          <p:nvCxnSpPr>
            <p:cNvPr id="1299" name="Google Shape;1299;p18"/>
            <p:cNvCxnSpPr/>
            <p:nvPr/>
          </p:nvCxnSpPr>
          <p:spPr>
            <a:xfrm>
              <a:off x="4327388" y="-9400"/>
              <a:ext cx="0" cy="5162400"/>
            </a:xfrm>
            <a:prstGeom prst="straightConnector1">
              <a:avLst/>
            </a:prstGeom>
            <a:noFill/>
            <a:ln w="9525" cap="flat" cmpd="sng">
              <a:solidFill>
                <a:schemeClr val="dk2"/>
              </a:solidFill>
              <a:prstDash val="solid"/>
              <a:round/>
              <a:headEnd type="none" w="med" len="med"/>
              <a:tailEnd type="none" w="med" len="med"/>
            </a:ln>
          </p:spPr>
        </p:cxnSp>
        <p:cxnSp>
          <p:nvCxnSpPr>
            <p:cNvPr id="1300" name="Google Shape;1300;p18"/>
            <p:cNvCxnSpPr/>
            <p:nvPr/>
          </p:nvCxnSpPr>
          <p:spPr>
            <a:xfrm>
              <a:off x="4816363" y="-9400"/>
              <a:ext cx="0" cy="5162400"/>
            </a:xfrm>
            <a:prstGeom prst="straightConnector1">
              <a:avLst/>
            </a:prstGeom>
            <a:noFill/>
            <a:ln w="9525" cap="flat" cmpd="sng">
              <a:solidFill>
                <a:schemeClr val="dk2"/>
              </a:solidFill>
              <a:prstDash val="solid"/>
              <a:round/>
              <a:headEnd type="none" w="med" len="med"/>
              <a:tailEnd type="none" w="med" len="med"/>
            </a:ln>
          </p:spPr>
        </p:cxnSp>
        <p:cxnSp>
          <p:nvCxnSpPr>
            <p:cNvPr id="1301" name="Google Shape;1301;p18"/>
            <p:cNvCxnSpPr/>
            <p:nvPr/>
          </p:nvCxnSpPr>
          <p:spPr>
            <a:xfrm>
              <a:off x="5305338" y="-9400"/>
              <a:ext cx="0" cy="5162400"/>
            </a:xfrm>
            <a:prstGeom prst="straightConnector1">
              <a:avLst/>
            </a:prstGeom>
            <a:noFill/>
            <a:ln w="9525" cap="flat" cmpd="sng">
              <a:solidFill>
                <a:schemeClr val="dk2"/>
              </a:solidFill>
              <a:prstDash val="solid"/>
              <a:round/>
              <a:headEnd type="none" w="med" len="med"/>
              <a:tailEnd type="none" w="med" len="med"/>
            </a:ln>
          </p:spPr>
        </p:cxnSp>
        <p:cxnSp>
          <p:nvCxnSpPr>
            <p:cNvPr id="1302" name="Google Shape;1302;p18"/>
            <p:cNvCxnSpPr/>
            <p:nvPr/>
          </p:nvCxnSpPr>
          <p:spPr>
            <a:xfrm>
              <a:off x="5794313" y="-9400"/>
              <a:ext cx="0" cy="5162400"/>
            </a:xfrm>
            <a:prstGeom prst="straightConnector1">
              <a:avLst/>
            </a:prstGeom>
            <a:noFill/>
            <a:ln w="9525" cap="flat" cmpd="sng">
              <a:solidFill>
                <a:schemeClr val="dk2"/>
              </a:solidFill>
              <a:prstDash val="solid"/>
              <a:round/>
              <a:headEnd type="none" w="med" len="med"/>
              <a:tailEnd type="none" w="med" len="med"/>
            </a:ln>
          </p:spPr>
        </p:cxnSp>
        <p:cxnSp>
          <p:nvCxnSpPr>
            <p:cNvPr id="1303" name="Google Shape;1303;p18"/>
            <p:cNvCxnSpPr/>
            <p:nvPr/>
          </p:nvCxnSpPr>
          <p:spPr>
            <a:xfrm>
              <a:off x="6283288" y="-9400"/>
              <a:ext cx="0" cy="5162400"/>
            </a:xfrm>
            <a:prstGeom prst="straightConnector1">
              <a:avLst/>
            </a:prstGeom>
            <a:noFill/>
            <a:ln w="9525" cap="flat" cmpd="sng">
              <a:solidFill>
                <a:schemeClr val="dk2"/>
              </a:solidFill>
              <a:prstDash val="solid"/>
              <a:round/>
              <a:headEnd type="none" w="med" len="med"/>
              <a:tailEnd type="none" w="med" len="med"/>
            </a:ln>
          </p:spPr>
        </p:cxnSp>
        <p:cxnSp>
          <p:nvCxnSpPr>
            <p:cNvPr id="1304" name="Google Shape;1304;p18"/>
            <p:cNvCxnSpPr/>
            <p:nvPr/>
          </p:nvCxnSpPr>
          <p:spPr>
            <a:xfrm>
              <a:off x="6772263" y="-9400"/>
              <a:ext cx="0" cy="5162400"/>
            </a:xfrm>
            <a:prstGeom prst="straightConnector1">
              <a:avLst/>
            </a:prstGeom>
            <a:noFill/>
            <a:ln w="9525" cap="flat" cmpd="sng">
              <a:solidFill>
                <a:schemeClr val="dk2"/>
              </a:solidFill>
              <a:prstDash val="solid"/>
              <a:round/>
              <a:headEnd type="none" w="med" len="med"/>
              <a:tailEnd type="none" w="med" len="med"/>
            </a:ln>
          </p:spPr>
        </p:cxnSp>
        <p:cxnSp>
          <p:nvCxnSpPr>
            <p:cNvPr id="1305" name="Google Shape;1305;p18"/>
            <p:cNvCxnSpPr/>
            <p:nvPr/>
          </p:nvCxnSpPr>
          <p:spPr>
            <a:xfrm>
              <a:off x="7261238" y="-9400"/>
              <a:ext cx="0" cy="5162400"/>
            </a:xfrm>
            <a:prstGeom prst="straightConnector1">
              <a:avLst/>
            </a:prstGeom>
            <a:noFill/>
            <a:ln w="9525" cap="flat" cmpd="sng">
              <a:solidFill>
                <a:schemeClr val="dk2"/>
              </a:solidFill>
              <a:prstDash val="solid"/>
              <a:round/>
              <a:headEnd type="none" w="med" len="med"/>
              <a:tailEnd type="none" w="med" len="med"/>
            </a:ln>
          </p:spPr>
        </p:cxnSp>
        <p:cxnSp>
          <p:nvCxnSpPr>
            <p:cNvPr id="1306" name="Google Shape;1306;p18"/>
            <p:cNvCxnSpPr/>
            <p:nvPr/>
          </p:nvCxnSpPr>
          <p:spPr>
            <a:xfrm>
              <a:off x="7750213" y="-9400"/>
              <a:ext cx="0" cy="5162400"/>
            </a:xfrm>
            <a:prstGeom prst="straightConnector1">
              <a:avLst/>
            </a:prstGeom>
            <a:noFill/>
            <a:ln w="9525" cap="flat" cmpd="sng">
              <a:solidFill>
                <a:schemeClr val="dk2"/>
              </a:solidFill>
              <a:prstDash val="solid"/>
              <a:round/>
              <a:headEnd type="none" w="med" len="med"/>
              <a:tailEnd type="none" w="med" len="med"/>
            </a:ln>
          </p:spPr>
        </p:cxnSp>
        <p:cxnSp>
          <p:nvCxnSpPr>
            <p:cNvPr id="1307" name="Google Shape;1307;p18"/>
            <p:cNvCxnSpPr/>
            <p:nvPr/>
          </p:nvCxnSpPr>
          <p:spPr>
            <a:xfrm>
              <a:off x="8239188" y="-9400"/>
              <a:ext cx="0" cy="5162400"/>
            </a:xfrm>
            <a:prstGeom prst="straightConnector1">
              <a:avLst/>
            </a:prstGeom>
            <a:noFill/>
            <a:ln w="9525" cap="flat" cmpd="sng">
              <a:solidFill>
                <a:schemeClr val="dk2"/>
              </a:solidFill>
              <a:prstDash val="solid"/>
              <a:round/>
              <a:headEnd type="none" w="med" len="med"/>
              <a:tailEnd type="none" w="med" len="med"/>
            </a:ln>
          </p:spPr>
        </p:cxnSp>
        <p:cxnSp>
          <p:nvCxnSpPr>
            <p:cNvPr id="1308" name="Google Shape;1308;p18"/>
            <p:cNvCxnSpPr/>
            <p:nvPr/>
          </p:nvCxnSpPr>
          <p:spPr>
            <a:xfrm>
              <a:off x="8728163" y="-9400"/>
              <a:ext cx="0" cy="5162400"/>
            </a:xfrm>
            <a:prstGeom prst="straightConnector1">
              <a:avLst/>
            </a:prstGeom>
            <a:noFill/>
            <a:ln w="9525" cap="flat" cmpd="sng">
              <a:solidFill>
                <a:schemeClr val="dk2"/>
              </a:solidFill>
              <a:prstDash val="solid"/>
              <a:round/>
              <a:headEnd type="none" w="med" len="med"/>
              <a:tailEnd type="none" w="med" len="med"/>
            </a:ln>
          </p:spPr>
        </p:cxnSp>
      </p:grpSp>
      <p:grpSp>
        <p:nvGrpSpPr>
          <p:cNvPr id="1309" name="Google Shape;1309;p18"/>
          <p:cNvGrpSpPr/>
          <p:nvPr/>
        </p:nvGrpSpPr>
        <p:grpSpPr>
          <a:xfrm>
            <a:off x="-185282" y="395900"/>
            <a:ext cx="600900" cy="4351800"/>
            <a:chOff x="-185282" y="395900"/>
            <a:chExt cx="600900" cy="4351800"/>
          </a:xfrm>
        </p:grpSpPr>
        <p:sp>
          <p:nvSpPr>
            <p:cNvPr id="1310" name="Google Shape;1310;p18"/>
            <p:cNvSpPr/>
            <p:nvPr/>
          </p:nvSpPr>
          <p:spPr>
            <a:xfrm flipH="1">
              <a:off x="-185282" y="395900"/>
              <a:ext cx="600900" cy="4351800"/>
            </a:xfrm>
            <a:prstGeom prst="rect">
              <a:avLst/>
            </a:prstGeom>
            <a:solidFill>
              <a:srgbClr val="FBF7ED"/>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311" name="Google Shape;1311;p18"/>
            <p:cNvCxnSpPr/>
            <p:nvPr/>
          </p:nvCxnSpPr>
          <p:spPr>
            <a:xfrm>
              <a:off x="-174000" y="736625"/>
              <a:ext cx="579300" cy="0"/>
            </a:xfrm>
            <a:prstGeom prst="straightConnector1">
              <a:avLst/>
            </a:prstGeom>
            <a:noFill/>
            <a:ln w="19050" cap="flat" cmpd="sng">
              <a:solidFill>
                <a:srgbClr val="F0EBDF"/>
              </a:solidFill>
              <a:prstDash val="solid"/>
              <a:round/>
              <a:headEnd type="none" w="med" len="med"/>
              <a:tailEnd type="none" w="med" len="med"/>
            </a:ln>
          </p:spPr>
        </p:cxnSp>
        <p:cxnSp>
          <p:nvCxnSpPr>
            <p:cNvPr id="1312" name="Google Shape;1312;p18"/>
            <p:cNvCxnSpPr/>
            <p:nvPr/>
          </p:nvCxnSpPr>
          <p:spPr>
            <a:xfrm>
              <a:off x="-174000" y="1070259"/>
              <a:ext cx="579300" cy="0"/>
            </a:xfrm>
            <a:prstGeom prst="straightConnector1">
              <a:avLst/>
            </a:prstGeom>
            <a:noFill/>
            <a:ln w="19050" cap="flat" cmpd="sng">
              <a:solidFill>
                <a:srgbClr val="F0EBDF"/>
              </a:solidFill>
              <a:prstDash val="solid"/>
              <a:round/>
              <a:headEnd type="none" w="med" len="med"/>
              <a:tailEnd type="none" w="med" len="med"/>
            </a:ln>
          </p:spPr>
        </p:cxnSp>
        <p:cxnSp>
          <p:nvCxnSpPr>
            <p:cNvPr id="1313" name="Google Shape;1313;p18"/>
            <p:cNvCxnSpPr/>
            <p:nvPr/>
          </p:nvCxnSpPr>
          <p:spPr>
            <a:xfrm>
              <a:off x="-174000" y="1403893"/>
              <a:ext cx="579300" cy="0"/>
            </a:xfrm>
            <a:prstGeom prst="straightConnector1">
              <a:avLst/>
            </a:prstGeom>
            <a:noFill/>
            <a:ln w="19050" cap="flat" cmpd="sng">
              <a:solidFill>
                <a:srgbClr val="F0EBDF"/>
              </a:solidFill>
              <a:prstDash val="solid"/>
              <a:round/>
              <a:headEnd type="none" w="med" len="med"/>
              <a:tailEnd type="none" w="med" len="med"/>
            </a:ln>
          </p:spPr>
        </p:cxnSp>
        <p:cxnSp>
          <p:nvCxnSpPr>
            <p:cNvPr id="1314" name="Google Shape;1314;p18"/>
            <p:cNvCxnSpPr/>
            <p:nvPr/>
          </p:nvCxnSpPr>
          <p:spPr>
            <a:xfrm>
              <a:off x="-174000" y="1737527"/>
              <a:ext cx="579300" cy="0"/>
            </a:xfrm>
            <a:prstGeom prst="straightConnector1">
              <a:avLst/>
            </a:prstGeom>
            <a:noFill/>
            <a:ln w="19050" cap="flat" cmpd="sng">
              <a:solidFill>
                <a:srgbClr val="F0EBDF"/>
              </a:solidFill>
              <a:prstDash val="solid"/>
              <a:round/>
              <a:headEnd type="none" w="med" len="med"/>
              <a:tailEnd type="none" w="med" len="med"/>
            </a:ln>
          </p:spPr>
        </p:cxnSp>
        <p:cxnSp>
          <p:nvCxnSpPr>
            <p:cNvPr id="1315" name="Google Shape;1315;p18"/>
            <p:cNvCxnSpPr/>
            <p:nvPr/>
          </p:nvCxnSpPr>
          <p:spPr>
            <a:xfrm>
              <a:off x="-174000" y="2071161"/>
              <a:ext cx="579300" cy="0"/>
            </a:xfrm>
            <a:prstGeom prst="straightConnector1">
              <a:avLst/>
            </a:prstGeom>
            <a:noFill/>
            <a:ln w="19050" cap="flat" cmpd="sng">
              <a:solidFill>
                <a:srgbClr val="F0EBDF"/>
              </a:solidFill>
              <a:prstDash val="solid"/>
              <a:round/>
              <a:headEnd type="none" w="med" len="med"/>
              <a:tailEnd type="none" w="med" len="med"/>
            </a:ln>
          </p:spPr>
        </p:cxnSp>
        <p:cxnSp>
          <p:nvCxnSpPr>
            <p:cNvPr id="1316" name="Google Shape;1316;p18"/>
            <p:cNvCxnSpPr/>
            <p:nvPr/>
          </p:nvCxnSpPr>
          <p:spPr>
            <a:xfrm>
              <a:off x="-174000" y="2404795"/>
              <a:ext cx="579300" cy="0"/>
            </a:xfrm>
            <a:prstGeom prst="straightConnector1">
              <a:avLst/>
            </a:prstGeom>
            <a:noFill/>
            <a:ln w="19050" cap="flat" cmpd="sng">
              <a:solidFill>
                <a:srgbClr val="F0EBDF"/>
              </a:solidFill>
              <a:prstDash val="solid"/>
              <a:round/>
              <a:headEnd type="none" w="med" len="med"/>
              <a:tailEnd type="none" w="med" len="med"/>
            </a:ln>
          </p:spPr>
        </p:cxnSp>
        <p:cxnSp>
          <p:nvCxnSpPr>
            <p:cNvPr id="1317" name="Google Shape;1317;p18"/>
            <p:cNvCxnSpPr/>
            <p:nvPr/>
          </p:nvCxnSpPr>
          <p:spPr>
            <a:xfrm>
              <a:off x="-174000" y="2738430"/>
              <a:ext cx="579300" cy="0"/>
            </a:xfrm>
            <a:prstGeom prst="straightConnector1">
              <a:avLst/>
            </a:prstGeom>
            <a:noFill/>
            <a:ln w="19050" cap="flat" cmpd="sng">
              <a:solidFill>
                <a:srgbClr val="F0EBDF"/>
              </a:solidFill>
              <a:prstDash val="solid"/>
              <a:round/>
              <a:headEnd type="none" w="med" len="med"/>
              <a:tailEnd type="none" w="med" len="med"/>
            </a:ln>
          </p:spPr>
        </p:cxnSp>
        <p:cxnSp>
          <p:nvCxnSpPr>
            <p:cNvPr id="1318" name="Google Shape;1318;p18"/>
            <p:cNvCxnSpPr/>
            <p:nvPr/>
          </p:nvCxnSpPr>
          <p:spPr>
            <a:xfrm>
              <a:off x="-174000" y="3739332"/>
              <a:ext cx="579300" cy="0"/>
            </a:xfrm>
            <a:prstGeom prst="straightConnector1">
              <a:avLst/>
            </a:prstGeom>
            <a:noFill/>
            <a:ln w="19050" cap="flat" cmpd="sng">
              <a:solidFill>
                <a:srgbClr val="F0EBDF"/>
              </a:solidFill>
              <a:prstDash val="solid"/>
              <a:round/>
              <a:headEnd type="none" w="med" len="med"/>
              <a:tailEnd type="none" w="med" len="med"/>
            </a:ln>
          </p:spPr>
        </p:cxnSp>
        <p:cxnSp>
          <p:nvCxnSpPr>
            <p:cNvPr id="1319" name="Google Shape;1319;p18"/>
            <p:cNvCxnSpPr/>
            <p:nvPr/>
          </p:nvCxnSpPr>
          <p:spPr>
            <a:xfrm>
              <a:off x="-174000" y="3405698"/>
              <a:ext cx="579300" cy="0"/>
            </a:xfrm>
            <a:prstGeom prst="straightConnector1">
              <a:avLst/>
            </a:prstGeom>
            <a:noFill/>
            <a:ln w="19050" cap="flat" cmpd="sng">
              <a:solidFill>
                <a:srgbClr val="F0EBDF"/>
              </a:solidFill>
              <a:prstDash val="solid"/>
              <a:round/>
              <a:headEnd type="none" w="med" len="med"/>
              <a:tailEnd type="none" w="med" len="med"/>
            </a:ln>
          </p:spPr>
        </p:cxnSp>
        <p:cxnSp>
          <p:nvCxnSpPr>
            <p:cNvPr id="1320" name="Google Shape;1320;p18"/>
            <p:cNvCxnSpPr/>
            <p:nvPr/>
          </p:nvCxnSpPr>
          <p:spPr>
            <a:xfrm>
              <a:off x="-174000" y="3072064"/>
              <a:ext cx="579300" cy="0"/>
            </a:xfrm>
            <a:prstGeom prst="straightConnector1">
              <a:avLst/>
            </a:prstGeom>
            <a:noFill/>
            <a:ln w="19050" cap="flat" cmpd="sng">
              <a:solidFill>
                <a:srgbClr val="F0EBDF"/>
              </a:solidFill>
              <a:prstDash val="solid"/>
              <a:round/>
              <a:headEnd type="none" w="med" len="med"/>
              <a:tailEnd type="none" w="med" len="med"/>
            </a:ln>
          </p:spPr>
        </p:cxnSp>
        <p:cxnSp>
          <p:nvCxnSpPr>
            <p:cNvPr id="1321" name="Google Shape;1321;p18"/>
            <p:cNvCxnSpPr/>
            <p:nvPr/>
          </p:nvCxnSpPr>
          <p:spPr>
            <a:xfrm>
              <a:off x="-174000" y="4072966"/>
              <a:ext cx="579300" cy="0"/>
            </a:xfrm>
            <a:prstGeom prst="straightConnector1">
              <a:avLst/>
            </a:prstGeom>
            <a:noFill/>
            <a:ln w="19050" cap="flat" cmpd="sng">
              <a:solidFill>
                <a:srgbClr val="F0EBDF"/>
              </a:solidFill>
              <a:prstDash val="solid"/>
              <a:round/>
              <a:headEnd type="none" w="med" len="med"/>
              <a:tailEnd type="none" w="med" len="med"/>
            </a:ln>
          </p:spPr>
        </p:cxnSp>
        <p:cxnSp>
          <p:nvCxnSpPr>
            <p:cNvPr id="1322" name="Google Shape;1322;p18"/>
            <p:cNvCxnSpPr/>
            <p:nvPr/>
          </p:nvCxnSpPr>
          <p:spPr>
            <a:xfrm>
              <a:off x="-174000" y="4406600"/>
              <a:ext cx="579300" cy="0"/>
            </a:xfrm>
            <a:prstGeom prst="straightConnector1">
              <a:avLst/>
            </a:prstGeom>
            <a:noFill/>
            <a:ln w="19050" cap="flat" cmpd="sng">
              <a:solidFill>
                <a:srgbClr val="F0EBDF"/>
              </a:solidFill>
              <a:prstDash val="solid"/>
              <a:round/>
              <a:headEnd type="none" w="med" len="med"/>
              <a:tailEnd type="none" w="med" len="med"/>
            </a:ln>
          </p:spPr>
        </p:cxnSp>
        <p:sp>
          <p:nvSpPr>
            <p:cNvPr id="1323" name="Google Shape;1323;p18"/>
            <p:cNvSpPr/>
            <p:nvPr/>
          </p:nvSpPr>
          <p:spPr>
            <a:xfrm flipH="1">
              <a:off x="136538" y="816775"/>
              <a:ext cx="165900" cy="1659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4" name="Google Shape;1324;p18"/>
            <p:cNvSpPr/>
            <p:nvPr/>
          </p:nvSpPr>
          <p:spPr>
            <a:xfrm flipH="1">
              <a:off x="136538" y="1487737"/>
              <a:ext cx="165900" cy="1659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5" name="Google Shape;1325;p18"/>
            <p:cNvSpPr/>
            <p:nvPr/>
          </p:nvSpPr>
          <p:spPr>
            <a:xfrm flipH="1">
              <a:off x="136538" y="2155025"/>
              <a:ext cx="165900" cy="1659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6" name="Google Shape;1326;p18"/>
            <p:cNvSpPr/>
            <p:nvPr/>
          </p:nvSpPr>
          <p:spPr>
            <a:xfrm flipH="1">
              <a:off x="136538" y="2822287"/>
              <a:ext cx="165900" cy="1659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7" name="Google Shape;1327;p18"/>
            <p:cNvSpPr/>
            <p:nvPr/>
          </p:nvSpPr>
          <p:spPr>
            <a:xfrm flipH="1">
              <a:off x="136538" y="3489562"/>
              <a:ext cx="165900" cy="1659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8" name="Google Shape;1328;p18"/>
            <p:cNvSpPr/>
            <p:nvPr/>
          </p:nvSpPr>
          <p:spPr>
            <a:xfrm flipH="1">
              <a:off x="136538" y="4156825"/>
              <a:ext cx="165900" cy="1659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29" name="Google Shape;1329;p18"/>
          <p:cNvGrpSpPr/>
          <p:nvPr/>
        </p:nvGrpSpPr>
        <p:grpSpPr>
          <a:xfrm>
            <a:off x="504792" y="395741"/>
            <a:ext cx="8134200" cy="4351800"/>
            <a:chOff x="504792" y="395741"/>
            <a:chExt cx="8134200" cy="4351800"/>
          </a:xfrm>
        </p:grpSpPr>
        <p:sp>
          <p:nvSpPr>
            <p:cNvPr id="1330" name="Google Shape;1330;p18"/>
            <p:cNvSpPr/>
            <p:nvPr/>
          </p:nvSpPr>
          <p:spPr>
            <a:xfrm>
              <a:off x="504792" y="395741"/>
              <a:ext cx="8134200" cy="4351800"/>
            </a:xfrm>
            <a:prstGeom prst="rect">
              <a:avLst/>
            </a:prstGeom>
            <a:solidFill>
              <a:srgbClr val="FBF7ED"/>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331" name="Google Shape;1331;p18"/>
            <p:cNvCxnSpPr/>
            <p:nvPr/>
          </p:nvCxnSpPr>
          <p:spPr>
            <a:xfrm rot="10800000">
              <a:off x="517425" y="736450"/>
              <a:ext cx="8112000" cy="0"/>
            </a:xfrm>
            <a:prstGeom prst="straightConnector1">
              <a:avLst/>
            </a:prstGeom>
            <a:noFill/>
            <a:ln w="19050" cap="flat" cmpd="sng">
              <a:solidFill>
                <a:srgbClr val="F0EBDF"/>
              </a:solidFill>
              <a:prstDash val="solid"/>
              <a:round/>
              <a:headEnd type="none" w="med" len="med"/>
              <a:tailEnd type="none" w="med" len="med"/>
            </a:ln>
          </p:spPr>
        </p:cxnSp>
        <p:cxnSp>
          <p:nvCxnSpPr>
            <p:cNvPr id="1332" name="Google Shape;1332;p18"/>
            <p:cNvCxnSpPr/>
            <p:nvPr/>
          </p:nvCxnSpPr>
          <p:spPr>
            <a:xfrm rot="10800000">
              <a:off x="517425" y="1070084"/>
              <a:ext cx="8112000" cy="0"/>
            </a:xfrm>
            <a:prstGeom prst="straightConnector1">
              <a:avLst/>
            </a:prstGeom>
            <a:noFill/>
            <a:ln w="19050" cap="flat" cmpd="sng">
              <a:solidFill>
                <a:srgbClr val="F0EBDF"/>
              </a:solidFill>
              <a:prstDash val="solid"/>
              <a:round/>
              <a:headEnd type="none" w="med" len="med"/>
              <a:tailEnd type="none" w="med" len="med"/>
            </a:ln>
          </p:spPr>
        </p:cxnSp>
        <p:cxnSp>
          <p:nvCxnSpPr>
            <p:cNvPr id="1333" name="Google Shape;1333;p18"/>
            <p:cNvCxnSpPr/>
            <p:nvPr/>
          </p:nvCxnSpPr>
          <p:spPr>
            <a:xfrm rot="10800000">
              <a:off x="517425" y="1403718"/>
              <a:ext cx="8112000" cy="0"/>
            </a:xfrm>
            <a:prstGeom prst="straightConnector1">
              <a:avLst/>
            </a:prstGeom>
            <a:noFill/>
            <a:ln w="19050" cap="flat" cmpd="sng">
              <a:solidFill>
                <a:srgbClr val="F0EBDF"/>
              </a:solidFill>
              <a:prstDash val="solid"/>
              <a:round/>
              <a:headEnd type="none" w="med" len="med"/>
              <a:tailEnd type="none" w="med" len="med"/>
            </a:ln>
          </p:spPr>
        </p:cxnSp>
        <p:cxnSp>
          <p:nvCxnSpPr>
            <p:cNvPr id="1334" name="Google Shape;1334;p18"/>
            <p:cNvCxnSpPr/>
            <p:nvPr/>
          </p:nvCxnSpPr>
          <p:spPr>
            <a:xfrm rot="10800000">
              <a:off x="517425" y="1737352"/>
              <a:ext cx="8112000" cy="0"/>
            </a:xfrm>
            <a:prstGeom prst="straightConnector1">
              <a:avLst/>
            </a:prstGeom>
            <a:noFill/>
            <a:ln w="19050" cap="flat" cmpd="sng">
              <a:solidFill>
                <a:srgbClr val="F0EBDF"/>
              </a:solidFill>
              <a:prstDash val="solid"/>
              <a:round/>
              <a:headEnd type="none" w="med" len="med"/>
              <a:tailEnd type="none" w="med" len="med"/>
            </a:ln>
          </p:spPr>
        </p:cxnSp>
        <p:cxnSp>
          <p:nvCxnSpPr>
            <p:cNvPr id="1335" name="Google Shape;1335;p18"/>
            <p:cNvCxnSpPr/>
            <p:nvPr/>
          </p:nvCxnSpPr>
          <p:spPr>
            <a:xfrm rot="10800000">
              <a:off x="517425" y="2070986"/>
              <a:ext cx="8112000" cy="0"/>
            </a:xfrm>
            <a:prstGeom prst="straightConnector1">
              <a:avLst/>
            </a:prstGeom>
            <a:noFill/>
            <a:ln w="19050" cap="flat" cmpd="sng">
              <a:solidFill>
                <a:srgbClr val="F0EBDF"/>
              </a:solidFill>
              <a:prstDash val="solid"/>
              <a:round/>
              <a:headEnd type="none" w="med" len="med"/>
              <a:tailEnd type="none" w="med" len="med"/>
            </a:ln>
          </p:spPr>
        </p:cxnSp>
        <p:cxnSp>
          <p:nvCxnSpPr>
            <p:cNvPr id="1336" name="Google Shape;1336;p18"/>
            <p:cNvCxnSpPr/>
            <p:nvPr/>
          </p:nvCxnSpPr>
          <p:spPr>
            <a:xfrm rot="10800000">
              <a:off x="517425" y="2404620"/>
              <a:ext cx="8112000" cy="0"/>
            </a:xfrm>
            <a:prstGeom prst="straightConnector1">
              <a:avLst/>
            </a:prstGeom>
            <a:noFill/>
            <a:ln w="19050" cap="flat" cmpd="sng">
              <a:solidFill>
                <a:srgbClr val="F0EBDF"/>
              </a:solidFill>
              <a:prstDash val="solid"/>
              <a:round/>
              <a:headEnd type="none" w="med" len="med"/>
              <a:tailEnd type="none" w="med" len="med"/>
            </a:ln>
          </p:spPr>
        </p:cxnSp>
        <p:cxnSp>
          <p:nvCxnSpPr>
            <p:cNvPr id="1337" name="Google Shape;1337;p18"/>
            <p:cNvCxnSpPr/>
            <p:nvPr/>
          </p:nvCxnSpPr>
          <p:spPr>
            <a:xfrm rot="10800000">
              <a:off x="517425" y="2738255"/>
              <a:ext cx="8112000" cy="0"/>
            </a:xfrm>
            <a:prstGeom prst="straightConnector1">
              <a:avLst/>
            </a:prstGeom>
            <a:noFill/>
            <a:ln w="19050" cap="flat" cmpd="sng">
              <a:solidFill>
                <a:srgbClr val="F0EBDF"/>
              </a:solidFill>
              <a:prstDash val="solid"/>
              <a:round/>
              <a:headEnd type="none" w="med" len="med"/>
              <a:tailEnd type="none" w="med" len="med"/>
            </a:ln>
          </p:spPr>
        </p:cxnSp>
        <p:cxnSp>
          <p:nvCxnSpPr>
            <p:cNvPr id="1338" name="Google Shape;1338;p18"/>
            <p:cNvCxnSpPr/>
            <p:nvPr/>
          </p:nvCxnSpPr>
          <p:spPr>
            <a:xfrm rot="10800000">
              <a:off x="517425" y="3739157"/>
              <a:ext cx="8112000" cy="0"/>
            </a:xfrm>
            <a:prstGeom prst="straightConnector1">
              <a:avLst/>
            </a:prstGeom>
            <a:noFill/>
            <a:ln w="19050" cap="flat" cmpd="sng">
              <a:solidFill>
                <a:srgbClr val="F0EBDF"/>
              </a:solidFill>
              <a:prstDash val="solid"/>
              <a:round/>
              <a:headEnd type="none" w="med" len="med"/>
              <a:tailEnd type="none" w="med" len="med"/>
            </a:ln>
          </p:spPr>
        </p:cxnSp>
        <p:cxnSp>
          <p:nvCxnSpPr>
            <p:cNvPr id="1339" name="Google Shape;1339;p18"/>
            <p:cNvCxnSpPr/>
            <p:nvPr/>
          </p:nvCxnSpPr>
          <p:spPr>
            <a:xfrm rot="10800000">
              <a:off x="517425" y="3405523"/>
              <a:ext cx="8112000" cy="0"/>
            </a:xfrm>
            <a:prstGeom prst="straightConnector1">
              <a:avLst/>
            </a:prstGeom>
            <a:noFill/>
            <a:ln w="19050" cap="flat" cmpd="sng">
              <a:solidFill>
                <a:srgbClr val="F0EBDF"/>
              </a:solidFill>
              <a:prstDash val="solid"/>
              <a:round/>
              <a:headEnd type="none" w="med" len="med"/>
              <a:tailEnd type="none" w="med" len="med"/>
            </a:ln>
          </p:spPr>
        </p:cxnSp>
        <p:cxnSp>
          <p:nvCxnSpPr>
            <p:cNvPr id="1340" name="Google Shape;1340;p18"/>
            <p:cNvCxnSpPr/>
            <p:nvPr/>
          </p:nvCxnSpPr>
          <p:spPr>
            <a:xfrm rot="10800000">
              <a:off x="517425" y="3071889"/>
              <a:ext cx="8112000" cy="0"/>
            </a:xfrm>
            <a:prstGeom prst="straightConnector1">
              <a:avLst/>
            </a:prstGeom>
            <a:noFill/>
            <a:ln w="19050" cap="flat" cmpd="sng">
              <a:solidFill>
                <a:srgbClr val="F0EBDF"/>
              </a:solidFill>
              <a:prstDash val="solid"/>
              <a:round/>
              <a:headEnd type="none" w="med" len="med"/>
              <a:tailEnd type="none" w="med" len="med"/>
            </a:ln>
          </p:spPr>
        </p:cxnSp>
        <p:cxnSp>
          <p:nvCxnSpPr>
            <p:cNvPr id="1341" name="Google Shape;1341;p18"/>
            <p:cNvCxnSpPr/>
            <p:nvPr/>
          </p:nvCxnSpPr>
          <p:spPr>
            <a:xfrm rot="10800000">
              <a:off x="517425" y="4072791"/>
              <a:ext cx="8112000" cy="0"/>
            </a:xfrm>
            <a:prstGeom prst="straightConnector1">
              <a:avLst/>
            </a:prstGeom>
            <a:noFill/>
            <a:ln w="19050" cap="flat" cmpd="sng">
              <a:solidFill>
                <a:srgbClr val="F0EBDF"/>
              </a:solidFill>
              <a:prstDash val="solid"/>
              <a:round/>
              <a:headEnd type="none" w="med" len="med"/>
              <a:tailEnd type="none" w="med" len="med"/>
            </a:ln>
          </p:spPr>
        </p:cxnSp>
        <p:cxnSp>
          <p:nvCxnSpPr>
            <p:cNvPr id="1342" name="Google Shape;1342;p18"/>
            <p:cNvCxnSpPr/>
            <p:nvPr/>
          </p:nvCxnSpPr>
          <p:spPr>
            <a:xfrm rot="10800000">
              <a:off x="517425" y="4406425"/>
              <a:ext cx="8112000" cy="0"/>
            </a:xfrm>
            <a:prstGeom prst="straightConnector1">
              <a:avLst/>
            </a:prstGeom>
            <a:noFill/>
            <a:ln w="19050" cap="flat" cmpd="sng">
              <a:solidFill>
                <a:srgbClr val="F0EBDF"/>
              </a:solidFill>
              <a:prstDash val="solid"/>
              <a:round/>
              <a:headEnd type="none" w="med" len="med"/>
              <a:tailEnd type="none" w="med" len="med"/>
            </a:ln>
          </p:spPr>
        </p:cxnSp>
        <p:cxnSp>
          <p:nvCxnSpPr>
            <p:cNvPr id="1343" name="Google Shape;1343;p18"/>
            <p:cNvCxnSpPr/>
            <p:nvPr/>
          </p:nvCxnSpPr>
          <p:spPr>
            <a:xfrm>
              <a:off x="900099" y="403173"/>
              <a:ext cx="0" cy="4336800"/>
            </a:xfrm>
            <a:prstGeom prst="straightConnector1">
              <a:avLst/>
            </a:prstGeom>
            <a:noFill/>
            <a:ln w="19050" cap="flat" cmpd="sng">
              <a:solidFill>
                <a:schemeClr val="lt1"/>
              </a:solidFill>
              <a:prstDash val="solid"/>
              <a:round/>
              <a:headEnd type="none" w="med" len="med"/>
              <a:tailEnd type="none" w="med" len="med"/>
            </a:ln>
          </p:spPr>
        </p:cxnSp>
        <p:sp>
          <p:nvSpPr>
            <p:cNvPr id="1344" name="Google Shape;1344;p18"/>
            <p:cNvSpPr/>
            <p:nvPr/>
          </p:nvSpPr>
          <p:spPr>
            <a:xfrm>
              <a:off x="617972" y="816625"/>
              <a:ext cx="165900" cy="1659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5" name="Google Shape;1345;p18"/>
            <p:cNvSpPr/>
            <p:nvPr/>
          </p:nvSpPr>
          <p:spPr>
            <a:xfrm>
              <a:off x="617972" y="1487587"/>
              <a:ext cx="165900" cy="1659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6" name="Google Shape;1346;p18"/>
            <p:cNvSpPr/>
            <p:nvPr/>
          </p:nvSpPr>
          <p:spPr>
            <a:xfrm>
              <a:off x="617972" y="2154875"/>
              <a:ext cx="165900" cy="1659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7" name="Google Shape;1347;p18"/>
            <p:cNvSpPr/>
            <p:nvPr/>
          </p:nvSpPr>
          <p:spPr>
            <a:xfrm>
              <a:off x="617972" y="2822137"/>
              <a:ext cx="165900" cy="1659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8" name="Google Shape;1348;p18"/>
            <p:cNvSpPr/>
            <p:nvPr/>
          </p:nvSpPr>
          <p:spPr>
            <a:xfrm>
              <a:off x="617972" y="3489412"/>
              <a:ext cx="165900" cy="1659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9" name="Google Shape;1349;p18"/>
            <p:cNvSpPr/>
            <p:nvPr/>
          </p:nvSpPr>
          <p:spPr>
            <a:xfrm>
              <a:off x="617972" y="4156675"/>
              <a:ext cx="165900" cy="1659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350" name="Google Shape;1350;p18"/>
          <p:cNvSpPr txBox="1">
            <a:spLocks noGrp="1"/>
          </p:cNvSpPr>
          <p:nvPr>
            <p:ph type="title" hasCustomPrompt="1"/>
          </p:nvPr>
        </p:nvSpPr>
        <p:spPr>
          <a:xfrm>
            <a:off x="2766902" y="1183562"/>
            <a:ext cx="3610200" cy="8283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6200"/>
              <a:buNone/>
              <a:defRPr sz="5000"/>
            </a:lvl1pPr>
            <a:lvl2pPr lvl="1" algn="ctr" rtl="0">
              <a:spcBef>
                <a:spcPts val="0"/>
              </a:spcBef>
              <a:spcAft>
                <a:spcPts val="0"/>
              </a:spcAft>
              <a:buSzPts val="6200"/>
              <a:buNone/>
              <a:defRPr sz="6200"/>
            </a:lvl2pPr>
            <a:lvl3pPr lvl="2" algn="ctr" rtl="0">
              <a:spcBef>
                <a:spcPts val="0"/>
              </a:spcBef>
              <a:spcAft>
                <a:spcPts val="0"/>
              </a:spcAft>
              <a:buSzPts val="6200"/>
              <a:buNone/>
              <a:defRPr sz="6200"/>
            </a:lvl3pPr>
            <a:lvl4pPr lvl="3" algn="ctr" rtl="0">
              <a:spcBef>
                <a:spcPts val="0"/>
              </a:spcBef>
              <a:spcAft>
                <a:spcPts val="0"/>
              </a:spcAft>
              <a:buSzPts val="6200"/>
              <a:buNone/>
              <a:defRPr sz="6200"/>
            </a:lvl4pPr>
            <a:lvl5pPr lvl="4" algn="ctr" rtl="0">
              <a:spcBef>
                <a:spcPts val="0"/>
              </a:spcBef>
              <a:spcAft>
                <a:spcPts val="0"/>
              </a:spcAft>
              <a:buSzPts val="6200"/>
              <a:buNone/>
              <a:defRPr sz="6200"/>
            </a:lvl5pPr>
            <a:lvl6pPr lvl="5" algn="ctr" rtl="0">
              <a:spcBef>
                <a:spcPts val="0"/>
              </a:spcBef>
              <a:spcAft>
                <a:spcPts val="0"/>
              </a:spcAft>
              <a:buSzPts val="6200"/>
              <a:buNone/>
              <a:defRPr sz="6200"/>
            </a:lvl6pPr>
            <a:lvl7pPr lvl="6" algn="ctr" rtl="0">
              <a:spcBef>
                <a:spcPts val="0"/>
              </a:spcBef>
              <a:spcAft>
                <a:spcPts val="0"/>
              </a:spcAft>
              <a:buSzPts val="6200"/>
              <a:buNone/>
              <a:defRPr sz="6200"/>
            </a:lvl7pPr>
            <a:lvl8pPr lvl="7" algn="ctr" rtl="0">
              <a:spcBef>
                <a:spcPts val="0"/>
              </a:spcBef>
              <a:spcAft>
                <a:spcPts val="0"/>
              </a:spcAft>
              <a:buSzPts val="6200"/>
              <a:buNone/>
              <a:defRPr sz="6200"/>
            </a:lvl8pPr>
            <a:lvl9pPr lvl="8" algn="ctr" rtl="0">
              <a:spcBef>
                <a:spcPts val="0"/>
              </a:spcBef>
              <a:spcAft>
                <a:spcPts val="0"/>
              </a:spcAft>
              <a:buSzPts val="6200"/>
              <a:buNone/>
              <a:defRPr sz="6200"/>
            </a:lvl9pPr>
          </a:lstStyle>
          <a:p>
            <a:r>
              <a:t>xx%</a:t>
            </a:r>
          </a:p>
        </p:txBody>
      </p:sp>
      <p:sp>
        <p:nvSpPr>
          <p:cNvPr id="1351" name="Google Shape;1351;p18"/>
          <p:cNvSpPr txBox="1">
            <a:spLocks noGrp="1"/>
          </p:cNvSpPr>
          <p:nvPr>
            <p:ph type="subTitle" idx="1"/>
          </p:nvPr>
        </p:nvSpPr>
        <p:spPr>
          <a:xfrm>
            <a:off x="2766877" y="1859487"/>
            <a:ext cx="3610200" cy="540600"/>
          </a:xfrm>
          <a:prstGeom prst="rect">
            <a:avLst/>
          </a:prstGeom>
          <a:ln>
            <a:noFill/>
          </a:ln>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352" name="Google Shape;1352;p18"/>
          <p:cNvSpPr txBox="1">
            <a:spLocks noGrp="1"/>
          </p:cNvSpPr>
          <p:nvPr>
            <p:ph type="title" idx="2" hasCustomPrompt="1"/>
          </p:nvPr>
        </p:nvSpPr>
        <p:spPr>
          <a:xfrm>
            <a:off x="2766902" y="2743431"/>
            <a:ext cx="3610200" cy="8283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6200"/>
              <a:buNone/>
              <a:defRPr sz="5000"/>
            </a:lvl1pPr>
            <a:lvl2pPr lvl="1" algn="ctr" rtl="0">
              <a:spcBef>
                <a:spcPts val="0"/>
              </a:spcBef>
              <a:spcAft>
                <a:spcPts val="0"/>
              </a:spcAft>
              <a:buSzPts val="6200"/>
              <a:buNone/>
              <a:defRPr sz="6200"/>
            </a:lvl2pPr>
            <a:lvl3pPr lvl="2" algn="ctr" rtl="0">
              <a:spcBef>
                <a:spcPts val="0"/>
              </a:spcBef>
              <a:spcAft>
                <a:spcPts val="0"/>
              </a:spcAft>
              <a:buSzPts val="6200"/>
              <a:buNone/>
              <a:defRPr sz="6200"/>
            </a:lvl3pPr>
            <a:lvl4pPr lvl="3" algn="ctr" rtl="0">
              <a:spcBef>
                <a:spcPts val="0"/>
              </a:spcBef>
              <a:spcAft>
                <a:spcPts val="0"/>
              </a:spcAft>
              <a:buSzPts val="6200"/>
              <a:buNone/>
              <a:defRPr sz="6200"/>
            </a:lvl4pPr>
            <a:lvl5pPr lvl="4" algn="ctr" rtl="0">
              <a:spcBef>
                <a:spcPts val="0"/>
              </a:spcBef>
              <a:spcAft>
                <a:spcPts val="0"/>
              </a:spcAft>
              <a:buSzPts val="6200"/>
              <a:buNone/>
              <a:defRPr sz="6200"/>
            </a:lvl5pPr>
            <a:lvl6pPr lvl="5" algn="ctr" rtl="0">
              <a:spcBef>
                <a:spcPts val="0"/>
              </a:spcBef>
              <a:spcAft>
                <a:spcPts val="0"/>
              </a:spcAft>
              <a:buSzPts val="6200"/>
              <a:buNone/>
              <a:defRPr sz="6200"/>
            </a:lvl6pPr>
            <a:lvl7pPr lvl="6" algn="ctr" rtl="0">
              <a:spcBef>
                <a:spcPts val="0"/>
              </a:spcBef>
              <a:spcAft>
                <a:spcPts val="0"/>
              </a:spcAft>
              <a:buSzPts val="6200"/>
              <a:buNone/>
              <a:defRPr sz="6200"/>
            </a:lvl7pPr>
            <a:lvl8pPr lvl="7" algn="ctr" rtl="0">
              <a:spcBef>
                <a:spcPts val="0"/>
              </a:spcBef>
              <a:spcAft>
                <a:spcPts val="0"/>
              </a:spcAft>
              <a:buSzPts val="6200"/>
              <a:buNone/>
              <a:defRPr sz="6200"/>
            </a:lvl8pPr>
            <a:lvl9pPr lvl="8" algn="ctr" rtl="0">
              <a:spcBef>
                <a:spcPts val="0"/>
              </a:spcBef>
              <a:spcAft>
                <a:spcPts val="0"/>
              </a:spcAft>
              <a:buSzPts val="6200"/>
              <a:buNone/>
              <a:defRPr sz="6200"/>
            </a:lvl9pPr>
          </a:lstStyle>
          <a:p>
            <a:r>
              <a:t>xx%</a:t>
            </a:r>
          </a:p>
        </p:txBody>
      </p:sp>
      <p:sp>
        <p:nvSpPr>
          <p:cNvPr id="1353" name="Google Shape;1353;p18"/>
          <p:cNvSpPr txBox="1">
            <a:spLocks noGrp="1"/>
          </p:cNvSpPr>
          <p:nvPr>
            <p:ph type="subTitle" idx="3"/>
          </p:nvPr>
        </p:nvSpPr>
        <p:spPr>
          <a:xfrm>
            <a:off x="2766877" y="3419338"/>
            <a:ext cx="3610200" cy="540600"/>
          </a:xfrm>
          <a:prstGeom prst="rect">
            <a:avLst/>
          </a:prstGeom>
          <a:ln>
            <a:noFill/>
          </a:ln>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grpSp>
        <p:nvGrpSpPr>
          <p:cNvPr id="1354" name="Google Shape;1354;p18"/>
          <p:cNvGrpSpPr/>
          <p:nvPr/>
        </p:nvGrpSpPr>
        <p:grpSpPr>
          <a:xfrm>
            <a:off x="227312" y="868475"/>
            <a:ext cx="477900" cy="3405950"/>
            <a:chOff x="227312" y="868475"/>
            <a:chExt cx="477900" cy="3405950"/>
          </a:xfrm>
        </p:grpSpPr>
        <p:sp>
          <p:nvSpPr>
            <p:cNvPr id="1355" name="Google Shape;1355;p18"/>
            <p:cNvSpPr/>
            <p:nvPr/>
          </p:nvSpPr>
          <p:spPr>
            <a:xfrm rot="10800000" flipH="1">
              <a:off x="227312" y="868475"/>
              <a:ext cx="477900" cy="69600"/>
            </a:xfrm>
            <a:prstGeom prst="roundRect">
              <a:avLst>
                <a:gd name="adj" fmla="val 16667"/>
              </a:avLst>
            </a:prstGeom>
            <a:solidFill>
              <a:schemeClr val="accen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6" name="Google Shape;1356;p18"/>
            <p:cNvSpPr/>
            <p:nvPr/>
          </p:nvSpPr>
          <p:spPr>
            <a:xfrm rot="10800000" flipH="1">
              <a:off x="227312" y="1535738"/>
              <a:ext cx="477900" cy="69600"/>
            </a:xfrm>
            <a:prstGeom prst="roundRect">
              <a:avLst>
                <a:gd name="adj" fmla="val 16667"/>
              </a:avLst>
            </a:prstGeom>
            <a:solidFill>
              <a:schemeClr val="accen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7" name="Google Shape;1357;p18"/>
            <p:cNvSpPr/>
            <p:nvPr/>
          </p:nvSpPr>
          <p:spPr>
            <a:xfrm rot="10800000" flipH="1">
              <a:off x="227312" y="2203025"/>
              <a:ext cx="477900" cy="69600"/>
            </a:xfrm>
            <a:prstGeom prst="roundRect">
              <a:avLst>
                <a:gd name="adj" fmla="val 16667"/>
              </a:avLst>
            </a:prstGeom>
            <a:solidFill>
              <a:schemeClr val="accen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8" name="Google Shape;1358;p18"/>
            <p:cNvSpPr/>
            <p:nvPr/>
          </p:nvSpPr>
          <p:spPr>
            <a:xfrm rot="10800000" flipH="1">
              <a:off x="227312" y="2870288"/>
              <a:ext cx="477900" cy="69600"/>
            </a:xfrm>
            <a:prstGeom prst="roundRect">
              <a:avLst>
                <a:gd name="adj" fmla="val 16667"/>
              </a:avLst>
            </a:prstGeom>
            <a:solidFill>
              <a:schemeClr val="accen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9" name="Google Shape;1359;p18"/>
            <p:cNvSpPr/>
            <p:nvPr/>
          </p:nvSpPr>
          <p:spPr>
            <a:xfrm rot="10800000" flipH="1">
              <a:off x="227312" y="3537563"/>
              <a:ext cx="477900" cy="69600"/>
            </a:xfrm>
            <a:prstGeom prst="roundRect">
              <a:avLst>
                <a:gd name="adj" fmla="val 16667"/>
              </a:avLst>
            </a:prstGeom>
            <a:solidFill>
              <a:schemeClr val="accen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0" name="Google Shape;1360;p18"/>
            <p:cNvSpPr/>
            <p:nvPr/>
          </p:nvSpPr>
          <p:spPr>
            <a:xfrm rot="10800000" flipH="1">
              <a:off x="227312" y="4204825"/>
              <a:ext cx="477900" cy="69600"/>
            </a:xfrm>
            <a:prstGeom prst="roundRect">
              <a:avLst>
                <a:gd name="adj" fmla="val 16667"/>
              </a:avLst>
            </a:prstGeom>
            <a:solidFill>
              <a:schemeClr val="accen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361" name="Google Shape;1361;p18"/>
          <p:cNvSpPr/>
          <p:nvPr/>
        </p:nvSpPr>
        <p:spPr>
          <a:xfrm rot="2227469">
            <a:off x="5881033" y="4137077"/>
            <a:ext cx="243062" cy="210302"/>
          </a:xfrm>
          <a:prstGeom prst="triangle">
            <a:avLst>
              <a:gd name="adj" fmla="val 50000"/>
            </a:avLst>
          </a:prstGeom>
          <a:noFill/>
          <a:ln w="19050"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2" name="Google Shape;1362;p18"/>
          <p:cNvSpPr/>
          <p:nvPr/>
        </p:nvSpPr>
        <p:spPr>
          <a:xfrm rot="-7771672">
            <a:off x="3190014" y="676141"/>
            <a:ext cx="126796" cy="109319"/>
          </a:xfrm>
          <a:prstGeom prst="triangle">
            <a:avLst>
              <a:gd name="adj" fmla="val 50000"/>
            </a:avLst>
          </a:pr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3" name="Google Shape;1363;p18"/>
          <p:cNvSpPr/>
          <p:nvPr/>
        </p:nvSpPr>
        <p:spPr>
          <a:xfrm>
            <a:off x="7865725" y="633500"/>
            <a:ext cx="165000" cy="165000"/>
          </a:xfrm>
          <a:prstGeom prst="ellipse">
            <a:avLst/>
          </a:prstGeom>
          <a:noFill/>
          <a:ln w="19050"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4" name="Google Shape;1364;p18"/>
          <p:cNvSpPr/>
          <p:nvPr/>
        </p:nvSpPr>
        <p:spPr>
          <a:xfrm rot="2855308">
            <a:off x="1763165" y="2440451"/>
            <a:ext cx="117429" cy="117005"/>
          </a:xfrm>
          <a:prstGeom prst="rect">
            <a:avLst/>
          </a:prstGeom>
          <a:no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5" name="Google Shape;1365;p18"/>
          <p:cNvSpPr/>
          <p:nvPr/>
        </p:nvSpPr>
        <p:spPr>
          <a:xfrm rot="-716485">
            <a:off x="6725632" y="1225439"/>
            <a:ext cx="117441" cy="117086"/>
          </a:xfrm>
          <a:prstGeom prst="rect">
            <a:avLst/>
          </a:pr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6" name="Google Shape;1366;p18"/>
          <p:cNvSpPr/>
          <p:nvPr/>
        </p:nvSpPr>
        <p:spPr>
          <a:xfrm rot="-3430508">
            <a:off x="987594" y="4247078"/>
            <a:ext cx="126736" cy="109431"/>
          </a:xfrm>
          <a:prstGeom prst="triangle">
            <a:avLst>
              <a:gd name="adj" fmla="val 50000"/>
            </a:avLst>
          </a:prstGeom>
          <a:noFill/>
          <a:ln w="19050"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7" name="Google Shape;1367;p18"/>
          <p:cNvSpPr/>
          <p:nvPr/>
        </p:nvSpPr>
        <p:spPr>
          <a:xfrm>
            <a:off x="8150575" y="2084538"/>
            <a:ext cx="165000" cy="165000"/>
          </a:xfrm>
          <a:prstGeom prst="ellipse">
            <a:avLst/>
          </a:pr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hanks">
  <p:cSld name="BLANK_1_1_1_1_1_1_2">
    <p:spTree>
      <p:nvGrpSpPr>
        <p:cNvPr id="1" name="Shape 1368"/>
        <p:cNvGrpSpPr/>
        <p:nvPr/>
      </p:nvGrpSpPr>
      <p:grpSpPr>
        <a:xfrm>
          <a:off x="0" y="0"/>
          <a:ext cx="0" cy="0"/>
          <a:chOff x="0" y="0"/>
          <a:chExt cx="0" cy="0"/>
        </a:xfrm>
      </p:grpSpPr>
      <p:grpSp>
        <p:nvGrpSpPr>
          <p:cNvPr id="1369" name="Google Shape;1369;p19"/>
          <p:cNvGrpSpPr/>
          <p:nvPr/>
        </p:nvGrpSpPr>
        <p:grpSpPr>
          <a:xfrm>
            <a:off x="10" y="-9400"/>
            <a:ext cx="9144000" cy="5162400"/>
            <a:chOff x="10" y="-9400"/>
            <a:chExt cx="9144000" cy="5162400"/>
          </a:xfrm>
        </p:grpSpPr>
        <p:grpSp>
          <p:nvGrpSpPr>
            <p:cNvPr id="1370" name="Google Shape;1370;p19"/>
            <p:cNvGrpSpPr/>
            <p:nvPr/>
          </p:nvGrpSpPr>
          <p:grpSpPr>
            <a:xfrm>
              <a:off x="10" y="371400"/>
              <a:ext cx="9144000" cy="4400775"/>
              <a:chOff x="10" y="371400"/>
              <a:chExt cx="9144000" cy="4400775"/>
            </a:xfrm>
          </p:grpSpPr>
          <p:cxnSp>
            <p:nvCxnSpPr>
              <p:cNvPr id="1371" name="Google Shape;1371;p19"/>
              <p:cNvCxnSpPr/>
              <p:nvPr/>
            </p:nvCxnSpPr>
            <p:spPr>
              <a:xfrm>
                <a:off x="4572010" y="-4200600"/>
                <a:ext cx="0" cy="9144000"/>
              </a:xfrm>
              <a:prstGeom prst="straightConnector1">
                <a:avLst/>
              </a:prstGeom>
              <a:noFill/>
              <a:ln w="9525" cap="flat" cmpd="sng">
                <a:solidFill>
                  <a:schemeClr val="dk2"/>
                </a:solidFill>
                <a:prstDash val="solid"/>
                <a:round/>
                <a:headEnd type="none" w="med" len="med"/>
                <a:tailEnd type="none" w="med" len="med"/>
              </a:ln>
            </p:spPr>
          </p:cxnSp>
          <p:cxnSp>
            <p:nvCxnSpPr>
              <p:cNvPr id="1372" name="Google Shape;1372;p19"/>
              <p:cNvCxnSpPr/>
              <p:nvPr/>
            </p:nvCxnSpPr>
            <p:spPr>
              <a:xfrm>
                <a:off x="4572010" y="-3711625"/>
                <a:ext cx="0" cy="9144000"/>
              </a:xfrm>
              <a:prstGeom prst="straightConnector1">
                <a:avLst/>
              </a:prstGeom>
              <a:noFill/>
              <a:ln w="9525" cap="flat" cmpd="sng">
                <a:solidFill>
                  <a:schemeClr val="dk2"/>
                </a:solidFill>
                <a:prstDash val="solid"/>
                <a:round/>
                <a:headEnd type="none" w="med" len="med"/>
                <a:tailEnd type="none" w="med" len="med"/>
              </a:ln>
            </p:spPr>
          </p:cxnSp>
          <p:cxnSp>
            <p:nvCxnSpPr>
              <p:cNvPr id="1373" name="Google Shape;1373;p19"/>
              <p:cNvCxnSpPr/>
              <p:nvPr/>
            </p:nvCxnSpPr>
            <p:spPr>
              <a:xfrm>
                <a:off x="4572010" y="-3222650"/>
                <a:ext cx="0" cy="9144000"/>
              </a:xfrm>
              <a:prstGeom prst="straightConnector1">
                <a:avLst/>
              </a:prstGeom>
              <a:noFill/>
              <a:ln w="9525" cap="flat" cmpd="sng">
                <a:solidFill>
                  <a:schemeClr val="dk2"/>
                </a:solidFill>
                <a:prstDash val="solid"/>
                <a:round/>
                <a:headEnd type="none" w="med" len="med"/>
                <a:tailEnd type="none" w="med" len="med"/>
              </a:ln>
            </p:spPr>
          </p:cxnSp>
          <p:cxnSp>
            <p:nvCxnSpPr>
              <p:cNvPr id="1374" name="Google Shape;1374;p19"/>
              <p:cNvCxnSpPr/>
              <p:nvPr/>
            </p:nvCxnSpPr>
            <p:spPr>
              <a:xfrm>
                <a:off x="4572010" y="-2733675"/>
                <a:ext cx="0" cy="9144000"/>
              </a:xfrm>
              <a:prstGeom prst="straightConnector1">
                <a:avLst/>
              </a:prstGeom>
              <a:noFill/>
              <a:ln w="9525" cap="flat" cmpd="sng">
                <a:solidFill>
                  <a:schemeClr val="dk2"/>
                </a:solidFill>
                <a:prstDash val="solid"/>
                <a:round/>
                <a:headEnd type="none" w="med" len="med"/>
                <a:tailEnd type="none" w="med" len="med"/>
              </a:ln>
            </p:spPr>
          </p:cxnSp>
          <p:cxnSp>
            <p:nvCxnSpPr>
              <p:cNvPr id="1375" name="Google Shape;1375;p19"/>
              <p:cNvCxnSpPr/>
              <p:nvPr/>
            </p:nvCxnSpPr>
            <p:spPr>
              <a:xfrm>
                <a:off x="4572010" y="-2244700"/>
                <a:ext cx="0" cy="9144000"/>
              </a:xfrm>
              <a:prstGeom prst="straightConnector1">
                <a:avLst/>
              </a:prstGeom>
              <a:noFill/>
              <a:ln w="9525" cap="flat" cmpd="sng">
                <a:solidFill>
                  <a:schemeClr val="dk2"/>
                </a:solidFill>
                <a:prstDash val="solid"/>
                <a:round/>
                <a:headEnd type="none" w="med" len="med"/>
                <a:tailEnd type="none" w="med" len="med"/>
              </a:ln>
            </p:spPr>
          </p:cxnSp>
          <p:cxnSp>
            <p:nvCxnSpPr>
              <p:cNvPr id="1376" name="Google Shape;1376;p19"/>
              <p:cNvCxnSpPr/>
              <p:nvPr/>
            </p:nvCxnSpPr>
            <p:spPr>
              <a:xfrm>
                <a:off x="4572010" y="-1755725"/>
                <a:ext cx="0" cy="9144000"/>
              </a:xfrm>
              <a:prstGeom prst="straightConnector1">
                <a:avLst/>
              </a:prstGeom>
              <a:noFill/>
              <a:ln w="9525" cap="flat" cmpd="sng">
                <a:solidFill>
                  <a:schemeClr val="dk2"/>
                </a:solidFill>
                <a:prstDash val="solid"/>
                <a:round/>
                <a:headEnd type="none" w="med" len="med"/>
                <a:tailEnd type="none" w="med" len="med"/>
              </a:ln>
            </p:spPr>
          </p:cxnSp>
          <p:cxnSp>
            <p:nvCxnSpPr>
              <p:cNvPr id="1377" name="Google Shape;1377;p19"/>
              <p:cNvCxnSpPr/>
              <p:nvPr/>
            </p:nvCxnSpPr>
            <p:spPr>
              <a:xfrm>
                <a:off x="4572010" y="-1266750"/>
                <a:ext cx="0" cy="9144000"/>
              </a:xfrm>
              <a:prstGeom prst="straightConnector1">
                <a:avLst/>
              </a:prstGeom>
              <a:noFill/>
              <a:ln w="9525" cap="flat" cmpd="sng">
                <a:solidFill>
                  <a:schemeClr val="dk2"/>
                </a:solidFill>
                <a:prstDash val="solid"/>
                <a:round/>
                <a:headEnd type="none" w="med" len="med"/>
                <a:tailEnd type="none" w="med" len="med"/>
              </a:ln>
            </p:spPr>
          </p:cxnSp>
          <p:cxnSp>
            <p:nvCxnSpPr>
              <p:cNvPr id="1378" name="Google Shape;1378;p19"/>
              <p:cNvCxnSpPr/>
              <p:nvPr/>
            </p:nvCxnSpPr>
            <p:spPr>
              <a:xfrm>
                <a:off x="4572010" y="-777775"/>
                <a:ext cx="0" cy="9144000"/>
              </a:xfrm>
              <a:prstGeom prst="straightConnector1">
                <a:avLst/>
              </a:prstGeom>
              <a:noFill/>
              <a:ln w="9525" cap="flat" cmpd="sng">
                <a:solidFill>
                  <a:schemeClr val="dk2"/>
                </a:solidFill>
                <a:prstDash val="solid"/>
                <a:round/>
                <a:headEnd type="none" w="med" len="med"/>
                <a:tailEnd type="none" w="med" len="med"/>
              </a:ln>
            </p:spPr>
          </p:cxnSp>
          <p:cxnSp>
            <p:nvCxnSpPr>
              <p:cNvPr id="1379" name="Google Shape;1379;p19"/>
              <p:cNvCxnSpPr/>
              <p:nvPr/>
            </p:nvCxnSpPr>
            <p:spPr>
              <a:xfrm>
                <a:off x="4572010" y="-288800"/>
                <a:ext cx="0" cy="9144000"/>
              </a:xfrm>
              <a:prstGeom prst="straightConnector1">
                <a:avLst/>
              </a:prstGeom>
              <a:noFill/>
              <a:ln w="9525" cap="flat" cmpd="sng">
                <a:solidFill>
                  <a:schemeClr val="dk2"/>
                </a:solidFill>
                <a:prstDash val="solid"/>
                <a:round/>
                <a:headEnd type="none" w="med" len="med"/>
                <a:tailEnd type="none" w="med" len="med"/>
              </a:ln>
            </p:spPr>
          </p:cxnSp>
          <p:cxnSp>
            <p:nvCxnSpPr>
              <p:cNvPr id="1380" name="Google Shape;1380;p19"/>
              <p:cNvCxnSpPr/>
              <p:nvPr/>
            </p:nvCxnSpPr>
            <p:spPr>
              <a:xfrm>
                <a:off x="4572010" y="200175"/>
                <a:ext cx="0" cy="9144000"/>
              </a:xfrm>
              <a:prstGeom prst="straightConnector1">
                <a:avLst/>
              </a:prstGeom>
              <a:noFill/>
              <a:ln w="9525" cap="flat" cmpd="sng">
                <a:solidFill>
                  <a:schemeClr val="dk2"/>
                </a:solidFill>
                <a:prstDash val="solid"/>
                <a:round/>
                <a:headEnd type="none" w="med" len="med"/>
                <a:tailEnd type="none" w="med" len="med"/>
              </a:ln>
            </p:spPr>
          </p:cxnSp>
        </p:grpSp>
        <p:cxnSp>
          <p:nvCxnSpPr>
            <p:cNvPr id="1381" name="Google Shape;1381;p19"/>
            <p:cNvCxnSpPr/>
            <p:nvPr/>
          </p:nvCxnSpPr>
          <p:spPr>
            <a:xfrm>
              <a:off x="415588" y="-9400"/>
              <a:ext cx="0" cy="5162400"/>
            </a:xfrm>
            <a:prstGeom prst="straightConnector1">
              <a:avLst/>
            </a:prstGeom>
            <a:noFill/>
            <a:ln w="9525" cap="flat" cmpd="sng">
              <a:solidFill>
                <a:schemeClr val="dk2"/>
              </a:solidFill>
              <a:prstDash val="solid"/>
              <a:round/>
              <a:headEnd type="none" w="med" len="med"/>
              <a:tailEnd type="none" w="med" len="med"/>
            </a:ln>
          </p:spPr>
        </p:cxnSp>
        <p:cxnSp>
          <p:nvCxnSpPr>
            <p:cNvPr id="1382" name="Google Shape;1382;p19"/>
            <p:cNvCxnSpPr/>
            <p:nvPr/>
          </p:nvCxnSpPr>
          <p:spPr>
            <a:xfrm>
              <a:off x="904563" y="-9400"/>
              <a:ext cx="0" cy="5162400"/>
            </a:xfrm>
            <a:prstGeom prst="straightConnector1">
              <a:avLst/>
            </a:prstGeom>
            <a:noFill/>
            <a:ln w="9525" cap="flat" cmpd="sng">
              <a:solidFill>
                <a:schemeClr val="dk2"/>
              </a:solidFill>
              <a:prstDash val="solid"/>
              <a:round/>
              <a:headEnd type="none" w="med" len="med"/>
              <a:tailEnd type="none" w="med" len="med"/>
            </a:ln>
          </p:spPr>
        </p:cxnSp>
        <p:cxnSp>
          <p:nvCxnSpPr>
            <p:cNvPr id="1383" name="Google Shape;1383;p19"/>
            <p:cNvCxnSpPr/>
            <p:nvPr/>
          </p:nvCxnSpPr>
          <p:spPr>
            <a:xfrm>
              <a:off x="1393538" y="-9400"/>
              <a:ext cx="0" cy="5162400"/>
            </a:xfrm>
            <a:prstGeom prst="straightConnector1">
              <a:avLst/>
            </a:prstGeom>
            <a:noFill/>
            <a:ln w="9525" cap="flat" cmpd="sng">
              <a:solidFill>
                <a:schemeClr val="dk2"/>
              </a:solidFill>
              <a:prstDash val="solid"/>
              <a:round/>
              <a:headEnd type="none" w="med" len="med"/>
              <a:tailEnd type="none" w="med" len="med"/>
            </a:ln>
          </p:spPr>
        </p:cxnSp>
        <p:cxnSp>
          <p:nvCxnSpPr>
            <p:cNvPr id="1384" name="Google Shape;1384;p19"/>
            <p:cNvCxnSpPr/>
            <p:nvPr/>
          </p:nvCxnSpPr>
          <p:spPr>
            <a:xfrm>
              <a:off x="1882513" y="-9400"/>
              <a:ext cx="0" cy="5162400"/>
            </a:xfrm>
            <a:prstGeom prst="straightConnector1">
              <a:avLst/>
            </a:prstGeom>
            <a:noFill/>
            <a:ln w="9525" cap="flat" cmpd="sng">
              <a:solidFill>
                <a:schemeClr val="dk2"/>
              </a:solidFill>
              <a:prstDash val="solid"/>
              <a:round/>
              <a:headEnd type="none" w="med" len="med"/>
              <a:tailEnd type="none" w="med" len="med"/>
            </a:ln>
          </p:spPr>
        </p:cxnSp>
        <p:cxnSp>
          <p:nvCxnSpPr>
            <p:cNvPr id="1385" name="Google Shape;1385;p19"/>
            <p:cNvCxnSpPr/>
            <p:nvPr/>
          </p:nvCxnSpPr>
          <p:spPr>
            <a:xfrm>
              <a:off x="2371488" y="-9400"/>
              <a:ext cx="0" cy="5162400"/>
            </a:xfrm>
            <a:prstGeom prst="straightConnector1">
              <a:avLst/>
            </a:prstGeom>
            <a:noFill/>
            <a:ln w="9525" cap="flat" cmpd="sng">
              <a:solidFill>
                <a:schemeClr val="dk2"/>
              </a:solidFill>
              <a:prstDash val="solid"/>
              <a:round/>
              <a:headEnd type="none" w="med" len="med"/>
              <a:tailEnd type="none" w="med" len="med"/>
            </a:ln>
          </p:spPr>
        </p:cxnSp>
        <p:cxnSp>
          <p:nvCxnSpPr>
            <p:cNvPr id="1386" name="Google Shape;1386;p19"/>
            <p:cNvCxnSpPr/>
            <p:nvPr/>
          </p:nvCxnSpPr>
          <p:spPr>
            <a:xfrm>
              <a:off x="2860463" y="-9400"/>
              <a:ext cx="0" cy="5162400"/>
            </a:xfrm>
            <a:prstGeom prst="straightConnector1">
              <a:avLst/>
            </a:prstGeom>
            <a:noFill/>
            <a:ln w="9525" cap="flat" cmpd="sng">
              <a:solidFill>
                <a:schemeClr val="dk2"/>
              </a:solidFill>
              <a:prstDash val="solid"/>
              <a:round/>
              <a:headEnd type="none" w="med" len="med"/>
              <a:tailEnd type="none" w="med" len="med"/>
            </a:ln>
          </p:spPr>
        </p:cxnSp>
        <p:cxnSp>
          <p:nvCxnSpPr>
            <p:cNvPr id="1387" name="Google Shape;1387;p19"/>
            <p:cNvCxnSpPr/>
            <p:nvPr/>
          </p:nvCxnSpPr>
          <p:spPr>
            <a:xfrm>
              <a:off x="3349438" y="-9400"/>
              <a:ext cx="0" cy="5162400"/>
            </a:xfrm>
            <a:prstGeom prst="straightConnector1">
              <a:avLst/>
            </a:prstGeom>
            <a:noFill/>
            <a:ln w="9525" cap="flat" cmpd="sng">
              <a:solidFill>
                <a:schemeClr val="dk2"/>
              </a:solidFill>
              <a:prstDash val="solid"/>
              <a:round/>
              <a:headEnd type="none" w="med" len="med"/>
              <a:tailEnd type="none" w="med" len="med"/>
            </a:ln>
          </p:spPr>
        </p:cxnSp>
        <p:cxnSp>
          <p:nvCxnSpPr>
            <p:cNvPr id="1388" name="Google Shape;1388;p19"/>
            <p:cNvCxnSpPr/>
            <p:nvPr/>
          </p:nvCxnSpPr>
          <p:spPr>
            <a:xfrm>
              <a:off x="3838413" y="-9400"/>
              <a:ext cx="0" cy="5162400"/>
            </a:xfrm>
            <a:prstGeom prst="straightConnector1">
              <a:avLst/>
            </a:prstGeom>
            <a:noFill/>
            <a:ln w="9525" cap="flat" cmpd="sng">
              <a:solidFill>
                <a:schemeClr val="dk2"/>
              </a:solidFill>
              <a:prstDash val="solid"/>
              <a:round/>
              <a:headEnd type="none" w="med" len="med"/>
              <a:tailEnd type="none" w="med" len="med"/>
            </a:ln>
          </p:spPr>
        </p:cxnSp>
        <p:cxnSp>
          <p:nvCxnSpPr>
            <p:cNvPr id="1389" name="Google Shape;1389;p19"/>
            <p:cNvCxnSpPr/>
            <p:nvPr/>
          </p:nvCxnSpPr>
          <p:spPr>
            <a:xfrm>
              <a:off x="4327388" y="-9400"/>
              <a:ext cx="0" cy="5162400"/>
            </a:xfrm>
            <a:prstGeom prst="straightConnector1">
              <a:avLst/>
            </a:prstGeom>
            <a:noFill/>
            <a:ln w="9525" cap="flat" cmpd="sng">
              <a:solidFill>
                <a:schemeClr val="dk2"/>
              </a:solidFill>
              <a:prstDash val="solid"/>
              <a:round/>
              <a:headEnd type="none" w="med" len="med"/>
              <a:tailEnd type="none" w="med" len="med"/>
            </a:ln>
          </p:spPr>
        </p:cxnSp>
        <p:cxnSp>
          <p:nvCxnSpPr>
            <p:cNvPr id="1390" name="Google Shape;1390;p19"/>
            <p:cNvCxnSpPr/>
            <p:nvPr/>
          </p:nvCxnSpPr>
          <p:spPr>
            <a:xfrm>
              <a:off x="4816363" y="-9400"/>
              <a:ext cx="0" cy="5162400"/>
            </a:xfrm>
            <a:prstGeom prst="straightConnector1">
              <a:avLst/>
            </a:prstGeom>
            <a:noFill/>
            <a:ln w="9525" cap="flat" cmpd="sng">
              <a:solidFill>
                <a:schemeClr val="dk2"/>
              </a:solidFill>
              <a:prstDash val="solid"/>
              <a:round/>
              <a:headEnd type="none" w="med" len="med"/>
              <a:tailEnd type="none" w="med" len="med"/>
            </a:ln>
          </p:spPr>
        </p:cxnSp>
        <p:cxnSp>
          <p:nvCxnSpPr>
            <p:cNvPr id="1391" name="Google Shape;1391;p19"/>
            <p:cNvCxnSpPr/>
            <p:nvPr/>
          </p:nvCxnSpPr>
          <p:spPr>
            <a:xfrm>
              <a:off x="5305338" y="-9400"/>
              <a:ext cx="0" cy="5162400"/>
            </a:xfrm>
            <a:prstGeom prst="straightConnector1">
              <a:avLst/>
            </a:prstGeom>
            <a:noFill/>
            <a:ln w="9525" cap="flat" cmpd="sng">
              <a:solidFill>
                <a:schemeClr val="dk2"/>
              </a:solidFill>
              <a:prstDash val="solid"/>
              <a:round/>
              <a:headEnd type="none" w="med" len="med"/>
              <a:tailEnd type="none" w="med" len="med"/>
            </a:ln>
          </p:spPr>
        </p:cxnSp>
        <p:cxnSp>
          <p:nvCxnSpPr>
            <p:cNvPr id="1392" name="Google Shape;1392;p19"/>
            <p:cNvCxnSpPr/>
            <p:nvPr/>
          </p:nvCxnSpPr>
          <p:spPr>
            <a:xfrm>
              <a:off x="5794313" y="-9400"/>
              <a:ext cx="0" cy="5162400"/>
            </a:xfrm>
            <a:prstGeom prst="straightConnector1">
              <a:avLst/>
            </a:prstGeom>
            <a:noFill/>
            <a:ln w="9525" cap="flat" cmpd="sng">
              <a:solidFill>
                <a:schemeClr val="dk2"/>
              </a:solidFill>
              <a:prstDash val="solid"/>
              <a:round/>
              <a:headEnd type="none" w="med" len="med"/>
              <a:tailEnd type="none" w="med" len="med"/>
            </a:ln>
          </p:spPr>
        </p:cxnSp>
        <p:cxnSp>
          <p:nvCxnSpPr>
            <p:cNvPr id="1393" name="Google Shape;1393;p19"/>
            <p:cNvCxnSpPr/>
            <p:nvPr/>
          </p:nvCxnSpPr>
          <p:spPr>
            <a:xfrm>
              <a:off x="6283288" y="-9400"/>
              <a:ext cx="0" cy="5162400"/>
            </a:xfrm>
            <a:prstGeom prst="straightConnector1">
              <a:avLst/>
            </a:prstGeom>
            <a:noFill/>
            <a:ln w="9525" cap="flat" cmpd="sng">
              <a:solidFill>
                <a:schemeClr val="dk2"/>
              </a:solidFill>
              <a:prstDash val="solid"/>
              <a:round/>
              <a:headEnd type="none" w="med" len="med"/>
              <a:tailEnd type="none" w="med" len="med"/>
            </a:ln>
          </p:spPr>
        </p:cxnSp>
        <p:cxnSp>
          <p:nvCxnSpPr>
            <p:cNvPr id="1394" name="Google Shape;1394;p19"/>
            <p:cNvCxnSpPr/>
            <p:nvPr/>
          </p:nvCxnSpPr>
          <p:spPr>
            <a:xfrm>
              <a:off x="6772263" y="-9400"/>
              <a:ext cx="0" cy="5162400"/>
            </a:xfrm>
            <a:prstGeom prst="straightConnector1">
              <a:avLst/>
            </a:prstGeom>
            <a:noFill/>
            <a:ln w="9525" cap="flat" cmpd="sng">
              <a:solidFill>
                <a:schemeClr val="dk2"/>
              </a:solidFill>
              <a:prstDash val="solid"/>
              <a:round/>
              <a:headEnd type="none" w="med" len="med"/>
              <a:tailEnd type="none" w="med" len="med"/>
            </a:ln>
          </p:spPr>
        </p:cxnSp>
        <p:cxnSp>
          <p:nvCxnSpPr>
            <p:cNvPr id="1395" name="Google Shape;1395;p19"/>
            <p:cNvCxnSpPr/>
            <p:nvPr/>
          </p:nvCxnSpPr>
          <p:spPr>
            <a:xfrm>
              <a:off x="7261238" y="-9400"/>
              <a:ext cx="0" cy="5162400"/>
            </a:xfrm>
            <a:prstGeom prst="straightConnector1">
              <a:avLst/>
            </a:prstGeom>
            <a:noFill/>
            <a:ln w="9525" cap="flat" cmpd="sng">
              <a:solidFill>
                <a:schemeClr val="dk2"/>
              </a:solidFill>
              <a:prstDash val="solid"/>
              <a:round/>
              <a:headEnd type="none" w="med" len="med"/>
              <a:tailEnd type="none" w="med" len="med"/>
            </a:ln>
          </p:spPr>
        </p:cxnSp>
        <p:cxnSp>
          <p:nvCxnSpPr>
            <p:cNvPr id="1396" name="Google Shape;1396;p19"/>
            <p:cNvCxnSpPr/>
            <p:nvPr/>
          </p:nvCxnSpPr>
          <p:spPr>
            <a:xfrm>
              <a:off x="7750213" y="-9400"/>
              <a:ext cx="0" cy="5162400"/>
            </a:xfrm>
            <a:prstGeom prst="straightConnector1">
              <a:avLst/>
            </a:prstGeom>
            <a:noFill/>
            <a:ln w="9525" cap="flat" cmpd="sng">
              <a:solidFill>
                <a:schemeClr val="dk2"/>
              </a:solidFill>
              <a:prstDash val="solid"/>
              <a:round/>
              <a:headEnd type="none" w="med" len="med"/>
              <a:tailEnd type="none" w="med" len="med"/>
            </a:ln>
          </p:spPr>
        </p:cxnSp>
        <p:cxnSp>
          <p:nvCxnSpPr>
            <p:cNvPr id="1397" name="Google Shape;1397;p19"/>
            <p:cNvCxnSpPr/>
            <p:nvPr/>
          </p:nvCxnSpPr>
          <p:spPr>
            <a:xfrm>
              <a:off x="8239188" y="-9400"/>
              <a:ext cx="0" cy="5162400"/>
            </a:xfrm>
            <a:prstGeom prst="straightConnector1">
              <a:avLst/>
            </a:prstGeom>
            <a:noFill/>
            <a:ln w="9525" cap="flat" cmpd="sng">
              <a:solidFill>
                <a:schemeClr val="dk2"/>
              </a:solidFill>
              <a:prstDash val="solid"/>
              <a:round/>
              <a:headEnd type="none" w="med" len="med"/>
              <a:tailEnd type="none" w="med" len="med"/>
            </a:ln>
          </p:spPr>
        </p:cxnSp>
        <p:cxnSp>
          <p:nvCxnSpPr>
            <p:cNvPr id="1398" name="Google Shape;1398;p19"/>
            <p:cNvCxnSpPr/>
            <p:nvPr/>
          </p:nvCxnSpPr>
          <p:spPr>
            <a:xfrm>
              <a:off x="8728163" y="-9400"/>
              <a:ext cx="0" cy="5162400"/>
            </a:xfrm>
            <a:prstGeom prst="straightConnector1">
              <a:avLst/>
            </a:prstGeom>
            <a:noFill/>
            <a:ln w="9525" cap="flat" cmpd="sng">
              <a:solidFill>
                <a:schemeClr val="dk2"/>
              </a:solidFill>
              <a:prstDash val="solid"/>
              <a:round/>
              <a:headEnd type="none" w="med" len="med"/>
              <a:tailEnd type="none" w="med" len="med"/>
            </a:ln>
          </p:spPr>
        </p:cxnSp>
      </p:grpSp>
      <p:grpSp>
        <p:nvGrpSpPr>
          <p:cNvPr id="1399" name="Google Shape;1399;p19"/>
          <p:cNvGrpSpPr/>
          <p:nvPr/>
        </p:nvGrpSpPr>
        <p:grpSpPr>
          <a:xfrm>
            <a:off x="-185282" y="395900"/>
            <a:ext cx="600900" cy="4351800"/>
            <a:chOff x="-185282" y="395900"/>
            <a:chExt cx="600900" cy="4351800"/>
          </a:xfrm>
        </p:grpSpPr>
        <p:sp>
          <p:nvSpPr>
            <p:cNvPr id="1400" name="Google Shape;1400;p19"/>
            <p:cNvSpPr/>
            <p:nvPr/>
          </p:nvSpPr>
          <p:spPr>
            <a:xfrm flipH="1">
              <a:off x="-185282" y="395900"/>
              <a:ext cx="600900" cy="4351800"/>
            </a:xfrm>
            <a:prstGeom prst="rect">
              <a:avLst/>
            </a:prstGeom>
            <a:solidFill>
              <a:srgbClr val="FBF7ED"/>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401" name="Google Shape;1401;p19"/>
            <p:cNvCxnSpPr/>
            <p:nvPr/>
          </p:nvCxnSpPr>
          <p:spPr>
            <a:xfrm>
              <a:off x="-174000" y="736625"/>
              <a:ext cx="579300" cy="0"/>
            </a:xfrm>
            <a:prstGeom prst="straightConnector1">
              <a:avLst/>
            </a:prstGeom>
            <a:noFill/>
            <a:ln w="19050" cap="flat" cmpd="sng">
              <a:solidFill>
                <a:srgbClr val="F0EBDF"/>
              </a:solidFill>
              <a:prstDash val="solid"/>
              <a:round/>
              <a:headEnd type="none" w="med" len="med"/>
              <a:tailEnd type="none" w="med" len="med"/>
            </a:ln>
          </p:spPr>
        </p:cxnSp>
        <p:cxnSp>
          <p:nvCxnSpPr>
            <p:cNvPr id="1402" name="Google Shape;1402;p19"/>
            <p:cNvCxnSpPr/>
            <p:nvPr/>
          </p:nvCxnSpPr>
          <p:spPr>
            <a:xfrm>
              <a:off x="-174000" y="1070259"/>
              <a:ext cx="579300" cy="0"/>
            </a:xfrm>
            <a:prstGeom prst="straightConnector1">
              <a:avLst/>
            </a:prstGeom>
            <a:noFill/>
            <a:ln w="19050" cap="flat" cmpd="sng">
              <a:solidFill>
                <a:srgbClr val="F0EBDF"/>
              </a:solidFill>
              <a:prstDash val="solid"/>
              <a:round/>
              <a:headEnd type="none" w="med" len="med"/>
              <a:tailEnd type="none" w="med" len="med"/>
            </a:ln>
          </p:spPr>
        </p:cxnSp>
        <p:cxnSp>
          <p:nvCxnSpPr>
            <p:cNvPr id="1403" name="Google Shape;1403;p19"/>
            <p:cNvCxnSpPr/>
            <p:nvPr/>
          </p:nvCxnSpPr>
          <p:spPr>
            <a:xfrm>
              <a:off x="-174000" y="1403893"/>
              <a:ext cx="579300" cy="0"/>
            </a:xfrm>
            <a:prstGeom prst="straightConnector1">
              <a:avLst/>
            </a:prstGeom>
            <a:noFill/>
            <a:ln w="19050" cap="flat" cmpd="sng">
              <a:solidFill>
                <a:srgbClr val="F0EBDF"/>
              </a:solidFill>
              <a:prstDash val="solid"/>
              <a:round/>
              <a:headEnd type="none" w="med" len="med"/>
              <a:tailEnd type="none" w="med" len="med"/>
            </a:ln>
          </p:spPr>
        </p:cxnSp>
        <p:cxnSp>
          <p:nvCxnSpPr>
            <p:cNvPr id="1404" name="Google Shape;1404;p19"/>
            <p:cNvCxnSpPr/>
            <p:nvPr/>
          </p:nvCxnSpPr>
          <p:spPr>
            <a:xfrm>
              <a:off x="-174000" y="1737527"/>
              <a:ext cx="579300" cy="0"/>
            </a:xfrm>
            <a:prstGeom prst="straightConnector1">
              <a:avLst/>
            </a:prstGeom>
            <a:noFill/>
            <a:ln w="19050" cap="flat" cmpd="sng">
              <a:solidFill>
                <a:srgbClr val="F0EBDF"/>
              </a:solidFill>
              <a:prstDash val="solid"/>
              <a:round/>
              <a:headEnd type="none" w="med" len="med"/>
              <a:tailEnd type="none" w="med" len="med"/>
            </a:ln>
          </p:spPr>
        </p:cxnSp>
        <p:cxnSp>
          <p:nvCxnSpPr>
            <p:cNvPr id="1405" name="Google Shape;1405;p19"/>
            <p:cNvCxnSpPr/>
            <p:nvPr/>
          </p:nvCxnSpPr>
          <p:spPr>
            <a:xfrm>
              <a:off x="-174000" y="2071161"/>
              <a:ext cx="579300" cy="0"/>
            </a:xfrm>
            <a:prstGeom prst="straightConnector1">
              <a:avLst/>
            </a:prstGeom>
            <a:noFill/>
            <a:ln w="19050" cap="flat" cmpd="sng">
              <a:solidFill>
                <a:srgbClr val="F0EBDF"/>
              </a:solidFill>
              <a:prstDash val="solid"/>
              <a:round/>
              <a:headEnd type="none" w="med" len="med"/>
              <a:tailEnd type="none" w="med" len="med"/>
            </a:ln>
          </p:spPr>
        </p:cxnSp>
        <p:cxnSp>
          <p:nvCxnSpPr>
            <p:cNvPr id="1406" name="Google Shape;1406;p19"/>
            <p:cNvCxnSpPr/>
            <p:nvPr/>
          </p:nvCxnSpPr>
          <p:spPr>
            <a:xfrm>
              <a:off x="-174000" y="2404795"/>
              <a:ext cx="579300" cy="0"/>
            </a:xfrm>
            <a:prstGeom prst="straightConnector1">
              <a:avLst/>
            </a:prstGeom>
            <a:noFill/>
            <a:ln w="19050" cap="flat" cmpd="sng">
              <a:solidFill>
                <a:srgbClr val="F0EBDF"/>
              </a:solidFill>
              <a:prstDash val="solid"/>
              <a:round/>
              <a:headEnd type="none" w="med" len="med"/>
              <a:tailEnd type="none" w="med" len="med"/>
            </a:ln>
          </p:spPr>
        </p:cxnSp>
        <p:cxnSp>
          <p:nvCxnSpPr>
            <p:cNvPr id="1407" name="Google Shape;1407;p19"/>
            <p:cNvCxnSpPr/>
            <p:nvPr/>
          </p:nvCxnSpPr>
          <p:spPr>
            <a:xfrm>
              <a:off x="-174000" y="2738430"/>
              <a:ext cx="579300" cy="0"/>
            </a:xfrm>
            <a:prstGeom prst="straightConnector1">
              <a:avLst/>
            </a:prstGeom>
            <a:noFill/>
            <a:ln w="19050" cap="flat" cmpd="sng">
              <a:solidFill>
                <a:srgbClr val="F0EBDF"/>
              </a:solidFill>
              <a:prstDash val="solid"/>
              <a:round/>
              <a:headEnd type="none" w="med" len="med"/>
              <a:tailEnd type="none" w="med" len="med"/>
            </a:ln>
          </p:spPr>
        </p:cxnSp>
        <p:cxnSp>
          <p:nvCxnSpPr>
            <p:cNvPr id="1408" name="Google Shape;1408;p19"/>
            <p:cNvCxnSpPr/>
            <p:nvPr/>
          </p:nvCxnSpPr>
          <p:spPr>
            <a:xfrm>
              <a:off x="-174000" y="3739332"/>
              <a:ext cx="579300" cy="0"/>
            </a:xfrm>
            <a:prstGeom prst="straightConnector1">
              <a:avLst/>
            </a:prstGeom>
            <a:noFill/>
            <a:ln w="19050" cap="flat" cmpd="sng">
              <a:solidFill>
                <a:srgbClr val="F0EBDF"/>
              </a:solidFill>
              <a:prstDash val="solid"/>
              <a:round/>
              <a:headEnd type="none" w="med" len="med"/>
              <a:tailEnd type="none" w="med" len="med"/>
            </a:ln>
          </p:spPr>
        </p:cxnSp>
        <p:cxnSp>
          <p:nvCxnSpPr>
            <p:cNvPr id="1409" name="Google Shape;1409;p19"/>
            <p:cNvCxnSpPr/>
            <p:nvPr/>
          </p:nvCxnSpPr>
          <p:spPr>
            <a:xfrm>
              <a:off x="-174000" y="3405698"/>
              <a:ext cx="579300" cy="0"/>
            </a:xfrm>
            <a:prstGeom prst="straightConnector1">
              <a:avLst/>
            </a:prstGeom>
            <a:noFill/>
            <a:ln w="19050" cap="flat" cmpd="sng">
              <a:solidFill>
                <a:srgbClr val="F0EBDF"/>
              </a:solidFill>
              <a:prstDash val="solid"/>
              <a:round/>
              <a:headEnd type="none" w="med" len="med"/>
              <a:tailEnd type="none" w="med" len="med"/>
            </a:ln>
          </p:spPr>
        </p:cxnSp>
        <p:cxnSp>
          <p:nvCxnSpPr>
            <p:cNvPr id="1410" name="Google Shape;1410;p19"/>
            <p:cNvCxnSpPr/>
            <p:nvPr/>
          </p:nvCxnSpPr>
          <p:spPr>
            <a:xfrm>
              <a:off x="-174000" y="3072064"/>
              <a:ext cx="579300" cy="0"/>
            </a:xfrm>
            <a:prstGeom prst="straightConnector1">
              <a:avLst/>
            </a:prstGeom>
            <a:noFill/>
            <a:ln w="19050" cap="flat" cmpd="sng">
              <a:solidFill>
                <a:srgbClr val="F0EBDF"/>
              </a:solidFill>
              <a:prstDash val="solid"/>
              <a:round/>
              <a:headEnd type="none" w="med" len="med"/>
              <a:tailEnd type="none" w="med" len="med"/>
            </a:ln>
          </p:spPr>
        </p:cxnSp>
        <p:cxnSp>
          <p:nvCxnSpPr>
            <p:cNvPr id="1411" name="Google Shape;1411;p19"/>
            <p:cNvCxnSpPr/>
            <p:nvPr/>
          </p:nvCxnSpPr>
          <p:spPr>
            <a:xfrm>
              <a:off x="-174000" y="4072966"/>
              <a:ext cx="579300" cy="0"/>
            </a:xfrm>
            <a:prstGeom prst="straightConnector1">
              <a:avLst/>
            </a:prstGeom>
            <a:noFill/>
            <a:ln w="19050" cap="flat" cmpd="sng">
              <a:solidFill>
                <a:srgbClr val="F0EBDF"/>
              </a:solidFill>
              <a:prstDash val="solid"/>
              <a:round/>
              <a:headEnd type="none" w="med" len="med"/>
              <a:tailEnd type="none" w="med" len="med"/>
            </a:ln>
          </p:spPr>
        </p:cxnSp>
        <p:cxnSp>
          <p:nvCxnSpPr>
            <p:cNvPr id="1412" name="Google Shape;1412;p19"/>
            <p:cNvCxnSpPr/>
            <p:nvPr/>
          </p:nvCxnSpPr>
          <p:spPr>
            <a:xfrm>
              <a:off x="-174000" y="4406600"/>
              <a:ext cx="579300" cy="0"/>
            </a:xfrm>
            <a:prstGeom prst="straightConnector1">
              <a:avLst/>
            </a:prstGeom>
            <a:noFill/>
            <a:ln w="19050" cap="flat" cmpd="sng">
              <a:solidFill>
                <a:srgbClr val="F0EBDF"/>
              </a:solidFill>
              <a:prstDash val="solid"/>
              <a:round/>
              <a:headEnd type="none" w="med" len="med"/>
              <a:tailEnd type="none" w="med" len="med"/>
            </a:ln>
          </p:spPr>
        </p:cxnSp>
        <p:sp>
          <p:nvSpPr>
            <p:cNvPr id="1413" name="Google Shape;1413;p19"/>
            <p:cNvSpPr/>
            <p:nvPr/>
          </p:nvSpPr>
          <p:spPr>
            <a:xfrm flipH="1">
              <a:off x="136538" y="816775"/>
              <a:ext cx="165900" cy="1659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4" name="Google Shape;1414;p19"/>
            <p:cNvSpPr/>
            <p:nvPr/>
          </p:nvSpPr>
          <p:spPr>
            <a:xfrm flipH="1">
              <a:off x="136538" y="1487737"/>
              <a:ext cx="165900" cy="1659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5" name="Google Shape;1415;p19"/>
            <p:cNvSpPr/>
            <p:nvPr/>
          </p:nvSpPr>
          <p:spPr>
            <a:xfrm flipH="1">
              <a:off x="136538" y="2155025"/>
              <a:ext cx="165900" cy="1659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6" name="Google Shape;1416;p19"/>
            <p:cNvSpPr/>
            <p:nvPr/>
          </p:nvSpPr>
          <p:spPr>
            <a:xfrm flipH="1">
              <a:off x="136538" y="2822287"/>
              <a:ext cx="165900" cy="1659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7" name="Google Shape;1417;p19"/>
            <p:cNvSpPr/>
            <p:nvPr/>
          </p:nvSpPr>
          <p:spPr>
            <a:xfrm flipH="1">
              <a:off x="136538" y="3489562"/>
              <a:ext cx="165900" cy="1659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8" name="Google Shape;1418;p19"/>
            <p:cNvSpPr/>
            <p:nvPr/>
          </p:nvSpPr>
          <p:spPr>
            <a:xfrm flipH="1">
              <a:off x="136538" y="4156825"/>
              <a:ext cx="165900" cy="1659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19" name="Google Shape;1419;p19"/>
          <p:cNvGrpSpPr/>
          <p:nvPr/>
        </p:nvGrpSpPr>
        <p:grpSpPr>
          <a:xfrm>
            <a:off x="504792" y="395741"/>
            <a:ext cx="8134200" cy="4351800"/>
            <a:chOff x="504792" y="395741"/>
            <a:chExt cx="8134200" cy="4351800"/>
          </a:xfrm>
        </p:grpSpPr>
        <p:sp>
          <p:nvSpPr>
            <p:cNvPr id="1420" name="Google Shape;1420;p19"/>
            <p:cNvSpPr/>
            <p:nvPr/>
          </p:nvSpPr>
          <p:spPr>
            <a:xfrm>
              <a:off x="504792" y="395741"/>
              <a:ext cx="8134200" cy="4351800"/>
            </a:xfrm>
            <a:prstGeom prst="rect">
              <a:avLst/>
            </a:prstGeom>
            <a:solidFill>
              <a:srgbClr val="FBF7ED"/>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421" name="Google Shape;1421;p19"/>
            <p:cNvCxnSpPr/>
            <p:nvPr/>
          </p:nvCxnSpPr>
          <p:spPr>
            <a:xfrm rot="10800000">
              <a:off x="517425" y="736450"/>
              <a:ext cx="8112000" cy="0"/>
            </a:xfrm>
            <a:prstGeom prst="straightConnector1">
              <a:avLst/>
            </a:prstGeom>
            <a:noFill/>
            <a:ln w="19050" cap="flat" cmpd="sng">
              <a:solidFill>
                <a:srgbClr val="F0EBDF"/>
              </a:solidFill>
              <a:prstDash val="solid"/>
              <a:round/>
              <a:headEnd type="none" w="med" len="med"/>
              <a:tailEnd type="none" w="med" len="med"/>
            </a:ln>
          </p:spPr>
        </p:cxnSp>
        <p:cxnSp>
          <p:nvCxnSpPr>
            <p:cNvPr id="1422" name="Google Shape;1422;p19"/>
            <p:cNvCxnSpPr/>
            <p:nvPr/>
          </p:nvCxnSpPr>
          <p:spPr>
            <a:xfrm rot="10800000">
              <a:off x="517425" y="1070084"/>
              <a:ext cx="8112000" cy="0"/>
            </a:xfrm>
            <a:prstGeom prst="straightConnector1">
              <a:avLst/>
            </a:prstGeom>
            <a:noFill/>
            <a:ln w="19050" cap="flat" cmpd="sng">
              <a:solidFill>
                <a:srgbClr val="F0EBDF"/>
              </a:solidFill>
              <a:prstDash val="solid"/>
              <a:round/>
              <a:headEnd type="none" w="med" len="med"/>
              <a:tailEnd type="none" w="med" len="med"/>
            </a:ln>
          </p:spPr>
        </p:cxnSp>
        <p:cxnSp>
          <p:nvCxnSpPr>
            <p:cNvPr id="1423" name="Google Shape;1423;p19"/>
            <p:cNvCxnSpPr/>
            <p:nvPr/>
          </p:nvCxnSpPr>
          <p:spPr>
            <a:xfrm rot="10800000">
              <a:off x="517425" y="1403718"/>
              <a:ext cx="8112000" cy="0"/>
            </a:xfrm>
            <a:prstGeom prst="straightConnector1">
              <a:avLst/>
            </a:prstGeom>
            <a:noFill/>
            <a:ln w="19050" cap="flat" cmpd="sng">
              <a:solidFill>
                <a:srgbClr val="F0EBDF"/>
              </a:solidFill>
              <a:prstDash val="solid"/>
              <a:round/>
              <a:headEnd type="none" w="med" len="med"/>
              <a:tailEnd type="none" w="med" len="med"/>
            </a:ln>
          </p:spPr>
        </p:cxnSp>
        <p:cxnSp>
          <p:nvCxnSpPr>
            <p:cNvPr id="1424" name="Google Shape;1424;p19"/>
            <p:cNvCxnSpPr/>
            <p:nvPr/>
          </p:nvCxnSpPr>
          <p:spPr>
            <a:xfrm rot="10800000">
              <a:off x="517425" y="1737352"/>
              <a:ext cx="8112000" cy="0"/>
            </a:xfrm>
            <a:prstGeom prst="straightConnector1">
              <a:avLst/>
            </a:prstGeom>
            <a:noFill/>
            <a:ln w="19050" cap="flat" cmpd="sng">
              <a:solidFill>
                <a:srgbClr val="F0EBDF"/>
              </a:solidFill>
              <a:prstDash val="solid"/>
              <a:round/>
              <a:headEnd type="none" w="med" len="med"/>
              <a:tailEnd type="none" w="med" len="med"/>
            </a:ln>
          </p:spPr>
        </p:cxnSp>
        <p:cxnSp>
          <p:nvCxnSpPr>
            <p:cNvPr id="1425" name="Google Shape;1425;p19"/>
            <p:cNvCxnSpPr/>
            <p:nvPr/>
          </p:nvCxnSpPr>
          <p:spPr>
            <a:xfrm rot="10800000">
              <a:off x="517425" y="2070986"/>
              <a:ext cx="8112000" cy="0"/>
            </a:xfrm>
            <a:prstGeom prst="straightConnector1">
              <a:avLst/>
            </a:prstGeom>
            <a:noFill/>
            <a:ln w="19050" cap="flat" cmpd="sng">
              <a:solidFill>
                <a:srgbClr val="F0EBDF"/>
              </a:solidFill>
              <a:prstDash val="solid"/>
              <a:round/>
              <a:headEnd type="none" w="med" len="med"/>
              <a:tailEnd type="none" w="med" len="med"/>
            </a:ln>
          </p:spPr>
        </p:cxnSp>
        <p:cxnSp>
          <p:nvCxnSpPr>
            <p:cNvPr id="1426" name="Google Shape;1426;p19"/>
            <p:cNvCxnSpPr/>
            <p:nvPr/>
          </p:nvCxnSpPr>
          <p:spPr>
            <a:xfrm rot="10800000">
              <a:off x="517425" y="2404620"/>
              <a:ext cx="8112000" cy="0"/>
            </a:xfrm>
            <a:prstGeom prst="straightConnector1">
              <a:avLst/>
            </a:prstGeom>
            <a:noFill/>
            <a:ln w="19050" cap="flat" cmpd="sng">
              <a:solidFill>
                <a:srgbClr val="F0EBDF"/>
              </a:solidFill>
              <a:prstDash val="solid"/>
              <a:round/>
              <a:headEnd type="none" w="med" len="med"/>
              <a:tailEnd type="none" w="med" len="med"/>
            </a:ln>
          </p:spPr>
        </p:cxnSp>
        <p:cxnSp>
          <p:nvCxnSpPr>
            <p:cNvPr id="1427" name="Google Shape;1427;p19"/>
            <p:cNvCxnSpPr/>
            <p:nvPr/>
          </p:nvCxnSpPr>
          <p:spPr>
            <a:xfrm rot="10800000">
              <a:off x="517425" y="2738255"/>
              <a:ext cx="8112000" cy="0"/>
            </a:xfrm>
            <a:prstGeom prst="straightConnector1">
              <a:avLst/>
            </a:prstGeom>
            <a:noFill/>
            <a:ln w="19050" cap="flat" cmpd="sng">
              <a:solidFill>
                <a:srgbClr val="F0EBDF"/>
              </a:solidFill>
              <a:prstDash val="solid"/>
              <a:round/>
              <a:headEnd type="none" w="med" len="med"/>
              <a:tailEnd type="none" w="med" len="med"/>
            </a:ln>
          </p:spPr>
        </p:cxnSp>
        <p:cxnSp>
          <p:nvCxnSpPr>
            <p:cNvPr id="1428" name="Google Shape;1428;p19"/>
            <p:cNvCxnSpPr/>
            <p:nvPr/>
          </p:nvCxnSpPr>
          <p:spPr>
            <a:xfrm rot="10800000">
              <a:off x="517425" y="3739157"/>
              <a:ext cx="8112000" cy="0"/>
            </a:xfrm>
            <a:prstGeom prst="straightConnector1">
              <a:avLst/>
            </a:prstGeom>
            <a:noFill/>
            <a:ln w="19050" cap="flat" cmpd="sng">
              <a:solidFill>
                <a:srgbClr val="F0EBDF"/>
              </a:solidFill>
              <a:prstDash val="solid"/>
              <a:round/>
              <a:headEnd type="none" w="med" len="med"/>
              <a:tailEnd type="none" w="med" len="med"/>
            </a:ln>
          </p:spPr>
        </p:cxnSp>
        <p:cxnSp>
          <p:nvCxnSpPr>
            <p:cNvPr id="1429" name="Google Shape;1429;p19"/>
            <p:cNvCxnSpPr/>
            <p:nvPr/>
          </p:nvCxnSpPr>
          <p:spPr>
            <a:xfrm rot="10800000">
              <a:off x="517425" y="3405523"/>
              <a:ext cx="8112000" cy="0"/>
            </a:xfrm>
            <a:prstGeom prst="straightConnector1">
              <a:avLst/>
            </a:prstGeom>
            <a:noFill/>
            <a:ln w="19050" cap="flat" cmpd="sng">
              <a:solidFill>
                <a:srgbClr val="F0EBDF"/>
              </a:solidFill>
              <a:prstDash val="solid"/>
              <a:round/>
              <a:headEnd type="none" w="med" len="med"/>
              <a:tailEnd type="none" w="med" len="med"/>
            </a:ln>
          </p:spPr>
        </p:cxnSp>
        <p:cxnSp>
          <p:nvCxnSpPr>
            <p:cNvPr id="1430" name="Google Shape;1430;p19"/>
            <p:cNvCxnSpPr/>
            <p:nvPr/>
          </p:nvCxnSpPr>
          <p:spPr>
            <a:xfrm rot="10800000">
              <a:off x="517425" y="3071889"/>
              <a:ext cx="8112000" cy="0"/>
            </a:xfrm>
            <a:prstGeom prst="straightConnector1">
              <a:avLst/>
            </a:prstGeom>
            <a:noFill/>
            <a:ln w="19050" cap="flat" cmpd="sng">
              <a:solidFill>
                <a:srgbClr val="F0EBDF"/>
              </a:solidFill>
              <a:prstDash val="solid"/>
              <a:round/>
              <a:headEnd type="none" w="med" len="med"/>
              <a:tailEnd type="none" w="med" len="med"/>
            </a:ln>
          </p:spPr>
        </p:cxnSp>
        <p:cxnSp>
          <p:nvCxnSpPr>
            <p:cNvPr id="1431" name="Google Shape;1431;p19"/>
            <p:cNvCxnSpPr/>
            <p:nvPr/>
          </p:nvCxnSpPr>
          <p:spPr>
            <a:xfrm rot="10800000">
              <a:off x="517425" y="4072791"/>
              <a:ext cx="8112000" cy="0"/>
            </a:xfrm>
            <a:prstGeom prst="straightConnector1">
              <a:avLst/>
            </a:prstGeom>
            <a:noFill/>
            <a:ln w="19050" cap="flat" cmpd="sng">
              <a:solidFill>
                <a:srgbClr val="F0EBDF"/>
              </a:solidFill>
              <a:prstDash val="solid"/>
              <a:round/>
              <a:headEnd type="none" w="med" len="med"/>
              <a:tailEnd type="none" w="med" len="med"/>
            </a:ln>
          </p:spPr>
        </p:cxnSp>
        <p:cxnSp>
          <p:nvCxnSpPr>
            <p:cNvPr id="1432" name="Google Shape;1432;p19"/>
            <p:cNvCxnSpPr/>
            <p:nvPr/>
          </p:nvCxnSpPr>
          <p:spPr>
            <a:xfrm rot="10800000">
              <a:off x="517425" y="4406425"/>
              <a:ext cx="8112000" cy="0"/>
            </a:xfrm>
            <a:prstGeom prst="straightConnector1">
              <a:avLst/>
            </a:prstGeom>
            <a:noFill/>
            <a:ln w="19050" cap="flat" cmpd="sng">
              <a:solidFill>
                <a:srgbClr val="F0EBDF"/>
              </a:solidFill>
              <a:prstDash val="solid"/>
              <a:round/>
              <a:headEnd type="none" w="med" len="med"/>
              <a:tailEnd type="none" w="med" len="med"/>
            </a:ln>
          </p:spPr>
        </p:cxnSp>
        <p:cxnSp>
          <p:nvCxnSpPr>
            <p:cNvPr id="1433" name="Google Shape;1433;p19"/>
            <p:cNvCxnSpPr/>
            <p:nvPr/>
          </p:nvCxnSpPr>
          <p:spPr>
            <a:xfrm>
              <a:off x="900099" y="403173"/>
              <a:ext cx="0" cy="4336800"/>
            </a:xfrm>
            <a:prstGeom prst="straightConnector1">
              <a:avLst/>
            </a:prstGeom>
            <a:noFill/>
            <a:ln w="19050" cap="flat" cmpd="sng">
              <a:solidFill>
                <a:schemeClr val="lt1"/>
              </a:solidFill>
              <a:prstDash val="solid"/>
              <a:round/>
              <a:headEnd type="none" w="med" len="med"/>
              <a:tailEnd type="none" w="med" len="med"/>
            </a:ln>
          </p:spPr>
        </p:cxnSp>
        <p:sp>
          <p:nvSpPr>
            <p:cNvPr id="1434" name="Google Shape;1434;p19"/>
            <p:cNvSpPr/>
            <p:nvPr/>
          </p:nvSpPr>
          <p:spPr>
            <a:xfrm>
              <a:off x="617972" y="816625"/>
              <a:ext cx="165900" cy="1659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5" name="Google Shape;1435;p19"/>
            <p:cNvSpPr/>
            <p:nvPr/>
          </p:nvSpPr>
          <p:spPr>
            <a:xfrm>
              <a:off x="617972" y="1487587"/>
              <a:ext cx="165900" cy="1659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6" name="Google Shape;1436;p19"/>
            <p:cNvSpPr/>
            <p:nvPr/>
          </p:nvSpPr>
          <p:spPr>
            <a:xfrm>
              <a:off x="617972" y="2154875"/>
              <a:ext cx="165900" cy="1659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7" name="Google Shape;1437;p19"/>
            <p:cNvSpPr/>
            <p:nvPr/>
          </p:nvSpPr>
          <p:spPr>
            <a:xfrm>
              <a:off x="617972" y="2822137"/>
              <a:ext cx="165900" cy="1659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8" name="Google Shape;1438;p19"/>
            <p:cNvSpPr/>
            <p:nvPr/>
          </p:nvSpPr>
          <p:spPr>
            <a:xfrm>
              <a:off x="617972" y="3489412"/>
              <a:ext cx="165900" cy="1659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9" name="Google Shape;1439;p19"/>
            <p:cNvSpPr/>
            <p:nvPr/>
          </p:nvSpPr>
          <p:spPr>
            <a:xfrm>
              <a:off x="617972" y="4156675"/>
              <a:ext cx="165900" cy="1659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440" name="Google Shape;1440;p19"/>
          <p:cNvSpPr txBox="1">
            <a:spLocks noGrp="1"/>
          </p:cNvSpPr>
          <p:nvPr>
            <p:ph type="ctrTitle"/>
          </p:nvPr>
        </p:nvSpPr>
        <p:spPr>
          <a:xfrm>
            <a:off x="2439475" y="499475"/>
            <a:ext cx="4284000" cy="9978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5200"/>
              <a:buNone/>
              <a:defRPr sz="5200">
                <a:solidFill>
                  <a:schemeClr val="lt1"/>
                </a:solidFill>
              </a:defRPr>
            </a:lvl1pPr>
            <a:lvl2pPr lvl="1" algn="ctr" rtl="0">
              <a:spcBef>
                <a:spcPts val="0"/>
              </a:spcBef>
              <a:spcAft>
                <a:spcPts val="0"/>
              </a:spcAft>
              <a:buSzPts val="5200"/>
              <a:buNone/>
              <a:defRPr sz="5200"/>
            </a:lvl2pPr>
            <a:lvl3pPr lvl="2" algn="ctr" rtl="0">
              <a:spcBef>
                <a:spcPts val="0"/>
              </a:spcBef>
              <a:spcAft>
                <a:spcPts val="0"/>
              </a:spcAft>
              <a:buSzPts val="5200"/>
              <a:buNone/>
              <a:defRPr sz="5200"/>
            </a:lvl3pPr>
            <a:lvl4pPr lvl="3" algn="ctr" rtl="0">
              <a:spcBef>
                <a:spcPts val="0"/>
              </a:spcBef>
              <a:spcAft>
                <a:spcPts val="0"/>
              </a:spcAft>
              <a:buSzPts val="5200"/>
              <a:buNone/>
              <a:defRPr sz="5200"/>
            </a:lvl4pPr>
            <a:lvl5pPr lvl="4" algn="ctr" rtl="0">
              <a:spcBef>
                <a:spcPts val="0"/>
              </a:spcBef>
              <a:spcAft>
                <a:spcPts val="0"/>
              </a:spcAft>
              <a:buSzPts val="5200"/>
              <a:buNone/>
              <a:defRPr sz="5200"/>
            </a:lvl5pPr>
            <a:lvl6pPr lvl="5" algn="ctr" rtl="0">
              <a:spcBef>
                <a:spcPts val="0"/>
              </a:spcBef>
              <a:spcAft>
                <a:spcPts val="0"/>
              </a:spcAft>
              <a:buSzPts val="5200"/>
              <a:buNone/>
              <a:defRPr sz="5200"/>
            </a:lvl6pPr>
            <a:lvl7pPr lvl="6" algn="ctr" rtl="0">
              <a:spcBef>
                <a:spcPts val="0"/>
              </a:spcBef>
              <a:spcAft>
                <a:spcPts val="0"/>
              </a:spcAft>
              <a:buSzPts val="5200"/>
              <a:buNone/>
              <a:defRPr sz="5200"/>
            </a:lvl7pPr>
            <a:lvl8pPr lvl="7" algn="ctr" rtl="0">
              <a:spcBef>
                <a:spcPts val="0"/>
              </a:spcBef>
              <a:spcAft>
                <a:spcPts val="0"/>
              </a:spcAft>
              <a:buSzPts val="5200"/>
              <a:buNone/>
              <a:defRPr sz="5200"/>
            </a:lvl8pPr>
            <a:lvl9pPr lvl="8" algn="ctr" rtl="0">
              <a:spcBef>
                <a:spcPts val="0"/>
              </a:spcBef>
              <a:spcAft>
                <a:spcPts val="0"/>
              </a:spcAft>
              <a:buSzPts val="5200"/>
              <a:buNone/>
              <a:defRPr sz="5200"/>
            </a:lvl9pPr>
          </a:lstStyle>
          <a:p>
            <a:endParaRPr/>
          </a:p>
        </p:txBody>
      </p:sp>
      <p:sp>
        <p:nvSpPr>
          <p:cNvPr id="1441" name="Google Shape;1441;p19"/>
          <p:cNvSpPr txBox="1">
            <a:spLocks noGrp="1"/>
          </p:cNvSpPr>
          <p:nvPr>
            <p:ph type="subTitle" idx="1"/>
          </p:nvPr>
        </p:nvSpPr>
        <p:spPr>
          <a:xfrm>
            <a:off x="2434563" y="1630945"/>
            <a:ext cx="4293900" cy="12843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800"/>
              <a:buNone/>
              <a:defRPr sz="1800"/>
            </a:lvl2pPr>
            <a:lvl3pPr lvl="2" algn="ctr" rtl="0">
              <a:lnSpc>
                <a:spcPct val="100000"/>
              </a:lnSpc>
              <a:spcBef>
                <a:spcPts val="0"/>
              </a:spcBef>
              <a:spcAft>
                <a:spcPts val="0"/>
              </a:spcAft>
              <a:buSzPts val="1800"/>
              <a:buNone/>
              <a:defRPr sz="1800"/>
            </a:lvl3pPr>
            <a:lvl4pPr lvl="3" algn="ctr" rtl="0">
              <a:lnSpc>
                <a:spcPct val="100000"/>
              </a:lnSpc>
              <a:spcBef>
                <a:spcPts val="0"/>
              </a:spcBef>
              <a:spcAft>
                <a:spcPts val="0"/>
              </a:spcAft>
              <a:buSzPts val="1800"/>
              <a:buNone/>
              <a:defRPr sz="1800"/>
            </a:lvl4pPr>
            <a:lvl5pPr lvl="4" algn="ctr" rtl="0">
              <a:lnSpc>
                <a:spcPct val="100000"/>
              </a:lnSpc>
              <a:spcBef>
                <a:spcPts val="0"/>
              </a:spcBef>
              <a:spcAft>
                <a:spcPts val="0"/>
              </a:spcAft>
              <a:buSzPts val="1800"/>
              <a:buNone/>
              <a:defRPr sz="1800"/>
            </a:lvl5pPr>
            <a:lvl6pPr lvl="5" algn="ctr" rtl="0">
              <a:lnSpc>
                <a:spcPct val="100000"/>
              </a:lnSpc>
              <a:spcBef>
                <a:spcPts val="0"/>
              </a:spcBef>
              <a:spcAft>
                <a:spcPts val="0"/>
              </a:spcAft>
              <a:buSzPts val="1800"/>
              <a:buNone/>
              <a:defRPr sz="1800"/>
            </a:lvl6pPr>
            <a:lvl7pPr lvl="6" algn="ctr" rtl="0">
              <a:lnSpc>
                <a:spcPct val="100000"/>
              </a:lnSpc>
              <a:spcBef>
                <a:spcPts val="0"/>
              </a:spcBef>
              <a:spcAft>
                <a:spcPts val="0"/>
              </a:spcAft>
              <a:buSzPts val="1800"/>
              <a:buNone/>
              <a:defRPr sz="1800"/>
            </a:lvl7pPr>
            <a:lvl8pPr lvl="7" algn="ctr" rtl="0">
              <a:lnSpc>
                <a:spcPct val="100000"/>
              </a:lnSpc>
              <a:spcBef>
                <a:spcPts val="0"/>
              </a:spcBef>
              <a:spcAft>
                <a:spcPts val="0"/>
              </a:spcAft>
              <a:buSzPts val="1800"/>
              <a:buNone/>
              <a:defRPr sz="1800"/>
            </a:lvl8pPr>
            <a:lvl9pPr lvl="8" algn="ctr" rtl="0">
              <a:lnSpc>
                <a:spcPct val="100000"/>
              </a:lnSpc>
              <a:spcBef>
                <a:spcPts val="0"/>
              </a:spcBef>
              <a:spcAft>
                <a:spcPts val="0"/>
              </a:spcAft>
              <a:buSzPts val="1800"/>
              <a:buNone/>
              <a:defRPr sz="1800"/>
            </a:lvl9pPr>
          </a:lstStyle>
          <a:p>
            <a:endParaRPr/>
          </a:p>
        </p:txBody>
      </p:sp>
      <p:grpSp>
        <p:nvGrpSpPr>
          <p:cNvPr id="1442" name="Google Shape;1442;p19"/>
          <p:cNvGrpSpPr/>
          <p:nvPr/>
        </p:nvGrpSpPr>
        <p:grpSpPr>
          <a:xfrm>
            <a:off x="227312" y="868475"/>
            <a:ext cx="477900" cy="3405950"/>
            <a:chOff x="227312" y="868475"/>
            <a:chExt cx="477900" cy="3405950"/>
          </a:xfrm>
        </p:grpSpPr>
        <p:sp>
          <p:nvSpPr>
            <p:cNvPr id="1443" name="Google Shape;1443;p19"/>
            <p:cNvSpPr/>
            <p:nvPr/>
          </p:nvSpPr>
          <p:spPr>
            <a:xfrm rot="10800000" flipH="1">
              <a:off x="227312" y="868475"/>
              <a:ext cx="477900" cy="69600"/>
            </a:xfrm>
            <a:prstGeom prst="roundRect">
              <a:avLst>
                <a:gd name="adj" fmla="val 16667"/>
              </a:avLst>
            </a:prstGeom>
            <a:solidFill>
              <a:schemeClr val="accen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4" name="Google Shape;1444;p19"/>
            <p:cNvSpPr/>
            <p:nvPr/>
          </p:nvSpPr>
          <p:spPr>
            <a:xfrm rot="10800000" flipH="1">
              <a:off x="227312" y="1535738"/>
              <a:ext cx="477900" cy="69600"/>
            </a:xfrm>
            <a:prstGeom prst="roundRect">
              <a:avLst>
                <a:gd name="adj" fmla="val 16667"/>
              </a:avLst>
            </a:prstGeom>
            <a:solidFill>
              <a:schemeClr val="accen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5" name="Google Shape;1445;p19"/>
            <p:cNvSpPr/>
            <p:nvPr/>
          </p:nvSpPr>
          <p:spPr>
            <a:xfrm rot="10800000" flipH="1">
              <a:off x="227312" y="2203025"/>
              <a:ext cx="477900" cy="69600"/>
            </a:xfrm>
            <a:prstGeom prst="roundRect">
              <a:avLst>
                <a:gd name="adj" fmla="val 16667"/>
              </a:avLst>
            </a:prstGeom>
            <a:solidFill>
              <a:schemeClr val="accen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6" name="Google Shape;1446;p19"/>
            <p:cNvSpPr/>
            <p:nvPr/>
          </p:nvSpPr>
          <p:spPr>
            <a:xfrm rot="10800000" flipH="1">
              <a:off x="227312" y="2870288"/>
              <a:ext cx="477900" cy="69600"/>
            </a:xfrm>
            <a:prstGeom prst="roundRect">
              <a:avLst>
                <a:gd name="adj" fmla="val 16667"/>
              </a:avLst>
            </a:prstGeom>
            <a:solidFill>
              <a:schemeClr val="accen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7" name="Google Shape;1447;p19"/>
            <p:cNvSpPr/>
            <p:nvPr/>
          </p:nvSpPr>
          <p:spPr>
            <a:xfrm rot="10800000" flipH="1">
              <a:off x="227312" y="3537563"/>
              <a:ext cx="477900" cy="69600"/>
            </a:xfrm>
            <a:prstGeom prst="roundRect">
              <a:avLst>
                <a:gd name="adj" fmla="val 16667"/>
              </a:avLst>
            </a:prstGeom>
            <a:solidFill>
              <a:schemeClr val="accen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8" name="Google Shape;1448;p19"/>
            <p:cNvSpPr/>
            <p:nvPr/>
          </p:nvSpPr>
          <p:spPr>
            <a:xfrm rot="10800000" flipH="1">
              <a:off x="227312" y="4204825"/>
              <a:ext cx="477900" cy="69600"/>
            </a:xfrm>
            <a:prstGeom prst="roundRect">
              <a:avLst>
                <a:gd name="adj" fmla="val 16667"/>
              </a:avLst>
            </a:prstGeom>
            <a:solidFill>
              <a:schemeClr val="accen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49" name="Google Shape;1449;p19"/>
          <p:cNvGrpSpPr/>
          <p:nvPr/>
        </p:nvGrpSpPr>
        <p:grpSpPr>
          <a:xfrm>
            <a:off x="771525" y="570900"/>
            <a:ext cx="7696450" cy="3828528"/>
            <a:chOff x="771525" y="570900"/>
            <a:chExt cx="7696450" cy="3828528"/>
          </a:xfrm>
        </p:grpSpPr>
        <p:sp>
          <p:nvSpPr>
            <p:cNvPr id="1450" name="Google Shape;1450;p19"/>
            <p:cNvSpPr/>
            <p:nvPr/>
          </p:nvSpPr>
          <p:spPr>
            <a:xfrm rot="2227469">
              <a:off x="6795433" y="4137077"/>
              <a:ext cx="243062" cy="210302"/>
            </a:xfrm>
            <a:prstGeom prst="triangle">
              <a:avLst>
                <a:gd name="adj" fmla="val 50000"/>
              </a:avLst>
            </a:prstGeom>
            <a:noFill/>
            <a:ln w="19050"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1" name="Google Shape;1451;p19"/>
            <p:cNvSpPr/>
            <p:nvPr/>
          </p:nvSpPr>
          <p:spPr>
            <a:xfrm rot="-7771672">
              <a:off x="1589814" y="599941"/>
              <a:ext cx="126796" cy="109319"/>
            </a:xfrm>
            <a:prstGeom prst="triangle">
              <a:avLst>
                <a:gd name="adj" fmla="val 50000"/>
              </a:avLst>
            </a:pr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2" name="Google Shape;1452;p19"/>
            <p:cNvSpPr/>
            <p:nvPr/>
          </p:nvSpPr>
          <p:spPr>
            <a:xfrm>
              <a:off x="771525" y="1119300"/>
              <a:ext cx="291900" cy="291900"/>
            </a:xfrm>
            <a:prstGeom prst="ellipse">
              <a:avLst/>
            </a:prstGeom>
            <a:noFill/>
            <a:ln w="19050"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3" name="Google Shape;1453;p19"/>
            <p:cNvSpPr/>
            <p:nvPr/>
          </p:nvSpPr>
          <p:spPr>
            <a:xfrm>
              <a:off x="8018125" y="3376700"/>
              <a:ext cx="165000" cy="165000"/>
            </a:xfrm>
            <a:prstGeom prst="ellipse">
              <a:avLst/>
            </a:prstGeom>
            <a:noFill/>
            <a:ln w="19050"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4" name="Google Shape;1454;p19"/>
            <p:cNvSpPr/>
            <p:nvPr/>
          </p:nvSpPr>
          <p:spPr>
            <a:xfrm rot="2855308">
              <a:off x="2220365" y="4040651"/>
              <a:ext cx="117429" cy="117005"/>
            </a:xfrm>
            <a:prstGeom prst="rect">
              <a:avLst/>
            </a:prstGeom>
            <a:no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5" name="Google Shape;1455;p19"/>
            <p:cNvSpPr/>
            <p:nvPr/>
          </p:nvSpPr>
          <p:spPr>
            <a:xfrm rot="-716485">
              <a:off x="6725632" y="1225439"/>
              <a:ext cx="117441" cy="117086"/>
            </a:xfrm>
            <a:prstGeom prst="rect">
              <a:avLst/>
            </a:pr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6" name="Google Shape;1456;p19"/>
            <p:cNvSpPr/>
            <p:nvPr/>
          </p:nvSpPr>
          <p:spPr>
            <a:xfrm rot="-3430508">
              <a:off x="987594" y="4247078"/>
              <a:ext cx="126736" cy="109431"/>
            </a:xfrm>
            <a:prstGeom prst="triangle">
              <a:avLst>
                <a:gd name="adj" fmla="val 50000"/>
              </a:avLst>
            </a:prstGeom>
            <a:noFill/>
            <a:ln w="19050"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7" name="Google Shape;1457;p19"/>
            <p:cNvSpPr/>
            <p:nvPr/>
          </p:nvSpPr>
          <p:spPr>
            <a:xfrm>
              <a:off x="8302975" y="1855938"/>
              <a:ext cx="165000" cy="165000"/>
            </a:xfrm>
            <a:prstGeom prst="ellipse">
              <a:avLst/>
            </a:pr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458" name="Google Shape;1458;p19"/>
          <p:cNvSpPr txBox="1"/>
          <p:nvPr/>
        </p:nvSpPr>
        <p:spPr>
          <a:xfrm>
            <a:off x="2695113" y="4154900"/>
            <a:ext cx="3772800" cy="4461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300"/>
              </a:spcBef>
              <a:spcAft>
                <a:spcPts val="0"/>
              </a:spcAft>
              <a:buNone/>
            </a:pPr>
            <a:r>
              <a:rPr lang="fr" sz="1000">
                <a:solidFill>
                  <a:schemeClr val="dk1"/>
                </a:solidFill>
                <a:latin typeface="Barlow"/>
                <a:ea typeface="Barlow"/>
                <a:cs typeface="Barlow"/>
                <a:sym typeface="Barlow"/>
              </a:rPr>
              <a:t>CRÉDITS: Ce modèle de présentation a été créé par </a:t>
            </a:r>
            <a:r>
              <a:rPr lang="fr" sz="1000" b="1">
                <a:solidFill>
                  <a:schemeClr val="dk1"/>
                </a:solidFill>
                <a:latin typeface="Barlow"/>
                <a:ea typeface="Barlow"/>
                <a:cs typeface="Barlow"/>
                <a:sym typeface="Barlow"/>
              </a:rPr>
              <a:t>Slidesgo</a:t>
            </a:r>
            <a:r>
              <a:rPr lang="fr" sz="1000">
                <a:solidFill>
                  <a:schemeClr val="dk1"/>
                </a:solidFill>
                <a:latin typeface="Barlow"/>
                <a:ea typeface="Barlow"/>
                <a:cs typeface="Barlow"/>
                <a:sym typeface="Barlow"/>
              </a:rPr>
              <a:t>, comprenant des icônes de</a:t>
            </a:r>
            <a:r>
              <a:rPr lang="fr" sz="1000" b="1">
                <a:solidFill>
                  <a:schemeClr val="dk1"/>
                </a:solidFill>
                <a:latin typeface="Barlow"/>
                <a:ea typeface="Barlow"/>
                <a:cs typeface="Barlow"/>
                <a:sym typeface="Barlow"/>
              </a:rPr>
              <a:t> Flaticon</a:t>
            </a:r>
            <a:r>
              <a:rPr lang="fr" sz="1000">
                <a:solidFill>
                  <a:schemeClr val="dk1"/>
                </a:solidFill>
                <a:latin typeface="Barlow"/>
                <a:ea typeface="Barlow"/>
                <a:cs typeface="Barlow"/>
                <a:sym typeface="Barlow"/>
              </a:rPr>
              <a:t>, des infographies et des images de </a:t>
            </a:r>
            <a:r>
              <a:rPr lang="fr" sz="1000" b="1">
                <a:solidFill>
                  <a:schemeClr val="dk1"/>
                </a:solidFill>
                <a:latin typeface="Barlow"/>
                <a:ea typeface="Barlow"/>
                <a:cs typeface="Barlow"/>
                <a:sym typeface="Barlow"/>
              </a:rPr>
              <a:t>Freepik</a:t>
            </a:r>
            <a:endParaRPr sz="1000" b="1">
              <a:solidFill>
                <a:schemeClr val="dk1"/>
              </a:solidFill>
              <a:highlight>
                <a:srgbClr val="DFDEFC"/>
              </a:highlight>
              <a:latin typeface="Barlow"/>
              <a:ea typeface="Barlow"/>
              <a:cs typeface="Barlow"/>
              <a:sym typeface="Barlow"/>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Background">
  <p:cSld name="BLANK_1_1_1_1_1_1_1">
    <p:spTree>
      <p:nvGrpSpPr>
        <p:cNvPr id="1" name="Shape 1459"/>
        <p:cNvGrpSpPr/>
        <p:nvPr/>
      </p:nvGrpSpPr>
      <p:grpSpPr>
        <a:xfrm>
          <a:off x="0" y="0"/>
          <a:ext cx="0" cy="0"/>
          <a:chOff x="0" y="0"/>
          <a:chExt cx="0" cy="0"/>
        </a:xfrm>
      </p:grpSpPr>
      <p:grpSp>
        <p:nvGrpSpPr>
          <p:cNvPr id="1460" name="Google Shape;1460;p20"/>
          <p:cNvGrpSpPr/>
          <p:nvPr/>
        </p:nvGrpSpPr>
        <p:grpSpPr>
          <a:xfrm>
            <a:off x="10" y="-9400"/>
            <a:ext cx="9144000" cy="5162400"/>
            <a:chOff x="10" y="-9400"/>
            <a:chExt cx="9144000" cy="5162400"/>
          </a:xfrm>
        </p:grpSpPr>
        <p:grpSp>
          <p:nvGrpSpPr>
            <p:cNvPr id="1461" name="Google Shape;1461;p20"/>
            <p:cNvGrpSpPr/>
            <p:nvPr/>
          </p:nvGrpSpPr>
          <p:grpSpPr>
            <a:xfrm>
              <a:off x="10" y="371400"/>
              <a:ext cx="9144000" cy="4400775"/>
              <a:chOff x="10" y="371400"/>
              <a:chExt cx="9144000" cy="4400775"/>
            </a:xfrm>
          </p:grpSpPr>
          <p:cxnSp>
            <p:nvCxnSpPr>
              <p:cNvPr id="1462" name="Google Shape;1462;p20"/>
              <p:cNvCxnSpPr/>
              <p:nvPr/>
            </p:nvCxnSpPr>
            <p:spPr>
              <a:xfrm>
                <a:off x="4572010" y="-4200600"/>
                <a:ext cx="0" cy="9144000"/>
              </a:xfrm>
              <a:prstGeom prst="straightConnector1">
                <a:avLst/>
              </a:prstGeom>
              <a:noFill/>
              <a:ln w="9525" cap="flat" cmpd="sng">
                <a:solidFill>
                  <a:schemeClr val="dk2"/>
                </a:solidFill>
                <a:prstDash val="solid"/>
                <a:round/>
                <a:headEnd type="none" w="med" len="med"/>
                <a:tailEnd type="none" w="med" len="med"/>
              </a:ln>
            </p:spPr>
          </p:cxnSp>
          <p:cxnSp>
            <p:nvCxnSpPr>
              <p:cNvPr id="1463" name="Google Shape;1463;p20"/>
              <p:cNvCxnSpPr/>
              <p:nvPr/>
            </p:nvCxnSpPr>
            <p:spPr>
              <a:xfrm>
                <a:off x="4572010" y="-3711625"/>
                <a:ext cx="0" cy="9144000"/>
              </a:xfrm>
              <a:prstGeom prst="straightConnector1">
                <a:avLst/>
              </a:prstGeom>
              <a:noFill/>
              <a:ln w="9525" cap="flat" cmpd="sng">
                <a:solidFill>
                  <a:schemeClr val="dk2"/>
                </a:solidFill>
                <a:prstDash val="solid"/>
                <a:round/>
                <a:headEnd type="none" w="med" len="med"/>
                <a:tailEnd type="none" w="med" len="med"/>
              </a:ln>
            </p:spPr>
          </p:cxnSp>
          <p:cxnSp>
            <p:nvCxnSpPr>
              <p:cNvPr id="1464" name="Google Shape;1464;p20"/>
              <p:cNvCxnSpPr/>
              <p:nvPr/>
            </p:nvCxnSpPr>
            <p:spPr>
              <a:xfrm>
                <a:off x="4572010" y="-3222650"/>
                <a:ext cx="0" cy="9144000"/>
              </a:xfrm>
              <a:prstGeom prst="straightConnector1">
                <a:avLst/>
              </a:prstGeom>
              <a:noFill/>
              <a:ln w="9525" cap="flat" cmpd="sng">
                <a:solidFill>
                  <a:schemeClr val="dk2"/>
                </a:solidFill>
                <a:prstDash val="solid"/>
                <a:round/>
                <a:headEnd type="none" w="med" len="med"/>
                <a:tailEnd type="none" w="med" len="med"/>
              </a:ln>
            </p:spPr>
          </p:cxnSp>
          <p:cxnSp>
            <p:nvCxnSpPr>
              <p:cNvPr id="1465" name="Google Shape;1465;p20"/>
              <p:cNvCxnSpPr/>
              <p:nvPr/>
            </p:nvCxnSpPr>
            <p:spPr>
              <a:xfrm>
                <a:off x="4572010" y="-2733675"/>
                <a:ext cx="0" cy="9144000"/>
              </a:xfrm>
              <a:prstGeom prst="straightConnector1">
                <a:avLst/>
              </a:prstGeom>
              <a:noFill/>
              <a:ln w="9525" cap="flat" cmpd="sng">
                <a:solidFill>
                  <a:schemeClr val="dk2"/>
                </a:solidFill>
                <a:prstDash val="solid"/>
                <a:round/>
                <a:headEnd type="none" w="med" len="med"/>
                <a:tailEnd type="none" w="med" len="med"/>
              </a:ln>
            </p:spPr>
          </p:cxnSp>
          <p:cxnSp>
            <p:nvCxnSpPr>
              <p:cNvPr id="1466" name="Google Shape;1466;p20"/>
              <p:cNvCxnSpPr/>
              <p:nvPr/>
            </p:nvCxnSpPr>
            <p:spPr>
              <a:xfrm>
                <a:off x="4572010" y="-2244700"/>
                <a:ext cx="0" cy="9144000"/>
              </a:xfrm>
              <a:prstGeom prst="straightConnector1">
                <a:avLst/>
              </a:prstGeom>
              <a:noFill/>
              <a:ln w="9525" cap="flat" cmpd="sng">
                <a:solidFill>
                  <a:schemeClr val="dk2"/>
                </a:solidFill>
                <a:prstDash val="solid"/>
                <a:round/>
                <a:headEnd type="none" w="med" len="med"/>
                <a:tailEnd type="none" w="med" len="med"/>
              </a:ln>
            </p:spPr>
          </p:cxnSp>
          <p:cxnSp>
            <p:nvCxnSpPr>
              <p:cNvPr id="1467" name="Google Shape;1467;p20"/>
              <p:cNvCxnSpPr/>
              <p:nvPr/>
            </p:nvCxnSpPr>
            <p:spPr>
              <a:xfrm>
                <a:off x="4572010" y="-1755725"/>
                <a:ext cx="0" cy="9144000"/>
              </a:xfrm>
              <a:prstGeom prst="straightConnector1">
                <a:avLst/>
              </a:prstGeom>
              <a:noFill/>
              <a:ln w="9525" cap="flat" cmpd="sng">
                <a:solidFill>
                  <a:schemeClr val="dk2"/>
                </a:solidFill>
                <a:prstDash val="solid"/>
                <a:round/>
                <a:headEnd type="none" w="med" len="med"/>
                <a:tailEnd type="none" w="med" len="med"/>
              </a:ln>
            </p:spPr>
          </p:cxnSp>
          <p:cxnSp>
            <p:nvCxnSpPr>
              <p:cNvPr id="1468" name="Google Shape;1468;p20"/>
              <p:cNvCxnSpPr/>
              <p:nvPr/>
            </p:nvCxnSpPr>
            <p:spPr>
              <a:xfrm>
                <a:off x="4572010" y="-1266750"/>
                <a:ext cx="0" cy="9144000"/>
              </a:xfrm>
              <a:prstGeom prst="straightConnector1">
                <a:avLst/>
              </a:prstGeom>
              <a:noFill/>
              <a:ln w="9525" cap="flat" cmpd="sng">
                <a:solidFill>
                  <a:schemeClr val="dk2"/>
                </a:solidFill>
                <a:prstDash val="solid"/>
                <a:round/>
                <a:headEnd type="none" w="med" len="med"/>
                <a:tailEnd type="none" w="med" len="med"/>
              </a:ln>
            </p:spPr>
          </p:cxnSp>
          <p:cxnSp>
            <p:nvCxnSpPr>
              <p:cNvPr id="1469" name="Google Shape;1469;p20"/>
              <p:cNvCxnSpPr/>
              <p:nvPr/>
            </p:nvCxnSpPr>
            <p:spPr>
              <a:xfrm>
                <a:off x="4572010" y="-777775"/>
                <a:ext cx="0" cy="9144000"/>
              </a:xfrm>
              <a:prstGeom prst="straightConnector1">
                <a:avLst/>
              </a:prstGeom>
              <a:noFill/>
              <a:ln w="9525" cap="flat" cmpd="sng">
                <a:solidFill>
                  <a:schemeClr val="dk2"/>
                </a:solidFill>
                <a:prstDash val="solid"/>
                <a:round/>
                <a:headEnd type="none" w="med" len="med"/>
                <a:tailEnd type="none" w="med" len="med"/>
              </a:ln>
            </p:spPr>
          </p:cxnSp>
          <p:cxnSp>
            <p:nvCxnSpPr>
              <p:cNvPr id="1470" name="Google Shape;1470;p20"/>
              <p:cNvCxnSpPr/>
              <p:nvPr/>
            </p:nvCxnSpPr>
            <p:spPr>
              <a:xfrm>
                <a:off x="4572010" y="-288800"/>
                <a:ext cx="0" cy="9144000"/>
              </a:xfrm>
              <a:prstGeom prst="straightConnector1">
                <a:avLst/>
              </a:prstGeom>
              <a:noFill/>
              <a:ln w="9525" cap="flat" cmpd="sng">
                <a:solidFill>
                  <a:schemeClr val="dk2"/>
                </a:solidFill>
                <a:prstDash val="solid"/>
                <a:round/>
                <a:headEnd type="none" w="med" len="med"/>
                <a:tailEnd type="none" w="med" len="med"/>
              </a:ln>
            </p:spPr>
          </p:cxnSp>
          <p:cxnSp>
            <p:nvCxnSpPr>
              <p:cNvPr id="1471" name="Google Shape;1471;p20"/>
              <p:cNvCxnSpPr/>
              <p:nvPr/>
            </p:nvCxnSpPr>
            <p:spPr>
              <a:xfrm>
                <a:off x="4572010" y="200175"/>
                <a:ext cx="0" cy="9144000"/>
              </a:xfrm>
              <a:prstGeom prst="straightConnector1">
                <a:avLst/>
              </a:prstGeom>
              <a:noFill/>
              <a:ln w="9525" cap="flat" cmpd="sng">
                <a:solidFill>
                  <a:schemeClr val="dk2"/>
                </a:solidFill>
                <a:prstDash val="solid"/>
                <a:round/>
                <a:headEnd type="none" w="med" len="med"/>
                <a:tailEnd type="none" w="med" len="med"/>
              </a:ln>
            </p:spPr>
          </p:cxnSp>
        </p:grpSp>
        <p:cxnSp>
          <p:nvCxnSpPr>
            <p:cNvPr id="1472" name="Google Shape;1472;p20"/>
            <p:cNvCxnSpPr/>
            <p:nvPr/>
          </p:nvCxnSpPr>
          <p:spPr>
            <a:xfrm>
              <a:off x="415588" y="-9400"/>
              <a:ext cx="0" cy="5162400"/>
            </a:xfrm>
            <a:prstGeom prst="straightConnector1">
              <a:avLst/>
            </a:prstGeom>
            <a:noFill/>
            <a:ln w="9525" cap="flat" cmpd="sng">
              <a:solidFill>
                <a:schemeClr val="dk2"/>
              </a:solidFill>
              <a:prstDash val="solid"/>
              <a:round/>
              <a:headEnd type="none" w="med" len="med"/>
              <a:tailEnd type="none" w="med" len="med"/>
            </a:ln>
          </p:spPr>
        </p:cxnSp>
        <p:cxnSp>
          <p:nvCxnSpPr>
            <p:cNvPr id="1473" name="Google Shape;1473;p20"/>
            <p:cNvCxnSpPr/>
            <p:nvPr/>
          </p:nvCxnSpPr>
          <p:spPr>
            <a:xfrm>
              <a:off x="904563" y="-9400"/>
              <a:ext cx="0" cy="5162400"/>
            </a:xfrm>
            <a:prstGeom prst="straightConnector1">
              <a:avLst/>
            </a:prstGeom>
            <a:noFill/>
            <a:ln w="9525" cap="flat" cmpd="sng">
              <a:solidFill>
                <a:schemeClr val="dk2"/>
              </a:solidFill>
              <a:prstDash val="solid"/>
              <a:round/>
              <a:headEnd type="none" w="med" len="med"/>
              <a:tailEnd type="none" w="med" len="med"/>
            </a:ln>
          </p:spPr>
        </p:cxnSp>
        <p:cxnSp>
          <p:nvCxnSpPr>
            <p:cNvPr id="1474" name="Google Shape;1474;p20"/>
            <p:cNvCxnSpPr/>
            <p:nvPr/>
          </p:nvCxnSpPr>
          <p:spPr>
            <a:xfrm>
              <a:off x="1393538" y="-9400"/>
              <a:ext cx="0" cy="5162400"/>
            </a:xfrm>
            <a:prstGeom prst="straightConnector1">
              <a:avLst/>
            </a:prstGeom>
            <a:noFill/>
            <a:ln w="9525" cap="flat" cmpd="sng">
              <a:solidFill>
                <a:schemeClr val="dk2"/>
              </a:solidFill>
              <a:prstDash val="solid"/>
              <a:round/>
              <a:headEnd type="none" w="med" len="med"/>
              <a:tailEnd type="none" w="med" len="med"/>
            </a:ln>
          </p:spPr>
        </p:cxnSp>
        <p:cxnSp>
          <p:nvCxnSpPr>
            <p:cNvPr id="1475" name="Google Shape;1475;p20"/>
            <p:cNvCxnSpPr/>
            <p:nvPr/>
          </p:nvCxnSpPr>
          <p:spPr>
            <a:xfrm>
              <a:off x="1882513" y="-9400"/>
              <a:ext cx="0" cy="5162400"/>
            </a:xfrm>
            <a:prstGeom prst="straightConnector1">
              <a:avLst/>
            </a:prstGeom>
            <a:noFill/>
            <a:ln w="9525" cap="flat" cmpd="sng">
              <a:solidFill>
                <a:schemeClr val="dk2"/>
              </a:solidFill>
              <a:prstDash val="solid"/>
              <a:round/>
              <a:headEnd type="none" w="med" len="med"/>
              <a:tailEnd type="none" w="med" len="med"/>
            </a:ln>
          </p:spPr>
        </p:cxnSp>
        <p:cxnSp>
          <p:nvCxnSpPr>
            <p:cNvPr id="1476" name="Google Shape;1476;p20"/>
            <p:cNvCxnSpPr/>
            <p:nvPr/>
          </p:nvCxnSpPr>
          <p:spPr>
            <a:xfrm>
              <a:off x="2371488" y="-9400"/>
              <a:ext cx="0" cy="5162400"/>
            </a:xfrm>
            <a:prstGeom prst="straightConnector1">
              <a:avLst/>
            </a:prstGeom>
            <a:noFill/>
            <a:ln w="9525" cap="flat" cmpd="sng">
              <a:solidFill>
                <a:schemeClr val="dk2"/>
              </a:solidFill>
              <a:prstDash val="solid"/>
              <a:round/>
              <a:headEnd type="none" w="med" len="med"/>
              <a:tailEnd type="none" w="med" len="med"/>
            </a:ln>
          </p:spPr>
        </p:cxnSp>
        <p:cxnSp>
          <p:nvCxnSpPr>
            <p:cNvPr id="1477" name="Google Shape;1477;p20"/>
            <p:cNvCxnSpPr/>
            <p:nvPr/>
          </p:nvCxnSpPr>
          <p:spPr>
            <a:xfrm>
              <a:off x="2860463" y="-9400"/>
              <a:ext cx="0" cy="5162400"/>
            </a:xfrm>
            <a:prstGeom prst="straightConnector1">
              <a:avLst/>
            </a:prstGeom>
            <a:noFill/>
            <a:ln w="9525" cap="flat" cmpd="sng">
              <a:solidFill>
                <a:schemeClr val="dk2"/>
              </a:solidFill>
              <a:prstDash val="solid"/>
              <a:round/>
              <a:headEnd type="none" w="med" len="med"/>
              <a:tailEnd type="none" w="med" len="med"/>
            </a:ln>
          </p:spPr>
        </p:cxnSp>
        <p:cxnSp>
          <p:nvCxnSpPr>
            <p:cNvPr id="1478" name="Google Shape;1478;p20"/>
            <p:cNvCxnSpPr/>
            <p:nvPr/>
          </p:nvCxnSpPr>
          <p:spPr>
            <a:xfrm>
              <a:off x="3349438" y="-9400"/>
              <a:ext cx="0" cy="5162400"/>
            </a:xfrm>
            <a:prstGeom prst="straightConnector1">
              <a:avLst/>
            </a:prstGeom>
            <a:noFill/>
            <a:ln w="9525" cap="flat" cmpd="sng">
              <a:solidFill>
                <a:schemeClr val="dk2"/>
              </a:solidFill>
              <a:prstDash val="solid"/>
              <a:round/>
              <a:headEnd type="none" w="med" len="med"/>
              <a:tailEnd type="none" w="med" len="med"/>
            </a:ln>
          </p:spPr>
        </p:cxnSp>
        <p:cxnSp>
          <p:nvCxnSpPr>
            <p:cNvPr id="1479" name="Google Shape;1479;p20"/>
            <p:cNvCxnSpPr/>
            <p:nvPr/>
          </p:nvCxnSpPr>
          <p:spPr>
            <a:xfrm>
              <a:off x="3838413" y="-9400"/>
              <a:ext cx="0" cy="5162400"/>
            </a:xfrm>
            <a:prstGeom prst="straightConnector1">
              <a:avLst/>
            </a:prstGeom>
            <a:noFill/>
            <a:ln w="9525" cap="flat" cmpd="sng">
              <a:solidFill>
                <a:schemeClr val="dk2"/>
              </a:solidFill>
              <a:prstDash val="solid"/>
              <a:round/>
              <a:headEnd type="none" w="med" len="med"/>
              <a:tailEnd type="none" w="med" len="med"/>
            </a:ln>
          </p:spPr>
        </p:cxnSp>
        <p:cxnSp>
          <p:nvCxnSpPr>
            <p:cNvPr id="1480" name="Google Shape;1480;p20"/>
            <p:cNvCxnSpPr/>
            <p:nvPr/>
          </p:nvCxnSpPr>
          <p:spPr>
            <a:xfrm>
              <a:off x="4327388" y="-9400"/>
              <a:ext cx="0" cy="5162400"/>
            </a:xfrm>
            <a:prstGeom prst="straightConnector1">
              <a:avLst/>
            </a:prstGeom>
            <a:noFill/>
            <a:ln w="9525" cap="flat" cmpd="sng">
              <a:solidFill>
                <a:schemeClr val="dk2"/>
              </a:solidFill>
              <a:prstDash val="solid"/>
              <a:round/>
              <a:headEnd type="none" w="med" len="med"/>
              <a:tailEnd type="none" w="med" len="med"/>
            </a:ln>
          </p:spPr>
        </p:cxnSp>
        <p:cxnSp>
          <p:nvCxnSpPr>
            <p:cNvPr id="1481" name="Google Shape;1481;p20"/>
            <p:cNvCxnSpPr/>
            <p:nvPr/>
          </p:nvCxnSpPr>
          <p:spPr>
            <a:xfrm>
              <a:off x="4816363" y="-9400"/>
              <a:ext cx="0" cy="5162400"/>
            </a:xfrm>
            <a:prstGeom prst="straightConnector1">
              <a:avLst/>
            </a:prstGeom>
            <a:noFill/>
            <a:ln w="9525" cap="flat" cmpd="sng">
              <a:solidFill>
                <a:schemeClr val="dk2"/>
              </a:solidFill>
              <a:prstDash val="solid"/>
              <a:round/>
              <a:headEnd type="none" w="med" len="med"/>
              <a:tailEnd type="none" w="med" len="med"/>
            </a:ln>
          </p:spPr>
        </p:cxnSp>
        <p:cxnSp>
          <p:nvCxnSpPr>
            <p:cNvPr id="1482" name="Google Shape;1482;p20"/>
            <p:cNvCxnSpPr/>
            <p:nvPr/>
          </p:nvCxnSpPr>
          <p:spPr>
            <a:xfrm>
              <a:off x="5305338" y="-9400"/>
              <a:ext cx="0" cy="5162400"/>
            </a:xfrm>
            <a:prstGeom prst="straightConnector1">
              <a:avLst/>
            </a:prstGeom>
            <a:noFill/>
            <a:ln w="9525" cap="flat" cmpd="sng">
              <a:solidFill>
                <a:schemeClr val="dk2"/>
              </a:solidFill>
              <a:prstDash val="solid"/>
              <a:round/>
              <a:headEnd type="none" w="med" len="med"/>
              <a:tailEnd type="none" w="med" len="med"/>
            </a:ln>
          </p:spPr>
        </p:cxnSp>
        <p:cxnSp>
          <p:nvCxnSpPr>
            <p:cNvPr id="1483" name="Google Shape;1483;p20"/>
            <p:cNvCxnSpPr/>
            <p:nvPr/>
          </p:nvCxnSpPr>
          <p:spPr>
            <a:xfrm>
              <a:off x="5794313" y="-9400"/>
              <a:ext cx="0" cy="5162400"/>
            </a:xfrm>
            <a:prstGeom prst="straightConnector1">
              <a:avLst/>
            </a:prstGeom>
            <a:noFill/>
            <a:ln w="9525" cap="flat" cmpd="sng">
              <a:solidFill>
                <a:schemeClr val="dk2"/>
              </a:solidFill>
              <a:prstDash val="solid"/>
              <a:round/>
              <a:headEnd type="none" w="med" len="med"/>
              <a:tailEnd type="none" w="med" len="med"/>
            </a:ln>
          </p:spPr>
        </p:cxnSp>
        <p:cxnSp>
          <p:nvCxnSpPr>
            <p:cNvPr id="1484" name="Google Shape;1484;p20"/>
            <p:cNvCxnSpPr/>
            <p:nvPr/>
          </p:nvCxnSpPr>
          <p:spPr>
            <a:xfrm>
              <a:off x="6283288" y="-9400"/>
              <a:ext cx="0" cy="5162400"/>
            </a:xfrm>
            <a:prstGeom prst="straightConnector1">
              <a:avLst/>
            </a:prstGeom>
            <a:noFill/>
            <a:ln w="9525" cap="flat" cmpd="sng">
              <a:solidFill>
                <a:schemeClr val="dk2"/>
              </a:solidFill>
              <a:prstDash val="solid"/>
              <a:round/>
              <a:headEnd type="none" w="med" len="med"/>
              <a:tailEnd type="none" w="med" len="med"/>
            </a:ln>
          </p:spPr>
        </p:cxnSp>
        <p:cxnSp>
          <p:nvCxnSpPr>
            <p:cNvPr id="1485" name="Google Shape;1485;p20"/>
            <p:cNvCxnSpPr/>
            <p:nvPr/>
          </p:nvCxnSpPr>
          <p:spPr>
            <a:xfrm>
              <a:off x="6772263" y="-9400"/>
              <a:ext cx="0" cy="5162400"/>
            </a:xfrm>
            <a:prstGeom prst="straightConnector1">
              <a:avLst/>
            </a:prstGeom>
            <a:noFill/>
            <a:ln w="9525" cap="flat" cmpd="sng">
              <a:solidFill>
                <a:schemeClr val="dk2"/>
              </a:solidFill>
              <a:prstDash val="solid"/>
              <a:round/>
              <a:headEnd type="none" w="med" len="med"/>
              <a:tailEnd type="none" w="med" len="med"/>
            </a:ln>
          </p:spPr>
        </p:cxnSp>
        <p:cxnSp>
          <p:nvCxnSpPr>
            <p:cNvPr id="1486" name="Google Shape;1486;p20"/>
            <p:cNvCxnSpPr/>
            <p:nvPr/>
          </p:nvCxnSpPr>
          <p:spPr>
            <a:xfrm>
              <a:off x="7261238" y="-9400"/>
              <a:ext cx="0" cy="5162400"/>
            </a:xfrm>
            <a:prstGeom prst="straightConnector1">
              <a:avLst/>
            </a:prstGeom>
            <a:noFill/>
            <a:ln w="9525" cap="flat" cmpd="sng">
              <a:solidFill>
                <a:schemeClr val="dk2"/>
              </a:solidFill>
              <a:prstDash val="solid"/>
              <a:round/>
              <a:headEnd type="none" w="med" len="med"/>
              <a:tailEnd type="none" w="med" len="med"/>
            </a:ln>
          </p:spPr>
        </p:cxnSp>
        <p:cxnSp>
          <p:nvCxnSpPr>
            <p:cNvPr id="1487" name="Google Shape;1487;p20"/>
            <p:cNvCxnSpPr/>
            <p:nvPr/>
          </p:nvCxnSpPr>
          <p:spPr>
            <a:xfrm>
              <a:off x="7750213" y="-9400"/>
              <a:ext cx="0" cy="5162400"/>
            </a:xfrm>
            <a:prstGeom prst="straightConnector1">
              <a:avLst/>
            </a:prstGeom>
            <a:noFill/>
            <a:ln w="9525" cap="flat" cmpd="sng">
              <a:solidFill>
                <a:schemeClr val="dk2"/>
              </a:solidFill>
              <a:prstDash val="solid"/>
              <a:round/>
              <a:headEnd type="none" w="med" len="med"/>
              <a:tailEnd type="none" w="med" len="med"/>
            </a:ln>
          </p:spPr>
        </p:cxnSp>
        <p:cxnSp>
          <p:nvCxnSpPr>
            <p:cNvPr id="1488" name="Google Shape;1488;p20"/>
            <p:cNvCxnSpPr/>
            <p:nvPr/>
          </p:nvCxnSpPr>
          <p:spPr>
            <a:xfrm>
              <a:off x="8239188" y="-9400"/>
              <a:ext cx="0" cy="5162400"/>
            </a:xfrm>
            <a:prstGeom prst="straightConnector1">
              <a:avLst/>
            </a:prstGeom>
            <a:noFill/>
            <a:ln w="9525" cap="flat" cmpd="sng">
              <a:solidFill>
                <a:schemeClr val="dk2"/>
              </a:solidFill>
              <a:prstDash val="solid"/>
              <a:round/>
              <a:headEnd type="none" w="med" len="med"/>
              <a:tailEnd type="none" w="med" len="med"/>
            </a:ln>
          </p:spPr>
        </p:cxnSp>
        <p:cxnSp>
          <p:nvCxnSpPr>
            <p:cNvPr id="1489" name="Google Shape;1489;p20"/>
            <p:cNvCxnSpPr/>
            <p:nvPr/>
          </p:nvCxnSpPr>
          <p:spPr>
            <a:xfrm>
              <a:off x="8728163" y="-9400"/>
              <a:ext cx="0" cy="5162400"/>
            </a:xfrm>
            <a:prstGeom prst="straightConnector1">
              <a:avLst/>
            </a:prstGeom>
            <a:noFill/>
            <a:ln w="9525" cap="flat" cmpd="sng">
              <a:solidFill>
                <a:schemeClr val="dk2"/>
              </a:solidFill>
              <a:prstDash val="solid"/>
              <a:round/>
              <a:headEnd type="none" w="med" len="med"/>
              <a:tailEnd type="none" w="med" len="med"/>
            </a:ln>
          </p:spPr>
        </p:cxnSp>
      </p:grpSp>
      <p:grpSp>
        <p:nvGrpSpPr>
          <p:cNvPr id="1490" name="Google Shape;1490;p20"/>
          <p:cNvGrpSpPr/>
          <p:nvPr/>
        </p:nvGrpSpPr>
        <p:grpSpPr>
          <a:xfrm>
            <a:off x="504792" y="395741"/>
            <a:ext cx="8134200" cy="4351800"/>
            <a:chOff x="504792" y="395741"/>
            <a:chExt cx="8134200" cy="4351800"/>
          </a:xfrm>
        </p:grpSpPr>
        <p:sp>
          <p:nvSpPr>
            <p:cNvPr id="1491" name="Google Shape;1491;p20"/>
            <p:cNvSpPr/>
            <p:nvPr/>
          </p:nvSpPr>
          <p:spPr>
            <a:xfrm>
              <a:off x="504792" y="395741"/>
              <a:ext cx="8134200" cy="4351800"/>
            </a:xfrm>
            <a:prstGeom prst="rect">
              <a:avLst/>
            </a:prstGeom>
            <a:solidFill>
              <a:srgbClr val="FBF7ED"/>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492" name="Google Shape;1492;p20"/>
            <p:cNvCxnSpPr/>
            <p:nvPr/>
          </p:nvCxnSpPr>
          <p:spPr>
            <a:xfrm rot="10800000">
              <a:off x="517425" y="736450"/>
              <a:ext cx="8112000" cy="0"/>
            </a:xfrm>
            <a:prstGeom prst="straightConnector1">
              <a:avLst/>
            </a:prstGeom>
            <a:noFill/>
            <a:ln w="19050" cap="flat" cmpd="sng">
              <a:solidFill>
                <a:srgbClr val="F0EBDF"/>
              </a:solidFill>
              <a:prstDash val="solid"/>
              <a:round/>
              <a:headEnd type="none" w="med" len="med"/>
              <a:tailEnd type="none" w="med" len="med"/>
            </a:ln>
          </p:spPr>
        </p:cxnSp>
        <p:cxnSp>
          <p:nvCxnSpPr>
            <p:cNvPr id="1493" name="Google Shape;1493;p20"/>
            <p:cNvCxnSpPr/>
            <p:nvPr/>
          </p:nvCxnSpPr>
          <p:spPr>
            <a:xfrm rot="10800000">
              <a:off x="517425" y="1070084"/>
              <a:ext cx="8112000" cy="0"/>
            </a:xfrm>
            <a:prstGeom prst="straightConnector1">
              <a:avLst/>
            </a:prstGeom>
            <a:noFill/>
            <a:ln w="19050" cap="flat" cmpd="sng">
              <a:solidFill>
                <a:srgbClr val="F0EBDF"/>
              </a:solidFill>
              <a:prstDash val="solid"/>
              <a:round/>
              <a:headEnd type="none" w="med" len="med"/>
              <a:tailEnd type="none" w="med" len="med"/>
            </a:ln>
          </p:spPr>
        </p:cxnSp>
        <p:cxnSp>
          <p:nvCxnSpPr>
            <p:cNvPr id="1494" name="Google Shape;1494;p20"/>
            <p:cNvCxnSpPr/>
            <p:nvPr/>
          </p:nvCxnSpPr>
          <p:spPr>
            <a:xfrm rot="10800000">
              <a:off x="517425" y="1403718"/>
              <a:ext cx="8112000" cy="0"/>
            </a:xfrm>
            <a:prstGeom prst="straightConnector1">
              <a:avLst/>
            </a:prstGeom>
            <a:noFill/>
            <a:ln w="19050" cap="flat" cmpd="sng">
              <a:solidFill>
                <a:srgbClr val="F0EBDF"/>
              </a:solidFill>
              <a:prstDash val="solid"/>
              <a:round/>
              <a:headEnd type="none" w="med" len="med"/>
              <a:tailEnd type="none" w="med" len="med"/>
            </a:ln>
          </p:spPr>
        </p:cxnSp>
        <p:cxnSp>
          <p:nvCxnSpPr>
            <p:cNvPr id="1495" name="Google Shape;1495;p20"/>
            <p:cNvCxnSpPr/>
            <p:nvPr/>
          </p:nvCxnSpPr>
          <p:spPr>
            <a:xfrm rot="10800000">
              <a:off x="517425" y="1737352"/>
              <a:ext cx="8112000" cy="0"/>
            </a:xfrm>
            <a:prstGeom prst="straightConnector1">
              <a:avLst/>
            </a:prstGeom>
            <a:noFill/>
            <a:ln w="19050" cap="flat" cmpd="sng">
              <a:solidFill>
                <a:srgbClr val="F0EBDF"/>
              </a:solidFill>
              <a:prstDash val="solid"/>
              <a:round/>
              <a:headEnd type="none" w="med" len="med"/>
              <a:tailEnd type="none" w="med" len="med"/>
            </a:ln>
          </p:spPr>
        </p:cxnSp>
        <p:cxnSp>
          <p:nvCxnSpPr>
            <p:cNvPr id="1496" name="Google Shape;1496;p20"/>
            <p:cNvCxnSpPr/>
            <p:nvPr/>
          </p:nvCxnSpPr>
          <p:spPr>
            <a:xfrm rot="10800000">
              <a:off x="517425" y="2070986"/>
              <a:ext cx="8112000" cy="0"/>
            </a:xfrm>
            <a:prstGeom prst="straightConnector1">
              <a:avLst/>
            </a:prstGeom>
            <a:noFill/>
            <a:ln w="19050" cap="flat" cmpd="sng">
              <a:solidFill>
                <a:srgbClr val="F0EBDF"/>
              </a:solidFill>
              <a:prstDash val="solid"/>
              <a:round/>
              <a:headEnd type="none" w="med" len="med"/>
              <a:tailEnd type="none" w="med" len="med"/>
            </a:ln>
          </p:spPr>
        </p:cxnSp>
        <p:cxnSp>
          <p:nvCxnSpPr>
            <p:cNvPr id="1497" name="Google Shape;1497;p20"/>
            <p:cNvCxnSpPr/>
            <p:nvPr/>
          </p:nvCxnSpPr>
          <p:spPr>
            <a:xfrm rot="10800000">
              <a:off x="517425" y="2404620"/>
              <a:ext cx="8112000" cy="0"/>
            </a:xfrm>
            <a:prstGeom prst="straightConnector1">
              <a:avLst/>
            </a:prstGeom>
            <a:noFill/>
            <a:ln w="19050" cap="flat" cmpd="sng">
              <a:solidFill>
                <a:srgbClr val="F0EBDF"/>
              </a:solidFill>
              <a:prstDash val="solid"/>
              <a:round/>
              <a:headEnd type="none" w="med" len="med"/>
              <a:tailEnd type="none" w="med" len="med"/>
            </a:ln>
          </p:spPr>
        </p:cxnSp>
        <p:cxnSp>
          <p:nvCxnSpPr>
            <p:cNvPr id="1498" name="Google Shape;1498;p20"/>
            <p:cNvCxnSpPr/>
            <p:nvPr/>
          </p:nvCxnSpPr>
          <p:spPr>
            <a:xfrm rot="10800000">
              <a:off x="517425" y="2738255"/>
              <a:ext cx="8112000" cy="0"/>
            </a:xfrm>
            <a:prstGeom prst="straightConnector1">
              <a:avLst/>
            </a:prstGeom>
            <a:noFill/>
            <a:ln w="19050" cap="flat" cmpd="sng">
              <a:solidFill>
                <a:srgbClr val="F0EBDF"/>
              </a:solidFill>
              <a:prstDash val="solid"/>
              <a:round/>
              <a:headEnd type="none" w="med" len="med"/>
              <a:tailEnd type="none" w="med" len="med"/>
            </a:ln>
          </p:spPr>
        </p:cxnSp>
        <p:cxnSp>
          <p:nvCxnSpPr>
            <p:cNvPr id="1499" name="Google Shape;1499;p20"/>
            <p:cNvCxnSpPr/>
            <p:nvPr/>
          </p:nvCxnSpPr>
          <p:spPr>
            <a:xfrm rot="10800000">
              <a:off x="517425" y="3739157"/>
              <a:ext cx="8112000" cy="0"/>
            </a:xfrm>
            <a:prstGeom prst="straightConnector1">
              <a:avLst/>
            </a:prstGeom>
            <a:noFill/>
            <a:ln w="19050" cap="flat" cmpd="sng">
              <a:solidFill>
                <a:srgbClr val="F0EBDF"/>
              </a:solidFill>
              <a:prstDash val="solid"/>
              <a:round/>
              <a:headEnd type="none" w="med" len="med"/>
              <a:tailEnd type="none" w="med" len="med"/>
            </a:ln>
          </p:spPr>
        </p:cxnSp>
        <p:cxnSp>
          <p:nvCxnSpPr>
            <p:cNvPr id="1500" name="Google Shape;1500;p20"/>
            <p:cNvCxnSpPr/>
            <p:nvPr/>
          </p:nvCxnSpPr>
          <p:spPr>
            <a:xfrm rot="10800000">
              <a:off x="517425" y="3405523"/>
              <a:ext cx="8112000" cy="0"/>
            </a:xfrm>
            <a:prstGeom prst="straightConnector1">
              <a:avLst/>
            </a:prstGeom>
            <a:noFill/>
            <a:ln w="19050" cap="flat" cmpd="sng">
              <a:solidFill>
                <a:srgbClr val="F0EBDF"/>
              </a:solidFill>
              <a:prstDash val="solid"/>
              <a:round/>
              <a:headEnd type="none" w="med" len="med"/>
              <a:tailEnd type="none" w="med" len="med"/>
            </a:ln>
          </p:spPr>
        </p:cxnSp>
        <p:cxnSp>
          <p:nvCxnSpPr>
            <p:cNvPr id="1501" name="Google Shape;1501;p20"/>
            <p:cNvCxnSpPr/>
            <p:nvPr/>
          </p:nvCxnSpPr>
          <p:spPr>
            <a:xfrm rot="10800000">
              <a:off x="517425" y="3071889"/>
              <a:ext cx="8112000" cy="0"/>
            </a:xfrm>
            <a:prstGeom prst="straightConnector1">
              <a:avLst/>
            </a:prstGeom>
            <a:noFill/>
            <a:ln w="19050" cap="flat" cmpd="sng">
              <a:solidFill>
                <a:srgbClr val="F0EBDF"/>
              </a:solidFill>
              <a:prstDash val="solid"/>
              <a:round/>
              <a:headEnd type="none" w="med" len="med"/>
              <a:tailEnd type="none" w="med" len="med"/>
            </a:ln>
          </p:spPr>
        </p:cxnSp>
        <p:cxnSp>
          <p:nvCxnSpPr>
            <p:cNvPr id="1502" name="Google Shape;1502;p20"/>
            <p:cNvCxnSpPr/>
            <p:nvPr/>
          </p:nvCxnSpPr>
          <p:spPr>
            <a:xfrm rot="10800000">
              <a:off x="517425" y="4072791"/>
              <a:ext cx="8112000" cy="0"/>
            </a:xfrm>
            <a:prstGeom prst="straightConnector1">
              <a:avLst/>
            </a:prstGeom>
            <a:noFill/>
            <a:ln w="19050" cap="flat" cmpd="sng">
              <a:solidFill>
                <a:srgbClr val="F0EBDF"/>
              </a:solidFill>
              <a:prstDash val="solid"/>
              <a:round/>
              <a:headEnd type="none" w="med" len="med"/>
              <a:tailEnd type="none" w="med" len="med"/>
            </a:ln>
          </p:spPr>
        </p:cxnSp>
        <p:cxnSp>
          <p:nvCxnSpPr>
            <p:cNvPr id="1503" name="Google Shape;1503;p20"/>
            <p:cNvCxnSpPr/>
            <p:nvPr/>
          </p:nvCxnSpPr>
          <p:spPr>
            <a:xfrm rot="10800000">
              <a:off x="517425" y="4406425"/>
              <a:ext cx="8112000" cy="0"/>
            </a:xfrm>
            <a:prstGeom prst="straightConnector1">
              <a:avLst/>
            </a:prstGeom>
            <a:noFill/>
            <a:ln w="19050" cap="flat" cmpd="sng">
              <a:solidFill>
                <a:srgbClr val="F0EBDF"/>
              </a:solidFill>
              <a:prstDash val="solid"/>
              <a:round/>
              <a:headEnd type="none" w="med" len="med"/>
              <a:tailEnd type="none" w="med" len="med"/>
            </a:ln>
          </p:spPr>
        </p:cxnSp>
        <p:cxnSp>
          <p:nvCxnSpPr>
            <p:cNvPr id="1504" name="Google Shape;1504;p20"/>
            <p:cNvCxnSpPr/>
            <p:nvPr/>
          </p:nvCxnSpPr>
          <p:spPr>
            <a:xfrm>
              <a:off x="900099" y="403173"/>
              <a:ext cx="0" cy="4336800"/>
            </a:xfrm>
            <a:prstGeom prst="straightConnector1">
              <a:avLst/>
            </a:prstGeom>
            <a:noFill/>
            <a:ln w="19050" cap="flat" cmpd="sng">
              <a:solidFill>
                <a:schemeClr val="lt1"/>
              </a:solidFill>
              <a:prstDash val="solid"/>
              <a:round/>
              <a:headEnd type="none" w="med" len="med"/>
              <a:tailEnd type="none" w="med" len="med"/>
            </a:ln>
          </p:spPr>
        </p:cxnSp>
        <p:sp>
          <p:nvSpPr>
            <p:cNvPr id="1505" name="Google Shape;1505;p20"/>
            <p:cNvSpPr/>
            <p:nvPr/>
          </p:nvSpPr>
          <p:spPr>
            <a:xfrm>
              <a:off x="617972" y="816625"/>
              <a:ext cx="165900" cy="1659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6" name="Google Shape;1506;p20"/>
            <p:cNvSpPr/>
            <p:nvPr/>
          </p:nvSpPr>
          <p:spPr>
            <a:xfrm>
              <a:off x="617972" y="1487587"/>
              <a:ext cx="165900" cy="1659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7" name="Google Shape;1507;p20"/>
            <p:cNvSpPr/>
            <p:nvPr/>
          </p:nvSpPr>
          <p:spPr>
            <a:xfrm>
              <a:off x="617972" y="2154875"/>
              <a:ext cx="165900" cy="1659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8" name="Google Shape;1508;p20"/>
            <p:cNvSpPr/>
            <p:nvPr/>
          </p:nvSpPr>
          <p:spPr>
            <a:xfrm>
              <a:off x="617972" y="2822137"/>
              <a:ext cx="165900" cy="1659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9" name="Google Shape;1509;p20"/>
            <p:cNvSpPr/>
            <p:nvPr/>
          </p:nvSpPr>
          <p:spPr>
            <a:xfrm>
              <a:off x="617972" y="3489412"/>
              <a:ext cx="165900" cy="1659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0" name="Google Shape;1510;p20"/>
            <p:cNvSpPr/>
            <p:nvPr/>
          </p:nvSpPr>
          <p:spPr>
            <a:xfrm>
              <a:off x="617972" y="4156675"/>
              <a:ext cx="165900" cy="1659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11" name="Google Shape;1511;p20"/>
          <p:cNvGrpSpPr/>
          <p:nvPr/>
        </p:nvGrpSpPr>
        <p:grpSpPr>
          <a:xfrm>
            <a:off x="227312" y="868475"/>
            <a:ext cx="477900" cy="3405950"/>
            <a:chOff x="227312" y="868475"/>
            <a:chExt cx="477900" cy="3405950"/>
          </a:xfrm>
        </p:grpSpPr>
        <p:sp>
          <p:nvSpPr>
            <p:cNvPr id="1512" name="Google Shape;1512;p20"/>
            <p:cNvSpPr/>
            <p:nvPr/>
          </p:nvSpPr>
          <p:spPr>
            <a:xfrm rot="10800000" flipH="1">
              <a:off x="227312" y="868475"/>
              <a:ext cx="477900" cy="69600"/>
            </a:xfrm>
            <a:prstGeom prst="roundRect">
              <a:avLst>
                <a:gd name="adj" fmla="val 16667"/>
              </a:avLst>
            </a:prstGeom>
            <a:solidFill>
              <a:schemeClr val="accen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3" name="Google Shape;1513;p20"/>
            <p:cNvSpPr/>
            <p:nvPr/>
          </p:nvSpPr>
          <p:spPr>
            <a:xfrm rot="10800000" flipH="1">
              <a:off x="227312" y="1535738"/>
              <a:ext cx="477900" cy="69600"/>
            </a:xfrm>
            <a:prstGeom prst="roundRect">
              <a:avLst>
                <a:gd name="adj" fmla="val 16667"/>
              </a:avLst>
            </a:prstGeom>
            <a:solidFill>
              <a:schemeClr val="accen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4" name="Google Shape;1514;p20"/>
            <p:cNvSpPr/>
            <p:nvPr/>
          </p:nvSpPr>
          <p:spPr>
            <a:xfrm rot="10800000" flipH="1">
              <a:off x="227312" y="2203025"/>
              <a:ext cx="477900" cy="69600"/>
            </a:xfrm>
            <a:prstGeom prst="roundRect">
              <a:avLst>
                <a:gd name="adj" fmla="val 16667"/>
              </a:avLst>
            </a:prstGeom>
            <a:solidFill>
              <a:schemeClr val="accen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5" name="Google Shape;1515;p20"/>
            <p:cNvSpPr/>
            <p:nvPr/>
          </p:nvSpPr>
          <p:spPr>
            <a:xfrm rot="10800000" flipH="1">
              <a:off x="227312" y="2870288"/>
              <a:ext cx="477900" cy="69600"/>
            </a:xfrm>
            <a:prstGeom prst="roundRect">
              <a:avLst>
                <a:gd name="adj" fmla="val 16667"/>
              </a:avLst>
            </a:prstGeom>
            <a:solidFill>
              <a:schemeClr val="accen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6" name="Google Shape;1516;p20"/>
            <p:cNvSpPr/>
            <p:nvPr/>
          </p:nvSpPr>
          <p:spPr>
            <a:xfrm rot="10800000" flipH="1">
              <a:off x="227312" y="3537563"/>
              <a:ext cx="477900" cy="69600"/>
            </a:xfrm>
            <a:prstGeom prst="roundRect">
              <a:avLst>
                <a:gd name="adj" fmla="val 16667"/>
              </a:avLst>
            </a:prstGeom>
            <a:solidFill>
              <a:schemeClr val="accen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7" name="Google Shape;1517;p20"/>
            <p:cNvSpPr/>
            <p:nvPr/>
          </p:nvSpPr>
          <p:spPr>
            <a:xfrm rot="10800000" flipH="1">
              <a:off x="227312" y="4204825"/>
              <a:ext cx="477900" cy="69600"/>
            </a:xfrm>
            <a:prstGeom prst="roundRect">
              <a:avLst>
                <a:gd name="adj" fmla="val 16667"/>
              </a:avLst>
            </a:prstGeom>
            <a:solidFill>
              <a:schemeClr val="accen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Background 1">
  <p:cSld name="BLANK_1_1_1_1_1_1_3">
    <p:spTree>
      <p:nvGrpSpPr>
        <p:cNvPr id="1" name="Shape 1518"/>
        <p:cNvGrpSpPr/>
        <p:nvPr/>
      </p:nvGrpSpPr>
      <p:grpSpPr>
        <a:xfrm>
          <a:off x="0" y="0"/>
          <a:ext cx="0" cy="0"/>
          <a:chOff x="0" y="0"/>
          <a:chExt cx="0" cy="0"/>
        </a:xfrm>
      </p:grpSpPr>
      <p:grpSp>
        <p:nvGrpSpPr>
          <p:cNvPr id="1519" name="Google Shape;1519;p21"/>
          <p:cNvGrpSpPr/>
          <p:nvPr/>
        </p:nvGrpSpPr>
        <p:grpSpPr>
          <a:xfrm>
            <a:off x="10" y="-9400"/>
            <a:ext cx="9144000" cy="5162400"/>
            <a:chOff x="10" y="-9400"/>
            <a:chExt cx="9144000" cy="5162400"/>
          </a:xfrm>
        </p:grpSpPr>
        <p:grpSp>
          <p:nvGrpSpPr>
            <p:cNvPr id="1520" name="Google Shape;1520;p21"/>
            <p:cNvGrpSpPr/>
            <p:nvPr/>
          </p:nvGrpSpPr>
          <p:grpSpPr>
            <a:xfrm>
              <a:off x="10" y="371400"/>
              <a:ext cx="9144000" cy="4400775"/>
              <a:chOff x="10" y="371400"/>
              <a:chExt cx="9144000" cy="4400775"/>
            </a:xfrm>
          </p:grpSpPr>
          <p:cxnSp>
            <p:nvCxnSpPr>
              <p:cNvPr id="1521" name="Google Shape;1521;p21"/>
              <p:cNvCxnSpPr/>
              <p:nvPr/>
            </p:nvCxnSpPr>
            <p:spPr>
              <a:xfrm>
                <a:off x="4572010" y="-4200600"/>
                <a:ext cx="0" cy="9144000"/>
              </a:xfrm>
              <a:prstGeom prst="straightConnector1">
                <a:avLst/>
              </a:prstGeom>
              <a:noFill/>
              <a:ln w="9525" cap="flat" cmpd="sng">
                <a:solidFill>
                  <a:schemeClr val="dk2"/>
                </a:solidFill>
                <a:prstDash val="solid"/>
                <a:round/>
                <a:headEnd type="none" w="med" len="med"/>
                <a:tailEnd type="none" w="med" len="med"/>
              </a:ln>
            </p:spPr>
          </p:cxnSp>
          <p:cxnSp>
            <p:nvCxnSpPr>
              <p:cNvPr id="1522" name="Google Shape;1522;p21"/>
              <p:cNvCxnSpPr/>
              <p:nvPr/>
            </p:nvCxnSpPr>
            <p:spPr>
              <a:xfrm>
                <a:off x="4572010" y="-3711625"/>
                <a:ext cx="0" cy="9144000"/>
              </a:xfrm>
              <a:prstGeom prst="straightConnector1">
                <a:avLst/>
              </a:prstGeom>
              <a:noFill/>
              <a:ln w="9525" cap="flat" cmpd="sng">
                <a:solidFill>
                  <a:schemeClr val="dk2"/>
                </a:solidFill>
                <a:prstDash val="solid"/>
                <a:round/>
                <a:headEnd type="none" w="med" len="med"/>
                <a:tailEnd type="none" w="med" len="med"/>
              </a:ln>
            </p:spPr>
          </p:cxnSp>
          <p:cxnSp>
            <p:nvCxnSpPr>
              <p:cNvPr id="1523" name="Google Shape;1523;p21"/>
              <p:cNvCxnSpPr/>
              <p:nvPr/>
            </p:nvCxnSpPr>
            <p:spPr>
              <a:xfrm>
                <a:off x="4572010" y="-3222650"/>
                <a:ext cx="0" cy="9144000"/>
              </a:xfrm>
              <a:prstGeom prst="straightConnector1">
                <a:avLst/>
              </a:prstGeom>
              <a:noFill/>
              <a:ln w="9525" cap="flat" cmpd="sng">
                <a:solidFill>
                  <a:schemeClr val="dk2"/>
                </a:solidFill>
                <a:prstDash val="solid"/>
                <a:round/>
                <a:headEnd type="none" w="med" len="med"/>
                <a:tailEnd type="none" w="med" len="med"/>
              </a:ln>
            </p:spPr>
          </p:cxnSp>
          <p:cxnSp>
            <p:nvCxnSpPr>
              <p:cNvPr id="1524" name="Google Shape;1524;p21"/>
              <p:cNvCxnSpPr/>
              <p:nvPr/>
            </p:nvCxnSpPr>
            <p:spPr>
              <a:xfrm>
                <a:off x="4572010" y="-2733675"/>
                <a:ext cx="0" cy="9144000"/>
              </a:xfrm>
              <a:prstGeom prst="straightConnector1">
                <a:avLst/>
              </a:prstGeom>
              <a:noFill/>
              <a:ln w="9525" cap="flat" cmpd="sng">
                <a:solidFill>
                  <a:schemeClr val="dk2"/>
                </a:solidFill>
                <a:prstDash val="solid"/>
                <a:round/>
                <a:headEnd type="none" w="med" len="med"/>
                <a:tailEnd type="none" w="med" len="med"/>
              </a:ln>
            </p:spPr>
          </p:cxnSp>
          <p:cxnSp>
            <p:nvCxnSpPr>
              <p:cNvPr id="1525" name="Google Shape;1525;p21"/>
              <p:cNvCxnSpPr/>
              <p:nvPr/>
            </p:nvCxnSpPr>
            <p:spPr>
              <a:xfrm>
                <a:off x="4572010" y="-2244700"/>
                <a:ext cx="0" cy="9144000"/>
              </a:xfrm>
              <a:prstGeom prst="straightConnector1">
                <a:avLst/>
              </a:prstGeom>
              <a:noFill/>
              <a:ln w="9525" cap="flat" cmpd="sng">
                <a:solidFill>
                  <a:schemeClr val="dk2"/>
                </a:solidFill>
                <a:prstDash val="solid"/>
                <a:round/>
                <a:headEnd type="none" w="med" len="med"/>
                <a:tailEnd type="none" w="med" len="med"/>
              </a:ln>
            </p:spPr>
          </p:cxnSp>
          <p:cxnSp>
            <p:nvCxnSpPr>
              <p:cNvPr id="1526" name="Google Shape;1526;p21"/>
              <p:cNvCxnSpPr/>
              <p:nvPr/>
            </p:nvCxnSpPr>
            <p:spPr>
              <a:xfrm>
                <a:off x="4572010" y="-1755725"/>
                <a:ext cx="0" cy="9144000"/>
              </a:xfrm>
              <a:prstGeom prst="straightConnector1">
                <a:avLst/>
              </a:prstGeom>
              <a:noFill/>
              <a:ln w="9525" cap="flat" cmpd="sng">
                <a:solidFill>
                  <a:schemeClr val="dk2"/>
                </a:solidFill>
                <a:prstDash val="solid"/>
                <a:round/>
                <a:headEnd type="none" w="med" len="med"/>
                <a:tailEnd type="none" w="med" len="med"/>
              </a:ln>
            </p:spPr>
          </p:cxnSp>
          <p:cxnSp>
            <p:nvCxnSpPr>
              <p:cNvPr id="1527" name="Google Shape;1527;p21"/>
              <p:cNvCxnSpPr/>
              <p:nvPr/>
            </p:nvCxnSpPr>
            <p:spPr>
              <a:xfrm>
                <a:off x="4572010" y="-1266750"/>
                <a:ext cx="0" cy="9144000"/>
              </a:xfrm>
              <a:prstGeom prst="straightConnector1">
                <a:avLst/>
              </a:prstGeom>
              <a:noFill/>
              <a:ln w="9525" cap="flat" cmpd="sng">
                <a:solidFill>
                  <a:schemeClr val="dk2"/>
                </a:solidFill>
                <a:prstDash val="solid"/>
                <a:round/>
                <a:headEnd type="none" w="med" len="med"/>
                <a:tailEnd type="none" w="med" len="med"/>
              </a:ln>
            </p:spPr>
          </p:cxnSp>
          <p:cxnSp>
            <p:nvCxnSpPr>
              <p:cNvPr id="1528" name="Google Shape;1528;p21"/>
              <p:cNvCxnSpPr/>
              <p:nvPr/>
            </p:nvCxnSpPr>
            <p:spPr>
              <a:xfrm>
                <a:off x="4572010" y="-777775"/>
                <a:ext cx="0" cy="9144000"/>
              </a:xfrm>
              <a:prstGeom prst="straightConnector1">
                <a:avLst/>
              </a:prstGeom>
              <a:noFill/>
              <a:ln w="9525" cap="flat" cmpd="sng">
                <a:solidFill>
                  <a:schemeClr val="dk2"/>
                </a:solidFill>
                <a:prstDash val="solid"/>
                <a:round/>
                <a:headEnd type="none" w="med" len="med"/>
                <a:tailEnd type="none" w="med" len="med"/>
              </a:ln>
            </p:spPr>
          </p:cxnSp>
          <p:cxnSp>
            <p:nvCxnSpPr>
              <p:cNvPr id="1529" name="Google Shape;1529;p21"/>
              <p:cNvCxnSpPr/>
              <p:nvPr/>
            </p:nvCxnSpPr>
            <p:spPr>
              <a:xfrm>
                <a:off x="4572010" y="-288800"/>
                <a:ext cx="0" cy="9144000"/>
              </a:xfrm>
              <a:prstGeom prst="straightConnector1">
                <a:avLst/>
              </a:prstGeom>
              <a:noFill/>
              <a:ln w="9525" cap="flat" cmpd="sng">
                <a:solidFill>
                  <a:schemeClr val="dk2"/>
                </a:solidFill>
                <a:prstDash val="solid"/>
                <a:round/>
                <a:headEnd type="none" w="med" len="med"/>
                <a:tailEnd type="none" w="med" len="med"/>
              </a:ln>
            </p:spPr>
          </p:cxnSp>
          <p:cxnSp>
            <p:nvCxnSpPr>
              <p:cNvPr id="1530" name="Google Shape;1530;p21"/>
              <p:cNvCxnSpPr/>
              <p:nvPr/>
            </p:nvCxnSpPr>
            <p:spPr>
              <a:xfrm>
                <a:off x="4572010" y="200175"/>
                <a:ext cx="0" cy="9144000"/>
              </a:xfrm>
              <a:prstGeom prst="straightConnector1">
                <a:avLst/>
              </a:prstGeom>
              <a:noFill/>
              <a:ln w="9525" cap="flat" cmpd="sng">
                <a:solidFill>
                  <a:schemeClr val="dk2"/>
                </a:solidFill>
                <a:prstDash val="solid"/>
                <a:round/>
                <a:headEnd type="none" w="med" len="med"/>
                <a:tailEnd type="none" w="med" len="med"/>
              </a:ln>
            </p:spPr>
          </p:cxnSp>
        </p:grpSp>
        <p:cxnSp>
          <p:nvCxnSpPr>
            <p:cNvPr id="1531" name="Google Shape;1531;p21"/>
            <p:cNvCxnSpPr/>
            <p:nvPr/>
          </p:nvCxnSpPr>
          <p:spPr>
            <a:xfrm>
              <a:off x="415588" y="-9400"/>
              <a:ext cx="0" cy="5162400"/>
            </a:xfrm>
            <a:prstGeom prst="straightConnector1">
              <a:avLst/>
            </a:prstGeom>
            <a:noFill/>
            <a:ln w="9525" cap="flat" cmpd="sng">
              <a:solidFill>
                <a:schemeClr val="dk2"/>
              </a:solidFill>
              <a:prstDash val="solid"/>
              <a:round/>
              <a:headEnd type="none" w="med" len="med"/>
              <a:tailEnd type="none" w="med" len="med"/>
            </a:ln>
          </p:spPr>
        </p:cxnSp>
        <p:cxnSp>
          <p:nvCxnSpPr>
            <p:cNvPr id="1532" name="Google Shape;1532;p21"/>
            <p:cNvCxnSpPr/>
            <p:nvPr/>
          </p:nvCxnSpPr>
          <p:spPr>
            <a:xfrm>
              <a:off x="904563" y="-9400"/>
              <a:ext cx="0" cy="5162400"/>
            </a:xfrm>
            <a:prstGeom prst="straightConnector1">
              <a:avLst/>
            </a:prstGeom>
            <a:noFill/>
            <a:ln w="9525" cap="flat" cmpd="sng">
              <a:solidFill>
                <a:schemeClr val="dk2"/>
              </a:solidFill>
              <a:prstDash val="solid"/>
              <a:round/>
              <a:headEnd type="none" w="med" len="med"/>
              <a:tailEnd type="none" w="med" len="med"/>
            </a:ln>
          </p:spPr>
        </p:cxnSp>
        <p:cxnSp>
          <p:nvCxnSpPr>
            <p:cNvPr id="1533" name="Google Shape;1533;p21"/>
            <p:cNvCxnSpPr/>
            <p:nvPr/>
          </p:nvCxnSpPr>
          <p:spPr>
            <a:xfrm>
              <a:off x="1393538" y="-9400"/>
              <a:ext cx="0" cy="5162400"/>
            </a:xfrm>
            <a:prstGeom prst="straightConnector1">
              <a:avLst/>
            </a:prstGeom>
            <a:noFill/>
            <a:ln w="9525" cap="flat" cmpd="sng">
              <a:solidFill>
                <a:schemeClr val="dk2"/>
              </a:solidFill>
              <a:prstDash val="solid"/>
              <a:round/>
              <a:headEnd type="none" w="med" len="med"/>
              <a:tailEnd type="none" w="med" len="med"/>
            </a:ln>
          </p:spPr>
        </p:cxnSp>
        <p:cxnSp>
          <p:nvCxnSpPr>
            <p:cNvPr id="1534" name="Google Shape;1534;p21"/>
            <p:cNvCxnSpPr/>
            <p:nvPr/>
          </p:nvCxnSpPr>
          <p:spPr>
            <a:xfrm>
              <a:off x="1882513" y="-9400"/>
              <a:ext cx="0" cy="5162400"/>
            </a:xfrm>
            <a:prstGeom prst="straightConnector1">
              <a:avLst/>
            </a:prstGeom>
            <a:noFill/>
            <a:ln w="9525" cap="flat" cmpd="sng">
              <a:solidFill>
                <a:schemeClr val="dk2"/>
              </a:solidFill>
              <a:prstDash val="solid"/>
              <a:round/>
              <a:headEnd type="none" w="med" len="med"/>
              <a:tailEnd type="none" w="med" len="med"/>
            </a:ln>
          </p:spPr>
        </p:cxnSp>
        <p:cxnSp>
          <p:nvCxnSpPr>
            <p:cNvPr id="1535" name="Google Shape;1535;p21"/>
            <p:cNvCxnSpPr/>
            <p:nvPr/>
          </p:nvCxnSpPr>
          <p:spPr>
            <a:xfrm>
              <a:off x="2371488" y="-9400"/>
              <a:ext cx="0" cy="5162400"/>
            </a:xfrm>
            <a:prstGeom prst="straightConnector1">
              <a:avLst/>
            </a:prstGeom>
            <a:noFill/>
            <a:ln w="9525" cap="flat" cmpd="sng">
              <a:solidFill>
                <a:schemeClr val="dk2"/>
              </a:solidFill>
              <a:prstDash val="solid"/>
              <a:round/>
              <a:headEnd type="none" w="med" len="med"/>
              <a:tailEnd type="none" w="med" len="med"/>
            </a:ln>
          </p:spPr>
        </p:cxnSp>
        <p:cxnSp>
          <p:nvCxnSpPr>
            <p:cNvPr id="1536" name="Google Shape;1536;p21"/>
            <p:cNvCxnSpPr/>
            <p:nvPr/>
          </p:nvCxnSpPr>
          <p:spPr>
            <a:xfrm>
              <a:off x="2860463" y="-9400"/>
              <a:ext cx="0" cy="5162400"/>
            </a:xfrm>
            <a:prstGeom prst="straightConnector1">
              <a:avLst/>
            </a:prstGeom>
            <a:noFill/>
            <a:ln w="9525" cap="flat" cmpd="sng">
              <a:solidFill>
                <a:schemeClr val="dk2"/>
              </a:solidFill>
              <a:prstDash val="solid"/>
              <a:round/>
              <a:headEnd type="none" w="med" len="med"/>
              <a:tailEnd type="none" w="med" len="med"/>
            </a:ln>
          </p:spPr>
        </p:cxnSp>
        <p:cxnSp>
          <p:nvCxnSpPr>
            <p:cNvPr id="1537" name="Google Shape;1537;p21"/>
            <p:cNvCxnSpPr/>
            <p:nvPr/>
          </p:nvCxnSpPr>
          <p:spPr>
            <a:xfrm>
              <a:off x="3349438" y="-9400"/>
              <a:ext cx="0" cy="5162400"/>
            </a:xfrm>
            <a:prstGeom prst="straightConnector1">
              <a:avLst/>
            </a:prstGeom>
            <a:noFill/>
            <a:ln w="9525" cap="flat" cmpd="sng">
              <a:solidFill>
                <a:schemeClr val="dk2"/>
              </a:solidFill>
              <a:prstDash val="solid"/>
              <a:round/>
              <a:headEnd type="none" w="med" len="med"/>
              <a:tailEnd type="none" w="med" len="med"/>
            </a:ln>
          </p:spPr>
        </p:cxnSp>
        <p:cxnSp>
          <p:nvCxnSpPr>
            <p:cNvPr id="1538" name="Google Shape;1538;p21"/>
            <p:cNvCxnSpPr/>
            <p:nvPr/>
          </p:nvCxnSpPr>
          <p:spPr>
            <a:xfrm>
              <a:off x="3838413" y="-9400"/>
              <a:ext cx="0" cy="5162400"/>
            </a:xfrm>
            <a:prstGeom prst="straightConnector1">
              <a:avLst/>
            </a:prstGeom>
            <a:noFill/>
            <a:ln w="9525" cap="flat" cmpd="sng">
              <a:solidFill>
                <a:schemeClr val="dk2"/>
              </a:solidFill>
              <a:prstDash val="solid"/>
              <a:round/>
              <a:headEnd type="none" w="med" len="med"/>
              <a:tailEnd type="none" w="med" len="med"/>
            </a:ln>
          </p:spPr>
        </p:cxnSp>
        <p:cxnSp>
          <p:nvCxnSpPr>
            <p:cNvPr id="1539" name="Google Shape;1539;p21"/>
            <p:cNvCxnSpPr/>
            <p:nvPr/>
          </p:nvCxnSpPr>
          <p:spPr>
            <a:xfrm>
              <a:off x="4327388" y="-9400"/>
              <a:ext cx="0" cy="5162400"/>
            </a:xfrm>
            <a:prstGeom prst="straightConnector1">
              <a:avLst/>
            </a:prstGeom>
            <a:noFill/>
            <a:ln w="9525" cap="flat" cmpd="sng">
              <a:solidFill>
                <a:schemeClr val="dk2"/>
              </a:solidFill>
              <a:prstDash val="solid"/>
              <a:round/>
              <a:headEnd type="none" w="med" len="med"/>
              <a:tailEnd type="none" w="med" len="med"/>
            </a:ln>
          </p:spPr>
        </p:cxnSp>
        <p:cxnSp>
          <p:nvCxnSpPr>
            <p:cNvPr id="1540" name="Google Shape;1540;p21"/>
            <p:cNvCxnSpPr/>
            <p:nvPr/>
          </p:nvCxnSpPr>
          <p:spPr>
            <a:xfrm>
              <a:off x="4816363" y="-9400"/>
              <a:ext cx="0" cy="5162400"/>
            </a:xfrm>
            <a:prstGeom prst="straightConnector1">
              <a:avLst/>
            </a:prstGeom>
            <a:noFill/>
            <a:ln w="9525" cap="flat" cmpd="sng">
              <a:solidFill>
                <a:schemeClr val="dk2"/>
              </a:solidFill>
              <a:prstDash val="solid"/>
              <a:round/>
              <a:headEnd type="none" w="med" len="med"/>
              <a:tailEnd type="none" w="med" len="med"/>
            </a:ln>
          </p:spPr>
        </p:cxnSp>
        <p:cxnSp>
          <p:nvCxnSpPr>
            <p:cNvPr id="1541" name="Google Shape;1541;p21"/>
            <p:cNvCxnSpPr/>
            <p:nvPr/>
          </p:nvCxnSpPr>
          <p:spPr>
            <a:xfrm>
              <a:off x="5305338" y="-9400"/>
              <a:ext cx="0" cy="5162400"/>
            </a:xfrm>
            <a:prstGeom prst="straightConnector1">
              <a:avLst/>
            </a:prstGeom>
            <a:noFill/>
            <a:ln w="9525" cap="flat" cmpd="sng">
              <a:solidFill>
                <a:schemeClr val="dk2"/>
              </a:solidFill>
              <a:prstDash val="solid"/>
              <a:round/>
              <a:headEnd type="none" w="med" len="med"/>
              <a:tailEnd type="none" w="med" len="med"/>
            </a:ln>
          </p:spPr>
        </p:cxnSp>
        <p:cxnSp>
          <p:nvCxnSpPr>
            <p:cNvPr id="1542" name="Google Shape;1542;p21"/>
            <p:cNvCxnSpPr/>
            <p:nvPr/>
          </p:nvCxnSpPr>
          <p:spPr>
            <a:xfrm>
              <a:off x="5794313" y="-9400"/>
              <a:ext cx="0" cy="5162400"/>
            </a:xfrm>
            <a:prstGeom prst="straightConnector1">
              <a:avLst/>
            </a:prstGeom>
            <a:noFill/>
            <a:ln w="9525" cap="flat" cmpd="sng">
              <a:solidFill>
                <a:schemeClr val="dk2"/>
              </a:solidFill>
              <a:prstDash val="solid"/>
              <a:round/>
              <a:headEnd type="none" w="med" len="med"/>
              <a:tailEnd type="none" w="med" len="med"/>
            </a:ln>
          </p:spPr>
        </p:cxnSp>
        <p:cxnSp>
          <p:nvCxnSpPr>
            <p:cNvPr id="1543" name="Google Shape;1543;p21"/>
            <p:cNvCxnSpPr/>
            <p:nvPr/>
          </p:nvCxnSpPr>
          <p:spPr>
            <a:xfrm>
              <a:off x="6283288" y="-9400"/>
              <a:ext cx="0" cy="5162400"/>
            </a:xfrm>
            <a:prstGeom prst="straightConnector1">
              <a:avLst/>
            </a:prstGeom>
            <a:noFill/>
            <a:ln w="9525" cap="flat" cmpd="sng">
              <a:solidFill>
                <a:schemeClr val="dk2"/>
              </a:solidFill>
              <a:prstDash val="solid"/>
              <a:round/>
              <a:headEnd type="none" w="med" len="med"/>
              <a:tailEnd type="none" w="med" len="med"/>
            </a:ln>
          </p:spPr>
        </p:cxnSp>
        <p:cxnSp>
          <p:nvCxnSpPr>
            <p:cNvPr id="1544" name="Google Shape;1544;p21"/>
            <p:cNvCxnSpPr/>
            <p:nvPr/>
          </p:nvCxnSpPr>
          <p:spPr>
            <a:xfrm>
              <a:off x="6772263" y="-9400"/>
              <a:ext cx="0" cy="5162400"/>
            </a:xfrm>
            <a:prstGeom prst="straightConnector1">
              <a:avLst/>
            </a:prstGeom>
            <a:noFill/>
            <a:ln w="9525" cap="flat" cmpd="sng">
              <a:solidFill>
                <a:schemeClr val="dk2"/>
              </a:solidFill>
              <a:prstDash val="solid"/>
              <a:round/>
              <a:headEnd type="none" w="med" len="med"/>
              <a:tailEnd type="none" w="med" len="med"/>
            </a:ln>
          </p:spPr>
        </p:cxnSp>
        <p:cxnSp>
          <p:nvCxnSpPr>
            <p:cNvPr id="1545" name="Google Shape;1545;p21"/>
            <p:cNvCxnSpPr/>
            <p:nvPr/>
          </p:nvCxnSpPr>
          <p:spPr>
            <a:xfrm>
              <a:off x="7261238" y="-9400"/>
              <a:ext cx="0" cy="5162400"/>
            </a:xfrm>
            <a:prstGeom prst="straightConnector1">
              <a:avLst/>
            </a:prstGeom>
            <a:noFill/>
            <a:ln w="9525" cap="flat" cmpd="sng">
              <a:solidFill>
                <a:schemeClr val="dk2"/>
              </a:solidFill>
              <a:prstDash val="solid"/>
              <a:round/>
              <a:headEnd type="none" w="med" len="med"/>
              <a:tailEnd type="none" w="med" len="med"/>
            </a:ln>
          </p:spPr>
        </p:cxnSp>
        <p:cxnSp>
          <p:nvCxnSpPr>
            <p:cNvPr id="1546" name="Google Shape;1546;p21"/>
            <p:cNvCxnSpPr/>
            <p:nvPr/>
          </p:nvCxnSpPr>
          <p:spPr>
            <a:xfrm>
              <a:off x="7750213" y="-9400"/>
              <a:ext cx="0" cy="5162400"/>
            </a:xfrm>
            <a:prstGeom prst="straightConnector1">
              <a:avLst/>
            </a:prstGeom>
            <a:noFill/>
            <a:ln w="9525" cap="flat" cmpd="sng">
              <a:solidFill>
                <a:schemeClr val="dk2"/>
              </a:solidFill>
              <a:prstDash val="solid"/>
              <a:round/>
              <a:headEnd type="none" w="med" len="med"/>
              <a:tailEnd type="none" w="med" len="med"/>
            </a:ln>
          </p:spPr>
        </p:cxnSp>
        <p:cxnSp>
          <p:nvCxnSpPr>
            <p:cNvPr id="1547" name="Google Shape;1547;p21"/>
            <p:cNvCxnSpPr/>
            <p:nvPr/>
          </p:nvCxnSpPr>
          <p:spPr>
            <a:xfrm>
              <a:off x="8239188" y="-9400"/>
              <a:ext cx="0" cy="5162400"/>
            </a:xfrm>
            <a:prstGeom prst="straightConnector1">
              <a:avLst/>
            </a:prstGeom>
            <a:noFill/>
            <a:ln w="9525" cap="flat" cmpd="sng">
              <a:solidFill>
                <a:schemeClr val="dk2"/>
              </a:solidFill>
              <a:prstDash val="solid"/>
              <a:round/>
              <a:headEnd type="none" w="med" len="med"/>
              <a:tailEnd type="none" w="med" len="med"/>
            </a:ln>
          </p:spPr>
        </p:cxnSp>
        <p:cxnSp>
          <p:nvCxnSpPr>
            <p:cNvPr id="1548" name="Google Shape;1548;p21"/>
            <p:cNvCxnSpPr/>
            <p:nvPr/>
          </p:nvCxnSpPr>
          <p:spPr>
            <a:xfrm>
              <a:off x="8728163" y="-9400"/>
              <a:ext cx="0" cy="5162400"/>
            </a:xfrm>
            <a:prstGeom prst="straightConnector1">
              <a:avLst/>
            </a:prstGeom>
            <a:noFill/>
            <a:ln w="9525" cap="flat" cmpd="sng">
              <a:solidFill>
                <a:schemeClr val="dk2"/>
              </a:solidFill>
              <a:prstDash val="solid"/>
              <a:round/>
              <a:headEnd type="none" w="med" len="med"/>
              <a:tailEnd type="none" w="med" len="med"/>
            </a:ln>
          </p:spPr>
        </p:cxnSp>
      </p:grpSp>
      <p:grpSp>
        <p:nvGrpSpPr>
          <p:cNvPr id="1549" name="Google Shape;1549;p21"/>
          <p:cNvGrpSpPr/>
          <p:nvPr/>
        </p:nvGrpSpPr>
        <p:grpSpPr>
          <a:xfrm>
            <a:off x="-185282" y="395900"/>
            <a:ext cx="600900" cy="4351800"/>
            <a:chOff x="-185282" y="395900"/>
            <a:chExt cx="600900" cy="4351800"/>
          </a:xfrm>
        </p:grpSpPr>
        <p:sp>
          <p:nvSpPr>
            <p:cNvPr id="1550" name="Google Shape;1550;p21"/>
            <p:cNvSpPr/>
            <p:nvPr/>
          </p:nvSpPr>
          <p:spPr>
            <a:xfrm flipH="1">
              <a:off x="-185282" y="395900"/>
              <a:ext cx="600900" cy="4351800"/>
            </a:xfrm>
            <a:prstGeom prst="rect">
              <a:avLst/>
            </a:prstGeom>
            <a:solidFill>
              <a:srgbClr val="FBF7ED"/>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551" name="Google Shape;1551;p21"/>
            <p:cNvCxnSpPr/>
            <p:nvPr/>
          </p:nvCxnSpPr>
          <p:spPr>
            <a:xfrm>
              <a:off x="-174000" y="736625"/>
              <a:ext cx="579300" cy="0"/>
            </a:xfrm>
            <a:prstGeom prst="straightConnector1">
              <a:avLst/>
            </a:prstGeom>
            <a:noFill/>
            <a:ln w="19050" cap="flat" cmpd="sng">
              <a:solidFill>
                <a:srgbClr val="F0EBDF"/>
              </a:solidFill>
              <a:prstDash val="solid"/>
              <a:round/>
              <a:headEnd type="none" w="med" len="med"/>
              <a:tailEnd type="none" w="med" len="med"/>
            </a:ln>
          </p:spPr>
        </p:cxnSp>
        <p:cxnSp>
          <p:nvCxnSpPr>
            <p:cNvPr id="1552" name="Google Shape;1552;p21"/>
            <p:cNvCxnSpPr/>
            <p:nvPr/>
          </p:nvCxnSpPr>
          <p:spPr>
            <a:xfrm>
              <a:off x="-174000" y="1070259"/>
              <a:ext cx="579300" cy="0"/>
            </a:xfrm>
            <a:prstGeom prst="straightConnector1">
              <a:avLst/>
            </a:prstGeom>
            <a:noFill/>
            <a:ln w="19050" cap="flat" cmpd="sng">
              <a:solidFill>
                <a:srgbClr val="F0EBDF"/>
              </a:solidFill>
              <a:prstDash val="solid"/>
              <a:round/>
              <a:headEnd type="none" w="med" len="med"/>
              <a:tailEnd type="none" w="med" len="med"/>
            </a:ln>
          </p:spPr>
        </p:cxnSp>
        <p:cxnSp>
          <p:nvCxnSpPr>
            <p:cNvPr id="1553" name="Google Shape;1553;p21"/>
            <p:cNvCxnSpPr/>
            <p:nvPr/>
          </p:nvCxnSpPr>
          <p:spPr>
            <a:xfrm>
              <a:off x="-174000" y="1403893"/>
              <a:ext cx="579300" cy="0"/>
            </a:xfrm>
            <a:prstGeom prst="straightConnector1">
              <a:avLst/>
            </a:prstGeom>
            <a:noFill/>
            <a:ln w="19050" cap="flat" cmpd="sng">
              <a:solidFill>
                <a:srgbClr val="F0EBDF"/>
              </a:solidFill>
              <a:prstDash val="solid"/>
              <a:round/>
              <a:headEnd type="none" w="med" len="med"/>
              <a:tailEnd type="none" w="med" len="med"/>
            </a:ln>
          </p:spPr>
        </p:cxnSp>
        <p:cxnSp>
          <p:nvCxnSpPr>
            <p:cNvPr id="1554" name="Google Shape;1554;p21"/>
            <p:cNvCxnSpPr/>
            <p:nvPr/>
          </p:nvCxnSpPr>
          <p:spPr>
            <a:xfrm>
              <a:off x="-174000" y="1737527"/>
              <a:ext cx="579300" cy="0"/>
            </a:xfrm>
            <a:prstGeom prst="straightConnector1">
              <a:avLst/>
            </a:prstGeom>
            <a:noFill/>
            <a:ln w="19050" cap="flat" cmpd="sng">
              <a:solidFill>
                <a:srgbClr val="F0EBDF"/>
              </a:solidFill>
              <a:prstDash val="solid"/>
              <a:round/>
              <a:headEnd type="none" w="med" len="med"/>
              <a:tailEnd type="none" w="med" len="med"/>
            </a:ln>
          </p:spPr>
        </p:cxnSp>
        <p:cxnSp>
          <p:nvCxnSpPr>
            <p:cNvPr id="1555" name="Google Shape;1555;p21"/>
            <p:cNvCxnSpPr/>
            <p:nvPr/>
          </p:nvCxnSpPr>
          <p:spPr>
            <a:xfrm>
              <a:off x="-174000" y="2071161"/>
              <a:ext cx="579300" cy="0"/>
            </a:xfrm>
            <a:prstGeom prst="straightConnector1">
              <a:avLst/>
            </a:prstGeom>
            <a:noFill/>
            <a:ln w="19050" cap="flat" cmpd="sng">
              <a:solidFill>
                <a:srgbClr val="F0EBDF"/>
              </a:solidFill>
              <a:prstDash val="solid"/>
              <a:round/>
              <a:headEnd type="none" w="med" len="med"/>
              <a:tailEnd type="none" w="med" len="med"/>
            </a:ln>
          </p:spPr>
        </p:cxnSp>
        <p:cxnSp>
          <p:nvCxnSpPr>
            <p:cNvPr id="1556" name="Google Shape;1556;p21"/>
            <p:cNvCxnSpPr/>
            <p:nvPr/>
          </p:nvCxnSpPr>
          <p:spPr>
            <a:xfrm>
              <a:off x="-174000" y="2404795"/>
              <a:ext cx="579300" cy="0"/>
            </a:xfrm>
            <a:prstGeom prst="straightConnector1">
              <a:avLst/>
            </a:prstGeom>
            <a:noFill/>
            <a:ln w="19050" cap="flat" cmpd="sng">
              <a:solidFill>
                <a:srgbClr val="F0EBDF"/>
              </a:solidFill>
              <a:prstDash val="solid"/>
              <a:round/>
              <a:headEnd type="none" w="med" len="med"/>
              <a:tailEnd type="none" w="med" len="med"/>
            </a:ln>
          </p:spPr>
        </p:cxnSp>
        <p:cxnSp>
          <p:nvCxnSpPr>
            <p:cNvPr id="1557" name="Google Shape;1557;p21"/>
            <p:cNvCxnSpPr/>
            <p:nvPr/>
          </p:nvCxnSpPr>
          <p:spPr>
            <a:xfrm>
              <a:off x="-174000" y="2738430"/>
              <a:ext cx="579300" cy="0"/>
            </a:xfrm>
            <a:prstGeom prst="straightConnector1">
              <a:avLst/>
            </a:prstGeom>
            <a:noFill/>
            <a:ln w="19050" cap="flat" cmpd="sng">
              <a:solidFill>
                <a:srgbClr val="F0EBDF"/>
              </a:solidFill>
              <a:prstDash val="solid"/>
              <a:round/>
              <a:headEnd type="none" w="med" len="med"/>
              <a:tailEnd type="none" w="med" len="med"/>
            </a:ln>
          </p:spPr>
        </p:cxnSp>
        <p:cxnSp>
          <p:nvCxnSpPr>
            <p:cNvPr id="1558" name="Google Shape;1558;p21"/>
            <p:cNvCxnSpPr/>
            <p:nvPr/>
          </p:nvCxnSpPr>
          <p:spPr>
            <a:xfrm>
              <a:off x="-174000" y="3739332"/>
              <a:ext cx="579300" cy="0"/>
            </a:xfrm>
            <a:prstGeom prst="straightConnector1">
              <a:avLst/>
            </a:prstGeom>
            <a:noFill/>
            <a:ln w="19050" cap="flat" cmpd="sng">
              <a:solidFill>
                <a:srgbClr val="F0EBDF"/>
              </a:solidFill>
              <a:prstDash val="solid"/>
              <a:round/>
              <a:headEnd type="none" w="med" len="med"/>
              <a:tailEnd type="none" w="med" len="med"/>
            </a:ln>
          </p:spPr>
        </p:cxnSp>
        <p:cxnSp>
          <p:nvCxnSpPr>
            <p:cNvPr id="1559" name="Google Shape;1559;p21"/>
            <p:cNvCxnSpPr/>
            <p:nvPr/>
          </p:nvCxnSpPr>
          <p:spPr>
            <a:xfrm>
              <a:off x="-174000" y="3405698"/>
              <a:ext cx="579300" cy="0"/>
            </a:xfrm>
            <a:prstGeom prst="straightConnector1">
              <a:avLst/>
            </a:prstGeom>
            <a:noFill/>
            <a:ln w="19050" cap="flat" cmpd="sng">
              <a:solidFill>
                <a:srgbClr val="F0EBDF"/>
              </a:solidFill>
              <a:prstDash val="solid"/>
              <a:round/>
              <a:headEnd type="none" w="med" len="med"/>
              <a:tailEnd type="none" w="med" len="med"/>
            </a:ln>
          </p:spPr>
        </p:cxnSp>
        <p:cxnSp>
          <p:nvCxnSpPr>
            <p:cNvPr id="1560" name="Google Shape;1560;p21"/>
            <p:cNvCxnSpPr/>
            <p:nvPr/>
          </p:nvCxnSpPr>
          <p:spPr>
            <a:xfrm>
              <a:off x="-174000" y="3072064"/>
              <a:ext cx="579300" cy="0"/>
            </a:xfrm>
            <a:prstGeom prst="straightConnector1">
              <a:avLst/>
            </a:prstGeom>
            <a:noFill/>
            <a:ln w="19050" cap="flat" cmpd="sng">
              <a:solidFill>
                <a:srgbClr val="F0EBDF"/>
              </a:solidFill>
              <a:prstDash val="solid"/>
              <a:round/>
              <a:headEnd type="none" w="med" len="med"/>
              <a:tailEnd type="none" w="med" len="med"/>
            </a:ln>
          </p:spPr>
        </p:cxnSp>
        <p:cxnSp>
          <p:nvCxnSpPr>
            <p:cNvPr id="1561" name="Google Shape;1561;p21"/>
            <p:cNvCxnSpPr/>
            <p:nvPr/>
          </p:nvCxnSpPr>
          <p:spPr>
            <a:xfrm>
              <a:off x="-174000" y="4072966"/>
              <a:ext cx="579300" cy="0"/>
            </a:xfrm>
            <a:prstGeom prst="straightConnector1">
              <a:avLst/>
            </a:prstGeom>
            <a:noFill/>
            <a:ln w="19050" cap="flat" cmpd="sng">
              <a:solidFill>
                <a:srgbClr val="F0EBDF"/>
              </a:solidFill>
              <a:prstDash val="solid"/>
              <a:round/>
              <a:headEnd type="none" w="med" len="med"/>
              <a:tailEnd type="none" w="med" len="med"/>
            </a:ln>
          </p:spPr>
        </p:cxnSp>
        <p:cxnSp>
          <p:nvCxnSpPr>
            <p:cNvPr id="1562" name="Google Shape;1562;p21"/>
            <p:cNvCxnSpPr/>
            <p:nvPr/>
          </p:nvCxnSpPr>
          <p:spPr>
            <a:xfrm>
              <a:off x="-174000" y="4406600"/>
              <a:ext cx="579300" cy="0"/>
            </a:xfrm>
            <a:prstGeom prst="straightConnector1">
              <a:avLst/>
            </a:prstGeom>
            <a:noFill/>
            <a:ln w="19050" cap="flat" cmpd="sng">
              <a:solidFill>
                <a:srgbClr val="F0EBDF"/>
              </a:solidFill>
              <a:prstDash val="solid"/>
              <a:round/>
              <a:headEnd type="none" w="med" len="med"/>
              <a:tailEnd type="none" w="med" len="med"/>
            </a:ln>
          </p:spPr>
        </p:cxnSp>
        <p:sp>
          <p:nvSpPr>
            <p:cNvPr id="1563" name="Google Shape;1563;p21"/>
            <p:cNvSpPr/>
            <p:nvPr/>
          </p:nvSpPr>
          <p:spPr>
            <a:xfrm flipH="1">
              <a:off x="136538" y="816775"/>
              <a:ext cx="165900" cy="1659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4" name="Google Shape;1564;p21"/>
            <p:cNvSpPr/>
            <p:nvPr/>
          </p:nvSpPr>
          <p:spPr>
            <a:xfrm flipH="1">
              <a:off x="136538" y="1487737"/>
              <a:ext cx="165900" cy="1659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5" name="Google Shape;1565;p21"/>
            <p:cNvSpPr/>
            <p:nvPr/>
          </p:nvSpPr>
          <p:spPr>
            <a:xfrm flipH="1">
              <a:off x="136538" y="2155025"/>
              <a:ext cx="165900" cy="1659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6" name="Google Shape;1566;p21"/>
            <p:cNvSpPr/>
            <p:nvPr/>
          </p:nvSpPr>
          <p:spPr>
            <a:xfrm flipH="1">
              <a:off x="136538" y="2822287"/>
              <a:ext cx="165900" cy="1659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7" name="Google Shape;1567;p21"/>
            <p:cNvSpPr/>
            <p:nvPr/>
          </p:nvSpPr>
          <p:spPr>
            <a:xfrm flipH="1">
              <a:off x="136538" y="3489562"/>
              <a:ext cx="165900" cy="1659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8" name="Google Shape;1568;p21"/>
            <p:cNvSpPr/>
            <p:nvPr/>
          </p:nvSpPr>
          <p:spPr>
            <a:xfrm flipH="1">
              <a:off x="136538" y="4156825"/>
              <a:ext cx="165900" cy="1659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69" name="Google Shape;1569;p21"/>
          <p:cNvGrpSpPr/>
          <p:nvPr/>
        </p:nvGrpSpPr>
        <p:grpSpPr>
          <a:xfrm>
            <a:off x="504792" y="395741"/>
            <a:ext cx="8134200" cy="4351800"/>
            <a:chOff x="504792" y="395741"/>
            <a:chExt cx="8134200" cy="4351800"/>
          </a:xfrm>
        </p:grpSpPr>
        <p:sp>
          <p:nvSpPr>
            <p:cNvPr id="1570" name="Google Shape;1570;p21"/>
            <p:cNvSpPr/>
            <p:nvPr/>
          </p:nvSpPr>
          <p:spPr>
            <a:xfrm>
              <a:off x="504792" y="395741"/>
              <a:ext cx="8134200" cy="4351800"/>
            </a:xfrm>
            <a:prstGeom prst="rect">
              <a:avLst/>
            </a:prstGeom>
            <a:solidFill>
              <a:srgbClr val="FBF7ED"/>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571" name="Google Shape;1571;p21"/>
            <p:cNvCxnSpPr/>
            <p:nvPr/>
          </p:nvCxnSpPr>
          <p:spPr>
            <a:xfrm rot="10800000">
              <a:off x="517425" y="736450"/>
              <a:ext cx="8112000" cy="0"/>
            </a:xfrm>
            <a:prstGeom prst="straightConnector1">
              <a:avLst/>
            </a:prstGeom>
            <a:noFill/>
            <a:ln w="19050" cap="flat" cmpd="sng">
              <a:solidFill>
                <a:srgbClr val="F0EBDF"/>
              </a:solidFill>
              <a:prstDash val="solid"/>
              <a:round/>
              <a:headEnd type="none" w="med" len="med"/>
              <a:tailEnd type="none" w="med" len="med"/>
            </a:ln>
          </p:spPr>
        </p:cxnSp>
        <p:cxnSp>
          <p:nvCxnSpPr>
            <p:cNvPr id="1572" name="Google Shape;1572;p21"/>
            <p:cNvCxnSpPr/>
            <p:nvPr/>
          </p:nvCxnSpPr>
          <p:spPr>
            <a:xfrm rot="10800000">
              <a:off x="517425" y="1070084"/>
              <a:ext cx="8112000" cy="0"/>
            </a:xfrm>
            <a:prstGeom prst="straightConnector1">
              <a:avLst/>
            </a:prstGeom>
            <a:noFill/>
            <a:ln w="19050" cap="flat" cmpd="sng">
              <a:solidFill>
                <a:srgbClr val="F0EBDF"/>
              </a:solidFill>
              <a:prstDash val="solid"/>
              <a:round/>
              <a:headEnd type="none" w="med" len="med"/>
              <a:tailEnd type="none" w="med" len="med"/>
            </a:ln>
          </p:spPr>
        </p:cxnSp>
        <p:cxnSp>
          <p:nvCxnSpPr>
            <p:cNvPr id="1573" name="Google Shape;1573;p21"/>
            <p:cNvCxnSpPr/>
            <p:nvPr/>
          </p:nvCxnSpPr>
          <p:spPr>
            <a:xfrm rot="10800000">
              <a:off x="517425" y="1403718"/>
              <a:ext cx="8112000" cy="0"/>
            </a:xfrm>
            <a:prstGeom prst="straightConnector1">
              <a:avLst/>
            </a:prstGeom>
            <a:noFill/>
            <a:ln w="19050" cap="flat" cmpd="sng">
              <a:solidFill>
                <a:srgbClr val="F0EBDF"/>
              </a:solidFill>
              <a:prstDash val="solid"/>
              <a:round/>
              <a:headEnd type="none" w="med" len="med"/>
              <a:tailEnd type="none" w="med" len="med"/>
            </a:ln>
          </p:spPr>
        </p:cxnSp>
        <p:cxnSp>
          <p:nvCxnSpPr>
            <p:cNvPr id="1574" name="Google Shape;1574;p21"/>
            <p:cNvCxnSpPr/>
            <p:nvPr/>
          </p:nvCxnSpPr>
          <p:spPr>
            <a:xfrm rot="10800000">
              <a:off x="517425" y="1737352"/>
              <a:ext cx="8112000" cy="0"/>
            </a:xfrm>
            <a:prstGeom prst="straightConnector1">
              <a:avLst/>
            </a:prstGeom>
            <a:noFill/>
            <a:ln w="19050" cap="flat" cmpd="sng">
              <a:solidFill>
                <a:srgbClr val="F0EBDF"/>
              </a:solidFill>
              <a:prstDash val="solid"/>
              <a:round/>
              <a:headEnd type="none" w="med" len="med"/>
              <a:tailEnd type="none" w="med" len="med"/>
            </a:ln>
          </p:spPr>
        </p:cxnSp>
        <p:cxnSp>
          <p:nvCxnSpPr>
            <p:cNvPr id="1575" name="Google Shape;1575;p21"/>
            <p:cNvCxnSpPr/>
            <p:nvPr/>
          </p:nvCxnSpPr>
          <p:spPr>
            <a:xfrm rot="10800000">
              <a:off x="517425" y="2070986"/>
              <a:ext cx="8112000" cy="0"/>
            </a:xfrm>
            <a:prstGeom prst="straightConnector1">
              <a:avLst/>
            </a:prstGeom>
            <a:noFill/>
            <a:ln w="19050" cap="flat" cmpd="sng">
              <a:solidFill>
                <a:srgbClr val="F0EBDF"/>
              </a:solidFill>
              <a:prstDash val="solid"/>
              <a:round/>
              <a:headEnd type="none" w="med" len="med"/>
              <a:tailEnd type="none" w="med" len="med"/>
            </a:ln>
          </p:spPr>
        </p:cxnSp>
        <p:cxnSp>
          <p:nvCxnSpPr>
            <p:cNvPr id="1576" name="Google Shape;1576;p21"/>
            <p:cNvCxnSpPr/>
            <p:nvPr/>
          </p:nvCxnSpPr>
          <p:spPr>
            <a:xfrm rot="10800000">
              <a:off x="517425" y="2404620"/>
              <a:ext cx="8112000" cy="0"/>
            </a:xfrm>
            <a:prstGeom prst="straightConnector1">
              <a:avLst/>
            </a:prstGeom>
            <a:noFill/>
            <a:ln w="19050" cap="flat" cmpd="sng">
              <a:solidFill>
                <a:srgbClr val="F0EBDF"/>
              </a:solidFill>
              <a:prstDash val="solid"/>
              <a:round/>
              <a:headEnd type="none" w="med" len="med"/>
              <a:tailEnd type="none" w="med" len="med"/>
            </a:ln>
          </p:spPr>
        </p:cxnSp>
        <p:cxnSp>
          <p:nvCxnSpPr>
            <p:cNvPr id="1577" name="Google Shape;1577;p21"/>
            <p:cNvCxnSpPr/>
            <p:nvPr/>
          </p:nvCxnSpPr>
          <p:spPr>
            <a:xfrm rot="10800000">
              <a:off x="517425" y="2738255"/>
              <a:ext cx="8112000" cy="0"/>
            </a:xfrm>
            <a:prstGeom prst="straightConnector1">
              <a:avLst/>
            </a:prstGeom>
            <a:noFill/>
            <a:ln w="19050" cap="flat" cmpd="sng">
              <a:solidFill>
                <a:srgbClr val="F0EBDF"/>
              </a:solidFill>
              <a:prstDash val="solid"/>
              <a:round/>
              <a:headEnd type="none" w="med" len="med"/>
              <a:tailEnd type="none" w="med" len="med"/>
            </a:ln>
          </p:spPr>
        </p:cxnSp>
        <p:cxnSp>
          <p:nvCxnSpPr>
            <p:cNvPr id="1578" name="Google Shape;1578;p21"/>
            <p:cNvCxnSpPr/>
            <p:nvPr/>
          </p:nvCxnSpPr>
          <p:spPr>
            <a:xfrm rot="10800000">
              <a:off x="517425" y="3739157"/>
              <a:ext cx="8112000" cy="0"/>
            </a:xfrm>
            <a:prstGeom prst="straightConnector1">
              <a:avLst/>
            </a:prstGeom>
            <a:noFill/>
            <a:ln w="19050" cap="flat" cmpd="sng">
              <a:solidFill>
                <a:srgbClr val="F0EBDF"/>
              </a:solidFill>
              <a:prstDash val="solid"/>
              <a:round/>
              <a:headEnd type="none" w="med" len="med"/>
              <a:tailEnd type="none" w="med" len="med"/>
            </a:ln>
          </p:spPr>
        </p:cxnSp>
        <p:cxnSp>
          <p:nvCxnSpPr>
            <p:cNvPr id="1579" name="Google Shape;1579;p21"/>
            <p:cNvCxnSpPr/>
            <p:nvPr/>
          </p:nvCxnSpPr>
          <p:spPr>
            <a:xfrm rot="10800000">
              <a:off x="517425" y="3405523"/>
              <a:ext cx="8112000" cy="0"/>
            </a:xfrm>
            <a:prstGeom prst="straightConnector1">
              <a:avLst/>
            </a:prstGeom>
            <a:noFill/>
            <a:ln w="19050" cap="flat" cmpd="sng">
              <a:solidFill>
                <a:srgbClr val="F0EBDF"/>
              </a:solidFill>
              <a:prstDash val="solid"/>
              <a:round/>
              <a:headEnd type="none" w="med" len="med"/>
              <a:tailEnd type="none" w="med" len="med"/>
            </a:ln>
          </p:spPr>
        </p:cxnSp>
        <p:cxnSp>
          <p:nvCxnSpPr>
            <p:cNvPr id="1580" name="Google Shape;1580;p21"/>
            <p:cNvCxnSpPr/>
            <p:nvPr/>
          </p:nvCxnSpPr>
          <p:spPr>
            <a:xfrm rot="10800000">
              <a:off x="517425" y="3071889"/>
              <a:ext cx="8112000" cy="0"/>
            </a:xfrm>
            <a:prstGeom prst="straightConnector1">
              <a:avLst/>
            </a:prstGeom>
            <a:noFill/>
            <a:ln w="19050" cap="flat" cmpd="sng">
              <a:solidFill>
                <a:srgbClr val="F0EBDF"/>
              </a:solidFill>
              <a:prstDash val="solid"/>
              <a:round/>
              <a:headEnd type="none" w="med" len="med"/>
              <a:tailEnd type="none" w="med" len="med"/>
            </a:ln>
          </p:spPr>
        </p:cxnSp>
        <p:cxnSp>
          <p:nvCxnSpPr>
            <p:cNvPr id="1581" name="Google Shape;1581;p21"/>
            <p:cNvCxnSpPr/>
            <p:nvPr/>
          </p:nvCxnSpPr>
          <p:spPr>
            <a:xfrm rot="10800000">
              <a:off x="517425" y="4072791"/>
              <a:ext cx="8112000" cy="0"/>
            </a:xfrm>
            <a:prstGeom prst="straightConnector1">
              <a:avLst/>
            </a:prstGeom>
            <a:noFill/>
            <a:ln w="19050" cap="flat" cmpd="sng">
              <a:solidFill>
                <a:srgbClr val="F0EBDF"/>
              </a:solidFill>
              <a:prstDash val="solid"/>
              <a:round/>
              <a:headEnd type="none" w="med" len="med"/>
              <a:tailEnd type="none" w="med" len="med"/>
            </a:ln>
          </p:spPr>
        </p:cxnSp>
        <p:cxnSp>
          <p:nvCxnSpPr>
            <p:cNvPr id="1582" name="Google Shape;1582;p21"/>
            <p:cNvCxnSpPr/>
            <p:nvPr/>
          </p:nvCxnSpPr>
          <p:spPr>
            <a:xfrm rot="10800000">
              <a:off x="517425" y="4406425"/>
              <a:ext cx="8112000" cy="0"/>
            </a:xfrm>
            <a:prstGeom prst="straightConnector1">
              <a:avLst/>
            </a:prstGeom>
            <a:noFill/>
            <a:ln w="19050" cap="flat" cmpd="sng">
              <a:solidFill>
                <a:srgbClr val="F0EBDF"/>
              </a:solidFill>
              <a:prstDash val="solid"/>
              <a:round/>
              <a:headEnd type="none" w="med" len="med"/>
              <a:tailEnd type="none" w="med" len="med"/>
            </a:ln>
          </p:spPr>
        </p:cxnSp>
        <p:cxnSp>
          <p:nvCxnSpPr>
            <p:cNvPr id="1583" name="Google Shape;1583;p21"/>
            <p:cNvCxnSpPr/>
            <p:nvPr/>
          </p:nvCxnSpPr>
          <p:spPr>
            <a:xfrm>
              <a:off x="900099" y="403173"/>
              <a:ext cx="0" cy="4336800"/>
            </a:xfrm>
            <a:prstGeom prst="straightConnector1">
              <a:avLst/>
            </a:prstGeom>
            <a:noFill/>
            <a:ln w="19050" cap="flat" cmpd="sng">
              <a:solidFill>
                <a:schemeClr val="lt1"/>
              </a:solidFill>
              <a:prstDash val="solid"/>
              <a:round/>
              <a:headEnd type="none" w="med" len="med"/>
              <a:tailEnd type="none" w="med" len="med"/>
            </a:ln>
          </p:spPr>
        </p:cxnSp>
        <p:sp>
          <p:nvSpPr>
            <p:cNvPr id="1584" name="Google Shape;1584;p21"/>
            <p:cNvSpPr/>
            <p:nvPr/>
          </p:nvSpPr>
          <p:spPr>
            <a:xfrm>
              <a:off x="617972" y="816625"/>
              <a:ext cx="165900" cy="1659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5" name="Google Shape;1585;p21"/>
            <p:cNvSpPr/>
            <p:nvPr/>
          </p:nvSpPr>
          <p:spPr>
            <a:xfrm>
              <a:off x="617972" y="1487587"/>
              <a:ext cx="165900" cy="1659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6" name="Google Shape;1586;p21"/>
            <p:cNvSpPr/>
            <p:nvPr/>
          </p:nvSpPr>
          <p:spPr>
            <a:xfrm>
              <a:off x="617972" y="2154875"/>
              <a:ext cx="165900" cy="1659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7" name="Google Shape;1587;p21"/>
            <p:cNvSpPr/>
            <p:nvPr/>
          </p:nvSpPr>
          <p:spPr>
            <a:xfrm>
              <a:off x="617972" y="2822137"/>
              <a:ext cx="165900" cy="1659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8" name="Google Shape;1588;p21"/>
            <p:cNvSpPr/>
            <p:nvPr/>
          </p:nvSpPr>
          <p:spPr>
            <a:xfrm>
              <a:off x="617972" y="3489412"/>
              <a:ext cx="165900" cy="1659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9" name="Google Shape;1589;p21"/>
            <p:cNvSpPr/>
            <p:nvPr/>
          </p:nvSpPr>
          <p:spPr>
            <a:xfrm>
              <a:off x="617972" y="4156675"/>
              <a:ext cx="165900" cy="1659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90" name="Google Shape;1590;p21"/>
          <p:cNvGrpSpPr/>
          <p:nvPr/>
        </p:nvGrpSpPr>
        <p:grpSpPr>
          <a:xfrm>
            <a:off x="227312" y="868475"/>
            <a:ext cx="477900" cy="3405950"/>
            <a:chOff x="227312" y="868475"/>
            <a:chExt cx="477900" cy="3405950"/>
          </a:xfrm>
        </p:grpSpPr>
        <p:sp>
          <p:nvSpPr>
            <p:cNvPr id="1591" name="Google Shape;1591;p21"/>
            <p:cNvSpPr/>
            <p:nvPr/>
          </p:nvSpPr>
          <p:spPr>
            <a:xfrm rot="10800000" flipH="1">
              <a:off x="227312" y="868475"/>
              <a:ext cx="477900" cy="69600"/>
            </a:xfrm>
            <a:prstGeom prst="roundRect">
              <a:avLst>
                <a:gd name="adj" fmla="val 16667"/>
              </a:avLst>
            </a:prstGeom>
            <a:solidFill>
              <a:schemeClr val="accen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2" name="Google Shape;1592;p21"/>
            <p:cNvSpPr/>
            <p:nvPr/>
          </p:nvSpPr>
          <p:spPr>
            <a:xfrm rot="10800000" flipH="1">
              <a:off x="227312" y="1535738"/>
              <a:ext cx="477900" cy="69600"/>
            </a:xfrm>
            <a:prstGeom prst="roundRect">
              <a:avLst>
                <a:gd name="adj" fmla="val 16667"/>
              </a:avLst>
            </a:prstGeom>
            <a:solidFill>
              <a:schemeClr val="accen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3" name="Google Shape;1593;p21"/>
            <p:cNvSpPr/>
            <p:nvPr/>
          </p:nvSpPr>
          <p:spPr>
            <a:xfrm rot="10800000" flipH="1">
              <a:off x="227312" y="2203025"/>
              <a:ext cx="477900" cy="69600"/>
            </a:xfrm>
            <a:prstGeom prst="roundRect">
              <a:avLst>
                <a:gd name="adj" fmla="val 16667"/>
              </a:avLst>
            </a:prstGeom>
            <a:solidFill>
              <a:schemeClr val="accen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4" name="Google Shape;1594;p21"/>
            <p:cNvSpPr/>
            <p:nvPr/>
          </p:nvSpPr>
          <p:spPr>
            <a:xfrm rot="10800000" flipH="1">
              <a:off x="227312" y="2870288"/>
              <a:ext cx="477900" cy="69600"/>
            </a:xfrm>
            <a:prstGeom prst="roundRect">
              <a:avLst>
                <a:gd name="adj" fmla="val 16667"/>
              </a:avLst>
            </a:prstGeom>
            <a:solidFill>
              <a:schemeClr val="accen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5" name="Google Shape;1595;p21"/>
            <p:cNvSpPr/>
            <p:nvPr/>
          </p:nvSpPr>
          <p:spPr>
            <a:xfrm rot="10800000" flipH="1">
              <a:off x="227312" y="3537563"/>
              <a:ext cx="477900" cy="69600"/>
            </a:xfrm>
            <a:prstGeom prst="roundRect">
              <a:avLst>
                <a:gd name="adj" fmla="val 16667"/>
              </a:avLst>
            </a:prstGeom>
            <a:solidFill>
              <a:schemeClr val="accen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6" name="Google Shape;1596;p21"/>
            <p:cNvSpPr/>
            <p:nvPr/>
          </p:nvSpPr>
          <p:spPr>
            <a:xfrm rot="10800000" flipH="1">
              <a:off x="227312" y="4204825"/>
              <a:ext cx="477900" cy="69600"/>
            </a:xfrm>
            <a:prstGeom prst="roundRect">
              <a:avLst>
                <a:gd name="adj" fmla="val 16667"/>
              </a:avLst>
            </a:prstGeom>
            <a:solidFill>
              <a:schemeClr val="accen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2"/>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3000"/>
              <a:buFont typeface="Barrio"/>
              <a:buNone/>
              <a:defRPr sz="3000">
                <a:solidFill>
                  <a:schemeClr val="dk1"/>
                </a:solidFill>
                <a:latin typeface="Barrio"/>
                <a:ea typeface="Barrio"/>
                <a:cs typeface="Barrio"/>
                <a:sym typeface="Barrio"/>
              </a:defRPr>
            </a:lvl1pPr>
            <a:lvl2pPr lvl="1" rtl="0">
              <a:spcBef>
                <a:spcPts val="0"/>
              </a:spcBef>
              <a:spcAft>
                <a:spcPts val="0"/>
              </a:spcAft>
              <a:buClr>
                <a:schemeClr val="dk1"/>
              </a:buClr>
              <a:buSzPts val="3000"/>
              <a:buFont typeface="Bebas Neue"/>
              <a:buNone/>
              <a:defRPr sz="3000">
                <a:solidFill>
                  <a:schemeClr val="dk1"/>
                </a:solidFill>
                <a:latin typeface="Bebas Neue"/>
                <a:ea typeface="Bebas Neue"/>
                <a:cs typeface="Bebas Neue"/>
                <a:sym typeface="Bebas Neue"/>
              </a:defRPr>
            </a:lvl2pPr>
            <a:lvl3pPr lvl="2" rtl="0">
              <a:spcBef>
                <a:spcPts val="0"/>
              </a:spcBef>
              <a:spcAft>
                <a:spcPts val="0"/>
              </a:spcAft>
              <a:buClr>
                <a:schemeClr val="dk1"/>
              </a:buClr>
              <a:buSzPts val="3000"/>
              <a:buFont typeface="Bebas Neue"/>
              <a:buNone/>
              <a:defRPr sz="3000">
                <a:solidFill>
                  <a:schemeClr val="dk1"/>
                </a:solidFill>
                <a:latin typeface="Bebas Neue"/>
                <a:ea typeface="Bebas Neue"/>
                <a:cs typeface="Bebas Neue"/>
                <a:sym typeface="Bebas Neue"/>
              </a:defRPr>
            </a:lvl3pPr>
            <a:lvl4pPr lvl="3" rtl="0">
              <a:spcBef>
                <a:spcPts val="0"/>
              </a:spcBef>
              <a:spcAft>
                <a:spcPts val="0"/>
              </a:spcAft>
              <a:buClr>
                <a:schemeClr val="dk1"/>
              </a:buClr>
              <a:buSzPts val="3000"/>
              <a:buFont typeface="Bebas Neue"/>
              <a:buNone/>
              <a:defRPr sz="3000">
                <a:solidFill>
                  <a:schemeClr val="dk1"/>
                </a:solidFill>
                <a:latin typeface="Bebas Neue"/>
                <a:ea typeface="Bebas Neue"/>
                <a:cs typeface="Bebas Neue"/>
                <a:sym typeface="Bebas Neue"/>
              </a:defRPr>
            </a:lvl4pPr>
            <a:lvl5pPr lvl="4" rtl="0">
              <a:spcBef>
                <a:spcPts val="0"/>
              </a:spcBef>
              <a:spcAft>
                <a:spcPts val="0"/>
              </a:spcAft>
              <a:buClr>
                <a:schemeClr val="dk1"/>
              </a:buClr>
              <a:buSzPts val="3000"/>
              <a:buFont typeface="Bebas Neue"/>
              <a:buNone/>
              <a:defRPr sz="3000">
                <a:solidFill>
                  <a:schemeClr val="dk1"/>
                </a:solidFill>
                <a:latin typeface="Bebas Neue"/>
                <a:ea typeface="Bebas Neue"/>
                <a:cs typeface="Bebas Neue"/>
                <a:sym typeface="Bebas Neue"/>
              </a:defRPr>
            </a:lvl5pPr>
            <a:lvl6pPr lvl="5" rtl="0">
              <a:spcBef>
                <a:spcPts val="0"/>
              </a:spcBef>
              <a:spcAft>
                <a:spcPts val="0"/>
              </a:spcAft>
              <a:buClr>
                <a:schemeClr val="dk1"/>
              </a:buClr>
              <a:buSzPts val="3000"/>
              <a:buFont typeface="Bebas Neue"/>
              <a:buNone/>
              <a:defRPr sz="3000">
                <a:solidFill>
                  <a:schemeClr val="dk1"/>
                </a:solidFill>
                <a:latin typeface="Bebas Neue"/>
                <a:ea typeface="Bebas Neue"/>
                <a:cs typeface="Bebas Neue"/>
                <a:sym typeface="Bebas Neue"/>
              </a:defRPr>
            </a:lvl6pPr>
            <a:lvl7pPr lvl="6" rtl="0">
              <a:spcBef>
                <a:spcPts val="0"/>
              </a:spcBef>
              <a:spcAft>
                <a:spcPts val="0"/>
              </a:spcAft>
              <a:buClr>
                <a:schemeClr val="dk1"/>
              </a:buClr>
              <a:buSzPts val="3000"/>
              <a:buFont typeface="Bebas Neue"/>
              <a:buNone/>
              <a:defRPr sz="3000">
                <a:solidFill>
                  <a:schemeClr val="dk1"/>
                </a:solidFill>
                <a:latin typeface="Bebas Neue"/>
                <a:ea typeface="Bebas Neue"/>
                <a:cs typeface="Bebas Neue"/>
                <a:sym typeface="Bebas Neue"/>
              </a:defRPr>
            </a:lvl7pPr>
            <a:lvl8pPr lvl="7" rtl="0">
              <a:spcBef>
                <a:spcPts val="0"/>
              </a:spcBef>
              <a:spcAft>
                <a:spcPts val="0"/>
              </a:spcAft>
              <a:buClr>
                <a:schemeClr val="dk1"/>
              </a:buClr>
              <a:buSzPts val="3000"/>
              <a:buFont typeface="Bebas Neue"/>
              <a:buNone/>
              <a:defRPr sz="3000">
                <a:solidFill>
                  <a:schemeClr val="dk1"/>
                </a:solidFill>
                <a:latin typeface="Bebas Neue"/>
                <a:ea typeface="Bebas Neue"/>
                <a:cs typeface="Bebas Neue"/>
                <a:sym typeface="Bebas Neue"/>
              </a:defRPr>
            </a:lvl8pPr>
            <a:lvl9pPr lvl="8" rtl="0">
              <a:spcBef>
                <a:spcPts val="0"/>
              </a:spcBef>
              <a:spcAft>
                <a:spcPts val="0"/>
              </a:spcAft>
              <a:buClr>
                <a:schemeClr val="dk1"/>
              </a:buClr>
              <a:buSzPts val="3000"/>
              <a:buFont typeface="Bebas Neue"/>
              <a:buNone/>
              <a:defRPr sz="3000">
                <a:solidFill>
                  <a:schemeClr val="dk1"/>
                </a:solidFill>
                <a:latin typeface="Bebas Neue"/>
                <a:ea typeface="Bebas Neue"/>
                <a:cs typeface="Bebas Neue"/>
                <a:sym typeface="Bebas Neue"/>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17500">
              <a:lnSpc>
                <a:spcPct val="115000"/>
              </a:lnSpc>
              <a:spcBef>
                <a:spcPts val="0"/>
              </a:spcBef>
              <a:spcAft>
                <a:spcPts val="0"/>
              </a:spcAft>
              <a:buClr>
                <a:schemeClr val="dk1"/>
              </a:buClr>
              <a:buSzPts val="1400"/>
              <a:buFont typeface="Barlow"/>
              <a:buChar char="●"/>
              <a:defRPr>
                <a:solidFill>
                  <a:schemeClr val="dk1"/>
                </a:solidFill>
                <a:latin typeface="Barlow"/>
                <a:ea typeface="Barlow"/>
                <a:cs typeface="Barlow"/>
                <a:sym typeface="Barlow"/>
              </a:defRPr>
            </a:lvl1pPr>
            <a:lvl2pPr marL="914400" lvl="1" indent="-317500">
              <a:lnSpc>
                <a:spcPct val="115000"/>
              </a:lnSpc>
              <a:spcBef>
                <a:spcPts val="1600"/>
              </a:spcBef>
              <a:spcAft>
                <a:spcPts val="0"/>
              </a:spcAft>
              <a:buClr>
                <a:schemeClr val="dk1"/>
              </a:buClr>
              <a:buSzPts val="1400"/>
              <a:buFont typeface="Barlow"/>
              <a:buChar char="○"/>
              <a:defRPr>
                <a:solidFill>
                  <a:schemeClr val="dk1"/>
                </a:solidFill>
                <a:latin typeface="Barlow"/>
                <a:ea typeface="Barlow"/>
                <a:cs typeface="Barlow"/>
                <a:sym typeface="Barlow"/>
              </a:defRPr>
            </a:lvl2pPr>
            <a:lvl3pPr marL="1371600" lvl="2" indent="-317500">
              <a:lnSpc>
                <a:spcPct val="115000"/>
              </a:lnSpc>
              <a:spcBef>
                <a:spcPts val="1600"/>
              </a:spcBef>
              <a:spcAft>
                <a:spcPts val="0"/>
              </a:spcAft>
              <a:buClr>
                <a:schemeClr val="dk1"/>
              </a:buClr>
              <a:buSzPts val="1400"/>
              <a:buFont typeface="Barlow"/>
              <a:buChar char="■"/>
              <a:defRPr>
                <a:solidFill>
                  <a:schemeClr val="dk1"/>
                </a:solidFill>
                <a:latin typeface="Barlow"/>
                <a:ea typeface="Barlow"/>
                <a:cs typeface="Barlow"/>
                <a:sym typeface="Barlow"/>
              </a:defRPr>
            </a:lvl3pPr>
            <a:lvl4pPr marL="1828800" lvl="3" indent="-317500">
              <a:lnSpc>
                <a:spcPct val="115000"/>
              </a:lnSpc>
              <a:spcBef>
                <a:spcPts val="1600"/>
              </a:spcBef>
              <a:spcAft>
                <a:spcPts val="0"/>
              </a:spcAft>
              <a:buClr>
                <a:schemeClr val="dk1"/>
              </a:buClr>
              <a:buSzPts val="1400"/>
              <a:buFont typeface="Barlow"/>
              <a:buChar char="●"/>
              <a:defRPr>
                <a:solidFill>
                  <a:schemeClr val="dk1"/>
                </a:solidFill>
                <a:latin typeface="Barlow"/>
                <a:ea typeface="Barlow"/>
                <a:cs typeface="Barlow"/>
                <a:sym typeface="Barlow"/>
              </a:defRPr>
            </a:lvl4pPr>
            <a:lvl5pPr marL="2286000" lvl="4" indent="-317500">
              <a:lnSpc>
                <a:spcPct val="115000"/>
              </a:lnSpc>
              <a:spcBef>
                <a:spcPts val="1600"/>
              </a:spcBef>
              <a:spcAft>
                <a:spcPts val="0"/>
              </a:spcAft>
              <a:buClr>
                <a:schemeClr val="dk1"/>
              </a:buClr>
              <a:buSzPts val="1400"/>
              <a:buFont typeface="Barlow"/>
              <a:buChar char="○"/>
              <a:defRPr>
                <a:solidFill>
                  <a:schemeClr val="dk1"/>
                </a:solidFill>
                <a:latin typeface="Barlow"/>
                <a:ea typeface="Barlow"/>
                <a:cs typeface="Barlow"/>
                <a:sym typeface="Barlow"/>
              </a:defRPr>
            </a:lvl5pPr>
            <a:lvl6pPr marL="2743200" lvl="5" indent="-317500">
              <a:lnSpc>
                <a:spcPct val="115000"/>
              </a:lnSpc>
              <a:spcBef>
                <a:spcPts val="1600"/>
              </a:spcBef>
              <a:spcAft>
                <a:spcPts val="0"/>
              </a:spcAft>
              <a:buClr>
                <a:schemeClr val="dk1"/>
              </a:buClr>
              <a:buSzPts val="1400"/>
              <a:buFont typeface="Barlow"/>
              <a:buChar char="■"/>
              <a:defRPr>
                <a:solidFill>
                  <a:schemeClr val="dk1"/>
                </a:solidFill>
                <a:latin typeface="Barlow"/>
                <a:ea typeface="Barlow"/>
                <a:cs typeface="Barlow"/>
                <a:sym typeface="Barlow"/>
              </a:defRPr>
            </a:lvl6pPr>
            <a:lvl7pPr marL="3200400" lvl="6" indent="-317500">
              <a:lnSpc>
                <a:spcPct val="115000"/>
              </a:lnSpc>
              <a:spcBef>
                <a:spcPts val="1600"/>
              </a:spcBef>
              <a:spcAft>
                <a:spcPts val="0"/>
              </a:spcAft>
              <a:buClr>
                <a:schemeClr val="dk1"/>
              </a:buClr>
              <a:buSzPts val="1400"/>
              <a:buFont typeface="Barlow"/>
              <a:buChar char="●"/>
              <a:defRPr>
                <a:solidFill>
                  <a:schemeClr val="dk1"/>
                </a:solidFill>
                <a:latin typeface="Barlow"/>
                <a:ea typeface="Barlow"/>
                <a:cs typeface="Barlow"/>
                <a:sym typeface="Barlow"/>
              </a:defRPr>
            </a:lvl7pPr>
            <a:lvl8pPr marL="3657600" lvl="7" indent="-317500">
              <a:lnSpc>
                <a:spcPct val="115000"/>
              </a:lnSpc>
              <a:spcBef>
                <a:spcPts val="1600"/>
              </a:spcBef>
              <a:spcAft>
                <a:spcPts val="0"/>
              </a:spcAft>
              <a:buClr>
                <a:schemeClr val="dk1"/>
              </a:buClr>
              <a:buSzPts val="1400"/>
              <a:buFont typeface="Barlow"/>
              <a:buChar char="○"/>
              <a:defRPr>
                <a:solidFill>
                  <a:schemeClr val="dk1"/>
                </a:solidFill>
                <a:latin typeface="Barlow"/>
                <a:ea typeface="Barlow"/>
                <a:cs typeface="Barlow"/>
                <a:sym typeface="Barlow"/>
              </a:defRPr>
            </a:lvl8pPr>
            <a:lvl9pPr marL="4114800" lvl="8" indent="-317500">
              <a:lnSpc>
                <a:spcPct val="115000"/>
              </a:lnSpc>
              <a:spcBef>
                <a:spcPts val="1600"/>
              </a:spcBef>
              <a:spcAft>
                <a:spcPts val="1600"/>
              </a:spcAft>
              <a:buClr>
                <a:schemeClr val="dk1"/>
              </a:buClr>
              <a:buSzPts val="1400"/>
              <a:buFont typeface="Barlow"/>
              <a:buChar char="■"/>
              <a:defRPr>
                <a:solidFill>
                  <a:schemeClr val="dk1"/>
                </a:solidFill>
                <a:latin typeface="Barlow"/>
                <a:ea typeface="Barlow"/>
                <a:cs typeface="Barlow"/>
                <a:sym typeface="Barlow"/>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9.xml"/><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hyperlink" Target="https://slidesgo.com/slidesgo-school/presentation-tips/how-to-modify-a-graph-in-our-templates?utm_source=slidesgo_template&amp;utm_medium=referral-link&amp;utm_campaign=how-to-modify-a-graph-in-our-templates&amp;utm_term=slidesgo-school&amp;utm_content=how-to-modify-a-graph-in-our-templates" TargetMode="External"/><Relationship Id="rId2" Type="http://schemas.openxmlformats.org/officeDocument/2006/relationships/notesSlide" Target="../notesSlides/notesSlide15.xml"/><Relationship Id="rId1" Type="http://schemas.openxmlformats.org/officeDocument/2006/relationships/slideLayout" Target="../slideLayouts/slideLayout4.xml"/><Relationship Id="rId5" Type="http://schemas.openxmlformats.org/officeDocument/2006/relationships/image" Target="../media/image3.png"/><Relationship Id="rId4" Type="http://schemas.openxmlformats.org/officeDocument/2006/relationships/hyperlink" Target="https://docs.google.com/spreadsheets/d/1zanMmG2lKotkNUlQUdCGBo8AzqwxXGhQSmCW6x75bcM/copy#gid=0" TargetMode="Externa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6.xml"/></Relationships>
</file>

<file path=ppt/slides/_rels/slide18.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9.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hyperlink" Target="https://www.flaticon.com/packs/education-71/?utm_source=slidesgo_template&amp;utm_medium=referral-link&amp;utm_campaign=sg_resources&amp;utm_content=flaticon" TargetMode="External"/><Relationship Id="rId7" Type="http://schemas.openxmlformats.org/officeDocument/2006/relationships/hyperlink" Target="https://www.freepik.com/free-vector/back-school-pattern-collection_16134245.htm/?utm_source=slidesgo_template&amp;utm_medium=referral-link&amp;utm_campaign=sg_resources&amp;utm_content=freepik" TargetMode="External"/><Relationship Id="rId2" Type="http://schemas.openxmlformats.org/officeDocument/2006/relationships/notesSlide" Target="../notesSlides/notesSlide22.xml"/><Relationship Id="rId1" Type="http://schemas.openxmlformats.org/officeDocument/2006/relationships/slideLayout" Target="../slideLayouts/slideLayout13.xml"/><Relationship Id="rId6" Type="http://schemas.openxmlformats.org/officeDocument/2006/relationships/hyperlink" Target="https://www.freepik.com/free-vector/vuelta-al-cole-background_16134307.htm/?utm_source=slidesgo_template&amp;utm_medium=referral-link&amp;utm_campaign=sg_resources&amp;utm_content=freepik" TargetMode="External"/><Relationship Id="rId5" Type="http://schemas.openxmlformats.org/officeDocument/2006/relationships/hyperlink" Target="https://www.freepik.com/free-photo/woman-teaching-kids-about-planets_13560517.htm/?utm_source=slidesgo_template&amp;utm_medium=referral-link&amp;utm_campaign=sg_resources&amp;utm_content=freepik" TargetMode="External"/><Relationship Id="rId4" Type="http://schemas.openxmlformats.org/officeDocument/2006/relationships/hyperlink" Target="https://www.freepik.com/free-photo/woman-teaching-her-student-origami_13560530.htm/?utm_source=slidesgo_template&amp;utm_medium=referral-link&amp;utm_campaign=sg_resources&amp;utm_content=freepik"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606"/>
        <p:cNvGrpSpPr/>
        <p:nvPr/>
      </p:nvGrpSpPr>
      <p:grpSpPr>
        <a:xfrm>
          <a:off x="0" y="0"/>
          <a:ext cx="0" cy="0"/>
          <a:chOff x="0" y="0"/>
          <a:chExt cx="0" cy="0"/>
        </a:xfrm>
      </p:grpSpPr>
      <p:sp>
        <p:nvSpPr>
          <p:cNvPr id="1607" name="Google Shape;1607;p25"/>
          <p:cNvSpPr txBox="1">
            <a:spLocks noGrp="1"/>
          </p:cNvSpPr>
          <p:nvPr>
            <p:ph type="ctrTitle"/>
          </p:nvPr>
        </p:nvSpPr>
        <p:spPr>
          <a:xfrm>
            <a:off x="1677750" y="1455712"/>
            <a:ext cx="5788500" cy="2334000"/>
          </a:xfrm>
          <a:prstGeom prst="rect">
            <a:avLst/>
          </a:prstGeom>
        </p:spPr>
        <p:txBody>
          <a:bodyPr spcFirstLastPara="1" wrap="square" lIns="91425" tIns="91425" rIns="91425" bIns="91425" anchor="ctr" anchorCtr="0">
            <a:noAutofit/>
          </a:bodyPr>
          <a:lstStyle/>
          <a:p>
            <a:pPr marL="0" lvl="0" indent="0" algn="ctr" rtl="0">
              <a:spcBef>
                <a:spcPts val="0"/>
              </a:spcBef>
              <a:spcAft>
                <a:spcPts val="300"/>
              </a:spcAft>
              <a:buClr>
                <a:schemeClr val="dk1"/>
              </a:buClr>
              <a:buSzPts val="1100"/>
              <a:buFont typeface="Arial"/>
              <a:buNone/>
            </a:pPr>
            <a:r>
              <a:rPr lang="fr" sz="3800" dirty="0">
                <a:solidFill>
                  <a:schemeClr val="lt1"/>
                </a:solidFill>
              </a:rPr>
              <a:t>- Minithème -</a:t>
            </a:r>
            <a:br>
              <a:rPr lang="fr" sz="3600" dirty="0"/>
            </a:br>
            <a:r>
              <a:rPr lang="fr" sz="4500" dirty="0"/>
              <a:t>bloc-notes drôle</a:t>
            </a:r>
            <a:endParaRPr sz="3800" dirty="0">
              <a:solidFill>
                <a:schemeClr val="lt1"/>
              </a:solidFill>
            </a:endParaRPr>
          </a:p>
        </p:txBody>
      </p:sp>
      <p:sp>
        <p:nvSpPr>
          <p:cNvPr id="1608" name="Google Shape;1608;p25"/>
          <p:cNvSpPr txBox="1">
            <a:spLocks noGrp="1"/>
          </p:cNvSpPr>
          <p:nvPr>
            <p:ph type="subTitle" idx="1"/>
          </p:nvPr>
        </p:nvSpPr>
        <p:spPr>
          <a:xfrm>
            <a:off x="2029950" y="3694675"/>
            <a:ext cx="5084100" cy="3660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fr"/>
              <a:t>Ici commence votre présentation</a:t>
            </a:r>
            <a:endParaRPr/>
          </a:p>
        </p:txBody>
      </p:sp>
      <p:grpSp>
        <p:nvGrpSpPr>
          <p:cNvPr id="1609" name="Google Shape;1609;p25"/>
          <p:cNvGrpSpPr/>
          <p:nvPr/>
        </p:nvGrpSpPr>
        <p:grpSpPr>
          <a:xfrm>
            <a:off x="2467826" y="77824"/>
            <a:ext cx="1550870" cy="1232001"/>
            <a:chOff x="1403276" y="1015933"/>
            <a:chExt cx="1236049" cy="981987"/>
          </a:xfrm>
        </p:grpSpPr>
        <p:sp>
          <p:nvSpPr>
            <p:cNvPr id="1610" name="Google Shape;1610;p25"/>
            <p:cNvSpPr/>
            <p:nvPr/>
          </p:nvSpPr>
          <p:spPr>
            <a:xfrm>
              <a:off x="1408115" y="1020273"/>
              <a:ext cx="1227074" cy="973114"/>
            </a:xfrm>
            <a:custGeom>
              <a:avLst/>
              <a:gdLst/>
              <a:ahLst/>
              <a:cxnLst/>
              <a:rect l="l" t="t" r="r" b="b"/>
              <a:pathLst>
                <a:path w="1658208" h="1315019" extrusionOk="0">
                  <a:moveTo>
                    <a:pt x="557490" y="1030365"/>
                  </a:moveTo>
                  <a:cubicBezTo>
                    <a:pt x="604991" y="1030365"/>
                    <a:pt x="645337" y="1066815"/>
                    <a:pt x="649374" y="1114975"/>
                  </a:cubicBezTo>
                  <a:cubicBezTo>
                    <a:pt x="653569" y="1165766"/>
                    <a:pt x="615848" y="1210387"/>
                    <a:pt x="565057" y="1214612"/>
                  </a:cubicBezTo>
                  <a:cubicBezTo>
                    <a:pt x="562472" y="1214825"/>
                    <a:pt x="559903" y="1214930"/>
                    <a:pt x="557355" y="1214930"/>
                  </a:cubicBezTo>
                  <a:cubicBezTo>
                    <a:pt x="509831" y="1214930"/>
                    <a:pt x="469458" y="1178471"/>
                    <a:pt x="465420" y="1130294"/>
                  </a:cubicBezTo>
                  <a:cubicBezTo>
                    <a:pt x="461225" y="1079503"/>
                    <a:pt x="498976" y="1034913"/>
                    <a:pt x="549737" y="1030688"/>
                  </a:cubicBezTo>
                  <a:cubicBezTo>
                    <a:pt x="552339" y="1030471"/>
                    <a:pt x="554925" y="1030365"/>
                    <a:pt x="557490" y="1030365"/>
                  </a:cubicBezTo>
                  <a:close/>
                  <a:moveTo>
                    <a:pt x="1039862" y="1"/>
                  </a:moveTo>
                  <a:cubicBezTo>
                    <a:pt x="918862" y="1"/>
                    <a:pt x="796946" y="22561"/>
                    <a:pt x="685697" y="59367"/>
                  </a:cubicBezTo>
                  <a:cubicBezTo>
                    <a:pt x="264595" y="198731"/>
                    <a:pt x="1" y="543629"/>
                    <a:pt x="94683" y="829652"/>
                  </a:cubicBezTo>
                  <a:cubicBezTo>
                    <a:pt x="142009" y="972663"/>
                    <a:pt x="462137" y="913543"/>
                    <a:pt x="400464" y="1078044"/>
                  </a:cubicBezTo>
                  <a:cubicBezTo>
                    <a:pt x="382257" y="1126556"/>
                    <a:pt x="362773" y="1192210"/>
                    <a:pt x="389977" y="1241390"/>
                  </a:cubicBezTo>
                  <a:cubicBezTo>
                    <a:pt x="419841" y="1295337"/>
                    <a:pt x="478283" y="1315018"/>
                    <a:pt x="548479" y="1315018"/>
                  </a:cubicBezTo>
                  <a:cubicBezTo>
                    <a:pt x="702340" y="1315018"/>
                    <a:pt x="912671" y="1220461"/>
                    <a:pt x="1002299" y="1184915"/>
                  </a:cubicBezTo>
                  <a:cubicBezTo>
                    <a:pt x="1249993" y="1086737"/>
                    <a:pt x="1537081" y="917130"/>
                    <a:pt x="1623010" y="647612"/>
                  </a:cubicBezTo>
                  <a:cubicBezTo>
                    <a:pt x="1658208" y="537307"/>
                    <a:pt x="1654712" y="424691"/>
                    <a:pt x="1617356" y="325784"/>
                  </a:cubicBezTo>
                  <a:cubicBezTo>
                    <a:pt x="1578145" y="221983"/>
                    <a:pt x="1501609" y="133319"/>
                    <a:pt x="1393370" y="78425"/>
                  </a:cubicBezTo>
                  <a:cubicBezTo>
                    <a:pt x="1284554" y="23244"/>
                    <a:pt x="1162680" y="1"/>
                    <a:pt x="1039862"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1" name="Google Shape;1611;p25"/>
            <p:cNvSpPr/>
            <p:nvPr/>
          </p:nvSpPr>
          <p:spPr>
            <a:xfrm>
              <a:off x="1403276" y="1015933"/>
              <a:ext cx="1236049" cy="981987"/>
            </a:xfrm>
            <a:custGeom>
              <a:avLst/>
              <a:gdLst/>
              <a:ahLst/>
              <a:cxnLst/>
              <a:rect l="l" t="t" r="r" b="b"/>
              <a:pathLst>
                <a:path w="1670336" h="1327010" extrusionOk="0">
                  <a:moveTo>
                    <a:pt x="564023" y="1042143"/>
                  </a:moveTo>
                  <a:cubicBezTo>
                    <a:pt x="608401" y="1042143"/>
                    <a:pt x="646244" y="1076307"/>
                    <a:pt x="649982" y="1121384"/>
                  </a:cubicBezTo>
                  <a:cubicBezTo>
                    <a:pt x="651867" y="1144363"/>
                    <a:pt x="644724" y="1166704"/>
                    <a:pt x="629830" y="1184303"/>
                  </a:cubicBezTo>
                  <a:cubicBezTo>
                    <a:pt x="614936" y="1201871"/>
                    <a:pt x="594084" y="1212631"/>
                    <a:pt x="571105" y="1214546"/>
                  </a:cubicBezTo>
                  <a:cubicBezTo>
                    <a:pt x="568662" y="1214750"/>
                    <a:pt x="566226" y="1214851"/>
                    <a:pt x="563802" y="1214851"/>
                  </a:cubicBezTo>
                  <a:cubicBezTo>
                    <a:pt x="543404" y="1214851"/>
                    <a:pt x="523889" y="1207706"/>
                    <a:pt x="508186" y="1194394"/>
                  </a:cubicBezTo>
                  <a:cubicBezTo>
                    <a:pt x="490587" y="1179500"/>
                    <a:pt x="479827" y="1158649"/>
                    <a:pt x="477943" y="1135670"/>
                  </a:cubicBezTo>
                  <a:cubicBezTo>
                    <a:pt x="473991" y="1088222"/>
                    <a:pt x="509341" y="1046428"/>
                    <a:pt x="556819" y="1042447"/>
                  </a:cubicBezTo>
                  <a:cubicBezTo>
                    <a:pt x="559251" y="1042264"/>
                    <a:pt x="561622" y="1042143"/>
                    <a:pt x="564023" y="1042143"/>
                  </a:cubicBezTo>
                  <a:close/>
                  <a:moveTo>
                    <a:pt x="564002" y="1030254"/>
                  </a:moveTo>
                  <a:cubicBezTo>
                    <a:pt x="561293" y="1030254"/>
                    <a:pt x="558563" y="1030365"/>
                    <a:pt x="555816" y="1030592"/>
                  </a:cubicBezTo>
                  <a:cubicBezTo>
                    <a:pt x="501864" y="1035091"/>
                    <a:pt x="461590" y="1082660"/>
                    <a:pt x="466088" y="1136643"/>
                  </a:cubicBezTo>
                  <a:cubicBezTo>
                    <a:pt x="468246" y="1162783"/>
                    <a:pt x="480465" y="1186522"/>
                    <a:pt x="500496" y="1203482"/>
                  </a:cubicBezTo>
                  <a:cubicBezTo>
                    <a:pt x="518399" y="1218589"/>
                    <a:pt x="540618" y="1226735"/>
                    <a:pt x="563810" y="1226735"/>
                  </a:cubicBezTo>
                  <a:cubicBezTo>
                    <a:pt x="566546" y="1226735"/>
                    <a:pt x="569312" y="1226613"/>
                    <a:pt x="572108" y="1226401"/>
                  </a:cubicBezTo>
                  <a:cubicBezTo>
                    <a:pt x="598249" y="1224212"/>
                    <a:pt x="622018" y="1211993"/>
                    <a:pt x="638949" y="1191962"/>
                  </a:cubicBezTo>
                  <a:cubicBezTo>
                    <a:pt x="655909" y="1171932"/>
                    <a:pt x="664025" y="1146491"/>
                    <a:pt x="661867" y="1120351"/>
                  </a:cubicBezTo>
                  <a:cubicBezTo>
                    <a:pt x="657597" y="1069141"/>
                    <a:pt x="614578" y="1030254"/>
                    <a:pt x="564002" y="1030254"/>
                  </a:cubicBezTo>
                  <a:close/>
                  <a:moveTo>
                    <a:pt x="1044853" y="11854"/>
                  </a:moveTo>
                  <a:cubicBezTo>
                    <a:pt x="1174369" y="11854"/>
                    <a:pt x="1295192" y="37842"/>
                    <a:pt x="1397261" y="89606"/>
                  </a:cubicBezTo>
                  <a:cubicBezTo>
                    <a:pt x="1500059" y="141735"/>
                    <a:pt x="1578601" y="228423"/>
                    <a:pt x="1618389" y="333743"/>
                  </a:cubicBezTo>
                  <a:cubicBezTo>
                    <a:pt x="1656354" y="434201"/>
                    <a:pt x="1658238" y="544111"/>
                    <a:pt x="1623982" y="651651"/>
                  </a:cubicBezTo>
                  <a:cubicBezTo>
                    <a:pt x="1536777" y="924968"/>
                    <a:pt x="1240176" y="1092691"/>
                    <a:pt x="1006706" y="1185245"/>
                  </a:cubicBezTo>
                  <a:cubicBezTo>
                    <a:pt x="996037" y="1189470"/>
                    <a:pt x="983636" y="1194516"/>
                    <a:pt x="969867" y="1200169"/>
                  </a:cubicBezTo>
                  <a:cubicBezTo>
                    <a:pt x="866144" y="1242611"/>
                    <a:pt x="688269" y="1315400"/>
                    <a:pt x="555123" y="1315400"/>
                  </a:cubicBezTo>
                  <a:cubicBezTo>
                    <a:pt x="486974" y="1315400"/>
                    <a:pt x="430543" y="1296331"/>
                    <a:pt x="401771" y="1244364"/>
                  </a:cubicBezTo>
                  <a:cubicBezTo>
                    <a:pt x="376117" y="1198042"/>
                    <a:pt x="394050" y="1135396"/>
                    <a:pt x="412592" y="1086004"/>
                  </a:cubicBezTo>
                  <a:cubicBezTo>
                    <a:pt x="423261" y="1057584"/>
                    <a:pt x="423595" y="1034057"/>
                    <a:pt x="413686" y="1014179"/>
                  </a:cubicBezTo>
                  <a:cubicBezTo>
                    <a:pt x="393929" y="974604"/>
                    <a:pt x="336694" y="957704"/>
                    <a:pt x="276115" y="939831"/>
                  </a:cubicBezTo>
                  <a:cubicBezTo>
                    <a:pt x="203044" y="918281"/>
                    <a:pt x="127511" y="896001"/>
                    <a:pt x="106872" y="833629"/>
                  </a:cubicBezTo>
                  <a:cubicBezTo>
                    <a:pt x="13405" y="551193"/>
                    <a:pt x="276814" y="209000"/>
                    <a:pt x="694117" y="70913"/>
                  </a:cubicBezTo>
                  <a:cubicBezTo>
                    <a:pt x="813207" y="31459"/>
                    <a:pt x="932297" y="11854"/>
                    <a:pt x="1044853" y="11854"/>
                  </a:cubicBezTo>
                  <a:close/>
                  <a:moveTo>
                    <a:pt x="1044770" y="1"/>
                  </a:moveTo>
                  <a:cubicBezTo>
                    <a:pt x="930964" y="1"/>
                    <a:pt x="810595" y="19816"/>
                    <a:pt x="690317" y="59636"/>
                  </a:cubicBezTo>
                  <a:cubicBezTo>
                    <a:pt x="266844" y="199820"/>
                    <a:pt x="1" y="548731"/>
                    <a:pt x="95565" y="837398"/>
                  </a:cubicBezTo>
                  <a:cubicBezTo>
                    <a:pt x="118149" y="905636"/>
                    <a:pt x="200217" y="929892"/>
                    <a:pt x="272680" y="951229"/>
                  </a:cubicBezTo>
                  <a:cubicBezTo>
                    <a:pt x="330736" y="968373"/>
                    <a:pt x="385570" y="984513"/>
                    <a:pt x="403017" y="1019498"/>
                  </a:cubicBezTo>
                  <a:cubicBezTo>
                    <a:pt x="411376" y="1036276"/>
                    <a:pt x="410829" y="1056672"/>
                    <a:pt x="401406" y="1081809"/>
                  </a:cubicBezTo>
                  <a:cubicBezTo>
                    <a:pt x="381983" y="1133603"/>
                    <a:pt x="363290" y="1199561"/>
                    <a:pt x="391315" y="1250140"/>
                  </a:cubicBezTo>
                  <a:cubicBezTo>
                    <a:pt x="422531" y="1306523"/>
                    <a:pt x="482836" y="1327010"/>
                    <a:pt x="555056" y="1327010"/>
                  </a:cubicBezTo>
                  <a:cubicBezTo>
                    <a:pt x="691320" y="1327010"/>
                    <a:pt x="869774" y="1253969"/>
                    <a:pt x="974213" y="1211233"/>
                  </a:cubicBezTo>
                  <a:cubicBezTo>
                    <a:pt x="987982" y="1205610"/>
                    <a:pt x="1000323" y="1200564"/>
                    <a:pt x="1010962" y="1196339"/>
                  </a:cubicBezTo>
                  <a:cubicBezTo>
                    <a:pt x="1246832" y="1102873"/>
                    <a:pt x="1546564" y="933083"/>
                    <a:pt x="1635168" y="655298"/>
                  </a:cubicBezTo>
                  <a:cubicBezTo>
                    <a:pt x="1670336" y="545205"/>
                    <a:pt x="1668299" y="432529"/>
                    <a:pt x="1629393" y="329579"/>
                  </a:cubicBezTo>
                  <a:cubicBezTo>
                    <a:pt x="1588571" y="221493"/>
                    <a:pt x="1508023" y="132464"/>
                    <a:pt x="1402549" y="78998"/>
                  </a:cubicBezTo>
                  <a:cubicBezTo>
                    <a:pt x="1298879" y="26430"/>
                    <a:pt x="1176202" y="1"/>
                    <a:pt x="1044770" y="1"/>
                  </a:cubicBezTo>
                  <a:close/>
                </a:path>
              </a:pathLst>
            </a:custGeom>
            <a:solidFill>
              <a:schemeClr val="dk1"/>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2" name="Google Shape;1612;p25"/>
            <p:cNvSpPr/>
            <p:nvPr/>
          </p:nvSpPr>
          <p:spPr>
            <a:xfrm>
              <a:off x="2066770" y="1071367"/>
              <a:ext cx="196520" cy="196542"/>
            </a:xfrm>
            <a:custGeom>
              <a:avLst/>
              <a:gdLst/>
              <a:ahLst/>
              <a:cxnLst/>
              <a:rect l="l" t="t" r="r" b="b"/>
              <a:pathLst>
                <a:path w="265568" h="265597" extrusionOk="0">
                  <a:moveTo>
                    <a:pt x="132769" y="0"/>
                  </a:moveTo>
                  <a:cubicBezTo>
                    <a:pt x="97571" y="0"/>
                    <a:pt x="63801" y="13982"/>
                    <a:pt x="38876" y="38907"/>
                  </a:cubicBezTo>
                  <a:cubicBezTo>
                    <a:pt x="13982" y="63801"/>
                    <a:pt x="0" y="97570"/>
                    <a:pt x="0" y="132799"/>
                  </a:cubicBezTo>
                  <a:cubicBezTo>
                    <a:pt x="0" y="167997"/>
                    <a:pt x="13982" y="201797"/>
                    <a:pt x="38876" y="226690"/>
                  </a:cubicBezTo>
                  <a:cubicBezTo>
                    <a:pt x="63801" y="251584"/>
                    <a:pt x="97571" y="265597"/>
                    <a:pt x="132769" y="265597"/>
                  </a:cubicBezTo>
                  <a:cubicBezTo>
                    <a:pt x="167997" y="265597"/>
                    <a:pt x="201767" y="251584"/>
                    <a:pt x="226692" y="226690"/>
                  </a:cubicBezTo>
                  <a:cubicBezTo>
                    <a:pt x="251586" y="201797"/>
                    <a:pt x="265568" y="167997"/>
                    <a:pt x="265568" y="132799"/>
                  </a:cubicBezTo>
                  <a:cubicBezTo>
                    <a:pt x="265568" y="97570"/>
                    <a:pt x="251586" y="63801"/>
                    <a:pt x="226692" y="38907"/>
                  </a:cubicBezTo>
                  <a:cubicBezTo>
                    <a:pt x="201767" y="13982"/>
                    <a:pt x="167997" y="0"/>
                    <a:pt x="13276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3" name="Google Shape;1613;p25"/>
            <p:cNvSpPr/>
            <p:nvPr/>
          </p:nvSpPr>
          <p:spPr>
            <a:xfrm>
              <a:off x="2058014" y="1066949"/>
              <a:ext cx="211636" cy="205321"/>
            </a:xfrm>
            <a:custGeom>
              <a:avLst/>
              <a:gdLst/>
              <a:ahLst/>
              <a:cxnLst/>
              <a:rect l="l" t="t" r="r" b="b"/>
              <a:pathLst>
                <a:path w="285994" h="277461" extrusionOk="0">
                  <a:moveTo>
                    <a:pt x="144806" y="11894"/>
                  </a:moveTo>
                  <a:cubicBezTo>
                    <a:pt x="174745" y="11894"/>
                    <a:pt x="203409" y="22381"/>
                    <a:pt x="226509" y="41895"/>
                  </a:cubicBezTo>
                  <a:cubicBezTo>
                    <a:pt x="252406" y="63810"/>
                    <a:pt x="268151" y="94449"/>
                    <a:pt x="270978" y="128218"/>
                  </a:cubicBezTo>
                  <a:cubicBezTo>
                    <a:pt x="276784" y="197915"/>
                    <a:pt x="224777" y="259345"/>
                    <a:pt x="155079" y="265120"/>
                  </a:cubicBezTo>
                  <a:cubicBezTo>
                    <a:pt x="151514" y="265417"/>
                    <a:pt x="147970" y="265562"/>
                    <a:pt x="144454" y="265562"/>
                  </a:cubicBezTo>
                  <a:cubicBezTo>
                    <a:pt x="79196" y="265562"/>
                    <a:pt x="23687" y="215356"/>
                    <a:pt x="18207" y="149222"/>
                  </a:cubicBezTo>
                  <a:cubicBezTo>
                    <a:pt x="12372" y="79555"/>
                    <a:pt x="64409" y="18126"/>
                    <a:pt x="134076" y="12350"/>
                  </a:cubicBezTo>
                  <a:cubicBezTo>
                    <a:pt x="137663" y="12046"/>
                    <a:pt x="141219" y="11894"/>
                    <a:pt x="144806" y="11894"/>
                  </a:cubicBezTo>
                  <a:close/>
                  <a:moveTo>
                    <a:pt x="144932" y="0"/>
                  </a:moveTo>
                  <a:cubicBezTo>
                    <a:pt x="141016" y="0"/>
                    <a:pt x="137081" y="165"/>
                    <a:pt x="133134" y="496"/>
                  </a:cubicBezTo>
                  <a:cubicBezTo>
                    <a:pt x="56871" y="6788"/>
                    <a:pt x="0" y="73962"/>
                    <a:pt x="6353" y="150225"/>
                  </a:cubicBezTo>
                  <a:cubicBezTo>
                    <a:pt x="12341" y="222566"/>
                    <a:pt x="73133" y="277461"/>
                    <a:pt x="144502" y="277461"/>
                  </a:cubicBezTo>
                  <a:cubicBezTo>
                    <a:pt x="148331" y="277461"/>
                    <a:pt x="152161" y="277309"/>
                    <a:pt x="156143" y="277035"/>
                  </a:cubicBezTo>
                  <a:cubicBezTo>
                    <a:pt x="193044" y="273965"/>
                    <a:pt x="226600" y="256670"/>
                    <a:pt x="250522" y="228402"/>
                  </a:cubicBezTo>
                  <a:cubicBezTo>
                    <a:pt x="274474" y="200104"/>
                    <a:pt x="285994" y="164207"/>
                    <a:pt x="282893" y="127276"/>
                  </a:cubicBezTo>
                  <a:cubicBezTo>
                    <a:pt x="279823" y="90345"/>
                    <a:pt x="262528" y="56789"/>
                    <a:pt x="234260" y="32867"/>
                  </a:cubicBezTo>
                  <a:cubicBezTo>
                    <a:pt x="208986" y="11476"/>
                    <a:pt x="177651" y="0"/>
                    <a:pt x="14493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4" name="Google Shape;1614;p25"/>
            <p:cNvSpPr/>
            <p:nvPr/>
          </p:nvSpPr>
          <p:spPr>
            <a:xfrm>
              <a:off x="1568435" y="1403371"/>
              <a:ext cx="196543" cy="196542"/>
            </a:xfrm>
            <a:custGeom>
              <a:avLst/>
              <a:gdLst/>
              <a:ahLst/>
              <a:cxnLst/>
              <a:rect l="l" t="t" r="r" b="b"/>
              <a:pathLst>
                <a:path w="265598" h="265597" extrusionOk="0">
                  <a:moveTo>
                    <a:pt x="132799" y="0"/>
                  </a:moveTo>
                  <a:cubicBezTo>
                    <a:pt x="97570" y="0"/>
                    <a:pt x="63801" y="14013"/>
                    <a:pt x="38907" y="38907"/>
                  </a:cubicBezTo>
                  <a:cubicBezTo>
                    <a:pt x="14013" y="63801"/>
                    <a:pt x="0" y="97570"/>
                    <a:pt x="0" y="132799"/>
                  </a:cubicBezTo>
                  <a:cubicBezTo>
                    <a:pt x="0" y="168027"/>
                    <a:pt x="14013" y="201797"/>
                    <a:pt x="38907" y="226691"/>
                  </a:cubicBezTo>
                  <a:cubicBezTo>
                    <a:pt x="63801" y="251585"/>
                    <a:pt x="97570" y="265597"/>
                    <a:pt x="132799" y="265597"/>
                  </a:cubicBezTo>
                  <a:cubicBezTo>
                    <a:pt x="168028" y="265597"/>
                    <a:pt x="201797" y="251585"/>
                    <a:pt x="226691" y="226691"/>
                  </a:cubicBezTo>
                  <a:cubicBezTo>
                    <a:pt x="251585" y="201797"/>
                    <a:pt x="265598" y="168027"/>
                    <a:pt x="265598" y="132799"/>
                  </a:cubicBezTo>
                  <a:cubicBezTo>
                    <a:pt x="265598" y="97570"/>
                    <a:pt x="251585" y="63801"/>
                    <a:pt x="226691" y="38907"/>
                  </a:cubicBezTo>
                  <a:cubicBezTo>
                    <a:pt x="201797" y="14013"/>
                    <a:pt x="168028" y="0"/>
                    <a:pt x="13279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5" name="Google Shape;1615;p25"/>
            <p:cNvSpPr/>
            <p:nvPr/>
          </p:nvSpPr>
          <p:spPr>
            <a:xfrm>
              <a:off x="1559680" y="1398987"/>
              <a:ext cx="211613" cy="205332"/>
            </a:xfrm>
            <a:custGeom>
              <a:avLst/>
              <a:gdLst/>
              <a:ahLst/>
              <a:cxnLst/>
              <a:rect l="l" t="t" r="r" b="b"/>
              <a:pathLst>
                <a:path w="285963" h="277475" extrusionOk="0">
                  <a:moveTo>
                    <a:pt x="144836" y="11878"/>
                  </a:moveTo>
                  <a:cubicBezTo>
                    <a:pt x="174776" y="11878"/>
                    <a:pt x="203439" y="22334"/>
                    <a:pt x="226539" y="41909"/>
                  </a:cubicBezTo>
                  <a:cubicBezTo>
                    <a:pt x="252437" y="63824"/>
                    <a:pt x="268212" y="94432"/>
                    <a:pt x="271008" y="128232"/>
                  </a:cubicBezTo>
                  <a:cubicBezTo>
                    <a:pt x="276814" y="197899"/>
                    <a:pt x="224807" y="259328"/>
                    <a:pt x="155110" y="265103"/>
                  </a:cubicBezTo>
                  <a:cubicBezTo>
                    <a:pt x="151533" y="265403"/>
                    <a:pt x="147978" y="265550"/>
                    <a:pt x="144452" y="265550"/>
                  </a:cubicBezTo>
                  <a:cubicBezTo>
                    <a:pt x="79282" y="265550"/>
                    <a:pt x="23716" y="215326"/>
                    <a:pt x="18238" y="149236"/>
                  </a:cubicBezTo>
                  <a:cubicBezTo>
                    <a:pt x="12402" y="79538"/>
                    <a:pt x="64439" y="18109"/>
                    <a:pt x="134106" y="12334"/>
                  </a:cubicBezTo>
                  <a:cubicBezTo>
                    <a:pt x="137693" y="12030"/>
                    <a:pt x="141249" y="11878"/>
                    <a:pt x="144836" y="11878"/>
                  </a:cubicBezTo>
                  <a:close/>
                  <a:moveTo>
                    <a:pt x="144769" y="0"/>
                  </a:moveTo>
                  <a:cubicBezTo>
                    <a:pt x="140907" y="0"/>
                    <a:pt x="137026" y="159"/>
                    <a:pt x="133133" y="480"/>
                  </a:cubicBezTo>
                  <a:cubicBezTo>
                    <a:pt x="56871" y="6832"/>
                    <a:pt x="0" y="74006"/>
                    <a:pt x="6323" y="150208"/>
                  </a:cubicBezTo>
                  <a:cubicBezTo>
                    <a:pt x="9423" y="187108"/>
                    <a:pt x="26688" y="220665"/>
                    <a:pt x="54956" y="244586"/>
                  </a:cubicBezTo>
                  <a:cubicBezTo>
                    <a:pt x="80245" y="265985"/>
                    <a:pt x="111613" y="277474"/>
                    <a:pt x="144380" y="277474"/>
                  </a:cubicBezTo>
                  <a:cubicBezTo>
                    <a:pt x="148271" y="277474"/>
                    <a:pt x="152192" y="277322"/>
                    <a:pt x="156143" y="277019"/>
                  </a:cubicBezTo>
                  <a:cubicBezTo>
                    <a:pt x="193043" y="273918"/>
                    <a:pt x="226600" y="256654"/>
                    <a:pt x="250522" y="228386"/>
                  </a:cubicBezTo>
                  <a:cubicBezTo>
                    <a:pt x="274473" y="200057"/>
                    <a:pt x="285963" y="164160"/>
                    <a:pt x="282893" y="127229"/>
                  </a:cubicBezTo>
                  <a:cubicBezTo>
                    <a:pt x="279823" y="90329"/>
                    <a:pt x="262528" y="56803"/>
                    <a:pt x="234260" y="32851"/>
                  </a:cubicBezTo>
                  <a:cubicBezTo>
                    <a:pt x="208944" y="11451"/>
                    <a:pt x="177547" y="0"/>
                    <a:pt x="14476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6" name="Google Shape;1616;p25"/>
            <p:cNvSpPr/>
            <p:nvPr/>
          </p:nvSpPr>
          <p:spPr>
            <a:xfrm>
              <a:off x="1759972" y="1157795"/>
              <a:ext cx="196520" cy="196520"/>
            </a:xfrm>
            <a:custGeom>
              <a:avLst/>
              <a:gdLst/>
              <a:ahLst/>
              <a:cxnLst/>
              <a:rect l="l" t="t" r="r" b="b"/>
              <a:pathLst>
                <a:path w="265568" h="265567" extrusionOk="0">
                  <a:moveTo>
                    <a:pt x="132769" y="0"/>
                  </a:moveTo>
                  <a:cubicBezTo>
                    <a:pt x="59424" y="0"/>
                    <a:pt x="1" y="59454"/>
                    <a:pt x="1" y="132768"/>
                  </a:cubicBezTo>
                  <a:cubicBezTo>
                    <a:pt x="1" y="206113"/>
                    <a:pt x="59424" y="265566"/>
                    <a:pt x="132769" y="265566"/>
                  </a:cubicBezTo>
                  <a:cubicBezTo>
                    <a:pt x="206114" y="265566"/>
                    <a:pt x="265568" y="206113"/>
                    <a:pt x="265568" y="132768"/>
                  </a:cubicBezTo>
                  <a:cubicBezTo>
                    <a:pt x="265568" y="59454"/>
                    <a:pt x="206114" y="0"/>
                    <a:pt x="13276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7" name="Google Shape;1617;p25"/>
            <p:cNvSpPr/>
            <p:nvPr/>
          </p:nvSpPr>
          <p:spPr>
            <a:xfrm>
              <a:off x="1753625" y="1153338"/>
              <a:ext cx="209184" cy="205360"/>
            </a:xfrm>
            <a:custGeom>
              <a:avLst/>
              <a:gdLst/>
              <a:ahLst/>
              <a:cxnLst/>
              <a:rect l="l" t="t" r="r" b="b"/>
              <a:pathLst>
                <a:path w="282681" h="277513" extrusionOk="0">
                  <a:moveTo>
                    <a:pt x="141523" y="11946"/>
                  </a:moveTo>
                  <a:cubicBezTo>
                    <a:pt x="171463" y="11946"/>
                    <a:pt x="200217" y="22433"/>
                    <a:pt x="223227" y="41947"/>
                  </a:cubicBezTo>
                  <a:cubicBezTo>
                    <a:pt x="249094" y="63862"/>
                    <a:pt x="264869" y="94501"/>
                    <a:pt x="267696" y="128270"/>
                  </a:cubicBezTo>
                  <a:cubicBezTo>
                    <a:pt x="273502" y="197967"/>
                    <a:pt x="221494" y="259397"/>
                    <a:pt x="151797" y="265172"/>
                  </a:cubicBezTo>
                  <a:cubicBezTo>
                    <a:pt x="148234" y="265469"/>
                    <a:pt x="144693" y="265614"/>
                    <a:pt x="141180" y="265614"/>
                  </a:cubicBezTo>
                  <a:cubicBezTo>
                    <a:pt x="75965" y="265614"/>
                    <a:pt x="20375" y="215408"/>
                    <a:pt x="14895" y="149274"/>
                  </a:cubicBezTo>
                  <a:cubicBezTo>
                    <a:pt x="12098" y="115535"/>
                    <a:pt x="22615" y="82707"/>
                    <a:pt x="44500" y="56841"/>
                  </a:cubicBezTo>
                  <a:cubicBezTo>
                    <a:pt x="66416" y="30974"/>
                    <a:pt x="97054" y="15199"/>
                    <a:pt x="130824" y="12402"/>
                  </a:cubicBezTo>
                  <a:cubicBezTo>
                    <a:pt x="134380" y="12098"/>
                    <a:pt x="137967" y="11946"/>
                    <a:pt x="141523" y="11946"/>
                  </a:cubicBezTo>
                  <a:close/>
                  <a:moveTo>
                    <a:pt x="141544" y="0"/>
                  </a:moveTo>
                  <a:cubicBezTo>
                    <a:pt x="137654" y="0"/>
                    <a:pt x="133744" y="162"/>
                    <a:pt x="129821" y="487"/>
                  </a:cubicBezTo>
                  <a:cubicBezTo>
                    <a:pt x="92951" y="3588"/>
                    <a:pt x="59394" y="20852"/>
                    <a:pt x="35442" y="49120"/>
                  </a:cubicBezTo>
                  <a:cubicBezTo>
                    <a:pt x="11521" y="77449"/>
                    <a:pt x="1" y="113346"/>
                    <a:pt x="3071" y="150277"/>
                  </a:cubicBezTo>
                  <a:cubicBezTo>
                    <a:pt x="9089" y="222618"/>
                    <a:pt x="69881" y="277513"/>
                    <a:pt x="141219" y="277513"/>
                  </a:cubicBezTo>
                  <a:cubicBezTo>
                    <a:pt x="145080" y="277513"/>
                    <a:pt x="148940" y="277361"/>
                    <a:pt x="152861" y="277026"/>
                  </a:cubicBezTo>
                  <a:cubicBezTo>
                    <a:pt x="189761" y="273956"/>
                    <a:pt x="223288" y="256661"/>
                    <a:pt x="247240" y="228393"/>
                  </a:cubicBezTo>
                  <a:cubicBezTo>
                    <a:pt x="271161" y="200095"/>
                    <a:pt x="282681" y="164167"/>
                    <a:pt x="279611" y="127237"/>
                  </a:cubicBezTo>
                  <a:cubicBezTo>
                    <a:pt x="276541" y="90367"/>
                    <a:pt x="259246" y="56810"/>
                    <a:pt x="230978" y="32859"/>
                  </a:cubicBezTo>
                  <a:cubicBezTo>
                    <a:pt x="205681" y="11474"/>
                    <a:pt x="174335" y="0"/>
                    <a:pt x="14154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8" name="Google Shape;1618;p25"/>
            <p:cNvSpPr/>
            <p:nvPr/>
          </p:nvSpPr>
          <p:spPr>
            <a:xfrm>
              <a:off x="2244960" y="1495470"/>
              <a:ext cx="196543" cy="196542"/>
            </a:xfrm>
            <a:custGeom>
              <a:avLst/>
              <a:gdLst/>
              <a:ahLst/>
              <a:cxnLst/>
              <a:rect l="l" t="t" r="r" b="b"/>
              <a:pathLst>
                <a:path w="265598" h="265597" extrusionOk="0">
                  <a:moveTo>
                    <a:pt x="132799" y="0"/>
                  </a:moveTo>
                  <a:cubicBezTo>
                    <a:pt x="97601" y="0"/>
                    <a:pt x="63801" y="14012"/>
                    <a:pt x="38907" y="38906"/>
                  </a:cubicBezTo>
                  <a:cubicBezTo>
                    <a:pt x="14013" y="63800"/>
                    <a:pt x="0" y="97570"/>
                    <a:pt x="0" y="132798"/>
                  </a:cubicBezTo>
                  <a:cubicBezTo>
                    <a:pt x="0" y="168027"/>
                    <a:pt x="14013" y="201796"/>
                    <a:pt x="38907" y="226690"/>
                  </a:cubicBezTo>
                  <a:cubicBezTo>
                    <a:pt x="63801" y="251584"/>
                    <a:pt x="97601" y="265597"/>
                    <a:pt x="132799" y="265597"/>
                  </a:cubicBezTo>
                  <a:cubicBezTo>
                    <a:pt x="168028" y="265597"/>
                    <a:pt x="201797" y="251584"/>
                    <a:pt x="226691" y="226690"/>
                  </a:cubicBezTo>
                  <a:cubicBezTo>
                    <a:pt x="251616" y="201796"/>
                    <a:pt x="265598" y="168027"/>
                    <a:pt x="265598" y="132798"/>
                  </a:cubicBezTo>
                  <a:cubicBezTo>
                    <a:pt x="265598" y="97570"/>
                    <a:pt x="251616" y="63800"/>
                    <a:pt x="226691" y="38906"/>
                  </a:cubicBezTo>
                  <a:cubicBezTo>
                    <a:pt x="201797" y="14012"/>
                    <a:pt x="168028" y="0"/>
                    <a:pt x="132799"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9" name="Google Shape;1619;p25"/>
            <p:cNvSpPr/>
            <p:nvPr/>
          </p:nvSpPr>
          <p:spPr>
            <a:xfrm>
              <a:off x="2238613" y="1491064"/>
              <a:ext cx="209184" cy="205354"/>
            </a:xfrm>
            <a:custGeom>
              <a:avLst/>
              <a:gdLst/>
              <a:ahLst/>
              <a:cxnLst/>
              <a:rect l="l" t="t" r="r" b="b"/>
              <a:pathLst>
                <a:path w="282681" h="277506" extrusionOk="0">
                  <a:moveTo>
                    <a:pt x="141553" y="11939"/>
                  </a:moveTo>
                  <a:cubicBezTo>
                    <a:pt x="171493" y="11939"/>
                    <a:pt x="200187" y="22365"/>
                    <a:pt x="223257" y="41939"/>
                  </a:cubicBezTo>
                  <a:cubicBezTo>
                    <a:pt x="249124" y="63855"/>
                    <a:pt x="264899" y="94493"/>
                    <a:pt x="267696" y="128263"/>
                  </a:cubicBezTo>
                  <a:cubicBezTo>
                    <a:pt x="273532" y="197960"/>
                    <a:pt x="221494" y="259389"/>
                    <a:pt x="151827" y="265165"/>
                  </a:cubicBezTo>
                  <a:cubicBezTo>
                    <a:pt x="148232" y="265467"/>
                    <a:pt x="144659" y="265616"/>
                    <a:pt x="141115" y="265616"/>
                  </a:cubicBezTo>
                  <a:cubicBezTo>
                    <a:pt x="75941" y="265616"/>
                    <a:pt x="20402" y="215397"/>
                    <a:pt x="14925" y="149266"/>
                  </a:cubicBezTo>
                  <a:cubicBezTo>
                    <a:pt x="12098" y="115527"/>
                    <a:pt x="22645" y="82700"/>
                    <a:pt x="44530" y="56833"/>
                  </a:cubicBezTo>
                  <a:cubicBezTo>
                    <a:pt x="66446" y="30967"/>
                    <a:pt x="97054" y="15191"/>
                    <a:pt x="130854" y="12395"/>
                  </a:cubicBezTo>
                  <a:cubicBezTo>
                    <a:pt x="134410" y="12091"/>
                    <a:pt x="137997" y="11939"/>
                    <a:pt x="141553" y="11939"/>
                  </a:cubicBezTo>
                  <a:close/>
                  <a:moveTo>
                    <a:pt x="141456" y="1"/>
                  </a:moveTo>
                  <a:cubicBezTo>
                    <a:pt x="137594" y="1"/>
                    <a:pt x="133713" y="160"/>
                    <a:pt x="129821" y="480"/>
                  </a:cubicBezTo>
                  <a:cubicBezTo>
                    <a:pt x="92920" y="3580"/>
                    <a:pt x="59363" y="20845"/>
                    <a:pt x="35442" y="49113"/>
                  </a:cubicBezTo>
                  <a:cubicBezTo>
                    <a:pt x="11490" y="77441"/>
                    <a:pt x="1" y="113339"/>
                    <a:pt x="3071" y="150269"/>
                  </a:cubicBezTo>
                  <a:cubicBezTo>
                    <a:pt x="6141" y="187169"/>
                    <a:pt x="23436" y="220696"/>
                    <a:pt x="51704" y="244648"/>
                  </a:cubicBezTo>
                  <a:cubicBezTo>
                    <a:pt x="76963" y="266046"/>
                    <a:pt x="108361" y="277505"/>
                    <a:pt x="141097" y="277505"/>
                  </a:cubicBezTo>
                  <a:cubicBezTo>
                    <a:pt x="145018" y="277505"/>
                    <a:pt x="148940" y="277353"/>
                    <a:pt x="152830" y="277019"/>
                  </a:cubicBezTo>
                  <a:cubicBezTo>
                    <a:pt x="189731" y="273949"/>
                    <a:pt x="223287" y="256654"/>
                    <a:pt x="247209" y="228386"/>
                  </a:cubicBezTo>
                  <a:cubicBezTo>
                    <a:pt x="271161" y="200088"/>
                    <a:pt x="282681" y="164130"/>
                    <a:pt x="279580" y="127229"/>
                  </a:cubicBezTo>
                  <a:cubicBezTo>
                    <a:pt x="276510" y="90360"/>
                    <a:pt x="259215" y="56803"/>
                    <a:pt x="230947" y="32851"/>
                  </a:cubicBezTo>
                  <a:cubicBezTo>
                    <a:pt x="205632" y="11451"/>
                    <a:pt x="174234" y="1"/>
                    <a:pt x="14145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0" name="Google Shape;1620;p25"/>
            <p:cNvSpPr/>
            <p:nvPr/>
          </p:nvSpPr>
          <p:spPr>
            <a:xfrm>
              <a:off x="1970641" y="1641676"/>
              <a:ext cx="196543" cy="196520"/>
            </a:xfrm>
            <a:custGeom>
              <a:avLst/>
              <a:gdLst/>
              <a:ahLst/>
              <a:cxnLst/>
              <a:rect l="l" t="t" r="r" b="b"/>
              <a:pathLst>
                <a:path w="265598" h="265567" extrusionOk="0">
                  <a:moveTo>
                    <a:pt x="132799" y="1"/>
                  </a:moveTo>
                  <a:cubicBezTo>
                    <a:pt x="97571" y="1"/>
                    <a:pt x="63801" y="13983"/>
                    <a:pt x="38907" y="38877"/>
                  </a:cubicBezTo>
                  <a:cubicBezTo>
                    <a:pt x="13982" y="63771"/>
                    <a:pt x="0" y="97571"/>
                    <a:pt x="0" y="132769"/>
                  </a:cubicBezTo>
                  <a:cubicBezTo>
                    <a:pt x="0" y="167997"/>
                    <a:pt x="13982" y="201767"/>
                    <a:pt x="38907" y="226661"/>
                  </a:cubicBezTo>
                  <a:cubicBezTo>
                    <a:pt x="63801" y="251585"/>
                    <a:pt x="97571" y="265567"/>
                    <a:pt x="132799" y="265567"/>
                  </a:cubicBezTo>
                  <a:cubicBezTo>
                    <a:pt x="168028" y="265567"/>
                    <a:pt x="201797" y="251585"/>
                    <a:pt x="226691" y="226661"/>
                  </a:cubicBezTo>
                  <a:cubicBezTo>
                    <a:pt x="251586" y="201767"/>
                    <a:pt x="265598" y="167997"/>
                    <a:pt x="265598" y="132769"/>
                  </a:cubicBezTo>
                  <a:cubicBezTo>
                    <a:pt x="265598" y="97571"/>
                    <a:pt x="251586" y="63771"/>
                    <a:pt x="226691" y="38877"/>
                  </a:cubicBezTo>
                  <a:cubicBezTo>
                    <a:pt x="201797" y="13983"/>
                    <a:pt x="168028" y="1"/>
                    <a:pt x="13279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1" name="Google Shape;1621;p25"/>
            <p:cNvSpPr/>
            <p:nvPr/>
          </p:nvSpPr>
          <p:spPr>
            <a:xfrm>
              <a:off x="1964294" y="1637248"/>
              <a:ext cx="209184" cy="205354"/>
            </a:xfrm>
            <a:custGeom>
              <a:avLst/>
              <a:gdLst/>
              <a:ahLst/>
              <a:cxnLst/>
              <a:rect l="l" t="t" r="r" b="b"/>
              <a:pathLst>
                <a:path w="282681" h="277506" extrusionOk="0">
                  <a:moveTo>
                    <a:pt x="141584" y="11878"/>
                  </a:moveTo>
                  <a:cubicBezTo>
                    <a:pt x="171524" y="11878"/>
                    <a:pt x="200187" y="22365"/>
                    <a:pt x="223348" y="41970"/>
                  </a:cubicBezTo>
                  <a:cubicBezTo>
                    <a:pt x="249215" y="63855"/>
                    <a:pt x="264990" y="94494"/>
                    <a:pt x="267787" y="128263"/>
                  </a:cubicBezTo>
                  <a:cubicBezTo>
                    <a:pt x="270614" y="162002"/>
                    <a:pt x="260097" y="194829"/>
                    <a:pt x="238212" y="220696"/>
                  </a:cubicBezTo>
                  <a:cubicBezTo>
                    <a:pt x="216266" y="246593"/>
                    <a:pt x="185658" y="262338"/>
                    <a:pt x="151888" y="265165"/>
                  </a:cubicBezTo>
                  <a:cubicBezTo>
                    <a:pt x="148317" y="265461"/>
                    <a:pt x="144756" y="265608"/>
                    <a:pt x="141213" y="265608"/>
                  </a:cubicBezTo>
                  <a:cubicBezTo>
                    <a:pt x="111278" y="265608"/>
                    <a:pt x="82581" y="255128"/>
                    <a:pt x="59424" y="235559"/>
                  </a:cubicBezTo>
                  <a:cubicBezTo>
                    <a:pt x="33558" y="213644"/>
                    <a:pt x="17782" y="183036"/>
                    <a:pt x="14986" y="149236"/>
                  </a:cubicBezTo>
                  <a:cubicBezTo>
                    <a:pt x="9180" y="79569"/>
                    <a:pt x="61187" y="18110"/>
                    <a:pt x="130854" y="12334"/>
                  </a:cubicBezTo>
                  <a:cubicBezTo>
                    <a:pt x="134441" y="12061"/>
                    <a:pt x="137997" y="11878"/>
                    <a:pt x="141584" y="11878"/>
                  </a:cubicBezTo>
                  <a:close/>
                  <a:moveTo>
                    <a:pt x="141458" y="1"/>
                  </a:moveTo>
                  <a:cubicBezTo>
                    <a:pt x="137595" y="1"/>
                    <a:pt x="133713" y="160"/>
                    <a:pt x="129821" y="480"/>
                  </a:cubicBezTo>
                  <a:cubicBezTo>
                    <a:pt x="92951" y="3580"/>
                    <a:pt x="59394" y="20845"/>
                    <a:pt x="35442" y="49113"/>
                  </a:cubicBezTo>
                  <a:cubicBezTo>
                    <a:pt x="11521" y="77442"/>
                    <a:pt x="1" y="113339"/>
                    <a:pt x="3071" y="150270"/>
                  </a:cubicBezTo>
                  <a:cubicBezTo>
                    <a:pt x="6171" y="187170"/>
                    <a:pt x="23436" y="220696"/>
                    <a:pt x="51704" y="244648"/>
                  </a:cubicBezTo>
                  <a:cubicBezTo>
                    <a:pt x="76993" y="266046"/>
                    <a:pt x="108361" y="277505"/>
                    <a:pt x="141128" y="277505"/>
                  </a:cubicBezTo>
                  <a:cubicBezTo>
                    <a:pt x="144988" y="277505"/>
                    <a:pt x="148909" y="277323"/>
                    <a:pt x="152861" y="277019"/>
                  </a:cubicBezTo>
                  <a:cubicBezTo>
                    <a:pt x="189761" y="273949"/>
                    <a:pt x="223288" y="256684"/>
                    <a:pt x="247239" y="228386"/>
                  </a:cubicBezTo>
                  <a:cubicBezTo>
                    <a:pt x="271161" y="200088"/>
                    <a:pt x="282681" y="164160"/>
                    <a:pt x="279611" y="127230"/>
                  </a:cubicBezTo>
                  <a:cubicBezTo>
                    <a:pt x="276541" y="90360"/>
                    <a:pt x="259246" y="56803"/>
                    <a:pt x="230978" y="32851"/>
                  </a:cubicBezTo>
                  <a:cubicBezTo>
                    <a:pt x="205662" y="11452"/>
                    <a:pt x="174241" y="1"/>
                    <a:pt x="14145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2" name="Google Shape;1622;p25"/>
            <p:cNvSpPr/>
            <p:nvPr/>
          </p:nvSpPr>
          <p:spPr>
            <a:xfrm>
              <a:off x="2336790" y="1208504"/>
              <a:ext cx="196543" cy="196542"/>
            </a:xfrm>
            <a:custGeom>
              <a:avLst/>
              <a:gdLst/>
              <a:ahLst/>
              <a:cxnLst/>
              <a:rect l="l" t="t" r="r" b="b"/>
              <a:pathLst>
                <a:path w="265599" h="265597" extrusionOk="0">
                  <a:moveTo>
                    <a:pt x="132799" y="1"/>
                  </a:moveTo>
                  <a:cubicBezTo>
                    <a:pt x="59455" y="1"/>
                    <a:pt x="1" y="59454"/>
                    <a:pt x="1" y="132799"/>
                  </a:cubicBezTo>
                  <a:cubicBezTo>
                    <a:pt x="1" y="206143"/>
                    <a:pt x="59455" y="265597"/>
                    <a:pt x="132799" y="265597"/>
                  </a:cubicBezTo>
                  <a:cubicBezTo>
                    <a:pt x="206144" y="265597"/>
                    <a:pt x="265598" y="206143"/>
                    <a:pt x="265598" y="132799"/>
                  </a:cubicBezTo>
                  <a:cubicBezTo>
                    <a:pt x="265598" y="59454"/>
                    <a:pt x="206144" y="1"/>
                    <a:pt x="13279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3" name="Google Shape;1623;p25"/>
            <p:cNvSpPr/>
            <p:nvPr/>
          </p:nvSpPr>
          <p:spPr>
            <a:xfrm>
              <a:off x="2328034" y="1204135"/>
              <a:ext cx="214020" cy="205316"/>
            </a:xfrm>
            <a:custGeom>
              <a:avLst/>
              <a:gdLst/>
              <a:ahLst/>
              <a:cxnLst/>
              <a:rect l="l" t="t" r="r" b="b"/>
              <a:pathLst>
                <a:path w="289216" h="277454" extrusionOk="0">
                  <a:moveTo>
                    <a:pt x="144684" y="11887"/>
                  </a:moveTo>
                  <a:cubicBezTo>
                    <a:pt x="209944" y="11887"/>
                    <a:pt x="265507" y="62071"/>
                    <a:pt x="271039" y="128211"/>
                  </a:cubicBezTo>
                  <a:cubicBezTo>
                    <a:pt x="276814" y="197908"/>
                    <a:pt x="224777" y="259338"/>
                    <a:pt x="155110" y="265113"/>
                  </a:cubicBezTo>
                  <a:cubicBezTo>
                    <a:pt x="151532" y="265413"/>
                    <a:pt x="147976" y="265560"/>
                    <a:pt x="144448" y="265560"/>
                  </a:cubicBezTo>
                  <a:cubicBezTo>
                    <a:pt x="79252" y="265560"/>
                    <a:pt x="23686" y="215334"/>
                    <a:pt x="18208" y="149215"/>
                  </a:cubicBezTo>
                  <a:cubicBezTo>
                    <a:pt x="12402" y="79548"/>
                    <a:pt x="64409" y="18119"/>
                    <a:pt x="134107" y="12343"/>
                  </a:cubicBezTo>
                  <a:cubicBezTo>
                    <a:pt x="137663" y="12039"/>
                    <a:pt x="141189" y="11887"/>
                    <a:pt x="144684" y="11887"/>
                  </a:cubicBezTo>
                  <a:close/>
                  <a:moveTo>
                    <a:pt x="144802" y="0"/>
                  </a:moveTo>
                  <a:cubicBezTo>
                    <a:pt x="140942" y="0"/>
                    <a:pt x="137050" y="161"/>
                    <a:pt x="133134" y="489"/>
                  </a:cubicBezTo>
                  <a:cubicBezTo>
                    <a:pt x="56901" y="6781"/>
                    <a:pt x="1" y="73955"/>
                    <a:pt x="6353" y="150218"/>
                  </a:cubicBezTo>
                  <a:cubicBezTo>
                    <a:pt x="12372" y="222559"/>
                    <a:pt x="73163" y="277454"/>
                    <a:pt x="144502" y="277454"/>
                  </a:cubicBezTo>
                  <a:cubicBezTo>
                    <a:pt x="148332" y="277454"/>
                    <a:pt x="152222" y="277302"/>
                    <a:pt x="156083" y="276998"/>
                  </a:cubicBezTo>
                  <a:cubicBezTo>
                    <a:pt x="232345" y="270645"/>
                    <a:pt x="289216" y="203471"/>
                    <a:pt x="282893" y="127269"/>
                  </a:cubicBezTo>
                  <a:cubicBezTo>
                    <a:pt x="276867" y="54922"/>
                    <a:pt x="216132" y="0"/>
                    <a:pt x="14480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4" name="Google Shape;1624;p25"/>
            <p:cNvSpPr/>
            <p:nvPr/>
          </p:nvSpPr>
          <p:spPr>
            <a:xfrm>
              <a:off x="1894161" y="1533477"/>
              <a:ext cx="37429" cy="39467"/>
            </a:xfrm>
            <a:custGeom>
              <a:avLst/>
              <a:gdLst/>
              <a:ahLst/>
              <a:cxnLst/>
              <a:rect l="l" t="t" r="r" b="b"/>
              <a:pathLst>
                <a:path w="50580" h="53334" extrusionOk="0">
                  <a:moveTo>
                    <a:pt x="19144" y="0"/>
                  </a:moveTo>
                  <a:cubicBezTo>
                    <a:pt x="16538" y="0"/>
                    <a:pt x="14023" y="590"/>
                    <a:pt x="11733" y="1834"/>
                  </a:cubicBezTo>
                  <a:cubicBezTo>
                    <a:pt x="1916" y="7184"/>
                    <a:pt x="1" y="22655"/>
                    <a:pt x="7478" y="36363"/>
                  </a:cubicBezTo>
                  <a:cubicBezTo>
                    <a:pt x="13240" y="46908"/>
                    <a:pt x="22834" y="53334"/>
                    <a:pt x="31436" y="53334"/>
                  </a:cubicBezTo>
                  <a:cubicBezTo>
                    <a:pt x="34042" y="53334"/>
                    <a:pt x="36557" y="52744"/>
                    <a:pt x="38846" y="51500"/>
                  </a:cubicBezTo>
                  <a:cubicBezTo>
                    <a:pt x="48664" y="46151"/>
                    <a:pt x="50579" y="30679"/>
                    <a:pt x="43102" y="16971"/>
                  </a:cubicBezTo>
                  <a:cubicBezTo>
                    <a:pt x="37340" y="6427"/>
                    <a:pt x="27746" y="0"/>
                    <a:pt x="19144"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5" name="Google Shape;1625;p25"/>
            <p:cNvSpPr/>
            <p:nvPr/>
          </p:nvSpPr>
          <p:spPr>
            <a:xfrm>
              <a:off x="1891460" y="1529148"/>
              <a:ext cx="45211" cy="48173"/>
            </a:xfrm>
            <a:custGeom>
              <a:avLst/>
              <a:gdLst/>
              <a:ahLst/>
              <a:cxnLst/>
              <a:rect l="l" t="t" r="r" b="b"/>
              <a:pathLst>
                <a:path w="61096" h="65099" extrusionOk="0">
                  <a:moveTo>
                    <a:pt x="22797" y="11754"/>
                  </a:moveTo>
                  <a:cubicBezTo>
                    <a:pt x="25411" y="11754"/>
                    <a:pt x="27843" y="12666"/>
                    <a:pt x="29363" y="13426"/>
                  </a:cubicBezTo>
                  <a:cubicBezTo>
                    <a:pt x="34104" y="15705"/>
                    <a:pt x="38572" y="20174"/>
                    <a:pt x="41551" y="25645"/>
                  </a:cubicBezTo>
                  <a:cubicBezTo>
                    <a:pt x="47387" y="36283"/>
                    <a:pt x="46506" y="48502"/>
                    <a:pt x="39667" y="52210"/>
                  </a:cubicBezTo>
                  <a:cubicBezTo>
                    <a:pt x="38163" y="53035"/>
                    <a:pt x="36582" y="53340"/>
                    <a:pt x="35066" y="53340"/>
                  </a:cubicBezTo>
                  <a:cubicBezTo>
                    <a:pt x="32443" y="53340"/>
                    <a:pt x="30014" y="52426"/>
                    <a:pt x="28511" y="51694"/>
                  </a:cubicBezTo>
                  <a:cubicBezTo>
                    <a:pt x="23739" y="49414"/>
                    <a:pt x="19302" y="44916"/>
                    <a:pt x="16292" y="39444"/>
                  </a:cubicBezTo>
                  <a:cubicBezTo>
                    <a:pt x="13314" y="33973"/>
                    <a:pt x="11976" y="27833"/>
                    <a:pt x="12614" y="22575"/>
                  </a:cubicBezTo>
                  <a:cubicBezTo>
                    <a:pt x="12918" y="19930"/>
                    <a:pt x="14104" y="15128"/>
                    <a:pt x="18207" y="12879"/>
                  </a:cubicBezTo>
                  <a:cubicBezTo>
                    <a:pt x="19727" y="12058"/>
                    <a:pt x="21277" y="11754"/>
                    <a:pt x="22797" y="11754"/>
                  </a:cubicBezTo>
                  <a:close/>
                  <a:moveTo>
                    <a:pt x="22764" y="0"/>
                  </a:moveTo>
                  <a:cubicBezTo>
                    <a:pt x="19134" y="0"/>
                    <a:pt x="15658" y="845"/>
                    <a:pt x="12584" y="2544"/>
                  </a:cubicBezTo>
                  <a:cubicBezTo>
                    <a:pt x="6231" y="6009"/>
                    <a:pt x="1976" y="12818"/>
                    <a:pt x="943" y="21146"/>
                  </a:cubicBezTo>
                  <a:cubicBezTo>
                    <a:pt x="0" y="28836"/>
                    <a:pt x="1794" y="37347"/>
                    <a:pt x="5988" y="45068"/>
                  </a:cubicBezTo>
                  <a:cubicBezTo>
                    <a:pt x="10213" y="52788"/>
                    <a:pt x="16384" y="58898"/>
                    <a:pt x="23405" y="62271"/>
                  </a:cubicBezTo>
                  <a:cubicBezTo>
                    <a:pt x="27265" y="64156"/>
                    <a:pt x="31277" y="65098"/>
                    <a:pt x="35107" y="65098"/>
                  </a:cubicBezTo>
                  <a:cubicBezTo>
                    <a:pt x="38724" y="65098"/>
                    <a:pt x="42220" y="64217"/>
                    <a:pt x="45290" y="62545"/>
                  </a:cubicBezTo>
                  <a:cubicBezTo>
                    <a:pt x="58178" y="55554"/>
                    <a:pt x="61096" y="36861"/>
                    <a:pt x="51886" y="20022"/>
                  </a:cubicBezTo>
                  <a:cubicBezTo>
                    <a:pt x="47691" y="12331"/>
                    <a:pt x="41521" y="6192"/>
                    <a:pt x="34499" y="2818"/>
                  </a:cubicBezTo>
                  <a:cubicBezTo>
                    <a:pt x="30610" y="944"/>
                    <a:pt x="26601" y="0"/>
                    <a:pt x="22764"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6" name="Google Shape;1626;p25"/>
            <p:cNvSpPr/>
            <p:nvPr/>
          </p:nvSpPr>
          <p:spPr>
            <a:xfrm>
              <a:off x="2181016" y="1364110"/>
              <a:ext cx="37362" cy="39537"/>
            </a:xfrm>
            <a:custGeom>
              <a:avLst/>
              <a:gdLst/>
              <a:ahLst/>
              <a:cxnLst/>
              <a:rect l="l" t="t" r="r" b="b"/>
              <a:pathLst>
                <a:path w="50489" h="53428" extrusionOk="0">
                  <a:moveTo>
                    <a:pt x="19144" y="0"/>
                  </a:moveTo>
                  <a:cubicBezTo>
                    <a:pt x="16569" y="0"/>
                    <a:pt x="14085" y="580"/>
                    <a:pt x="11825" y="1805"/>
                  </a:cubicBezTo>
                  <a:cubicBezTo>
                    <a:pt x="1977" y="7124"/>
                    <a:pt x="1" y="22595"/>
                    <a:pt x="7418" y="36334"/>
                  </a:cubicBezTo>
                  <a:cubicBezTo>
                    <a:pt x="13104" y="46935"/>
                    <a:pt x="22736" y="53428"/>
                    <a:pt x="31347" y="53428"/>
                  </a:cubicBezTo>
                  <a:cubicBezTo>
                    <a:pt x="33922" y="53428"/>
                    <a:pt x="36405" y="52847"/>
                    <a:pt x="38664" y="51623"/>
                  </a:cubicBezTo>
                  <a:cubicBezTo>
                    <a:pt x="48513" y="46304"/>
                    <a:pt x="50488" y="30833"/>
                    <a:pt x="43072" y="17063"/>
                  </a:cubicBezTo>
                  <a:cubicBezTo>
                    <a:pt x="37386" y="6487"/>
                    <a:pt x="27756" y="0"/>
                    <a:pt x="19144"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7" name="Google Shape;1627;p25"/>
            <p:cNvSpPr/>
            <p:nvPr/>
          </p:nvSpPr>
          <p:spPr>
            <a:xfrm>
              <a:off x="2175930" y="1359709"/>
              <a:ext cx="45166" cy="48290"/>
            </a:xfrm>
            <a:custGeom>
              <a:avLst/>
              <a:gdLst/>
              <a:ahLst/>
              <a:cxnLst/>
              <a:rect l="l" t="t" r="r" b="b"/>
              <a:pathLst>
                <a:path w="61035" h="65257" extrusionOk="0">
                  <a:moveTo>
                    <a:pt x="26050" y="11821"/>
                  </a:moveTo>
                  <a:cubicBezTo>
                    <a:pt x="32463" y="11821"/>
                    <a:pt x="40184" y="17292"/>
                    <a:pt x="44834" y="25742"/>
                  </a:cubicBezTo>
                  <a:cubicBezTo>
                    <a:pt x="47783" y="31274"/>
                    <a:pt x="49120" y="37414"/>
                    <a:pt x="48421" y="42672"/>
                  </a:cubicBezTo>
                  <a:cubicBezTo>
                    <a:pt x="48087" y="45317"/>
                    <a:pt x="46871" y="50150"/>
                    <a:pt x="42767" y="52338"/>
                  </a:cubicBezTo>
                  <a:cubicBezTo>
                    <a:pt x="41366" y="53101"/>
                    <a:pt x="39807" y="53461"/>
                    <a:pt x="38163" y="53461"/>
                  </a:cubicBezTo>
                  <a:cubicBezTo>
                    <a:pt x="31749" y="53461"/>
                    <a:pt x="24051" y="47973"/>
                    <a:pt x="19454" y="39481"/>
                  </a:cubicBezTo>
                  <a:cubicBezTo>
                    <a:pt x="13679" y="28782"/>
                    <a:pt x="14590" y="16623"/>
                    <a:pt x="21460" y="12915"/>
                  </a:cubicBezTo>
                  <a:cubicBezTo>
                    <a:pt x="22858" y="12155"/>
                    <a:pt x="24408" y="11821"/>
                    <a:pt x="26050" y="11821"/>
                  </a:cubicBezTo>
                  <a:close/>
                  <a:moveTo>
                    <a:pt x="26101" y="1"/>
                  </a:moveTo>
                  <a:cubicBezTo>
                    <a:pt x="22550" y="1"/>
                    <a:pt x="19075" y="822"/>
                    <a:pt x="15867" y="2550"/>
                  </a:cubicBezTo>
                  <a:cubicBezTo>
                    <a:pt x="2949" y="9541"/>
                    <a:pt x="1" y="28174"/>
                    <a:pt x="9058" y="45043"/>
                  </a:cubicBezTo>
                  <a:cubicBezTo>
                    <a:pt x="15898" y="57749"/>
                    <a:pt x="27357" y="65256"/>
                    <a:pt x="38086" y="65256"/>
                  </a:cubicBezTo>
                  <a:cubicBezTo>
                    <a:pt x="41673" y="65256"/>
                    <a:pt x="45138" y="64436"/>
                    <a:pt x="48330" y="62733"/>
                  </a:cubicBezTo>
                  <a:cubicBezTo>
                    <a:pt x="54713" y="59268"/>
                    <a:pt x="58999" y="52490"/>
                    <a:pt x="60062" y="44192"/>
                  </a:cubicBezTo>
                  <a:cubicBezTo>
                    <a:pt x="61035" y="36441"/>
                    <a:pt x="59303" y="27931"/>
                    <a:pt x="55108" y="20210"/>
                  </a:cubicBezTo>
                  <a:cubicBezTo>
                    <a:pt x="48299" y="7529"/>
                    <a:pt x="36853" y="1"/>
                    <a:pt x="26101"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8" name="Google Shape;1628;p25"/>
            <p:cNvSpPr/>
            <p:nvPr/>
          </p:nvSpPr>
          <p:spPr>
            <a:xfrm>
              <a:off x="2016916" y="1439945"/>
              <a:ext cx="78501" cy="70336"/>
            </a:xfrm>
            <a:custGeom>
              <a:avLst/>
              <a:gdLst/>
              <a:ahLst/>
              <a:cxnLst/>
              <a:rect l="l" t="t" r="r" b="b"/>
              <a:pathLst>
                <a:path w="106082" h="95048" extrusionOk="0">
                  <a:moveTo>
                    <a:pt x="87267" y="0"/>
                  </a:moveTo>
                  <a:lnTo>
                    <a:pt x="76720" y="5167"/>
                  </a:lnTo>
                  <a:lnTo>
                    <a:pt x="79303" y="10456"/>
                  </a:lnTo>
                  <a:cubicBezTo>
                    <a:pt x="92860" y="38207"/>
                    <a:pt x="91978" y="68421"/>
                    <a:pt x="77267" y="79181"/>
                  </a:cubicBezTo>
                  <a:cubicBezTo>
                    <a:pt x="73040" y="82281"/>
                    <a:pt x="68275" y="83265"/>
                    <a:pt x="63980" y="83265"/>
                  </a:cubicBezTo>
                  <a:cubicBezTo>
                    <a:pt x="61664" y="83265"/>
                    <a:pt x="59485" y="82979"/>
                    <a:pt x="57601" y="82585"/>
                  </a:cubicBezTo>
                  <a:cubicBezTo>
                    <a:pt x="41734" y="79393"/>
                    <a:pt x="24682" y="65472"/>
                    <a:pt x="13101" y="46171"/>
                  </a:cubicBezTo>
                  <a:lnTo>
                    <a:pt x="10062" y="41095"/>
                  </a:lnTo>
                  <a:lnTo>
                    <a:pt x="1" y="47174"/>
                  </a:lnTo>
                  <a:lnTo>
                    <a:pt x="3040" y="52250"/>
                  </a:lnTo>
                  <a:cubicBezTo>
                    <a:pt x="16475" y="74591"/>
                    <a:pt x="36020" y="90275"/>
                    <a:pt x="55260" y="94135"/>
                  </a:cubicBezTo>
                  <a:cubicBezTo>
                    <a:pt x="58269" y="94743"/>
                    <a:pt x="61218" y="95047"/>
                    <a:pt x="64045" y="95047"/>
                  </a:cubicBezTo>
                  <a:cubicBezTo>
                    <a:pt x="71613" y="95047"/>
                    <a:pt x="78483" y="92889"/>
                    <a:pt x="84197" y="88634"/>
                  </a:cubicBezTo>
                  <a:cubicBezTo>
                    <a:pt x="103681" y="74378"/>
                    <a:pt x="106082" y="38572"/>
                    <a:pt x="89851" y="5289"/>
                  </a:cubicBezTo>
                  <a:lnTo>
                    <a:pt x="87267"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29" name="Google Shape;1629;p25"/>
          <p:cNvGrpSpPr/>
          <p:nvPr/>
        </p:nvGrpSpPr>
        <p:grpSpPr>
          <a:xfrm rot="1800141">
            <a:off x="3733187" y="4315450"/>
            <a:ext cx="1449258" cy="1605965"/>
            <a:chOff x="2848782" y="2866493"/>
            <a:chExt cx="1131606" cy="1254015"/>
          </a:xfrm>
        </p:grpSpPr>
        <p:sp>
          <p:nvSpPr>
            <p:cNvPr id="1630" name="Google Shape;1630;p25"/>
            <p:cNvSpPr/>
            <p:nvPr/>
          </p:nvSpPr>
          <p:spPr>
            <a:xfrm>
              <a:off x="2989407" y="3806685"/>
              <a:ext cx="12485" cy="50317"/>
            </a:xfrm>
            <a:custGeom>
              <a:avLst/>
              <a:gdLst/>
              <a:ahLst/>
              <a:cxnLst/>
              <a:rect l="l" t="t" r="r" b="b"/>
              <a:pathLst>
                <a:path w="16871" h="67996" extrusionOk="0">
                  <a:moveTo>
                    <a:pt x="5320" y="0"/>
                  </a:moveTo>
                  <a:lnTo>
                    <a:pt x="0" y="67083"/>
                  </a:lnTo>
                  <a:lnTo>
                    <a:pt x="11551" y="67995"/>
                  </a:lnTo>
                  <a:lnTo>
                    <a:pt x="16870" y="943"/>
                  </a:lnTo>
                  <a:lnTo>
                    <a:pt x="5320" y="0"/>
                  </a:lnTo>
                  <a:close/>
                </a:path>
              </a:pathLst>
            </a:custGeom>
            <a:solidFill>
              <a:srgbClr val="252C3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1" name="Google Shape;1631;p25"/>
            <p:cNvSpPr/>
            <p:nvPr/>
          </p:nvSpPr>
          <p:spPr>
            <a:xfrm>
              <a:off x="3012747" y="3360908"/>
              <a:ext cx="24361" cy="201063"/>
            </a:xfrm>
            <a:custGeom>
              <a:avLst/>
              <a:gdLst/>
              <a:ahLst/>
              <a:cxnLst/>
              <a:rect l="l" t="t" r="r" b="b"/>
              <a:pathLst>
                <a:path w="32920" h="271707" extrusionOk="0">
                  <a:moveTo>
                    <a:pt x="21339" y="0"/>
                  </a:moveTo>
                  <a:lnTo>
                    <a:pt x="1" y="270795"/>
                  </a:lnTo>
                  <a:lnTo>
                    <a:pt x="11551" y="271707"/>
                  </a:lnTo>
                  <a:lnTo>
                    <a:pt x="32919" y="912"/>
                  </a:lnTo>
                  <a:lnTo>
                    <a:pt x="21339" y="0"/>
                  </a:lnTo>
                  <a:close/>
                </a:path>
              </a:pathLst>
            </a:custGeom>
            <a:solidFill>
              <a:srgbClr val="252C3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2" name="Google Shape;1632;p25"/>
            <p:cNvSpPr/>
            <p:nvPr/>
          </p:nvSpPr>
          <p:spPr>
            <a:xfrm>
              <a:off x="3040274" y="3105609"/>
              <a:ext cx="17118" cy="108910"/>
            </a:xfrm>
            <a:custGeom>
              <a:avLst/>
              <a:gdLst/>
              <a:ahLst/>
              <a:cxnLst/>
              <a:rect l="l" t="t" r="r" b="b"/>
              <a:pathLst>
                <a:path w="23132" h="147176" extrusionOk="0">
                  <a:moveTo>
                    <a:pt x="11582" y="0"/>
                  </a:moveTo>
                  <a:lnTo>
                    <a:pt x="1" y="146234"/>
                  </a:lnTo>
                  <a:lnTo>
                    <a:pt x="11551" y="147176"/>
                  </a:lnTo>
                  <a:lnTo>
                    <a:pt x="23132" y="912"/>
                  </a:lnTo>
                  <a:lnTo>
                    <a:pt x="11582" y="0"/>
                  </a:lnTo>
                  <a:close/>
                </a:path>
              </a:pathLst>
            </a:custGeom>
            <a:solidFill>
              <a:srgbClr val="252C3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3" name="Google Shape;1633;p25"/>
            <p:cNvSpPr/>
            <p:nvPr/>
          </p:nvSpPr>
          <p:spPr>
            <a:xfrm>
              <a:off x="2993324" y="3706393"/>
              <a:ext cx="16510" cy="100903"/>
            </a:xfrm>
            <a:custGeom>
              <a:avLst/>
              <a:gdLst/>
              <a:ahLst/>
              <a:cxnLst/>
              <a:rect l="l" t="t" r="r" b="b"/>
              <a:pathLst>
                <a:path w="22311" h="136356" extrusionOk="0">
                  <a:moveTo>
                    <a:pt x="10760" y="1"/>
                  </a:moveTo>
                  <a:lnTo>
                    <a:pt x="0" y="135443"/>
                  </a:lnTo>
                  <a:lnTo>
                    <a:pt x="11551" y="136355"/>
                  </a:lnTo>
                  <a:lnTo>
                    <a:pt x="22311" y="912"/>
                  </a:lnTo>
                  <a:lnTo>
                    <a:pt x="10760" y="1"/>
                  </a:lnTo>
                  <a:close/>
                </a:path>
              </a:pathLst>
            </a:custGeom>
            <a:solidFill>
              <a:srgbClr val="252C3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4" name="Google Shape;1634;p25"/>
            <p:cNvSpPr/>
            <p:nvPr/>
          </p:nvSpPr>
          <p:spPr>
            <a:xfrm>
              <a:off x="2848782" y="3793416"/>
              <a:ext cx="151242" cy="217360"/>
            </a:xfrm>
            <a:custGeom>
              <a:avLst/>
              <a:gdLst/>
              <a:ahLst/>
              <a:cxnLst/>
              <a:rect l="l" t="t" r="r" b="b"/>
              <a:pathLst>
                <a:path w="204381" h="293730" extrusionOk="0">
                  <a:moveTo>
                    <a:pt x="149844" y="1"/>
                  </a:moveTo>
                  <a:cubicBezTo>
                    <a:pt x="117180" y="1"/>
                    <a:pt x="85616" y="10907"/>
                    <a:pt x="59636" y="31355"/>
                  </a:cubicBezTo>
                  <a:cubicBezTo>
                    <a:pt x="28055" y="55976"/>
                    <a:pt x="8389" y="91569"/>
                    <a:pt x="4134" y="131569"/>
                  </a:cubicBezTo>
                  <a:cubicBezTo>
                    <a:pt x="0" y="170567"/>
                    <a:pt x="11307" y="208804"/>
                    <a:pt x="35958" y="239322"/>
                  </a:cubicBezTo>
                  <a:cubicBezTo>
                    <a:pt x="60670" y="269808"/>
                    <a:pt x="95747" y="288866"/>
                    <a:pt x="134805" y="292939"/>
                  </a:cubicBezTo>
                  <a:cubicBezTo>
                    <a:pt x="140064" y="293487"/>
                    <a:pt x="145322" y="293730"/>
                    <a:pt x="150489" y="293730"/>
                  </a:cubicBezTo>
                  <a:cubicBezTo>
                    <a:pt x="161249" y="293730"/>
                    <a:pt x="171797" y="292575"/>
                    <a:pt x="181979" y="290265"/>
                  </a:cubicBezTo>
                  <a:lnTo>
                    <a:pt x="188210" y="288836"/>
                  </a:lnTo>
                  <a:lnTo>
                    <a:pt x="204381" y="86219"/>
                  </a:lnTo>
                  <a:lnTo>
                    <a:pt x="186994" y="84851"/>
                  </a:lnTo>
                  <a:lnTo>
                    <a:pt x="171888" y="274581"/>
                  </a:lnTo>
                  <a:cubicBezTo>
                    <a:pt x="164906" y="275794"/>
                    <a:pt x="157753" y="276411"/>
                    <a:pt x="150477" y="276411"/>
                  </a:cubicBezTo>
                  <a:cubicBezTo>
                    <a:pt x="145905" y="276411"/>
                    <a:pt x="141285" y="276167"/>
                    <a:pt x="136629" y="275675"/>
                  </a:cubicBezTo>
                  <a:cubicBezTo>
                    <a:pt x="102251" y="272088"/>
                    <a:pt x="71308" y="255279"/>
                    <a:pt x="49545" y="228410"/>
                  </a:cubicBezTo>
                  <a:cubicBezTo>
                    <a:pt x="27751" y="201510"/>
                    <a:pt x="17812" y="167831"/>
                    <a:pt x="21459" y="133423"/>
                  </a:cubicBezTo>
                  <a:cubicBezTo>
                    <a:pt x="25229" y="98165"/>
                    <a:pt x="42585" y="66796"/>
                    <a:pt x="70397" y="45064"/>
                  </a:cubicBezTo>
                  <a:cubicBezTo>
                    <a:pt x="93301" y="27007"/>
                    <a:pt x="121086" y="17424"/>
                    <a:pt x="149855" y="17424"/>
                  </a:cubicBezTo>
                  <a:cubicBezTo>
                    <a:pt x="154454" y="17424"/>
                    <a:pt x="159078" y="17669"/>
                    <a:pt x="163711" y="18163"/>
                  </a:cubicBezTo>
                  <a:cubicBezTo>
                    <a:pt x="175748" y="19440"/>
                    <a:pt x="187207" y="22267"/>
                    <a:pt x="197663" y="26522"/>
                  </a:cubicBezTo>
                  <a:lnTo>
                    <a:pt x="204198" y="10382"/>
                  </a:lnTo>
                  <a:cubicBezTo>
                    <a:pt x="192253" y="5519"/>
                    <a:pt x="179213" y="2267"/>
                    <a:pt x="165535" y="838"/>
                  </a:cubicBezTo>
                  <a:cubicBezTo>
                    <a:pt x="160289" y="278"/>
                    <a:pt x="155053" y="1"/>
                    <a:pt x="1498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5" name="Google Shape;1635;p25"/>
            <p:cNvSpPr/>
            <p:nvPr/>
          </p:nvSpPr>
          <p:spPr>
            <a:xfrm>
              <a:off x="2864109" y="3647325"/>
              <a:ext cx="147194" cy="217380"/>
            </a:xfrm>
            <a:custGeom>
              <a:avLst/>
              <a:gdLst/>
              <a:ahLst/>
              <a:cxnLst/>
              <a:rect l="l" t="t" r="r" b="b"/>
              <a:pathLst>
                <a:path w="198911" h="293757" extrusionOk="0">
                  <a:moveTo>
                    <a:pt x="150136" y="1"/>
                  </a:moveTo>
                  <a:cubicBezTo>
                    <a:pt x="119070" y="1"/>
                    <a:pt x="88816" y="9859"/>
                    <a:pt x="63558" y="28373"/>
                  </a:cubicBezTo>
                  <a:cubicBezTo>
                    <a:pt x="30244" y="52780"/>
                    <a:pt x="8633" y="90349"/>
                    <a:pt x="4256" y="131444"/>
                  </a:cubicBezTo>
                  <a:cubicBezTo>
                    <a:pt x="1" y="171414"/>
                    <a:pt x="11855" y="210321"/>
                    <a:pt x="37630" y="241020"/>
                  </a:cubicBezTo>
                  <a:cubicBezTo>
                    <a:pt x="62038" y="270443"/>
                    <a:pt x="96568" y="288893"/>
                    <a:pt x="134927" y="292966"/>
                  </a:cubicBezTo>
                  <a:cubicBezTo>
                    <a:pt x="140094" y="293513"/>
                    <a:pt x="145231" y="293756"/>
                    <a:pt x="150338" y="293756"/>
                  </a:cubicBezTo>
                  <a:cubicBezTo>
                    <a:pt x="159274" y="293756"/>
                    <a:pt x="168058" y="292936"/>
                    <a:pt x="176600" y="291386"/>
                  </a:cubicBezTo>
                  <a:lnTo>
                    <a:pt x="173347" y="274273"/>
                  </a:lnTo>
                  <a:cubicBezTo>
                    <a:pt x="165878" y="275678"/>
                    <a:pt x="158202" y="276388"/>
                    <a:pt x="150403" y="276388"/>
                  </a:cubicBezTo>
                  <a:cubicBezTo>
                    <a:pt x="145888" y="276388"/>
                    <a:pt x="141332" y="276150"/>
                    <a:pt x="136751" y="275671"/>
                  </a:cubicBezTo>
                  <a:cubicBezTo>
                    <a:pt x="102981" y="272115"/>
                    <a:pt x="72525" y="255853"/>
                    <a:pt x="51005" y="229895"/>
                  </a:cubicBezTo>
                  <a:cubicBezTo>
                    <a:pt x="28269" y="202813"/>
                    <a:pt x="17812" y="168527"/>
                    <a:pt x="21582" y="133298"/>
                  </a:cubicBezTo>
                  <a:cubicBezTo>
                    <a:pt x="25472" y="96520"/>
                    <a:pt x="44044" y="64239"/>
                    <a:pt x="73862" y="42415"/>
                  </a:cubicBezTo>
                  <a:cubicBezTo>
                    <a:pt x="96123" y="26117"/>
                    <a:pt x="122799" y="17423"/>
                    <a:pt x="150147" y="17423"/>
                  </a:cubicBezTo>
                  <a:cubicBezTo>
                    <a:pt x="154727" y="17423"/>
                    <a:pt x="159325" y="17667"/>
                    <a:pt x="163925" y="18160"/>
                  </a:cubicBezTo>
                  <a:cubicBezTo>
                    <a:pt x="174198" y="19254"/>
                    <a:pt x="184016" y="21503"/>
                    <a:pt x="192983" y="24725"/>
                  </a:cubicBezTo>
                  <a:lnTo>
                    <a:pt x="198910" y="8342"/>
                  </a:lnTo>
                  <a:cubicBezTo>
                    <a:pt x="188636" y="4634"/>
                    <a:pt x="177511" y="2081"/>
                    <a:pt x="165779" y="834"/>
                  </a:cubicBezTo>
                  <a:cubicBezTo>
                    <a:pt x="160555" y="277"/>
                    <a:pt x="155334" y="1"/>
                    <a:pt x="1501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6" name="Google Shape;1636;p25"/>
            <p:cNvSpPr/>
            <p:nvPr/>
          </p:nvSpPr>
          <p:spPr>
            <a:xfrm>
              <a:off x="2879909" y="3496630"/>
              <a:ext cx="147756" cy="217389"/>
            </a:xfrm>
            <a:custGeom>
              <a:avLst/>
              <a:gdLst/>
              <a:ahLst/>
              <a:cxnLst/>
              <a:rect l="l" t="t" r="r" b="b"/>
              <a:pathLst>
                <a:path w="199670" h="293769" extrusionOk="0">
                  <a:moveTo>
                    <a:pt x="150348" y="0"/>
                  </a:moveTo>
                  <a:cubicBezTo>
                    <a:pt x="117331" y="0"/>
                    <a:pt x="85356" y="11097"/>
                    <a:pt x="58907" y="31972"/>
                  </a:cubicBezTo>
                  <a:cubicBezTo>
                    <a:pt x="27812" y="56684"/>
                    <a:pt x="8481" y="92064"/>
                    <a:pt x="4377" y="131548"/>
                  </a:cubicBezTo>
                  <a:cubicBezTo>
                    <a:pt x="0" y="172734"/>
                    <a:pt x="13314" y="213981"/>
                    <a:pt x="40852" y="244680"/>
                  </a:cubicBezTo>
                  <a:cubicBezTo>
                    <a:pt x="65138" y="271945"/>
                    <a:pt x="98574" y="289058"/>
                    <a:pt x="135048" y="292948"/>
                  </a:cubicBezTo>
                  <a:cubicBezTo>
                    <a:pt x="140337" y="293526"/>
                    <a:pt x="145596" y="293769"/>
                    <a:pt x="150824" y="293769"/>
                  </a:cubicBezTo>
                  <a:cubicBezTo>
                    <a:pt x="157663" y="293769"/>
                    <a:pt x="164380" y="293283"/>
                    <a:pt x="170885" y="292401"/>
                  </a:cubicBezTo>
                  <a:lnTo>
                    <a:pt x="168362" y="275197"/>
                  </a:lnTo>
                  <a:cubicBezTo>
                    <a:pt x="162672" y="276020"/>
                    <a:pt x="156808" y="276437"/>
                    <a:pt x="150841" y="276437"/>
                  </a:cubicBezTo>
                  <a:cubicBezTo>
                    <a:pt x="146225" y="276437"/>
                    <a:pt x="141548" y="276187"/>
                    <a:pt x="136842" y="275684"/>
                  </a:cubicBezTo>
                  <a:cubicBezTo>
                    <a:pt x="104683" y="272279"/>
                    <a:pt x="75199" y="257142"/>
                    <a:pt x="53801" y="233130"/>
                  </a:cubicBezTo>
                  <a:cubicBezTo>
                    <a:pt x="29545" y="206047"/>
                    <a:pt x="17782" y="169725"/>
                    <a:pt x="21673" y="133402"/>
                  </a:cubicBezTo>
                  <a:cubicBezTo>
                    <a:pt x="25229" y="98599"/>
                    <a:pt x="42342" y="67413"/>
                    <a:pt x="69698" y="45650"/>
                  </a:cubicBezTo>
                  <a:cubicBezTo>
                    <a:pt x="93019" y="27193"/>
                    <a:pt x="121229" y="17424"/>
                    <a:pt x="150296" y="17424"/>
                  </a:cubicBezTo>
                  <a:cubicBezTo>
                    <a:pt x="154833" y="17424"/>
                    <a:pt x="159391" y="17662"/>
                    <a:pt x="163955" y="18142"/>
                  </a:cubicBezTo>
                  <a:cubicBezTo>
                    <a:pt x="172466" y="19084"/>
                    <a:pt x="180642" y="20756"/>
                    <a:pt x="188271" y="23066"/>
                  </a:cubicBezTo>
                  <a:lnTo>
                    <a:pt x="190794" y="14798"/>
                  </a:lnTo>
                  <a:lnTo>
                    <a:pt x="199518" y="14950"/>
                  </a:lnTo>
                  <a:lnTo>
                    <a:pt x="199670" y="8324"/>
                  </a:lnTo>
                  <a:lnTo>
                    <a:pt x="193317" y="6379"/>
                  </a:lnTo>
                  <a:cubicBezTo>
                    <a:pt x="184715" y="3765"/>
                    <a:pt x="175475" y="1911"/>
                    <a:pt x="165870" y="817"/>
                  </a:cubicBezTo>
                  <a:cubicBezTo>
                    <a:pt x="160682" y="271"/>
                    <a:pt x="155502" y="0"/>
                    <a:pt x="15034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7" name="Google Shape;1637;p25"/>
            <p:cNvSpPr/>
            <p:nvPr/>
          </p:nvSpPr>
          <p:spPr>
            <a:xfrm>
              <a:off x="2895147" y="3351254"/>
              <a:ext cx="139366" cy="217436"/>
            </a:xfrm>
            <a:custGeom>
              <a:avLst/>
              <a:gdLst/>
              <a:ahLst/>
              <a:cxnLst/>
              <a:rect l="l" t="t" r="r" b="b"/>
              <a:pathLst>
                <a:path w="188333" h="293832" extrusionOk="0">
                  <a:moveTo>
                    <a:pt x="149742" y="1"/>
                  </a:moveTo>
                  <a:cubicBezTo>
                    <a:pt x="116969" y="1"/>
                    <a:pt x="85432" y="10910"/>
                    <a:pt x="59606" y="31366"/>
                  </a:cubicBezTo>
                  <a:cubicBezTo>
                    <a:pt x="28056" y="56017"/>
                    <a:pt x="8359" y="91580"/>
                    <a:pt x="4104" y="131519"/>
                  </a:cubicBezTo>
                  <a:cubicBezTo>
                    <a:pt x="0" y="171186"/>
                    <a:pt x="11703" y="209940"/>
                    <a:pt x="37083" y="240670"/>
                  </a:cubicBezTo>
                  <a:cubicBezTo>
                    <a:pt x="61734" y="270336"/>
                    <a:pt x="96415" y="288938"/>
                    <a:pt x="134714" y="292981"/>
                  </a:cubicBezTo>
                  <a:cubicBezTo>
                    <a:pt x="140033" y="293558"/>
                    <a:pt x="145322" y="293832"/>
                    <a:pt x="150550" y="293832"/>
                  </a:cubicBezTo>
                  <a:cubicBezTo>
                    <a:pt x="155565" y="293832"/>
                    <a:pt x="160550" y="293558"/>
                    <a:pt x="165414" y="293072"/>
                  </a:cubicBezTo>
                  <a:lnTo>
                    <a:pt x="173043" y="292160"/>
                  </a:lnTo>
                  <a:lnTo>
                    <a:pt x="173256" y="284470"/>
                  </a:lnTo>
                  <a:lnTo>
                    <a:pt x="164532" y="284318"/>
                  </a:lnTo>
                  <a:lnTo>
                    <a:pt x="163620" y="275746"/>
                  </a:lnTo>
                  <a:cubicBezTo>
                    <a:pt x="159355" y="276188"/>
                    <a:pt x="155019" y="276408"/>
                    <a:pt x="150642" y="276408"/>
                  </a:cubicBezTo>
                  <a:cubicBezTo>
                    <a:pt x="145974" y="276408"/>
                    <a:pt x="141260" y="276157"/>
                    <a:pt x="136538" y="275655"/>
                  </a:cubicBezTo>
                  <a:cubicBezTo>
                    <a:pt x="102799" y="272099"/>
                    <a:pt x="72220" y="255716"/>
                    <a:pt x="50488" y="229545"/>
                  </a:cubicBezTo>
                  <a:cubicBezTo>
                    <a:pt x="28147" y="202463"/>
                    <a:pt x="17812" y="168268"/>
                    <a:pt x="21429" y="133313"/>
                  </a:cubicBezTo>
                  <a:cubicBezTo>
                    <a:pt x="25138" y="98115"/>
                    <a:pt x="42493" y="66777"/>
                    <a:pt x="70366" y="45044"/>
                  </a:cubicBezTo>
                  <a:cubicBezTo>
                    <a:pt x="93134" y="27039"/>
                    <a:pt x="120881" y="17416"/>
                    <a:pt x="149786" y="17416"/>
                  </a:cubicBezTo>
                  <a:cubicBezTo>
                    <a:pt x="154454" y="17416"/>
                    <a:pt x="159151" y="17667"/>
                    <a:pt x="163863" y="18174"/>
                  </a:cubicBezTo>
                  <a:cubicBezTo>
                    <a:pt x="170611" y="18873"/>
                    <a:pt x="177268" y="20120"/>
                    <a:pt x="183590" y="21913"/>
                  </a:cubicBezTo>
                  <a:lnTo>
                    <a:pt x="188332" y="5135"/>
                  </a:lnTo>
                  <a:cubicBezTo>
                    <a:pt x="181007" y="3068"/>
                    <a:pt x="173317" y="1609"/>
                    <a:pt x="165596" y="849"/>
                  </a:cubicBezTo>
                  <a:cubicBezTo>
                    <a:pt x="160292" y="281"/>
                    <a:pt x="155001" y="1"/>
                    <a:pt x="14974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8" name="Google Shape;1638;p25"/>
            <p:cNvSpPr/>
            <p:nvPr/>
          </p:nvSpPr>
          <p:spPr>
            <a:xfrm>
              <a:off x="2910564" y="3205208"/>
              <a:ext cx="135430" cy="217388"/>
            </a:xfrm>
            <a:custGeom>
              <a:avLst/>
              <a:gdLst/>
              <a:ahLst/>
              <a:cxnLst/>
              <a:rect l="l" t="t" r="r" b="b"/>
              <a:pathLst>
                <a:path w="183013" h="293768" extrusionOk="0">
                  <a:moveTo>
                    <a:pt x="150100" y="0"/>
                  </a:moveTo>
                  <a:cubicBezTo>
                    <a:pt x="119022" y="0"/>
                    <a:pt x="88697" y="9823"/>
                    <a:pt x="63406" y="28414"/>
                  </a:cubicBezTo>
                  <a:cubicBezTo>
                    <a:pt x="30092" y="52913"/>
                    <a:pt x="8450" y="90451"/>
                    <a:pt x="4104" y="131485"/>
                  </a:cubicBezTo>
                  <a:cubicBezTo>
                    <a:pt x="0" y="171303"/>
                    <a:pt x="11855" y="210179"/>
                    <a:pt x="37478" y="241061"/>
                  </a:cubicBezTo>
                  <a:cubicBezTo>
                    <a:pt x="62190" y="270515"/>
                    <a:pt x="96719" y="288934"/>
                    <a:pt x="134714" y="292946"/>
                  </a:cubicBezTo>
                  <a:cubicBezTo>
                    <a:pt x="139638" y="293494"/>
                    <a:pt x="144623" y="293767"/>
                    <a:pt x="149730" y="293767"/>
                  </a:cubicBezTo>
                  <a:cubicBezTo>
                    <a:pt x="153103" y="293767"/>
                    <a:pt x="156447" y="293646"/>
                    <a:pt x="159821" y="293402"/>
                  </a:cubicBezTo>
                  <a:lnTo>
                    <a:pt x="158666" y="276047"/>
                  </a:lnTo>
                  <a:cubicBezTo>
                    <a:pt x="155637" y="276266"/>
                    <a:pt x="152622" y="276373"/>
                    <a:pt x="149637" y="276373"/>
                  </a:cubicBezTo>
                  <a:cubicBezTo>
                    <a:pt x="145192" y="276373"/>
                    <a:pt x="140810" y="276136"/>
                    <a:pt x="136538" y="275682"/>
                  </a:cubicBezTo>
                  <a:cubicBezTo>
                    <a:pt x="103042" y="272125"/>
                    <a:pt x="72585" y="255864"/>
                    <a:pt x="50822" y="229936"/>
                  </a:cubicBezTo>
                  <a:cubicBezTo>
                    <a:pt x="28208" y="202732"/>
                    <a:pt x="17782" y="168385"/>
                    <a:pt x="21369" y="133309"/>
                  </a:cubicBezTo>
                  <a:cubicBezTo>
                    <a:pt x="25229" y="97138"/>
                    <a:pt x="44256" y="64037"/>
                    <a:pt x="73649" y="42426"/>
                  </a:cubicBezTo>
                  <a:cubicBezTo>
                    <a:pt x="95919" y="26069"/>
                    <a:pt x="122587" y="17412"/>
                    <a:pt x="150036" y="17412"/>
                  </a:cubicBezTo>
                  <a:cubicBezTo>
                    <a:pt x="154619" y="17412"/>
                    <a:pt x="159224" y="17653"/>
                    <a:pt x="163833" y="18140"/>
                  </a:cubicBezTo>
                  <a:cubicBezTo>
                    <a:pt x="169031" y="18626"/>
                    <a:pt x="174077" y="19477"/>
                    <a:pt x="178879" y="20663"/>
                  </a:cubicBezTo>
                  <a:lnTo>
                    <a:pt x="183013" y="3733"/>
                  </a:lnTo>
                  <a:cubicBezTo>
                    <a:pt x="177420" y="2365"/>
                    <a:pt x="171523" y="1392"/>
                    <a:pt x="165596" y="815"/>
                  </a:cubicBezTo>
                  <a:cubicBezTo>
                    <a:pt x="160423" y="270"/>
                    <a:pt x="155251" y="0"/>
                    <a:pt x="15010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9" name="Google Shape;1639;p25"/>
            <p:cNvSpPr/>
            <p:nvPr/>
          </p:nvSpPr>
          <p:spPr>
            <a:xfrm>
              <a:off x="2926365" y="3054502"/>
              <a:ext cx="131111" cy="217363"/>
            </a:xfrm>
            <a:custGeom>
              <a:avLst/>
              <a:gdLst/>
              <a:ahLst/>
              <a:cxnLst/>
              <a:rect l="l" t="t" r="r" b="b"/>
              <a:pathLst>
                <a:path w="177177" h="293734" extrusionOk="0">
                  <a:moveTo>
                    <a:pt x="150220" y="0"/>
                  </a:moveTo>
                  <a:cubicBezTo>
                    <a:pt x="118414" y="0"/>
                    <a:pt x="87596" y="10233"/>
                    <a:pt x="62068" y="29536"/>
                  </a:cubicBezTo>
                  <a:cubicBezTo>
                    <a:pt x="29636" y="53852"/>
                    <a:pt x="8602" y="90965"/>
                    <a:pt x="4225" y="131482"/>
                  </a:cubicBezTo>
                  <a:cubicBezTo>
                    <a:pt x="0" y="172577"/>
                    <a:pt x="13313" y="213885"/>
                    <a:pt x="40730" y="244767"/>
                  </a:cubicBezTo>
                  <a:cubicBezTo>
                    <a:pt x="65290" y="272001"/>
                    <a:pt x="98725" y="289144"/>
                    <a:pt x="134866" y="292974"/>
                  </a:cubicBezTo>
                  <a:cubicBezTo>
                    <a:pt x="139516" y="293491"/>
                    <a:pt x="144440" y="293734"/>
                    <a:pt x="149395" y="293734"/>
                  </a:cubicBezTo>
                  <a:cubicBezTo>
                    <a:pt x="151067" y="293734"/>
                    <a:pt x="152739" y="293704"/>
                    <a:pt x="154410" y="293673"/>
                  </a:cubicBezTo>
                  <a:lnTo>
                    <a:pt x="153802" y="276257"/>
                  </a:lnTo>
                  <a:cubicBezTo>
                    <a:pt x="152315" y="276310"/>
                    <a:pt x="150839" y="276337"/>
                    <a:pt x="149375" y="276337"/>
                  </a:cubicBezTo>
                  <a:cubicBezTo>
                    <a:pt x="145038" y="276337"/>
                    <a:pt x="140811" y="276103"/>
                    <a:pt x="136720" y="275649"/>
                  </a:cubicBezTo>
                  <a:cubicBezTo>
                    <a:pt x="104804" y="272244"/>
                    <a:pt x="75321" y="257168"/>
                    <a:pt x="53679" y="233156"/>
                  </a:cubicBezTo>
                  <a:cubicBezTo>
                    <a:pt x="29514" y="205952"/>
                    <a:pt x="17812" y="169507"/>
                    <a:pt x="21551" y="133306"/>
                  </a:cubicBezTo>
                  <a:cubicBezTo>
                    <a:pt x="25381" y="97622"/>
                    <a:pt x="43952" y="64855"/>
                    <a:pt x="72555" y="43426"/>
                  </a:cubicBezTo>
                  <a:cubicBezTo>
                    <a:pt x="95052" y="26443"/>
                    <a:pt x="122221" y="17410"/>
                    <a:pt x="150219" y="17410"/>
                  </a:cubicBezTo>
                  <a:cubicBezTo>
                    <a:pt x="154791" y="17410"/>
                    <a:pt x="159385" y="17651"/>
                    <a:pt x="163985" y="18137"/>
                  </a:cubicBezTo>
                  <a:cubicBezTo>
                    <a:pt x="167420" y="18472"/>
                    <a:pt x="170946" y="19049"/>
                    <a:pt x="174259" y="19627"/>
                  </a:cubicBezTo>
                  <a:lnTo>
                    <a:pt x="177177" y="2453"/>
                  </a:lnTo>
                  <a:cubicBezTo>
                    <a:pt x="173712" y="1876"/>
                    <a:pt x="169699" y="1177"/>
                    <a:pt x="165748" y="812"/>
                  </a:cubicBezTo>
                  <a:cubicBezTo>
                    <a:pt x="160558" y="269"/>
                    <a:pt x="155376" y="0"/>
                    <a:pt x="15022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0" name="Google Shape;1640;p25"/>
            <p:cNvSpPr/>
            <p:nvPr/>
          </p:nvSpPr>
          <p:spPr>
            <a:xfrm>
              <a:off x="2931159" y="2895398"/>
              <a:ext cx="144517" cy="217409"/>
            </a:xfrm>
            <a:custGeom>
              <a:avLst/>
              <a:gdLst/>
              <a:ahLst/>
              <a:cxnLst/>
              <a:rect l="l" t="t" r="r" b="b"/>
              <a:pathLst>
                <a:path w="195293" h="293796" extrusionOk="0">
                  <a:moveTo>
                    <a:pt x="150824" y="17408"/>
                  </a:moveTo>
                  <a:cubicBezTo>
                    <a:pt x="155414" y="17408"/>
                    <a:pt x="160064" y="17652"/>
                    <a:pt x="164745" y="18138"/>
                  </a:cubicBezTo>
                  <a:cubicBezTo>
                    <a:pt x="168757" y="18563"/>
                    <a:pt x="172830" y="19202"/>
                    <a:pt x="176843" y="20053"/>
                  </a:cubicBezTo>
                  <a:lnTo>
                    <a:pt x="156629" y="276288"/>
                  </a:lnTo>
                  <a:cubicBezTo>
                    <a:pt x="154867" y="276356"/>
                    <a:pt x="153095" y="276390"/>
                    <a:pt x="151316" y="276390"/>
                  </a:cubicBezTo>
                  <a:cubicBezTo>
                    <a:pt x="146742" y="276390"/>
                    <a:pt x="142119" y="276161"/>
                    <a:pt x="137480" y="275680"/>
                  </a:cubicBezTo>
                  <a:cubicBezTo>
                    <a:pt x="110945" y="272853"/>
                    <a:pt x="86385" y="262184"/>
                    <a:pt x="66506" y="244767"/>
                  </a:cubicBezTo>
                  <a:cubicBezTo>
                    <a:pt x="34500" y="217168"/>
                    <a:pt x="17964" y="175465"/>
                    <a:pt x="22341" y="133307"/>
                  </a:cubicBezTo>
                  <a:cubicBezTo>
                    <a:pt x="25989" y="98960"/>
                    <a:pt x="42798" y="68017"/>
                    <a:pt x="69698" y="46254"/>
                  </a:cubicBezTo>
                  <a:cubicBezTo>
                    <a:pt x="92950" y="27409"/>
                    <a:pt x="121340" y="17408"/>
                    <a:pt x="150824" y="17408"/>
                  </a:cubicBezTo>
                  <a:close/>
                  <a:moveTo>
                    <a:pt x="150708" y="0"/>
                  </a:moveTo>
                  <a:cubicBezTo>
                    <a:pt x="117285" y="0"/>
                    <a:pt x="85081" y="11387"/>
                    <a:pt x="58694" y="32728"/>
                  </a:cubicBezTo>
                  <a:cubicBezTo>
                    <a:pt x="28177" y="57379"/>
                    <a:pt x="9119" y="92455"/>
                    <a:pt x="4955" y="131483"/>
                  </a:cubicBezTo>
                  <a:cubicBezTo>
                    <a:pt x="0" y="179295"/>
                    <a:pt x="18755" y="226621"/>
                    <a:pt x="55047" y="257929"/>
                  </a:cubicBezTo>
                  <a:cubicBezTo>
                    <a:pt x="77601" y="277655"/>
                    <a:pt x="105473" y="289753"/>
                    <a:pt x="135596" y="292944"/>
                  </a:cubicBezTo>
                  <a:cubicBezTo>
                    <a:pt x="140732" y="293522"/>
                    <a:pt x="145839" y="293795"/>
                    <a:pt x="150945" y="293795"/>
                  </a:cubicBezTo>
                  <a:cubicBezTo>
                    <a:pt x="155870" y="293795"/>
                    <a:pt x="160824" y="293522"/>
                    <a:pt x="165566" y="293005"/>
                  </a:cubicBezTo>
                  <a:lnTo>
                    <a:pt x="172770" y="292245"/>
                  </a:lnTo>
                  <a:lnTo>
                    <a:pt x="195293" y="6861"/>
                  </a:lnTo>
                  <a:lnTo>
                    <a:pt x="188363" y="4946"/>
                  </a:lnTo>
                  <a:cubicBezTo>
                    <a:pt x="181098" y="2940"/>
                    <a:pt x="173742" y="1572"/>
                    <a:pt x="166478" y="843"/>
                  </a:cubicBezTo>
                  <a:cubicBezTo>
                    <a:pt x="161203" y="279"/>
                    <a:pt x="155941" y="0"/>
                    <a:pt x="15070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1" name="Google Shape;1641;p25"/>
            <p:cNvSpPr/>
            <p:nvPr/>
          </p:nvSpPr>
          <p:spPr>
            <a:xfrm>
              <a:off x="2979909" y="2871219"/>
              <a:ext cx="995871" cy="1244591"/>
            </a:xfrm>
            <a:custGeom>
              <a:avLst/>
              <a:gdLst/>
              <a:ahLst/>
              <a:cxnLst/>
              <a:rect l="l" t="t" r="r" b="b"/>
              <a:pathLst>
                <a:path w="1345771" h="1681880" extrusionOk="0">
                  <a:moveTo>
                    <a:pt x="123893" y="1"/>
                  </a:moveTo>
                  <a:lnTo>
                    <a:pt x="0" y="1565191"/>
                  </a:lnTo>
                  <a:lnTo>
                    <a:pt x="1221391" y="1681879"/>
                  </a:lnTo>
                  <a:lnTo>
                    <a:pt x="1345770" y="125656"/>
                  </a:lnTo>
                  <a:lnTo>
                    <a:pt x="123893" y="1"/>
                  </a:lnTo>
                  <a:close/>
                </a:path>
              </a:pathLst>
            </a:custGeom>
            <a:solidFill>
              <a:schemeClr val="accent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2" name="Google Shape;1642;p25"/>
            <p:cNvSpPr/>
            <p:nvPr/>
          </p:nvSpPr>
          <p:spPr>
            <a:xfrm>
              <a:off x="2975295" y="2866493"/>
              <a:ext cx="1005092" cy="1254015"/>
            </a:xfrm>
            <a:custGeom>
              <a:avLst/>
              <a:gdLst/>
              <a:ahLst/>
              <a:cxnLst/>
              <a:rect l="l" t="t" r="r" b="b"/>
              <a:pathLst>
                <a:path w="1358233" h="1694615" extrusionOk="0">
                  <a:moveTo>
                    <a:pt x="135444" y="12767"/>
                  </a:moveTo>
                  <a:lnTo>
                    <a:pt x="1345770" y="137237"/>
                  </a:lnTo>
                  <a:lnTo>
                    <a:pt x="1222333" y="1681940"/>
                  </a:lnTo>
                  <a:lnTo>
                    <a:pt x="12493" y="1566315"/>
                  </a:lnTo>
                  <a:lnTo>
                    <a:pt x="135444" y="12767"/>
                  </a:lnTo>
                  <a:close/>
                  <a:moveTo>
                    <a:pt x="124805" y="1"/>
                  </a:moveTo>
                  <a:lnTo>
                    <a:pt x="0" y="1576802"/>
                  </a:lnTo>
                  <a:lnTo>
                    <a:pt x="1227075" y="1694068"/>
                  </a:lnTo>
                  <a:lnTo>
                    <a:pt x="1232941" y="1694615"/>
                  </a:lnTo>
                  <a:lnTo>
                    <a:pt x="1358232" y="126842"/>
                  </a:lnTo>
                  <a:lnTo>
                    <a:pt x="130732" y="609"/>
                  </a:lnTo>
                  <a:lnTo>
                    <a:pt x="12480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3" name="Google Shape;1643;p25"/>
            <p:cNvSpPr/>
            <p:nvPr/>
          </p:nvSpPr>
          <p:spPr>
            <a:xfrm>
              <a:off x="3198771" y="3168455"/>
              <a:ext cx="613515" cy="276762"/>
            </a:xfrm>
            <a:custGeom>
              <a:avLst/>
              <a:gdLst/>
              <a:ahLst/>
              <a:cxnLst/>
              <a:rect l="l" t="t" r="r" b="b"/>
              <a:pathLst>
                <a:path w="829074" h="374003" extrusionOk="0">
                  <a:moveTo>
                    <a:pt x="135750" y="1"/>
                  </a:moveTo>
                  <a:cubicBezTo>
                    <a:pt x="75156" y="1"/>
                    <a:pt x="22302" y="46631"/>
                    <a:pt x="15988" y="107836"/>
                  </a:cubicBezTo>
                  <a:lnTo>
                    <a:pt x="6627" y="198506"/>
                  </a:lnTo>
                  <a:cubicBezTo>
                    <a:pt x="0" y="263036"/>
                    <a:pt x="47448" y="320241"/>
                    <a:pt x="112160" y="325682"/>
                  </a:cubicBezTo>
                  <a:lnTo>
                    <a:pt x="683357" y="373585"/>
                  </a:lnTo>
                  <a:cubicBezTo>
                    <a:pt x="686689" y="373865"/>
                    <a:pt x="690005" y="374003"/>
                    <a:pt x="693298" y="374003"/>
                  </a:cubicBezTo>
                  <a:cubicBezTo>
                    <a:pt x="753918" y="374003"/>
                    <a:pt x="806772" y="327372"/>
                    <a:pt x="813085" y="266167"/>
                  </a:cubicBezTo>
                  <a:lnTo>
                    <a:pt x="822417" y="175497"/>
                  </a:lnTo>
                  <a:cubicBezTo>
                    <a:pt x="829073" y="110967"/>
                    <a:pt x="781626" y="53763"/>
                    <a:pt x="716913" y="48322"/>
                  </a:cubicBezTo>
                  <a:lnTo>
                    <a:pt x="145687" y="418"/>
                  </a:lnTo>
                  <a:cubicBezTo>
                    <a:pt x="142356" y="138"/>
                    <a:pt x="139042" y="1"/>
                    <a:pt x="13575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4" name="Google Shape;1644;p25"/>
            <p:cNvSpPr/>
            <p:nvPr/>
          </p:nvSpPr>
          <p:spPr>
            <a:xfrm>
              <a:off x="3196880" y="3164196"/>
              <a:ext cx="617271" cy="285320"/>
            </a:xfrm>
            <a:custGeom>
              <a:avLst/>
              <a:gdLst/>
              <a:ahLst/>
              <a:cxnLst/>
              <a:rect l="l" t="t" r="r" b="b"/>
              <a:pathLst>
                <a:path w="834150" h="385567" extrusionOk="0">
                  <a:moveTo>
                    <a:pt x="138260" y="11578"/>
                  </a:moveTo>
                  <a:cubicBezTo>
                    <a:pt x="141403" y="11578"/>
                    <a:pt x="144570" y="11709"/>
                    <a:pt x="147754" y="11975"/>
                  </a:cubicBezTo>
                  <a:lnTo>
                    <a:pt x="718980" y="59848"/>
                  </a:lnTo>
                  <a:cubicBezTo>
                    <a:pt x="748737" y="62371"/>
                    <a:pt x="775546" y="76353"/>
                    <a:pt x="794544" y="99241"/>
                  </a:cubicBezTo>
                  <a:cubicBezTo>
                    <a:pt x="813511" y="122129"/>
                    <a:pt x="822234" y="151035"/>
                    <a:pt x="819195" y="180640"/>
                  </a:cubicBezTo>
                  <a:lnTo>
                    <a:pt x="809863" y="271340"/>
                  </a:lnTo>
                  <a:cubicBezTo>
                    <a:pt x="803837" y="329732"/>
                    <a:pt x="753768" y="373954"/>
                    <a:pt x="695832" y="373954"/>
                  </a:cubicBezTo>
                  <a:cubicBezTo>
                    <a:pt x="692698" y="373954"/>
                    <a:pt x="689540" y="373824"/>
                    <a:pt x="686365" y="373561"/>
                  </a:cubicBezTo>
                  <a:lnTo>
                    <a:pt x="115169" y="325657"/>
                  </a:lnTo>
                  <a:cubicBezTo>
                    <a:pt x="85412" y="323135"/>
                    <a:pt x="58573" y="309153"/>
                    <a:pt x="39575" y="286265"/>
                  </a:cubicBezTo>
                  <a:cubicBezTo>
                    <a:pt x="20639" y="263377"/>
                    <a:pt x="11885" y="234471"/>
                    <a:pt x="14924" y="204865"/>
                  </a:cubicBezTo>
                  <a:lnTo>
                    <a:pt x="24286" y="114226"/>
                  </a:lnTo>
                  <a:cubicBezTo>
                    <a:pt x="30340" y="55847"/>
                    <a:pt x="80416" y="11578"/>
                    <a:pt x="138260" y="11578"/>
                  </a:cubicBezTo>
                  <a:close/>
                  <a:moveTo>
                    <a:pt x="138396" y="1"/>
                  </a:moveTo>
                  <a:cubicBezTo>
                    <a:pt x="74671" y="1"/>
                    <a:pt x="19372" y="48702"/>
                    <a:pt x="12736" y="113040"/>
                  </a:cubicBezTo>
                  <a:lnTo>
                    <a:pt x="3374" y="203710"/>
                  </a:lnTo>
                  <a:cubicBezTo>
                    <a:pt x="0" y="236446"/>
                    <a:pt x="9696" y="268392"/>
                    <a:pt x="30669" y="293712"/>
                  </a:cubicBezTo>
                  <a:cubicBezTo>
                    <a:pt x="51673" y="319001"/>
                    <a:pt x="81339" y="334472"/>
                    <a:pt x="114197" y="337238"/>
                  </a:cubicBezTo>
                  <a:lnTo>
                    <a:pt x="685423" y="385172"/>
                  </a:lnTo>
                  <a:cubicBezTo>
                    <a:pt x="688919" y="385415"/>
                    <a:pt x="692414" y="385567"/>
                    <a:pt x="695879" y="385567"/>
                  </a:cubicBezTo>
                  <a:cubicBezTo>
                    <a:pt x="759558" y="385567"/>
                    <a:pt x="814757" y="336843"/>
                    <a:pt x="821414" y="272556"/>
                  </a:cubicBezTo>
                  <a:lnTo>
                    <a:pt x="830745" y="181856"/>
                  </a:lnTo>
                  <a:cubicBezTo>
                    <a:pt x="834149" y="149150"/>
                    <a:pt x="824453" y="117174"/>
                    <a:pt x="803480" y="91885"/>
                  </a:cubicBezTo>
                  <a:cubicBezTo>
                    <a:pt x="782477" y="66565"/>
                    <a:pt x="752780" y="51125"/>
                    <a:pt x="719922" y="48328"/>
                  </a:cubicBezTo>
                  <a:lnTo>
                    <a:pt x="148696" y="425"/>
                  </a:lnTo>
                  <a:cubicBezTo>
                    <a:pt x="145243" y="141"/>
                    <a:pt x="141807" y="1"/>
                    <a:pt x="13839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5" name="Google Shape;1645;p25"/>
            <p:cNvSpPr/>
            <p:nvPr/>
          </p:nvSpPr>
          <p:spPr>
            <a:xfrm>
              <a:off x="3361094" y="3267663"/>
              <a:ext cx="32570" cy="43497"/>
            </a:xfrm>
            <a:custGeom>
              <a:avLst/>
              <a:gdLst/>
              <a:ahLst/>
              <a:cxnLst/>
              <a:rect l="l" t="t" r="r" b="b"/>
              <a:pathLst>
                <a:path w="44014" h="58780" extrusionOk="0">
                  <a:moveTo>
                    <a:pt x="22845" y="0"/>
                  </a:moveTo>
                  <a:cubicBezTo>
                    <a:pt x="11592" y="0"/>
                    <a:pt x="1890" y="12344"/>
                    <a:pt x="973" y="28144"/>
                  </a:cubicBezTo>
                  <a:cubicBezTo>
                    <a:pt x="0" y="44375"/>
                    <a:pt x="8632" y="58084"/>
                    <a:pt x="20274" y="58752"/>
                  </a:cubicBezTo>
                  <a:cubicBezTo>
                    <a:pt x="20583" y="58771"/>
                    <a:pt x="20890" y="58780"/>
                    <a:pt x="21196" y="58780"/>
                  </a:cubicBezTo>
                  <a:cubicBezTo>
                    <a:pt x="32421" y="58780"/>
                    <a:pt x="42124" y="46436"/>
                    <a:pt x="43071" y="30636"/>
                  </a:cubicBezTo>
                  <a:cubicBezTo>
                    <a:pt x="44013" y="14436"/>
                    <a:pt x="35381" y="697"/>
                    <a:pt x="23770" y="28"/>
                  </a:cubicBezTo>
                  <a:cubicBezTo>
                    <a:pt x="23460" y="9"/>
                    <a:pt x="23152" y="0"/>
                    <a:pt x="2284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6" name="Google Shape;1646;p25"/>
            <p:cNvSpPr/>
            <p:nvPr/>
          </p:nvSpPr>
          <p:spPr>
            <a:xfrm>
              <a:off x="3356660" y="3263393"/>
              <a:ext cx="41433" cy="52086"/>
            </a:xfrm>
            <a:custGeom>
              <a:avLst/>
              <a:gdLst/>
              <a:ahLst/>
              <a:cxnLst/>
              <a:rect l="l" t="t" r="r" b="b"/>
              <a:pathLst>
                <a:path w="55990" h="70386" extrusionOk="0">
                  <a:moveTo>
                    <a:pt x="29393" y="11570"/>
                  </a:moveTo>
                  <a:cubicBezTo>
                    <a:pt x="37691" y="12057"/>
                    <a:pt x="44044" y="23303"/>
                    <a:pt x="43284" y="36069"/>
                  </a:cubicBezTo>
                  <a:cubicBezTo>
                    <a:pt x="42888" y="42634"/>
                    <a:pt x="40639" y="48835"/>
                    <a:pt x="37144" y="53182"/>
                  </a:cubicBezTo>
                  <a:cubicBezTo>
                    <a:pt x="35467" y="55263"/>
                    <a:pt x="32087" y="58773"/>
                    <a:pt x="27368" y="58773"/>
                  </a:cubicBezTo>
                  <a:cubicBezTo>
                    <a:pt x="27125" y="58773"/>
                    <a:pt x="26878" y="58764"/>
                    <a:pt x="26627" y="58744"/>
                  </a:cubicBezTo>
                  <a:cubicBezTo>
                    <a:pt x="18359" y="58227"/>
                    <a:pt x="12006" y="47011"/>
                    <a:pt x="12766" y="34245"/>
                  </a:cubicBezTo>
                  <a:cubicBezTo>
                    <a:pt x="13131" y="27589"/>
                    <a:pt x="15350" y="21510"/>
                    <a:pt x="18876" y="17133"/>
                  </a:cubicBezTo>
                  <a:cubicBezTo>
                    <a:pt x="20578" y="15005"/>
                    <a:pt x="24134" y="11570"/>
                    <a:pt x="28846" y="11570"/>
                  </a:cubicBezTo>
                  <a:close/>
                  <a:moveTo>
                    <a:pt x="28642" y="1"/>
                  </a:moveTo>
                  <a:cubicBezTo>
                    <a:pt x="21587" y="1"/>
                    <a:pt x="14997" y="3524"/>
                    <a:pt x="9818" y="9898"/>
                  </a:cubicBezTo>
                  <a:cubicBezTo>
                    <a:pt x="4742" y="16130"/>
                    <a:pt x="1672" y="24549"/>
                    <a:pt x="1125" y="33607"/>
                  </a:cubicBezTo>
                  <a:cubicBezTo>
                    <a:pt x="0" y="53273"/>
                    <a:pt x="10851" y="69443"/>
                    <a:pt x="25897" y="70355"/>
                  </a:cubicBezTo>
                  <a:cubicBezTo>
                    <a:pt x="26353" y="70386"/>
                    <a:pt x="26779" y="70386"/>
                    <a:pt x="27204" y="70386"/>
                  </a:cubicBezTo>
                  <a:cubicBezTo>
                    <a:pt x="34256" y="70386"/>
                    <a:pt x="40943" y="66890"/>
                    <a:pt x="46141" y="60507"/>
                  </a:cubicBezTo>
                  <a:cubicBezTo>
                    <a:pt x="51247" y="54276"/>
                    <a:pt x="54317" y="45826"/>
                    <a:pt x="54864" y="36799"/>
                  </a:cubicBezTo>
                  <a:cubicBezTo>
                    <a:pt x="55989" y="17102"/>
                    <a:pt x="45138" y="962"/>
                    <a:pt x="30092" y="50"/>
                  </a:cubicBezTo>
                  <a:cubicBezTo>
                    <a:pt x="29607" y="17"/>
                    <a:pt x="29123" y="1"/>
                    <a:pt x="2864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7" name="Google Shape;1647;p25"/>
            <p:cNvSpPr/>
            <p:nvPr/>
          </p:nvSpPr>
          <p:spPr>
            <a:xfrm>
              <a:off x="3628548" y="3283639"/>
              <a:ext cx="32683" cy="43482"/>
            </a:xfrm>
            <a:custGeom>
              <a:avLst/>
              <a:gdLst/>
              <a:ahLst/>
              <a:cxnLst/>
              <a:rect l="l" t="t" r="r" b="b"/>
              <a:pathLst>
                <a:path w="44166" h="58760" extrusionOk="0">
                  <a:moveTo>
                    <a:pt x="23007" y="0"/>
                  </a:moveTo>
                  <a:cubicBezTo>
                    <a:pt x="11785" y="0"/>
                    <a:pt x="2068" y="12265"/>
                    <a:pt x="1064" y="28027"/>
                  </a:cubicBezTo>
                  <a:cubicBezTo>
                    <a:pt x="0" y="44228"/>
                    <a:pt x="8572" y="57967"/>
                    <a:pt x="20213" y="58727"/>
                  </a:cubicBezTo>
                  <a:cubicBezTo>
                    <a:pt x="20548" y="58749"/>
                    <a:pt x="20882" y="58759"/>
                    <a:pt x="21215" y="58759"/>
                  </a:cubicBezTo>
                  <a:cubicBezTo>
                    <a:pt x="32411" y="58759"/>
                    <a:pt x="42158" y="46466"/>
                    <a:pt x="43162" y="30732"/>
                  </a:cubicBezTo>
                  <a:cubicBezTo>
                    <a:pt x="44165" y="14501"/>
                    <a:pt x="35594" y="793"/>
                    <a:pt x="24013" y="33"/>
                  </a:cubicBezTo>
                  <a:cubicBezTo>
                    <a:pt x="23676" y="11"/>
                    <a:pt x="23341" y="0"/>
                    <a:pt x="2300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8" name="Google Shape;1648;p25"/>
            <p:cNvSpPr/>
            <p:nvPr/>
          </p:nvSpPr>
          <p:spPr>
            <a:xfrm>
              <a:off x="3624091" y="3279334"/>
              <a:ext cx="41073" cy="52102"/>
            </a:xfrm>
            <a:custGeom>
              <a:avLst/>
              <a:gdLst/>
              <a:ahLst/>
              <a:cxnLst/>
              <a:rect l="l" t="t" r="r" b="b"/>
              <a:pathLst>
                <a:path w="55504" h="70408" extrusionOk="0">
                  <a:moveTo>
                    <a:pt x="29667" y="11622"/>
                  </a:moveTo>
                  <a:cubicBezTo>
                    <a:pt x="34652" y="11956"/>
                    <a:pt x="37935" y="16029"/>
                    <a:pt x="39455" y="18461"/>
                  </a:cubicBezTo>
                  <a:cubicBezTo>
                    <a:pt x="42403" y="23233"/>
                    <a:pt x="43831" y="29525"/>
                    <a:pt x="43406" y="36151"/>
                  </a:cubicBezTo>
                  <a:cubicBezTo>
                    <a:pt x="42980" y="42686"/>
                    <a:pt x="40731" y="48917"/>
                    <a:pt x="37205" y="53234"/>
                  </a:cubicBezTo>
                  <a:cubicBezTo>
                    <a:pt x="35477" y="55372"/>
                    <a:pt x="31970" y="58780"/>
                    <a:pt x="27202" y="58780"/>
                  </a:cubicBezTo>
                  <a:cubicBezTo>
                    <a:pt x="27023" y="58780"/>
                    <a:pt x="26841" y="58776"/>
                    <a:pt x="26658" y="58766"/>
                  </a:cubicBezTo>
                  <a:cubicBezTo>
                    <a:pt x="18360" y="58249"/>
                    <a:pt x="12068" y="47002"/>
                    <a:pt x="12889" y="34236"/>
                  </a:cubicBezTo>
                  <a:cubicBezTo>
                    <a:pt x="13679" y="21774"/>
                    <a:pt x="21035" y="11622"/>
                    <a:pt x="29029" y="11622"/>
                  </a:cubicBezTo>
                  <a:close/>
                  <a:moveTo>
                    <a:pt x="29032" y="1"/>
                  </a:moveTo>
                  <a:cubicBezTo>
                    <a:pt x="14543" y="1"/>
                    <a:pt x="2487" y="14335"/>
                    <a:pt x="1277" y="33476"/>
                  </a:cubicBezTo>
                  <a:cubicBezTo>
                    <a:pt x="1" y="53173"/>
                    <a:pt x="10791" y="69374"/>
                    <a:pt x="25837" y="70346"/>
                  </a:cubicBezTo>
                  <a:cubicBezTo>
                    <a:pt x="26354" y="70407"/>
                    <a:pt x="26810" y="70407"/>
                    <a:pt x="27266" y="70407"/>
                  </a:cubicBezTo>
                  <a:cubicBezTo>
                    <a:pt x="34287" y="70407"/>
                    <a:pt x="40944" y="66942"/>
                    <a:pt x="46142" y="60559"/>
                  </a:cubicBezTo>
                  <a:cubicBezTo>
                    <a:pt x="51218" y="54328"/>
                    <a:pt x="54379" y="45939"/>
                    <a:pt x="54956" y="36881"/>
                  </a:cubicBezTo>
                  <a:cubicBezTo>
                    <a:pt x="55503" y="27853"/>
                    <a:pt x="53497" y="19099"/>
                    <a:pt x="49242" y="12291"/>
                  </a:cubicBezTo>
                  <a:cubicBezTo>
                    <a:pt x="44622" y="4844"/>
                    <a:pt x="37874" y="528"/>
                    <a:pt x="30366" y="41"/>
                  </a:cubicBezTo>
                  <a:cubicBezTo>
                    <a:pt x="29919" y="14"/>
                    <a:pt x="29474" y="1"/>
                    <a:pt x="2903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9" name="Google Shape;1649;p25"/>
            <p:cNvSpPr/>
            <p:nvPr/>
          </p:nvSpPr>
          <p:spPr>
            <a:xfrm>
              <a:off x="3471604" y="3295389"/>
              <a:ext cx="76139" cy="61046"/>
            </a:xfrm>
            <a:custGeom>
              <a:avLst/>
              <a:gdLst/>
              <a:ahLst/>
              <a:cxnLst/>
              <a:rect l="l" t="t" r="r" b="b"/>
              <a:pathLst>
                <a:path w="102891" h="82495" extrusionOk="0">
                  <a:moveTo>
                    <a:pt x="609" y="1"/>
                  </a:moveTo>
                  <a:lnTo>
                    <a:pt x="487" y="5807"/>
                  </a:lnTo>
                  <a:cubicBezTo>
                    <a:pt x="1" y="32828"/>
                    <a:pt x="8573" y="57327"/>
                    <a:pt x="23345" y="71309"/>
                  </a:cubicBezTo>
                  <a:cubicBezTo>
                    <a:pt x="31096" y="78665"/>
                    <a:pt x="40002" y="82495"/>
                    <a:pt x="49212" y="82495"/>
                  </a:cubicBezTo>
                  <a:cubicBezTo>
                    <a:pt x="50002" y="82495"/>
                    <a:pt x="50823" y="82464"/>
                    <a:pt x="51643" y="82434"/>
                  </a:cubicBezTo>
                  <a:cubicBezTo>
                    <a:pt x="76507" y="80610"/>
                    <a:pt x="98270" y="50488"/>
                    <a:pt x="102283" y="12342"/>
                  </a:cubicBezTo>
                  <a:lnTo>
                    <a:pt x="102890" y="6566"/>
                  </a:lnTo>
                  <a:lnTo>
                    <a:pt x="91340" y="5351"/>
                  </a:lnTo>
                  <a:lnTo>
                    <a:pt x="90732" y="11126"/>
                  </a:lnTo>
                  <a:cubicBezTo>
                    <a:pt x="87358" y="43223"/>
                    <a:pt x="69820" y="69455"/>
                    <a:pt x="50762" y="70853"/>
                  </a:cubicBezTo>
                  <a:cubicBezTo>
                    <a:pt x="50222" y="70893"/>
                    <a:pt x="49691" y="70913"/>
                    <a:pt x="49166" y="70913"/>
                  </a:cubicBezTo>
                  <a:cubicBezTo>
                    <a:pt x="41359" y="70913"/>
                    <a:pt x="35239" y="66623"/>
                    <a:pt x="31309" y="62920"/>
                  </a:cubicBezTo>
                  <a:cubicBezTo>
                    <a:pt x="19029" y="51278"/>
                    <a:pt x="11673" y="29515"/>
                    <a:pt x="12098" y="6050"/>
                  </a:cubicBezTo>
                  <a:lnTo>
                    <a:pt x="12190" y="214"/>
                  </a:lnTo>
                  <a:lnTo>
                    <a:pt x="60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0" name="Google Shape;1650;p25"/>
            <p:cNvSpPr/>
            <p:nvPr/>
          </p:nvSpPr>
          <p:spPr>
            <a:xfrm>
              <a:off x="3741557" y="3025515"/>
              <a:ext cx="114016" cy="105370"/>
            </a:xfrm>
            <a:custGeom>
              <a:avLst/>
              <a:gdLst/>
              <a:ahLst/>
              <a:cxnLst/>
              <a:rect l="l" t="t" r="r" b="b"/>
              <a:pathLst>
                <a:path w="154076" h="142392" extrusionOk="0">
                  <a:moveTo>
                    <a:pt x="41528" y="0"/>
                  </a:moveTo>
                  <a:cubicBezTo>
                    <a:pt x="34670" y="0"/>
                    <a:pt x="28569" y="6018"/>
                    <a:pt x="29605" y="13697"/>
                  </a:cubicBezTo>
                  <a:lnTo>
                    <a:pt x="33648" y="43667"/>
                  </a:lnTo>
                  <a:cubicBezTo>
                    <a:pt x="34195" y="47619"/>
                    <a:pt x="32736" y="51570"/>
                    <a:pt x="29818" y="54245"/>
                  </a:cubicBezTo>
                  <a:lnTo>
                    <a:pt x="7417" y="74610"/>
                  </a:lnTo>
                  <a:cubicBezTo>
                    <a:pt x="0" y="81327"/>
                    <a:pt x="3526" y="93607"/>
                    <a:pt x="13374" y="95400"/>
                  </a:cubicBezTo>
                  <a:lnTo>
                    <a:pt x="43162" y="100780"/>
                  </a:lnTo>
                  <a:cubicBezTo>
                    <a:pt x="47083" y="101510"/>
                    <a:pt x="50396" y="104093"/>
                    <a:pt x="52007" y="107711"/>
                  </a:cubicBezTo>
                  <a:lnTo>
                    <a:pt x="64439" y="135279"/>
                  </a:lnTo>
                  <a:cubicBezTo>
                    <a:pt x="66560" y="139993"/>
                    <a:pt x="70996" y="142392"/>
                    <a:pt x="75442" y="142392"/>
                  </a:cubicBezTo>
                  <a:cubicBezTo>
                    <a:pt x="79597" y="142392"/>
                    <a:pt x="83760" y="140297"/>
                    <a:pt x="86050" y="136039"/>
                  </a:cubicBezTo>
                  <a:lnTo>
                    <a:pt x="100397" y="109382"/>
                  </a:lnTo>
                  <a:cubicBezTo>
                    <a:pt x="102282" y="105887"/>
                    <a:pt x="105747" y="103516"/>
                    <a:pt x="109698" y="103090"/>
                  </a:cubicBezTo>
                  <a:lnTo>
                    <a:pt x="139790" y="99808"/>
                  </a:lnTo>
                  <a:cubicBezTo>
                    <a:pt x="149699" y="98744"/>
                    <a:pt x="154076" y="86738"/>
                    <a:pt x="147237" y="79473"/>
                  </a:cubicBezTo>
                  <a:lnTo>
                    <a:pt x="126294" y="57588"/>
                  </a:lnTo>
                  <a:cubicBezTo>
                    <a:pt x="123559" y="54701"/>
                    <a:pt x="122404" y="50658"/>
                    <a:pt x="123224" y="46798"/>
                  </a:cubicBezTo>
                  <a:lnTo>
                    <a:pt x="129364" y="17162"/>
                  </a:lnTo>
                  <a:cubicBezTo>
                    <a:pt x="130984" y="9286"/>
                    <a:pt x="124740" y="2638"/>
                    <a:pt x="117540" y="2638"/>
                  </a:cubicBezTo>
                  <a:cubicBezTo>
                    <a:pt x="115820" y="2638"/>
                    <a:pt x="114047" y="3017"/>
                    <a:pt x="112312" y="3849"/>
                  </a:cubicBezTo>
                  <a:lnTo>
                    <a:pt x="85017" y="17010"/>
                  </a:lnTo>
                  <a:cubicBezTo>
                    <a:pt x="83370" y="17813"/>
                    <a:pt x="81586" y="18211"/>
                    <a:pt x="79804" y="18211"/>
                  </a:cubicBezTo>
                  <a:cubicBezTo>
                    <a:pt x="77738" y="18211"/>
                    <a:pt x="75675" y="17676"/>
                    <a:pt x="73831" y="16615"/>
                  </a:cubicBezTo>
                  <a:lnTo>
                    <a:pt x="47539" y="1630"/>
                  </a:lnTo>
                  <a:cubicBezTo>
                    <a:pt x="45576" y="508"/>
                    <a:pt x="43520" y="0"/>
                    <a:pt x="4152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1" name="Google Shape;1651;p25"/>
            <p:cNvSpPr/>
            <p:nvPr/>
          </p:nvSpPr>
          <p:spPr>
            <a:xfrm>
              <a:off x="3738834" y="3021119"/>
              <a:ext cx="119483" cy="114172"/>
            </a:xfrm>
            <a:custGeom>
              <a:avLst/>
              <a:gdLst/>
              <a:ahLst/>
              <a:cxnLst/>
              <a:rect l="l" t="t" r="r" b="b"/>
              <a:pathLst>
                <a:path w="161463" h="154286" extrusionOk="0">
                  <a:moveTo>
                    <a:pt x="45199" y="11882"/>
                  </a:moveTo>
                  <a:cubicBezTo>
                    <a:pt x="46232" y="11882"/>
                    <a:pt x="47266" y="12156"/>
                    <a:pt x="48238" y="12672"/>
                  </a:cubicBezTo>
                  <a:lnTo>
                    <a:pt x="74530" y="27688"/>
                  </a:lnTo>
                  <a:cubicBezTo>
                    <a:pt x="77307" y="29256"/>
                    <a:pt x="80407" y="30051"/>
                    <a:pt x="83507" y="30051"/>
                  </a:cubicBezTo>
                  <a:cubicBezTo>
                    <a:pt x="86178" y="30051"/>
                    <a:pt x="88847" y="29461"/>
                    <a:pt x="91309" y="28265"/>
                  </a:cubicBezTo>
                  <a:lnTo>
                    <a:pt x="118574" y="15104"/>
                  </a:lnTo>
                  <a:cubicBezTo>
                    <a:pt x="119439" y="14684"/>
                    <a:pt x="120355" y="14475"/>
                    <a:pt x="121262" y="14475"/>
                  </a:cubicBezTo>
                  <a:cubicBezTo>
                    <a:pt x="122584" y="14475"/>
                    <a:pt x="123887" y="14920"/>
                    <a:pt x="124987" y="15803"/>
                  </a:cubicBezTo>
                  <a:cubicBezTo>
                    <a:pt x="126872" y="17293"/>
                    <a:pt x="127693" y="19572"/>
                    <a:pt x="127206" y="21882"/>
                  </a:cubicBezTo>
                  <a:lnTo>
                    <a:pt x="121036" y="51518"/>
                  </a:lnTo>
                  <a:cubicBezTo>
                    <a:pt x="119881" y="57324"/>
                    <a:pt x="121583" y="63342"/>
                    <a:pt x="125686" y="67628"/>
                  </a:cubicBezTo>
                  <a:lnTo>
                    <a:pt x="146629" y="89512"/>
                  </a:lnTo>
                  <a:cubicBezTo>
                    <a:pt x="148240" y="91215"/>
                    <a:pt x="148757" y="93555"/>
                    <a:pt x="147936" y="95804"/>
                  </a:cubicBezTo>
                  <a:cubicBezTo>
                    <a:pt x="147115" y="98054"/>
                    <a:pt x="145200" y="99543"/>
                    <a:pt x="142860" y="99786"/>
                  </a:cubicBezTo>
                  <a:lnTo>
                    <a:pt x="112768" y="103099"/>
                  </a:lnTo>
                  <a:cubicBezTo>
                    <a:pt x="106871" y="103768"/>
                    <a:pt x="101674" y="107263"/>
                    <a:pt x="98847" y="112492"/>
                  </a:cubicBezTo>
                  <a:lnTo>
                    <a:pt x="84531" y="139179"/>
                  </a:lnTo>
                  <a:cubicBezTo>
                    <a:pt x="83451" y="141279"/>
                    <a:pt x="81246" y="142401"/>
                    <a:pt x="79027" y="142401"/>
                  </a:cubicBezTo>
                  <a:cubicBezTo>
                    <a:pt x="78997" y="142401"/>
                    <a:pt x="78967" y="142401"/>
                    <a:pt x="78938" y="142401"/>
                  </a:cubicBezTo>
                  <a:cubicBezTo>
                    <a:pt x="76567" y="142279"/>
                    <a:pt x="74591" y="140942"/>
                    <a:pt x="73588" y="138784"/>
                  </a:cubicBezTo>
                  <a:lnTo>
                    <a:pt x="61126" y="111215"/>
                  </a:lnTo>
                  <a:cubicBezTo>
                    <a:pt x="58694" y="105774"/>
                    <a:pt x="53770" y="101944"/>
                    <a:pt x="47934" y="100880"/>
                  </a:cubicBezTo>
                  <a:lnTo>
                    <a:pt x="18146" y="95470"/>
                  </a:lnTo>
                  <a:cubicBezTo>
                    <a:pt x="15806" y="95044"/>
                    <a:pt x="14013" y="93433"/>
                    <a:pt x="13374" y="91154"/>
                  </a:cubicBezTo>
                  <a:cubicBezTo>
                    <a:pt x="12675" y="88874"/>
                    <a:pt x="13374" y="86534"/>
                    <a:pt x="15107" y="84953"/>
                  </a:cubicBezTo>
                  <a:lnTo>
                    <a:pt x="37508" y="64588"/>
                  </a:lnTo>
                  <a:cubicBezTo>
                    <a:pt x="41916" y="60606"/>
                    <a:pt x="44013" y="54710"/>
                    <a:pt x="43223" y="48813"/>
                  </a:cubicBezTo>
                  <a:lnTo>
                    <a:pt x="39180" y="18843"/>
                  </a:lnTo>
                  <a:cubicBezTo>
                    <a:pt x="38815" y="16472"/>
                    <a:pt x="39819" y="14283"/>
                    <a:pt x="41794" y="12946"/>
                  </a:cubicBezTo>
                  <a:cubicBezTo>
                    <a:pt x="42858" y="12217"/>
                    <a:pt x="44044" y="11882"/>
                    <a:pt x="45199" y="11882"/>
                  </a:cubicBezTo>
                  <a:close/>
                  <a:moveTo>
                    <a:pt x="45202" y="1"/>
                  </a:moveTo>
                  <a:cubicBezTo>
                    <a:pt x="41697" y="1"/>
                    <a:pt x="38201" y="1039"/>
                    <a:pt x="35138" y="3098"/>
                  </a:cubicBezTo>
                  <a:cubicBezTo>
                    <a:pt x="29393" y="6988"/>
                    <a:pt x="26444" y="13645"/>
                    <a:pt x="27356" y="20484"/>
                  </a:cubicBezTo>
                  <a:lnTo>
                    <a:pt x="31429" y="50454"/>
                  </a:lnTo>
                  <a:cubicBezTo>
                    <a:pt x="31673" y="52460"/>
                    <a:pt x="30973" y="54436"/>
                    <a:pt x="29484" y="55804"/>
                  </a:cubicBezTo>
                  <a:lnTo>
                    <a:pt x="7113" y="76169"/>
                  </a:lnTo>
                  <a:cubicBezTo>
                    <a:pt x="1976" y="80789"/>
                    <a:pt x="0" y="87810"/>
                    <a:pt x="1885" y="94437"/>
                  </a:cubicBezTo>
                  <a:cubicBezTo>
                    <a:pt x="3800" y="101093"/>
                    <a:pt x="9180" y="105956"/>
                    <a:pt x="15988" y="107203"/>
                  </a:cubicBezTo>
                  <a:lnTo>
                    <a:pt x="45776" y="112613"/>
                  </a:lnTo>
                  <a:cubicBezTo>
                    <a:pt x="47752" y="112947"/>
                    <a:pt x="49424" y="114285"/>
                    <a:pt x="50275" y="116109"/>
                  </a:cubicBezTo>
                  <a:lnTo>
                    <a:pt x="62737" y="143677"/>
                  </a:lnTo>
                  <a:cubicBezTo>
                    <a:pt x="65533" y="150000"/>
                    <a:pt x="71582" y="154073"/>
                    <a:pt x="78482" y="154285"/>
                  </a:cubicBezTo>
                  <a:lnTo>
                    <a:pt x="79151" y="154285"/>
                  </a:lnTo>
                  <a:cubicBezTo>
                    <a:pt x="85777" y="154285"/>
                    <a:pt x="91795" y="150668"/>
                    <a:pt x="95017" y="144832"/>
                  </a:cubicBezTo>
                  <a:lnTo>
                    <a:pt x="109334" y="118145"/>
                  </a:lnTo>
                  <a:cubicBezTo>
                    <a:pt x="110276" y="116382"/>
                    <a:pt x="112039" y="115197"/>
                    <a:pt x="114045" y="114954"/>
                  </a:cubicBezTo>
                  <a:lnTo>
                    <a:pt x="144137" y="111671"/>
                  </a:lnTo>
                  <a:cubicBezTo>
                    <a:pt x="151006" y="110911"/>
                    <a:pt x="156751" y="106412"/>
                    <a:pt x="159122" y="99908"/>
                  </a:cubicBezTo>
                  <a:cubicBezTo>
                    <a:pt x="161462" y="93433"/>
                    <a:pt x="159973" y="86291"/>
                    <a:pt x="155201" y="81306"/>
                  </a:cubicBezTo>
                  <a:lnTo>
                    <a:pt x="134258" y="59421"/>
                  </a:lnTo>
                  <a:cubicBezTo>
                    <a:pt x="132890" y="57962"/>
                    <a:pt x="132282" y="55925"/>
                    <a:pt x="132708" y="53950"/>
                  </a:cubicBezTo>
                  <a:lnTo>
                    <a:pt x="138878" y="24314"/>
                  </a:lnTo>
                  <a:cubicBezTo>
                    <a:pt x="140276" y="17536"/>
                    <a:pt x="137754" y="10697"/>
                    <a:pt x="132343" y="6441"/>
                  </a:cubicBezTo>
                  <a:cubicBezTo>
                    <a:pt x="129092" y="3935"/>
                    <a:pt x="125190" y="2633"/>
                    <a:pt x="121247" y="2633"/>
                  </a:cubicBezTo>
                  <a:cubicBezTo>
                    <a:pt x="118590" y="2633"/>
                    <a:pt x="115915" y="3224"/>
                    <a:pt x="113407" y="4435"/>
                  </a:cubicBezTo>
                  <a:lnTo>
                    <a:pt x="86142" y="17597"/>
                  </a:lnTo>
                  <a:cubicBezTo>
                    <a:pt x="85297" y="17991"/>
                    <a:pt x="84387" y="18189"/>
                    <a:pt x="83479" y="18189"/>
                  </a:cubicBezTo>
                  <a:cubicBezTo>
                    <a:pt x="82425" y="18189"/>
                    <a:pt x="81374" y="17922"/>
                    <a:pt x="80427" y="17384"/>
                  </a:cubicBezTo>
                  <a:lnTo>
                    <a:pt x="54135" y="2399"/>
                  </a:lnTo>
                  <a:cubicBezTo>
                    <a:pt x="51340" y="796"/>
                    <a:pt x="48268" y="1"/>
                    <a:pt x="4520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52" name="Google Shape;1652;p25"/>
          <p:cNvGrpSpPr/>
          <p:nvPr/>
        </p:nvGrpSpPr>
        <p:grpSpPr>
          <a:xfrm rot="1799946">
            <a:off x="1120662" y="3193771"/>
            <a:ext cx="872158" cy="607192"/>
            <a:chOff x="3716169" y="1561013"/>
            <a:chExt cx="419901" cy="292345"/>
          </a:xfrm>
        </p:grpSpPr>
        <p:sp>
          <p:nvSpPr>
            <p:cNvPr id="1653" name="Google Shape;1653;p25"/>
            <p:cNvSpPr/>
            <p:nvPr/>
          </p:nvSpPr>
          <p:spPr>
            <a:xfrm>
              <a:off x="3722967" y="1561013"/>
              <a:ext cx="413104" cy="281102"/>
            </a:xfrm>
            <a:custGeom>
              <a:avLst/>
              <a:gdLst/>
              <a:ahLst/>
              <a:cxnLst/>
              <a:rect l="l" t="t" r="r" b="b"/>
              <a:pathLst>
                <a:path w="558248" h="379867" extrusionOk="0">
                  <a:moveTo>
                    <a:pt x="486416" y="0"/>
                  </a:moveTo>
                  <a:cubicBezTo>
                    <a:pt x="486014" y="0"/>
                    <a:pt x="485608" y="54"/>
                    <a:pt x="485207" y="167"/>
                  </a:cubicBezTo>
                  <a:lnTo>
                    <a:pt x="3800" y="138345"/>
                  </a:lnTo>
                  <a:cubicBezTo>
                    <a:pt x="1398" y="139045"/>
                    <a:pt x="0" y="141598"/>
                    <a:pt x="699" y="143969"/>
                  </a:cubicBezTo>
                  <a:lnTo>
                    <a:pt x="67448" y="376586"/>
                  </a:lnTo>
                  <a:cubicBezTo>
                    <a:pt x="68000" y="378568"/>
                    <a:pt x="69836" y="379867"/>
                    <a:pt x="71811" y="379867"/>
                  </a:cubicBezTo>
                  <a:cubicBezTo>
                    <a:pt x="72228" y="379867"/>
                    <a:pt x="72652" y="379808"/>
                    <a:pt x="73072" y="379686"/>
                  </a:cubicBezTo>
                  <a:lnTo>
                    <a:pt x="554448" y="241508"/>
                  </a:lnTo>
                  <a:cubicBezTo>
                    <a:pt x="556850" y="240839"/>
                    <a:pt x="558248" y="238286"/>
                    <a:pt x="557579" y="235885"/>
                  </a:cubicBezTo>
                  <a:lnTo>
                    <a:pt x="490830" y="3298"/>
                  </a:lnTo>
                  <a:cubicBezTo>
                    <a:pt x="490249" y="1303"/>
                    <a:pt x="488388" y="0"/>
                    <a:pt x="486416"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4" name="Google Shape;1654;p25"/>
            <p:cNvSpPr/>
            <p:nvPr/>
          </p:nvSpPr>
          <p:spPr>
            <a:xfrm>
              <a:off x="3724160" y="1568310"/>
              <a:ext cx="410719" cy="266478"/>
            </a:xfrm>
            <a:custGeom>
              <a:avLst/>
              <a:gdLst/>
              <a:ahLst/>
              <a:cxnLst/>
              <a:rect l="l" t="t" r="r" b="b"/>
              <a:pathLst>
                <a:path w="555026" h="360105" extrusionOk="0">
                  <a:moveTo>
                    <a:pt x="438975" y="11893"/>
                  </a:moveTo>
                  <a:cubicBezTo>
                    <a:pt x="449917" y="11893"/>
                    <a:pt x="460799" y="14720"/>
                    <a:pt x="470678" y="20191"/>
                  </a:cubicBezTo>
                  <a:cubicBezTo>
                    <a:pt x="486028" y="28641"/>
                    <a:pt x="497122" y="42562"/>
                    <a:pt x="501894" y="59280"/>
                  </a:cubicBezTo>
                  <a:lnTo>
                    <a:pt x="531803" y="163415"/>
                  </a:lnTo>
                  <a:cubicBezTo>
                    <a:pt x="541773" y="198066"/>
                    <a:pt x="521651" y="234389"/>
                    <a:pt x="486970" y="244358"/>
                  </a:cubicBezTo>
                  <a:lnTo>
                    <a:pt x="134045" y="345636"/>
                  </a:lnTo>
                  <a:cubicBezTo>
                    <a:pt x="128120" y="347339"/>
                    <a:pt x="122079" y="348182"/>
                    <a:pt x="116066" y="348182"/>
                  </a:cubicBezTo>
                  <a:cubicBezTo>
                    <a:pt x="105116" y="348182"/>
                    <a:pt x="94257" y="345386"/>
                    <a:pt x="84348" y="339892"/>
                  </a:cubicBezTo>
                  <a:cubicBezTo>
                    <a:pt x="68998" y="331442"/>
                    <a:pt x="57904" y="317521"/>
                    <a:pt x="53102" y="300803"/>
                  </a:cubicBezTo>
                  <a:lnTo>
                    <a:pt x="23223" y="196668"/>
                  </a:lnTo>
                  <a:cubicBezTo>
                    <a:pt x="13253" y="161986"/>
                    <a:pt x="33344" y="125694"/>
                    <a:pt x="68056" y="115724"/>
                  </a:cubicBezTo>
                  <a:lnTo>
                    <a:pt x="420981" y="14446"/>
                  </a:lnTo>
                  <a:cubicBezTo>
                    <a:pt x="426908" y="12744"/>
                    <a:pt x="432987" y="11893"/>
                    <a:pt x="438975" y="11893"/>
                  </a:cubicBezTo>
                  <a:close/>
                  <a:moveTo>
                    <a:pt x="439016" y="1"/>
                  </a:moveTo>
                  <a:cubicBezTo>
                    <a:pt x="431887" y="1"/>
                    <a:pt x="424724" y="999"/>
                    <a:pt x="417698" y="3018"/>
                  </a:cubicBezTo>
                  <a:lnTo>
                    <a:pt x="64773" y="104296"/>
                  </a:lnTo>
                  <a:cubicBezTo>
                    <a:pt x="23770" y="116089"/>
                    <a:pt x="0" y="158977"/>
                    <a:pt x="11763" y="199981"/>
                  </a:cubicBezTo>
                  <a:lnTo>
                    <a:pt x="41673" y="304116"/>
                  </a:lnTo>
                  <a:cubicBezTo>
                    <a:pt x="51399" y="338007"/>
                    <a:pt x="82403" y="360105"/>
                    <a:pt x="116021" y="360105"/>
                  </a:cubicBezTo>
                  <a:cubicBezTo>
                    <a:pt x="123042" y="360105"/>
                    <a:pt x="130246" y="359162"/>
                    <a:pt x="137328" y="357126"/>
                  </a:cubicBezTo>
                  <a:lnTo>
                    <a:pt x="490283" y="255818"/>
                  </a:lnTo>
                  <a:cubicBezTo>
                    <a:pt x="531256" y="244054"/>
                    <a:pt x="555026" y="201136"/>
                    <a:pt x="543263" y="160163"/>
                  </a:cubicBezTo>
                  <a:lnTo>
                    <a:pt x="513384" y="55997"/>
                  </a:lnTo>
                  <a:cubicBezTo>
                    <a:pt x="507700" y="36210"/>
                    <a:pt x="494599" y="19796"/>
                    <a:pt x="476483" y="9765"/>
                  </a:cubicBezTo>
                  <a:cubicBezTo>
                    <a:pt x="464800" y="3296"/>
                    <a:pt x="451965" y="1"/>
                    <a:pt x="439016" y="1"/>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5" name="Google Shape;1655;p25"/>
            <p:cNvSpPr/>
            <p:nvPr/>
          </p:nvSpPr>
          <p:spPr>
            <a:xfrm>
              <a:off x="3785447" y="1615784"/>
              <a:ext cx="264606" cy="83696"/>
            </a:xfrm>
            <a:custGeom>
              <a:avLst/>
              <a:gdLst/>
              <a:ahLst/>
              <a:cxnLst/>
              <a:rect l="l" t="t" r="r" b="b"/>
              <a:pathLst>
                <a:path w="357576" h="113103" extrusionOk="0">
                  <a:moveTo>
                    <a:pt x="354293" y="1"/>
                  </a:moveTo>
                  <a:lnTo>
                    <a:pt x="1" y="101674"/>
                  </a:lnTo>
                  <a:lnTo>
                    <a:pt x="3283" y="113103"/>
                  </a:lnTo>
                  <a:lnTo>
                    <a:pt x="357576" y="11460"/>
                  </a:lnTo>
                  <a:lnTo>
                    <a:pt x="35429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6" name="Google Shape;1656;p25"/>
            <p:cNvSpPr/>
            <p:nvPr/>
          </p:nvSpPr>
          <p:spPr>
            <a:xfrm>
              <a:off x="3721391" y="1596450"/>
              <a:ext cx="276685" cy="251650"/>
            </a:xfrm>
            <a:custGeom>
              <a:avLst/>
              <a:gdLst/>
              <a:ahLst/>
              <a:cxnLst/>
              <a:rect l="l" t="t" r="r" b="b"/>
              <a:pathLst>
                <a:path w="373899" h="340067" extrusionOk="0">
                  <a:moveTo>
                    <a:pt x="301100" y="1"/>
                  </a:moveTo>
                  <a:lnTo>
                    <a:pt x="1" y="86446"/>
                  </a:lnTo>
                  <a:lnTo>
                    <a:pt x="72798" y="340067"/>
                  </a:lnTo>
                  <a:lnTo>
                    <a:pt x="373898" y="253652"/>
                  </a:lnTo>
                  <a:lnTo>
                    <a:pt x="30110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7" name="Google Shape;1657;p25"/>
            <p:cNvSpPr/>
            <p:nvPr/>
          </p:nvSpPr>
          <p:spPr>
            <a:xfrm>
              <a:off x="3716169" y="1591206"/>
              <a:ext cx="287144" cy="262109"/>
            </a:xfrm>
            <a:custGeom>
              <a:avLst/>
              <a:gdLst/>
              <a:ahLst/>
              <a:cxnLst/>
              <a:rect l="l" t="t" r="r" b="b"/>
              <a:pathLst>
                <a:path w="388033" h="354201" extrusionOk="0">
                  <a:moveTo>
                    <a:pt x="304262" y="14135"/>
                  </a:moveTo>
                  <a:lnTo>
                    <a:pt x="373898" y="256783"/>
                  </a:lnTo>
                  <a:lnTo>
                    <a:pt x="83771" y="340066"/>
                  </a:lnTo>
                  <a:lnTo>
                    <a:pt x="14135" y="97419"/>
                  </a:lnTo>
                  <a:lnTo>
                    <a:pt x="304262" y="14135"/>
                  </a:lnTo>
                  <a:close/>
                  <a:moveTo>
                    <a:pt x="312073" y="1"/>
                  </a:moveTo>
                  <a:lnTo>
                    <a:pt x="1" y="89607"/>
                  </a:lnTo>
                  <a:lnTo>
                    <a:pt x="75929" y="354200"/>
                  </a:lnTo>
                  <a:lnTo>
                    <a:pt x="388032" y="264594"/>
                  </a:lnTo>
                  <a:lnTo>
                    <a:pt x="312073" y="1"/>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8" name="Google Shape;1658;p25"/>
            <p:cNvSpPr/>
            <p:nvPr/>
          </p:nvSpPr>
          <p:spPr>
            <a:xfrm>
              <a:off x="3721391" y="1660460"/>
              <a:ext cx="276685" cy="187658"/>
            </a:xfrm>
            <a:custGeom>
              <a:avLst/>
              <a:gdLst/>
              <a:ahLst/>
              <a:cxnLst/>
              <a:rect l="l" t="t" r="r" b="b"/>
              <a:pathLst>
                <a:path w="373899" h="253592" extrusionOk="0">
                  <a:moveTo>
                    <a:pt x="1" y="1"/>
                  </a:moveTo>
                  <a:lnTo>
                    <a:pt x="72798" y="253591"/>
                  </a:lnTo>
                  <a:lnTo>
                    <a:pt x="373898" y="167207"/>
                  </a:lnTo>
                  <a:lnTo>
                    <a:pt x="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9" name="Google Shape;1659;p25"/>
            <p:cNvSpPr/>
            <p:nvPr/>
          </p:nvSpPr>
          <p:spPr>
            <a:xfrm>
              <a:off x="3717340" y="1659290"/>
              <a:ext cx="281926" cy="194068"/>
            </a:xfrm>
            <a:custGeom>
              <a:avLst/>
              <a:gdLst/>
              <a:ahLst/>
              <a:cxnLst/>
              <a:rect l="l" t="t" r="r" b="b"/>
              <a:pathLst>
                <a:path w="380981" h="262254" extrusionOk="0">
                  <a:moveTo>
                    <a:pt x="10973" y="0"/>
                  </a:moveTo>
                  <a:lnTo>
                    <a:pt x="0" y="3161"/>
                  </a:lnTo>
                  <a:lnTo>
                    <a:pt x="74348" y="262253"/>
                  </a:lnTo>
                  <a:lnTo>
                    <a:pt x="380980" y="174258"/>
                  </a:lnTo>
                  <a:lnTo>
                    <a:pt x="377819" y="163285"/>
                  </a:lnTo>
                  <a:lnTo>
                    <a:pt x="82190" y="248119"/>
                  </a:lnTo>
                  <a:lnTo>
                    <a:pt x="1097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0" name="Google Shape;1660;p25"/>
            <p:cNvSpPr/>
            <p:nvPr/>
          </p:nvSpPr>
          <p:spPr>
            <a:xfrm>
              <a:off x="3796993" y="1722973"/>
              <a:ext cx="21819" cy="25644"/>
            </a:xfrm>
            <a:custGeom>
              <a:avLst/>
              <a:gdLst/>
              <a:ahLst/>
              <a:cxnLst/>
              <a:rect l="l" t="t" r="r" b="b"/>
              <a:pathLst>
                <a:path w="29485" h="34654" extrusionOk="0">
                  <a:moveTo>
                    <a:pt x="12576" y="0"/>
                  </a:moveTo>
                  <a:cubicBezTo>
                    <a:pt x="11764" y="0"/>
                    <a:pt x="10953" y="104"/>
                    <a:pt x="10153" y="321"/>
                  </a:cubicBezTo>
                  <a:cubicBezTo>
                    <a:pt x="3405" y="2175"/>
                    <a:pt x="1" y="11233"/>
                    <a:pt x="2554" y="20625"/>
                  </a:cubicBezTo>
                  <a:cubicBezTo>
                    <a:pt x="4777" y="28903"/>
                    <a:pt x="10896" y="34654"/>
                    <a:pt x="16916" y="34654"/>
                  </a:cubicBezTo>
                  <a:cubicBezTo>
                    <a:pt x="17727" y="34654"/>
                    <a:pt x="18535" y="34550"/>
                    <a:pt x="19332" y="34333"/>
                  </a:cubicBezTo>
                  <a:cubicBezTo>
                    <a:pt x="26050" y="32510"/>
                    <a:pt x="29485" y="23421"/>
                    <a:pt x="26931" y="14060"/>
                  </a:cubicBezTo>
                  <a:cubicBezTo>
                    <a:pt x="24681" y="5755"/>
                    <a:pt x="18606" y="0"/>
                    <a:pt x="1257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1" name="Google Shape;1661;p25"/>
            <p:cNvSpPr/>
            <p:nvPr/>
          </p:nvSpPr>
          <p:spPr>
            <a:xfrm>
              <a:off x="3916755" y="1688776"/>
              <a:ext cx="21774" cy="25646"/>
            </a:xfrm>
            <a:custGeom>
              <a:avLst/>
              <a:gdLst/>
              <a:ahLst/>
              <a:cxnLst/>
              <a:rect l="l" t="t" r="r" b="b"/>
              <a:pathLst>
                <a:path w="29424" h="34657" extrusionOk="0">
                  <a:moveTo>
                    <a:pt x="12532" y="1"/>
                  </a:moveTo>
                  <a:cubicBezTo>
                    <a:pt x="11744" y="1"/>
                    <a:pt x="10958" y="99"/>
                    <a:pt x="10183" y="302"/>
                  </a:cubicBezTo>
                  <a:cubicBezTo>
                    <a:pt x="3465" y="2096"/>
                    <a:pt x="0" y="11184"/>
                    <a:pt x="2523" y="20576"/>
                  </a:cubicBezTo>
                  <a:cubicBezTo>
                    <a:pt x="4724" y="28896"/>
                    <a:pt x="10811" y="34657"/>
                    <a:pt x="16851" y="34657"/>
                  </a:cubicBezTo>
                  <a:cubicBezTo>
                    <a:pt x="17651" y="34657"/>
                    <a:pt x="18451" y="34555"/>
                    <a:pt x="19241" y="34346"/>
                  </a:cubicBezTo>
                  <a:cubicBezTo>
                    <a:pt x="25958" y="32583"/>
                    <a:pt x="29423" y="23494"/>
                    <a:pt x="26900" y="14102"/>
                  </a:cubicBezTo>
                  <a:cubicBezTo>
                    <a:pt x="24696" y="5767"/>
                    <a:pt x="18567" y="1"/>
                    <a:pt x="1253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2" name="Google Shape;1662;p25"/>
            <p:cNvSpPr/>
            <p:nvPr/>
          </p:nvSpPr>
          <p:spPr>
            <a:xfrm>
              <a:off x="3843470" y="1711709"/>
              <a:ext cx="52499" cy="44334"/>
            </a:xfrm>
            <a:custGeom>
              <a:avLst/>
              <a:gdLst/>
              <a:ahLst/>
              <a:cxnLst/>
              <a:rect l="l" t="t" r="r" b="b"/>
              <a:pathLst>
                <a:path w="70945" h="59911" extrusionOk="0">
                  <a:moveTo>
                    <a:pt x="64257" y="1"/>
                  </a:moveTo>
                  <a:lnTo>
                    <a:pt x="52646" y="2615"/>
                  </a:lnTo>
                  <a:lnTo>
                    <a:pt x="53953" y="8451"/>
                  </a:lnTo>
                  <a:cubicBezTo>
                    <a:pt x="58330" y="27965"/>
                    <a:pt x="52281" y="43740"/>
                    <a:pt x="44196" y="47144"/>
                  </a:cubicBezTo>
                  <a:cubicBezTo>
                    <a:pt x="42788" y="47738"/>
                    <a:pt x="41369" y="47974"/>
                    <a:pt x="40002" y="47974"/>
                  </a:cubicBezTo>
                  <a:cubicBezTo>
                    <a:pt x="37591" y="47974"/>
                    <a:pt x="35345" y="47240"/>
                    <a:pt x="33619" y="46445"/>
                  </a:cubicBezTo>
                  <a:cubicBezTo>
                    <a:pt x="25077" y="42494"/>
                    <a:pt x="17205" y="32098"/>
                    <a:pt x="13132" y="19393"/>
                  </a:cubicBezTo>
                  <a:lnTo>
                    <a:pt x="11308" y="13709"/>
                  </a:lnTo>
                  <a:lnTo>
                    <a:pt x="1" y="17326"/>
                  </a:lnTo>
                  <a:lnTo>
                    <a:pt x="1825" y="22980"/>
                  </a:lnTo>
                  <a:cubicBezTo>
                    <a:pt x="6901" y="39059"/>
                    <a:pt x="16931" y="51855"/>
                    <a:pt x="28634" y="57266"/>
                  </a:cubicBezTo>
                  <a:cubicBezTo>
                    <a:pt x="32494" y="59059"/>
                    <a:pt x="36324" y="59910"/>
                    <a:pt x="40032" y="59910"/>
                  </a:cubicBezTo>
                  <a:cubicBezTo>
                    <a:pt x="43041" y="59880"/>
                    <a:pt x="46020" y="59302"/>
                    <a:pt x="48816" y="58087"/>
                  </a:cubicBezTo>
                  <a:cubicBezTo>
                    <a:pt x="63923" y="51764"/>
                    <a:pt x="70944" y="29758"/>
                    <a:pt x="65534" y="5806"/>
                  </a:cubicBezTo>
                  <a:lnTo>
                    <a:pt x="6425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63" name="Google Shape;1663;p25"/>
          <p:cNvGrpSpPr/>
          <p:nvPr/>
        </p:nvGrpSpPr>
        <p:grpSpPr>
          <a:xfrm>
            <a:off x="7067453" y="3346164"/>
            <a:ext cx="774439" cy="833827"/>
            <a:chOff x="3401787" y="2088659"/>
            <a:chExt cx="456546" cy="491556"/>
          </a:xfrm>
        </p:grpSpPr>
        <p:sp>
          <p:nvSpPr>
            <p:cNvPr id="1664" name="Google Shape;1664;p25"/>
            <p:cNvSpPr/>
            <p:nvPr/>
          </p:nvSpPr>
          <p:spPr>
            <a:xfrm>
              <a:off x="3403846" y="2162585"/>
              <a:ext cx="454487" cy="413163"/>
            </a:xfrm>
            <a:custGeom>
              <a:avLst/>
              <a:gdLst/>
              <a:ahLst/>
              <a:cxnLst/>
              <a:rect l="l" t="t" r="r" b="b"/>
              <a:pathLst>
                <a:path w="614172" h="558328" extrusionOk="0">
                  <a:moveTo>
                    <a:pt x="395735" y="1"/>
                  </a:moveTo>
                  <a:cubicBezTo>
                    <a:pt x="357620" y="1"/>
                    <a:pt x="313426" y="14493"/>
                    <a:pt x="263031" y="47645"/>
                  </a:cubicBezTo>
                  <a:cubicBezTo>
                    <a:pt x="263031" y="47645"/>
                    <a:pt x="260110" y="48225"/>
                    <a:pt x="257825" y="48225"/>
                  </a:cubicBezTo>
                  <a:cubicBezTo>
                    <a:pt x="257198" y="48225"/>
                    <a:pt x="256619" y="48182"/>
                    <a:pt x="256162" y="48071"/>
                  </a:cubicBezTo>
                  <a:cubicBezTo>
                    <a:pt x="225800" y="40350"/>
                    <a:pt x="198864" y="36776"/>
                    <a:pt x="175067" y="36776"/>
                  </a:cubicBezTo>
                  <a:cubicBezTo>
                    <a:pt x="25646" y="36776"/>
                    <a:pt x="1" y="177663"/>
                    <a:pt x="27191" y="317284"/>
                  </a:cubicBezTo>
                  <a:cubicBezTo>
                    <a:pt x="64351" y="507969"/>
                    <a:pt x="133370" y="558328"/>
                    <a:pt x="197655" y="558328"/>
                  </a:cubicBezTo>
                  <a:cubicBezTo>
                    <a:pt x="268611" y="558328"/>
                    <a:pt x="333799" y="496973"/>
                    <a:pt x="344005" y="495250"/>
                  </a:cubicBezTo>
                  <a:cubicBezTo>
                    <a:pt x="344634" y="495146"/>
                    <a:pt x="345382" y="495097"/>
                    <a:pt x="346245" y="495097"/>
                  </a:cubicBezTo>
                  <a:cubicBezTo>
                    <a:pt x="358570" y="495097"/>
                    <a:pt x="394116" y="505085"/>
                    <a:pt x="433939" y="505085"/>
                  </a:cubicBezTo>
                  <a:cubicBezTo>
                    <a:pt x="515159" y="505085"/>
                    <a:pt x="614171" y="463536"/>
                    <a:pt x="570271" y="210960"/>
                  </a:cubicBezTo>
                  <a:cubicBezTo>
                    <a:pt x="549726" y="92831"/>
                    <a:pt x="492200" y="1"/>
                    <a:pt x="39573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5" name="Google Shape;1665;p25"/>
            <p:cNvSpPr/>
            <p:nvPr/>
          </p:nvSpPr>
          <p:spPr>
            <a:xfrm>
              <a:off x="3401787" y="2158074"/>
              <a:ext cx="444887" cy="422141"/>
            </a:xfrm>
            <a:custGeom>
              <a:avLst/>
              <a:gdLst/>
              <a:ahLst/>
              <a:cxnLst/>
              <a:rect l="l" t="t" r="r" b="b"/>
              <a:pathLst>
                <a:path w="601198" h="570461" extrusionOk="0">
                  <a:moveTo>
                    <a:pt x="398340" y="11953"/>
                  </a:moveTo>
                  <a:cubicBezTo>
                    <a:pt x="416645" y="11953"/>
                    <a:pt x="433927" y="15450"/>
                    <a:pt x="450131" y="22459"/>
                  </a:cubicBezTo>
                  <a:cubicBezTo>
                    <a:pt x="508034" y="47535"/>
                    <a:pt x="549585" y="116989"/>
                    <a:pt x="567184" y="218085"/>
                  </a:cubicBezTo>
                  <a:cubicBezTo>
                    <a:pt x="588765" y="342129"/>
                    <a:pt x="577701" y="427085"/>
                    <a:pt x="534296" y="470550"/>
                  </a:cubicBezTo>
                  <a:cubicBezTo>
                    <a:pt x="506953" y="497893"/>
                    <a:pt x="470585" y="505262"/>
                    <a:pt x="436934" y="505262"/>
                  </a:cubicBezTo>
                  <a:cubicBezTo>
                    <a:pt x="411966" y="505262"/>
                    <a:pt x="388495" y="501206"/>
                    <a:pt x="371314" y="498241"/>
                  </a:cubicBezTo>
                  <a:cubicBezTo>
                    <a:pt x="361253" y="496499"/>
                    <a:pt x="353966" y="495252"/>
                    <a:pt x="348972" y="495252"/>
                  </a:cubicBezTo>
                  <a:cubicBezTo>
                    <a:pt x="347780" y="495252"/>
                    <a:pt x="346719" y="495323"/>
                    <a:pt x="345782" y="495475"/>
                  </a:cubicBezTo>
                  <a:cubicBezTo>
                    <a:pt x="342104" y="496113"/>
                    <a:pt x="337423" y="499244"/>
                    <a:pt x="326390" y="506904"/>
                  </a:cubicBezTo>
                  <a:cubicBezTo>
                    <a:pt x="300291" y="524977"/>
                    <a:pt x="251858" y="558508"/>
                    <a:pt x="200645" y="558508"/>
                  </a:cubicBezTo>
                  <a:cubicBezTo>
                    <a:pt x="187263" y="558508"/>
                    <a:pt x="173690" y="556218"/>
                    <a:pt x="160277" y="550764"/>
                  </a:cubicBezTo>
                  <a:cubicBezTo>
                    <a:pt x="102708" y="527360"/>
                    <a:pt x="60822" y="450459"/>
                    <a:pt x="35837" y="322250"/>
                  </a:cubicBezTo>
                  <a:cubicBezTo>
                    <a:pt x="14895" y="214802"/>
                    <a:pt x="29424" y="128084"/>
                    <a:pt x="75656" y="84405"/>
                  </a:cubicBezTo>
                  <a:cubicBezTo>
                    <a:pt x="100732" y="60697"/>
                    <a:pt x="134927" y="48812"/>
                    <a:pt x="177755" y="48812"/>
                  </a:cubicBezTo>
                  <a:cubicBezTo>
                    <a:pt x="201646" y="48812"/>
                    <a:pt x="228242" y="52520"/>
                    <a:pt x="257452" y="59937"/>
                  </a:cubicBezTo>
                  <a:cubicBezTo>
                    <a:pt x="258450" y="60188"/>
                    <a:pt x="259592" y="60283"/>
                    <a:pt x="260745" y="60283"/>
                  </a:cubicBezTo>
                  <a:cubicBezTo>
                    <a:pt x="263210" y="60283"/>
                    <a:pt x="265723" y="59851"/>
                    <a:pt x="266966" y="59602"/>
                  </a:cubicBezTo>
                  <a:lnTo>
                    <a:pt x="268091" y="59359"/>
                  </a:lnTo>
                  <a:lnTo>
                    <a:pt x="269033" y="58721"/>
                  </a:lnTo>
                  <a:cubicBezTo>
                    <a:pt x="316369" y="27583"/>
                    <a:pt x="359642" y="11953"/>
                    <a:pt x="398340" y="11953"/>
                  </a:cubicBezTo>
                  <a:close/>
                  <a:moveTo>
                    <a:pt x="398349" y="1"/>
                  </a:moveTo>
                  <a:cubicBezTo>
                    <a:pt x="357609" y="1"/>
                    <a:pt x="312497" y="16065"/>
                    <a:pt x="263531" y="48082"/>
                  </a:cubicBezTo>
                  <a:cubicBezTo>
                    <a:pt x="262303" y="48273"/>
                    <a:pt x="261050" y="48391"/>
                    <a:pt x="260521" y="48391"/>
                  </a:cubicBezTo>
                  <a:cubicBezTo>
                    <a:pt x="260461" y="48391"/>
                    <a:pt x="260411" y="48389"/>
                    <a:pt x="260370" y="48386"/>
                  </a:cubicBezTo>
                  <a:cubicBezTo>
                    <a:pt x="230198" y="40704"/>
                    <a:pt x="202606" y="36871"/>
                    <a:pt x="177672" y="36871"/>
                  </a:cubicBezTo>
                  <a:cubicBezTo>
                    <a:pt x="131770" y="36871"/>
                    <a:pt x="94877" y="49861"/>
                    <a:pt x="67479" y="75742"/>
                  </a:cubicBezTo>
                  <a:cubicBezTo>
                    <a:pt x="1" y="139482"/>
                    <a:pt x="11369" y="258936"/>
                    <a:pt x="24135" y="324500"/>
                  </a:cubicBezTo>
                  <a:cubicBezTo>
                    <a:pt x="49941" y="456903"/>
                    <a:pt x="94227" y="536722"/>
                    <a:pt x="155779" y="561768"/>
                  </a:cubicBezTo>
                  <a:cubicBezTo>
                    <a:pt x="170824" y="567908"/>
                    <a:pt x="185961" y="570461"/>
                    <a:pt x="200764" y="570461"/>
                  </a:cubicBezTo>
                  <a:cubicBezTo>
                    <a:pt x="255476" y="570461"/>
                    <a:pt x="305903" y="535597"/>
                    <a:pt x="333137" y="516661"/>
                  </a:cubicBezTo>
                  <a:cubicBezTo>
                    <a:pt x="339217" y="512496"/>
                    <a:pt x="346116" y="507755"/>
                    <a:pt x="347788" y="507208"/>
                  </a:cubicBezTo>
                  <a:cubicBezTo>
                    <a:pt x="348147" y="507146"/>
                    <a:pt x="348607" y="507117"/>
                    <a:pt x="349156" y="507117"/>
                  </a:cubicBezTo>
                  <a:cubicBezTo>
                    <a:pt x="352931" y="507117"/>
                    <a:pt x="360923" y="508484"/>
                    <a:pt x="369308" y="509943"/>
                  </a:cubicBezTo>
                  <a:cubicBezTo>
                    <a:pt x="385893" y="512805"/>
                    <a:pt x="409998" y="516967"/>
                    <a:pt x="436228" y="516967"/>
                  </a:cubicBezTo>
                  <a:cubicBezTo>
                    <a:pt x="472396" y="516967"/>
                    <a:pt x="512606" y="509054"/>
                    <a:pt x="542716" y="478909"/>
                  </a:cubicBezTo>
                  <a:cubicBezTo>
                    <a:pt x="589039" y="432556"/>
                    <a:pt x="601197" y="344105"/>
                    <a:pt x="578917" y="215988"/>
                  </a:cubicBezTo>
                  <a:cubicBezTo>
                    <a:pt x="560649" y="110849"/>
                    <a:pt x="516576" y="38234"/>
                    <a:pt x="454872" y="11517"/>
                  </a:cubicBezTo>
                  <a:cubicBezTo>
                    <a:pt x="437115" y="3835"/>
                    <a:pt x="418254" y="1"/>
                    <a:pt x="39834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6" name="Google Shape;1666;p25"/>
            <p:cNvSpPr/>
            <p:nvPr/>
          </p:nvSpPr>
          <p:spPr>
            <a:xfrm>
              <a:off x="3568251" y="2093836"/>
              <a:ext cx="36057" cy="131201"/>
            </a:xfrm>
            <a:custGeom>
              <a:avLst/>
              <a:gdLst/>
              <a:ahLst/>
              <a:cxnLst/>
              <a:rect l="l" t="t" r="r" b="b"/>
              <a:pathLst>
                <a:path w="48725" h="177298" extrusionOk="0">
                  <a:moveTo>
                    <a:pt x="14225" y="1"/>
                  </a:moveTo>
                  <a:lnTo>
                    <a:pt x="0" y="2767"/>
                  </a:lnTo>
                  <a:lnTo>
                    <a:pt x="43223" y="177298"/>
                  </a:lnTo>
                  <a:lnTo>
                    <a:pt x="48725" y="176234"/>
                  </a:lnTo>
                  <a:lnTo>
                    <a:pt x="14225" y="1"/>
                  </a:lnTo>
                  <a:close/>
                </a:path>
              </a:pathLst>
            </a:custGeom>
            <a:solidFill>
              <a:srgbClr val="00925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7" name="Google Shape;1667;p25"/>
            <p:cNvSpPr/>
            <p:nvPr/>
          </p:nvSpPr>
          <p:spPr>
            <a:xfrm>
              <a:off x="3562895" y="2088659"/>
              <a:ext cx="46583" cy="141525"/>
            </a:xfrm>
            <a:custGeom>
              <a:avLst/>
              <a:gdLst/>
              <a:ahLst/>
              <a:cxnLst/>
              <a:rect l="l" t="t" r="r" b="b"/>
              <a:pathLst>
                <a:path w="62950" h="191250" extrusionOk="0">
                  <a:moveTo>
                    <a:pt x="16748" y="13922"/>
                  </a:moveTo>
                  <a:lnTo>
                    <a:pt x="25593" y="59120"/>
                  </a:lnTo>
                  <a:lnTo>
                    <a:pt x="14560" y="14378"/>
                  </a:lnTo>
                  <a:lnTo>
                    <a:pt x="16748" y="13922"/>
                  </a:lnTo>
                  <a:close/>
                  <a:moveTo>
                    <a:pt x="26140" y="1"/>
                  </a:moveTo>
                  <a:lnTo>
                    <a:pt x="0" y="5107"/>
                  </a:lnTo>
                  <a:lnTo>
                    <a:pt x="45989" y="191250"/>
                  </a:lnTo>
                  <a:lnTo>
                    <a:pt x="62950" y="187906"/>
                  </a:lnTo>
                  <a:lnTo>
                    <a:pt x="26140" y="1"/>
                  </a:lnTo>
                  <a:close/>
                </a:path>
              </a:pathLst>
            </a:custGeom>
            <a:solidFill>
              <a:srgbClr val="00925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8" name="Google Shape;1668;p25"/>
            <p:cNvSpPr/>
            <p:nvPr/>
          </p:nvSpPr>
          <p:spPr>
            <a:xfrm>
              <a:off x="3584862" y="2217468"/>
              <a:ext cx="36821" cy="15363"/>
            </a:xfrm>
            <a:custGeom>
              <a:avLst/>
              <a:gdLst/>
              <a:ahLst/>
              <a:cxnLst/>
              <a:rect l="l" t="t" r="r" b="b"/>
              <a:pathLst>
                <a:path w="49758" h="20761" extrusionOk="0">
                  <a:moveTo>
                    <a:pt x="44074" y="1"/>
                  </a:moveTo>
                  <a:cubicBezTo>
                    <a:pt x="37387" y="3648"/>
                    <a:pt x="30214" y="6201"/>
                    <a:pt x="22767" y="7599"/>
                  </a:cubicBezTo>
                  <a:cubicBezTo>
                    <a:pt x="18392" y="8425"/>
                    <a:pt x="13983" y="8846"/>
                    <a:pt x="9567" y="8846"/>
                  </a:cubicBezTo>
                  <a:cubicBezTo>
                    <a:pt x="6834" y="8846"/>
                    <a:pt x="4099" y="8685"/>
                    <a:pt x="1368" y="8359"/>
                  </a:cubicBezTo>
                  <a:lnTo>
                    <a:pt x="0" y="20183"/>
                  </a:lnTo>
                  <a:cubicBezTo>
                    <a:pt x="3192" y="20578"/>
                    <a:pt x="6414" y="20761"/>
                    <a:pt x="9605" y="20761"/>
                  </a:cubicBezTo>
                  <a:cubicBezTo>
                    <a:pt x="14773" y="20761"/>
                    <a:pt x="19909" y="20274"/>
                    <a:pt x="24925" y="19363"/>
                  </a:cubicBezTo>
                  <a:cubicBezTo>
                    <a:pt x="33618" y="17721"/>
                    <a:pt x="41977" y="14712"/>
                    <a:pt x="49758" y="10457"/>
                  </a:cubicBezTo>
                  <a:lnTo>
                    <a:pt x="4407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9" name="Google Shape;1669;p25"/>
            <p:cNvSpPr/>
            <p:nvPr/>
          </p:nvSpPr>
          <p:spPr>
            <a:xfrm>
              <a:off x="3463615" y="2246947"/>
              <a:ext cx="86351" cy="78669"/>
            </a:xfrm>
            <a:custGeom>
              <a:avLst/>
              <a:gdLst/>
              <a:ahLst/>
              <a:cxnLst/>
              <a:rect l="l" t="t" r="r" b="b"/>
              <a:pathLst>
                <a:path w="116690" h="106309" extrusionOk="0">
                  <a:moveTo>
                    <a:pt x="58345" y="0"/>
                  </a:moveTo>
                  <a:cubicBezTo>
                    <a:pt x="44743" y="0"/>
                    <a:pt x="31141" y="5190"/>
                    <a:pt x="20761" y="15570"/>
                  </a:cubicBezTo>
                  <a:cubicBezTo>
                    <a:pt x="1" y="36300"/>
                    <a:pt x="1" y="69978"/>
                    <a:pt x="20761" y="90738"/>
                  </a:cubicBezTo>
                  <a:cubicBezTo>
                    <a:pt x="31141" y="101119"/>
                    <a:pt x="44743" y="106309"/>
                    <a:pt x="58345" y="106309"/>
                  </a:cubicBezTo>
                  <a:cubicBezTo>
                    <a:pt x="71947" y="106309"/>
                    <a:pt x="85549" y="101119"/>
                    <a:pt x="95929" y="90738"/>
                  </a:cubicBezTo>
                  <a:cubicBezTo>
                    <a:pt x="116690" y="69978"/>
                    <a:pt x="116690" y="36300"/>
                    <a:pt x="95929" y="15570"/>
                  </a:cubicBezTo>
                  <a:cubicBezTo>
                    <a:pt x="85549" y="5190"/>
                    <a:pt x="71947" y="0"/>
                    <a:pt x="5834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0" name="Google Shape;1670;p25"/>
            <p:cNvSpPr/>
            <p:nvPr/>
          </p:nvSpPr>
          <p:spPr>
            <a:xfrm>
              <a:off x="3461634" y="2242521"/>
              <a:ext cx="92716" cy="87495"/>
            </a:xfrm>
            <a:custGeom>
              <a:avLst/>
              <a:gdLst/>
              <a:ahLst/>
              <a:cxnLst/>
              <a:rect l="l" t="t" r="r" b="b"/>
              <a:pathLst>
                <a:path w="125292" h="118236" extrusionOk="0">
                  <a:moveTo>
                    <a:pt x="61127" y="11912"/>
                  </a:moveTo>
                  <a:cubicBezTo>
                    <a:pt x="70397" y="11912"/>
                    <a:pt x="79486" y="14647"/>
                    <a:pt x="87388" y="19967"/>
                  </a:cubicBezTo>
                  <a:cubicBezTo>
                    <a:pt x="97875" y="27018"/>
                    <a:pt x="104957" y="37687"/>
                    <a:pt x="107389" y="50058"/>
                  </a:cubicBezTo>
                  <a:cubicBezTo>
                    <a:pt x="112374" y="75591"/>
                    <a:pt x="95656" y="100454"/>
                    <a:pt x="70124" y="105469"/>
                  </a:cubicBezTo>
                  <a:cubicBezTo>
                    <a:pt x="67065" y="106069"/>
                    <a:pt x="64018" y="106358"/>
                    <a:pt x="61014" y="106358"/>
                  </a:cubicBezTo>
                  <a:cubicBezTo>
                    <a:pt x="38909" y="106358"/>
                    <a:pt x="19158" y="90712"/>
                    <a:pt x="14743" y="68235"/>
                  </a:cubicBezTo>
                  <a:cubicBezTo>
                    <a:pt x="12311" y="55833"/>
                    <a:pt x="14864" y="43280"/>
                    <a:pt x="21886" y="32824"/>
                  </a:cubicBezTo>
                  <a:cubicBezTo>
                    <a:pt x="28907" y="22338"/>
                    <a:pt x="39576" y="15286"/>
                    <a:pt x="51977" y="12824"/>
                  </a:cubicBezTo>
                  <a:cubicBezTo>
                    <a:pt x="55017" y="12216"/>
                    <a:pt x="58087" y="11912"/>
                    <a:pt x="61127" y="11912"/>
                  </a:cubicBezTo>
                  <a:close/>
                  <a:moveTo>
                    <a:pt x="61163" y="0"/>
                  </a:moveTo>
                  <a:cubicBezTo>
                    <a:pt x="57353" y="0"/>
                    <a:pt x="53517" y="371"/>
                    <a:pt x="49698" y="1121"/>
                  </a:cubicBezTo>
                  <a:cubicBezTo>
                    <a:pt x="34196" y="4131"/>
                    <a:pt x="20822" y="13036"/>
                    <a:pt x="12007" y="26137"/>
                  </a:cubicBezTo>
                  <a:cubicBezTo>
                    <a:pt x="3192" y="39237"/>
                    <a:pt x="1" y="54982"/>
                    <a:pt x="3040" y="70484"/>
                  </a:cubicBezTo>
                  <a:cubicBezTo>
                    <a:pt x="8542" y="98661"/>
                    <a:pt x="33314" y="118236"/>
                    <a:pt x="61005" y="118236"/>
                  </a:cubicBezTo>
                  <a:cubicBezTo>
                    <a:pt x="64744" y="118236"/>
                    <a:pt x="68573" y="117840"/>
                    <a:pt x="72403" y="117141"/>
                  </a:cubicBezTo>
                  <a:cubicBezTo>
                    <a:pt x="104380" y="110849"/>
                    <a:pt x="125292" y="79785"/>
                    <a:pt x="119030" y="47779"/>
                  </a:cubicBezTo>
                  <a:cubicBezTo>
                    <a:pt x="116021" y="32277"/>
                    <a:pt x="107146" y="18903"/>
                    <a:pt x="94045" y="10088"/>
                  </a:cubicBezTo>
                  <a:cubicBezTo>
                    <a:pt x="84156" y="3450"/>
                    <a:pt x="72784" y="0"/>
                    <a:pt x="61163"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1" name="Google Shape;1671;p25"/>
            <p:cNvSpPr/>
            <p:nvPr/>
          </p:nvSpPr>
          <p:spPr>
            <a:xfrm>
              <a:off x="3520986" y="2381747"/>
              <a:ext cx="22358" cy="27561"/>
            </a:xfrm>
            <a:custGeom>
              <a:avLst/>
              <a:gdLst/>
              <a:ahLst/>
              <a:cxnLst/>
              <a:rect l="l" t="t" r="r" b="b"/>
              <a:pathLst>
                <a:path w="30214" h="37245" extrusionOk="0">
                  <a:moveTo>
                    <a:pt x="13447" y="0"/>
                  </a:moveTo>
                  <a:cubicBezTo>
                    <a:pt x="12867" y="0"/>
                    <a:pt x="12284" y="50"/>
                    <a:pt x="11703" y="154"/>
                  </a:cubicBezTo>
                  <a:cubicBezTo>
                    <a:pt x="4408" y="1491"/>
                    <a:pt x="0" y="10883"/>
                    <a:pt x="1885" y="21066"/>
                  </a:cubicBezTo>
                  <a:cubicBezTo>
                    <a:pt x="3617" y="30427"/>
                    <a:pt x="10051" y="37245"/>
                    <a:pt x="16746" y="37245"/>
                  </a:cubicBezTo>
                  <a:cubicBezTo>
                    <a:pt x="17333" y="37245"/>
                    <a:pt x="17923" y="37192"/>
                    <a:pt x="18511" y="37084"/>
                  </a:cubicBezTo>
                  <a:cubicBezTo>
                    <a:pt x="25806" y="35747"/>
                    <a:pt x="30214" y="26385"/>
                    <a:pt x="28359" y="16203"/>
                  </a:cubicBezTo>
                  <a:cubicBezTo>
                    <a:pt x="26652" y="6825"/>
                    <a:pt x="20201" y="0"/>
                    <a:pt x="1344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2" name="Google Shape;1672;p25"/>
            <p:cNvSpPr/>
            <p:nvPr/>
          </p:nvSpPr>
          <p:spPr>
            <a:xfrm>
              <a:off x="3516191" y="2377340"/>
              <a:ext cx="30951" cy="36367"/>
            </a:xfrm>
            <a:custGeom>
              <a:avLst/>
              <a:gdLst/>
              <a:ahLst/>
              <a:cxnLst/>
              <a:rect l="l" t="t" r="r" b="b"/>
              <a:pathLst>
                <a:path w="41826" h="49145" extrusionOk="0">
                  <a:moveTo>
                    <a:pt x="19971" y="11880"/>
                  </a:moveTo>
                  <a:cubicBezTo>
                    <a:pt x="23345" y="11880"/>
                    <a:pt x="27691" y="16257"/>
                    <a:pt x="29029" y="23217"/>
                  </a:cubicBezTo>
                  <a:cubicBezTo>
                    <a:pt x="29667" y="26895"/>
                    <a:pt x="29333" y="30604"/>
                    <a:pt x="27995" y="33400"/>
                  </a:cubicBezTo>
                  <a:cubicBezTo>
                    <a:pt x="27387" y="34646"/>
                    <a:pt x="26080" y="36804"/>
                    <a:pt x="23922" y="37199"/>
                  </a:cubicBezTo>
                  <a:cubicBezTo>
                    <a:pt x="23708" y="37237"/>
                    <a:pt x="23488" y="37255"/>
                    <a:pt x="23265" y="37255"/>
                  </a:cubicBezTo>
                  <a:cubicBezTo>
                    <a:pt x="19843" y="37255"/>
                    <a:pt x="15480" y="32943"/>
                    <a:pt x="14196" y="25953"/>
                  </a:cubicBezTo>
                  <a:cubicBezTo>
                    <a:pt x="12858" y="18506"/>
                    <a:pt x="15807" y="12609"/>
                    <a:pt x="19302" y="11971"/>
                  </a:cubicBezTo>
                  <a:cubicBezTo>
                    <a:pt x="19515" y="11910"/>
                    <a:pt x="19758" y="11880"/>
                    <a:pt x="19971" y="11880"/>
                  </a:cubicBezTo>
                  <a:close/>
                  <a:moveTo>
                    <a:pt x="20029" y="1"/>
                  </a:moveTo>
                  <a:cubicBezTo>
                    <a:pt x="19064" y="1"/>
                    <a:pt x="18090" y="88"/>
                    <a:pt x="17114" y="269"/>
                  </a:cubicBezTo>
                  <a:cubicBezTo>
                    <a:pt x="6414" y="2214"/>
                    <a:pt x="1" y="14433"/>
                    <a:pt x="2493" y="28081"/>
                  </a:cubicBezTo>
                  <a:cubicBezTo>
                    <a:pt x="4773" y="40452"/>
                    <a:pt x="13557" y="49145"/>
                    <a:pt x="23162" y="49145"/>
                  </a:cubicBezTo>
                  <a:cubicBezTo>
                    <a:pt x="24105" y="49145"/>
                    <a:pt x="25108" y="49084"/>
                    <a:pt x="26080" y="48902"/>
                  </a:cubicBezTo>
                  <a:cubicBezTo>
                    <a:pt x="31460" y="47899"/>
                    <a:pt x="36081" y="44099"/>
                    <a:pt x="38755" y="38446"/>
                  </a:cubicBezTo>
                  <a:cubicBezTo>
                    <a:pt x="41126" y="33400"/>
                    <a:pt x="41825" y="27230"/>
                    <a:pt x="40670" y="21090"/>
                  </a:cubicBezTo>
                  <a:cubicBezTo>
                    <a:pt x="38405" y="8688"/>
                    <a:pt x="29640" y="1"/>
                    <a:pt x="2002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3" name="Google Shape;1673;p25"/>
            <p:cNvSpPr/>
            <p:nvPr/>
          </p:nvSpPr>
          <p:spPr>
            <a:xfrm>
              <a:off x="3736943" y="2334482"/>
              <a:ext cx="22336" cy="27579"/>
            </a:xfrm>
            <a:custGeom>
              <a:avLst/>
              <a:gdLst/>
              <a:ahLst/>
              <a:cxnLst/>
              <a:rect l="l" t="t" r="r" b="b"/>
              <a:pathLst>
                <a:path w="30184" h="37269" extrusionOk="0">
                  <a:moveTo>
                    <a:pt x="13525" y="1"/>
                  </a:moveTo>
                  <a:cubicBezTo>
                    <a:pt x="12949" y="1"/>
                    <a:pt x="12372" y="51"/>
                    <a:pt x="11795" y="154"/>
                  </a:cubicBezTo>
                  <a:cubicBezTo>
                    <a:pt x="4469" y="1491"/>
                    <a:pt x="1" y="10823"/>
                    <a:pt x="1825" y="21005"/>
                  </a:cubicBezTo>
                  <a:cubicBezTo>
                    <a:pt x="3505" y="30414"/>
                    <a:pt x="9931" y="37268"/>
                    <a:pt x="16660" y="37268"/>
                  </a:cubicBezTo>
                  <a:cubicBezTo>
                    <a:pt x="17235" y="37268"/>
                    <a:pt x="17813" y="37218"/>
                    <a:pt x="18390" y="37115"/>
                  </a:cubicBezTo>
                  <a:cubicBezTo>
                    <a:pt x="25746" y="35808"/>
                    <a:pt x="30184" y="26477"/>
                    <a:pt x="28360" y="16264"/>
                  </a:cubicBezTo>
                  <a:cubicBezTo>
                    <a:pt x="26680" y="6856"/>
                    <a:pt x="20254" y="1"/>
                    <a:pt x="1352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4" name="Google Shape;1674;p25"/>
            <p:cNvSpPr/>
            <p:nvPr/>
          </p:nvSpPr>
          <p:spPr>
            <a:xfrm>
              <a:off x="3732172" y="2330064"/>
              <a:ext cx="30860" cy="36379"/>
            </a:xfrm>
            <a:custGeom>
              <a:avLst/>
              <a:gdLst/>
              <a:ahLst/>
              <a:cxnLst/>
              <a:rect l="l" t="t" r="r" b="b"/>
              <a:pathLst>
                <a:path w="41703" h="49161" extrusionOk="0">
                  <a:moveTo>
                    <a:pt x="19940" y="11895"/>
                  </a:moveTo>
                  <a:cubicBezTo>
                    <a:pt x="23374" y="11895"/>
                    <a:pt x="27691" y="16303"/>
                    <a:pt x="28937" y="23263"/>
                  </a:cubicBezTo>
                  <a:cubicBezTo>
                    <a:pt x="29606" y="26911"/>
                    <a:pt x="29210" y="30619"/>
                    <a:pt x="27873" y="33415"/>
                  </a:cubicBezTo>
                  <a:cubicBezTo>
                    <a:pt x="27326" y="34662"/>
                    <a:pt x="25988" y="36820"/>
                    <a:pt x="23830" y="37215"/>
                  </a:cubicBezTo>
                  <a:cubicBezTo>
                    <a:pt x="23598" y="37258"/>
                    <a:pt x="23366" y="37278"/>
                    <a:pt x="23137" y="37278"/>
                  </a:cubicBezTo>
                  <a:cubicBezTo>
                    <a:pt x="21270" y="37278"/>
                    <a:pt x="19560" y="35953"/>
                    <a:pt x="18693" y="35087"/>
                  </a:cubicBezTo>
                  <a:cubicBezTo>
                    <a:pt x="16475" y="32959"/>
                    <a:pt x="14803" y="29616"/>
                    <a:pt x="14165" y="25908"/>
                  </a:cubicBezTo>
                  <a:cubicBezTo>
                    <a:pt x="12827" y="18461"/>
                    <a:pt x="15806" y="12625"/>
                    <a:pt x="19301" y="11986"/>
                  </a:cubicBezTo>
                  <a:cubicBezTo>
                    <a:pt x="19484" y="11926"/>
                    <a:pt x="19727" y="11895"/>
                    <a:pt x="19940" y="11895"/>
                  </a:cubicBezTo>
                  <a:close/>
                  <a:moveTo>
                    <a:pt x="20012" y="1"/>
                  </a:moveTo>
                  <a:cubicBezTo>
                    <a:pt x="19072" y="1"/>
                    <a:pt x="18125" y="84"/>
                    <a:pt x="17174" y="254"/>
                  </a:cubicBezTo>
                  <a:cubicBezTo>
                    <a:pt x="6444" y="2169"/>
                    <a:pt x="0" y="14357"/>
                    <a:pt x="2432" y="28005"/>
                  </a:cubicBezTo>
                  <a:cubicBezTo>
                    <a:pt x="3526" y="34175"/>
                    <a:pt x="6353" y="39677"/>
                    <a:pt x="10365" y="43598"/>
                  </a:cubicBezTo>
                  <a:cubicBezTo>
                    <a:pt x="14104" y="47245"/>
                    <a:pt x="18663" y="49160"/>
                    <a:pt x="23162" y="49160"/>
                  </a:cubicBezTo>
                  <a:cubicBezTo>
                    <a:pt x="24074" y="49160"/>
                    <a:pt x="24985" y="49099"/>
                    <a:pt x="25867" y="48917"/>
                  </a:cubicBezTo>
                  <a:cubicBezTo>
                    <a:pt x="31277" y="47944"/>
                    <a:pt x="35897" y="44145"/>
                    <a:pt x="38603" y="38522"/>
                  </a:cubicBezTo>
                  <a:cubicBezTo>
                    <a:pt x="41004" y="33476"/>
                    <a:pt x="41703" y="27336"/>
                    <a:pt x="40609" y="21166"/>
                  </a:cubicBezTo>
                  <a:cubicBezTo>
                    <a:pt x="38393" y="8703"/>
                    <a:pt x="29642" y="1"/>
                    <a:pt x="20012"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5" name="Google Shape;1675;p25"/>
            <p:cNvSpPr/>
            <p:nvPr/>
          </p:nvSpPr>
          <p:spPr>
            <a:xfrm>
              <a:off x="3612208" y="2357440"/>
              <a:ext cx="54275" cy="44874"/>
            </a:xfrm>
            <a:custGeom>
              <a:avLst/>
              <a:gdLst/>
              <a:ahLst/>
              <a:cxnLst/>
              <a:rect l="l" t="t" r="r" b="b"/>
              <a:pathLst>
                <a:path w="73345" h="60640" extrusionOk="0">
                  <a:moveTo>
                    <a:pt x="68998" y="1"/>
                  </a:moveTo>
                  <a:lnTo>
                    <a:pt x="57205" y="1612"/>
                  </a:lnTo>
                  <a:lnTo>
                    <a:pt x="58025" y="7508"/>
                  </a:lnTo>
                  <a:cubicBezTo>
                    <a:pt x="60974" y="29150"/>
                    <a:pt x="53162" y="45199"/>
                    <a:pt x="43891" y="48178"/>
                  </a:cubicBezTo>
                  <a:cubicBezTo>
                    <a:pt x="42705" y="48557"/>
                    <a:pt x="41525" y="48717"/>
                    <a:pt x="40380" y="48717"/>
                  </a:cubicBezTo>
                  <a:cubicBezTo>
                    <a:pt x="37298" y="48717"/>
                    <a:pt x="34462" y="47559"/>
                    <a:pt x="32402" y="46384"/>
                  </a:cubicBezTo>
                  <a:cubicBezTo>
                    <a:pt x="23557" y="41339"/>
                    <a:pt x="16110" y="29545"/>
                    <a:pt x="12918" y="15502"/>
                  </a:cubicBezTo>
                  <a:lnTo>
                    <a:pt x="11581" y="9697"/>
                  </a:lnTo>
                  <a:lnTo>
                    <a:pt x="0" y="12311"/>
                  </a:lnTo>
                  <a:lnTo>
                    <a:pt x="1337" y="18147"/>
                  </a:lnTo>
                  <a:cubicBezTo>
                    <a:pt x="5289" y="35563"/>
                    <a:pt x="14712" y="50001"/>
                    <a:pt x="26566" y="56749"/>
                  </a:cubicBezTo>
                  <a:cubicBezTo>
                    <a:pt x="31125" y="59363"/>
                    <a:pt x="35745" y="60640"/>
                    <a:pt x="40305" y="60640"/>
                  </a:cubicBezTo>
                  <a:cubicBezTo>
                    <a:pt x="42767" y="60640"/>
                    <a:pt x="45229" y="60275"/>
                    <a:pt x="47539" y="59515"/>
                  </a:cubicBezTo>
                  <a:cubicBezTo>
                    <a:pt x="63953" y="54196"/>
                    <a:pt x="73345" y="31612"/>
                    <a:pt x="69789" y="5897"/>
                  </a:cubicBezTo>
                  <a:lnTo>
                    <a:pt x="6899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76" name="Google Shape;1676;p25"/>
          <p:cNvGrpSpPr/>
          <p:nvPr/>
        </p:nvGrpSpPr>
        <p:grpSpPr>
          <a:xfrm>
            <a:off x="6837794" y="584960"/>
            <a:ext cx="1533673" cy="1037804"/>
            <a:chOff x="17457275" y="-43887000"/>
            <a:chExt cx="43819225" cy="29651550"/>
          </a:xfrm>
        </p:grpSpPr>
        <p:sp>
          <p:nvSpPr>
            <p:cNvPr id="1677" name="Google Shape;1677;p25"/>
            <p:cNvSpPr/>
            <p:nvPr/>
          </p:nvSpPr>
          <p:spPr>
            <a:xfrm>
              <a:off x="17703475" y="-43761150"/>
              <a:ext cx="43440825" cy="29364600"/>
            </a:xfrm>
            <a:custGeom>
              <a:avLst/>
              <a:gdLst/>
              <a:ahLst/>
              <a:cxnLst/>
              <a:rect l="l" t="t" r="r" b="b"/>
              <a:pathLst>
                <a:path w="1737633" h="1174584" extrusionOk="0">
                  <a:moveTo>
                    <a:pt x="1596470" y="1"/>
                  </a:moveTo>
                  <a:cubicBezTo>
                    <a:pt x="1580937" y="1"/>
                    <a:pt x="1565216" y="2796"/>
                    <a:pt x="1550060" y="8640"/>
                  </a:cubicBezTo>
                  <a:cubicBezTo>
                    <a:pt x="1085036" y="312991"/>
                    <a:pt x="620073" y="617342"/>
                    <a:pt x="155049" y="921692"/>
                  </a:cubicBezTo>
                  <a:lnTo>
                    <a:pt x="1" y="1174584"/>
                  </a:lnTo>
                  <a:lnTo>
                    <a:pt x="293046" y="1132516"/>
                  </a:lnTo>
                  <a:lnTo>
                    <a:pt x="1688057" y="219464"/>
                  </a:lnTo>
                  <a:cubicBezTo>
                    <a:pt x="1730489" y="176606"/>
                    <a:pt x="1737632" y="109675"/>
                    <a:pt x="1705382" y="59248"/>
                  </a:cubicBezTo>
                  <a:cubicBezTo>
                    <a:pt x="1681270" y="21550"/>
                    <a:pt x="1639595" y="1"/>
                    <a:pt x="1596470" y="1"/>
                  </a:cubicBezTo>
                  <a:close/>
                </a:path>
              </a:pathLst>
            </a:custGeom>
            <a:solidFill>
              <a:srgbClr val="FFC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8" name="Google Shape;1678;p25"/>
            <p:cNvSpPr/>
            <p:nvPr/>
          </p:nvSpPr>
          <p:spPr>
            <a:xfrm>
              <a:off x="17703475" y="-21114750"/>
              <a:ext cx="8040450" cy="6718200"/>
            </a:xfrm>
            <a:custGeom>
              <a:avLst/>
              <a:gdLst/>
              <a:ahLst/>
              <a:cxnLst/>
              <a:rect l="l" t="t" r="r" b="b"/>
              <a:pathLst>
                <a:path w="321618" h="268728" extrusionOk="0">
                  <a:moveTo>
                    <a:pt x="179305" y="0"/>
                  </a:moveTo>
                  <a:lnTo>
                    <a:pt x="155049" y="15867"/>
                  </a:lnTo>
                  <a:lnTo>
                    <a:pt x="1" y="268728"/>
                  </a:lnTo>
                  <a:lnTo>
                    <a:pt x="293046" y="226660"/>
                  </a:lnTo>
                  <a:lnTo>
                    <a:pt x="321618" y="207967"/>
                  </a:lnTo>
                  <a:lnTo>
                    <a:pt x="179305" y="0"/>
                  </a:lnTo>
                  <a:close/>
                </a:path>
              </a:pathLst>
            </a:custGeom>
            <a:solidFill>
              <a:srgbClr val="FAF9E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9" name="Google Shape;1679;p25"/>
            <p:cNvSpPr/>
            <p:nvPr/>
          </p:nvSpPr>
          <p:spPr>
            <a:xfrm>
              <a:off x="17457275" y="-21219625"/>
              <a:ext cx="8355050" cy="6984175"/>
            </a:xfrm>
            <a:custGeom>
              <a:avLst/>
              <a:gdLst/>
              <a:ahLst/>
              <a:cxnLst/>
              <a:rect l="l" t="t" r="r" b="b"/>
              <a:pathLst>
                <a:path w="334202" h="279367" extrusionOk="0">
                  <a:moveTo>
                    <a:pt x="186417" y="1"/>
                  </a:moveTo>
                  <a:lnTo>
                    <a:pt x="161250" y="16506"/>
                  </a:lnTo>
                  <a:lnTo>
                    <a:pt x="1" y="279366"/>
                  </a:lnTo>
                  <a:lnTo>
                    <a:pt x="1" y="279366"/>
                  </a:lnTo>
                  <a:lnTo>
                    <a:pt x="303623" y="235840"/>
                  </a:lnTo>
                  <a:lnTo>
                    <a:pt x="304718" y="235688"/>
                  </a:lnTo>
                  <a:lnTo>
                    <a:pt x="334201" y="216356"/>
                  </a:lnTo>
                  <a:lnTo>
                    <a:pt x="328730" y="207998"/>
                  </a:lnTo>
                  <a:lnTo>
                    <a:pt x="301070" y="226083"/>
                  </a:lnTo>
                  <a:lnTo>
                    <a:pt x="19697" y="266448"/>
                  </a:lnTo>
                  <a:lnTo>
                    <a:pt x="168575" y="23649"/>
                  </a:lnTo>
                  <a:lnTo>
                    <a:pt x="191889" y="8360"/>
                  </a:lnTo>
                  <a:lnTo>
                    <a:pt x="186417" y="1"/>
                  </a:lnTo>
                  <a:close/>
                </a:path>
              </a:pathLst>
            </a:custGeom>
            <a:solidFill>
              <a:srgbClr val="252C3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0" name="Google Shape;1680;p25"/>
            <p:cNvSpPr/>
            <p:nvPr/>
          </p:nvSpPr>
          <p:spPr>
            <a:xfrm>
              <a:off x="17457275" y="-17477925"/>
              <a:ext cx="3495525" cy="3242475"/>
            </a:xfrm>
            <a:custGeom>
              <a:avLst/>
              <a:gdLst/>
              <a:ahLst/>
              <a:cxnLst/>
              <a:rect l="l" t="t" r="r" b="b"/>
              <a:pathLst>
                <a:path w="139821" h="129699" extrusionOk="0">
                  <a:moveTo>
                    <a:pt x="79121" y="19910"/>
                  </a:moveTo>
                  <a:lnTo>
                    <a:pt x="124106" y="101795"/>
                  </a:lnTo>
                  <a:lnTo>
                    <a:pt x="19697" y="116780"/>
                  </a:lnTo>
                  <a:lnTo>
                    <a:pt x="79121" y="19910"/>
                  </a:lnTo>
                  <a:close/>
                  <a:moveTo>
                    <a:pt x="79577" y="1"/>
                  </a:moveTo>
                  <a:lnTo>
                    <a:pt x="1" y="129698"/>
                  </a:lnTo>
                  <a:lnTo>
                    <a:pt x="1" y="129698"/>
                  </a:lnTo>
                  <a:lnTo>
                    <a:pt x="139821" y="109637"/>
                  </a:lnTo>
                  <a:lnTo>
                    <a:pt x="79577" y="1"/>
                  </a:lnTo>
                  <a:close/>
                </a:path>
              </a:pathLst>
            </a:custGeom>
            <a:solidFill>
              <a:srgbClr val="252C3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1" name="Google Shape;1681;p25"/>
            <p:cNvSpPr/>
            <p:nvPr/>
          </p:nvSpPr>
          <p:spPr>
            <a:xfrm>
              <a:off x="17703475" y="-17229450"/>
              <a:ext cx="3052525" cy="2832900"/>
            </a:xfrm>
            <a:custGeom>
              <a:avLst/>
              <a:gdLst/>
              <a:ahLst/>
              <a:cxnLst/>
              <a:rect l="l" t="t" r="r" b="b"/>
              <a:pathLst>
                <a:path w="122101" h="113316" extrusionOk="0">
                  <a:moveTo>
                    <a:pt x="69485" y="1"/>
                  </a:moveTo>
                  <a:lnTo>
                    <a:pt x="1" y="113316"/>
                  </a:lnTo>
                  <a:lnTo>
                    <a:pt x="122100" y="95808"/>
                  </a:lnTo>
                  <a:lnTo>
                    <a:pt x="69485" y="1"/>
                  </a:lnTo>
                  <a:close/>
                </a:path>
              </a:pathLst>
            </a:custGeom>
            <a:solidFill>
              <a:srgbClr val="252C3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2" name="Google Shape;1682;p25"/>
            <p:cNvSpPr/>
            <p:nvPr/>
          </p:nvSpPr>
          <p:spPr>
            <a:xfrm>
              <a:off x="17457275" y="-43887000"/>
              <a:ext cx="43819225" cy="29651550"/>
            </a:xfrm>
            <a:custGeom>
              <a:avLst/>
              <a:gdLst/>
              <a:ahLst/>
              <a:cxnLst/>
              <a:rect l="l" t="t" r="r" b="b"/>
              <a:pathLst>
                <a:path w="1752769" h="1186062" extrusionOk="0">
                  <a:moveTo>
                    <a:pt x="1606403" y="10064"/>
                  </a:moveTo>
                  <a:cubicBezTo>
                    <a:pt x="1647821" y="10064"/>
                    <a:pt x="1687885" y="30735"/>
                    <a:pt x="1711066" y="67018"/>
                  </a:cubicBezTo>
                  <a:cubicBezTo>
                    <a:pt x="1741826" y="115195"/>
                    <a:pt x="1734957" y="179725"/>
                    <a:pt x="1694744" y="220668"/>
                  </a:cubicBezTo>
                  <a:lnTo>
                    <a:pt x="301100" y="1132808"/>
                  </a:lnTo>
                  <a:lnTo>
                    <a:pt x="19697" y="1173204"/>
                  </a:lnTo>
                  <a:lnTo>
                    <a:pt x="168575" y="930344"/>
                  </a:lnTo>
                  <a:lnTo>
                    <a:pt x="1562218" y="18203"/>
                  </a:lnTo>
                  <a:cubicBezTo>
                    <a:pt x="1576648" y="12700"/>
                    <a:pt x="1591611" y="10064"/>
                    <a:pt x="1606403" y="10064"/>
                  </a:cubicBezTo>
                  <a:close/>
                  <a:moveTo>
                    <a:pt x="1606347" y="1"/>
                  </a:moveTo>
                  <a:cubicBezTo>
                    <a:pt x="1590191" y="1"/>
                    <a:pt x="1573841" y="2913"/>
                    <a:pt x="1558084" y="8993"/>
                  </a:cubicBezTo>
                  <a:lnTo>
                    <a:pt x="1557598" y="9206"/>
                  </a:lnTo>
                  <a:lnTo>
                    <a:pt x="162162" y="922562"/>
                  </a:lnTo>
                  <a:lnTo>
                    <a:pt x="161219" y="923170"/>
                  </a:lnTo>
                  <a:lnTo>
                    <a:pt x="1" y="1186062"/>
                  </a:lnTo>
                  <a:lnTo>
                    <a:pt x="303563" y="1142505"/>
                  </a:lnTo>
                  <a:lnTo>
                    <a:pt x="304687" y="1142353"/>
                  </a:lnTo>
                  <a:lnTo>
                    <a:pt x="1700610" y="228692"/>
                  </a:lnTo>
                  <a:lnTo>
                    <a:pt x="1701400" y="227993"/>
                  </a:lnTo>
                  <a:cubicBezTo>
                    <a:pt x="1745200" y="183767"/>
                    <a:pt x="1752769" y="113766"/>
                    <a:pt x="1719425" y="61547"/>
                  </a:cubicBezTo>
                  <a:cubicBezTo>
                    <a:pt x="1694346" y="22332"/>
                    <a:pt x="1651088" y="1"/>
                    <a:pt x="1606347" y="1"/>
                  </a:cubicBezTo>
                  <a:close/>
                </a:path>
              </a:pathLst>
            </a:custGeom>
            <a:solidFill>
              <a:srgbClr val="252C3C"/>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3" name="Google Shape;1683;p25"/>
            <p:cNvSpPr/>
            <p:nvPr/>
          </p:nvSpPr>
          <p:spPr>
            <a:xfrm>
              <a:off x="53809775" y="-43760375"/>
              <a:ext cx="7334500" cy="7389350"/>
            </a:xfrm>
            <a:custGeom>
              <a:avLst/>
              <a:gdLst/>
              <a:ahLst/>
              <a:cxnLst/>
              <a:rect l="l" t="t" r="r" b="b"/>
              <a:pathLst>
                <a:path w="293380" h="295574" extrusionOk="0">
                  <a:moveTo>
                    <a:pt x="152218" y="0"/>
                  </a:moveTo>
                  <a:cubicBezTo>
                    <a:pt x="136685" y="0"/>
                    <a:pt x="120964" y="2796"/>
                    <a:pt x="105808" y="8639"/>
                  </a:cubicBezTo>
                  <a:cubicBezTo>
                    <a:pt x="70549" y="31740"/>
                    <a:pt x="35290" y="54810"/>
                    <a:pt x="1" y="77911"/>
                  </a:cubicBezTo>
                  <a:lnTo>
                    <a:pt x="127511" y="295573"/>
                  </a:lnTo>
                  <a:lnTo>
                    <a:pt x="243805" y="219493"/>
                  </a:lnTo>
                  <a:cubicBezTo>
                    <a:pt x="286237" y="176636"/>
                    <a:pt x="293380" y="109674"/>
                    <a:pt x="261130" y="59248"/>
                  </a:cubicBezTo>
                  <a:cubicBezTo>
                    <a:pt x="237018" y="21549"/>
                    <a:pt x="195343" y="0"/>
                    <a:pt x="152218" y="0"/>
                  </a:cubicBezTo>
                  <a:close/>
                </a:path>
              </a:pathLst>
            </a:custGeom>
            <a:solidFill>
              <a:srgbClr val="FF89A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4" name="Google Shape;1684;p25"/>
            <p:cNvSpPr/>
            <p:nvPr/>
          </p:nvSpPr>
          <p:spPr>
            <a:xfrm>
              <a:off x="53741400" y="-43885925"/>
              <a:ext cx="7535100" cy="7619750"/>
            </a:xfrm>
            <a:custGeom>
              <a:avLst/>
              <a:gdLst/>
              <a:ahLst/>
              <a:cxnLst/>
              <a:rect l="l" t="t" r="r" b="b"/>
              <a:pathLst>
                <a:path w="301404" h="304790" extrusionOk="0">
                  <a:moveTo>
                    <a:pt x="155013" y="1"/>
                  </a:moveTo>
                  <a:cubicBezTo>
                    <a:pt x="138847" y="1"/>
                    <a:pt x="122487" y="2918"/>
                    <a:pt x="106719" y="9011"/>
                  </a:cubicBezTo>
                  <a:lnTo>
                    <a:pt x="0" y="78738"/>
                  </a:lnTo>
                  <a:lnTo>
                    <a:pt x="5471" y="87097"/>
                  </a:lnTo>
                  <a:lnTo>
                    <a:pt x="110823" y="18129"/>
                  </a:lnTo>
                  <a:cubicBezTo>
                    <a:pt x="125252" y="12626"/>
                    <a:pt x="140214" y="9990"/>
                    <a:pt x="155002" y="9990"/>
                  </a:cubicBezTo>
                  <a:cubicBezTo>
                    <a:pt x="196411" y="9990"/>
                    <a:pt x="236459" y="30661"/>
                    <a:pt x="259640" y="66945"/>
                  </a:cubicBezTo>
                  <a:cubicBezTo>
                    <a:pt x="290431" y="115122"/>
                    <a:pt x="283562" y="179621"/>
                    <a:pt x="243348" y="220594"/>
                  </a:cubicBezTo>
                  <a:lnTo>
                    <a:pt x="127510" y="296431"/>
                  </a:lnTo>
                  <a:lnTo>
                    <a:pt x="132981" y="304790"/>
                  </a:lnTo>
                  <a:lnTo>
                    <a:pt x="249245" y="228679"/>
                  </a:lnTo>
                  <a:lnTo>
                    <a:pt x="250035" y="228011"/>
                  </a:lnTo>
                  <a:cubicBezTo>
                    <a:pt x="293835" y="183785"/>
                    <a:pt x="301404" y="113754"/>
                    <a:pt x="268060" y="61565"/>
                  </a:cubicBezTo>
                  <a:cubicBezTo>
                    <a:pt x="242987" y="22337"/>
                    <a:pt x="199744" y="1"/>
                    <a:pt x="155013" y="1"/>
                  </a:cubicBezTo>
                  <a:close/>
                </a:path>
              </a:pathLst>
            </a:custGeom>
            <a:solidFill>
              <a:srgbClr val="252C3C"/>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5" name="Google Shape;1685;p25"/>
            <p:cNvSpPr/>
            <p:nvPr/>
          </p:nvSpPr>
          <p:spPr>
            <a:xfrm>
              <a:off x="21961925" y="-21025850"/>
              <a:ext cx="3832150" cy="5269850"/>
            </a:xfrm>
            <a:custGeom>
              <a:avLst/>
              <a:gdLst/>
              <a:ahLst/>
              <a:cxnLst/>
              <a:rect l="l" t="t" r="r" b="b"/>
              <a:pathLst>
                <a:path w="153286" h="210794" extrusionOk="0">
                  <a:moveTo>
                    <a:pt x="0" y="1"/>
                  </a:moveTo>
                  <a:lnTo>
                    <a:pt x="137997" y="210794"/>
                  </a:lnTo>
                  <a:lnTo>
                    <a:pt x="153286" y="125504"/>
                  </a:lnTo>
                  <a:lnTo>
                    <a:pt x="69029" y="105443"/>
                  </a:lnTo>
                  <a:lnTo>
                    <a:pt x="84288" y="20122"/>
                  </a:lnTo>
                  <a:lnTo>
                    <a:pt x="0" y="1"/>
                  </a:lnTo>
                  <a:close/>
                </a:path>
              </a:pathLst>
            </a:custGeom>
            <a:solidFill>
              <a:srgbClr val="FAF9E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6" name="Google Shape;1686;p25"/>
            <p:cNvSpPr/>
            <p:nvPr/>
          </p:nvSpPr>
          <p:spPr>
            <a:xfrm>
              <a:off x="21933050" y="-21147425"/>
              <a:ext cx="4005425" cy="5414225"/>
            </a:xfrm>
            <a:custGeom>
              <a:avLst/>
              <a:gdLst/>
              <a:ahLst/>
              <a:cxnLst/>
              <a:rect l="l" t="t" r="r" b="b"/>
              <a:pathLst>
                <a:path w="160217" h="216569" extrusionOk="0">
                  <a:moveTo>
                    <a:pt x="2310" y="0"/>
                  </a:moveTo>
                  <a:lnTo>
                    <a:pt x="0" y="9727"/>
                  </a:lnTo>
                  <a:lnTo>
                    <a:pt x="79728" y="28724"/>
                  </a:lnTo>
                  <a:lnTo>
                    <a:pt x="64409" y="114075"/>
                  </a:lnTo>
                  <a:lnTo>
                    <a:pt x="148727" y="134166"/>
                  </a:lnTo>
                  <a:lnTo>
                    <a:pt x="134197" y="214775"/>
                  </a:lnTo>
                  <a:lnTo>
                    <a:pt x="144076" y="216569"/>
                  </a:lnTo>
                  <a:lnTo>
                    <a:pt x="160216" y="126598"/>
                  </a:lnTo>
                  <a:lnTo>
                    <a:pt x="75929" y="106537"/>
                  </a:lnTo>
                  <a:lnTo>
                    <a:pt x="91218" y="21216"/>
                  </a:lnTo>
                  <a:lnTo>
                    <a:pt x="2310" y="0"/>
                  </a:lnTo>
                  <a:close/>
                </a:path>
              </a:pathLst>
            </a:custGeom>
            <a:solidFill>
              <a:srgbClr val="252C3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7" name="Google Shape;1687;p25"/>
            <p:cNvSpPr/>
            <p:nvPr/>
          </p:nvSpPr>
          <p:spPr>
            <a:xfrm>
              <a:off x="53700350" y="-41877975"/>
              <a:ext cx="3378500" cy="5583700"/>
            </a:xfrm>
            <a:custGeom>
              <a:avLst/>
              <a:gdLst/>
              <a:ahLst/>
              <a:cxnLst/>
              <a:rect l="l" t="t" r="r" b="b"/>
              <a:pathLst>
                <a:path w="135140" h="223348" extrusionOk="0">
                  <a:moveTo>
                    <a:pt x="8633" y="1"/>
                  </a:moveTo>
                  <a:lnTo>
                    <a:pt x="1" y="5016"/>
                  </a:lnTo>
                  <a:lnTo>
                    <a:pt x="126477" y="223347"/>
                  </a:lnTo>
                  <a:lnTo>
                    <a:pt x="135140" y="218332"/>
                  </a:lnTo>
                  <a:lnTo>
                    <a:pt x="8633" y="1"/>
                  </a:lnTo>
                  <a:close/>
                </a:path>
              </a:pathLst>
            </a:custGeom>
            <a:solidFill>
              <a:srgbClr val="252C3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8" name="Google Shape;1688;p25"/>
            <p:cNvSpPr/>
            <p:nvPr/>
          </p:nvSpPr>
          <p:spPr>
            <a:xfrm>
              <a:off x="52573425" y="-41138600"/>
              <a:ext cx="3427150" cy="5553300"/>
            </a:xfrm>
            <a:custGeom>
              <a:avLst/>
              <a:gdLst/>
              <a:ahLst/>
              <a:cxnLst/>
              <a:rect l="l" t="t" r="r" b="b"/>
              <a:pathLst>
                <a:path w="137086" h="222132" extrusionOk="0">
                  <a:moveTo>
                    <a:pt x="8603" y="1"/>
                  </a:moveTo>
                  <a:lnTo>
                    <a:pt x="1" y="5107"/>
                  </a:lnTo>
                  <a:lnTo>
                    <a:pt x="128484" y="222131"/>
                  </a:lnTo>
                  <a:lnTo>
                    <a:pt x="137086" y="217025"/>
                  </a:lnTo>
                  <a:lnTo>
                    <a:pt x="8603" y="1"/>
                  </a:lnTo>
                  <a:close/>
                </a:path>
              </a:pathLst>
            </a:custGeom>
            <a:solidFill>
              <a:srgbClr val="252C3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9" name="Google Shape;1689;p25"/>
            <p:cNvSpPr/>
            <p:nvPr/>
          </p:nvSpPr>
          <p:spPr>
            <a:xfrm>
              <a:off x="25799375" y="-37178825"/>
              <a:ext cx="29286275" cy="19590750"/>
            </a:xfrm>
            <a:custGeom>
              <a:avLst/>
              <a:gdLst/>
              <a:ahLst/>
              <a:cxnLst/>
              <a:rect l="l" t="t" r="r" b="b"/>
              <a:pathLst>
                <a:path w="1171451" h="783630" extrusionOk="0">
                  <a:moveTo>
                    <a:pt x="1167287" y="1"/>
                  </a:moveTo>
                  <a:lnTo>
                    <a:pt x="1" y="777398"/>
                  </a:lnTo>
                  <a:lnTo>
                    <a:pt x="4134" y="783629"/>
                  </a:lnTo>
                  <a:lnTo>
                    <a:pt x="1171451" y="6232"/>
                  </a:lnTo>
                  <a:lnTo>
                    <a:pt x="1167287" y="1"/>
                  </a:lnTo>
                  <a:close/>
                </a:path>
              </a:pathLst>
            </a:custGeom>
            <a:solidFill>
              <a:srgbClr val="252C3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0" name="Google Shape;1690;p25"/>
            <p:cNvSpPr/>
            <p:nvPr/>
          </p:nvSpPr>
          <p:spPr>
            <a:xfrm>
              <a:off x="23826700" y="-38491150"/>
              <a:ext cx="30479300" cy="20125700"/>
            </a:xfrm>
            <a:custGeom>
              <a:avLst/>
              <a:gdLst/>
              <a:ahLst/>
              <a:cxnLst/>
              <a:rect l="l" t="t" r="r" b="b"/>
              <a:pathLst>
                <a:path w="1219172" h="805028" extrusionOk="0">
                  <a:moveTo>
                    <a:pt x="1215038" y="1"/>
                  </a:moveTo>
                  <a:lnTo>
                    <a:pt x="0" y="798736"/>
                  </a:lnTo>
                  <a:lnTo>
                    <a:pt x="4134" y="805028"/>
                  </a:lnTo>
                  <a:lnTo>
                    <a:pt x="1219172" y="6293"/>
                  </a:lnTo>
                  <a:lnTo>
                    <a:pt x="1215038" y="1"/>
                  </a:lnTo>
                  <a:close/>
                </a:path>
              </a:pathLst>
            </a:custGeom>
            <a:solidFill>
              <a:srgbClr val="252C3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1" name="Google Shape;1691;p25"/>
            <p:cNvSpPr/>
            <p:nvPr/>
          </p:nvSpPr>
          <p:spPr>
            <a:xfrm>
              <a:off x="23884450" y="-39741150"/>
              <a:ext cx="29683700" cy="19369600"/>
            </a:xfrm>
            <a:custGeom>
              <a:avLst/>
              <a:gdLst/>
              <a:ahLst/>
              <a:cxnLst/>
              <a:rect l="l" t="t" r="r" b="b"/>
              <a:pathLst>
                <a:path w="1187348" h="774784" extrusionOk="0">
                  <a:moveTo>
                    <a:pt x="1183245" y="0"/>
                  </a:moveTo>
                  <a:lnTo>
                    <a:pt x="1" y="768491"/>
                  </a:lnTo>
                  <a:lnTo>
                    <a:pt x="4104" y="774783"/>
                  </a:lnTo>
                  <a:lnTo>
                    <a:pt x="1187348" y="6322"/>
                  </a:lnTo>
                  <a:lnTo>
                    <a:pt x="1183245" y="0"/>
                  </a:lnTo>
                  <a:close/>
                </a:path>
              </a:pathLst>
            </a:custGeom>
            <a:solidFill>
              <a:srgbClr val="252C3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2" name="Google Shape;1692;p25"/>
            <p:cNvSpPr/>
            <p:nvPr/>
          </p:nvSpPr>
          <p:spPr>
            <a:xfrm>
              <a:off x="30959050" y="-26676500"/>
              <a:ext cx="1020550" cy="826250"/>
            </a:xfrm>
            <a:custGeom>
              <a:avLst/>
              <a:gdLst/>
              <a:ahLst/>
              <a:cxnLst/>
              <a:rect l="l" t="t" r="r" b="b"/>
              <a:pathLst>
                <a:path w="40822" h="33050" extrusionOk="0">
                  <a:moveTo>
                    <a:pt x="25995" y="0"/>
                  </a:moveTo>
                  <a:cubicBezTo>
                    <a:pt x="21403" y="0"/>
                    <a:pt x="16208" y="1802"/>
                    <a:pt x="11642" y="5355"/>
                  </a:cubicBezTo>
                  <a:cubicBezTo>
                    <a:pt x="3070" y="12072"/>
                    <a:pt x="1" y="22559"/>
                    <a:pt x="4803" y="28729"/>
                  </a:cubicBezTo>
                  <a:cubicBezTo>
                    <a:pt x="7080" y="31621"/>
                    <a:pt x="10698" y="33050"/>
                    <a:pt x="14789" y="33050"/>
                  </a:cubicBezTo>
                  <a:cubicBezTo>
                    <a:pt x="19382" y="33050"/>
                    <a:pt x="24570" y="31249"/>
                    <a:pt x="29120" y="27695"/>
                  </a:cubicBezTo>
                  <a:cubicBezTo>
                    <a:pt x="37752" y="20948"/>
                    <a:pt x="40822" y="10492"/>
                    <a:pt x="35959" y="4321"/>
                  </a:cubicBezTo>
                  <a:cubicBezTo>
                    <a:pt x="33696" y="1429"/>
                    <a:pt x="30085" y="0"/>
                    <a:pt x="25995"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3" name="Google Shape;1693;p25"/>
            <p:cNvSpPr/>
            <p:nvPr/>
          </p:nvSpPr>
          <p:spPr>
            <a:xfrm>
              <a:off x="30899025" y="-26781375"/>
              <a:ext cx="1140625" cy="1033600"/>
            </a:xfrm>
            <a:custGeom>
              <a:avLst/>
              <a:gdLst/>
              <a:ahLst/>
              <a:cxnLst/>
              <a:rect l="l" t="t" r="r" b="b"/>
              <a:pathLst>
                <a:path w="45625" h="41344" extrusionOk="0">
                  <a:moveTo>
                    <a:pt x="28420" y="8273"/>
                  </a:moveTo>
                  <a:cubicBezTo>
                    <a:pt x="31277" y="8273"/>
                    <a:pt x="33709" y="9185"/>
                    <a:pt x="35138" y="11009"/>
                  </a:cubicBezTo>
                  <a:cubicBezTo>
                    <a:pt x="37144" y="13592"/>
                    <a:pt x="36597" y="16997"/>
                    <a:pt x="36050" y="18790"/>
                  </a:cubicBezTo>
                  <a:cubicBezTo>
                    <a:pt x="34986" y="22316"/>
                    <a:pt x="32432" y="25903"/>
                    <a:pt x="28998" y="28577"/>
                  </a:cubicBezTo>
                  <a:cubicBezTo>
                    <a:pt x="25563" y="31283"/>
                    <a:pt x="21460" y="32924"/>
                    <a:pt x="17782" y="33076"/>
                  </a:cubicBezTo>
                  <a:cubicBezTo>
                    <a:pt x="17560" y="33090"/>
                    <a:pt x="17316" y="33099"/>
                    <a:pt x="17054" y="33099"/>
                  </a:cubicBezTo>
                  <a:cubicBezTo>
                    <a:pt x="15121" y="33099"/>
                    <a:pt x="12223" y="32616"/>
                    <a:pt x="10456" y="30340"/>
                  </a:cubicBezTo>
                  <a:cubicBezTo>
                    <a:pt x="8420" y="27757"/>
                    <a:pt x="8997" y="24322"/>
                    <a:pt x="9545" y="22559"/>
                  </a:cubicBezTo>
                  <a:cubicBezTo>
                    <a:pt x="10548" y="19003"/>
                    <a:pt x="13101" y="15447"/>
                    <a:pt x="16566" y="12741"/>
                  </a:cubicBezTo>
                  <a:cubicBezTo>
                    <a:pt x="20365" y="9823"/>
                    <a:pt x="24742" y="8273"/>
                    <a:pt x="28420" y="8273"/>
                  </a:cubicBezTo>
                  <a:close/>
                  <a:moveTo>
                    <a:pt x="28407" y="1"/>
                  </a:moveTo>
                  <a:cubicBezTo>
                    <a:pt x="22932" y="1"/>
                    <a:pt x="16898" y="2106"/>
                    <a:pt x="11551" y="6297"/>
                  </a:cubicBezTo>
                  <a:cubicBezTo>
                    <a:pt x="6718" y="10097"/>
                    <a:pt x="3192" y="15021"/>
                    <a:pt x="1672" y="20279"/>
                  </a:cubicBezTo>
                  <a:cubicBezTo>
                    <a:pt x="0" y="25903"/>
                    <a:pt x="882" y="31435"/>
                    <a:pt x="3982" y="35416"/>
                  </a:cubicBezTo>
                  <a:cubicBezTo>
                    <a:pt x="6961" y="39216"/>
                    <a:pt x="11733" y="41344"/>
                    <a:pt x="17235" y="41344"/>
                  </a:cubicBezTo>
                  <a:lnTo>
                    <a:pt x="18116" y="41344"/>
                  </a:lnTo>
                  <a:cubicBezTo>
                    <a:pt x="23587" y="41131"/>
                    <a:pt x="29241" y="38912"/>
                    <a:pt x="34074" y="35112"/>
                  </a:cubicBezTo>
                  <a:cubicBezTo>
                    <a:pt x="38907" y="31313"/>
                    <a:pt x="42433" y="26389"/>
                    <a:pt x="43952" y="21130"/>
                  </a:cubicBezTo>
                  <a:cubicBezTo>
                    <a:pt x="45624" y="15507"/>
                    <a:pt x="44743" y="9975"/>
                    <a:pt x="41642" y="5993"/>
                  </a:cubicBezTo>
                  <a:cubicBezTo>
                    <a:pt x="38525" y="1992"/>
                    <a:pt x="33731" y="1"/>
                    <a:pt x="28407"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4" name="Google Shape;1694;p25"/>
            <p:cNvSpPr/>
            <p:nvPr/>
          </p:nvSpPr>
          <p:spPr>
            <a:xfrm>
              <a:off x="33922625" y="-22997025"/>
              <a:ext cx="1022850" cy="825325"/>
            </a:xfrm>
            <a:custGeom>
              <a:avLst/>
              <a:gdLst/>
              <a:ahLst/>
              <a:cxnLst/>
              <a:rect l="l" t="t" r="r" b="b"/>
              <a:pathLst>
                <a:path w="40914" h="33013" extrusionOk="0">
                  <a:moveTo>
                    <a:pt x="25999" y="0"/>
                  </a:moveTo>
                  <a:cubicBezTo>
                    <a:pt x="21425" y="0"/>
                    <a:pt x="16269" y="1777"/>
                    <a:pt x="11734" y="5290"/>
                  </a:cubicBezTo>
                  <a:cubicBezTo>
                    <a:pt x="3101" y="11977"/>
                    <a:pt x="1" y="22433"/>
                    <a:pt x="4773" y="28634"/>
                  </a:cubicBezTo>
                  <a:cubicBezTo>
                    <a:pt x="7067" y="31563"/>
                    <a:pt x="10730" y="33012"/>
                    <a:pt x="14865" y="33012"/>
                  </a:cubicBezTo>
                  <a:cubicBezTo>
                    <a:pt x="19443" y="33012"/>
                    <a:pt x="24600" y="31236"/>
                    <a:pt x="29120" y="27722"/>
                  </a:cubicBezTo>
                  <a:cubicBezTo>
                    <a:pt x="37783" y="21035"/>
                    <a:pt x="40913" y="10579"/>
                    <a:pt x="36080" y="4378"/>
                  </a:cubicBezTo>
                  <a:cubicBezTo>
                    <a:pt x="33787" y="1450"/>
                    <a:pt x="30131" y="0"/>
                    <a:pt x="25999"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5" name="Google Shape;1695;p25"/>
            <p:cNvSpPr/>
            <p:nvPr/>
          </p:nvSpPr>
          <p:spPr>
            <a:xfrm>
              <a:off x="33805600" y="-23100700"/>
              <a:ext cx="1198375" cy="1033075"/>
            </a:xfrm>
            <a:custGeom>
              <a:avLst/>
              <a:gdLst/>
              <a:ahLst/>
              <a:cxnLst/>
              <a:rect l="l" t="t" r="r" b="b"/>
              <a:pathLst>
                <a:path w="47935" h="41323" extrusionOk="0">
                  <a:moveTo>
                    <a:pt x="30700" y="8222"/>
                  </a:moveTo>
                  <a:cubicBezTo>
                    <a:pt x="32646" y="8222"/>
                    <a:pt x="35685" y="8647"/>
                    <a:pt x="37540" y="10988"/>
                  </a:cubicBezTo>
                  <a:cubicBezTo>
                    <a:pt x="39546" y="13571"/>
                    <a:pt x="38938" y="17006"/>
                    <a:pt x="38391" y="18799"/>
                  </a:cubicBezTo>
                  <a:cubicBezTo>
                    <a:pt x="37357" y="22325"/>
                    <a:pt x="34743" y="25881"/>
                    <a:pt x="31308" y="28556"/>
                  </a:cubicBezTo>
                  <a:cubicBezTo>
                    <a:pt x="27510" y="31482"/>
                    <a:pt x="23164" y="33001"/>
                    <a:pt x="19487" y="33001"/>
                  </a:cubicBezTo>
                  <a:cubicBezTo>
                    <a:pt x="16632" y="33001"/>
                    <a:pt x="14181" y="32084"/>
                    <a:pt x="12706" y="30198"/>
                  </a:cubicBezTo>
                  <a:cubicBezTo>
                    <a:pt x="9393" y="25881"/>
                    <a:pt x="12220" y="17827"/>
                    <a:pt x="18968" y="12629"/>
                  </a:cubicBezTo>
                  <a:cubicBezTo>
                    <a:pt x="22402" y="9984"/>
                    <a:pt x="26506" y="8373"/>
                    <a:pt x="30184" y="8222"/>
                  </a:cubicBezTo>
                  <a:close/>
                  <a:moveTo>
                    <a:pt x="30671" y="1"/>
                  </a:moveTo>
                  <a:cubicBezTo>
                    <a:pt x="30419" y="1"/>
                    <a:pt x="30165" y="5"/>
                    <a:pt x="29910" y="15"/>
                  </a:cubicBezTo>
                  <a:cubicBezTo>
                    <a:pt x="24469" y="258"/>
                    <a:pt x="18816" y="2416"/>
                    <a:pt x="13952" y="6185"/>
                  </a:cubicBezTo>
                  <a:cubicBezTo>
                    <a:pt x="3344" y="14392"/>
                    <a:pt x="1" y="27158"/>
                    <a:pt x="6262" y="35274"/>
                  </a:cubicBezTo>
                  <a:cubicBezTo>
                    <a:pt x="9393" y="39316"/>
                    <a:pt x="14196" y="41322"/>
                    <a:pt x="19576" y="41322"/>
                  </a:cubicBezTo>
                  <a:cubicBezTo>
                    <a:pt x="24986" y="41322"/>
                    <a:pt x="31004" y="39225"/>
                    <a:pt x="36324" y="35091"/>
                  </a:cubicBezTo>
                  <a:cubicBezTo>
                    <a:pt x="41187" y="31322"/>
                    <a:pt x="44713" y="26398"/>
                    <a:pt x="46263" y="21140"/>
                  </a:cubicBezTo>
                  <a:cubicBezTo>
                    <a:pt x="47935" y="15516"/>
                    <a:pt x="47145" y="10015"/>
                    <a:pt x="44044" y="5972"/>
                  </a:cubicBezTo>
                  <a:cubicBezTo>
                    <a:pt x="41053" y="2168"/>
                    <a:pt x="36092" y="1"/>
                    <a:pt x="30671"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6" name="Google Shape;1696;p25"/>
            <p:cNvSpPr/>
            <p:nvPr/>
          </p:nvSpPr>
          <p:spPr>
            <a:xfrm>
              <a:off x="31563175" y="-24935475"/>
              <a:ext cx="1719650" cy="1758400"/>
            </a:xfrm>
            <a:custGeom>
              <a:avLst/>
              <a:gdLst/>
              <a:ahLst/>
              <a:cxnLst/>
              <a:rect l="l" t="t" r="r" b="b"/>
              <a:pathLst>
                <a:path w="68786" h="70336" extrusionOk="0">
                  <a:moveTo>
                    <a:pt x="26323" y="0"/>
                  </a:moveTo>
                  <a:lnTo>
                    <a:pt x="23192" y="2675"/>
                  </a:lnTo>
                  <a:cubicBezTo>
                    <a:pt x="9301" y="14469"/>
                    <a:pt x="760" y="29758"/>
                    <a:pt x="243" y="43527"/>
                  </a:cubicBezTo>
                  <a:cubicBezTo>
                    <a:pt x="0" y="51430"/>
                    <a:pt x="2432" y="58117"/>
                    <a:pt x="7325" y="62889"/>
                  </a:cubicBezTo>
                  <a:cubicBezTo>
                    <a:pt x="12402" y="67904"/>
                    <a:pt x="19909" y="70336"/>
                    <a:pt x="28420" y="70336"/>
                  </a:cubicBezTo>
                  <a:cubicBezTo>
                    <a:pt x="39910" y="70336"/>
                    <a:pt x="53375" y="65898"/>
                    <a:pt x="65442" y="57266"/>
                  </a:cubicBezTo>
                  <a:lnTo>
                    <a:pt x="68786" y="54864"/>
                  </a:lnTo>
                  <a:lnTo>
                    <a:pt x="64013" y="48147"/>
                  </a:lnTo>
                  <a:lnTo>
                    <a:pt x="60670" y="50548"/>
                  </a:lnTo>
                  <a:cubicBezTo>
                    <a:pt x="49976" y="58140"/>
                    <a:pt x="38047" y="62184"/>
                    <a:pt x="28286" y="62184"/>
                  </a:cubicBezTo>
                  <a:cubicBezTo>
                    <a:pt x="21985" y="62184"/>
                    <a:pt x="16587" y="60498"/>
                    <a:pt x="13009" y="56992"/>
                  </a:cubicBezTo>
                  <a:cubicBezTo>
                    <a:pt x="8997" y="53041"/>
                    <a:pt x="8298" y="47661"/>
                    <a:pt x="8420" y="43831"/>
                  </a:cubicBezTo>
                  <a:cubicBezTo>
                    <a:pt x="8845" y="32493"/>
                    <a:pt x="16505" y="19150"/>
                    <a:pt x="28481" y="8937"/>
                  </a:cubicBezTo>
                  <a:lnTo>
                    <a:pt x="31642" y="6262"/>
                  </a:lnTo>
                  <a:lnTo>
                    <a:pt x="26323"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744"/>
        <p:cNvGrpSpPr/>
        <p:nvPr/>
      </p:nvGrpSpPr>
      <p:grpSpPr>
        <a:xfrm>
          <a:off x="0" y="0"/>
          <a:ext cx="0" cy="0"/>
          <a:chOff x="0" y="0"/>
          <a:chExt cx="0" cy="0"/>
        </a:xfrm>
      </p:grpSpPr>
      <p:sp>
        <p:nvSpPr>
          <p:cNvPr id="1745" name="Google Shape;1745;p27"/>
          <p:cNvSpPr txBox="1">
            <a:spLocks noGrp="1"/>
          </p:cNvSpPr>
          <p:nvPr>
            <p:ph type="title" idx="15"/>
          </p:nvPr>
        </p:nvSpPr>
        <p:spPr>
          <a:xfrm>
            <a:off x="904875" y="597425"/>
            <a:ext cx="73344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fr"/>
              <a:t>LISTE DE </a:t>
            </a:r>
            <a:r>
              <a:rPr lang="fr">
                <a:solidFill>
                  <a:schemeClr val="lt1"/>
                </a:solidFill>
              </a:rPr>
              <a:t>contenUS</a:t>
            </a:r>
            <a:endParaRPr>
              <a:solidFill>
                <a:schemeClr val="lt1"/>
              </a:solidFill>
            </a:endParaRPr>
          </a:p>
        </p:txBody>
      </p:sp>
      <p:sp>
        <p:nvSpPr>
          <p:cNvPr id="1746" name="Google Shape;1746;p27"/>
          <p:cNvSpPr txBox="1">
            <a:spLocks noGrp="1"/>
          </p:cNvSpPr>
          <p:nvPr>
            <p:ph type="title"/>
          </p:nvPr>
        </p:nvSpPr>
        <p:spPr>
          <a:xfrm>
            <a:off x="2030174" y="1454250"/>
            <a:ext cx="2191200" cy="527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fr"/>
              <a:t>Section</a:t>
            </a:r>
            <a:endParaRPr/>
          </a:p>
        </p:txBody>
      </p:sp>
      <p:sp>
        <p:nvSpPr>
          <p:cNvPr id="1747" name="Google Shape;1747;p27"/>
          <p:cNvSpPr txBox="1">
            <a:spLocks noGrp="1"/>
          </p:cNvSpPr>
          <p:nvPr>
            <p:ph type="subTitle" idx="1"/>
          </p:nvPr>
        </p:nvSpPr>
        <p:spPr>
          <a:xfrm>
            <a:off x="2030174" y="1888375"/>
            <a:ext cx="2425500" cy="484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fr"/>
              <a:t>Vous pouvez décrire ici le sujet de la section</a:t>
            </a:r>
            <a:endParaRPr/>
          </a:p>
        </p:txBody>
      </p:sp>
      <p:sp>
        <p:nvSpPr>
          <p:cNvPr id="1748" name="Google Shape;1748;p27"/>
          <p:cNvSpPr txBox="1">
            <a:spLocks noGrp="1"/>
          </p:cNvSpPr>
          <p:nvPr>
            <p:ph type="title" idx="2"/>
          </p:nvPr>
        </p:nvSpPr>
        <p:spPr>
          <a:xfrm>
            <a:off x="1091575" y="1391473"/>
            <a:ext cx="961200" cy="8760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fr"/>
              <a:t>01</a:t>
            </a:r>
            <a:endParaRPr/>
          </a:p>
        </p:txBody>
      </p:sp>
      <p:sp>
        <p:nvSpPr>
          <p:cNvPr id="1749" name="Google Shape;1749;p27"/>
          <p:cNvSpPr txBox="1">
            <a:spLocks noGrp="1"/>
          </p:cNvSpPr>
          <p:nvPr>
            <p:ph type="title" idx="3"/>
          </p:nvPr>
        </p:nvSpPr>
        <p:spPr>
          <a:xfrm>
            <a:off x="5739138" y="1454250"/>
            <a:ext cx="2191200" cy="527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fr"/>
              <a:t>Section </a:t>
            </a:r>
            <a:endParaRPr/>
          </a:p>
        </p:txBody>
      </p:sp>
      <p:sp>
        <p:nvSpPr>
          <p:cNvPr id="1750" name="Google Shape;1750;p27"/>
          <p:cNvSpPr txBox="1">
            <a:spLocks noGrp="1"/>
          </p:cNvSpPr>
          <p:nvPr>
            <p:ph type="subTitle" idx="4"/>
          </p:nvPr>
        </p:nvSpPr>
        <p:spPr>
          <a:xfrm>
            <a:off x="5739138" y="1888375"/>
            <a:ext cx="2425500" cy="484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fr"/>
              <a:t>Vous pouvez décrire ici le sujet de la section</a:t>
            </a:r>
            <a:endParaRPr/>
          </a:p>
        </p:txBody>
      </p:sp>
      <p:sp>
        <p:nvSpPr>
          <p:cNvPr id="1751" name="Google Shape;1751;p27"/>
          <p:cNvSpPr txBox="1">
            <a:spLocks noGrp="1"/>
          </p:cNvSpPr>
          <p:nvPr>
            <p:ph type="title" idx="5"/>
          </p:nvPr>
        </p:nvSpPr>
        <p:spPr>
          <a:xfrm>
            <a:off x="4800610" y="1391473"/>
            <a:ext cx="961200" cy="8760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fr"/>
              <a:t>03</a:t>
            </a:r>
            <a:endParaRPr/>
          </a:p>
        </p:txBody>
      </p:sp>
      <p:sp>
        <p:nvSpPr>
          <p:cNvPr id="1752" name="Google Shape;1752;p27"/>
          <p:cNvSpPr txBox="1">
            <a:spLocks noGrp="1"/>
          </p:cNvSpPr>
          <p:nvPr>
            <p:ph type="title" idx="6"/>
          </p:nvPr>
        </p:nvSpPr>
        <p:spPr>
          <a:xfrm>
            <a:off x="2030174" y="2999375"/>
            <a:ext cx="2191200" cy="527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fr"/>
              <a:t>Section</a:t>
            </a:r>
            <a:endParaRPr/>
          </a:p>
        </p:txBody>
      </p:sp>
      <p:sp>
        <p:nvSpPr>
          <p:cNvPr id="1753" name="Google Shape;1753;p27"/>
          <p:cNvSpPr txBox="1">
            <a:spLocks noGrp="1"/>
          </p:cNvSpPr>
          <p:nvPr>
            <p:ph type="subTitle" idx="7"/>
          </p:nvPr>
        </p:nvSpPr>
        <p:spPr>
          <a:xfrm>
            <a:off x="2030174" y="3433500"/>
            <a:ext cx="2425500" cy="484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fr"/>
              <a:t>Vous pouvez décrire ici le sujet de la section</a:t>
            </a:r>
            <a:endParaRPr/>
          </a:p>
        </p:txBody>
      </p:sp>
      <p:sp>
        <p:nvSpPr>
          <p:cNvPr id="1754" name="Google Shape;1754;p27"/>
          <p:cNvSpPr txBox="1">
            <a:spLocks noGrp="1"/>
          </p:cNvSpPr>
          <p:nvPr>
            <p:ph type="title" idx="8"/>
          </p:nvPr>
        </p:nvSpPr>
        <p:spPr>
          <a:xfrm>
            <a:off x="1091575" y="2936598"/>
            <a:ext cx="961200" cy="8760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fr"/>
              <a:t>02</a:t>
            </a:r>
            <a:endParaRPr/>
          </a:p>
        </p:txBody>
      </p:sp>
      <p:sp>
        <p:nvSpPr>
          <p:cNvPr id="1755" name="Google Shape;1755;p27"/>
          <p:cNvSpPr txBox="1">
            <a:spLocks noGrp="1"/>
          </p:cNvSpPr>
          <p:nvPr>
            <p:ph type="title" idx="9"/>
          </p:nvPr>
        </p:nvSpPr>
        <p:spPr>
          <a:xfrm>
            <a:off x="5739138" y="2999375"/>
            <a:ext cx="2191200" cy="527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fr"/>
              <a:t>Section</a:t>
            </a:r>
            <a:endParaRPr/>
          </a:p>
        </p:txBody>
      </p:sp>
      <p:sp>
        <p:nvSpPr>
          <p:cNvPr id="1756" name="Google Shape;1756;p27"/>
          <p:cNvSpPr txBox="1">
            <a:spLocks noGrp="1"/>
          </p:cNvSpPr>
          <p:nvPr>
            <p:ph type="subTitle" idx="13"/>
          </p:nvPr>
        </p:nvSpPr>
        <p:spPr>
          <a:xfrm>
            <a:off x="5739138" y="3433500"/>
            <a:ext cx="2425500" cy="484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fr"/>
              <a:t>Vous pouvez décrire ici le sujet de la section</a:t>
            </a:r>
            <a:endParaRPr/>
          </a:p>
        </p:txBody>
      </p:sp>
      <p:sp>
        <p:nvSpPr>
          <p:cNvPr id="1757" name="Google Shape;1757;p27"/>
          <p:cNvSpPr txBox="1">
            <a:spLocks noGrp="1"/>
          </p:cNvSpPr>
          <p:nvPr>
            <p:ph type="title" idx="14"/>
          </p:nvPr>
        </p:nvSpPr>
        <p:spPr>
          <a:xfrm>
            <a:off x="4800610" y="2936598"/>
            <a:ext cx="961200" cy="8760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fr"/>
              <a:t>04</a:t>
            </a:r>
            <a:endParaRPr/>
          </a:p>
        </p:txBody>
      </p:sp>
      <p:grpSp>
        <p:nvGrpSpPr>
          <p:cNvPr id="1758" name="Google Shape;1758;p27"/>
          <p:cNvGrpSpPr/>
          <p:nvPr/>
        </p:nvGrpSpPr>
        <p:grpSpPr>
          <a:xfrm rot="2099136">
            <a:off x="7543959" y="717281"/>
            <a:ext cx="463417" cy="620909"/>
            <a:chOff x="4717160" y="2424399"/>
            <a:chExt cx="253540" cy="339731"/>
          </a:xfrm>
        </p:grpSpPr>
        <p:sp>
          <p:nvSpPr>
            <p:cNvPr id="1759" name="Google Shape;1759;p27"/>
            <p:cNvSpPr/>
            <p:nvPr/>
          </p:nvSpPr>
          <p:spPr>
            <a:xfrm>
              <a:off x="4719860" y="2426874"/>
              <a:ext cx="248569" cy="334760"/>
            </a:xfrm>
            <a:custGeom>
              <a:avLst/>
              <a:gdLst/>
              <a:ahLst/>
              <a:cxnLst/>
              <a:rect l="l" t="t" r="r" b="b"/>
              <a:pathLst>
                <a:path w="335904" h="452379" extrusionOk="0">
                  <a:moveTo>
                    <a:pt x="94531" y="1"/>
                  </a:moveTo>
                  <a:lnTo>
                    <a:pt x="1" y="408183"/>
                  </a:lnTo>
                  <a:lnTo>
                    <a:pt x="315417" y="452378"/>
                  </a:lnTo>
                  <a:lnTo>
                    <a:pt x="335904" y="33831"/>
                  </a:lnTo>
                  <a:lnTo>
                    <a:pt x="9453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0" name="Google Shape;1760;p27"/>
            <p:cNvSpPr/>
            <p:nvPr/>
          </p:nvSpPr>
          <p:spPr>
            <a:xfrm>
              <a:off x="4717160" y="2424399"/>
              <a:ext cx="253540" cy="339731"/>
            </a:xfrm>
            <a:custGeom>
              <a:avLst/>
              <a:gdLst/>
              <a:ahLst/>
              <a:cxnLst/>
              <a:rect l="l" t="t" r="r" b="b"/>
              <a:pathLst>
                <a:path w="342621" h="459096" extrusionOk="0">
                  <a:moveTo>
                    <a:pt x="100458" y="6657"/>
                  </a:moveTo>
                  <a:lnTo>
                    <a:pt x="336420" y="39697"/>
                  </a:lnTo>
                  <a:lnTo>
                    <a:pt x="316207" y="452287"/>
                  </a:lnTo>
                  <a:lnTo>
                    <a:pt x="7234" y="409034"/>
                  </a:lnTo>
                  <a:lnTo>
                    <a:pt x="100458" y="6657"/>
                  </a:lnTo>
                  <a:close/>
                  <a:moveTo>
                    <a:pt x="95899" y="0"/>
                  </a:moveTo>
                  <a:lnTo>
                    <a:pt x="0" y="413988"/>
                  </a:lnTo>
                  <a:lnTo>
                    <a:pt x="321891" y="459095"/>
                  </a:lnTo>
                  <a:lnTo>
                    <a:pt x="342621" y="34591"/>
                  </a:lnTo>
                  <a:lnTo>
                    <a:pt x="95899" y="0"/>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1" name="Google Shape;1761;p27"/>
            <p:cNvSpPr/>
            <p:nvPr/>
          </p:nvSpPr>
          <p:spPr>
            <a:xfrm>
              <a:off x="4779190" y="2517463"/>
              <a:ext cx="140829" cy="235930"/>
            </a:xfrm>
            <a:custGeom>
              <a:avLst/>
              <a:gdLst/>
              <a:ahLst/>
              <a:cxnLst/>
              <a:rect l="l" t="t" r="r" b="b"/>
              <a:pathLst>
                <a:path w="190309" h="318824" extrusionOk="0">
                  <a:moveTo>
                    <a:pt x="109706" y="1"/>
                  </a:moveTo>
                  <a:cubicBezTo>
                    <a:pt x="71237" y="1"/>
                    <a:pt x="37664" y="28356"/>
                    <a:pt x="32190" y="67482"/>
                  </a:cubicBezTo>
                  <a:lnTo>
                    <a:pt x="1" y="297090"/>
                  </a:lnTo>
                  <a:lnTo>
                    <a:pt x="155140" y="318823"/>
                  </a:lnTo>
                  <a:lnTo>
                    <a:pt x="187299" y="89185"/>
                  </a:lnTo>
                  <a:cubicBezTo>
                    <a:pt x="190308" y="67756"/>
                    <a:pt x="184351" y="47148"/>
                    <a:pt x="172314" y="31220"/>
                  </a:cubicBezTo>
                  <a:cubicBezTo>
                    <a:pt x="160217" y="15172"/>
                    <a:pt x="142070" y="3773"/>
                    <a:pt x="120641" y="764"/>
                  </a:cubicBezTo>
                  <a:cubicBezTo>
                    <a:pt x="116966" y="250"/>
                    <a:pt x="113314" y="1"/>
                    <a:pt x="109706"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2" name="Google Shape;1762;p27"/>
            <p:cNvSpPr/>
            <p:nvPr/>
          </p:nvSpPr>
          <p:spPr>
            <a:xfrm>
              <a:off x="4776714" y="2515212"/>
              <a:ext cx="145462" cy="240653"/>
            </a:xfrm>
            <a:custGeom>
              <a:avLst/>
              <a:gdLst/>
              <a:ahLst/>
              <a:cxnLst/>
              <a:rect l="l" t="t" r="r" b="b"/>
              <a:pathLst>
                <a:path w="196570" h="325207" extrusionOk="0">
                  <a:moveTo>
                    <a:pt x="113075" y="5961"/>
                  </a:moveTo>
                  <a:cubicBezTo>
                    <a:pt x="116535" y="5961"/>
                    <a:pt x="120036" y="6200"/>
                    <a:pt x="123559" y="6692"/>
                  </a:cubicBezTo>
                  <a:cubicBezTo>
                    <a:pt x="143468" y="9518"/>
                    <a:pt x="161128" y="19883"/>
                    <a:pt x="173256" y="35963"/>
                  </a:cubicBezTo>
                  <a:cubicBezTo>
                    <a:pt x="185323" y="52072"/>
                    <a:pt x="190460" y="71890"/>
                    <a:pt x="187694" y="91799"/>
                  </a:cubicBezTo>
                  <a:lnTo>
                    <a:pt x="155930" y="318489"/>
                  </a:lnTo>
                  <a:lnTo>
                    <a:pt x="6687" y="297577"/>
                  </a:lnTo>
                  <a:lnTo>
                    <a:pt x="38451" y="70857"/>
                  </a:lnTo>
                  <a:cubicBezTo>
                    <a:pt x="43732" y="33249"/>
                    <a:pt x="76084" y="5961"/>
                    <a:pt x="113075" y="5961"/>
                  </a:cubicBezTo>
                  <a:close/>
                  <a:moveTo>
                    <a:pt x="113018" y="0"/>
                  </a:moveTo>
                  <a:cubicBezTo>
                    <a:pt x="73184" y="0"/>
                    <a:pt x="38250" y="29470"/>
                    <a:pt x="32554" y="70066"/>
                  </a:cubicBezTo>
                  <a:lnTo>
                    <a:pt x="0" y="302653"/>
                  </a:lnTo>
                  <a:lnTo>
                    <a:pt x="161006" y="325207"/>
                  </a:lnTo>
                  <a:lnTo>
                    <a:pt x="193530" y="92589"/>
                  </a:lnTo>
                  <a:cubicBezTo>
                    <a:pt x="196569" y="71130"/>
                    <a:pt x="191037" y="49732"/>
                    <a:pt x="177967" y="32376"/>
                  </a:cubicBezTo>
                  <a:cubicBezTo>
                    <a:pt x="164897" y="15020"/>
                    <a:pt x="145839" y="3804"/>
                    <a:pt x="124349" y="795"/>
                  </a:cubicBezTo>
                  <a:cubicBezTo>
                    <a:pt x="120542" y="260"/>
                    <a:pt x="116759" y="0"/>
                    <a:pt x="11301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3" name="Google Shape;1763;p27"/>
            <p:cNvSpPr/>
            <p:nvPr/>
          </p:nvSpPr>
          <p:spPr>
            <a:xfrm>
              <a:off x="4816485" y="2608589"/>
              <a:ext cx="45436" cy="42591"/>
            </a:xfrm>
            <a:custGeom>
              <a:avLst/>
              <a:gdLst/>
              <a:ahLst/>
              <a:cxnLst/>
              <a:rect l="l" t="t" r="r" b="b"/>
              <a:pathLst>
                <a:path w="61400" h="57555" extrusionOk="0">
                  <a:moveTo>
                    <a:pt x="30661" y="0"/>
                  </a:moveTo>
                  <a:cubicBezTo>
                    <a:pt x="16541" y="0"/>
                    <a:pt x="4219" y="10401"/>
                    <a:pt x="2219" y="24784"/>
                  </a:cubicBezTo>
                  <a:cubicBezTo>
                    <a:pt x="0" y="40499"/>
                    <a:pt x="10973" y="55058"/>
                    <a:pt x="26718" y="57277"/>
                  </a:cubicBezTo>
                  <a:cubicBezTo>
                    <a:pt x="28064" y="57464"/>
                    <a:pt x="29401" y="57555"/>
                    <a:pt x="30722" y="57555"/>
                  </a:cubicBezTo>
                  <a:cubicBezTo>
                    <a:pt x="44857" y="57555"/>
                    <a:pt x="57182" y="47147"/>
                    <a:pt x="59211" y="32748"/>
                  </a:cubicBezTo>
                  <a:cubicBezTo>
                    <a:pt x="61400" y="17003"/>
                    <a:pt x="50457" y="2443"/>
                    <a:pt x="34712" y="285"/>
                  </a:cubicBezTo>
                  <a:cubicBezTo>
                    <a:pt x="33351" y="93"/>
                    <a:pt x="31998" y="0"/>
                    <a:pt x="30661"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4" name="Google Shape;1764;p27"/>
            <p:cNvSpPr/>
            <p:nvPr/>
          </p:nvSpPr>
          <p:spPr>
            <a:xfrm>
              <a:off x="4815089" y="2606365"/>
              <a:ext cx="49238" cy="46992"/>
            </a:xfrm>
            <a:custGeom>
              <a:avLst/>
              <a:gdLst/>
              <a:ahLst/>
              <a:cxnLst/>
              <a:rect l="l" t="t" r="r" b="b"/>
              <a:pathLst>
                <a:path w="66538" h="63503" extrusionOk="0">
                  <a:moveTo>
                    <a:pt x="32585" y="5934"/>
                  </a:moveTo>
                  <a:cubicBezTo>
                    <a:pt x="33771" y="5934"/>
                    <a:pt x="34986" y="6025"/>
                    <a:pt x="36202" y="6207"/>
                  </a:cubicBezTo>
                  <a:cubicBezTo>
                    <a:pt x="43041" y="7180"/>
                    <a:pt x="49090" y="10736"/>
                    <a:pt x="53224" y="16238"/>
                  </a:cubicBezTo>
                  <a:cubicBezTo>
                    <a:pt x="57358" y="21739"/>
                    <a:pt x="59121" y="28518"/>
                    <a:pt x="58178" y="35357"/>
                  </a:cubicBezTo>
                  <a:cubicBezTo>
                    <a:pt x="57175" y="42196"/>
                    <a:pt x="53649" y="48244"/>
                    <a:pt x="48148" y="52378"/>
                  </a:cubicBezTo>
                  <a:cubicBezTo>
                    <a:pt x="43611" y="55768"/>
                    <a:pt x="38257" y="57564"/>
                    <a:pt x="32705" y="57564"/>
                  </a:cubicBezTo>
                  <a:cubicBezTo>
                    <a:pt x="31487" y="57564"/>
                    <a:pt x="30259" y="57477"/>
                    <a:pt x="29029" y="57302"/>
                  </a:cubicBezTo>
                  <a:cubicBezTo>
                    <a:pt x="22190" y="56330"/>
                    <a:pt x="16141" y="52804"/>
                    <a:pt x="12007" y="47272"/>
                  </a:cubicBezTo>
                  <a:cubicBezTo>
                    <a:pt x="7843" y="41770"/>
                    <a:pt x="6110" y="34992"/>
                    <a:pt x="7053" y="28153"/>
                  </a:cubicBezTo>
                  <a:cubicBezTo>
                    <a:pt x="8846" y="15296"/>
                    <a:pt x="19941" y="5934"/>
                    <a:pt x="32585" y="5934"/>
                  </a:cubicBezTo>
                  <a:close/>
                  <a:moveTo>
                    <a:pt x="32620" y="1"/>
                  </a:moveTo>
                  <a:cubicBezTo>
                    <a:pt x="17016" y="1"/>
                    <a:pt x="3410" y="11522"/>
                    <a:pt x="1186" y="27363"/>
                  </a:cubicBezTo>
                  <a:cubicBezTo>
                    <a:pt x="1" y="35752"/>
                    <a:pt x="2159" y="44111"/>
                    <a:pt x="7266" y="50889"/>
                  </a:cubicBezTo>
                  <a:cubicBezTo>
                    <a:pt x="12342" y="57637"/>
                    <a:pt x="19789" y="62014"/>
                    <a:pt x="28178" y="63199"/>
                  </a:cubicBezTo>
                  <a:cubicBezTo>
                    <a:pt x="29698" y="63381"/>
                    <a:pt x="31187" y="63503"/>
                    <a:pt x="32676" y="63503"/>
                  </a:cubicBezTo>
                  <a:cubicBezTo>
                    <a:pt x="39515" y="63503"/>
                    <a:pt x="46172" y="61284"/>
                    <a:pt x="51795" y="57120"/>
                  </a:cubicBezTo>
                  <a:cubicBezTo>
                    <a:pt x="58543" y="52013"/>
                    <a:pt x="62920" y="44567"/>
                    <a:pt x="64105" y="36177"/>
                  </a:cubicBezTo>
                  <a:cubicBezTo>
                    <a:pt x="66537" y="18821"/>
                    <a:pt x="54379" y="2742"/>
                    <a:pt x="37053" y="311"/>
                  </a:cubicBezTo>
                  <a:cubicBezTo>
                    <a:pt x="35563" y="102"/>
                    <a:pt x="34083" y="1"/>
                    <a:pt x="3262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5" name="Google Shape;1765;p27"/>
            <p:cNvSpPr/>
            <p:nvPr/>
          </p:nvSpPr>
          <p:spPr>
            <a:xfrm>
              <a:off x="4831610" y="2626671"/>
              <a:ext cx="16128" cy="6546"/>
            </a:xfrm>
            <a:custGeom>
              <a:avLst/>
              <a:gdLst/>
              <a:ahLst/>
              <a:cxnLst/>
              <a:rect l="l" t="t" r="r" b="b"/>
              <a:pathLst>
                <a:path w="21795" h="8846" extrusionOk="0">
                  <a:moveTo>
                    <a:pt x="821" y="0"/>
                  </a:moveTo>
                  <a:lnTo>
                    <a:pt x="0" y="5928"/>
                  </a:lnTo>
                  <a:lnTo>
                    <a:pt x="20973" y="8846"/>
                  </a:lnTo>
                  <a:lnTo>
                    <a:pt x="21794" y="2949"/>
                  </a:lnTo>
                  <a:lnTo>
                    <a:pt x="821" y="0"/>
                  </a:lnTo>
                  <a:close/>
                </a:path>
              </a:pathLst>
            </a:custGeom>
            <a:solidFill>
              <a:srgbClr val="FAF9E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6" name="Google Shape;1766;p27"/>
            <p:cNvSpPr/>
            <p:nvPr/>
          </p:nvSpPr>
          <p:spPr>
            <a:xfrm>
              <a:off x="4836223" y="2620279"/>
              <a:ext cx="6974" cy="19096"/>
            </a:xfrm>
            <a:custGeom>
              <a:avLst/>
              <a:gdLst/>
              <a:ahLst/>
              <a:cxnLst/>
              <a:rect l="l" t="t" r="r" b="b"/>
              <a:pathLst>
                <a:path w="9424" h="25806" extrusionOk="0">
                  <a:moveTo>
                    <a:pt x="3496" y="0"/>
                  </a:moveTo>
                  <a:lnTo>
                    <a:pt x="1" y="24985"/>
                  </a:lnTo>
                  <a:lnTo>
                    <a:pt x="5897" y="25806"/>
                  </a:lnTo>
                  <a:lnTo>
                    <a:pt x="9423" y="821"/>
                  </a:lnTo>
                  <a:lnTo>
                    <a:pt x="3496" y="0"/>
                  </a:lnTo>
                  <a:close/>
                </a:path>
              </a:pathLst>
            </a:custGeom>
            <a:solidFill>
              <a:srgbClr val="FAF9E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7" name="Google Shape;1767;p27"/>
            <p:cNvSpPr/>
            <p:nvPr/>
          </p:nvSpPr>
          <p:spPr>
            <a:xfrm>
              <a:off x="4861680" y="2526829"/>
              <a:ext cx="35539" cy="223083"/>
            </a:xfrm>
            <a:custGeom>
              <a:avLst/>
              <a:gdLst/>
              <a:ahLst/>
              <a:cxnLst/>
              <a:rect l="l" t="t" r="r" b="b"/>
              <a:pathLst>
                <a:path w="48026" h="301464" extrusionOk="0">
                  <a:moveTo>
                    <a:pt x="42128" y="1"/>
                  </a:moveTo>
                  <a:lnTo>
                    <a:pt x="0" y="300643"/>
                  </a:lnTo>
                  <a:lnTo>
                    <a:pt x="5927" y="301464"/>
                  </a:lnTo>
                  <a:lnTo>
                    <a:pt x="48025" y="821"/>
                  </a:lnTo>
                  <a:lnTo>
                    <a:pt x="4212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8" name="Google Shape;1768;p27"/>
            <p:cNvSpPr/>
            <p:nvPr/>
          </p:nvSpPr>
          <p:spPr>
            <a:xfrm>
              <a:off x="4831632" y="2466892"/>
              <a:ext cx="13092" cy="16489"/>
            </a:xfrm>
            <a:custGeom>
              <a:avLst/>
              <a:gdLst/>
              <a:ahLst/>
              <a:cxnLst/>
              <a:rect l="l" t="t" r="r" b="b"/>
              <a:pathLst>
                <a:path w="17692" h="22282" extrusionOk="0">
                  <a:moveTo>
                    <a:pt x="9671" y="1"/>
                  </a:moveTo>
                  <a:cubicBezTo>
                    <a:pt x="5597" y="1"/>
                    <a:pt x="1766" y="4226"/>
                    <a:pt x="913" y="9941"/>
                  </a:cubicBezTo>
                  <a:cubicBezTo>
                    <a:pt x="1" y="16050"/>
                    <a:pt x="2797" y="21582"/>
                    <a:pt x="7174" y="22220"/>
                  </a:cubicBezTo>
                  <a:cubicBezTo>
                    <a:pt x="7457" y="22262"/>
                    <a:pt x="7740" y="22282"/>
                    <a:pt x="8021" y="22282"/>
                  </a:cubicBezTo>
                  <a:cubicBezTo>
                    <a:pt x="12095" y="22282"/>
                    <a:pt x="15926" y="18056"/>
                    <a:pt x="16779" y="12342"/>
                  </a:cubicBezTo>
                  <a:cubicBezTo>
                    <a:pt x="17691" y="6232"/>
                    <a:pt x="14895" y="700"/>
                    <a:pt x="10518" y="62"/>
                  </a:cubicBezTo>
                  <a:cubicBezTo>
                    <a:pt x="10235" y="21"/>
                    <a:pt x="9952" y="1"/>
                    <a:pt x="9671"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9" name="Google Shape;1769;p27"/>
            <p:cNvSpPr/>
            <p:nvPr/>
          </p:nvSpPr>
          <p:spPr>
            <a:xfrm>
              <a:off x="4829741" y="2464702"/>
              <a:ext cx="16893" cy="20858"/>
            </a:xfrm>
            <a:custGeom>
              <a:avLst/>
              <a:gdLst/>
              <a:ahLst/>
              <a:cxnLst/>
              <a:rect l="l" t="t" r="r" b="b"/>
              <a:pathLst>
                <a:path w="22828" h="28187" extrusionOk="0">
                  <a:moveTo>
                    <a:pt x="12189" y="5907"/>
                  </a:moveTo>
                  <a:cubicBezTo>
                    <a:pt x="12341" y="5907"/>
                    <a:pt x="12463" y="5937"/>
                    <a:pt x="12615" y="5937"/>
                  </a:cubicBezTo>
                  <a:cubicBezTo>
                    <a:pt x="14165" y="6180"/>
                    <a:pt x="15138" y="7609"/>
                    <a:pt x="15533" y="8460"/>
                  </a:cubicBezTo>
                  <a:cubicBezTo>
                    <a:pt x="16414" y="10192"/>
                    <a:pt x="16718" y="12533"/>
                    <a:pt x="16384" y="14843"/>
                  </a:cubicBezTo>
                  <a:cubicBezTo>
                    <a:pt x="15783" y="18904"/>
                    <a:pt x="13272" y="22239"/>
                    <a:pt x="10648" y="22239"/>
                  </a:cubicBezTo>
                  <a:cubicBezTo>
                    <a:pt x="10483" y="22239"/>
                    <a:pt x="10318" y="22226"/>
                    <a:pt x="10153" y="22199"/>
                  </a:cubicBezTo>
                  <a:cubicBezTo>
                    <a:pt x="8603" y="21986"/>
                    <a:pt x="7630" y="20527"/>
                    <a:pt x="7235" y="19706"/>
                  </a:cubicBezTo>
                  <a:cubicBezTo>
                    <a:pt x="6353" y="17943"/>
                    <a:pt x="6049" y="15633"/>
                    <a:pt x="6384" y="13323"/>
                  </a:cubicBezTo>
                  <a:cubicBezTo>
                    <a:pt x="6992" y="9220"/>
                    <a:pt x="9666" y="5907"/>
                    <a:pt x="12189" y="5907"/>
                  </a:cubicBezTo>
                  <a:close/>
                  <a:moveTo>
                    <a:pt x="12182" y="0"/>
                  </a:moveTo>
                  <a:cubicBezTo>
                    <a:pt x="6621" y="0"/>
                    <a:pt x="1617" y="5153"/>
                    <a:pt x="548" y="12442"/>
                  </a:cubicBezTo>
                  <a:cubicBezTo>
                    <a:pt x="1" y="15998"/>
                    <a:pt x="487" y="19554"/>
                    <a:pt x="1976" y="22411"/>
                  </a:cubicBezTo>
                  <a:cubicBezTo>
                    <a:pt x="3587" y="25542"/>
                    <a:pt x="6262" y="27609"/>
                    <a:pt x="9302" y="28065"/>
                  </a:cubicBezTo>
                  <a:cubicBezTo>
                    <a:pt x="9727" y="28126"/>
                    <a:pt x="10183" y="28187"/>
                    <a:pt x="10639" y="28187"/>
                  </a:cubicBezTo>
                  <a:cubicBezTo>
                    <a:pt x="16201" y="28187"/>
                    <a:pt x="21156" y="23019"/>
                    <a:pt x="22311" y="15724"/>
                  </a:cubicBezTo>
                  <a:cubicBezTo>
                    <a:pt x="22828" y="12168"/>
                    <a:pt x="22341" y="8612"/>
                    <a:pt x="20852" y="5755"/>
                  </a:cubicBezTo>
                  <a:cubicBezTo>
                    <a:pt x="19271" y="2654"/>
                    <a:pt x="16566" y="557"/>
                    <a:pt x="13527" y="101"/>
                  </a:cubicBezTo>
                  <a:cubicBezTo>
                    <a:pt x="13076" y="33"/>
                    <a:pt x="12627" y="0"/>
                    <a:pt x="1218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0" name="Google Shape;1770;p27"/>
            <p:cNvSpPr/>
            <p:nvPr/>
          </p:nvSpPr>
          <p:spPr>
            <a:xfrm>
              <a:off x="4910115" y="2477583"/>
              <a:ext cx="13159" cy="16489"/>
            </a:xfrm>
            <a:custGeom>
              <a:avLst/>
              <a:gdLst/>
              <a:ahLst/>
              <a:cxnLst/>
              <a:rect l="l" t="t" r="r" b="b"/>
              <a:pathLst>
                <a:path w="17783" h="22283" extrusionOk="0">
                  <a:moveTo>
                    <a:pt x="9757" y="0"/>
                  </a:moveTo>
                  <a:cubicBezTo>
                    <a:pt x="5685" y="0"/>
                    <a:pt x="1854" y="4198"/>
                    <a:pt x="973" y="9910"/>
                  </a:cubicBezTo>
                  <a:cubicBezTo>
                    <a:pt x="1" y="16020"/>
                    <a:pt x="2827" y="21521"/>
                    <a:pt x="7204" y="22220"/>
                  </a:cubicBezTo>
                  <a:cubicBezTo>
                    <a:pt x="7487" y="22262"/>
                    <a:pt x="7770" y="22282"/>
                    <a:pt x="8051" y="22282"/>
                  </a:cubicBezTo>
                  <a:cubicBezTo>
                    <a:pt x="12102" y="22282"/>
                    <a:pt x="15959" y="18084"/>
                    <a:pt x="16840" y="12372"/>
                  </a:cubicBezTo>
                  <a:cubicBezTo>
                    <a:pt x="17782" y="6263"/>
                    <a:pt x="15016" y="761"/>
                    <a:pt x="10609" y="62"/>
                  </a:cubicBezTo>
                  <a:cubicBezTo>
                    <a:pt x="10324" y="20"/>
                    <a:pt x="10040" y="0"/>
                    <a:pt x="9757"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1" name="Google Shape;1771;p27"/>
            <p:cNvSpPr/>
            <p:nvPr/>
          </p:nvSpPr>
          <p:spPr>
            <a:xfrm>
              <a:off x="4908270" y="2475370"/>
              <a:ext cx="17410" cy="20881"/>
            </a:xfrm>
            <a:custGeom>
              <a:avLst/>
              <a:gdLst/>
              <a:ahLst/>
              <a:cxnLst/>
              <a:rect l="l" t="t" r="r" b="b"/>
              <a:pathLst>
                <a:path w="23527" h="28218" extrusionOk="0">
                  <a:moveTo>
                    <a:pt x="12219" y="5968"/>
                  </a:moveTo>
                  <a:cubicBezTo>
                    <a:pt x="12371" y="5968"/>
                    <a:pt x="12523" y="5968"/>
                    <a:pt x="12706" y="6029"/>
                  </a:cubicBezTo>
                  <a:cubicBezTo>
                    <a:pt x="15380" y="6424"/>
                    <a:pt x="17113" y="10588"/>
                    <a:pt x="16444" y="14904"/>
                  </a:cubicBezTo>
                  <a:cubicBezTo>
                    <a:pt x="16049" y="17184"/>
                    <a:pt x="15076" y="19312"/>
                    <a:pt x="13709" y="20710"/>
                  </a:cubicBezTo>
                  <a:cubicBezTo>
                    <a:pt x="13134" y="21339"/>
                    <a:pt x="12016" y="22265"/>
                    <a:pt x="10645" y="22265"/>
                  </a:cubicBezTo>
                  <a:cubicBezTo>
                    <a:pt x="10494" y="22265"/>
                    <a:pt x="10340" y="22254"/>
                    <a:pt x="10183" y="22230"/>
                  </a:cubicBezTo>
                  <a:cubicBezTo>
                    <a:pt x="8602" y="22017"/>
                    <a:pt x="7660" y="20558"/>
                    <a:pt x="7234" y="19737"/>
                  </a:cubicBezTo>
                  <a:cubicBezTo>
                    <a:pt x="6322" y="17974"/>
                    <a:pt x="6079" y="15664"/>
                    <a:pt x="6414" y="13354"/>
                  </a:cubicBezTo>
                  <a:cubicBezTo>
                    <a:pt x="7052" y="9281"/>
                    <a:pt x="9696" y="5968"/>
                    <a:pt x="12219" y="5968"/>
                  </a:cubicBezTo>
                  <a:close/>
                  <a:moveTo>
                    <a:pt x="12236" y="0"/>
                  </a:moveTo>
                  <a:cubicBezTo>
                    <a:pt x="6673" y="0"/>
                    <a:pt x="1642" y="5126"/>
                    <a:pt x="517" y="12412"/>
                  </a:cubicBezTo>
                  <a:cubicBezTo>
                    <a:pt x="0" y="15968"/>
                    <a:pt x="486" y="19494"/>
                    <a:pt x="1945" y="22382"/>
                  </a:cubicBezTo>
                  <a:cubicBezTo>
                    <a:pt x="3526" y="25543"/>
                    <a:pt x="6201" y="27640"/>
                    <a:pt x="9240" y="28096"/>
                  </a:cubicBezTo>
                  <a:cubicBezTo>
                    <a:pt x="9636" y="28157"/>
                    <a:pt x="10092" y="28217"/>
                    <a:pt x="10547" y="28217"/>
                  </a:cubicBezTo>
                  <a:cubicBezTo>
                    <a:pt x="13161" y="28217"/>
                    <a:pt x="15806" y="27062"/>
                    <a:pt x="17934" y="24874"/>
                  </a:cubicBezTo>
                  <a:cubicBezTo>
                    <a:pt x="20213" y="22594"/>
                    <a:pt x="21733" y="19342"/>
                    <a:pt x="22311" y="15786"/>
                  </a:cubicBezTo>
                  <a:cubicBezTo>
                    <a:pt x="23526" y="7913"/>
                    <a:pt x="19666" y="1044"/>
                    <a:pt x="13587" y="102"/>
                  </a:cubicBezTo>
                  <a:cubicBezTo>
                    <a:pt x="13134" y="34"/>
                    <a:pt x="12683" y="0"/>
                    <a:pt x="1223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2" name="Google Shape;1772;p27"/>
            <p:cNvSpPr/>
            <p:nvPr/>
          </p:nvSpPr>
          <p:spPr>
            <a:xfrm>
              <a:off x="4861927" y="2476683"/>
              <a:ext cx="30838" cy="25575"/>
            </a:xfrm>
            <a:custGeom>
              <a:avLst/>
              <a:gdLst/>
              <a:ahLst/>
              <a:cxnLst/>
              <a:rect l="l" t="t" r="r" b="b"/>
              <a:pathLst>
                <a:path w="41673" h="34561" extrusionOk="0">
                  <a:moveTo>
                    <a:pt x="1459" y="0"/>
                  </a:moveTo>
                  <a:lnTo>
                    <a:pt x="1155" y="2949"/>
                  </a:lnTo>
                  <a:cubicBezTo>
                    <a:pt x="0" y="13374"/>
                    <a:pt x="2462" y="23162"/>
                    <a:pt x="7751" y="29119"/>
                  </a:cubicBezTo>
                  <a:cubicBezTo>
                    <a:pt x="10821" y="32615"/>
                    <a:pt x="14590" y="34499"/>
                    <a:pt x="18663" y="34560"/>
                  </a:cubicBezTo>
                  <a:lnTo>
                    <a:pt x="18876" y="34560"/>
                  </a:lnTo>
                  <a:cubicBezTo>
                    <a:pt x="28816" y="34560"/>
                    <a:pt x="38117" y="23922"/>
                    <a:pt x="41126" y="9149"/>
                  </a:cubicBezTo>
                  <a:lnTo>
                    <a:pt x="41673" y="6231"/>
                  </a:lnTo>
                  <a:lnTo>
                    <a:pt x="35837" y="5076"/>
                  </a:lnTo>
                  <a:lnTo>
                    <a:pt x="35259" y="8025"/>
                  </a:lnTo>
                  <a:cubicBezTo>
                    <a:pt x="32949" y="19697"/>
                    <a:pt x="25685" y="28481"/>
                    <a:pt x="18815" y="28633"/>
                  </a:cubicBezTo>
                  <a:cubicBezTo>
                    <a:pt x="15837" y="28603"/>
                    <a:pt x="13618" y="26748"/>
                    <a:pt x="12250" y="25229"/>
                  </a:cubicBezTo>
                  <a:cubicBezTo>
                    <a:pt x="8086" y="20548"/>
                    <a:pt x="6110" y="12250"/>
                    <a:pt x="7083" y="3617"/>
                  </a:cubicBezTo>
                  <a:lnTo>
                    <a:pt x="7387" y="639"/>
                  </a:lnTo>
                  <a:lnTo>
                    <a:pt x="145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776"/>
        <p:cNvGrpSpPr/>
        <p:nvPr/>
      </p:nvGrpSpPr>
      <p:grpSpPr>
        <a:xfrm>
          <a:off x="0" y="0"/>
          <a:ext cx="0" cy="0"/>
          <a:chOff x="0" y="0"/>
          <a:chExt cx="0" cy="0"/>
        </a:xfrm>
      </p:grpSpPr>
      <p:sp>
        <p:nvSpPr>
          <p:cNvPr id="1777" name="Google Shape;1777;p28"/>
          <p:cNvSpPr txBox="1">
            <a:spLocks noGrp="1"/>
          </p:cNvSpPr>
          <p:nvPr>
            <p:ph type="subTitle" idx="1"/>
          </p:nvPr>
        </p:nvSpPr>
        <p:spPr>
          <a:xfrm>
            <a:off x="2917728" y="3097625"/>
            <a:ext cx="3325800" cy="713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fr"/>
              <a:t>Vous pouvez entrer un sous-titre ici si vous en avez besoin</a:t>
            </a:r>
            <a:endParaRPr/>
          </a:p>
        </p:txBody>
      </p:sp>
      <p:sp>
        <p:nvSpPr>
          <p:cNvPr id="1778" name="Google Shape;1778;p28"/>
          <p:cNvSpPr txBox="1">
            <a:spLocks noGrp="1"/>
          </p:cNvSpPr>
          <p:nvPr>
            <p:ph type="title"/>
          </p:nvPr>
        </p:nvSpPr>
        <p:spPr>
          <a:xfrm>
            <a:off x="2160953" y="2338125"/>
            <a:ext cx="4839300" cy="84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fr"/>
              <a:t>nom de la section</a:t>
            </a:r>
            <a:endParaRPr/>
          </a:p>
        </p:txBody>
      </p:sp>
      <p:sp>
        <p:nvSpPr>
          <p:cNvPr id="1779" name="Google Shape;1779;p28"/>
          <p:cNvSpPr txBox="1">
            <a:spLocks noGrp="1"/>
          </p:cNvSpPr>
          <p:nvPr>
            <p:ph type="title" idx="2"/>
          </p:nvPr>
        </p:nvSpPr>
        <p:spPr>
          <a:xfrm>
            <a:off x="3005153" y="1274925"/>
            <a:ext cx="3150900" cy="10632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fr"/>
              <a:t>01</a:t>
            </a:r>
            <a:endParaRPr/>
          </a:p>
        </p:txBody>
      </p:sp>
      <p:grpSp>
        <p:nvGrpSpPr>
          <p:cNvPr id="1780" name="Google Shape;1780;p28"/>
          <p:cNvGrpSpPr/>
          <p:nvPr/>
        </p:nvGrpSpPr>
        <p:grpSpPr>
          <a:xfrm>
            <a:off x="6877362" y="1027058"/>
            <a:ext cx="1444805" cy="1558949"/>
            <a:chOff x="5070187" y="1911033"/>
            <a:chExt cx="1444805" cy="1558949"/>
          </a:xfrm>
        </p:grpSpPr>
        <p:sp>
          <p:nvSpPr>
            <p:cNvPr id="1781" name="Google Shape;1781;p28"/>
            <p:cNvSpPr/>
            <p:nvPr/>
          </p:nvSpPr>
          <p:spPr>
            <a:xfrm>
              <a:off x="5070187" y="1911033"/>
              <a:ext cx="1444805" cy="1558949"/>
            </a:xfrm>
            <a:custGeom>
              <a:avLst/>
              <a:gdLst/>
              <a:ahLst/>
              <a:cxnLst/>
              <a:rect l="l" t="t" r="r" b="b"/>
              <a:pathLst>
                <a:path w="1952439" h="2106688" extrusionOk="0">
                  <a:moveTo>
                    <a:pt x="1071480" y="13132"/>
                  </a:moveTo>
                  <a:lnTo>
                    <a:pt x="1939308" y="1457803"/>
                  </a:lnTo>
                  <a:lnTo>
                    <a:pt x="880960" y="2093557"/>
                  </a:lnTo>
                  <a:lnTo>
                    <a:pt x="13132" y="648886"/>
                  </a:lnTo>
                  <a:lnTo>
                    <a:pt x="1071480" y="13132"/>
                  </a:lnTo>
                  <a:close/>
                  <a:moveTo>
                    <a:pt x="1074732" y="1"/>
                  </a:moveTo>
                  <a:lnTo>
                    <a:pt x="1" y="645603"/>
                  </a:lnTo>
                  <a:lnTo>
                    <a:pt x="875245" y="2102584"/>
                  </a:lnTo>
                  <a:lnTo>
                    <a:pt x="877707" y="2106688"/>
                  </a:lnTo>
                  <a:lnTo>
                    <a:pt x="1948335" y="1463609"/>
                  </a:lnTo>
                  <a:lnTo>
                    <a:pt x="1952438" y="1461146"/>
                  </a:lnTo>
                  <a:lnTo>
                    <a:pt x="1077225" y="4104"/>
                  </a:lnTo>
                  <a:lnTo>
                    <a:pt x="107473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2" name="Google Shape;1782;p28"/>
            <p:cNvSpPr/>
            <p:nvPr/>
          </p:nvSpPr>
          <p:spPr>
            <a:xfrm>
              <a:off x="5170299" y="2070181"/>
              <a:ext cx="787564" cy="477274"/>
            </a:xfrm>
            <a:custGeom>
              <a:avLst/>
              <a:gdLst/>
              <a:ahLst/>
              <a:cxnLst/>
              <a:rect l="l" t="t" r="r" b="b"/>
              <a:pathLst>
                <a:path w="1064276" h="644965" extrusionOk="0">
                  <a:moveTo>
                    <a:pt x="1059352" y="1"/>
                  </a:moveTo>
                  <a:lnTo>
                    <a:pt x="1" y="636758"/>
                  </a:lnTo>
                  <a:lnTo>
                    <a:pt x="4925" y="644965"/>
                  </a:lnTo>
                  <a:lnTo>
                    <a:pt x="1064276" y="8208"/>
                  </a:lnTo>
                  <a:lnTo>
                    <a:pt x="105935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3" name="Google Shape;1783;p28"/>
            <p:cNvSpPr/>
            <p:nvPr/>
          </p:nvSpPr>
          <p:spPr>
            <a:xfrm>
              <a:off x="5264515" y="2227011"/>
              <a:ext cx="787609" cy="477296"/>
            </a:xfrm>
            <a:custGeom>
              <a:avLst/>
              <a:gdLst/>
              <a:ahLst/>
              <a:cxnLst/>
              <a:rect l="l" t="t" r="r" b="b"/>
              <a:pathLst>
                <a:path w="1064337" h="644995" extrusionOk="0">
                  <a:moveTo>
                    <a:pt x="1059382" y="0"/>
                  </a:moveTo>
                  <a:lnTo>
                    <a:pt x="0" y="636788"/>
                  </a:lnTo>
                  <a:lnTo>
                    <a:pt x="4955" y="644994"/>
                  </a:lnTo>
                  <a:lnTo>
                    <a:pt x="1064336" y="8207"/>
                  </a:lnTo>
                  <a:lnTo>
                    <a:pt x="105938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4" name="Google Shape;1784;p28"/>
            <p:cNvSpPr/>
            <p:nvPr/>
          </p:nvSpPr>
          <p:spPr>
            <a:xfrm>
              <a:off x="5075049" y="1915984"/>
              <a:ext cx="1434998" cy="1549165"/>
            </a:xfrm>
            <a:custGeom>
              <a:avLst/>
              <a:gdLst/>
              <a:ahLst/>
              <a:cxnLst/>
              <a:rect l="l" t="t" r="r" b="b"/>
              <a:pathLst>
                <a:path w="1939186" h="2093466" extrusionOk="0">
                  <a:moveTo>
                    <a:pt x="1066494" y="1"/>
                  </a:moveTo>
                  <a:lnTo>
                    <a:pt x="0" y="640618"/>
                  </a:lnTo>
                  <a:lnTo>
                    <a:pt x="872691" y="2093466"/>
                  </a:lnTo>
                  <a:lnTo>
                    <a:pt x="1939185" y="1452849"/>
                  </a:lnTo>
                  <a:lnTo>
                    <a:pt x="1066494" y="1"/>
                  </a:lnTo>
                  <a:close/>
                </a:path>
              </a:pathLst>
            </a:custGeom>
            <a:solidFill>
              <a:srgbClr val="FFFFFF"/>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5" name="Google Shape;1785;p28"/>
            <p:cNvSpPr/>
            <p:nvPr/>
          </p:nvSpPr>
          <p:spPr>
            <a:xfrm>
              <a:off x="5358754" y="2383908"/>
              <a:ext cx="787609" cy="477274"/>
            </a:xfrm>
            <a:custGeom>
              <a:avLst/>
              <a:gdLst/>
              <a:ahLst/>
              <a:cxnLst/>
              <a:rect l="l" t="t" r="r" b="b"/>
              <a:pathLst>
                <a:path w="1064336" h="644965" extrusionOk="0">
                  <a:moveTo>
                    <a:pt x="1059382" y="1"/>
                  </a:moveTo>
                  <a:lnTo>
                    <a:pt x="0" y="636788"/>
                  </a:lnTo>
                  <a:lnTo>
                    <a:pt x="4955" y="644965"/>
                  </a:lnTo>
                  <a:lnTo>
                    <a:pt x="1064336" y="8208"/>
                  </a:lnTo>
                  <a:lnTo>
                    <a:pt x="105938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6" name="Google Shape;1786;p28"/>
            <p:cNvSpPr/>
            <p:nvPr/>
          </p:nvSpPr>
          <p:spPr>
            <a:xfrm>
              <a:off x="5446352" y="2530970"/>
              <a:ext cx="787609" cy="477296"/>
            </a:xfrm>
            <a:custGeom>
              <a:avLst/>
              <a:gdLst/>
              <a:ahLst/>
              <a:cxnLst/>
              <a:rect l="l" t="t" r="r" b="b"/>
              <a:pathLst>
                <a:path w="1064336" h="644995" extrusionOk="0">
                  <a:moveTo>
                    <a:pt x="1059382" y="0"/>
                  </a:moveTo>
                  <a:lnTo>
                    <a:pt x="0" y="636788"/>
                  </a:lnTo>
                  <a:lnTo>
                    <a:pt x="4955" y="644995"/>
                  </a:lnTo>
                  <a:lnTo>
                    <a:pt x="1064336" y="8207"/>
                  </a:lnTo>
                  <a:lnTo>
                    <a:pt x="105938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7" name="Google Shape;1787;p28"/>
            <p:cNvSpPr/>
            <p:nvPr/>
          </p:nvSpPr>
          <p:spPr>
            <a:xfrm>
              <a:off x="5540590" y="2687823"/>
              <a:ext cx="787564" cy="477296"/>
            </a:xfrm>
            <a:custGeom>
              <a:avLst/>
              <a:gdLst/>
              <a:ahLst/>
              <a:cxnLst/>
              <a:rect l="l" t="t" r="r" b="b"/>
              <a:pathLst>
                <a:path w="1064275" h="644995" extrusionOk="0">
                  <a:moveTo>
                    <a:pt x="1059321" y="0"/>
                  </a:moveTo>
                  <a:lnTo>
                    <a:pt x="0" y="636788"/>
                  </a:lnTo>
                  <a:lnTo>
                    <a:pt x="4924" y="644994"/>
                  </a:lnTo>
                  <a:lnTo>
                    <a:pt x="1064275" y="8207"/>
                  </a:lnTo>
                  <a:lnTo>
                    <a:pt x="105932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8" name="Google Shape;1788;p28"/>
            <p:cNvSpPr/>
            <p:nvPr/>
          </p:nvSpPr>
          <p:spPr>
            <a:xfrm>
              <a:off x="5634806" y="2844675"/>
              <a:ext cx="787586" cy="477297"/>
            </a:xfrm>
            <a:custGeom>
              <a:avLst/>
              <a:gdLst/>
              <a:ahLst/>
              <a:cxnLst/>
              <a:rect l="l" t="t" r="r" b="b"/>
              <a:pathLst>
                <a:path w="1064306" h="644996" extrusionOk="0">
                  <a:moveTo>
                    <a:pt x="1059382" y="1"/>
                  </a:moveTo>
                  <a:lnTo>
                    <a:pt x="0" y="636788"/>
                  </a:lnTo>
                  <a:lnTo>
                    <a:pt x="4925" y="644995"/>
                  </a:lnTo>
                  <a:lnTo>
                    <a:pt x="1064306" y="8208"/>
                  </a:lnTo>
                  <a:lnTo>
                    <a:pt x="105938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9" name="Google Shape;1789;p28"/>
            <p:cNvSpPr/>
            <p:nvPr/>
          </p:nvSpPr>
          <p:spPr>
            <a:xfrm>
              <a:off x="5218690" y="2150712"/>
              <a:ext cx="787609" cy="477296"/>
            </a:xfrm>
            <a:custGeom>
              <a:avLst/>
              <a:gdLst/>
              <a:ahLst/>
              <a:cxnLst/>
              <a:rect l="l" t="t" r="r" b="b"/>
              <a:pathLst>
                <a:path w="1064337" h="644995" extrusionOk="0">
                  <a:moveTo>
                    <a:pt x="1059382" y="0"/>
                  </a:moveTo>
                  <a:lnTo>
                    <a:pt x="1" y="636788"/>
                  </a:lnTo>
                  <a:lnTo>
                    <a:pt x="4955" y="644994"/>
                  </a:lnTo>
                  <a:lnTo>
                    <a:pt x="1064337" y="8207"/>
                  </a:lnTo>
                  <a:lnTo>
                    <a:pt x="105938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0" name="Google Shape;1790;p28"/>
            <p:cNvSpPr/>
            <p:nvPr/>
          </p:nvSpPr>
          <p:spPr>
            <a:xfrm>
              <a:off x="5312929" y="2307564"/>
              <a:ext cx="787586" cy="477297"/>
            </a:xfrm>
            <a:custGeom>
              <a:avLst/>
              <a:gdLst/>
              <a:ahLst/>
              <a:cxnLst/>
              <a:rect l="l" t="t" r="r" b="b"/>
              <a:pathLst>
                <a:path w="1064306" h="644996" extrusionOk="0">
                  <a:moveTo>
                    <a:pt x="1059382" y="1"/>
                  </a:moveTo>
                  <a:lnTo>
                    <a:pt x="1" y="636788"/>
                  </a:lnTo>
                  <a:lnTo>
                    <a:pt x="4925" y="644995"/>
                  </a:lnTo>
                  <a:lnTo>
                    <a:pt x="1064306" y="8208"/>
                  </a:lnTo>
                  <a:lnTo>
                    <a:pt x="105938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1" name="Google Shape;1791;p28"/>
            <p:cNvSpPr/>
            <p:nvPr/>
          </p:nvSpPr>
          <p:spPr>
            <a:xfrm>
              <a:off x="5400527" y="2454649"/>
              <a:ext cx="787609" cy="477296"/>
            </a:xfrm>
            <a:custGeom>
              <a:avLst/>
              <a:gdLst/>
              <a:ahLst/>
              <a:cxnLst/>
              <a:rect l="l" t="t" r="r" b="b"/>
              <a:pathLst>
                <a:path w="1064337" h="644995" extrusionOk="0">
                  <a:moveTo>
                    <a:pt x="1059382" y="0"/>
                  </a:moveTo>
                  <a:lnTo>
                    <a:pt x="1" y="636787"/>
                  </a:lnTo>
                  <a:lnTo>
                    <a:pt x="4955" y="644994"/>
                  </a:lnTo>
                  <a:lnTo>
                    <a:pt x="1064337" y="8207"/>
                  </a:lnTo>
                  <a:lnTo>
                    <a:pt x="105938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2" name="Google Shape;1792;p28"/>
            <p:cNvSpPr/>
            <p:nvPr/>
          </p:nvSpPr>
          <p:spPr>
            <a:xfrm>
              <a:off x="5494765" y="2611501"/>
              <a:ext cx="787586" cy="477296"/>
            </a:xfrm>
            <a:custGeom>
              <a:avLst/>
              <a:gdLst/>
              <a:ahLst/>
              <a:cxnLst/>
              <a:rect l="l" t="t" r="r" b="b"/>
              <a:pathLst>
                <a:path w="1064306" h="644995" extrusionOk="0">
                  <a:moveTo>
                    <a:pt x="1059382" y="1"/>
                  </a:moveTo>
                  <a:lnTo>
                    <a:pt x="0" y="636788"/>
                  </a:lnTo>
                  <a:lnTo>
                    <a:pt x="4925" y="644995"/>
                  </a:lnTo>
                  <a:lnTo>
                    <a:pt x="1064306" y="8208"/>
                  </a:lnTo>
                  <a:lnTo>
                    <a:pt x="105938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3" name="Google Shape;1793;p28"/>
            <p:cNvSpPr/>
            <p:nvPr/>
          </p:nvSpPr>
          <p:spPr>
            <a:xfrm>
              <a:off x="5588981" y="2768353"/>
              <a:ext cx="787587" cy="477296"/>
            </a:xfrm>
            <a:custGeom>
              <a:avLst/>
              <a:gdLst/>
              <a:ahLst/>
              <a:cxnLst/>
              <a:rect l="l" t="t" r="r" b="b"/>
              <a:pathLst>
                <a:path w="1064307" h="644995" extrusionOk="0">
                  <a:moveTo>
                    <a:pt x="1059382" y="1"/>
                  </a:moveTo>
                  <a:lnTo>
                    <a:pt x="1" y="636788"/>
                  </a:lnTo>
                  <a:lnTo>
                    <a:pt x="4925" y="644995"/>
                  </a:lnTo>
                  <a:lnTo>
                    <a:pt x="1064306" y="8207"/>
                  </a:lnTo>
                  <a:lnTo>
                    <a:pt x="105938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4" name="Google Shape;1794;p28"/>
            <p:cNvSpPr/>
            <p:nvPr/>
          </p:nvSpPr>
          <p:spPr>
            <a:xfrm>
              <a:off x="5470817" y="2479397"/>
              <a:ext cx="41658" cy="43972"/>
            </a:xfrm>
            <a:custGeom>
              <a:avLst/>
              <a:gdLst/>
              <a:ahLst/>
              <a:cxnLst/>
              <a:rect l="l" t="t" r="r" b="b"/>
              <a:pathLst>
                <a:path w="56294" h="59421" extrusionOk="0">
                  <a:moveTo>
                    <a:pt x="21285" y="1"/>
                  </a:moveTo>
                  <a:cubicBezTo>
                    <a:pt x="18406" y="1"/>
                    <a:pt x="15629" y="650"/>
                    <a:pt x="13101" y="2019"/>
                  </a:cubicBezTo>
                  <a:cubicBezTo>
                    <a:pt x="2158" y="7977"/>
                    <a:pt x="0" y="25211"/>
                    <a:pt x="8298" y="40470"/>
                  </a:cubicBezTo>
                  <a:cubicBezTo>
                    <a:pt x="14691" y="52229"/>
                    <a:pt x="25382" y="59421"/>
                    <a:pt x="34955" y="59421"/>
                  </a:cubicBezTo>
                  <a:cubicBezTo>
                    <a:pt x="37853" y="59421"/>
                    <a:pt x="40649" y="58761"/>
                    <a:pt x="43193" y="57370"/>
                  </a:cubicBezTo>
                  <a:cubicBezTo>
                    <a:pt x="54135" y="51412"/>
                    <a:pt x="56293" y="34208"/>
                    <a:pt x="47965" y="18919"/>
                  </a:cubicBezTo>
                  <a:cubicBezTo>
                    <a:pt x="41561" y="7187"/>
                    <a:pt x="30862" y="1"/>
                    <a:pt x="21285"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5" name="Google Shape;1795;p28"/>
            <p:cNvSpPr/>
            <p:nvPr/>
          </p:nvSpPr>
          <p:spPr>
            <a:xfrm>
              <a:off x="5467779" y="2474568"/>
              <a:ext cx="50318" cy="53668"/>
            </a:xfrm>
            <a:custGeom>
              <a:avLst/>
              <a:gdLst/>
              <a:ahLst/>
              <a:cxnLst/>
              <a:rect l="l" t="t" r="r" b="b"/>
              <a:pathLst>
                <a:path w="67997" h="72524" extrusionOk="0">
                  <a:moveTo>
                    <a:pt x="25412" y="13070"/>
                  </a:moveTo>
                  <a:cubicBezTo>
                    <a:pt x="28330" y="13070"/>
                    <a:pt x="31065" y="14134"/>
                    <a:pt x="32768" y="14955"/>
                  </a:cubicBezTo>
                  <a:cubicBezTo>
                    <a:pt x="38056" y="17508"/>
                    <a:pt x="43011" y="22493"/>
                    <a:pt x="46294" y="28602"/>
                  </a:cubicBezTo>
                  <a:cubicBezTo>
                    <a:pt x="52768" y="40487"/>
                    <a:pt x="51765" y="54013"/>
                    <a:pt x="44136" y="58177"/>
                  </a:cubicBezTo>
                  <a:cubicBezTo>
                    <a:pt x="42574" y="59023"/>
                    <a:pt x="40835" y="59424"/>
                    <a:pt x="39000" y="59424"/>
                  </a:cubicBezTo>
                  <a:cubicBezTo>
                    <a:pt x="31869" y="59424"/>
                    <a:pt x="23297" y="53374"/>
                    <a:pt x="18147" y="43922"/>
                  </a:cubicBezTo>
                  <a:cubicBezTo>
                    <a:pt x="14834" y="37812"/>
                    <a:pt x="13375" y="30912"/>
                    <a:pt x="14074" y="25107"/>
                  </a:cubicBezTo>
                  <a:cubicBezTo>
                    <a:pt x="14439" y="22159"/>
                    <a:pt x="15746" y="16779"/>
                    <a:pt x="20305" y="14316"/>
                  </a:cubicBezTo>
                  <a:cubicBezTo>
                    <a:pt x="21977" y="13405"/>
                    <a:pt x="23740" y="13070"/>
                    <a:pt x="25412" y="13070"/>
                  </a:cubicBezTo>
                  <a:close/>
                  <a:moveTo>
                    <a:pt x="25382" y="1"/>
                  </a:moveTo>
                  <a:cubicBezTo>
                    <a:pt x="21368" y="1"/>
                    <a:pt x="17515" y="929"/>
                    <a:pt x="14074" y="2797"/>
                  </a:cubicBezTo>
                  <a:cubicBezTo>
                    <a:pt x="6962" y="6687"/>
                    <a:pt x="2220" y="14195"/>
                    <a:pt x="1095" y="23466"/>
                  </a:cubicBezTo>
                  <a:cubicBezTo>
                    <a:pt x="1" y="32098"/>
                    <a:pt x="1946" y="41551"/>
                    <a:pt x="6627" y="50153"/>
                  </a:cubicBezTo>
                  <a:cubicBezTo>
                    <a:pt x="14287" y="64165"/>
                    <a:pt x="26992" y="72524"/>
                    <a:pt x="38938" y="72524"/>
                  </a:cubicBezTo>
                  <a:cubicBezTo>
                    <a:pt x="42920" y="72524"/>
                    <a:pt x="46780" y="71612"/>
                    <a:pt x="50397" y="69636"/>
                  </a:cubicBezTo>
                  <a:cubicBezTo>
                    <a:pt x="64713" y="61855"/>
                    <a:pt x="67996" y="41065"/>
                    <a:pt x="57814" y="22341"/>
                  </a:cubicBezTo>
                  <a:cubicBezTo>
                    <a:pt x="53133" y="13739"/>
                    <a:pt x="46294" y="6961"/>
                    <a:pt x="38482" y="3161"/>
                  </a:cubicBezTo>
                  <a:cubicBezTo>
                    <a:pt x="34135" y="1058"/>
                    <a:pt x="29667" y="1"/>
                    <a:pt x="2538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6" name="Google Shape;1796;p28"/>
            <p:cNvSpPr/>
            <p:nvPr/>
          </p:nvSpPr>
          <p:spPr>
            <a:xfrm>
              <a:off x="5790354" y="2291495"/>
              <a:ext cx="41635" cy="44009"/>
            </a:xfrm>
            <a:custGeom>
              <a:avLst/>
              <a:gdLst/>
              <a:ahLst/>
              <a:cxnLst/>
              <a:rect l="l" t="t" r="r" b="b"/>
              <a:pathLst>
                <a:path w="56263" h="59471" extrusionOk="0">
                  <a:moveTo>
                    <a:pt x="21364" y="0"/>
                  </a:moveTo>
                  <a:cubicBezTo>
                    <a:pt x="18504" y="0"/>
                    <a:pt x="15741" y="645"/>
                    <a:pt x="13222" y="2006"/>
                  </a:cubicBezTo>
                  <a:cubicBezTo>
                    <a:pt x="2249" y="7902"/>
                    <a:pt x="0" y="25106"/>
                    <a:pt x="8237" y="40426"/>
                  </a:cubicBezTo>
                  <a:cubicBezTo>
                    <a:pt x="14609" y="52232"/>
                    <a:pt x="25314" y="59471"/>
                    <a:pt x="34911" y="59471"/>
                  </a:cubicBezTo>
                  <a:cubicBezTo>
                    <a:pt x="37767" y="59471"/>
                    <a:pt x="40524" y="58830"/>
                    <a:pt x="43041" y="57478"/>
                  </a:cubicBezTo>
                  <a:cubicBezTo>
                    <a:pt x="54044" y="51611"/>
                    <a:pt x="56263" y="34377"/>
                    <a:pt x="48025" y="19088"/>
                  </a:cubicBezTo>
                  <a:cubicBezTo>
                    <a:pt x="41679" y="7262"/>
                    <a:pt x="30966" y="0"/>
                    <a:pt x="21364"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7" name="Google Shape;1797;p28"/>
            <p:cNvSpPr/>
            <p:nvPr/>
          </p:nvSpPr>
          <p:spPr>
            <a:xfrm>
              <a:off x="5784704" y="2286585"/>
              <a:ext cx="50295" cy="53760"/>
            </a:xfrm>
            <a:custGeom>
              <a:avLst/>
              <a:gdLst/>
              <a:ahLst/>
              <a:cxnLst/>
              <a:rect l="l" t="t" r="r" b="b"/>
              <a:pathLst>
                <a:path w="67966" h="72649" extrusionOk="0">
                  <a:moveTo>
                    <a:pt x="29029" y="13165"/>
                  </a:moveTo>
                  <a:cubicBezTo>
                    <a:pt x="36202" y="13165"/>
                    <a:pt x="44804" y="19274"/>
                    <a:pt x="49850" y="28788"/>
                  </a:cubicBezTo>
                  <a:cubicBezTo>
                    <a:pt x="53163" y="34897"/>
                    <a:pt x="54592" y="41767"/>
                    <a:pt x="53832" y="47603"/>
                  </a:cubicBezTo>
                  <a:cubicBezTo>
                    <a:pt x="53467" y="50551"/>
                    <a:pt x="52130" y="55870"/>
                    <a:pt x="47540" y="58332"/>
                  </a:cubicBezTo>
                  <a:cubicBezTo>
                    <a:pt x="45892" y="59233"/>
                    <a:pt x="44157" y="59570"/>
                    <a:pt x="42488" y="59570"/>
                  </a:cubicBezTo>
                  <a:cubicBezTo>
                    <a:pt x="39539" y="59570"/>
                    <a:pt x="36797" y="58518"/>
                    <a:pt x="35108" y="57664"/>
                  </a:cubicBezTo>
                  <a:cubicBezTo>
                    <a:pt x="29819" y="55080"/>
                    <a:pt x="24925" y="50065"/>
                    <a:pt x="21612" y="43955"/>
                  </a:cubicBezTo>
                  <a:cubicBezTo>
                    <a:pt x="15229" y="32010"/>
                    <a:pt x="16293" y="18484"/>
                    <a:pt x="23922" y="14380"/>
                  </a:cubicBezTo>
                  <a:cubicBezTo>
                    <a:pt x="25503" y="13560"/>
                    <a:pt x="27205" y="13165"/>
                    <a:pt x="29029" y="13165"/>
                  </a:cubicBezTo>
                  <a:close/>
                  <a:moveTo>
                    <a:pt x="29095" y="1"/>
                  </a:moveTo>
                  <a:cubicBezTo>
                    <a:pt x="25161" y="1"/>
                    <a:pt x="21310" y="912"/>
                    <a:pt x="17752" y="2830"/>
                  </a:cubicBezTo>
                  <a:cubicBezTo>
                    <a:pt x="3375" y="10581"/>
                    <a:pt x="1" y="31341"/>
                    <a:pt x="10092" y="50126"/>
                  </a:cubicBezTo>
                  <a:cubicBezTo>
                    <a:pt x="14743" y="58728"/>
                    <a:pt x="21582" y="65567"/>
                    <a:pt x="29363" y="69396"/>
                  </a:cubicBezTo>
                  <a:cubicBezTo>
                    <a:pt x="33740" y="71585"/>
                    <a:pt x="38208" y="72649"/>
                    <a:pt x="42555" y="72649"/>
                  </a:cubicBezTo>
                  <a:cubicBezTo>
                    <a:pt x="46506" y="72649"/>
                    <a:pt x="50336" y="71706"/>
                    <a:pt x="53710" y="69822"/>
                  </a:cubicBezTo>
                  <a:cubicBezTo>
                    <a:pt x="60853" y="66023"/>
                    <a:pt x="65625" y="58515"/>
                    <a:pt x="66841" y="49244"/>
                  </a:cubicBezTo>
                  <a:cubicBezTo>
                    <a:pt x="67966" y="40642"/>
                    <a:pt x="66020" y="31128"/>
                    <a:pt x="61400" y="22557"/>
                  </a:cubicBezTo>
                  <a:cubicBezTo>
                    <a:pt x="53784" y="8422"/>
                    <a:pt x="41055" y="1"/>
                    <a:pt x="290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8" name="Google Shape;1798;p28"/>
            <p:cNvSpPr/>
            <p:nvPr/>
          </p:nvSpPr>
          <p:spPr>
            <a:xfrm>
              <a:off x="5607550" y="2375693"/>
              <a:ext cx="87430" cy="78208"/>
            </a:xfrm>
            <a:custGeom>
              <a:avLst/>
              <a:gdLst/>
              <a:ahLst/>
              <a:cxnLst/>
              <a:rect l="l" t="t" r="r" b="b"/>
              <a:pathLst>
                <a:path w="118149" h="105686" extrusionOk="0">
                  <a:moveTo>
                    <a:pt x="97297" y="0"/>
                  </a:moveTo>
                  <a:lnTo>
                    <a:pt x="85503" y="5745"/>
                  </a:lnTo>
                  <a:lnTo>
                    <a:pt x="88361" y="11642"/>
                  </a:lnTo>
                  <a:cubicBezTo>
                    <a:pt x="103376" y="42615"/>
                    <a:pt x="102343" y="76202"/>
                    <a:pt x="85959" y="88117"/>
                  </a:cubicBezTo>
                  <a:cubicBezTo>
                    <a:pt x="81283" y="91536"/>
                    <a:pt x="75983" y="92605"/>
                    <a:pt x="71211" y="92605"/>
                  </a:cubicBezTo>
                  <a:cubicBezTo>
                    <a:pt x="68602" y="92605"/>
                    <a:pt x="66150" y="92286"/>
                    <a:pt x="64044" y="91856"/>
                  </a:cubicBezTo>
                  <a:cubicBezTo>
                    <a:pt x="46415" y="88239"/>
                    <a:pt x="27448" y="72646"/>
                    <a:pt x="14621" y="51187"/>
                  </a:cubicBezTo>
                  <a:lnTo>
                    <a:pt x="11247" y="45563"/>
                  </a:lnTo>
                  <a:lnTo>
                    <a:pt x="0" y="52281"/>
                  </a:lnTo>
                  <a:lnTo>
                    <a:pt x="3374" y="57904"/>
                  </a:lnTo>
                  <a:cubicBezTo>
                    <a:pt x="18268" y="82798"/>
                    <a:pt x="40001" y="100275"/>
                    <a:pt x="61430" y="104652"/>
                  </a:cubicBezTo>
                  <a:cubicBezTo>
                    <a:pt x="64834" y="105321"/>
                    <a:pt x="68117" y="105686"/>
                    <a:pt x="71309" y="105686"/>
                  </a:cubicBezTo>
                  <a:cubicBezTo>
                    <a:pt x="79698" y="105686"/>
                    <a:pt x="87297" y="103315"/>
                    <a:pt x="93680" y="98695"/>
                  </a:cubicBezTo>
                  <a:cubicBezTo>
                    <a:pt x="115382" y="82828"/>
                    <a:pt x="118148" y="42980"/>
                    <a:pt x="100154" y="5897"/>
                  </a:cubicBezTo>
                  <a:lnTo>
                    <a:pt x="9729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9" name="Google Shape;1799;p28"/>
            <p:cNvSpPr/>
            <p:nvPr/>
          </p:nvSpPr>
          <p:spPr>
            <a:xfrm>
              <a:off x="5701000" y="2011691"/>
              <a:ext cx="193911" cy="190868"/>
            </a:xfrm>
            <a:custGeom>
              <a:avLst/>
              <a:gdLst/>
              <a:ahLst/>
              <a:cxnLst/>
              <a:rect l="l" t="t" r="r" b="b"/>
              <a:pathLst>
                <a:path w="262042" h="257930" extrusionOk="0">
                  <a:moveTo>
                    <a:pt x="129972" y="9598"/>
                  </a:moveTo>
                  <a:cubicBezTo>
                    <a:pt x="159365" y="9598"/>
                    <a:pt x="188788" y="20297"/>
                    <a:pt x="211828" y="41999"/>
                  </a:cubicBezTo>
                  <a:cubicBezTo>
                    <a:pt x="259762" y="87137"/>
                    <a:pt x="262042" y="162852"/>
                    <a:pt x="216904" y="210816"/>
                  </a:cubicBezTo>
                  <a:cubicBezTo>
                    <a:pt x="193444" y="235730"/>
                    <a:pt x="161723" y="248311"/>
                    <a:pt x="129936" y="248311"/>
                  </a:cubicBezTo>
                  <a:cubicBezTo>
                    <a:pt x="100565" y="248311"/>
                    <a:pt x="71137" y="237570"/>
                    <a:pt x="48117" y="215893"/>
                  </a:cubicBezTo>
                  <a:cubicBezTo>
                    <a:pt x="24894" y="194008"/>
                    <a:pt x="11551" y="164433"/>
                    <a:pt x="10608" y="132548"/>
                  </a:cubicBezTo>
                  <a:cubicBezTo>
                    <a:pt x="9605" y="100663"/>
                    <a:pt x="21125" y="70298"/>
                    <a:pt x="43010" y="47106"/>
                  </a:cubicBezTo>
                  <a:cubicBezTo>
                    <a:pt x="66445" y="22182"/>
                    <a:pt x="98178" y="9598"/>
                    <a:pt x="129972" y="9598"/>
                  </a:cubicBezTo>
                  <a:close/>
                  <a:moveTo>
                    <a:pt x="129793" y="0"/>
                  </a:moveTo>
                  <a:cubicBezTo>
                    <a:pt x="128538" y="0"/>
                    <a:pt x="127281" y="18"/>
                    <a:pt x="126021" y="54"/>
                  </a:cubicBezTo>
                  <a:cubicBezTo>
                    <a:pt x="91613" y="1087"/>
                    <a:pt x="59606" y="15495"/>
                    <a:pt x="36019" y="40571"/>
                  </a:cubicBezTo>
                  <a:cubicBezTo>
                    <a:pt x="12432" y="65647"/>
                    <a:pt x="0" y="98414"/>
                    <a:pt x="1034" y="132852"/>
                  </a:cubicBezTo>
                  <a:cubicBezTo>
                    <a:pt x="2067" y="167260"/>
                    <a:pt x="16444" y="199266"/>
                    <a:pt x="41521" y="222853"/>
                  </a:cubicBezTo>
                  <a:cubicBezTo>
                    <a:pt x="65625" y="245528"/>
                    <a:pt x="96841" y="257930"/>
                    <a:pt x="129820" y="257930"/>
                  </a:cubicBezTo>
                  <a:cubicBezTo>
                    <a:pt x="131158" y="257930"/>
                    <a:pt x="132495" y="257899"/>
                    <a:pt x="133832" y="257869"/>
                  </a:cubicBezTo>
                  <a:cubicBezTo>
                    <a:pt x="168240" y="256835"/>
                    <a:pt x="200217" y="242428"/>
                    <a:pt x="223834" y="217352"/>
                  </a:cubicBezTo>
                  <a:cubicBezTo>
                    <a:pt x="247421" y="192275"/>
                    <a:pt x="259853" y="159478"/>
                    <a:pt x="258820" y="125071"/>
                  </a:cubicBezTo>
                  <a:cubicBezTo>
                    <a:pt x="257786" y="90632"/>
                    <a:pt x="243379" y="58687"/>
                    <a:pt x="218302" y="35039"/>
                  </a:cubicBezTo>
                  <a:cubicBezTo>
                    <a:pt x="194142" y="12314"/>
                    <a:pt x="162873" y="0"/>
                    <a:pt x="12979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0" name="Google Shape;1800;p28"/>
            <p:cNvSpPr/>
            <p:nvPr/>
          </p:nvSpPr>
          <p:spPr>
            <a:xfrm>
              <a:off x="5744934" y="2076010"/>
              <a:ext cx="103153" cy="101330"/>
            </a:xfrm>
            <a:custGeom>
              <a:avLst/>
              <a:gdLst/>
              <a:ahLst/>
              <a:cxnLst/>
              <a:rect l="l" t="t" r="r" b="b"/>
              <a:pathLst>
                <a:path w="139396" h="136933" extrusionOk="0">
                  <a:moveTo>
                    <a:pt x="19028" y="18785"/>
                  </a:moveTo>
                  <a:lnTo>
                    <a:pt x="81248" y="45138"/>
                  </a:lnTo>
                  <a:lnTo>
                    <a:pt x="49120" y="79242"/>
                  </a:lnTo>
                  <a:lnTo>
                    <a:pt x="19028" y="18785"/>
                  </a:lnTo>
                  <a:close/>
                  <a:moveTo>
                    <a:pt x="13405" y="0"/>
                  </a:moveTo>
                  <a:lnTo>
                    <a:pt x="1" y="14225"/>
                  </a:lnTo>
                  <a:lnTo>
                    <a:pt x="59363" y="136932"/>
                  </a:lnTo>
                  <a:lnTo>
                    <a:pt x="71826" y="123680"/>
                  </a:lnTo>
                  <a:lnTo>
                    <a:pt x="55990" y="92859"/>
                  </a:lnTo>
                  <a:lnTo>
                    <a:pt x="95352" y="51035"/>
                  </a:lnTo>
                  <a:lnTo>
                    <a:pt x="127116" y="64986"/>
                  </a:lnTo>
                  <a:lnTo>
                    <a:pt x="139395" y="51946"/>
                  </a:lnTo>
                  <a:lnTo>
                    <a:pt x="1340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1" name="Google Shape;1801;p28"/>
            <p:cNvSpPr/>
            <p:nvPr/>
          </p:nvSpPr>
          <p:spPr>
            <a:xfrm>
              <a:off x="5823372" y="2013238"/>
              <a:ext cx="66265" cy="66309"/>
            </a:xfrm>
            <a:custGeom>
              <a:avLst/>
              <a:gdLst/>
              <a:ahLst/>
              <a:cxnLst/>
              <a:rect l="l" t="t" r="r" b="b"/>
              <a:pathLst>
                <a:path w="89547" h="89607" extrusionOk="0">
                  <a:moveTo>
                    <a:pt x="76993" y="0"/>
                  </a:moveTo>
                  <a:lnTo>
                    <a:pt x="44409" y="34621"/>
                  </a:lnTo>
                  <a:lnTo>
                    <a:pt x="9819" y="2067"/>
                  </a:lnTo>
                  <a:lnTo>
                    <a:pt x="1" y="12493"/>
                  </a:lnTo>
                  <a:lnTo>
                    <a:pt x="34591" y="45046"/>
                  </a:lnTo>
                  <a:lnTo>
                    <a:pt x="2007" y="79667"/>
                  </a:lnTo>
                  <a:lnTo>
                    <a:pt x="12554" y="89606"/>
                  </a:lnTo>
                  <a:lnTo>
                    <a:pt x="45138" y="54986"/>
                  </a:lnTo>
                  <a:lnTo>
                    <a:pt x="79729" y="87570"/>
                  </a:lnTo>
                  <a:lnTo>
                    <a:pt x="89546" y="77114"/>
                  </a:lnTo>
                  <a:lnTo>
                    <a:pt x="54956" y="44560"/>
                  </a:lnTo>
                  <a:lnTo>
                    <a:pt x="87540" y="9939"/>
                  </a:lnTo>
                  <a:lnTo>
                    <a:pt x="7699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2" name="Google Shape;1802;p28"/>
            <p:cNvSpPr/>
            <p:nvPr/>
          </p:nvSpPr>
          <p:spPr>
            <a:xfrm>
              <a:off x="5200977" y="2315059"/>
              <a:ext cx="649683" cy="1074996"/>
            </a:xfrm>
            <a:custGeom>
              <a:avLst/>
              <a:gdLst/>
              <a:ahLst/>
              <a:cxnLst/>
              <a:rect l="l" t="t" r="r" b="b"/>
              <a:pathLst>
                <a:path w="877950" h="1452697" extrusionOk="0">
                  <a:moveTo>
                    <a:pt x="8238" y="1"/>
                  </a:moveTo>
                  <a:lnTo>
                    <a:pt x="0" y="4925"/>
                  </a:lnTo>
                  <a:lnTo>
                    <a:pt x="869743" y="1452696"/>
                  </a:lnTo>
                  <a:lnTo>
                    <a:pt x="877950" y="1447772"/>
                  </a:lnTo>
                  <a:lnTo>
                    <a:pt x="823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03" name="Google Shape;1803;p28"/>
          <p:cNvGrpSpPr/>
          <p:nvPr/>
        </p:nvGrpSpPr>
        <p:grpSpPr>
          <a:xfrm>
            <a:off x="1177331" y="855535"/>
            <a:ext cx="1388370" cy="1061455"/>
            <a:chOff x="4096768" y="1007010"/>
            <a:chExt cx="1388370" cy="1061455"/>
          </a:xfrm>
        </p:grpSpPr>
        <p:grpSp>
          <p:nvGrpSpPr>
            <p:cNvPr id="1804" name="Google Shape;1804;p28"/>
            <p:cNvGrpSpPr/>
            <p:nvPr/>
          </p:nvGrpSpPr>
          <p:grpSpPr>
            <a:xfrm>
              <a:off x="4096768" y="1007010"/>
              <a:ext cx="1388370" cy="1061455"/>
              <a:chOff x="4096768" y="1007010"/>
              <a:chExt cx="1388370" cy="1061455"/>
            </a:xfrm>
          </p:grpSpPr>
          <p:sp>
            <p:nvSpPr>
              <p:cNvPr id="1805" name="Google Shape;1805;p28"/>
              <p:cNvSpPr/>
              <p:nvPr/>
            </p:nvSpPr>
            <p:spPr>
              <a:xfrm>
                <a:off x="4104893" y="1013964"/>
                <a:ext cx="1369004" cy="1046677"/>
              </a:xfrm>
              <a:custGeom>
                <a:avLst/>
                <a:gdLst/>
                <a:ahLst/>
                <a:cxnLst/>
                <a:rect l="l" t="t" r="r" b="b"/>
                <a:pathLst>
                  <a:path w="1850006" h="1414428" extrusionOk="0">
                    <a:moveTo>
                      <a:pt x="645636" y="289123"/>
                    </a:moveTo>
                    <a:lnTo>
                      <a:pt x="1343734" y="701865"/>
                    </a:lnTo>
                    <a:lnTo>
                      <a:pt x="353989" y="1045821"/>
                    </a:lnTo>
                    <a:lnTo>
                      <a:pt x="645636" y="289123"/>
                    </a:lnTo>
                    <a:close/>
                    <a:moveTo>
                      <a:pt x="545148" y="0"/>
                    </a:moveTo>
                    <a:lnTo>
                      <a:pt x="1" y="1414428"/>
                    </a:lnTo>
                    <a:lnTo>
                      <a:pt x="1850005" y="771440"/>
                    </a:lnTo>
                    <a:lnTo>
                      <a:pt x="545148"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806" name="Google Shape;1806;p28"/>
              <p:cNvGrpSpPr/>
              <p:nvPr/>
            </p:nvGrpSpPr>
            <p:grpSpPr>
              <a:xfrm>
                <a:off x="4096768" y="1007010"/>
                <a:ext cx="1388370" cy="1061455"/>
                <a:chOff x="4096768" y="1007010"/>
                <a:chExt cx="1388370" cy="1061455"/>
              </a:xfrm>
            </p:grpSpPr>
            <p:sp>
              <p:nvSpPr>
                <p:cNvPr id="1807" name="Google Shape;1807;p28"/>
                <p:cNvSpPr/>
                <p:nvPr/>
              </p:nvSpPr>
              <p:spPr>
                <a:xfrm>
                  <a:off x="4096768" y="1007010"/>
                  <a:ext cx="1388370" cy="1061455"/>
                </a:xfrm>
                <a:custGeom>
                  <a:avLst/>
                  <a:gdLst/>
                  <a:ahLst/>
                  <a:cxnLst/>
                  <a:rect l="l" t="t" r="r" b="b"/>
                  <a:pathLst>
                    <a:path w="1876175" h="1434398" extrusionOk="0">
                      <a:moveTo>
                        <a:pt x="659891" y="307907"/>
                      </a:moveTo>
                      <a:lnTo>
                        <a:pt x="1339539" y="709737"/>
                      </a:lnTo>
                      <a:lnTo>
                        <a:pt x="375965" y="1044635"/>
                      </a:lnTo>
                      <a:lnTo>
                        <a:pt x="659891" y="307907"/>
                      </a:lnTo>
                      <a:close/>
                      <a:moveTo>
                        <a:pt x="653356" y="289184"/>
                      </a:moveTo>
                      <a:lnTo>
                        <a:pt x="353988" y="1065851"/>
                      </a:lnTo>
                      <a:lnTo>
                        <a:pt x="1369904" y="712807"/>
                      </a:lnTo>
                      <a:lnTo>
                        <a:pt x="659891" y="293044"/>
                      </a:lnTo>
                      <a:lnTo>
                        <a:pt x="653356" y="289184"/>
                      </a:lnTo>
                      <a:close/>
                      <a:moveTo>
                        <a:pt x="559403" y="18785"/>
                      </a:moveTo>
                      <a:lnTo>
                        <a:pt x="1845810" y="779312"/>
                      </a:lnTo>
                      <a:lnTo>
                        <a:pt x="21946" y="1413212"/>
                      </a:lnTo>
                      <a:lnTo>
                        <a:pt x="21946" y="1413212"/>
                      </a:lnTo>
                      <a:lnTo>
                        <a:pt x="559403" y="18785"/>
                      </a:lnTo>
                      <a:close/>
                      <a:moveTo>
                        <a:pt x="552868" y="0"/>
                      </a:moveTo>
                      <a:lnTo>
                        <a:pt x="0" y="1434398"/>
                      </a:lnTo>
                      <a:lnTo>
                        <a:pt x="1876175" y="782382"/>
                      </a:lnTo>
                      <a:lnTo>
                        <a:pt x="559403" y="3891"/>
                      </a:lnTo>
                      <a:lnTo>
                        <a:pt x="552868" y="0"/>
                      </a:lnTo>
                      <a:close/>
                    </a:path>
                  </a:pathLst>
                </a:custGeom>
                <a:solidFill>
                  <a:schemeClr val="dk1"/>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8" name="Google Shape;1808;p28"/>
                <p:cNvSpPr/>
                <p:nvPr/>
              </p:nvSpPr>
              <p:spPr>
                <a:xfrm>
                  <a:off x="4512703" y="1872928"/>
                  <a:ext cx="22471" cy="41927"/>
                </a:xfrm>
                <a:custGeom>
                  <a:avLst/>
                  <a:gdLst/>
                  <a:ahLst/>
                  <a:cxnLst/>
                  <a:rect l="l" t="t" r="r" b="b"/>
                  <a:pathLst>
                    <a:path w="30366" h="56658" extrusionOk="0">
                      <a:moveTo>
                        <a:pt x="12129" y="0"/>
                      </a:moveTo>
                      <a:lnTo>
                        <a:pt x="1" y="4225"/>
                      </a:lnTo>
                      <a:lnTo>
                        <a:pt x="18208" y="56657"/>
                      </a:lnTo>
                      <a:lnTo>
                        <a:pt x="30366" y="52432"/>
                      </a:lnTo>
                      <a:lnTo>
                        <a:pt x="1212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9" name="Google Shape;1809;p28"/>
                <p:cNvSpPr/>
                <p:nvPr/>
              </p:nvSpPr>
              <p:spPr>
                <a:xfrm>
                  <a:off x="4600122" y="1842544"/>
                  <a:ext cx="22449" cy="41927"/>
                </a:xfrm>
                <a:custGeom>
                  <a:avLst/>
                  <a:gdLst/>
                  <a:ahLst/>
                  <a:cxnLst/>
                  <a:rect l="l" t="t" r="r" b="b"/>
                  <a:pathLst>
                    <a:path w="30336" h="56658" extrusionOk="0">
                      <a:moveTo>
                        <a:pt x="12128" y="0"/>
                      </a:moveTo>
                      <a:lnTo>
                        <a:pt x="1" y="4225"/>
                      </a:lnTo>
                      <a:lnTo>
                        <a:pt x="18208" y="56657"/>
                      </a:lnTo>
                      <a:lnTo>
                        <a:pt x="30335" y="52432"/>
                      </a:lnTo>
                      <a:lnTo>
                        <a:pt x="1212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0" name="Google Shape;1810;p28"/>
                <p:cNvSpPr/>
                <p:nvPr/>
              </p:nvSpPr>
              <p:spPr>
                <a:xfrm>
                  <a:off x="4686347" y="1812586"/>
                  <a:ext cx="22471" cy="41905"/>
                </a:xfrm>
                <a:custGeom>
                  <a:avLst/>
                  <a:gdLst/>
                  <a:ahLst/>
                  <a:cxnLst/>
                  <a:rect l="l" t="t" r="r" b="b"/>
                  <a:pathLst>
                    <a:path w="30366" h="56628" extrusionOk="0">
                      <a:moveTo>
                        <a:pt x="12128" y="1"/>
                      </a:moveTo>
                      <a:lnTo>
                        <a:pt x="1" y="4195"/>
                      </a:lnTo>
                      <a:lnTo>
                        <a:pt x="18238" y="56628"/>
                      </a:lnTo>
                      <a:lnTo>
                        <a:pt x="30366" y="52433"/>
                      </a:lnTo>
                      <a:lnTo>
                        <a:pt x="1212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1" name="Google Shape;1811;p28"/>
                <p:cNvSpPr/>
                <p:nvPr/>
              </p:nvSpPr>
              <p:spPr>
                <a:xfrm>
                  <a:off x="4769715" y="1783597"/>
                  <a:ext cx="22449" cy="41927"/>
                </a:xfrm>
                <a:custGeom>
                  <a:avLst/>
                  <a:gdLst/>
                  <a:ahLst/>
                  <a:cxnLst/>
                  <a:rect l="l" t="t" r="r" b="b"/>
                  <a:pathLst>
                    <a:path w="30336" h="56658" extrusionOk="0">
                      <a:moveTo>
                        <a:pt x="12128" y="0"/>
                      </a:moveTo>
                      <a:lnTo>
                        <a:pt x="0" y="4225"/>
                      </a:lnTo>
                      <a:lnTo>
                        <a:pt x="18207" y="56657"/>
                      </a:lnTo>
                      <a:lnTo>
                        <a:pt x="30335" y="52432"/>
                      </a:lnTo>
                      <a:lnTo>
                        <a:pt x="1212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2" name="Google Shape;1812;p28"/>
                <p:cNvSpPr/>
                <p:nvPr/>
              </p:nvSpPr>
              <p:spPr>
                <a:xfrm>
                  <a:off x="4855895" y="1753685"/>
                  <a:ext cx="22471" cy="41905"/>
                </a:xfrm>
                <a:custGeom>
                  <a:avLst/>
                  <a:gdLst/>
                  <a:ahLst/>
                  <a:cxnLst/>
                  <a:rect l="l" t="t" r="r" b="b"/>
                  <a:pathLst>
                    <a:path w="30366" h="56628" extrusionOk="0">
                      <a:moveTo>
                        <a:pt x="12159" y="0"/>
                      </a:moveTo>
                      <a:lnTo>
                        <a:pt x="0" y="4195"/>
                      </a:lnTo>
                      <a:lnTo>
                        <a:pt x="18238" y="56627"/>
                      </a:lnTo>
                      <a:lnTo>
                        <a:pt x="30366" y="52433"/>
                      </a:lnTo>
                      <a:lnTo>
                        <a:pt x="1215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3" name="Google Shape;1813;p28"/>
                <p:cNvSpPr/>
                <p:nvPr/>
              </p:nvSpPr>
              <p:spPr>
                <a:xfrm>
                  <a:off x="4939577" y="1724561"/>
                  <a:ext cx="22471" cy="41905"/>
                </a:xfrm>
                <a:custGeom>
                  <a:avLst/>
                  <a:gdLst/>
                  <a:ahLst/>
                  <a:cxnLst/>
                  <a:rect l="l" t="t" r="r" b="b"/>
                  <a:pathLst>
                    <a:path w="30366" h="56628" extrusionOk="0">
                      <a:moveTo>
                        <a:pt x="12159" y="0"/>
                      </a:moveTo>
                      <a:lnTo>
                        <a:pt x="1" y="4195"/>
                      </a:lnTo>
                      <a:lnTo>
                        <a:pt x="18238" y="56627"/>
                      </a:lnTo>
                      <a:lnTo>
                        <a:pt x="30366" y="52433"/>
                      </a:lnTo>
                      <a:lnTo>
                        <a:pt x="1215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4" name="Google Shape;1814;p28"/>
                <p:cNvSpPr/>
                <p:nvPr/>
              </p:nvSpPr>
              <p:spPr>
                <a:xfrm>
                  <a:off x="5025803" y="1694581"/>
                  <a:ext cx="22471" cy="41927"/>
                </a:xfrm>
                <a:custGeom>
                  <a:avLst/>
                  <a:gdLst/>
                  <a:ahLst/>
                  <a:cxnLst/>
                  <a:rect l="l" t="t" r="r" b="b"/>
                  <a:pathLst>
                    <a:path w="30366" h="56658" extrusionOk="0">
                      <a:moveTo>
                        <a:pt x="12128" y="1"/>
                      </a:moveTo>
                      <a:lnTo>
                        <a:pt x="1" y="4195"/>
                      </a:lnTo>
                      <a:lnTo>
                        <a:pt x="18208" y="56658"/>
                      </a:lnTo>
                      <a:lnTo>
                        <a:pt x="30366" y="52433"/>
                      </a:lnTo>
                      <a:lnTo>
                        <a:pt x="1212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5" name="Google Shape;1815;p28"/>
                <p:cNvSpPr/>
                <p:nvPr/>
              </p:nvSpPr>
              <p:spPr>
                <a:xfrm>
                  <a:off x="5109192" y="1665637"/>
                  <a:ext cx="22471" cy="41928"/>
                </a:xfrm>
                <a:custGeom>
                  <a:avLst/>
                  <a:gdLst/>
                  <a:ahLst/>
                  <a:cxnLst/>
                  <a:rect l="l" t="t" r="r" b="b"/>
                  <a:pathLst>
                    <a:path w="30366" h="56659" extrusionOk="0">
                      <a:moveTo>
                        <a:pt x="12129" y="1"/>
                      </a:moveTo>
                      <a:lnTo>
                        <a:pt x="1" y="4195"/>
                      </a:lnTo>
                      <a:lnTo>
                        <a:pt x="18238" y="56658"/>
                      </a:lnTo>
                      <a:lnTo>
                        <a:pt x="30366" y="52433"/>
                      </a:lnTo>
                      <a:lnTo>
                        <a:pt x="1212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6" name="Google Shape;1816;p28"/>
                <p:cNvSpPr/>
                <p:nvPr/>
              </p:nvSpPr>
              <p:spPr>
                <a:xfrm>
                  <a:off x="5195373" y="1635702"/>
                  <a:ext cx="22471" cy="41927"/>
                </a:xfrm>
                <a:custGeom>
                  <a:avLst/>
                  <a:gdLst/>
                  <a:ahLst/>
                  <a:cxnLst/>
                  <a:rect l="l" t="t" r="r" b="b"/>
                  <a:pathLst>
                    <a:path w="30366" h="56658" extrusionOk="0">
                      <a:moveTo>
                        <a:pt x="12129" y="1"/>
                      </a:moveTo>
                      <a:lnTo>
                        <a:pt x="1" y="4226"/>
                      </a:lnTo>
                      <a:lnTo>
                        <a:pt x="18238" y="56658"/>
                      </a:lnTo>
                      <a:lnTo>
                        <a:pt x="30366" y="52433"/>
                      </a:lnTo>
                      <a:lnTo>
                        <a:pt x="1212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7" name="Google Shape;1817;p28"/>
                <p:cNvSpPr/>
                <p:nvPr/>
              </p:nvSpPr>
              <p:spPr>
                <a:xfrm>
                  <a:off x="5287338" y="1603720"/>
                  <a:ext cx="22471" cy="41905"/>
                </a:xfrm>
                <a:custGeom>
                  <a:avLst/>
                  <a:gdLst/>
                  <a:ahLst/>
                  <a:cxnLst/>
                  <a:rect l="l" t="t" r="r" b="b"/>
                  <a:pathLst>
                    <a:path w="30366" h="56628" extrusionOk="0">
                      <a:moveTo>
                        <a:pt x="12128" y="1"/>
                      </a:moveTo>
                      <a:lnTo>
                        <a:pt x="1" y="4195"/>
                      </a:lnTo>
                      <a:lnTo>
                        <a:pt x="18238" y="56628"/>
                      </a:lnTo>
                      <a:lnTo>
                        <a:pt x="30366" y="52433"/>
                      </a:lnTo>
                      <a:lnTo>
                        <a:pt x="1212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8" name="Google Shape;1818;p28"/>
                <p:cNvSpPr/>
                <p:nvPr/>
              </p:nvSpPr>
              <p:spPr>
                <a:xfrm>
                  <a:off x="4480698" y="1905834"/>
                  <a:ext cx="15724" cy="22516"/>
                </a:xfrm>
                <a:custGeom>
                  <a:avLst/>
                  <a:gdLst/>
                  <a:ahLst/>
                  <a:cxnLst/>
                  <a:rect l="l" t="t" r="r" b="b"/>
                  <a:pathLst>
                    <a:path w="21248" h="30427" extrusionOk="0">
                      <a:moveTo>
                        <a:pt x="12129" y="0"/>
                      </a:moveTo>
                      <a:lnTo>
                        <a:pt x="1" y="4225"/>
                      </a:lnTo>
                      <a:lnTo>
                        <a:pt x="9120" y="30426"/>
                      </a:lnTo>
                      <a:lnTo>
                        <a:pt x="21248" y="26201"/>
                      </a:lnTo>
                      <a:lnTo>
                        <a:pt x="1212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9" name="Google Shape;1819;p28"/>
                <p:cNvSpPr/>
                <p:nvPr/>
              </p:nvSpPr>
              <p:spPr>
                <a:xfrm>
                  <a:off x="4566923" y="1875854"/>
                  <a:ext cx="15701" cy="22493"/>
                </a:xfrm>
                <a:custGeom>
                  <a:avLst/>
                  <a:gdLst/>
                  <a:ahLst/>
                  <a:cxnLst/>
                  <a:rect l="l" t="t" r="r" b="b"/>
                  <a:pathLst>
                    <a:path w="21218" h="30396" extrusionOk="0">
                      <a:moveTo>
                        <a:pt x="12129" y="1"/>
                      </a:moveTo>
                      <a:lnTo>
                        <a:pt x="1" y="4195"/>
                      </a:lnTo>
                      <a:lnTo>
                        <a:pt x="9089" y="30396"/>
                      </a:lnTo>
                      <a:lnTo>
                        <a:pt x="21217" y="26201"/>
                      </a:lnTo>
                      <a:lnTo>
                        <a:pt x="1212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0" name="Google Shape;1820;p28"/>
                <p:cNvSpPr/>
                <p:nvPr/>
              </p:nvSpPr>
              <p:spPr>
                <a:xfrm>
                  <a:off x="4654297" y="1845492"/>
                  <a:ext cx="15723" cy="22494"/>
                </a:xfrm>
                <a:custGeom>
                  <a:avLst/>
                  <a:gdLst/>
                  <a:ahLst/>
                  <a:cxnLst/>
                  <a:rect l="l" t="t" r="r" b="b"/>
                  <a:pathLst>
                    <a:path w="21247" h="30397" extrusionOk="0">
                      <a:moveTo>
                        <a:pt x="12128" y="1"/>
                      </a:moveTo>
                      <a:lnTo>
                        <a:pt x="0" y="4226"/>
                      </a:lnTo>
                      <a:lnTo>
                        <a:pt x="9119" y="30396"/>
                      </a:lnTo>
                      <a:lnTo>
                        <a:pt x="21247" y="26202"/>
                      </a:lnTo>
                      <a:lnTo>
                        <a:pt x="1212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1" name="Google Shape;1821;p28"/>
                <p:cNvSpPr/>
                <p:nvPr/>
              </p:nvSpPr>
              <p:spPr>
                <a:xfrm>
                  <a:off x="4740500" y="1815535"/>
                  <a:ext cx="15724" cy="22493"/>
                </a:xfrm>
                <a:custGeom>
                  <a:avLst/>
                  <a:gdLst/>
                  <a:ahLst/>
                  <a:cxnLst/>
                  <a:rect l="l" t="t" r="r" b="b"/>
                  <a:pathLst>
                    <a:path w="21248" h="30396" extrusionOk="0">
                      <a:moveTo>
                        <a:pt x="12128" y="0"/>
                      </a:moveTo>
                      <a:lnTo>
                        <a:pt x="1" y="4195"/>
                      </a:lnTo>
                      <a:lnTo>
                        <a:pt x="9119" y="30396"/>
                      </a:lnTo>
                      <a:lnTo>
                        <a:pt x="21247" y="26201"/>
                      </a:lnTo>
                      <a:lnTo>
                        <a:pt x="1212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2" name="Google Shape;1822;p28"/>
                <p:cNvSpPr/>
                <p:nvPr/>
              </p:nvSpPr>
              <p:spPr>
                <a:xfrm>
                  <a:off x="4823935" y="1786568"/>
                  <a:ext cx="15723" cy="22493"/>
                </a:xfrm>
                <a:custGeom>
                  <a:avLst/>
                  <a:gdLst/>
                  <a:ahLst/>
                  <a:cxnLst/>
                  <a:rect l="l" t="t" r="r" b="b"/>
                  <a:pathLst>
                    <a:path w="21247" h="30396" extrusionOk="0">
                      <a:moveTo>
                        <a:pt x="12128" y="0"/>
                      </a:moveTo>
                      <a:lnTo>
                        <a:pt x="0" y="4195"/>
                      </a:lnTo>
                      <a:lnTo>
                        <a:pt x="9089" y="30396"/>
                      </a:lnTo>
                      <a:lnTo>
                        <a:pt x="21247" y="26201"/>
                      </a:lnTo>
                      <a:lnTo>
                        <a:pt x="1212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3" name="Google Shape;1823;p28"/>
                <p:cNvSpPr/>
                <p:nvPr/>
              </p:nvSpPr>
              <p:spPr>
                <a:xfrm>
                  <a:off x="4910137" y="1756589"/>
                  <a:ext cx="15701" cy="22493"/>
                </a:xfrm>
                <a:custGeom>
                  <a:avLst/>
                  <a:gdLst/>
                  <a:ahLst/>
                  <a:cxnLst/>
                  <a:rect l="l" t="t" r="r" b="b"/>
                  <a:pathLst>
                    <a:path w="21218" h="30396" extrusionOk="0">
                      <a:moveTo>
                        <a:pt x="12129" y="0"/>
                      </a:moveTo>
                      <a:lnTo>
                        <a:pt x="1" y="4195"/>
                      </a:lnTo>
                      <a:lnTo>
                        <a:pt x="9089" y="30396"/>
                      </a:lnTo>
                      <a:lnTo>
                        <a:pt x="21217" y="26201"/>
                      </a:lnTo>
                      <a:lnTo>
                        <a:pt x="1212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4" name="Google Shape;1824;p28"/>
                <p:cNvSpPr/>
                <p:nvPr/>
              </p:nvSpPr>
              <p:spPr>
                <a:xfrm>
                  <a:off x="4993753" y="1727509"/>
                  <a:ext cx="15723" cy="22516"/>
                </a:xfrm>
                <a:custGeom>
                  <a:avLst/>
                  <a:gdLst/>
                  <a:ahLst/>
                  <a:cxnLst/>
                  <a:rect l="l" t="t" r="r" b="b"/>
                  <a:pathLst>
                    <a:path w="21247" h="30427" extrusionOk="0">
                      <a:moveTo>
                        <a:pt x="12128" y="0"/>
                      </a:moveTo>
                      <a:lnTo>
                        <a:pt x="0" y="4225"/>
                      </a:lnTo>
                      <a:lnTo>
                        <a:pt x="9119" y="30426"/>
                      </a:lnTo>
                      <a:lnTo>
                        <a:pt x="21247" y="26201"/>
                      </a:lnTo>
                      <a:lnTo>
                        <a:pt x="1212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5" name="Google Shape;1825;p28"/>
                <p:cNvSpPr/>
                <p:nvPr/>
              </p:nvSpPr>
              <p:spPr>
                <a:xfrm>
                  <a:off x="5079955" y="1697552"/>
                  <a:ext cx="15724" cy="22516"/>
                </a:xfrm>
                <a:custGeom>
                  <a:avLst/>
                  <a:gdLst/>
                  <a:ahLst/>
                  <a:cxnLst/>
                  <a:rect l="l" t="t" r="r" b="b"/>
                  <a:pathLst>
                    <a:path w="21248" h="30427" extrusionOk="0">
                      <a:moveTo>
                        <a:pt x="12128" y="1"/>
                      </a:moveTo>
                      <a:lnTo>
                        <a:pt x="1" y="4226"/>
                      </a:lnTo>
                      <a:lnTo>
                        <a:pt x="9119" y="30427"/>
                      </a:lnTo>
                      <a:lnTo>
                        <a:pt x="21247" y="26202"/>
                      </a:lnTo>
                      <a:lnTo>
                        <a:pt x="1212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6" name="Google Shape;1826;p28"/>
                <p:cNvSpPr/>
                <p:nvPr/>
              </p:nvSpPr>
              <p:spPr>
                <a:xfrm>
                  <a:off x="5163368" y="1668563"/>
                  <a:ext cx="15701" cy="22493"/>
                </a:xfrm>
                <a:custGeom>
                  <a:avLst/>
                  <a:gdLst/>
                  <a:ahLst/>
                  <a:cxnLst/>
                  <a:rect l="l" t="t" r="r" b="b"/>
                  <a:pathLst>
                    <a:path w="21217" h="30396" extrusionOk="0">
                      <a:moveTo>
                        <a:pt x="12128" y="0"/>
                      </a:moveTo>
                      <a:lnTo>
                        <a:pt x="0" y="4195"/>
                      </a:lnTo>
                      <a:lnTo>
                        <a:pt x="9088" y="30396"/>
                      </a:lnTo>
                      <a:lnTo>
                        <a:pt x="21216" y="26201"/>
                      </a:lnTo>
                      <a:lnTo>
                        <a:pt x="1212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7" name="Google Shape;1827;p28"/>
                <p:cNvSpPr/>
                <p:nvPr/>
              </p:nvSpPr>
              <p:spPr>
                <a:xfrm>
                  <a:off x="5249638" y="1638606"/>
                  <a:ext cx="15701" cy="22516"/>
                </a:xfrm>
                <a:custGeom>
                  <a:avLst/>
                  <a:gdLst/>
                  <a:ahLst/>
                  <a:cxnLst/>
                  <a:rect l="l" t="t" r="r" b="b"/>
                  <a:pathLst>
                    <a:path w="21217" h="30427" extrusionOk="0">
                      <a:moveTo>
                        <a:pt x="12129" y="1"/>
                      </a:moveTo>
                      <a:lnTo>
                        <a:pt x="1" y="4226"/>
                      </a:lnTo>
                      <a:lnTo>
                        <a:pt x="9089" y="30427"/>
                      </a:lnTo>
                      <a:lnTo>
                        <a:pt x="21217" y="26202"/>
                      </a:lnTo>
                      <a:lnTo>
                        <a:pt x="1212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8" name="Google Shape;1828;p28"/>
                <p:cNvSpPr/>
                <p:nvPr/>
              </p:nvSpPr>
              <p:spPr>
                <a:xfrm>
                  <a:off x="4256930" y="1961831"/>
                  <a:ext cx="22449" cy="41927"/>
                </a:xfrm>
                <a:custGeom>
                  <a:avLst/>
                  <a:gdLst/>
                  <a:ahLst/>
                  <a:cxnLst/>
                  <a:rect l="l" t="t" r="r" b="b"/>
                  <a:pathLst>
                    <a:path w="30336" h="56658" extrusionOk="0">
                      <a:moveTo>
                        <a:pt x="12129" y="1"/>
                      </a:moveTo>
                      <a:lnTo>
                        <a:pt x="1" y="4226"/>
                      </a:lnTo>
                      <a:lnTo>
                        <a:pt x="18208" y="56658"/>
                      </a:lnTo>
                      <a:lnTo>
                        <a:pt x="30336" y="52433"/>
                      </a:lnTo>
                      <a:lnTo>
                        <a:pt x="1212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9" name="Google Shape;1829;p28"/>
                <p:cNvSpPr/>
                <p:nvPr/>
              </p:nvSpPr>
              <p:spPr>
                <a:xfrm>
                  <a:off x="4343133" y="1931875"/>
                  <a:ext cx="22471" cy="41927"/>
                </a:xfrm>
                <a:custGeom>
                  <a:avLst/>
                  <a:gdLst/>
                  <a:ahLst/>
                  <a:cxnLst/>
                  <a:rect l="l" t="t" r="r" b="b"/>
                  <a:pathLst>
                    <a:path w="30366" h="56658" extrusionOk="0">
                      <a:moveTo>
                        <a:pt x="12128" y="0"/>
                      </a:moveTo>
                      <a:lnTo>
                        <a:pt x="0" y="4195"/>
                      </a:lnTo>
                      <a:lnTo>
                        <a:pt x="18207" y="56657"/>
                      </a:lnTo>
                      <a:lnTo>
                        <a:pt x="30366" y="52432"/>
                      </a:lnTo>
                      <a:lnTo>
                        <a:pt x="1212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0" name="Google Shape;1830;p28"/>
                <p:cNvSpPr/>
                <p:nvPr/>
              </p:nvSpPr>
              <p:spPr>
                <a:xfrm>
                  <a:off x="4426501" y="1902885"/>
                  <a:ext cx="22449" cy="41927"/>
                </a:xfrm>
                <a:custGeom>
                  <a:avLst/>
                  <a:gdLst/>
                  <a:ahLst/>
                  <a:cxnLst/>
                  <a:rect l="l" t="t" r="r" b="b"/>
                  <a:pathLst>
                    <a:path w="30336" h="56658" extrusionOk="0">
                      <a:moveTo>
                        <a:pt x="12128" y="1"/>
                      </a:moveTo>
                      <a:lnTo>
                        <a:pt x="0" y="4226"/>
                      </a:lnTo>
                      <a:lnTo>
                        <a:pt x="18207" y="56658"/>
                      </a:lnTo>
                      <a:lnTo>
                        <a:pt x="30335" y="52433"/>
                      </a:lnTo>
                      <a:lnTo>
                        <a:pt x="1212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1" name="Google Shape;1831;p28"/>
                <p:cNvSpPr/>
                <p:nvPr/>
              </p:nvSpPr>
              <p:spPr>
                <a:xfrm>
                  <a:off x="4311151" y="1964758"/>
                  <a:ext cx="15723" cy="22493"/>
                </a:xfrm>
                <a:custGeom>
                  <a:avLst/>
                  <a:gdLst/>
                  <a:ahLst/>
                  <a:cxnLst/>
                  <a:rect l="l" t="t" r="r" b="b"/>
                  <a:pathLst>
                    <a:path w="21247" h="30396" extrusionOk="0">
                      <a:moveTo>
                        <a:pt x="12128" y="0"/>
                      </a:moveTo>
                      <a:lnTo>
                        <a:pt x="0" y="4195"/>
                      </a:lnTo>
                      <a:lnTo>
                        <a:pt x="9088" y="30396"/>
                      </a:lnTo>
                      <a:lnTo>
                        <a:pt x="21247" y="26201"/>
                      </a:lnTo>
                      <a:lnTo>
                        <a:pt x="1212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2" name="Google Shape;1832;p28"/>
                <p:cNvSpPr/>
                <p:nvPr/>
              </p:nvSpPr>
              <p:spPr>
                <a:xfrm>
                  <a:off x="4397331" y="1934800"/>
                  <a:ext cx="15723" cy="22516"/>
                </a:xfrm>
                <a:custGeom>
                  <a:avLst/>
                  <a:gdLst/>
                  <a:ahLst/>
                  <a:cxnLst/>
                  <a:rect l="l" t="t" r="r" b="b"/>
                  <a:pathLst>
                    <a:path w="21247" h="30427" extrusionOk="0">
                      <a:moveTo>
                        <a:pt x="12128" y="0"/>
                      </a:moveTo>
                      <a:lnTo>
                        <a:pt x="0" y="4225"/>
                      </a:lnTo>
                      <a:lnTo>
                        <a:pt x="9119" y="30426"/>
                      </a:lnTo>
                      <a:lnTo>
                        <a:pt x="21247" y="26201"/>
                      </a:lnTo>
                      <a:lnTo>
                        <a:pt x="1212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3" name="Google Shape;1833;p28"/>
                <p:cNvSpPr/>
                <p:nvPr/>
              </p:nvSpPr>
              <p:spPr>
                <a:xfrm>
                  <a:off x="4553914" y="1751048"/>
                  <a:ext cx="50137" cy="54010"/>
                </a:xfrm>
                <a:custGeom>
                  <a:avLst/>
                  <a:gdLst/>
                  <a:ahLst/>
                  <a:cxnLst/>
                  <a:rect l="l" t="t" r="r" b="b"/>
                  <a:pathLst>
                    <a:path w="67753" h="72986" extrusionOk="0">
                      <a:moveTo>
                        <a:pt x="29089" y="12863"/>
                      </a:moveTo>
                      <a:cubicBezTo>
                        <a:pt x="36475" y="12863"/>
                        <a:pt x="44864" y="20462"/>
                        <a:pt x="48725" y="31253"/>
                      </a:cubicBezTo>
                      <a:cubicBezTo>
                        <a:pt x="53132" y="43776"/>
                        <a:pt x="50032" y="56724"/>
                        <a:pt x="42037" y="59581"/>
                      </a:cubicBezTo>
                      <a:cubicBezTo>
                        <a:pt x="40964" y="59961"/>
                        <a:pt x="39845" y="60143"/>
                        <a:pt x="38701" y="60143"/>
                      </a:cubicBezTo>
                      <a:cubicBezTo>
                        <a:pt x="31323" y="60143"/>
                        <a:pt x="22904" y="52581"/>
                        <a:pt x="19089" y="41739"/>
                      </a:cubicBezTo>
                      <a:cubicBezTo>
                        <a:pt x="14651" y="29247"/>
                        <a:pt x="17751" y="16298"/>
                        <a:pt x="25776" y="13441"/>
                      </a:cubicBezTo>
                      <a:cubicBezTo>
                        <a:pt x="26809" y="13076"/>
                        <a:pt x="27964" y="12863"/>
                        <a:pt x="29089" y="12863"/>
                      </a:cubicBezTo>
                      <a:close/>
                      <a:moveTo>
                        <a:pt x="29144" y="1"/>
                      </a:moveTo>
                      <a:cubicBezTo>
                        <a:pt x="26561" y="1"/>
                        <a:pt x="23980" y="425"/>
                        <a:pt x="21460" y="1313"/>
                      </a:cubicBezTo>
                      <a:cubicBezTo>
                        <a:pt x="6383" y="6693"/>
                        <a:pt x="0" y="26298"/>
                        <a:pt x="6961" y="45995"/>
                      </a:cubicBezTo>
                      <a:cubicBezTo>
                        <a:pt x="12766" y="62408"/>
                        <a:pt x="25715" y="72986"/>
                        <a:pt x="38603" y="72986"/>
                      </a:cubicBezTo>
                      <a:cubicBezTo>
                        <a:pt x="41186" y="72986"/>
                        <a:pt x="43770" y="72560"/>
                        <a:pt x="46293" y="71679"/>
                      </a:cubicBezTo>
                      <a:cubicBezTo>
                        <a:pt x="61369" y="66329"/>
                        <a:pt x="67752" y="46724"/>
                        <a:pt x="60792" y="26997"/>
                      </a:cubicBezTo>
                      <a:cubicBezTo>
                        <a:pt x="54992" y="10588"/>
                        <a:pt x="42041" y="1"/>
                        <a:pt x="291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4" name="Google Shape;1834;p28"/>
                <p:cNvSpPr/>
                <p:nvPr/>
              </p:nvSpPr>
              <p:spPr>
                <a:xfrm>
                  <a:off x="4904601" y="1630044"/>
                  <a:ext cx="45144" cy="53970"/>
                </a:xfrm>
                <a:custGeom>
                  <a:avLst/>
                  <a:gdLst/>
                  <a:ahLst/>
                  <a:cxnLst/>
                  <a:rect l="l" t="t" r="r" b="b"/>
                  <a:pathLst>
                    <a:path w="61005" h="72932" extrusionOk="0">
                      <a:moveTo>
                        <a:pt x="25776" y="12839"/>
                      </a:moveTo>
                      <a:cubicBezTo>
                        <a:pt x="29393" y="12839"/>
                        <a:pt x="32615" y="14663"/>
                        <a:pt x="34439" y="15970"/>
                      </a:cubicBezTo>
                      <a:cubicBezTo>
                        <a:pt x="39150" y="19253"/>
                        <a:pt x="43132" y="24846"/>
                        <a:pt x="45381" y="31320"/>
                      </a:cubicBezTo>
                      <a:cubicBezTo>
                        <a:pt x="47631" y="37733"/>
                        <a:pt x="47965" y="44603"/>
                        <a:pt x="46324" y="50104"/>
                      </a:cubicBezTo>
                      <a:cubicBezTo>
                        <a:pt x="45533" y="52901"/>
                        <a:pt x="43406" y="57855"/>
                        <a:pt x="38573" y="59527"/>
                      </a:cubicBezTo>
                      <a:cubicBezTo>
                        <a:pt x="37485" y="59908"/>
                        <a:pt x="36397" y="60068"/>
                        <a:pt x="35337" y="60068"/>
                      </a:cubicBezTo>
                      <a:cubicBezTo>
                        <a:pt x="31750" y="60068"/>
                        <a:pt x="28488" y="58234"/>
                        <a:pt x="26658" y="56943"/>
                      </a:cubicBezTo>
                      <a:cubicBezTo>
                        <a:pt x="21946" y="53630"/>
                        <a:pt x="17934" y="48068"/>
                        <a:pt x="15715" y="41594"/>
                      </a:cubicBezTo>
                      <a:cubicBezTo>
                        <a:pt x="13466" y="35180"/>
                        <a:pt x="13132" y="28311"/>
                        <a:pt x="14743" y="22809"/>
                      </a:cubicBezTo>
                      <a:cubicBezTo>
                        <a:pt x="15563" y="20013"/>
                        <a:pt x="17691" y="15028"/>
                        <a:pt x="22493" y="13356"/>
                      </a:cubicBezTo>
                      <a:cubicBezTo>
                        <a:pt x="23618" y="12991"/>
                        <a:pt x="24712" y="12839"/>
                        <a:pt x="25776" y="12839"/>
                      </a:cubicBezTo>
                      <a:close/>
                      <a:moveTo>
                        <a:pt x="25678" y="0"/>
                      </a:moveTo>
                      <a:cubicBezTo>
                        <a:pt x="23132" y="0"/>
                        <a:pt x="20628" y="414"/>
                        <a:pt x="18238" y="1259"/>
                      </a:cubicBezTo>
                      <a:cubicBezTo>
                        <a:pt x="10791" y="3873"/>
                        <a:pt x="4986" y="10408"/>
                        <a:pt x="2402" y="19192"/>
                      </a:cubicBezTo>
                      <a:cubicBezTo>
                        <a:pt x="1" y="27308"/>
                        <a:pt x="396" y="36821"/>
                        <a:pt x="3557" y="45849"/>
                      </a:cubicBezTo>
                      <a:cubicBezTo>
                        <a:pt x="6688" y="54907"/>
                        <a:pt x="12250" y="62567"/>
                        <a:pt x="19211" y="67460"/>
                      </a:cubicBezTo>
                      <a:cubicBezTo>
                        <a:pt x="24317" y="71077"/>
                        <a:pt x="29910" y="72931"/>
                        <a:pt x="35351" y="72931"/>
                      </a:cubicBezTo>
                      <a:cubicBezTo>
                        <a:pt x="37874" y="72931"/>
                        <a:pt x="40397" y="72567"/>
                        <a:pt x="42767" y="71685"/>
                      </a:cubicBezTo>
                      <a:cubicBezTo>
                        <a:pt x="50214" y="69071"/>
                        <a:pt x="56020" y="62536"/>
                        <a:pt x="58604" y="53752"/>
                      </a:cubicBezTo>
                      <a:cubicBezTo>
                        <a:pt x="61005" y="45636"/>
                        <a:pt x="60610" y="36122"/>
                        <a:pt x="57449" y="27095"/>
                      </a:cubicBezTo>
                      <a:cubicBezTo>
                        <a:pt x="54318" y="18037"/>
                        <a:pt x="48755" y="10377"/>
                        <a:pt x="41795" y="5453"/>
                      </a:cubicBezTo>
                      <a:cubicBezTo>
                        <a:pt x="36707" y="1875"/>
                        <a:pt x="31098" y="0"/>
                        <a:pt x="2567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5" name="Google Shape;1835;p28"/>
                <p:cNvSpPr/>
                <p:nvPr/>
              </p:nvSpPr>
              <p:spPr>
                <a:xfrm>
                  <a:off x="4714459" y="1696877"/>
                  <a:ext cx="85699" cy="73170"/>
                </a:xfrm>
                <a:custGeom>
                  <a:avLst/>
                  <a:gdLst/>
                  <a:ahLst/>
                  <a:cxnLst/>
                  <a:rect l="l" t="t" r="r" b="b"/>
                  <a:pathLst>
                    <a:path w="115809" h="98878" extrusionOk="0">
                      <a:moveTo>
                        <a:pt x="102222" y="1"/>
                      </a:moveTo>
                      <a:lnTo>
                        <a:pt x="89972" y="3740"/>
                      </a:lnTo>
                      <a:lnTo>
                        <a:pt x="91826" y="9879"/>
                      </a:lnTo>
                      <a:cubicBezTo>
                        <a:pt x="101583" y="42190"/>
                        <a:pt x="95382" y="74531"/>
                        <a:pt x="77692" y="83558"/>
                      </a:cubicBezTo>
                      <a:cubicBezTo>
                        <a:pt x="74178" y="85336"/>
                        <a:pt x="70573" y="85999"/>
                        <a:pt x="67158" y="85999"/>
                      </a:cubicBezTo>
                      <a:cubicBezTo>
                        <a:pt x="62923" y="85999"/>
                        <a:pt x="58981" y="84979"/>
                        <a:pt x="55868" y="83802"/>
                      </a:cubicBezTo>
                      <a:cubicBezTo>
                        <a:pt x="39363" y="77601"/>
                        <a:pt x="23436" y="59576"/>
                        <a:pt x="14317" y="36780"/>
                      </a:cubicBezTo>
                      <a:lnTo>
                        <a:pt x="11916" y="30822"/>
                      </a:lnTo>
                      <a:lnTo>
                        <a:pt x="1" y="35625"/>
                      </a:lnTo>
                      <a:lnTo>
                        <a:pt x="2372" y="41582"/>
                      </a:lnTo>
                      <a:cubicBezTo>
                        <a:pt x="12949" y="68026"/>
                        <a:pt x="31248" y="88270"/>
                        <a:pt x="51369" y="95838"/>
                      </a:cubicBezTo>
                      <a:cubicBezTo>
                        <a:pt x="56750" y="97844"/>
                        <a:pt x="62069" y="98878"/>
                        <a:pt x="67206" y="98878"/>
                      </a:cubicBezTo>
                      <a:cubicBezTo>
                        <a:pt x="72950" y="98878"/>
                        <a:pt x="78452" y="97571"/>
                        <a:pt x="83498" y="94987"/>
                      </a:cubicBezTo>
                      <a:cubicBezTo>
                        <a:pt x="106933" y="83042"/>
                        <a:pt x="115808" y="44834"/>
                        <a:pt x="104106" y="6171"/>
                      </a:cubicBezTo>
                      <a:lnTo>
                        <a:pt x="10222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836" name="Google Shape;1836;p28"/>
            <p:cNvSpPr/>
            <p:nvPr/>
          </p:nvSpPr>
          <p:spPr>
            <a:xfrm>
              <a:off x="4559338" y="1755830"/>
              <a:ext cx="39295" cy="44451"/>
            </a:xfrm>
            <a:custGeom>
              <a:avLst/>
              <a:gdLst/>
              <a:ahLst/>
              <a:cxnLst/>
              <a:rect l="l" t="t" r="r" b="b"/>
              <a:pathLst>
                <a:path w="53102" h="60069" extrusionOk="0">
                  <a:moveTo>
                    <a:pt x="21668" y="0"/>
                  </a:moveTo>
                  <a:cubicBezTo>
                    <a:pt x="19836" y="0"/>
                    <a:pt x="18021" y="293"/>
                    <a:pt x="16262" y="904"/>
                  </a:cubicBezTo>
                  <a:cubicBezTo>
                    <a:pt x="4742" y="4977"/>
                    <a:pt x="1" y="21299"/>
                    <a:pt x="5654" y="37378"/>
                  </a:cubicBezTo>
                  <a:cubicBezTo>
                    <a:pt x="10489" y="51008"/>
                    <a:pt x="21220" y="60069"/>
                    <a:pt x="31367" y="60069"/>
                  </a:cubicBezTo>
                  <a:cubicBezTo>
                    <a:pt x="33214" y="60069"/>
                    <a:pt x="35041" y="59769"/>
                    <a:pt x="36810" y="59142"/>
                  </a:cubicBezTo>
                  <a:cubicBezTo>
                    <a:pt x="48330" y="55099"/>
                    <a:pt x="53102" y="38746"/>
                    <a:pt x="47418" y="22667"/>
                  </a:cubicBezTo>
                  <a:cubicBezTo>
                    <a:pt x="42625" y="9062"/>
                    <a:pt x="31869" y="0"/>
                    <a:pt x="2166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7" name="Google Shape;1837;p28"/>
            <p:cNvSpPr/>
            <p:nvPr/>
          </p:nvSpPr>
          <p:spPr>
            <a:xfrm>
              <a:off x="4907594" y="1634804"/>
              <a:ext cx="39183" cy="44487"/>
            </a:xfrm>
            <a:custGeom>
              <a:avLst/>
              <a:gdLst/>
              <a:ahLst/>
              <a:cxnLst/>
              <a:rect l="l" t="t" r="r" b="b"/>
              <a:pathLst>
                <a:path w="52950" h="60118" extrusionOk="0">
                  <a:moveTo>
                    <a:pt x="21722" y="0"/>
                  </a:moveTo>
                  <a:cubicBezTo>
                    <a:pt x="19893" y="0"/>
                    <a:pt x="18080" y="295"/>
                    <a:pt x="16323" y="910"/>
                  </a:cubicBezTo>
                  <a:cubicBezTo>
                    <a:pt x="4833" y="4922"/>
                    <a:pt x="0" y="21214"/>
                    <a:pt x="5593" y="37324"/>
                  </a:cubicBezTo>
                  <a:cubicBezTo>
                    <a:pt x="10309" y="50982"/>
                    <a:pt x="21034" y="60118"/>
                    <a:pt x="31228" y="60118"/>
                  </a:cubicBezTo>
                  <a:cubicBezTo>
                    <a:pt x="33057" y="60118"/>
                    <a:pt x="34870" y="59824"/>
                    <a:pt x="36627" y="59208"/>
                  </a:cubicBezTo>
                  <a:cubicBezTo>
                    <a:pt x="48147" y="55196"/>
                    <a:pt x="52950" y="38904"/>
                    <a:pt x="47387" y="22795"/>
                  </a:cubicBezTo>
                  <a:cubicBezTo>
                    <a:pt x="42645" y="9136"/>
                    <a:pt x="31917" y="0"/>
                    <a:pt x="2172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38" name="Google Shape;1838;p28"/>
          <p:cNvGrpSpPr/>
          <p:nvPr/>
        </p:nvGrpSpPr>
        <p:grpSpPr>
          <a:xfrm>
            <a:off x="6033148" y="3643276"/>
            <a:ext cx="1235702" cy="836174"/>
            <a:chOff x="17457275" y="-43887000"/>
            <a:chExt cx="43819225" cy="29651550"/>
          </a:xfrm>
        </p:grpSpPr>
        <p:sp>
          <p:nvSpPr>
            <p:cNvPr id="1839" name="Google Shape;1839;p28"/>
            <p:cNvSpPr/>
            <p:nvPr/>
          </p:nvSpPr>
          <p:spPr>
            <a:xfrm>
              <a:off x="17703475" y="-43761150"/>
              <a:ext cx="43440825" cy="29364600"/>
            </a:xfrm>
            <a:custGeom>
              <a:avLst/>
              <a:gdLst/>
              <a:ahLst/>
              <a:cxnLst/>
              <a:rect l="l" t="t" r="r" b="b"/>
              <a:pathLst>
                <a:path w="1737633" h="1174584" extrusionOk="0">
                  <a:moveTo>
                    <a:pt x="1596470" y="1"/>
                  </a:moveTo>
                  <a:cubicBezTo>
                    <a:pt x="1580937" y="1"/>
                    <a:pt x="1565216" y="2796"/>
                    <a:pt x="1550060" y="8640"/>
                  </a:cubicBezTo>
                  <a:cubicBezTo>
                    <a:pt x="1085036" y="312991"/>
                    <a:pt x="620073" y="617342"/>
                    <a:pt x="155049" y="921692"/>
                  </a:cubicBezTo>
                  <a:lnTo>
                    <a:pt x="1" y="1174584"/>
                  </a:lnTo>
                  <a:lnTo>
                    <a:pt x="293046" y="1132516"/>
                  </a:lnTo>
                  <a:lnTo>
                    <a:pt x="1688057" y="219464"/>
                  </a:lnTo>
                  <a:cubicBezTo>
                    <a:pt x="1730489" y="176606"/>
                    <a:pt x="1737632" y="109675"/>
                    <a:pt x="1705382" y="59248"/>
                  </a:cubicBezTo>
                  <a:cubicBezTo>
                    <a:pt x="1681270" y="21550"/>
                    <a:pt x="1639595" y="1"/>
                    <a:pt x="1596470" y="1"/>
                  </a:cubicBezTo>
                  <a:close/>
                </a:path>
              </a:pathLst>
            </a:custGeom>
            <a:solidFill>
              <a:srgbClr val="FFC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0" name="Google Shape;1840;p28"/>
            <p:cNvSpPr/>
            <p:nvPr/>
          </p:nvSpPr>
          <p:spPr>
            <a:xfrm>
              <a:off x="17703475" y="-21114750"/>
              <a:ext cx="8040450" cy="6718200"/>
            </a:xfrm>
            <a:custGeom>
              <a:avLst/>
              <a:gdLst/>
              <a:ahLst/>
              <a:cxnLst/>
              <a:rect l="l" t="t" r="r" b="b"/>
              <a:pathLst>
                <a:path w="321618" h="268728" extrusionOk="0">
                  <a:moveTo>
                    <a:pt x="179305" y="0"/>
                  </a:moveTo>
                  <a:lnTo>
                    <a:pt x="155049" y="15867"/>
                  </a:lnTo>
                  <a:lnTo>
                    <a:pt x="1" y="268728"/>
                  </a:lnTo>
                  <a:lnTo>
                    <a:pt x="293046" y="226660"/>
                  </a:lnTo>
                  <a:lnTo>
                    <a:pt x="321618" y="207967"/>
                  </a:lnTo>
                  <a:lnTo>
                    <a:pt x="179305" y="0"/>
                  </a:lnTo>
                  <a:close/>
                </a:path>
              </a:pathLst>
            </a:custGeom>
            <a:solidFill>
              <a:srgbClr val="FAF9E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1" name="Google Shape;1841;p28"/>
            <p:cNvSpPr/>
            <p:nvPr/>
          </p:nvSpPr>
          <p:spPr>
            <a:xfrm>
              <a:off x="17457275" y="-21219625"/>
              <a:ext cx="8355050" cy="6984175"/>
            </a:xfrm>
            <a:custGeom>
              <a:avLst/>
              <a:gdLst/>
              <a:ahLst/>
              <a:cxnLst/>
              <a:rect l="l" t="t" r="r" b="b"/>
              <a:pathLst>
                <a:path w="334202" h="279367" extrusionOk="0">
                  <a:moveTo>
                    <a:pt x="186417" y="1"/>
                  </a:moveTo>
                  <a:lnTo>
                    <a:pt x="161250" y="16506"/>
                  </a:lnTo>
                  <a:lnTo>
                    <a:pt x="1" y="279366"/>
                  </a:lnTo>
                  <a:lnTo>
                    <a:pt x="1" y="279366"/>
                  </a:lnTo>
                  <a:lnTo>
                    <a:pt x="303623" y="235840"/>
                  </a:lnTo>
                  <a:lnTo>
                    <a:pt x="304718" y="235688"/>
                  </a:lnTo>
                  <a:lnTo>
                    <a:pt x="334201" y="216356"/>
                  </a:lnTo>
                  <a:lnTo>
                    <a:pt x="328730" y="207998"/>
                  </a:lnTo>
                  <a:lnTo>
                    <a:pt x="301070" y="226083"/>
                  </a:lnTo>
                  <a:lnTo>
                    <a:pt x="19697" y="266448"/>
                  </a:lnTo>
                  <a:lnTo>
                    <a:pt x="168575" y="23649"/>
                  </a:lnTo>
                  <a:lnTo>
                    <a:pt x="191889" y="8360"/>
                  </a:lnTo>
                  <a:lnTo>
                    <a:pt x="186417" y="1"/>
                  </a:lnTo>
                  <a:close/>
                </a:path>
              </a:pathLst>
            </a:custGeom>
            <a:solidFill>
              <a:srgbClr val="252C3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2" name="Google Shape;1842;p28"/>
            <p:cNvSpPr/>
            <p:nvPr/>
          </p:nvSpPr>
          <p:spPr>
            <a:xfrm>
              <a:off x="17457275" y="-17477925"/>
              <a:ext cx="3495525" cy="3242475"/>
            </a:xfrm>
            <a:custGeom>
              <a:avLst/>
              <a:gdLst/>
              <a:ahLst/>
              <a:cxnLst/>
              <a:rect l="l" t="t" r="r" b="b"/>
              <a:pathLst>
                <a:path w="139821" h="129699" extrusionOk="0">
                  <a:moveTo>
                    <a:pt x="79121" y="19910"/>
                  </a:moveTo>
                  <a:lnTo>
                    <a:pt x="124106" y="101795"/>
                  </a:lnTo>
                  <a:lnTo>
                    <a:pt x="19697" y="116780"/>
                  </a:lnTo>
                  <a:lnTo>
                    <a:pt x="79121" y="19910"/>
                  </a:lnTo>
                  <a:close/>
                  <a:moveTo>
                    <a:pt x="79577" y="1"/>
                  </a:moveTo>
                  <a:lnTo>
                    <a:pt x="1" y="129698"/>
                  </a:lnTo>
                  <a:lnTo>
                    <a:pt x="1" y="129698"/>
                  </a:lnTo>
                  <a:lnTo>
                    <a:pt x="139821" y="109637"/>
                  </a:lnTo>
                  <a:lnTo>
                    <a:pt x="79577" y="1"/>
                  </a:lnTo>
                  <a:close/>
                </a:path>
              </a:pathLst>
            </a:custGeom>
            <a:solidFill>
              <a:srgbClr val="252C3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3" name="Google Shape;1843;p28"/>
            <p:cNvSpPr/>
            <p:nvPr/>
          </p:nvSpPr>
          <p:spPr>
            <a:xfrm>
              <a:off x="17703475" y="-17229450"/>
              <a:ext cx="3052525" cy="2832900"/>
            </a:xfrm>
            <a:custGeom>
              <a:avLst/>
              <a:gdLst/>
              <a:ahLst/>
              <a:cxnLst/>
              <a:rect l="l" t="t" r="r" b="b"/>
              <a:pathLst>
                <a:path w="122101" h="113316" extrusionOk="0">
                  <a:moveTo>
                    <a:pt x="69485" y="1"/>
                  </a:moveTo>
                  <a:lnTo>
                    <a:pt x="1" y="113316"/>
                  </a:lnTo>
                  <a:lnTo>
                    <a:pt x="122100" y="95808"/>
                  </a:lnTo>
                  <a:lnTo>
                    <a:pt x="69485" y="1"/>
                  </a:lnTo>
                  <a:close/>
                </a:path>
              </a:pathLst>
            </a:custGeom>
            <a:solidFill>
              <a:srgbClr val="252C3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4" name="Google Shape;1844;p28"/>
            <p:cNvSpPr/>
            <p:nvPr/>
          </p:nvSpPr>
          <p:spPr>
            <a:xfrm>
              <a:off x="17457275" y="-43887000"/>
              <a:ext cx="43819225" cy="29651550"/>
            </a:xfrm>
            <a:custGeom>
              <a:avLst/>
              <a:gdLst/>
              <a:ahLst/>
              <a:cxnLst/>
              <a:rect l="l" t="t" r="r" b="b"/>
              <a:pathLst>
                <a:path w="1752769" h="1186062" extrusionOk="0">
                  <a:moveTo>
                    <a:pt x="1606403" y="10064"/>
                  </a:moveTo>
                  <a:cubicBezTo>
                    <a:pt x="1647821" y="10064"/>
                    <a:pt x="1687885" y="30735"/>
                    <a:pt x="1711066" y="67018"/>
                  </a:cubicBezTo>
                  <a:cubicBezTo>
                    <a:pt x="1741826" y="115195"/>
                    <a:pt x="1734957" y="179725"/>
                    <a:pt x="1694744" y="220668"/>
                  </a:cubicBezTo>
                  <a:lnTo>
                    <a:pt x="301100" y="1132808"/>
                  </a:lnTo>
                  <a:lnTo>
                    <a:pt x="19697" y="1173204"/>
                  </a:lnTo>
                  <a:lnTo>
                    <a:pt x="168575" y="930344"/>
                  </a:lnTo>
                  <a:lnTo>
                    <a:pt x="1562218" y="18203"/>
                  </a:lnTo>
                  <a:cubicBezTo>
                    <a:pt x="1576648" y="12700"/>
                    <a:pt x="1591611" y="10064"/>
                    <a:pt x="1606403" y="10064"/>
                  </a:cubicBezTo>
                  <a:close/>
                  <a:moveTo>
                    <a:pt x="1606347" y="1"/>
                  </a:moveTo>
                  <a:cubicBezTo>
                    <a:pt x="1590191" y="1"/>
                    <a:pt x="1573841" y="2913"/>
                    <a:pt x="1558084" y="8993"/>
                  </a:cubicBezTo>
                  <a:lnTo>
                    <a:pt x="1557598" y="9206"/>
                  </a:lnTo>
                  <a:lnTo>
                    <a:pt x="162162" y="922562"/>
                  </a:lnTo>
                  <a:lnTo>
                    <a:pt x="161219" y="923170"/>
                  </a:lnTo>
                  <a:lnTo>
                    <a:pt x="1" y="1186062"/>
                  </a:lnTo>
                  <a:lnTo>
                    <a:pt x="303563" y="1142505"/>
                  </a:lnTo>
                  <a:lnTo>
                    <a:pt x="304687" y="1142353"/>
                  </a:lnTo>
                  <a:lnTo>
                    <a:pt x="1700610" y="228692"/>
                  </a:lnTo>
                  <a:lnTo>
                    <a:pt x="1701400" y="227993"/>
                  </a:lnTo>
                  <a:cubicBezTo>
                    <a:pt x="1745200" y="183767"/>
                    <a:pt x="1752769" y="113766"/>
                    <a:pt x="1719425" y="61547"/>
                  </a:cubicBezTo>
                  <a:cubicBezTo>
                    <a:pt x="1694346" y="22332"/>
                    <a:pt x="1651088" y="1"/>
                    <a:pt x="1606347" y="1"/>
                  </a:cubicBezTo>
                  <a:close/>
                </a:path>
              </a:pathLst>
            </a:custGeom>
            <a:solidFill>
              <a:srgbClr val="252C3C"/>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5" name="Google Shape;1845;p28"/>
            <p:cNvSpPr/>
            <p:nvPr/>
          </p:nvSpPr>
          <p:spPr>
            <a:xfrm>
              <a:off x="53809775" y="-43760375"/>
              <a:ext cx="7334500" cy="7389350"/>
            </a:xfrm>
            <a:custGeom>
              <a:avLst/>
              <a:gdLst/>
              <a:ahLst/>
              <a:cxnLst/>
              <a:rect l="l" t="t" r="r" b="b"/>
              <a:pathLst>
                <a:path w="293380" h="295574" extrusionOk="0">
                  <a:moveTo>
                    <a:pt x="152218" y="0"/>
                  </a:moveTo>
                  <a:cubicBezTo>
                    <a:pt x="136685" y="0"/>
                    <a:pt x="120964" y="2796"/>
                    <a:pt x="105808" y="8639"/>
                  </a:cubicBezTo>
                  <a:cubicBezTo>
                    <a:pt x="70549" y="31740"/>
                    <a:pt x="35290" y="54810"/>
                    <a:pt x="1" y="77911"/>
                  </a:cubicBezTo>
                  <a:lnTo>
                    <a:pt x="127511" y="295573"/>
                  </a:lnTo>
                  <a:lnTo>
                    <a:pt x="243805" y="219493"/>
                  </a:lnTo>
                  <a:cubicBezTo>
                    <a:pt x="286237" y="176636"/>
                    <a:pt x="293380" y="109674"/>
                    <a:pt x="261130" y="59248"/>
                  </a:cubicBezTo>
                  <a:cubicBezTo>
                    <a:pt x="237018" y="21549"/>
                    <a:pt x="195343" y="0"/>
                    <a:pt x="152218" y="0"/>
                  </a:cubicBezTo>
                  <a:close/>
                </a:path>
              </a:pathLst>
            </a:custGeom>
            <a:solidFill>
              <a:srgbClr val="FF89A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6" name="Google Shape;1846;p28"/>
            <p:cNvSpPr/>
            <p:nvPr/>
          </p:nvSpPr>
          <p:spPr>
            <a:xfrm>
              <a:off x="53741400" y="-43885925"/>
              <a:ext cx="7535100" cy="7619750"/>
            </a:xfrm>
            <a:custGeom>
              <a:avLst/>
              <a:gdLst/>
              <a:ahLst/>
              <a:cxnLst/>
              <a:rect l="l" t="t" r="r" b="b"/>
              <a:pathLst>
                <a:path w="301404" h="304790" extrusionOk="0">
                  <a:moveTo>
                    <a:pt x="155013" y="1"/>
                  </a:moveTo>
                  <a:cubicBezTo>
                    <a:pt x="138847" y="1"/>
                    <a:pt x="122487" y="2918"/>
                    <a:pt x="106719" y="9011"/>
                  </a:cubicBezTo>
                  <a:lnTo>
                    <a:pt x="0" y="78738"/>
                  </a:lnTo>
                  <a:lnTo>
                    <a:pt x="5471" y="87097"/>
                  </a:lnTo>
                  <a:lnTo>
                    <a:pt x="110823" y="18129"/>
                  </a:lnTo>
                  <a:cubicBezTo>
                    <a:pt x="125252" y="12626"/>
                    <a:pt x="140214" y="9990"/>
                    <a:pt x="155002" y="9990"/>
                  </a:cubicBezTo>
                  <a:cubicBezTo>
                    <a:pt x="196411" y="9990"/>
                    <a:pt x="236459" y="30661"/>
                    <a:pt x="259640" y="66945"/>
                  </a:cubicBezTo>
                  <a:cubicBezTo>
                    <a:pt x="290431" y="115122"/>
                    <a:pt x="283562" y="179621"/>
                    <a:pt x="243348" y="220594"/>
                  </a:cubicBezTo>
                  <a:lnTo>
                    <a:pt x="127510" y="296431"/>
                  </a:lnTo>
                  <a:lnTo>
                    <a:pt x="132981" y="304790"/>
                  </a:lnTo>
                  <a:lnTo>
                    <a:pt x="249245" y="228679"/>
                  </a:lnTo>
                  <a:lnTo>
                    <a:pt x="250035" y="228011"/>
                  </a:lnTo>
                  <a:cubicBezTo>
                    <a:pt x="293835" y="183785"/>
                    <a:pt x="301404" y="113754"/>
                    <a:pt x="268060" y="61565"/>
                  </a:cubicBezTo>
                  <a:cubicBezTo>
                    <a:pt x="242987" y="22337"/>
                    <a:pt x="199744" y="1"/>
                    <a:pt x="155013" y="1"/>
                  </a:cubicBezTo>
                  <a:close/>
                </a:path>
              </a:pathLst>
            </a:custGeom>
            <a:solidFill>
              <a:srgbClr val="252C3C"/>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7" name="Google Shape;1847;p28"/>
            <p:cNvSpPr/>
            <p:nvPr/>
          </p:nvSpPr>
          <p:spPr>
            <a:xfrm>
              <a:off x="21961925" y="-21025850"/>
              <a:ext cx="3832150" cy="5269850"/>
            </a:xfrm>
            <a:custGeom>
              <a:avLst/>
              <a:gdLst/>
              <a:ahLst/>
              <a:cxnLst/>
              <a:rect l="l" t="t" r="r" b="b"/>
              <a:pathLst>
                <a:path w="153286" h="210794" extrusionOk="0">
                  <a:moveTo>
                    <a:pt x="0" y="1"/>
                  </a:moveTo>
                  <a:lnTo>
                    <a:pt x="137997" y="210794"/>
                  </a:lnTo>
                  <a:lnTo>
                    <a:pt x="153286" y="125504"/>
                  </a:lnTo>
                  <a:lnTo>
                    <a:pt x="69029" y="105443"/>
                  </a:lnTo>
                  <a:lnTo>
                    <a:pt x="84288" y="20122"/>
                  </a:lnTo>
                  <a:lnTo>
                    <a:pt x="0" y="1"/>
                  </a:lnTo>
                  <a:close/>
                </a:path>
              </a:pathLst>
            </a:custGeom>
            <a:solidFill>
              <a:srgbClr val="FAF9E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8" name="Google Shape;1848;p28"/>
            <p:cNvSpPr/>
            <p:nvPr/>
          </p:nvSpPr>
          <p:spPr>
            <a:xfrm>
              <a:off x="21933050" y="-21147425"/>
              <a:ext cx="4005425" cy="5414225"/>
            </a:xfrm>
            <a:custGeom>
              <a:avLst/>
              <a:gdLst/>
              <a:ahLst/>
              <a:cxnLst/>
              <a:rect l="l" t="t" r="r" b="b"/>
              <a:pathLst>
                <a:path w="160217" h="216569" extrusionOk="0">
                  <a:moveTo>
                    <a:pt x="2310" y="0"/>
                  </a:moveTo>
                  <a:lnTo>
                    <a:pt x="0" y="9727"/>
                  </a:lnTo>
                  <a:lnTo>
                    <a:pt x="79728" y="28724"/>
                  </a:lnTo>
                  <a:lnTo>
                    <a:pt x="64409" y="114075"/>
                  </a:lnTo>
                  <a:lnTo>
                    <a:pt x="148727" y="134166"/>
                  </a:lnTo>
                  <a:lnTo>
                    <a:pt x="134197" y="214775"/>
                  </a:lnTo>
                  <a:lnTo>
                    <a:pt x="144076" y="216569"/>
                  </a:lnTo>
                  <a:lnTo>
                    <a:pt x="160216" y="126598"/>
                  </a:lnTo>
                  <a:lnTo>
                    <a:pt x="75929" y="106537"/>
                  </a:lnTo>
                  <a:lnTo>
                    <a:pt x="91218" y="21216"/>
                  </a:lnTo>
                  <a:lnTo>
                    <a:pt x="2310" y="0"/>
                  </a:lnTo>
                  <a:close/>
                </a:path>
              </a:pathLst>
            </a:custGeom>
            <a:solidFill>
              <a:srgbClr val="252C3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9" name="Google Shape;1849;p28"/>
            <p:cNvSpPr/>
            <p:nvPr/>
          </p:nvSpPr>
          <p:spPr>
            <a:xfrm>
              <a:off x="53700350" y="-41877975"/>
              <a:ext cx="3378500" cy="5583700"/>
            </a:xfrm>
            <a:custGeom>
              <a:avLst/>
              <a:gdLst/>
              <a:ahLst/>
              <a:cxnLst/>
              <a:rect l="l" t="t" r="r" b="b"/>
              <a:pathLst>
                <a:path w="135140" h="223348" extrusionOk="0">
                  <a:moveTo>
                    <a:pt x="8633" y="1"/>
                  </a:moveTo>
                  <a:lnTo>
                    <a:pt x="1" y="5016"/>
                  </a:lnTo>
                  <a:lnTo>
                    <a:pt x="126477" y="223347"/>
                  </a:lnTo>
                  <a:lnTo>
                    <a:pt x="135140" y="218332"/>
                  </a:lnTo>
                  <a:lnTo>
                    <a:pt x="8633" y="1"/>
                  </a:lnTo>
                  <a:close/>
                </a:path>
              </a:pathLst>
            </a:custGeom>
            <a:solidFill>
              <a:srgbClr val="252C3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0" name="Google Shape;1850;p28"/>
            <p:cNvSpPr/>
            <p:nvPr/>
          </p:nvSpPr>
          <p:spPr>
            <a:xfrm>
              <a:off x="52573425" y="-41138600"/>
              <a:ext cx="3427150" cy="5553300"/>
            </a:xfrm>
            <a:custGeom>
              <a:avLst/>
              <a:gdLst/>
              <a:ahLst/>
              <a:cxnLst/>
              <a:rect l="l" t="t" r="r" b="b"/>
              <a:pathLst>
                <a:path w="137086" h="222132" extrusionOk="0">
                  <a:moveTo>
                    <a:pt x="8603" y="1"/>
                  </a:moveTo>
                  <a:lnTo>
                    <a:pt x="1" y="5107"/>
                  </a:lnTo>
                  <a:lnTo>
                    <a:pt x="128484" y="222131"/>
                  </a:lnTo>
                  <a:lnTo>
                    <a:pt x="137086" y="217025"/>
                  </a:lnTo>
                  <a:lnTo>
                    <a:pt x="8603" y="1"/>
                  </a:lnTo>
                  <a:close/>
                </a:path>
              </a:pathLst>
            </a:custGeom>
            <a:solidFill>
              <a:srgbClr val="252C3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1" name="Google Shape;1851;p28"/>
            <p:cNvSpPr/>
            <p:nvPr/>
          </p:nvSpPr>
          <p:spPr>
            <a:xfrm>
              <a:off x="25799375" y="-37178825"/>
              <a:ext cx="29286275" cy="19590750"/>
            </a:xfrm>
            <a:custGeom>
              <a:avLst/>
              <a:gdLst/>
              <a:ahLst/>
              <a:cxnLst/>
              <a:rect l="l" t="t" r="r" b="b"/>
              <a:pathLst>
                <a:path w="1171451" h="783630" extrusionOk="0">
                  <a:moveTo>
                    <a:pt x="1167287" y="1"/>
                  </a:moveTo>
                  <a:lnTo>
                    <a:pt x="1" y="777398"/>
                  </a:lnTo>
                  <a:lnTo>
                    <a:pt x="4134" y="783629"/>
                  </a:lnTo>
                  <a:lnTo>
                    <a:pt x="1171451" y="6232"/>
                  </a:lnTo>
                  <a:lnTo>
                    <a:pt x="1167287" y="1"/>
                  </a:lnTo>
                  <a:close/>
                </a:path>
              </a:pathLst>
            </a:custGeom>
            <a:solidFill>
              <a:srgbClr val="252C3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2" name="Google Shape;1852;p28"/>
            <p:cNvSpPr/>
            <p:nvPr/>
          </p:nvSpPr>
          <p:spPr>
            <a:xfrm>
              <a:off x="23826700" y="-38491150"/>
              <a:ext cx="30479300" cy="20125700"/>
            </a:xfrm>
            <a:custGeom>
              <a:avLst/>
              <a:gdLst/>
              <a:ahLst/>
              <a:cxnLst/>
              <a:rect l="l" t="t" r="r" b="b"/>
              <a:pathLst>
                <a:path w="1219172" h="805028" extrusionOk="0">
                  <a:moveTo>
                    <a:pt x="1215038" y="1"/>
                  </a:moveTo>
                  <a:lnTo>
                    <a:pt x="0" y="798736"/>
                  </a:lnTo>
                  <a:lnTo>
                    <a:pt x="4134" y="805028"/>
                  </a:lnTo>
                  <a:lnTo>
                    <a:pt x="1219172" y="6293"/>
                  </a:lnTo>
                  <a:lnTo>
                    <a:pt x="1215038" y="1"/>
                  </a:lnTo>
                  <a:close/>
                </a:path>
              </a:pathLst>
            </a:custGeom>
            <a:solidFill>
              <a:srgbClr val="252C3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3" name="Google Shape;1853;p28"/>
            <p:cNvSpPr/>
            <p:nvPr/>
          </p:nvSpPr>
          <p:spPr>
            <a:xfrm>
              <a:off x="23884450" y="-39741150"/>
              <a:ext cx="29683700" cy="19369600"/>
            </a:xfrm>
            <a:custGeom>
              <a:avLst/>
              <a:gdLst/>
              <a:ahLst/>
              <a:cxnLst/>
              <a:rect l="l" t="t" r="r" b="b"/>
              <a:pathLst>
                <a:path w="1187348" h="774784" extrusionOk="0">
                  <a:moveTo>
                    <a:pt x="1183245" y="0"/>
                  </a:moveTo>
                  <a:lnTo>
                    <a:pt x="1" y="768491"/>
                  </a:lnTo>
                  <a:lnTo>
                    <a:pt x="4104" y="774783"/>
                  </a:lnTo>
                  <a:lnTo>
                    <a:pt x="1187348" y="6322"/>
                  </a:lnTo>
                  <a:lnTo>
                    <a:pt x="1183245" y="0"/>
                  </a:lnTo>
                  <a:close/>
                </a:path>
              </a:pathLst>
            </a:custGeom>
            <a:solidFill>
              <a:srgbClr val="252C3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4" name="Google Shape;1854;p28"/>
            <p:cNvSpPr/>
            <p:nvPr/>
          </p:nvSpPr>
          <p:spPr>
            <a:xfrm>
              <a:off x="30959050" y="-26676500"/>
              <a:ext cx="1020550" cy="826250"/>
            </a:xfrm>
            <a:custGeom>
              <a:avLst/>
              <a:gdLst/>
              <a:ahLst/>
              <a:cxnLst/>
              <a:rect l="l" t="t" r="r" b="b"/>
              <a:pathLst>
                <a:path w="40822" h="33050" extrusionOk="0">
                  <a:moveTo>
                    <a:pt x="25995" y="0"/>
                  </a:moveTo>
                  <a:cubicBezTo>
                    <a:pt x="21403" y="0"/>
                    <a:pt x="16208" y="1802"/>
                    <a:pt x="11642" y="5355"/>
                  </a:cubicBezTo>
                  <a:cubicBezTo>
                    <a:pt x="3070" y="12072"/>
                    <a:pt x="1" y="22559"/>
                    <a:pt x="4803" y="28729"/>
                  </a:cubicBezTo>
                  <a:cubicBezTo>
                    <a:pt x="7080" y="31621"/>
                    <a:pt x="10698" y="33050"/>
                    <a:pt x="14789" y="33050"/>
                  </a:cubicBezTo>
                  <a:cubicBezTo>
                    <a:pt x="19382" y="33050"/>
                    <a:pt x="24570" y="31249"/>
                    <a:pt x="29120" y="27695"/>
                  </a:cubicBezTo>
                  <a:cubicBezTo>
                    <a:pt x="37752" y="20948"/>
                    <a:pt x="40822" y="10492"/>
                    <a:pt x="35959" y="4321"/>
                  </a:cubicBezTo>
                  <a:cubicBezTo>
                    <a:pt x="33696" y="1429"/>
                    <a:pt x="30085" y="0"/>
                    <a:pt x="25995"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5" name="Google Shape;1855;p28"/>
            <p:cNvSpPr/>
            <p:nvPr/>
          </p:nvSpPr>
          <p:spPr>
            <a:xfrm>
              <a:off x="30899025" y="-26781375"/>
              <a:ext cx="1140625" cy="1033600"/>
            </a:xfrm>
            <a:custGeom>
              <a:avLst/>
              <a:gdLst/>
              <a:ahLst/>
              <a:cxnLst/>
              <a:rect l="l" t="t" r="r" b="b"/>
              <a:pathLst>
                <a:path w="45625" h="41344" extrusionOk="0">
                  <a:moveTo>
                    <a:pt x="28420" y="8273"/>
                  </a:moveTo>
                  <a:cubicBezTo>
                    <a:pt x="31277" y="8273"/>
                    <a:pt x="33709" y="9185"/>
                    <a:pt x="35138" y="11009"/>
                  </a:cubicBezTo>
                  <a:cubicBezTo>
                    <a:pt x="37144" y="13592"/>
                    <a:pt x="36597" y="16997"/>
                    <a:pt x="36050" y="18790"/>
                  </a:cubicBezTo>
                  <a:cubicBezTo>
                    <a:pt x="34986" y="22316"/>
                    <a:pt x="32432" y="25903"/>
                    <a:pt x="28998" y="28577"/>
                  </a:cubicBezTo>
                  <a:cubicBezTo>
                    <a:pt x="25563" y="31283"/>
                    <a:pt x="21460" y="32924"/>
                    <a:pt x="17782" y="33076"/>
                  </a:cubicBezTo>
                  <a:cubicBezTo>
                    <a:pt x="17560" y="33090"/>
                    <a:pt x="17316" y="33099"/>
                    <a:pt x="17054" y="33099"/>
                  </a:cubicBezTo>
                  <a:cubicBezTo>
                    <a:pt x="15121" y="33099"/>
                    <a:pt x="12223" y="32616"/>
                    <a:pt x="10456" y="30340"/>
                  </a:cubicBezTo>
                  <a:cubicBezTo>
                    <a:pt x="8420" y="27757"/>
                    <a:pt x="8997" y="24322"/>
                    <a:pt x="9545" y="22559"/>
                  </a:cubicBezTo>
                  <a:cubicBezTo>
                    <a:pt x="10548" y="19003"/>
                    <a:pt x="13101" y="15447"/>
                    <a:pt x="16566" y="12741"/>
                  </a:cubicBezTo>
                  <a:cubicBezTo>
                    <a:pt x="20365" y="9823"/>
                    <a:pt x="24742" y="8273"/>
                    <a:pt x="28420" y="8273"/>
                  </a:cubicBezTo>
                  <a:close/>
                  <a:moveTo>
                    <a:pt x="28407" y="1"/>
                  </a:moveTo>
                  <a:cubicBezTo>
                    <a:pt x="22932" y="1"/>
                    <a:pt x="16898" y="2106"/>
                    <a:pt x="11551" y="6297"/>
                  </a:cubicBezTo>
                  <a:cubicBezTo>
                    <a:pt x="6718" y="10097"/>
                    <a:pt x="3192" y="15021"/>
                    <a:pt x="1672" y="20279"/>
                  </a:cubicBezTo>
                  <a:cubicBezTo>
                    <a:pt x="0" y="25903"/>
                    <a:pt x="882" y="31435"/>
                    <a:pt x="3982" y="35416"/>
                  </a:cubicBezTo>
                  <a:cubicBezTo>
                    <a:pt x="6961" y="39216"/>
                    <a:pt x="11733" y="41344"/>
                    <a:pt x="17235" y="41344"/>
                  </a:cubicBezTo>
                  <a:lnTo>
                    <a:pt x="18116" y="41344"/>
                  </a:lnTo>
                  <a:cubicBezTo>
                    <a:pt x="23587" y="41131"/>
                    <a:pt x="29241" y="38912"/>
                    <a:pt x="34074" y="35112"/>
                  </a:cubicBezTo>
                  <a:cubicBezTo>
                    <a:pt x="38907" y="31313"/>
                    <a:pt x="42433" y="26389"/>
                    <a:pt x="43952" y="21130"/>
                  </a:cubicBezTo>
                  <a:cubicBezTo>
                    <a:pt x="45624" y="15507"/>
                    <a:pt x="44743" y="9975"/>
                    <a:pt x="41642" y="5993"/>
                  </a:cubicBezTo>
                  <a:cubicBezTo>
                    <a:pt x="38525" y="1992"/>
                    <a:pt x="33731" y="1"/>
                    <a:pt x="28407"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6" name="Google Shape;1856;p28"/>
            <p:cNvSpPr/>
            <p:nvPr/>
          </p:nvSpPr>
          <p:spPr>
            <a:xfrm>
              <a:off x="33922625" y="-22997025"/>
              <a:ext cx="1022850" cy="825325"/>
            </a:xfrm>
            <a:custGeom>
              <a:avLst/>
              <a:gdLst/>
              <a:ahLst/>
              <a:cxnLst/>
              <a:rect l="l" t="t" r="r" b="b"/>
              <a:pathLst>
                <a:path w="40914" h="33013" extrusionOk="0">
                  <a:moveTo>
                    <a:pt x="25999" y="0"/>
                  </a:moveTo>
                  <a:cubicBezTo>
                    <a:pt x="21425" y="0"/>
                    <a:pt x="16269" y="1777"/>
                    <a:pt x="11734" y="5290"/>
                  </a:cubicBezTo>
                  <a:cubicBezTo>
                    <a:pt x="3101" y="11977"/>
                    <a:pt x="1" y="22433"/>
                    <a:pt x="4773" y="28634"/>
                  </a:cubicBezTo>
                  <a:cubicBezTo>
                    <a:pt x="7067" y="31563"/>
                    <a:pt x="10730" y="33012"/>
                    <a:pt x="14865" y="33012"/>
                  </a:cubicBezTo>
                  <a:cubicBezTo>
                    <a:pt x="19443" y="33012"/>
                    <a:pt x="24600" y="31236"/>
                    <a:pt x="29120" y="27722"/>
                  </a:cubicBezTo>
                  <a:cubicBezTo>
                    <a:pt x="37783" y="21035"/>
                    <a:pt x="40913" y="10579"/>
                    <a:pt x="36080" y="4378"/>
                  </a:cubicBezTo>
                  <a:cubicBezTo>
                    <a:pt x="33787" y="1450"/>
                    <a:pt x="30131" y="0"/>
                    <a:pt x="25999"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7" name="Google Shape;1857;p28"/>
            <p:cNvSpPr/>
            <p:nvPr/>
          </p:nvSpPr>
          <p:spPr>
            <a:xfrm>
              <a:off x="33805600" y="-23100700"/>
              <a:ext cx="1198375" cy="1033075"/>
            </a:xfrm>
            <a:custGeom>
              <a:avLst/>
              <a:gdLst/>
              <a:ahLst/>
              <a:cxnLst/>
              <a:rect l="l" t="t" r="r" b="b"/>
              <a:pathLst>
                <a:path w="47935" h="41323" extrusionOk="0">
                  <a:moveTo>
                    <a:pt x="30700" y="8222"/>
                  </a:moveTo>
                  <a:cubicBezTo>
                    <a:pt x="32646" y="8222"/>
                    <a:pt x="35685" y="8647"/>
                    <a:pt x="37540" y="10988"/>
                  </a:cubicBezTo>
                  <a:cubicBezTo>
                    <a:pt x="39546" y="13571"/>
                    <a:pt x="38938" y="17006"/>
                    <a:pt x="38391" y="18799"/>
                  </a:cubicBezTo>
                  <a:cubicBezTo>
                    <a:pt x="37357" y="22325"/>
                    <a:pt x="34743" y="25881"/>
                    <a:pt x="31308" y="28556"/>
                  </a:cubicBezTo>
                  <a:cubicBezTo>
                    <a:pt x="27510" y="31482"/>
                    <a:pt x="23164" y="33001"/>
                    <a:pt x="19487" y="33001"/>
                  </a:cubicBezTo>
                  <a:cubicBezTo>
                    <a:pt x="16632" y="33001"/>
                    <a:pt x="14181" y="32084"/>
                    <a:pt x="12706" y="30198"/>
                  </a:cubicBezTo>
                  <a:cubicBezTo>
                    <a:pt x="9393" y="25881"/>
                    <a:pt x="12220" y="17827"/>
                    <a:pt x="18968" y="12629"/>
                  </a:cubicBezTo>
                  <a:cubicBezTo>
                    <a:pt x="22402" y="9984"/>
                    <a:pt x="26506" y="8373"/>
                    <a:pt x="30184" y="8222"/>
                  </a:cubicBezTo>
                  <a:close/>
                  <a:moveTo>
                    <a:pt x="30671" y="1"/>
                  </a:moveTo>
                  <a:cubicBezTo>
                    <a:pt x="30419" y="1"/>
                    <a:pt x="30165" y="5"/>
                    <a:pt x="29910" y="15"/>
                  </a:cubicBezTo>
                  <a:cubicBezTo>
                    <a:pt x="24469" y="258"/>
                    <a:pt x="18816" y="2416"/>
                    <a:pt x="13952" y="6185"/>
                  </a:cubicBezTo>
                  <a:cubicBezTo>
                    <a:pt x="3344" y="14392"/>
                    <a:pt x="1" y="27158"/>
                    <a:pt x="6262" y="35274"/>
                  </a:cubicBezTo>
                  <a:cubicBezTo>
                    <a:pt x="9393" y="39316"/>
                    <a:pt x="14196" y="41322"/>
                    <a:pt x="19576" y="41322"/>
                  </a:cubicBezTo>
                  <a:cubicBezTo>
                    <a:pt x="24986" y="41322"/>
                    <a:pt x="31004" y="39225"/>
                    <a:pt x="36324" y="35091"/>
                  </a:cubicBezTo>
                  <a:cubicBezTo>
                    <a:pt x="41187" y="31322"/>
                    <a:pt x="44713" y="26398"/>
                    <a:pt x="46263" y="21140"/>
                  </a:cubicBezTo>
                  <a:cubicBezTo>
                    <a:pt x="47935" y="15516"/>
                    <a:pt x="47145" y="10015"/>
                    <a:pt x="44044" y="5972"/>
                  </a:cubicBezTo>
                  <a:cubicBezTo>
                    <a:pt x="41053" y="2168"/>
                    <a:pt x="36092" y="1"/>
                    <a:pt x="30671"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8" name="Google Shape;1858;p28"/>
            <p:cNvSpPr/>
            <p:nvPr/>
          </p:nvSpPr>
          <p:spPr>
            <a:xfrm>
              <a:off x="31563175" y="-24935475"/>
              <a:ext cx="1719650" cy="1758400"/>
            </a:xfrm>
            <a:custGeom>
              <a:avLst/>
              <a:gdLst/>
              <a:ahLst/>
              <a:cxnLst/>
              <a:rect l="l" t="t" r="r" b="b"/>
              <a:pathLst>
                <a:path w="68786" h="70336" extrusionOk="0">
                  <a:moveTo>
                    <a:pt x="26323" y="0"/>
                  </a:moveTo>
                  <a:lnTo>
                    <a:pt x="23192" y="2675"/>
                  </a:lnTo>
                  <a:cubicBezTo>
                    <a:pt x="9301" y="14469"/>
                    <a:pt x="760" y="29758"/>
                    <a:pt x="243" y="43527"/>
                  </a:cubicBezTo>
                  <a:cubicBezTo>
                    <a:pt x="0" y="51430"/>
                    <a:pt x="2432" y="58117"/>
                    <a:pt x="7325" y="62889"/>
                  </a:cubicBezTo>
                  <a:cubicBezTo>
                    <a:pt x="12402" y="67904"/>
                    <a:pt x="19909" y="70336"/>
                    <a:pt x="28420" y="70336"/>
                  </a:cubicBezTo>
                  <a:cubicBezTo>
                    <a:pt x="39910" y="70336"/>
                    <a:pt x="53375" y="65898"/>
                    <a:pt x="65442" y="57266"/>
                  </a:cubicBezTo>
                  <a:lnTo>
                    <a:pt x="68786" y="54864"/>
                  </a:lnTo>
                  <a:lnTo>
                    <a:pt x="64013" y="48147"/>
                  </a:lnTo>
                  <a:lnTo>
                    <a:pt x="60670" y="50548"/>
                  </a:lnTo>
                  <a:cubicBezTo>
                    <a:pt x="49976" y="58140"/>
                    <a:pt x="38047" y="62184"/>
                    <a:pt x="28286" y="62184"/>
                  </a:cubicBezTo>
                  <a:cubicBezTo>
                    <a:pt x="21985" y="62184"/>
                    <a:pt x="16587" y="60498"/>
                    <a:pt x="13009" y="56992"/>
                  </a:cubicBezTo>
                  <a:cubicBezTo>
                    <a:pt x="8997" y="53041"/>
                    <a:pt x="8298" y="47661"/>
                    <a:pt x="8420" y="43831"/>
                  </a:cubicBezTo>
                  <a:cubicBezTo>
                    <a:pt x="8845" y="32493"/>
                    <a:pt x="16505" y="19150"/>
                    <a:pt x="28481" y="8937"/>
                  </a:cubicBezTo>
                  <a:lnTo>
                    <a:pt x="31642" y="6262"/>
                  </a:lnTo>
                  <a:lnTo>
                    <a:pt x="26323"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862"/>
        <p:cNvGrpSpPr/>
        <p:nvPr/>
      </p:nvGrpSpPr>
      <p:grpSpPr>
        <a:xfrm>
          <a:off x="0" y="0"/>
          <a:ext cx="0" cy="0"/>
          <a:chOff x="0" y="0"/>
          <a:chExt cx="0" cy="0"/>
        </a:xfrm>
      </p:grpSpPr>
      <p:sp>
        <p:nvSpPr>
          <p:cNvPr id="1863" name="Google Shape;1863;p29"/>
          <p:cNvSpPr txBox="1">
            <a:spLocks noGrp="1"/>
          </p:cNvSpPr>
          <p:nvPr>
            <p:ph type="title"/>
          </p:nvPr>
        </p:nvSpPr>
        <p:spPr>
          <a:xfrm>
            <a:off x="904875" y="597425"/>
            <a:ext cx="73344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fr"/>
              <a:t>deux </a:t>
            </a:r>
            <a:r>
              <a:rPr lang="fr">
                <a:solidFill>
                  <a:schemeClr val="lt1"/>
                </a:solidFill>
              </a:rPr>
              <a:t>colonnes</a:t>
            </a:r>
            <a:endParaRPr>
              <a:solidFill>
                <a:schemeClr val="lt1"/>
              </a:solidFill>
            </a:endParaRPr>
          </a:p>
        </p:txBody>
      </p:sp>
      <p:sp>
        <p:nvSpPr>
          <p:cNvPr id="1864" name="Google Shape;1864;p29"/>
          <p:cNvSpPr txBox="1">
            <a:spLocks noGrp="1"/>
          </p:cNvSpPr>
          <p:nvPr>
            <p:ph type="subTitle" idx="3"/>
          </p:nvPr>
        </p:nvSpPr>
        <p:spPr>
          <a:xfrm>
            <a:off x="1235550" y="2850350"/>
            <a:ext cx="3241200" cy="10188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fr"/>
              <a:t>Mercure est la planète la plus petite du système solaire. Elle n’est qu’un peu plus grande que la Lune</a:t>
            </a:r>
            <a:endParaRPr/>
          </a:p>
        </p:txBody>
      </p:sp>
      <p:sp>
        <p:nvSpPr>
          <p:cNvPr id="1865" name="Google Shape;1865;p29"/>
          <p:cNvSpPr txBox="1">
            <a:spLocks noGrp="1"/>
          </p:cNvSpPr>
          <p:nvPr>
            <p:ph type="subTitle" idx="4"/>
          </p:nvPr>
        </p:nvSpPr>
        <p:spPr>
          <a:xfrm>
            <a:off x="4683550" y="2850350"/>
            <a:ext cx="3241200" cy="10188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fr"/>
              <a:t>Vénus a un beau nom et est la deuxième planète à partir du Soleil. Elle est chaude et a une atmosphère toxique</a:t>
            </a:r>
            <a:endParaRPr/>
          </a:p>
        </p:txBody>
      </p:sp>
      <p:sp>
        <p:nvSpPr>
          <p:cNvPr id="1866" name="Google Shape;1866;p29"/>
          <p:cNvSpPr txBox="1">
            <a:spLocks noGrp="1"/>
          </p:cNvSpPr>
          <p:nvPr>
            <p:ph type="subTitle" idx="1"/>
          </p:nvPr>
        </p:nvSpPr>
        <p:spPr>
          <a:xfrm>
            <a:off x="1402338" y="2329550"/>
            <a:ext cx="2907600" cy="6222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fr"/>
              <a:t>EUX</a:t>
            </a:r>
            <a:endParaRPr/>
          </a:p>
        </p:txBody>
      </p:sp>
      <p:sp>
        <p:nvSpPr>
          <p:cNvPr id="1867" name="Google Shape;1867;p29"/>
          <p:cNvSpPr txBox="1">
            <a:spLocks noGrp="1"/>
          </p:cNvSpPr>
          <p:nvPr>
            <p:ph type="subTitle" idx="2"/>
          </p:nvPr>
        </p:nvSpPr>
        <p:spPr>
          <a:xfrm>
            <a:off x="4850388" y="2329550"/>
            <a:ext cx="2907600" cy="6222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fr"/>
              <a:t>NOUS</a:t>
            </a:r>
            <a:endParaRPr/>
          </a:p>
        </p:txBody>
      </p:sp>
      <p:grpSp>
        <p:nvGrpSpPr>
          <p:cNvPr id="1868" name="Google Shape;1868;p29"/>
          <p:cNvGrpSpPr/>
          <p:nvPr/>
        </p:nvGrpSpPr>
        <p:grpSpPr>
          <a:xfrm>
            <a:off x="2658112" y="1892266"/>
            <a:ext cx="396280" cy="437280"/>
            <a:chOff x="1830756" y="2803363"/>
            <a:chExt cx="296906" cy="327624"/>
          </a:xfrm>
        </p:grpSpPr>
        <p:sp>
          <p:nvSpPr>
            <p:cNvPr id="1869" name="Google Shape;1869;p29"/>
            <p:cNvSpPr/>
            <p:nvPr/>
          </p:nvSpPr>
          <p:spPr>
            <a:xfrm>
              <a:off x="1867409" y="3029079"/>
              <a:ext cx="54529" cy="96806"/>
            </a:xfrm>
            <a:custGeom>
              <a:avLst/>
              <a:gdLst/>
              <a:ahLst/>
              <a:cxnLst/>
              <a:rect l="l" t="t" r="r" b="b"/>
              <a:pathLst>
                <a:path w="37413" h="66419" extrusionOk="0">
                  <a:moveTo>
                    <a:pt x="21433" y="1"/>
                  </a:moveTo>
                  <a:cubicBezTo>
                    <a:pt x="17647" y="4383"/>
                    <a:pt x="13551" y="10027"/>
                    <a:pt x="9978" y="16885"/>
                  </a:cubicBezTo>
                  <a:cubicBezTo>
                    <a:pt x="6406" y="23767"/>
                    <a:pt x="3358" y="31864"/>
                    <a:pt x="1739" y="41176"/>
                  </a:cubicBezTo>
                  <a:cubicBezTo>
                    <a:pt x="381" y="48772"/>
                    <a:pt x="0" y="57179"/>
                    <a:pt x="976" y="66419"/>
                  </a:cubicBezTo>
                  <a:lnTo>
                    <a:pt x="21409" y="66419"/>
                  </a:lnTo>
                  <a:lnTo>
                    <a:pt x="37413" y="44438"/>
                  </a:lnTo>
                  <a:lnTo>
                    <a:pt x="21433" y="1"/>
                  </a:lnTo>
                  <a:close/>
                </a:path>
              </a:pathLst>
            </a:custGeom>
            <a:solidFill>
              <a:srgbClr val="EFEDE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0" name="Google Shape;1870;p29"/>
            <p:cNvSpPr/>
            <p:nvPr/>
          </p:nvSpPr>
          <p:spPr>
            <a:xfrm>
              <a:off x="2036756" y="3029079"/>
              <a:ext cx="54461" cy="96876"/>
            </a:xfrm>
            <a:custGeom>
              <a:avLst/>
              <a:gdLst/>
              <a:ahLst/>
              <a:cxnLst/>
              <a:rect l="l" t="t" r="r" b="b"/>
              <a:pathLst>
                <a:path w="37366" h="66467" extrusionOk="0">
                  <a:moveTo>
                    <a:pt x="16004" y="1"/>
                  </a:moveTo>
                  <a:lnTo>
                    <a:pt x="15980" y="72"/>
                  </a:lnTo>
                  <a:lnTo>
                    <a:pt x="15980" y="96"/>
                  </a:lnTo>
                  <a:lnTo>
                    <a:pt x="1" y="44510"/>
                  </a:lnTo>
                  <a:lnTo>
                    <a:pt x="15980" y="66443"/>
                  </a:lnTo>
                  <a:lnTo>
                    <a:pt x="15980" y="66467"/>
                  </a:lnTo>
                  <a:lnTo>
                    <a:pt x="36366" y="66467"/>
                  </a:lnTo>
                  <a:cubicBezTo>
                    <a:pt x="37366" y="57227"/>
                    <a:pt x="36937" y="48796"/>
                    <a:pt x="35627" y="41200"/>
                  </a:cubicBezTo>
                  <a:cubicBezTo>
                    <a:pt x="32389" y="22600"/>
                    <a:pt x="23577" y="8907"/>
                    <a:pt x="16052" y="120"/>
                  </a:cubicBezTo>
                  <a:lnTo>
                    <a:pt x="16004" y="1"/>
                  </a:lnTo>
                  <a:close/>
                </a:path>
              </a:pathLst>
            </a:custGeom>
            <a:solidFill>
              <a:srgbClr val="EFEDE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1" name="Google Shape;1871;p29"/>
            <p:cNvSpPr/>
            <p:nvPr/>
          </p:nvSpPr>
          <p:spPr>
            <a:xfrm>
              <a:off x="1887194" y="3029391"/>
              <a:ext cx="22562" cy="30790"/>
            </a:xfrm>
            <a:custGeom>
              <a:avLst/>
              <a:gdLst/>
              <a:ahLst/>
              <a:cxnLst/>
              <a:rect l="l" t="t" r="r" b="b"/>
              <a:pathLst>
                <a:path w="15480" h="21125" extrusionOk="0">
                  <a:moveTo>
                    <a:pt x="7859" y="1"/>
                  </a:moveTo>
                  <a:cubicBezTo>
                    <a:pt x="5311" y="2978"/>
                    <a:pt x="2596" y="6478"/>
                    <a:pt x="0" y="10598"/>
                  </a:cubicBezTo>
                  <a:cubicBezTo>
                    <a:pt x="1763" y="12051"/>
                    <a:pt x="3549" y="13456"/>
                    <a:pt x="5430" y="14790"/>
                  </a:cubicBezTo>
                  <a:cubicBezTo>
                    <a:pt x="8669" y="17100"/>
                    <a:pt x="12003" y="19219"/>
                    <a:pt x="15480" y="21124"/>
                  </a:cubicBezTo>
                  <a:lnTo>
                    <a:pt x="7859" y="1"/>
                  </a:lnTo>
                  <a:close/>
                </a:path>
              </a:pathLst>
            </a:custGeom>
            <a:solidFill>
              <a:srgbClr val="F0EBD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2" name="Google Shape;1872;p29"/>
            <p:cNvSpPr/>
            <p:nvPr/>
          </p:nvSpPr>
          <p:spPr>
            <a:xfrm>
              <a:off x="2049113" y="3029391"/>
              <a:ext cx="22564" cy="30790"/>
            </a:xfrm>
            <a:custGeom>
              <a:avLst/>
              <a:gdLst/>
              <a:ahLst/>
              <a:cxnLst/>
              <a:rect l="l" t="t" r="r" b="b"/>
              <a:pathLst>
                <a:path w="15481" h="21125" extrusionOk="0">
                  <a:moveTo>
                    <a:pt x="7622" y="1"/>
                  </a:moveTo>
                  <a:lnTo>
                    <a:pt x="1" y="21124"/>
                  </a:lnTo>
                  <a:cubicBezTo>
                    <a:pt x="3478" y="19219"/>
                    <a:pt x="6812" y="17100"/>
                    <a:pt x="10074" y="14790"/>
                  </a:cubicBezTo>
                  <a:cubicBezTo>
                    <a:pt x="11932" y="13456"/>
                    <a:pt x="13718" y="12051"/>
                    <a:pt x="15480" y="10598"/>
                  </a:cubicBezTo>
                  <a:cubicBezTo>
                    <a:pt x="12885" y="6478"/>
                    <a:pt x="10194" y="2978"/>
                    <a:pt x="7622" y="1"/>
                  </a:cubicBezTo>
                  <a:close/>
                </a:path>
              </a:pathLst>
            </a:custGeom>
            <a:solidFill>
              <a:srgbClr val="F0EBD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3" name="Google Shape;1873;p29"/>
            <p:cNvSpPr/>
            <p:nvPr/>
          </p:nvSpPr>
          <p:spPr>
            <a:xfrm>
              <a:off x="1898648" y="3029252"/>
              <a:ext cx="161366" cy="96702"/>
            </a:xfrm>
            <a:custGeom>
              <a:avLst/>
              <a:gdLst/>
              <a:ahLst/>
              <a:cxnLst/>
              <a:rect l="l" t="t" r="r" b="b"/>
              <a:pathLst>
                <a:path w="110714" h="66348" extrusionOk="0">
                  <a:moveTo>
                    <a:pt x="0" y="1"/>
                  </a:moveTo>
                  <a:lnTo>
                    <a:pt x="0" y="66348"/>
                  </a:lnTo>
                  <a:lnTo>
                    <a:pt x="110714" y="66348"/>
                  </a:lnTo>
                  <a:lnTo>
                    <a:pt x="110714" y="72"/>
                  </a:lnTo>
                  <a:cubicBezTo>
                    <a:pt x="110714" y="25"/>
                    <a:pt x="110714" y="25"/>
                    <a:pt x="110690" y="25"/>
                  </a:cubicBezTo>
                  <a:lnTo>
                    <a:pt x="0" y="1"/>
                  </a:lnTo>
                  <a:close/>
                </a:path>
              </a:pathLst>
            </a:custGeom>
            <a:solidFill>
              <a:srgbClr val="00B2B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4" name="Google Shape;1874;p29"/>
            <p:cNvSpPr/>
            <p:nvPr/>
          </p:nvSpPr>
          <p:spPr>
            <a:xfrm>
              <a:off x="1898682" y="3029217"/>
              <a:ext cx="161332" cy="48491"/>
            </a:xfrm>
            <a:custGeom>
              <a:avLst/>
              <a:gdLst/>
              <a:ahLst/>
              <a:cxnLst/>
              <a:rect l="l" t="t" r="r" b="b"/>
              <a:pathLst>
                <a:path w="110691" h="33270" extrusionOk="0">
                  <a:moveTo>
                    <a:pt x="1" y="1"/>
                  </a:moveTo>
                  <a:lnTo>
                    <a:pt x="1" y="16480"/>
                  </a:lnTo>
                  <a:cubicBezTo>
                    <a:pt x="16290" y="27459"/>
                    <a:pt x="35342" y="33270"/>
                    <a:pt x="55346" y="33270"/>
                  </a:cubicBezTo>
                  <a:cubicBezTo>
                    <a:pt x="75350" y="33270"/>
                    <a:pt x="94425" y="27459"/>
                    <a:pt x="110691" y="16480"/>
                  </a:cubicBezTo>
                  <a:lnTo>
                    <a:pt x="110691" y="25"/>
                  </a:lnTo>
                  <a:lnTo>
                    <a:pt x="110667" y="1"/>
                  </a:lnTo>
                  <a:close/>
                </a:path>
              </a:pathLst>
            </a:custGeom>
            <a:solidFill>
              <a:srgbClr val="00A5C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5" name="Google Shape;1875;p29"/>
            <p:cNvSpPr/>
            <p:nvPr/>
          </p:nvSpPr>
          <p:spPr>
            <a:xfrm>
              <a:off x="1917008" y="3029217"/>
              <a:ext cx="124817" cy="84381"/>
            </a:xfrm>
            <a:custGeom>
              <a:avLst/>
              <a:gdLst/>
              <a:ahLst/>
              <a:cxnLst/>
              <a:rect l="l" t="t" r="r" b="b"/>
              <a:pathLst>
                <a:path w="85638" h="57894" extrusionOk="0">
                  <a:moveTo>
                    <a:pt x="71897" y="5740"/>
                  </a:moveTo>
                  <a:cubicBezTo>
                    <a:pt x="71849" y="5740"/>
                    <a:pt x="69420" y="28602"/>
                    <a:pt x="42867" y="43153"/>
                  </a:cubicBezTo>
                  <a:cubicBezTo>
                    <a:pt x="16314" y="28602"/>
                    <a:pt x="13861" y="5740"/>
                    <a:pt x="13861" y="5740"/>
                  </a:cubicBezTo>
                  <a:close/>
                  <a:moveTo>
                    <a:pt x="1" y="1"/>
                  </a:moveTo>
                  <a:lnTo>
                    <a:pt x="739" y="6836"/>
                  </a:lnTo>
                  <a:cubicBezTo>
                    <a:pt x="882" y="8217"/>
                    <a:pt x="1882" y="15504"/>
                    <a:pt x="6693" y="24792"/>
                  </a:cubicBezTo>
                  <a:cubicBezTo>
                    <a:pt x="13028" y="36961"/>
                    <a:pt x="23363" y="47201"/>
                    <a:pt x="36485" y="54417"/>
                  </a:cubicBezTo>
                  <a:lnTo>
                    <a:pt x="42843" y="57894"/>
                  </a:lnTo>
                  <a:lnTo>
                    <a:pt x="49178" y="54417"/>
                  </a:lnTo>
                  <a:cubicBezTo>
                    <a:pt x="62324" y="47201"/>
                    <a:pt x="72635" y="36961"/>
                    <a:pt x="78970" y="24792"/>
                  </a:cubicBezTo>
                  <a:cubicBezTo>
                    <a:pt x="83828" y="15504"/>
                    <a:pt x="84781" y="8217"/>
                    <a:pt x="84923" y="6836"/>
                  </a:cubicBezTo>
                  <a:lnTo>
                    <a:pt x="85638" y="25"/>
                  </a:lnTo>
                  <a:lnTo>
                    <a:pt x="1" y="1"/>
                  </a:lnTo>
                  <a:close/>
                </a:path>
              </a:pathLst>
            </a:custGeom>
            <a:solidFill>
              <a:srgbClr val="FF89A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6" name="Google Shape;1876;p29"/>
            <p:cNvSpPr/>
            <p:nvPr/>
          </p:nvSpPr>
          <p:spPr>
            <a:xfrm>
              <a:off x="1917008" y="3029252"/>
              <a:ext cx="124297" cy="47207"/>
            </a:xfrm>
            <a:custGeom>
              <a:avLst/>
              <a:gdLst/>
              <a:ahLst/>
              <a:cxnLst/>
              <a:rect l="l" t="t" r="r" b="b"/>
              <a:pathLst>
                <a:path w="85281" h="32389" extrusionOk="0">
                  <a:moveTo>
                    <a:pt x="85281" y="1"/>
                  </a:moveTo>
                  <a:lnTo>
                    <a:pt x="43224" y="453"/>
                  </a:lnTo>
                  <a:lnTo>
                    <a:pt x="1" y="453"/>
                  </a:lnTo>
                  <a:lnTo>
                    <a:pt x="739" y="6978"/>
                  </a:lnTo>
                  <a:cubicBezTo>
                    <a:pt x="882" y="8336"/>
                    <a:pt x="1882" y="15623"/>
                    <a:pt x="6693" y="24911"/>
                  </a:cubicBezTo>
                  <a:cubicBezTo>
                    <a:pt x="7074" y="25696"/>
                    <a:pt x="7503" y="26435"/>
                    <a:pt x="7955" y="27173"/>
                  </a:cubicBezTo>
                  <a:cubicBezTo>
                    <a:pt x="14552" y="29650"/>
                    <a:pt x="21434" y="31388"/>
                    <a:pt x="28483" y="32388"/>
                  </a:cubicBezTo>
                  <a:cubicBezTo>
                    <a:pt x="15338" y="19386"/>
                    <a:pt x="13837" y="5288"/>
                    <a:pt x="13837" y="5288"/>
                  </a:cubicBezTo>
                  <a:lnTo>
                    <a:pt x="71825" y="5288"/>
                  </a:lnTo>
                  <a:cubicBezTo>
                    <a:pt x="71826" y="5287"/>
                    <a:pt x="71826" y="5287"/>
                    <a:pt x="71826" y="5287"/>
                  </a:cubicBezTo>
                  <a:lnTo>
                    <a:pt x="71826" y="5287"/>
                  </a:lnTo>
                  <a:cubicBezTo>
                    <a:pt x="71847" y="5288"/>
                    <a:pt x="70385" y="18730"/>
                    <a:pt x="57632" y="31340"/>
                  </a:cubicBezTo>
                  <a:cubicBezTo>
                    <a:pt x="64467" y="30364"/>
                    <a:pt x="71182" y="28673"/>
                    <a:pt x="77565" y="26292"/>
                  </a:cubicBezTo>
                  <a:cubicBezTo>
                    <a:pt x="77993" y="25577"/>
                    <a:pt x="78374" y="24839"/>
                    <a:pt x="78755" y="24077"/>
                  </a:cubicBezTo>
                  <a:cubicBezTo>
                    <a:pt x="83471" y="15075"/>
                    <a:pt x="84423" y="7979"/>
                    <a:pt x="84566" y="6645"/>
                  </a:cubicBezTo>
                  <a:lnTo>
                    <a:pt x="85281" y="1"/>
                  </a:lnTo>
                  <a:close/>
                </a:path>
              </a:pathLst>
            </a:custGeom>
            <a:solidFill>
              <a:srgbClr val="FF89A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7" name="Google Shape;1877;p29"/>
            <p:cNvSpPr/>
            <p:nvPr/>
          </p:nvSpPr>
          <p:spPr>
            <a:xfrm>
              <a:off x="1930234" y="3033106"/>
              <a:ext cx="98507" cy="63589"/>
            </a:xfrm>
            <a:custGeom>
              <a:avLst/>
              <a:gdLst/>
              <a:ahLst/>
              <a:cxnLst/>
              <a:rect l="l" t="t" r="r" b="b"/>
              <a:pathLst>
                <a:path w="67586" h="43629" extrusionOk="0">
                  <a:moveTo>
                    <a:pt x="0" y="0"/>
                  </a:moveTo>
                  <a:cubicBezTo>
                    <a:pt x="0" y="0"/>
                    <a:pt x="2858" y="26648"/>
                    <a:pt x="33793" y="43628"/>
                  </a:cubicBezTo>
                  <a:cubicBezTo>
                    <a:pt x="64728" y="26648"/>
                    <a:pt x="67586" y="0"/>
                    <a:pt x="67586" y="0"/>
                  </a:cubicBezTo>
                  <a:close/>
                </a:path>
              </a:pathLst>
            </a:custGeom>
            <a:solidFill>
              <a:srgbClr val="EFEDE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8" name="Google Shape;1878;p29"/>
            <p:cNvSpPr/>
            <p:nvPr/>
          </p:nvSpPr>
          <p:spPr>
            <a:xfrm>
              <a:off x="1930234" y="3033071"/>
              <a:ext cx="98507" cy="45089"/>
            </a:xfrm>
            <a:custGeom>
              <a:avLst/>
              <a:gdLst/>
              <a:ahLst/>
              <a:cxnLst/>
              <a:rect l="l" t="t" r="r" b="b"/>
              <a:pathLst>
                <a:path w="67586" h="30936" extrusionOk="0">
                  <a:moveTo>
                    <a:pt x="0" y="0"/>
                  </a:moveTo>
                  <a:cubicBezTo>
                    <a:pt x="0" y="0"/>
                    <a:pt x="1572" y="14694"/>
                    <a:pt x="15075" y="29197"/>
                  </a:cubicBezTo>
                  <a:cubicBezTo>
                    <a:pt x="21171" y="30364"/>
                    <a:pt x="27411" y="30935"/>
                    <a:pt x="33793" y="30935"/>
                  </a:cubicBezTo>
                  <a:cubicBezTo>
                    <a:pt x="33915" y="30936"/>
                    <a:pt x="34037" y="30936"/>
                    <a:pt x="34159" y="30936"/>
                  </a:cubicBezTo>
                  <a:cubicBezTo>
                    <a:pt x="40370" y="30936"/>
                    <a:pt x="46532" y="30341"/>
                    <a:pt x="52511" y="29197"/>
                  </a:cubicBezTo>
                  <a:cubicBezTo>
                    <a:pt x="65990" y="14694"/>
                    <a:pt x="67586" y="0"/>
                    <a:pt x="67586" y="0"/>
                  </a:cubicBezTo>
                  <a:close/>
                </a:path>
              </a:pathLst>
            </a:custGeom>
            <a:solidFill>
              <a:srgbClr val="F0EBD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9" name="Google Shape;1879;p29"/>
            <p:cNvSpPr/>
            <p:nvPr/>
          </p:nvSpPr>
          <p:spPr>
            <a:xfrm>
              <a:off x="1840370" y="2808014"/>
              <a:ext cx="278546" cy="207737"/>
            </a:xfrm>
            <a:custGeom>
              <a:avLst/>
              <a:gdLst/>
              <a:ahLst/>
              <a:cxnLst/>
              <a:rect l="l" t="t" r="r" b="b"/>
              <a:pathLst>
                <a:path w="191112" h="142530" extrusionOk="0">
                  <a:moveTo>
                    <a:pt x="95568" y="1"/>
                  </a:moveTo>
                  <a:cubicBezTo>
                    <a:pt x="42867" y="1"/>
                    <a:pt x="1" y="41271"/>
                    <a:pt x="1" y="91972"/>
                  </a:cubicBezTo>
                  <a:lnTo>
                    <a:pt x="1" y="125479"/>
                  </a:lnTo>
                  <a:cubicBezTo>
                    <a:pt x="1" y="134909"/>
                    <a:pt x="7669" y="142530"/>
                    <a:pt x="17076" y="142530"/>
                  </a:cubicBezTo>
                  <a:lnTo>
                    <a:pt x="174037" y="142530"/>
                  </a:lnTo>
                  <a:cubicBezTo>
                    <a:pt x="183467" y="142530"/>
                    <a:pt x="191088" y="134886"/>
                    <a:pt x="191088" y="125479"/>
                  </a:cubicBezTo>
                  <a:lnTo>
                    <a:pt x="191088" y="91996"/>
                  </a:lnTo>
                  <a:cubicBezTo>
                    <a:pt x="191112" y="41271"/>
                    <a:pt x="148246" y="1"/>
                    <a:pt x="9556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0" name="Google Shape;1880;p29"/>
            <p:cNvSpPr/>
            <p:nvPr/>
          </p:nvSpPr>
          <p:spPr>
            <a:xfrm>
              <a:off x="1857621" y="2882709"/>
              <a:ext cx="243662" cy="176014"/>
            </a:xfrm>
            <a:custGeom>
              <a:avLst/>
              <a:gdLst/>
              <a:ahLst/>
              <a:cxnLst/>
              <a:rect l="l" t="t" r="r" b="b"/>
              <a:pathLst>
                <a:path w="167178" h="120764" extrusionOk="0">
                  <a:moveTo>
                    <a:pt x="61966" y="1"/>
                  </a:moveTo>
                  <a:cubicBezTo>
                    <a:pt x="44248" y="32912"/>
                    <a:pt x="72" y="40866"/>
                    <a:pt x="0" y="40890"/>
                  </a:cubicBezTo>
                  <a:cubicBezTo>
                    <a:pt x="72" y="85018"/>
                    <a:pt x="37461" y="120763"/>
                    <a:pt x="83589" y="120763"/>
                  </a:cubicBezTo>
                  <a:cubicBezTo>
                    <a:pt x="129694" y="120763"/>
                    <a:pt x="167107" y="85018"/>
                    <a:pt x="167178" y="40890"/>
                  </a:cubicBezTo>
                  <a:cubicBezTo>
                    <a:pt x="91948" y="35651"/>
                    <a:pt x="61966" y="1"/>
                    <a:pt x="61966" y="1"/>
                  </a:cubicBezTo>
                  <a:close/>
                </a:path>
              </a:pathLst>
            </a:custGeom>
            <a:solidFill>
              <a:srgbClr val="FBC4A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1" name="Google Shape;1881;p29"/>
            <p:cNvSpPr/>
            <p:nvPr/>
          </p:nvSpPr>
          <p:spPr>
            <a:xfrm>
              <a:off x="1964631" y="2940084"/>
              <a:ext cx="136652" cy="118639"/>
            </a:xfrm>
            <a:custGeom>
              <a:avLst/>
              <a:gdLst/>
              <a:ahLst/>
              <a:cxnLst/>
              <a:rect l="l" t="t" r="r" b="b"/>
              <a:pathLst>
                <a:path w="93758" h="81399" extrusionOk="0">
                  <a:moveTo>
                    <a:pt x="78755" y="1"/>
                  </a:moveTo>
                  <a:cubicBezTo>
                    <a:pt x="76659" y="41962"/>
                    <a:pt x="42986" y="75992"/>
                    <a:pt x="0" y="80803"/>
                  </a:cubicBezTo>
                  <a:cubicBezTo>
                    <a:pt x="3334" y="81184"/>
                    <a:pt x="6740" y="81398"/>
                    <a:pt x="10169" y="81398"/>
                  </a:cubicBezTo>
                  <a:cubicBezTo>
                    <a:pt x="56274" y="81398"/>
                    <a:pt x="93687" y="45629"/>
                    <a:pt x="93758" y="1525"/>
                  </a:cubicBezTo>
                  <a:cubicBezTo>
                    <a:pt x="88543" y="1168"/>
                    <a:pt x="83542" y="644"/>
                    <a:pt x="78755" y="1"/>
                  </a:cubicBezTo>
                  <a:close/>
                </a:path>
              </a:pathLst>
            </a:custGeom>
            <a:solidFill>
              <a:srgbClr val="E3B09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2" name="Google Shape;1882;p29"/>
            <p:cNvSpPr/>
            <p:nvPr/>
          </p:nvSpPr>
          <p:spPr>
            <a:xfrm>
              <a:off x="2031759" y="2978021"/>
              <a:ext cx="27770" cy="9617"/>
            </a:xfrm>
            <a:custGeom>
              <a:avLst/>
              <a:gdLst/>
              <a:ahLst/>
              <a:cxnLst/>
              <a:rect l="l" t="t" r="r" b="b"/>
              <a:pathLst>
                <a:path w="19053" h="6598" extrusionOk="0">
                  <a:moveTo>
                    <a:pt x="3525" y="1"/>
                  </a:moveTo>
                  <a:cubicBezTo>
                    <a:pt x="1549" y="1"/>
                    <a:pt x="1" y="1715"/>
                    <a:pt x="239" y="3716"/>
                  </a:cubicBezTo>
                  <a:cubicBezTo>
                    <a:pt x="453" y="5383"/>
                    <a:pt x="1930" y="6597"/>
                    <a:pt x="3644" y="6597"/>
                  </a:cubicBezTo>
                  <a:lnTo>
                    <a:pt x="15552" y="6597"/>
                  </a:lnTo>
                  <a:cubicBezTo>
                    <a:pt x="17504" y="6597"/>
                    <a:pt x="19052" y="4906"/>
                    <a:pt x="18814" y="2882"/>
                  </a:cubicBezTo>
                  <a:cubicBezTo>
                    <a:pt x="18600" y="1215"/>
                    <a:pt x="17123" y="1"/>
                    <a:pt x="15432" y="1"/>
                  </a:cubicBezTo>
                  <a:close/>
                </a:path>
              </a:pathLst>
            </a:custGeom>
            <a:solidFill>
              <a:srgbClr val="F980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3" name="Google Shape;1883;p29"/>
            <p:cNvSpPr/>
            <p:nvPr/>
          </p:nvSpPr>
          <p:spPr>
            <a:xfrm>
              <a:off x="1899342" y="2978021"/>
              <a:ext cx="27768" cy="9617"/>
            </a:xfrm>
            <a:custGeom>
              <a:avLst/>
              <a:gdLst/>
              <a:ahLst/>
              <a:cxnLst/>
              <a:rect l="l" t="t" r="r" b="b"/>
              <a:pathLst>
                <a:path w="19052" h="6598" extrusionOk="0">
                  <a:moveTo>
                    <a:pt x="3525" y="1"/>
                  </a:moveTo>
                  <a:cubicBezTo>
                    <a:pt x="1548" y="1"/>
                    <a:pt x="0" y="1715"/>
                    <a:pt x="239" y="3716"/>
                  </a:cubicBezTo>
                  <a:cubicBezTo>
                    <a:pt x="453" y="5383"/>
                    <a:pt x="1929" y="6597"/>
                    <a:pt x="3644" y="6597"/>
                  </a:cubicBezTo>
                  <a:lnTo>
                    <a:pt x="15551" y="6597"/>
                  </a:lnTo>
                  <a:cubicBezTo>
                    <a:pt x="17504" y="6597"/>
                    <a:pt x="19052" y="4906"/>
                    <a:pt x="18814" y="2882"/>
                  </a:cubicBezTo>
                  <a:cubicBezTo>
                    <a:pt x="18600" y="1215"/>
                    <a:pt x="17123" y="1"/>
                    <a:pt x="15432" y="1"/>
                  </a:cubicBezTo>
                  <a:close/>
                </a:path>
              </a:pathLst>
            </a:custGeom>
            <a:solidFill>
              <a:srgbClr val="F980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4" name="Google Shape;1884;p29"/>
            <p:cNvSpPr/>
            <p:nvPr/>
          </p:nvSpPr>
          <p:spPr>
            <a:xfrm>
              <a:off x="1863035" y="2828796"/>
              <a:ext cx="41231" cy="37980"/>
            </a:xfrm>
            <a:custGeom>
              <a:avLst/>
              <a:gdLst/>
              <a:ahLst/>
              <a:cxnLst/>
              <a:rect l="l" t="t" r="r" b="b"/>
              <a:pathLst>
                <a:path w="28289" h="26058" extrusionOk="0">
                  <a:moveTo>
                    <a:pt x="10839" y="1"/>
                  </a:moveTo>
                  <a:cubicBezTo>
                    <a:pt x="6920" y="1"/>
                    <a:pt x="2979" y="3314"/>
                    <a:pt x="0" y="12366"/>
                  </a:cubicBezTo>
                  <a:lnTo>
                    <a:pt x="9312" y="25988"/>
                  </a:lnTo>
                  <a:cubicBezTo>
                    <a:pt x="10166" y="26035"/>
                    <a:pt x="10980" y="26058"/>
                    <a:pt x="11755" y="26058"/>
                  </a:cubicBezTo>
                  <a:cubicBezTo>
                    <a:pt x="28288" y="26058"/>
                    <a:pt x="27128" y="15679"/>
                    <a:pt x="21600" y="7604"/>
                  </a:cubicBezTo>
                  <a:cubicBezTo>
                    <a:pt x="18708" y="3361"/>
                    <a:pt x="14785" y="1"/>
                    <a:pt x="10839" y="1"/>
                  </a:cubicBezTo>
                  <a:close/>
                </a:path>
              </a:pathLst>
            </a:custGeom>
            <a:solidFill>
              <a:srgbClr val="EB6DA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5" name="Google Shape;1885;p29"/>
            <p:cNvSpPr/>
            <p:nvPr/>
          </p:nvSpPr>
          <p:spPr>
            <a:xfrm>
              <a:off x="1833157" y="2848245"/>
              <a:ext cx="41230" cy="37980"/>
            </a:xfrm>
            <a:custGeom>
              <a:avLst/>
              <a:gdLst/>
              <a:ahLst/>
              <a:cxnLst/>
              <a:rect l="l" t="t" r="r" b="b"/>
              <a:pathLst>
                <a:path w="28288" h="26058" extrusionOk="0">
                  <a:moveTo>
                    <a:pt x="16533" y="1"/>
                  </a:moveTo>
                  <a:cubicBezTo>
                    <a:pt x="0" y="1"/>
                    <a:pt x="1160" y="10379"/>
                    <a:pt x="6688" y="18455"/>
                  </a:cubicBezTo>
                  <a:cubicBezTo>
                    <a:pt x="9580" y="22697"/>
                    <a:pt x="13503" y="26058"/>
                    <a:pt x="17450" y="26058"/>
                  </a:cubicBezTo>
                  <a:cubicBezTo>
                    <a:pt x="21368" y="26058"/>
                    <a:pt x="25310" y="22745"/>
                    <a:pt x="28288" y="13692"/>
                  </a:cubicBezTo>
                  <a:lnTo>
                    <a:pt x="18976" y="70"/>
                  </a:lnTo>
                  <a:cubicBezTo>
                    <a:pt x="18122" y="23"/>
                    <a:pt x="17308" y="1"/>
                    <a:pt x="16533" y="1"/>
                  </a:cubicBezTo>
                  <a:close/>
                </a:path>
              </a:pathLst>
            </a:custGeom>
            <a:solidFill>
              <a:srgbClr val="EB6DA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6" name="Google Shape;1886;p29"/>
            <p:cNvSpPr/>
            <p:nvPr/>
          </p:nvSpPr>
          <p:spPr>
            <a:xfrm>
              <a:off x="1853907" y="2844717"/>
              <a:ext cx="29608" cy="25589"/>
            </a:xfrm>
            <a:custGeom>
              <a:avLst/>
              <a:gdLst/>
              <a:ahLst/>
              <a:cxnLst/>
              <a:rect l="l" t="t" r="r" b="b"/>
              <a:pathLst>
                <a:path w="20314" h="17557" extrusionOk="0">
                  <a:moveTo>
                    <a:pt x="10943" y="0"/>
                  </a:moveTo>
                  <a:cubicBezTo>
                    <a:pt x="9337" y="0"/>
                    <a:pt x="7713" y="469"/>
                    <a:pt x="6287" y="1443"/>
                  </a:cubicBezTo>
                  <a:lnTo>
                    <a:pt x="4739" y="2491"/>
                  </a:lnTo>
                  <a:cubicBezTo>
                    <a:pt x="953" y="5063"/>
                    <a:pt x="0" y="10183"/>
                    <a:pt x="2572" y="13946"/>
                  </a:cubicBezTo>
                  <a:cubicBezTo>
                    <a:pt x="4155" y="16298"/>
                    <a:pt x="6748" y="17556"/>
                    <a:pt x="9381" y="17556"/>
                  </a:cubicBezTo>
                  <a:cubicBezTo>
                    <a:pt x="10988" y="17556"/>
                    <a:pt x="12610" y="17088"/>
                    <a:pt x="14027" y="16113"/>
                  </a:cubicBezTo>
                  <a:lnTo>
                    <a:pt x="15575" y="15065"/>
                  </a:lnTo>
                  <a:cubicBezTo>
                    <a:pt x="19361" y="12517"/>
                    <a:pt x="20314" y="7373"/>
                    <a:pt x="17742" y="3611"/>
                  </a:cubicBezTo>
                  <a:cubicBezTo>
                    <a:pt x="16159" y="1259"/>
                    <a:pt x="13576" y="0"/>
                    <a:pt x="10943" y="0"/>
                  </a:cubicBezTo>
                  <a:close/>
                </a:path>
              </a:pathLst>
            </a:custGeom>
            <a:solidFill>
              <a:srgbClr val="FF89A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7" name="Google Shape;1887;p29"/>
            <p:cNvSpPr/>
            <p:nvPr/>
          </p:nvSpPr>
          <p:spPr>
            <a:xfrm>
              <a:off x="2054603" y="2828796"/>
              <a:ext cx="41231" cy="37980"/>
            </a:xfrm>
            <a:custGeom>
              <a:avLst/>
              <a:gdLst/>
              <a:ahLst/>
              <a:cxnLst/>
              <a:rect l="l" t="t" r="r" b="b"/>
              <a:pathLst>
                <a:path w="28289" h="26058" extrusionOk="0">
                  <a:moveTo>
                    <a:pt x="17450" y="1"/>
                  </a:moveTo>
                  <a:cubicBezTo>
                    <a:pt x="13504" y="1"/>
                    <a:pt x="9580" y="3361"/>
                    <a:pt x="6688" y="7604"/>
                  </a:cubicBezTo>
                  <a:cubicBezTo>
                    <a:pt x="1161" y="15679"/>
                    <a:pt x="1" y="26058"/>
                    <a:pt x="16534" y="26058"/>
                  </a:cubicBezTo>
                  <a:cubicBezTo>
                    <a:pt x="17309" y="26058"/>
                    <a:pt x="18123" y="26035"/>
                    <a:pt x="18977" y="25988"/>
                  </a:cubicBezTo>
                  <a:lnTo>
                    <a:pt x="28288" y="12366"/>
                  </a:lnTo>
                  <a:cubicBezTo>
                    <a:pt x="25310" y="3314"/>
                    <a:pt x="21369" y="1"/>
                    <a:pt x="17450" y="1"/>
                  </a:cubicBezTo>
                  <a:close/>
                </a:path>
              </a:pathLst>
            </a:custGeom>
            <a:solidFill>
              <a:srgbClr val="EB6DA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8" name="Google Shape;1888;p29"/>
            <p:cNvSpPr/>
            <p:nvPr/>
          </p:nvSpPr>
          <p:spPr>
            <a:xfrm>
              <a:off x="2084517" y="2848245"/>
              <a:ext cx="41263" cy="37980"/>
            </a:xfrm>
            <a:custGeom>
              <a:avLst/>
              <a:gdLst/>
              <a:ahLst/>
              <a:cxnLst/>
              <a:rect l="l" t="t" r="r" b="b"/>
              <a:pathLst>
                <a:path w="28311" h="26058" extrusionOk="0">
                  <a:moveTo>
                    <a:pt x="11758" y="1"/>
                  </a:moveTo>
                  <a:cubicBezTo>
                    <a:pt x="10982" y="1"/>
                    <a:pt x="10167" y="23"/>
                    <a:pt x="9312" y="70"/>
                  </a:cubicBezTo>
                  <a:lnTo>
                    <a:pt x="1" y="13692"/>
                  </a:lnTo>
                  <a:cubicBezTo>
                    <a:pt x="2991" y="22745"/>
                    <a:pt x="6932" y="26058"/>
                    <a:pt x="10851" y="26058"/>
                  </a:cubicBezTo>
                  <a:cubicBezTo>
                    <a:pt x="14797" y="26058"/>
                    <a:pt x="18720" y="22697"/>
                    <a:pt x="21624" y="18455"/>
                  </a:cubicBezTo>
                  <a:cubicBezTo>
                    <a:pt x="27129" y="10379"/>
                    <a:pt x="28310" y="1"/>
                    <a:pt x="11758" y="1"/>
                  </a:cubicBezTo>
                  <a:close/>
                </a:path>
              </a:pathLst>
            </a:custGeom>
            <a:solidFill>
              <a:srgbClr val="EB6DA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9" name="Google Shape;1889;p29"/>
            <p:cNvSpPr/>
            <p:nvPr/>
          </p:nvSpPr>
          <p:spPr>
            <a:xfrm>
              <a:off x="2075424" y="2844717"/>
              <a:ext cx="29539" cy="25589"/>
            </a:xfrm>
            <a:custGeom>
              <a:avLst/>
              <a:gdLst/>
              <a:ahLst/>
              <a:cxnLst/>
              <a:rect l="l" t="t" r="r" b="b"/>
              <a:pathLst>
                <a:path w="20267" h="17557" extrusionOk="0">
                  <a:moveTo>
                    <a:pt x="9364" y="0"/>
                  </a:moveTo>
                  <a:cubicBezTo>
                    <a:pt x="6735" y="0"/>
                    <a:pt x="4146" y="1259"/>
                    <a:pt x="2548" y="3611"/>
                  </a:cubicBezTo>
                  <a:cubicBezTo>
                    <a:pt x="0" y="7373"/>
                    <a:pt x="953" y="12517"/>
                    <a:pt x="4716" y="15065"/>
                  </a:cubicBezTo>
                  <a:lnTo>
                    <a:pt x="6264" y="16113"/>
                  </a:lnTo>
                  <a:cubicBezTo>
                    <a:pt x="7689" y="17088"/>
                    <a:pt x="9313" y="17556"/>
                    <a:pt x="10921" y="17556"/>
                  </a:cubicBezTo>
                  <a:cubicBezTo>
                    <a:pt x="13555" y="17556"/>
                    <a:pt x="16145" y="16298"/>
                    <a:pt x="17742" y="13946"/>
                  </a:cubicBezTo>
                  <a:cubicBezTo>
                    <a:pt x="20266" y="10183"/>
                    <a:pt x="19314" y="5063"/>
                    <a:pt x="15551" y="2491"/>
                  </a:cubicBezTo>
                  <a:lnTo>
                    <a:pt x="14003" y="1443"/>
                  </a:lnTo>
                  <a:cubicBezTo>
                    <a:pt x="12586" y="469"/>
                    <a:pt x="10968" y="0"/>
                    <a:pt x="9364" y="0"/>
                  </a:cubicBezTo>
                  <a:close/>
                </a:path>
              </a:pathLst>
            </a:custGeom>
            <a:solidFill>
              <a:srgbClr val="FF89A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0" name="Google Shape;1890;p29"/>
            <p:cNvSpPr/>
            <p:nvPr/>
          </p:nvSpPr>
          <p:spPr>
            <a:xfrm>
              <a:off x="2040783" y="2946470"/>
              <a:ext cx="9650" cy="22529"/>
            </a:xfrm>
            <a:custGeom>
              <a:avLst/>
              <a:gdLst/>
              <a:ahLst/>
              <a:cxnLst/>
              <a:rect l="l" t="t" r="r" b="b"/>
              <a:pathLst>
                <a:path w="6621" h="15457" extrusionOk="0">
                  <a:moveTo>
                    <a:pt x="3313" y="0"/>
                  </a:moveTo>
                  <a:cubicBezTo>
                    <a:pt x="1509" y="0"/>
                    <a:pt x="0" y="1469"/>
                    <a:pt x="0" y="3311"/>
                  </a:cubicBezTo>
                  <a:lnTo>
                    <a:pt x="0" y="12146"/>
                  </a:lnTo>
                  <a:cubicBezTo>
                    <a:pt x="0" y="13987"/>
                    <a:pt x="1468" y="15456"/>
                    <a:pt x="3305" y="15456"/>
                  </a:cubicBezTo>
                  <a:cubicBezTo>
                    <a:pt x="3440" y="15456"/>
                    <a:pt x="3577" y="15448"/>
                    <a:pt x="3716" y="15432"/>
                  </a:cubicBezTo>
                  <a:cubicBezTo>
                    <a:pt x="5383" y="15194"/>
                    <a:pt x="6621" y="13670"/>
                    <a:pt x="6621" y="12003"/>
                  </a:cubicBezTo>
                  <a:lnTo>
                    <a:pt x="6621" y="3430"/>
                  </a:lnTo>
                  <a:cubicBezTo>
                    <a:pt x="6621" y="1739"/>
                    <a:pt x="5383" y="239"/>
                    <a:pt x="3716" y="24"/>
                  </a:cubicBezTo>
                  <a:cubicBezTo>
                    <a:pt x="3580" y="8"/>
                    <a:pt x="3446" y="0"/>
                    <a:pt x="3313"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1" name="Google Shape;1891;p29"/>
            <p:cNvSpPr/>
            <p:nvPr/>
          </p:nvSpPr>
          <p:spPr>
            <a:xfrm>
              <a:off x="1908227" y="2946470"/>
              <a:ext cx="9652" cy="22529"/>
            </a:xfrm>
            <a:custGeom>
              <a:avLst/>
              <a:gdLst/>
              <a:ahLst/>
              <a:cxnLst/>
              <a:rect l="l" t="t" r="r" b="b"/>
              <a:pathLst>
                <a:path w="6622" h="15457" extrusionOk="0">
                  <a:moveTo>
                    <a:pt x="3333" y="0"/>
                  </a:moveTo>
                  <a:cubicBezTo>
                    <a:pt x="1510" y="0"/>
                    <a:pt x="1" y="1469"/>
                    <a:pt x="1" y="3311"/>
                  </a:cubicBezTo>
                  <a:lnTo>
                    <a:pt x="1" y="12146"/>
                  </a:lnTo>
                  <a:cubicBezTo>
                    <a:pt x="1" y="13987"/>
                    <a:pt x="1489" y="15456"/>
                    <a:pt x="3329" y="15456"/>
                  </a:cubicBezTo>
                  <a:cubicBezTo>
                    <a:pt x="3464" y="15456"/>
                    <a:pt x="3601" y="15448"/>
                    <a:pt x="3740" y="15432"/>
                  </a:cubicBezTo>
                  <a:cubicBezTo>
                    <a:pt x="5431" y="15194"/>
                    <a:pt x="6621" y="13670"/>
                    <a:pt x="6621" y="12003"/>
                  </a:cubicBezTo>
                  <a:lnTo>
                    <a:pt x="6621" y="3430"/>
                  </a:lnTo>
                  <a:cubicBezTo>
                    <a:pt x="6621" y="1739"/>
                    <a:pt x="5407" y="239"/>
                    <a:pt x="3740" y="24"/>
                  </a:cubicBezTo>
                  <a:cubicBezTo>
                    <a:pt x="3603" y="8"/>
                    <a:pt x="3467" y="0"/>
                    <a:pt x="3333"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2" name="Google Shape;1892;p29"/>
            <p:cNvSpPr/>
            <p:nvPr/>
          </p:nvSpPr>
          <p:spPr>
            <a:xfrm>
              <a:off x="1962201" y="2972242"/>
              <a:ext cx="34468" cy="14875"/>
            </a:xfrm>
            <a:custGeom>
              <a:avLst/>
              <a:gdLst/>
              <a:ahLst/>
              <a:cxnLst/>
              <a:rect l="l" t="t" r="r" b="b"/>
              <a:pathLst>
                <a:path w="23649" h="10206" extrusionOk="0">
                  <a:moveTo>
                    <a:pt x="3712" y="0"/>
                  </a:moveTo>
                  <a:cubicBezTo>
                    <a:pt x="2939" y="0"/>
                    <a:pt x="2159" y="277"/>
                    <a:pt x="1525" y="846"/>
                  </a:cubicBezTo>
                  <a:cubicBezTo>
                    <a:pt x="167" y="2037"/>
                    <a:pt x="0" y="4109"/>
                    <a:pt x="1239" y="5490"/>
                  </a:cubicBezTo>
                  <a:cubicBezTo>
                    <a:pt x="3858" y="8490"/>
                    <a:pt x="7716" y="10205"/>
                    <a:pt x="11836" y="10205"/>
                  </a:cubicBezTo>
                  <a:cubicBezTo>
                    <a:pt x="15932" y="10205"/>
                    <a:pt x="19814" y="8490"/>
                    <a:pt x="22434" y="5490"/>
                  </a:cubicBezTo>
                  <a:cubicBezTo>
                    <a:pt x="23648" y="4109"/>
                    <a:pt x="23505" y="2037"/>
                    <a:pt x="22124" y="846"/>
                  </a:cubicBezTo>
                  <a:cubicBezTo>
                    <a:pt x="21496" y="295"/>
                    <a:pt x="20709" y="19"/>
                    <a:pt x="19927" y="19"/>
                  </a:cubicBezTo>
                  <a:cubicBezTo>
                    <a:pt x="19020" y="19"/>
                    <a:pt x="18120" y="390"/>
                    <a:pt x="17480" y="1132"/>
                  </a:cubicBezTo>
                  <a:cubicBezTo>
                    <a:pt x="16123" y="2704"/>
                    <a:pt x="14051" y="3609"/>
                    <a:pt x="11836" y="3609"/>
                  </a:cubicBezTo>
                  <a:cubicBezTo>
                    <a:pt x="9622" y="3609"/>
                    <a:pt x="7550" y="2704"/>
                    <a:pt x="6168" y="1132"/>
                  </a:cubicBezTo>
                  <a:cubicBezTo>
                    <a:pt x="5524" y="385"/>
                    <a:pt x="4623" y="0"/>
                    <a:pt x="3712"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3" name="Google Shape;1893;p29"/>
            <p:cNvSpPr/>
            <p:nvPr/>
          </p:nvSpPr>
          <p:spPr>
            <a:xfrm>
              <a:off x="1830756" y="2803363"/>
              <a:ext cx="296906" cy="327624"/>
            </a:xfrm>
            <a:custGeom>
              <a:avLst/>
              <a:gdLst/>
              <a:ahLst/>
              <a:cxnLst/>
              <a:rect l="l" t="t" r="r" b="b"/>
              <a:pathLst>
                <a:path w="203709" h="224785" extrusionOk="0">
                  <a:moveTo>
                    <a:pt x="33007" y="20743"/>
                  </a:moveTo>
                  <a:cubicBezTo>
                    <a:pt x="36579" y="20743"/>
                    <a:pt x="39222" y="24220"/>
                    <a:pt x="41056" y="26887"/>
                  </a:cubicBezTo>
                  <a:cubicBezTo>
                    <a:pt x="42247" y="28650"/>
                    <a:pt x="43319" y="30579"/>
                    <a:pt x="43842" y="32650"/>
                  </a:cubicBezTo>
                  <a:lnTo>
                    <a:pt x="43842" y="32674"/>
                  </a:lnTo>
                  <a:cubicBezTo>
                    <a:pt x="44319" y="34508"/>
                    <a:pt x="44343" y="36746"/>
                    <a:pt x="42795" y="38080"/>
                  </a:cubicBezTo>
                  <a:cubicBezTo>
                    <a:pt x="41771" y="38985"/>
                    <a:pt x="40104" y="39604"/>
                    <a:pt x="37889" y="39961"/>
                  </a:cubicBezTo>
                  <a:cubicBezTo>
                    <a:pt x="38008" y="39580"/>
                    <a:pt x="38103" y="39199"/>
                    <a:pt x="38198" y="38771"/>
                  </a:cubicBezTo>
                  <a:cubicBezTo>
                    <a:pt x="38627" y="36413"/>
                    <a:pt x="38341" y="34032"/>
                    <a:pt x="37389" y="31888"/>
                  </a:cubicBezTo>
                  <a:cubicBezTo>
                    <a:pt x="36460" y="29840"/>
                    <a:pt x="34912" y="28054"/>
                    <a:pt x="32983" y="26840"/>
                  </a:cubicBezTo>
                  <a:cubicBezTo>
                    <a:pt x="31435" y="25863"/>
                    <a:pt x="29625" y="25268"/>
                    <a:pt x="27768" y="25101"/>
                  </a:cubicBezTo>
                  <a:cubicBezTo>
                    <a:pt x="29387" y="22243"/>
                    <a:pt x="31173" y="20743"/>
                    <a:pt x="33007" y="20743"/>
                  </a:cubicBezTo>
                  <a:close/>
                  <a:moveTo>
                    <a:pt x="171012" y="20743"/>
                  </a:moveTo>
                  <a:cubicBezTo>
                    <a:pt x="172869" y="20743"/>
                    <a:pt x="174655" y="22243"/>
                    <a:pt x="176275" y="25101"/>
                  </a:cubicBezTo>
                  <a:cubicBezTo>
                    <a:pt x="176203" y="25101"/>
                    <a:pt x="175799" y="25173"/>
                    <a:pt x="175727" y="25173"/>
                  </a:cubicBezTo>
                  <a:cubicBezTo>
                    <a:pt x="171583" y="25697"/>
                    <a:pt x="167940" y="28602"/>
                    <a:pt x="166439" y="32460"/>
                  </a:cubicBezTo>
                  <a:cubicBezTo>
                    <a:pt x="165511" y="34841"/>
                    <a:pt x="165415" y="37532"/>
                    <a:pt x="166130" y="39961"/>
                  </a:cubicBezTo>
                  <a:cubicBezTo>
                    <a:pt x="163891" y="39628"/>
                    <a:pt x="162200" y="38985"/>
                    <a:pt x="161153" y="38056"/>
                  </a:cubicBezTo>
                  <a:lnTo>
                    <a:pt x="161129" y="38032"/>
                  </a:lnTo>
                  <a:cubicBezTo>
                    <a:pt x="159962" y="36985"/>
                    <a:pt x="159724" y="35413"/>
                    <a:pt x="159938" y="33960"/>
                  </a:cubicBezTo>
                  <a:lnTo>
                    <a:pt x="159938" y="33913"/>
                  </a:lnTo>
                  <a:cubicBezTo>
                    <a:pt x="160367" y="30698"/>
                    <a:pt x="162153" y="27816"/>
                    <a:pt x="164177" y="25339"/>
                  </a:cubicBezTo>
                  <a:cubicBezTo>
                    <a:pt x="165773" y="23315"/>
                    <a:pt x="168249" y="20743"/>
                    <a:pt x="171012" y="20743"/>
                  </a:cubicBezTo>
                  <a:close/>
                  <a:moveTo>
                    <a:pt x="177251" y="31699"/>
                  </a:moveTo>
                  <a:cubicBezTo>
                    <a:pt x="178206" y="31699"/>
                    <a:pt x="179170" y="31971"/>
                    <a:pt x="180014" y="32555"/>
                  </a:cubicBezTo>
                  <a:lnTo>
                    <a:pt x="181562" y="33579"/>
                  </a:lnTo>
                  <a:lnTo>
                    <a:pt x="181585" y="33627"/>
                  </a:lnTo>
                  <a:cubicBezTo>
                    <a:pt x="183729" y="35127"/>
                    <a:pt x="184348" y="38223"/>
                    <a:pt x="182895" y="40438"/>
                  </a:cubicBezTo>
                  <a:cubicBezTo>
                    <a:pt x="182895" y="40461"/>
                    <a:pt x="182871" y="40461"/>
                    <a:pt x="182871" y="40485"/>
                  </a:cubicBezTo>
                  <a:cubicBezTo>
                    <a:pt x="181966" y="41771"/>
                    <a:pt x="180490" y="42605"/>
                    <a:pt x="178942" y="42629"/>
                  </a:cubicBezTo>
                  <a:cubicBezTo>
                    <a:pt x="178886" y="42631"/>
                    <a:pt x="178829" y="42632"/>
                    <a:pt x="178774" y="42632"/>
                  </a:cubicBezTo>
                  <a:cubicBezTo>
                    <a:pt x="177111" y="42632"/>
                    <a:pt x="175731" y="41622"/>
                    <a:pt x="174441" y="40723"/>
                  </a:cubicBezTo>
                  <a:cubicBezTo>
                    <a:pt x="172512" y="39437"/>
                    <a:pt x="171822" y="36842"/>
                    <a:pt x="172655" y="34722"/>
                  </a:cubicBezTo>
                  <a:cubicBezTo>
                    <a:pt x="173435" y="32811"/>
                    <a:pt x="175324" y="31699"/>
                    <a:pt x="177251" y="31699"/>
                  </a:cubicBezTo>
                  <a:close/>
                  <a:moveTo>
                    <a:pt x="26782" y="31686"/>
                  </a:moveTo>
                  <a:cubicBezTo>
                    <a:pt x="28379" y="31686"/>
                    <a:pt x="29968" y="32443"/>
                    <a:pt x="30935" y="33841"/>
                  </a:cubicBezTo>
                  <a:cubicBezTo>
                    <a:pt x="33197" y="37151"/>
                    <a:pt x="30506" y="40676"/>
                    <a:pt x="27434" y="42176"/>
                  </a:cubicBezTo>
                  <a:cubicBezTo>
                    <a:pt x="26767" y="42483"/>
                    <a:pt x="26034" y="42638"/>
                    <a:pt x="25302" y="42638"/>
                  </a:cubicBezTo>
                  <a:cubicBezTo>
                    <a:pt x="24442" y="42638"/>
                    <a:pt x="23584" y="42423"/>
                    <a:pt x="22838" y="41986"/>
                  </a:cubicBezTo>
                  <a:cubicBezTo>
                    <a:pt x="21123" y="41033"/>
                    <a:pt x="20099" y="39033"/>
                    <a:pt x="20361" y="37080"/>
                  </a:cubicBezTo>
                  <a:cubicBezTo>
                    <a:pt x="20623" y="35056"/>
                    <a:pt x="22243" y="33412"/>
                    <a:pt x="24029" y="32531"/>
                  </a:cubicBezTo>
                  <a:cubicBezTo>
                    <a:pt x="24860" y="31959"/>
                    <a:pt x="25822" y="31686"/>
                    <a:pt x="26782" y="31686"/>
                  </a:cubicBezTo>
                  <a:close/>
                  <a:moveTo>
                    <a:pt x="189801" y="34365"/>
                  </a:moveTo>
                  <a:lnTo>
                    <a:pt x="189801" y="34365"/>
                  </a:lnTo>
                  <a:cubicBezTo>
                    <a:pt x="192826" y="34817"/>
                    <a:pt x="194850" y="35818"/>
                    <a:pt x="195636" y="37318"/>
                  </a:cubicBezTo>
                  <a:cubicBezTo>
                    <a:pt x="196755" y="39485"/>
                    <a:pt x="195779" y="43367"/>
                    <a:pt x="192993" y="47415"/>
                  </a:cubicBezTo>
                  <a:cubicBezTo>
                    <a:pt x="191388" y="49704"/>
                    <a:pt x="188274" y="53568"/>
                    <a:pt x="185048" y="53568"/>
                  </a:cubicBezTo>
                  <a:cubicBezTo>
                    <a:pt x="184347" y="53568"/>
                    <a:pt x="183640" y="53385"/>
                    <a:pt x="182943" y="52964"/>
                  </a:cubicBezTo>
                  <a:cubicBezTo>
                    <a:pt x="182086" y="52440"/>
                    <a:pt x="180919" y="51368"/>
                    <a:pt x="179680" y="49201"/>
                  </a:cubicBezTo>
                  <a:cubicBezTo>
                    <a:pt x="184015" y="48844"/>
                    <a:pt x="187896" y="45891"/>
                    <a:pt x="189492" y="41867"/>
                  </a:cubicBezTo>
                  <a:lnTo>
                    <a:pt x="189492" y="41843"/>
                  </a:lnTo>
                  <a:cubicBezTo>
                    <a:pt x="190421" y="39461"/>
                    <a:pt x="190516" y="36818"/>
                    <a:pt x="189801" y="34365"/>
                  </a:cubicBezTo>
                  <a:close/>
                  <a:moveTo>
                    <a:pt x="14193" y="34365"/>
                  </a:moveTo>
                  <a:lnTo>
                    <a:pt x="14193" y="34389"/>
                  </a:lnTo>
                  <a:cubicBezTo>
                    <a:pt x="13098" y="38151"/>
                    <a:pt x="13979" y="42319"/>
                    <a:pt x="16575" y="45248"/>
                  </a:cubicBezTo>
                  <a:cubicBezTo>
                    <a:pt x="18266" y="47225"/>
                    <a:pt x="20600" y="48535"/>
                    <a:pt x="23124" y="49011"/>
                  </a:cubicBezTo>
                  <a:cubicBezTo>
                    <a:pt x="23206" y="49031"/>
                    <a:pt x="24007" y="49192"/>
                    <a:pt x="24262" y="49192"/>
                  </a:cubicBezTo>
                  <a:cubicBezTo>
                    <a:pt x="24304" y="49192"/>
                    <a:pt x="24332" y="49188"/>
                    <a:pt x="24338" y="49178"/>
                  </a:cubicBezTo>
                  <a:lnTo>
                    <a:pt x="24338" y="49178"/>
                  </a:lnTo>
                  <a:cubicBezTo>
                    <a:pt x="23100" y="51368"/>
                    <a:pt x="21933" y="52440"/>
                    <a:pt x="21076" y="52964"/>
                  </a:cubicBezTo>
                  <a:cubicBezTo>
                    <a:pt x="20373" y="53397"/>
                    <a:pt x="19659" y="53585"/>
                    <a:pt x="18951" y="53585"/>
                  </a:cubicBezTo>
                  <a:cubicBezTo>
                    <a:pt x="15727" y="53585"/>
                    <a:pt x="12612" y="49696"/>
                    <a:pt x="11050" y="47391"/>
                  </a:cubicBezTo>
                  <a:cubicBezTo>
                    <a:pt x="8264" y="43367"/>
                    <a:pt x="7263" y="39485"/>
                    <a:pt x="8383" y="37318"/>
                  </a:cubicBezTo>
                  <a:cubicBezTo>
                    <a:pt x="9169" y="35818"/>
                    <a:pt x="11193" y="34817"/>
                    <a:pt x="14193" y="34365"/>
                  </a:cubicBezTo>
                  <a:close/>
                  <a:moveTo>
                    <a:pt x="81065" y="59846"/>
                  </a:moveTo>
                  <a:cubicBezTo>
                    <a:pt x="84565" y="63204"/>
                    <a:pt x="91114" y="68729"/>
                    <a:pt x="101116" y="74611"/>
                  </a:cubicBezTo>
                  <a:cubicBezTo>
                    <a:pt x="103498" y="76016"/>
                    <a:pt x="105903" y="77326"/>
                    <a:pt x="108356" y="78612"/>
                  </a:cubicBezTo>
                  <a:cubicBezTo>
                    <a:pt x="134099" y="91853"/>
                    <a:pt x="161986" y="96735"/>
                    <a:pt x="182276" y="98402"/>
                  </a:cubicBezTo>
                  <a:cubicBezTo>
                    <a:pt x="181562" y="114881"/>
                    <a:pt x="175203" y="130837"/>
                    <a:pt x="164296" y="143649"/>
                  </a:cubicBezTo>
                  <a:cubicBezTo>
                    <a:pt x="164249" y="143673"/>
                    <a:pt x="164249" y="143697"/>
                    <a:pt x="164225" y="143697"/>
                  </a:cubicBezTo>
                  <a:cubicBezTo>
                    <a:pt x="162581" y="145721"/>
                    <a:pt x="160795" y="147698"/>
                    <a:pt x="158890" y="149531"/>
                  </a:cubicBezTo>
                  <a:cubicBezTo>
                    <a:pt x="143863" y="164153"/>
                    <a:pt x="122859" y="171917"/>
                    <a:pt x="102021" y="171917"/>
                  </a:cubicBezTo>
                  <a:cubicBezTo>
                    <a:pt x="78802" y="171917"/>
                    <a:pt x="54583" y="161962"/>
                    <a:pt x="39794" y="143697"/>
                  </a:cubicBezTo>
                  <a:cubicBezTo>
                    <a:pt x="39770" y="143673"/>
                    <a:pt x="39770" y="143649"/>
                    <a:pt x="39746" y="143649"/>
                  </a:cubicBezTo>
                  <a:cubicBezTo>
                    <a:pt x="28720" y="130766"/>
                    <a:pt x="22386" y="114619"/>
                    <a:pt x="21766" y="98021"/>
                  </a:cubicBezTo>
                  <a:cubicBezTo>
                    <a:pt x="25958" y="97021"/>
                    <a:pt x="34460" y="94711"/>
                    <a:pt x="44176" y="90233"/>
                  </a:cubicBezTo>
                  <a:cubicBezTo>
                    <a:pt x="58750" y="83542"/>
                    <a:pt x="72372" y="73563"/>
                    <a:pt x="81065" y="59846"/>
                  </a:cubicBezTo>
                  <a:close/>
                  <a:moveTo>
                    <a:pt x="82993" y="176465"/>
                  </a:moveTo>
                  <a:lnTo>
                    <a:pt x="82993" y="176465"/>
                  </a:lnTo>
                  <a:cubicBezTo>
                    <a:pt x="86066" y="177132"/>
                    <a:pt x="89185" y="177608"/>
                    <a:pt x="92329" y="177966"/>
                  </a:cubicBezTo>
                  <a:cubicBezTo>
                    <a:pt x="95505" y="178316"/>
                    <a:pt x="98665" y="178492"/>
                    <a:pt x="101848" y="178492"/>
                  </a:cubicBezTo>
                  <a:cubicBezTo>
                    <a:pt x="102555" y="178492"/>
                    <a:pt x="103264" y="178483"/>
                    <a:pt x="103974" y="178466"/>
                  </a:cubicBezTo>
                  <a:cubicBezTo>
                    <a:pt x="106570" y="178418"/>
                    <a:pt x="109118" y="178204"/>
                    <a:pt x="111714" y="177989"/>
                  </a:cubicBezTo>
                  <a:cubicBezTo>
                    <a:pt x="114881" y="177656"/>
                    <a:pt x="118001" y="177156"/>
                    <a:pt x="121073" y="176513"/>
                  </a:cubicBezTo>
                  <a:lnTo>
                    <a:pt x="121073" y="176513"/>
                  </a:lnTo>
                  <a:cubicBezTo>
                    <a:pt x="121025" y="176537"/>
                    <a:pt x="121001" y="176561"/>
                    <a:pt x="121001" y="176584"/>
                  </a:cubicBezTo>
                  <a:cubicBezTo>
                    <a:pt x="117929" y="181228"/>
                    <a:pt x="114095" y="185372"/>
                    <a:pt x="109761" y="188873"/>
                  </a:cubicBezTo>
                  <a:cubicBezTo>
                    <a:pt x="107308" y="190825"/>
                    <a:pt x="104712" y="192588"/>
                    <a:pt x="102021" y="194159"/>
                  </a:cubicBezTo>
                  <a:cubicBezTo>
                    <a:pt x="94520" y="189778"/>
                    <a:pt x="87852" y="183848"/>
                    <a:pt x="83041" y="176584"/>
                  </a:cubicBezTo>
                  <a:cubicBezTo>
                    <a:pt x="83017" y="176561"/>
                    <a:pt x="82993" y="176537"/>
                    <a:pt x="82993" y="176465"/>
                  </a:cubicBezTo>
                  <a:close/>
                  <a:moveTo>
                    <a:pt x="43104" y="164725"/>
                  </a:moveTo>
                  <a:lnTo>
                    <a:pt x="43104" y="218212"/>
                  </a:lnTo>
                  <a:lnTo>
                    <a:pt x="28958" y="218212"/>
                  </a:lnTo>
                  <a:cubicBezTo>
                    <a:pt x="28387" y="210925"/>
                    <a:pt x="28720" y="203757"/>
                    <a:pt x="29935" y="196850"/>
                  </a:cubicBezTo>
                  <a:cubicBezTo>
                    <a:pt x="31364" y="188682"/>
                    <a:pt x="34031" y="180823"/>
                    <a:pt x="37865" y="173465"/>
                  </a:cubicBezTo>
                  <a:cubicBezTo>
                    <a:pt x="39413" y="170464"/>
                    <a:pt x="41175" y="167559"/>
                    <a:pt x="43104" y="164725"/>
                  </a:cubicBezTo>
                  <a:close/>
                  <a:moveTo>
                    <a:pt x="160843" y="164844"/>
                  </a:moveTo>
                  <a:cubicBezTo>
                    <a:pt x="166225" y="172750"/>
                    <a:pt x="171607" y="183467"/>
                    <a:pt x="173965" y="196874"/>
                  </a:cubicBezTo>
                  <a:cubicBezTo>
                    <a:pt x="175132" y="203757"/>
                    <a:pt x="175441" y="210925"/>
                    <a:pt x="174917" y="218236"/>
                  </a:cubicBezTo>
                  <a:lnTo>
                    <a:pt x="160843" y="218236"/>
                  </a:lnTo>
                  <a:lnTo>
                    <a:pt x="160843" y="164844"/>
                  </a:lnTo>
                  <a:close/>
                  <a:moveTo>
                    <a:pt x="50129" y="162010"/>
                  </a:moveTo>
                  <a:cubicBezTo>
                    <a:pt x="52559" y="163772"/>
                    <a:pt x="55083" y="165368"/>
                    <a:pt x="57655" y="166868"/>
                  </a:cubicBezTo>
                  <a:cubicBezTo>
                    <a:pt x="58488" y="170488"/>
                    <a:pt x="60108" y="175608"/>
                    <a:pt x="63156" y="181514"/>
                  </a:cubicBezTo>
                  <a:cubicBezTo>
                    <a:pt x="65276" y="185562"/>
                    <a:pt x="67847" y="189468"/>
                    <a:pt x="70824" y="193088"/>
                  </a:cubicBezTo>
                  <a:cubicBezTo>
                    <a:pt x="71484" y="193908"/>
                    <a:pt x="72491" y="194381"/>
                    <a:pt x="73502" y="194381"/>
                  </a:cubicBezTo>
                  <a:cubicBezTo>
                    <a:pt x="73987" y="194381"/>
                    <a:pt x="74472" y="194272"/>
                    <a:pt x="74920" y="194040"/>
                  </a:cubicBezTo>
                  <a:cubicBezTo>
                    <a:pt x="76849" y="193064"/>
                    <a:pt x="77302" y="190611"/>
                    <a:pt x="75992" y="189039"/>
                  </a:cubicBezTo>
                  <a:cubicBezTo>
                    <a:pt x="73277" y="185705"/>
                    <a:pt x="70943" y="182133"/>
                    <a:pt x="69014" y="178466"/>
                  </a:cubicBezTo>
                  <a:cubicBezTo>
                    <a:pt x="67586" y="175775"/>
                    <a:pt x="66514" y="173203"/>
                    <a:pt x="65704" y="170964"/>
                  </a:cubicBezTo>
                  <a:lnTo>
                    <a:pt x="65704" y="170964"/>
                  </a:lnTo>
                  <a:cubicBezTo>
                    <a:pt x="68467" y="172203"/>
                    <a:pt x="71324" y="173298"/>
                    <a:pt x="74206" y="174251"/>
                  </a:cubicBezTo>
                  <a:cubicBezTo>
                    <a:pt x="74420" y="174655"/>
                    <a:pt x="74635" y="175084"/>
                    <a:pt x="74849" y="175465"/>
                  </a:cubicBezTo>
                  <a:cubicBezTo>
                    <a:pt x="79517" y="184395"/>
                    <a:pt x="86566" y="191683"/>
                    <a:pt x="94805" y="197398"/>
                  </a:cubicBezTo>
                  <a:cubicBezTo>
                    <a:pt x="96658" y="198705"/>
                    <a:pt x="99454" y="201354"/>
                    <a:pt x="102080" y="201354"/>
                  </a:cubicBezTo>
                  <a:cubicBezTo>
                    <a:pt x="102660" y="201354"/>
                    <a:pt x="103232" y="201224"/>
                    <a:pt x="103784" y="200923"/>
                  </a:cubicBezTo>
                  <a:cubicBezTo>
                    <a:pt x="112952" y="195922"/>
                    <a:pt x="120954" y="188920"/>
                    <a:pt x="126717" y="180204"/>
                  </a:cubicBezTo>
                  <a:cubicBezTo>
                    <a:pt x="128003" y="178299"/>
                    <a:pt x="129146" y="176299"/>
                    <a:pt x="130146" y="174251"/>
                  </a:cubicBezTo>
                  <a:cubicBezTo>
                    <a:pt x="133028" y="173298"/>
                    <a:pt x="135885" y="172226"/>
                    <a:pt x="138672" y="170964"/>
                  </a:cubicBezTo>
                  <a:lnTo>
                    <a:pt x="138672" y="170964"/>
                  </a:lnTo>
                  <a:cubicBezTo>
                    <a:pt x="137862" y="173227"/>
                    <a:pt x="136790" y="175775"/>
                    <a:pt x="135362" y="178513"/>
                  </a:cubicBezTo>
                  <a:cubicBezTo>
                    <a:pt x="129313" y="190063"/>
                    <a:pt x="119501" y="199827"/>
                    <a:pt x="106927" y="206686"/>
                  </a:cubicBezTo>
                  <a:lnTo>
                    <a:pt x="102188" y="209281"/>
                  </a:lnTo>
                  <a:lnTo>
                    <a:pt x="97473" y="206686"/>
                  </a:lnTo>
                  <a:cubicBezTo>
                    <a:pt x="92757" y="204114"/>
                    <a:pt x="88376" y="201089"/>
                    <a:pt x="84446" y="197732"/>
                  </a:cubicBezTo>
                  <a:cubicBezTo>
                    <a:pt x="83833" y="197193"/>
                    <a:pt x="83069" y="196928"/>
                    <a:pt x="82305" y="196928"/>
                  </a:cubicBezTo>
                  <a:cubicBezTo>
                    <a:pt x="81379" y="196928"/>
                    <a:pt x="80455" y="197319"/>
                    <a:pt x="79802" y="198089"/>
                  </a:cubicBezTo>
                  <a:cubicBezTo>
                    <a:pt x="78612" y="199470"/>
                    <a:pt x="78778" y="201542"/>
                    <a:pt x="80160" y="202733"/>
                  </a:cubicBezTo>
                  <a:cubicBezTo>
                    <a:pt x="84422" y="206400"/>
                    <a:pt x="89185" y="209663"/>
                    <a:pt x="94305" y="212473"/>
                  </a:cubicBezTo>
                  <a:lnTo>
                    <a:pt x="100640" y="215926"/>
                  </a:lnTo>
                  <a:cubicBezTo>
                    <a:pt x="101164" y="216188"/>
                    <a:pt x="101688" y="216331"/>
                    <a:pt x="102236" y="216331"/>
                  </a:cubicBezTo>
                  <a:cubicBezTo>
                    <a:pt x="102760" y="216331"/>
                    <a:pt x="103331" y="216188"/>
                    <a:pt x="103807" y="215926"/>
                  </a:cubicBezTo>
                  <a:lnTo>
                    <a:pt x="110142" y="212473"/>
                  </a:lnTo>
                  <a:cubicBezTo>
                    <a:pt x="123835" y="204971"/>
                    <a:pt x="134623" y="194278"/>
                    <a:pt x="141244" y="181562"/>
                  </a:cubicBezTo>
                  <a:cubicBezTo>
                    <a:pt x="144316" y="175703"/>
                    <a:pt x="145935" y="170559"/>
                    <a:pt x="146792" y="166916"/>
                  </a:cubicBezTo>
                  <a:cubicBezTo>
                    <a:pt x="149388" y="165439"/>
                    <a:pt x="151889" y="163820"/>
                    <a:pt x="154294" y="162081"/>
                  </a:cubicBezTo>
                  <a:lnTo>
                    <a:pt x="154294" y="218307"/>
                  </a:lnTo>
                  <a:lnTo>
                    <a:pt x="50201" y="218307"/>
                  </a:lnTo>
                  <a:lnTo>
                    <a:pt x="50129" y="162010"/>
                  </a:lnTo>
                  <a:close/>
                  <a:moveTo>
                    <a:pt x="101807" y="1"/>
                  </a:moveTo>
                  <a:cubicBezTo>
                    <a:pt x="80255" y="1"/>
                    <a:pt x="59893" y="6550"/>
                    <a:pt x="42723" y="18981"/>
                  </a:cubicBezTo>
                  <a:cubicBezTo>
                    <a:pt x="38651" y="14980"/>
                    <a:pt x="34912" y="14266"/>
                    <a:pt x="32793" y="14266"/>
                  </a:cubicBezTo>
                  <a:cubicBezTo>
                    <a:pt x="25696" y="14266"/>
                    <a:pt x="21552" y="21267"/>
                    <a:pt x="19266" y="27626"/>
                  </a:cubicBezTo>
                  <a:cubicBezTo>
                    <a:pt x="18886" y="27616"/>
                    <a:pt x="18513" y="27612"/>
                    <a:pt x="18145" y="27612"/>
                  </a:cubicBezTo>
                  <a:cubicBezTo>
                    <a:pt x="10019" y="27612"/>
                    <a:pt x="4750" y="29876"/>
                    <a:pt x="2358" y="34341"/>
                  </a:cubicBezTo>
                  <a:cubicBezTo>
                    <a:pt x="0" y="38794"/>
                    <a:pt x="1095" y="44962"/>
                    <a:pt x="5382" y="51249"/>
                  </a:cubicBezTo>
                  <a:cubicBezTo>
                    <a:pt x="7502" y="54131"/>
                    <a:pt x="9431" y="56108"/>
                    <a:pt x="11288" y="57441"/>
                  </a:cubicBezTo>
                  <a:cubicBezTo>
                    <a:pt x="5858" y="69396"/>
                    <a:pt x="3120" y="82137"/>
                    <a:pt x="3120" y="95330"/>
                  </a:cubicBezTo>
                  <a:lnTo>
                    <a:pt x="3120" y="128884"/>
                  </a:lnTo>
                  <a:cubicBezTo>
                    <a:pt x="3120" y="140125"/>
                    <a:pt x="12241" y="149245"/>
                    <a:pt x="23481" y="149245"/>
                  </a:cubicBezTo>
                  <a:lnTo>
                    <a:pt x="35603" y="149245"/>
                  </a:lnTo>
                  <a:cubicBezTo>
                    <a:pt x="37151" y="151008"/>
                    <a:pt x="38794" y="152699"/>
                    <a:pt x="40508" y="154366"/>
                  </a:cubicBezTo>
                  <a:lnTo>
                    <a:pt x="41842" y="155604"/>
                  </a:lnTo>
                  <a:cubicBezTo>
                    <a:pt x="38103" y="160295"/>
                    <a:pt x="34793" y="165320"/>
                    <a:pt x="32054" y="170583"/>
                  </a:cubicBezTo>
                  <a:cubicBezTo>
                    <a:pt x="27958" y="178513"/>
                    <a:pt x="25053" y="186991"/>
                    <a:pt x="23529" y="195779"/>
                  </a:cubicBezTo>
                  <a:cubicBezTo>
                    <a:pt x="22052" y="204161"/>
                    <a:pt x="21790" y="212949"/>
                    <a:pt x="22743" y="221879"/>
                  </a:cubicBezTo>
                  <a:cubicBezTo>
                    <a:pt x="22933" y="223546"/>
                    <a:pt x="24338" y="224785"/>
                    <a:pt x="26005" y="224785"/>
                  </a:cubicBezTo>
                  <a:lnTo>
                    <a:pt x="177227" y="224785"/>
                  </a:lnTo>
                  <a:cubicBezTo>
                    <a:pt x="178918" y="224785"/>
                    <a:pt x="180323" y="223522"/>
                    <a:pt x="180514" y="221855"/>
                  </a:cubicBezTo>
                  <a:cubicBezTo>
                    <a:pt x="181466" y="212925"/>
                    <a:pt x="181204" y="204138"/>
                    <a:pt x="179728" y="195731"/>
                  </a:cubicBezTo>
                  <a:cubicBezTo>
                    <a:pt x="176608" y="177823"/>
                    <a:pt x="168416" y="164344"/>
                    <a:pt x="161438" y="155604"/>
                  </a:cubicBezTo>
                  <a:cubicBezTo>
                    <a:pt x="161867" y="155199"/>
                    <a:pt x="162343" y="154770"/>
                    <a:pt x="162796" y="154342"/>
                  </a:cubicBezTo>
                  <a:cubicBezTo>
                    <a:pt x="164534" y="152699"/>
                    <a:pt x="166154" y="150960"/>
                    <a:pt x="167702" y="149222"/>
                  </a:cubicBezTo>
                  <a:lnTo>
                    <a:pt x="180371" y="149222"/>
                  </a:lnTo>
                  <a:cubicBezTo>
                    <a:pt x="191611" y="149222"/>
                    <a:pt x="200732" y="140101"/>
                    <a:pt x="200732" y="128860"/>
                  </a:cubicBezTo>
                  <a:lnTo>
                    <a:pt x="200732" y="95354"/>
                  </a:lnTo>
                  <a:cubicBezTo>
                    <a:pt x="200732" y="82160"/>
                    <a:pt x="197994" y="69444"/>
                    <a:pt x="192564" y="57465"/>
                  </a:cubicBezTo>
                  <a:cubicBezTo>
                    <a:pt x="194421" y="56108"/>
                    <a:pt x="196350" y="54131"/>
                    <a:pt x="198303" y="51273"/>
                  </a:cubicBezTo>
                  <a:cubicBezTo>
                    <a:pt x="202590" y="44986"/>
                    <a:pt x="203709" y="38818"/>
                    <a:pt x="201351" y="34365"/>
                  </a:cubicBezTo>
                  <a:cubicBezTo>
                    <a:pt x="198995" y="29879"/>
                    <a:pt x="193749" y="27656"/>
                    <a:pt x="185697" y="27656"/>
                  </a:cubicBezTo>
                  <a:cubicBezTo>
                    <a:pt x="185286" y="27656"/>
                    <a:pt x="184868" y="27662"/>
                    <a:pt x="184443" y="27673"/>
                  </a:cubicBezTo>
                  <a:cubicBezTo>
                    <a:pt x="182157" y="21291"/>
                    <a:pt x="177989" y="14289"/>
                    <a:pt x="170893" y="14289"/>
                  </a:cubicBezTo>
                  <a:cubicBezTo>
                    <a:pt x="168773" y="14289"/>
                    <a:pt x="165034" y="15004"/>
                    <a:pt x="160962" y="19005"/>
                  </a:cubicBezTo>
                  <a:cubicBezTo>
                    <a:pt x="155842" y="15314"/>
                    <a:pt x="150365" y="12099"/>
                    <a:pt x="144625" y="9455"/>
                  </a:cubicBezTo>
                  <a:cubicBezTo>
                    <a:pt x="144159" y="9234"/>
                    <a:pt x="143661" y="9125"/>
                    <a:pt x="143168" y="9125"/>
                  </a:cubicBezTo>
                  <a:cubicBezTo>
                    <a:pt x="142176" y="9125"/>
                    <a:pt x="141205" y="9565"/>
                    <a:pt x="140553" y="10408"/>
                  </a:cubicBezTo>
                  <a:cubicBezTo>
                    <a:pt x="139219" y="12146"/>
                    <a:pt x="139910" y="14528"/>
                    <a:pt x="141791" y="15433"/>
                  </a:cubicBezTo>
                  <a:cubicBezTo>
                    <a:pt x="147054" y="17862"/>
                    <a:pt x="152127" y="20815"/>
                    <a:pt x="156818" y="24172"/>
                  </a:cubicBezTo>
                  <a:cubicBezTo>
                    <a:pt x="153484" y="29388"/>
                    <a:pt x="151127" y="37080"/>
                    <a:pt x="155771" y="42271"/>
                  </a:cubicBezTo>
                  <a:cubicBezTo>
                    <a:pt x="159242" y="46158"/>
                    <a:pt x="164856" y="46981"/>
                    <a:pt x="169877" y="46981"/>
                  </a:cubicBezTo>
                  <a:cubicBezTo>
                    <a:pt x="170332" y="46981"/>
                    <a:pt x="170783" y="46975"/>
                    <a:pt x="171226" y="46963"/>
                  </a:cubicBezTo>
                  <a:lnTo>
                    <a:pt x="171250" y="46963"/>
                  </a:lnTo>
                  <a:cubicBezTo>
                    <a:pt x="171298" y="47010"/>
                    <a:pt x="171298" y="47082"/>
                    <a:pt x="171321" y="47106"/>
                  </a:cubicBezTo>
                  <a:cubicBezTo>
                    <a:pt x="172846" y="51297"/>
                    <a:pt x="174941" y="55584"/>
                    <a:pt x="178632" y="58275"/>
                  </a:cubicBezTo>
                  <a:cubicBezTo>
                    <a:pt x="180462" y="59584"/>
                    <a:pt x="182681" y="60302"/>
                    <a:pt x="184937" y="60302"/>
                  </a:cubicBezTo>
                  <a:cubicBezTo>
                    <a:pt x="185470" y="60302"/>
                    <a:pt x="186006" y="60262"/>
                    <a:pt x="186539" y="60180"/>
                  </a:cubicBezTo>
                  <a:cubicBezTo>
                    <a:pt x="191564" y="71301"/>
                    <a:pt x="194112" y="83113"/>
                    <a:pt x="194112" y="95377"/>
                  </a:cubicBezTo>
                  <a:lnTo>
                    <a:pt x="194112" y="128932"/>
                  </a:lnTo>
                  <a:cubicBezTo>
                    <a:pt x="194112" y="136529"/>
                    <a:pt x="187968" y="142720"/>
                    <a:pt x="180347" y="142720"/>
                  </a:cubicBezTo>
                  <a:lnTo>
                    <a:pt x="173393" y="142720"/>
                  </a:lnTo>
                  <a:cubicBezTo>
                    <a:pt x="182395" y="130242"/>
                    <a:pt x="187658" y="115691"/>
                    <a:pt x="188587" y="100355"/>
                  </a:cubicBezTo>
                  <a:cubicBezTo>
                    <a:pt x="188682" y="98759"/>
                    <a:pt x="188730" y="97140"/>
                    <a:pt x="188730" y="95544"/>
                  </a:cubicBezTo>
                  <a:cubicBezTo>
                    <a:pt x="188730" y="93829"/>
                    <a:pt x="187349" y="92353"/>
                    <a:pt x="185658" y="92234"/>
                  </a:cubicBezTo>
                  <a:cubicBezTo>
                    <a:pt x="147626" y="89590"/>
                    <a:pt x="121621" y="78898"/>
                    <a:pt x="106546" y="70420"/>
                  </a:cubicBezTo>
                  <a:cubicBezTo>
                    <a:pt x="90209" y="61204"/>
                    <a:pt x="82755" y="52559"/>
                    <a:pt x="82660" y="52464"/>
                  </a:cubicBezTo>
                  <a:cubicBezTo>
                    <a:pt x="82015" y="51692"/>
                    <a:pt x="81094" y="51324"/>
                    <a:pt x="80172" y="51324"/>
                  </a:cubicBezTo>
                  <a:cubicBezTo>
                    <a:pt x="79018" y="51324"/>
                    <a:pt x="77863" y="51902"/>
                    <a:pt x="77254" y="52988"/>
                  </a:cubicBezTo>
                  <a:lnTo>
                    <a:pt x="77254" y="53035"/>
                  </a:lnTo>
                  <a:cubicBezTo>
                    <a:pt x="71634" y="63514"/>
                    <a:pt x="63085" y="71373"/>
                    <a:pt x="54178" y="77159"/>
                  </a:cubicBezTo>
                  <a:cubicBezTo>
                    <a:pt x="43342" y="84280"/>
                    <a:pt x="30387" y="89972"/>
                    <a:pt x="17575" y="92258"/>
                  </a:cubicBezTo>
                  <a:cubicBezTo>
                    <a:pt x="16027" y="92520"/>
                    <a:pt x="14860" y="93925"/>
                    <a:pt x="14860" y="95496"/>
                  </a:cubicBezTo>
                  <a:lnTo>
                    <a:pt x="14860" y="95592"/>
                  </a:lnTo>
                  <a:cubicBezTo>
                    <a:pt x="14860" y="97163"/>
                    <a:pt x="14908" y="98759"/>
                    <a:pt x="15003" y="100331"/>
                  </a:cubicBezTo>
                  <a:cubicBezTo>
                    <a:pt x="15932" y="115667"/>
                    <a:pt x="21195" y="130218"/>
                    <a:pt x="30173" y="142697"/>
                  </a:cubicBezTo>
                  <a:lnTo>
                    <a:pt x="23338" y="142697"/>
                  </a:lnTo>
                  <a:cubicBezTo>
                    <a:pt x="15718" y="142697"/>
                    <a:pt x="9550" y="136529"/>
                    <a:pt x="9550" y="128908"/>
                  </a:cubicBezTo>
                  <a:lnTo>
                    <a:pt x="9550" y="95354"/>
                  </a:lnTo>
                  <a:cubicBezTo>
                    <a:pt x="9550" y="83113"/>
                    <a:pt x="12122" y="71277"/>
                    <a:pt x="17146" y="60132"/>
                  </a:cubicBezTo>
                  <a:cubicBezTo>
                    <a:pt x="17709" y="60230"/>
                    <a:pt x="18272" y="60277"/>
                    <a:pt x="18832" y="60277"/>
                  </a:cubicBezTo>
                  <a:cubicBezTo>
                    <a:pt x="21281" y="60277"/>
                    <a:pt x="23658" y="59373"/>
                    <a:pt x="25577" y="57822"/>
                  </a:cubicBezTo>
                  <a:cubicBezTo>
                    <a:pt x="28125" y="55726"/>
                    <a:pt x="30340" y="52392"/>
                    <a:pt x="32078" y="47796"/>
                  </a:cubicBezTo>
                  <a:lnTo>
                    <a:pt x="32364" y="47082"/>
                  </a:lnTo>
                  <a:cubicBezTo>
                    <a:pt x="32388" y="47010"/>
                    <a:pt x="32388" y="46963"/>
                    <a:pt x="32412" y="46915"/>
                  </a:cubicBezTo>
                  <a:lnTo>
                    <a:pt x="32435" y="46915"/>
                  </a:lnTo>
                  <a:cubicBezTo>
                    <a:pt x="32840" y="46924"/>
                    <a:pt x="33249" y="46928"/>
                    <a:pt x="33662" y="46928"/>
                  </a:cubicBezTo>
                  <a:cubicBezTo>
                    <a:pt x="37905" y="46928"/>
                    <a:pt x="42469" y="46411"/>
                    <a:pt x="45986" y="43915"/>
                  </a:cubicBezTo>
                  <a:cubicBezTo>
                    <a:pt x="52654" y="39247"/>
                    <a:pt x="50534" y="29936"/>
                    <a:pt x="46819" y="24149"/>
                  </a:cubicBezTo>
                  <a:cubicBezTo>
                    <a:pt x="62799" y="12694"/>
                    <a:pt x="81731" y="6621"/>
                    <a:pt x="101807" y="6621"/>
                  </a:cubicBezTo>
                  <a:cubicBezTo>
                    <a:pt x="111118" y="6621"/>
                    <a:pt x="120287" y="7955"/>
                    <a:pt x="129098" y="10574"/>
                  </a:cubicBezTo>
                  <a:cubicBezTo>
                    <a:pt x="129428" y="10671"/>
                    <a:pt x="129762" y="10718"/>
                    <a:pt x="130091" y="10718"/>
                  </a:cubicBezTo>
                  <a:cubicBezTo>
                    <a:pt x="131381" y="10718"/>
                    <a:pt x="132597" y="10003"/>
                    <a:pt x="133147" y="8788"/>
                  </a:cubicBezTo>
                  <a:cubicBezTo>
                    <a:pt x="133956" y="6955"/>
                    <a:pt x="132980" y="4859"/>
                    <a:pt x="131099" y="4287"/>
                  </a:cubicBezTo>
                  <a:cubicBezTo>
                    <a:pt x="121621" y="1477"/>
                    <a:pt x="111785" y="1"/>
                    <a:pt x="101807"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94" name="Google Shape;1894;p29"/>
          <p:cNvGrpSpPr/>
          <p:nvPr/>
        </p:nvGrpSpPr>
        <p:grpSpPr>
          <a:xfrm>
            <a:off x="6093018" y="1892273"/>
            <a:ext cx="422019" cy="437282"/>
            <a:chOff x="7740865" y="2287720"/>
            <a:chExt cx="316380" cy="327798"/>
          </a:xfrm>
        </p:grpSpPr>
        <p:sp>
          <p:nvSpPr>
            <p:cNvPr id="1895" name="Google Shape;1895;p29"/>
            <p:cNvSpPr/>
            <p:nvPr/>
          </p:nvSpPr>
          <p:spPr>
            <a:xfrm>
              <a:off x="7906881" y="2513782"/>
              <a:ext cx="98160" cy="96667"/>
            </a:xfrm>
            <a:custGeom>
              <a:avLst/>
              <a:gdLst/>
              <a:ahLst/>
              <a:cxnLst/>
              <a:rect l="l" t="t" r="r" b="b"/>
              <a:pathLst>
                <a:path w="67348" h="66324" extrusionOk="0">
                  <a:moveTo>
                    <a:pt x="24267" y="1"/>
                  </a:moveTo>
                  <a:lnTo>
                    <a:pt x="0" y="43724"/>
                  </a:lnTo>
                  <a:lnTo>
                    <a:pt x="8788" y="66324"/>
                  </a:lnTo>
                  <a:lnTo>
                    <a:pt x="38747" y="66324"/>
                  </a:lnTo>
                  <a:lnTo>
                    <a:pt x="42033" y="62942"/>
                  </a:lnTo>
                  <a:lnTo>
                    <a:pt x="45343" y="66324"/>
                  </a:lnTo>
                  <a:lnTo>
                    <a:pt x="66419" y="66324"/>
                  </a:lnTo>
                  <a:cubicBezTo>
                    <a:pt x="67348" y="57084"/>
                    <a:pt x="66967" y="48701"/>
                    <a:pt x="65657" y="41104"/>
                  </a:cubicBezTo>
                  <a:cubicBezTo>
                    <a:pt x="64014" y="31793"/>
                    <a:pt x="61013" y="23696"/>
                    <a:pt x="57441" y="16837"/>
                  </a:cubicBezTo>
                  <a:cubicBezTo>
                    <a:pt x="53869" y="10003"/>
                    <a:pt x="49749" y="4359"/>
                    <a:pt x="45962" y="1"/>
                  </a:cubicBezTo>
                  <a:close/>
                </a:path>
              </a:pathLst>
            </a:custGeom>
            <a:solidFill>
              <a:srgbClr val="FF89A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6" name="Google Shape;1896;p29"/>
            <p:cNvSpPr/>
            <p:nvPr/>
          </p:nvSpPr>
          <p:spPr>
            <a:xfrm>
              <a:off x="7781337" y="2513714"/>
              <a:ext cx="98125" cy="96667"/>
            </a:xfrm>
            <a:custGeom>
              <a:avLst/>
              <a:gdLst/>
              <a:ahLst/>
              <a:cxnLst/>
              <a:rect l="l" t="t" r="r" b="b"/>
              <a:pathLst>
                <a:path w="67324" h="66324" extrusionOk="0">
                  <a:moveTo>
                    <a:pt x="21362" y="0"/>
                  </a:moveTo>
                  <a:cubicBezTo>
                    <a:pt x="13813" y="8788"/>
                    <a:pt x="4954" y="22481"/>
                    <a:pt x="1715" y="41127"/>
                  </a:cubicBezTo>
                  <a:cubicBezTo>
                    <a:pt x="382" y="48700"/>
                    <a:pt x="0" y="57107"/>
                    <a:pt x="977" y="66323"/>
                  </a:cubicBezTo>
                  <a:lnTo>
                    <a:pt x="22029" y="66323"/>
                  </a:lnTo>
                  <a:lnTo>
                    <a:pt x="25339" y="62965"/>
                  </a:lnTo>
                  <a:lnTo>
                    <a:pt x="28625" y="66323"/>
                  </a:lnTo>
                  <a:lnTo>
                    <a:pt x="58560" y="66323"/>
                  </a:lnTo>
                  <a:lnTo>
                    <a:pt x="67324" y="43747"/>
                  </a:lnTo>
                  <a:lnTo>
                    <a:pt x="43033" y="0"/>
                  </a:lnTo>
                  <a:close/>
                </a:path>
              </a:pathLst>
            </a:custGeom>
            <a:solidFill>
              <a:srgbClr val="FF89A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7" name="Google Shape;1897;p29"/>
            <p:cNvSpPr/>
            <p:nvPr/>
          </p:nvSpPr>
          <p:spPr>
            <a:xfrm>
              <a:off x="7844161" y="2513714"/>
              <a:ext cx="98021" cy="96667"/>
            </a:xfrm>
            <a:custGeom>
              <a:avLst/>
              <a:gdLst/>
              <a:ahLst/>
              <a:cxnLst/>
              <a:rect l="l" t="t" r="r" b="b"/>
              <a:pathLst>
                <a:path w="67253" h="66324" extrusionOk="0">
                  <a:moveTo>
                    <a:pt x="1" y="0"/>
                  </a:moveTo>
                  <a:lnTo>
                    <a:pt x="15504" y="66323"/>
                  </a:lnTo>
                  <a:lnTo>
                    <a:pt x="51726" y="66323"/>
                  </a:lnTo>
                  <a:lnTo>
                    <a:pt x="67253" y="0"/>
                  </a:lnTo>
                  <a:close/>
                </a:path>
              </a:pathLst>
            </a:custGeom>
            <a:solidFill>
              <a:srgbClr val="F0EBD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8" name="Google Shape;1898;p29"/>
            <p:cNvSpPr/>
            <p:nvPr/>
          </p:nvSpPr>
          <p:spPr>
            <a:xfrm>
              <a:off x="7967414" y="2293432"/>
              <a:ext cx="85561" cy="127262"/>
            </a:xfrm>
            <a:custGeom>
              <a:avLst/>
              <a:gdLst/>
              <a:ahLst/>
              <a:cxnLst/>
              <a:rect l="l" t="t" r="r" b="b"/>
              <a:pathLst>
                <a:path w="58704" h="87315" extrusionOk="0">
                  <a:moveTo>
                    <a:pt x="27581" y="0"/>
                  </a:moveTo>
                  <a:cubicBezTo>
                    <a:pt x="19338" y="0"/>
                    <a:pt x="9829" y="3831"/>
                    <a:pt x="1" y="13466"/>
                  </a:cubicBezTo>
                  <a:lnTo>
                    <a:pt x="43772" y="87315"/>
                  </a:lnTo>
                  <a:cubicBezTo>
                    <a:pt x="58704" y="87315"/>
                    <a:pt x="58251" y="71121"/>
                    <a:pt x="58251" y="71121"/>
                  </a:cubicBezTo>
                  <a:cubicBezTo>
                    <a:pt x="58251" y="71121"/>
                    <a:pt x="49892" y="69811"/>
                    <a:pt x="50345" y="55332"/>
                  </a:cubicBezTo>
                  <a:cubicBezTo>
                    <a:pt x="50797" y="40853"/>
                    <a:pt x="58680" y="27660"/>
                    <a:pt x="50345" y="13466"/>
                  </a:cubicBezTo>
                  <a:cubicBezTo>
                    <a:pt x="45769" y="5675"/>
                    <a:pt x="37613" y="0"/>
                    <a:pt x="2758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9" name="Google Shape;1899;p29"/>
            <p:cNvSpPr/>
            <p:nvPr/>
          </p:nvSpPr>
          <p:spPr>
            <a:xfrm>
              <a:off x="7753430" y="2292302"/>
              <a:ext cx="279795" cy="134361"/>
            </a:xfrm>
            <a:custGeom>
              <a:avLst/>
              <a:gdLst/>
              <a:ahLst/>
              <a:cxnLst/>
              <a:rect l="l" t="t" r="r" b="b"/>
              <a:pathLst>
                <a:path w="191969" h="92186" extrusionOk="0">
                  <a:moveTo>
                    <a:pt x="95973" y="0"/>
                  </a:moveTo>
                  <a:cubicBezTo>
                    <a:pt x="77755" y="0"/>
                    <a:pt x="60323" y="4835"/>
                    <a:pt x="45224" y="13908"/>
                  </a:cubicBezTo>
                  <a:cubicBezTo>
                    <a:pt x="39175" y="17551"/>
                    <a:pt x="33531" y="21838"/>
                    <a:pt x="28340" y="26791"/>
                  </a:cubicBezTo>
                  <a:cubicBezTo>
                    <a:pt x="25506" y="29459"/>
                    <a:pt x="22886" y="32316"/>
                    <a:pt x="20481" y="35269"/>
                  </a:cubicBezTo>
                  <a:cubicBezTo>
                    <a:pt x="7240" y="51392"/>
                    <a:pt x="24" y="71229"/>
                    <a:pt x="1" y="92114"/>
                  </a:cubicBezTo>
                  <a:lnTo>
                    <a:pt x="1" y="92186"/>
                  </a:lnTo>
                  <a:lnTo>
                    <a:pt x="191969" y="92186"/>
                  </a:lnTo>
                  <a:lnTo>
                    <a:pt x="191969" y="92114"/>
                  </a:lnTo>
                  <a:cubicBezTo>
                    <a:pt x="191922" y="71253"/>
                    <a:pt x="184706" y="51415"/>
                    <a:pt x="171465" y="35293"/>
                  </a:cubicBezTo>
                  <a:cubicBezTo>
                    <a:pt x="169060" y="32340"/>
                    <a:pt x="166416" y="29506"/>
                    <a:pt x="163606" y="26815"/>
                  </a:cubicBezTo>
                  <a:cubicBezTo>
                    <a:pt x="158462" y="21886"/>
                    <a:pt x="152842" y="17599"/>
                    <a:pt x="146817" y="13979"/>
                  </a:cubicBezTo>
                  <a:cubicBezTo>
                    <a:pt x="146888" y="13955"/>
                    <a:pt x="146841" y="13908"/>
                    <a:pt x="146722" y="13908"/>
                  </a:cubicBezTo>
                  <a:cubicBezTo>
                    <a:pt x="131647" y="4835"/>
                    <a:pt x="114191" y="0"/>
                    <a:pt x="9597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0" name="Google Shape;1900;p29"/>
            <p:cNvSpPr/>
            <p:nvPr/>
          </p:nvSpPr>
          <p:spPr>
            <a:xfrm>
              <a:off x="7745586" y="2406808"/>
              <a:ext cx="55675" cy="54156"/>
            </a:xfrm>
            <a:custGeom>
              <a:avLst/>
              <a:gdLst/>
              <a:ahLst/>
              <a:cxnLst/>
              <a:rect l="l" t="t" r="r" b="b"/>
              <a:pathLst>
                <a:path w="38199" h="37157" extrusionOk="0">
                  <a:moveTo>
                    <a:pt x="16647" y="1"/>
                  </a:moveTo>
                  <a:cubicBezTo>
                    <a:pt x="7288" y="1001"/>
                    <a:pt x="1" y="8907"/>
                    <a:pt x="1" y="18528"/>
                  </a:cubicBezTo>
                  <a:cubicBezTo>
                    <a:pt x="1" y="28801"/>
                    <a:pt x="8322" y="37156"/>
                    <a:pt x="18611" y="37156"/>
                  </a:cubicBezTo>
                  <a:cubicBezTo>
                    <a:pt x="19080" y="37156"/>
                    <a:pt x="19552" y="37139"/>
                    <a:pt x="20029" y="37104"/>
                  </a:cubicBezTo>
                  <a:cubicBezTo>
                    <a:pt x="28983" y="36437"/>
                    <a:pt x="36294" y="29340"/>
                    <a:pt x="37151" y="20410"/>
                  </a:cubicBezTo>
                  <a:cubicBezTo>
                    <a:pt x="38199" y="9955"/>
                    <a:pt x="30578" y="1049"/>
                    <a:pt x="20600" y="1"/>
                  </a:cubicBezTo>
                  <a:close/>
                </a:path>
              </a:pathLst>
            </a:custGeom>
            <a:solidFill>
              <a:srgbClr val="E3B09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1" name="Google Shape;1901;p29"/>
            <p:cNvSpPr/>
            <p:nvPr/>
          </p:nvSpPr>
          <p:spPr>
            <a:xfrm>
              <a:off x="7893136" y="2513852"/>
              <a:ext cx="67651" cy="53285"/>
            </a:xfrm>
            <a:custGeom>
              <a:avLst/>
              <a:gdLst/>
              <a:ahLst/>
              <a:cxnLst/>
              <a:rect l="l" t="t" r="r" b="b"/>
              <a:pathLst>
                <a:path w="46416" h="36559" extrusionOk="0">
                  <a:moveTo>
                    <a:pt x="26078" y="0"/>
                  </a:moveTo>
                  <a:lnTo>
                    <a:pt x="1" y="20100"/>
                  </a:lnTo>
                  <a:lnTo>
                    <a:pt x="17695" y="33602"/>
                  </a:lnTo>
                  <a:cubicBezTo>
                    <a:pt x="20321" y="35620"/>
                    <a:pt x="23351" y="36558"/>
                    <a:pt x="26331" y="36558"/>
                  </a:cubicBezTo>
                  <a:cubicBezTo>
                    <a:pt x="32216" y="36558"/>
                    <a:pt x="37906" y="32901"/>
                    <a:pt x="39914" y="26672"/>
                  </a:cubicBezTo>
                  <a:lnTo>
                    <a:pt x="46415" y="6645"/>
                  </a:lnTo>
                  <a:lnTo>
                    <a:pt x="26078" y="0"/>
                  </a:lnTo>
                  <a:close/>
                </a:path>
              </a:pathLst>
            </a:custGeom>
            <a:solidFill>
              <a:srgbClr val="EFEDE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2" name="Google Shape;1902;p29"/>
            <p:cNvSpPr/>
            <p:nvPr/>
          </p:nvSpPr>
          <p:spPr>
            <a:xfrm>
              <a:off x="7825487" y="2513852"/>
              <a:ext cx="67650" cy="53285"/>
            </a:xfrm>
            <a:custGeom>
              <a:avLst/>
              <a:gdLst/>
              <a:ahLst/>
              <a:cxnLst/>
              <a:rect l="l" t="t" r="r" b="b"/>
              <a:pathLst>
                <a:path w="46415" h="36559" extrusionOk="0">
                  <a:moveTo>
                    <a:pt x="20338" y="0"/>
                  </a:moveTo>
                  <a:lnTo>
                    <a:pt x="1" y="6645"/>
                  </a:lnTo>
                  <a:lnTo>
                    <a:pt x="6502" y="26672"/>
                  </a:lnTo>
                  <a:cubicBezTo>
                    <a:pt x="8509" y="32901"/>
                    <a:pt x="14200" y="36558"/>
                    <a:pt x="20091" y="36558"/>
                  </a:cubicBezTo>
                  <a:cubicBezTo>
                    <a:pt x="23075" y="36558"/>
                    <a:pt x="26110" y="35620"/>
                    <a:pt x="28745" y="33602"/>
                  </a:cubicBezTo>
                  <a:lnTo>
                    <a:pt x="46415" y="20100"/>
                  </a:lnTo>
                  <a:lnTo>
                    <a:pt x="20338" y="0"/>
                  </a:lnTo>
                  <a:close/>
                </a:path>
              </a:pathLst>
            </a:custGeom>
            <a:solidFill>
              <a:srgbClr val="EFEDE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3" name="Google Shape;1903;p29"/>
            <p:cNvSpPr/>
            <p:nvPr/>
          </p:nvSpPr>
          <p:spPr>
            <a:xfrm>
              <a:off x="7771340" y="2355870"/>
              <a:ext cx="243663" cy="187279"/>
            </a:xfrm>
            <a:custGeom>
              <a:avLst/>
              <a:gdLst/>
              <a:ahLst/>
              <a:cxnLst/>
              <a:rect l="l" t="t" r="r" b="b"/>
              <a:pathLst>
                <a:path w="167179" h="128493" extrusionOk="0">
                  <a:moveTo>
                    <a:pt x="116831" y="0"/>
                  </a:moveTo>
                  <a:cubicBezTo>
                    <a:pt x="105855" y="0"/>
                    <a:pt x="94110" y="2940"/>
                    <a:pt x="83566" y="11707"/>
                  </a:cubicBezTo>
                  <a:cubicBezTo>
                    <a:pt x="73035" y="2941"/>
                    <a:pt x="61278" y="21"/>
                    <a:pt x="50314" y="21"/>
                  </a:cubicBezTo>
                  <a:cubicBezTo>
                    <a:pt x="47963" y="21"/>
                    <a:pt x="45649" y="156"/>
                    <a:pt x="43391" y="395"/>
                  </a:cubicBezTo>
                  <a:cubicBezTo>
                    <a:pt x="22005" y="2658"/>
                    <a:pt x="4835" y="18947"/>
                    <a:pt x="930" y="40070"/>
                  </a:cubicBezTo>
                  <a:cubicBezTo>
                    <a:pt x="358" y="43142"/>
                    <a:pt x="1" y="46095"/>
                    <a:pt x="1" y="48643"/>
                  </a:cubicBezTo>
                  <a:cubicBezTo>
                    <a:pt x="96" y="92771"/>
                    <a:pt x="37485" y="128493"/>
                    <a:pt x="83590" y="128493"/>
                  </a:cubicBezTo>
                  <a:cubicBezTo>
                    <a:pt x="129695" y="128493"/>
                    <a:pt x="167107" y="92747"/>
                    <a:pt x="167179" y="48643"/>
                  </a:cubicBezTo>
                  <a:cubicBezTo>
                    <a:pt x="167155" y="48500"/>
                    <a:pt x="167155" y="48357"/>
                    <a:pt x="167155" y="48238"/>
                  </a:cubicBezTo>
                  <a:cubicBezTo>
                    <a:pt x="166988" y="23638"/>
                    <a:pt x="148341" y="3039"/>
                    <a:pt x="123931" y="395"/>
                  </a:cubicBezTo>
                  <a:cubicBezTo>
                    <a:pt x="121616" y="142"/>
                    <a:pt x="119242" y="0"/>
                    <a:pt x="116831" y="0"/>
                  </a:cubicBezTo>
                  <a:close/>
                </a:path>
              </a:pathLst>
            </a:custGeom>
            <a:solidFill>
              <a:srgbClr val="FBC4A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4" name="Google Shape;1904;p29"/>
            <p:cNvSpPr/>
            <p:nvPr/>
          </p:nvSpPr>
          <p:spPr>
            <a:xfrm>
              <a:off x="7883487" y="2355845"/>
              <a:ext cx="157270" cy="187200"/>
            </a:xfrm>
            <a:custGeom>
              <a:avLst/>
              <a:gdLst/>
              <a:ahLst/>
              <a:cxnLst/>
              <a:rect l="l" t="t" r="r" b="b"/>
              <a:pathLst>
                <a:path w="107904" h="128439" extrusionOk="0">
                  <a:moveTo>
                    <a:pt x="39963" y="1"/>
                  </a:moveTo>
                  <a:cubicBezTo>
                    <a:pt x="37802" y="1"/>
                    <a:pt x="35613" y="115"/>
                    <a:pt x="33412" y="365"/>
                  </a:cubicBezTo>
                  <a:cubicBezTo>
                    <a:pt x="33531" y="365"/>
                    <a:pt x="33650" y="388"/>
                    <a:pt x="33769" y="388"/>
                  </a:cubicBezTo>
                  <a:cubicBezTo>
                    <a:pt x="58203" y="3032"/>
                    <a:pt x="76850" y="23655"/>
                    <a:pt x="76993" y="48231"/>
                  </a:cubicBezTo>
                  <a:lnTo>
                    <a:pt x="76993" y="48612"/>
                  </a:lnTo>
                  <a:cubicBezTo>
                    <a:pt x="76897" y="90621"/>
                    <a:pt x="43033" y="124985"/>
                    <a:pt x="1" y="128200"/>
                  </a:cubicBezTo>
                  <a:cubicBezTo>
                    <a:pt x="2191" y="128367"/>
                    <a:pt x="4382" y="128438"/>
                    <a:pt x="6597" y="128438"/>
                  </a:cubicBezTo>
                  <a:cubicBezTo>
                    <a:pt x="44248" y="128438"/>
                    <a:pt x="76064" y="104600"/>
                    <a:pt x="86542" y="71831"/>
                  </a:cubicBezTo>
                  <a:cubicBezTo>
                    <a:pt x="87328" y="71974"/>
                    <a:pt x="88186" y="72070"/>
                    <a:pt x="89233" y="72070"/>
                  </a:cubicBezTo>
                  <a:cubicBezTo>
                    <a:pt x="99521" y="72070"/>
                    <a:pt x="107856" y="63735"/>
                    <a:pt x="107856" y="53423"/>
                  </a:cubicBezTo>
                  <a:cubicBezTo>
                    <a:pt x="107904" y="43873"/>
                    <a:pt x="100593" y="35967"/>
                    <a:pt x="91234" y="34967"/>
                  </a:cubicBezTo>
                  <a:lnTo>
                    <a:pt x="88257" y="34967"/>
                  </a:lnTo>
                  <a:cubicBezTo>
                    <a:pt x="82851" y="16582"/>
                    <a:pt x="66824" y="2532"/>
                    <a:pt x="46963" y="388"/>
                  </a:cubicBezTo>
                  <a:cubicBezTo>
                    <a:pt x="44680" y="139"/>
                    <a:pt x="42339" y="1"/>
                    <a:pt x="39963" y="1"/>
                  </a:cubicBezTo>
                  <a:close/>
                </a:path>
              </a:pathLst>
            </a:custGeom>
            <a:solidFill>
              <a:srgbClr val="E3B09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5" name="Google Shape;1905;p29"/>
            <p:cNvSpPr/>
            <p:nvPr/>
          </p:nvSpPr>
          <p:spPr>
            <a:xfrm>
              <a:off x="7813096" y="2462483"/>
              <a:ext cx="27770" cy="9650"/>
            </a:xfrm>
            <a:custGeom>
              <a:avLst/>
              <a:gdLst/>
              <a:ahLst/>
              <a:cxnLst/>
              <a:rect l="l" t="t" r="r" b="b"/>
              <a:pathLst>
                <a:path w="19053" h="6621" extrusionOk="0">
                  <a:moveTo>
                    <a:pt x="3501" y="0"/>
                  </a:moveTo>
                  <a:cubicBezTo>
                    <a:pt x="1549" y="0"/>
                    <a:pt x="1" y="1738"/>
                    <a:pt x="239" y="3715"/>
                  </a:cubicBezTo>
                  <a:cubicBezTo>
                    <a:pt x="453" y="5382"/>
                    <a:pt x="1930" y="6620"/>
                    <a:pt x="3621" y="6620"/>
                  </a:cubicBezTo>
                  <a:lnTo>
                    <a:pt x="15528" y="6620"/>
                  </a:lnTo>
                  <a:cubicBezTo>
                    <a:pt x="17504" y="6620"/>
                    <a:pt x="19052" y="4906"/>
                    <a:pt x="18814" y="2882"/>
                  </a:cubicBezTo>
                  <a:cubicBezTo>
                    <a:pt x="18600" y="1215"/>
                    <a:pt x="17123" y="0"/>
                    <a:pt x="15409" y="0"/>
                  </a:cubicBezTo>
                  <a:close/>
                </a:path>
              </a:pathLst>
            </a:custGeom>
            <a:solidFill>
              <a:srgbClr val="F980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6" name="Google Shape;1906;p29"/>
            <p:cNvSpPr/>
            <p:nvPr/>
          </p:nvSpPr>
          <p:spPr>
            <a:xfrm>
              <a:off x="7945479" y="2462483"/>
              <a:ext cx="27768" cy="9650"/>
            </a:xfrm>
            <a:custGeom>
              <a:avLst/>
              <a:gdLst/>
              <a:ahLst/>
              <a:cxnLst/>
              <a:rect l="l" t="t" r="r" b="b"/>
              <a:pathLst>
                <a:path w="19052" h="6621" extrusionOk="0">
                  <a:moveTo>
                    <a:pt x="3501" y="0"/>
                  </a:moveTo>
                  <a:cubicBezTo>
                    <a:pt x="1548" y="0"/>
                    <a:pt x="0" y="1738"/>
                    <a:pt x="238" y="3715"/>
                  </a:cubicBezTo>
                  <a:cubicBezTo>
                    <a:pt x="429" y="5382"/>
                    <a:pt x="1929" y="6620"/>
                    <a:pt x="3620" y="6620"/>
                  </a:cubicBezTo>
                  <a:lnTo>
                    <a:pt x="15527" y="6620"/>
                  </a:lnTo>
                  <a:cubicBezTo>
                    <a:pt x="17456" y="6620"/>
                    <a:pt x="19052" y="4906"/>
                    <a:pt x="18814" y="2882"/>
                  </a:cubicBezTo>
                  <a:cubicBezTo>
                    <a:pt x="18599" y="1215"/>
                    <a:pt x="17099" y="0"/>
                    <a:pt x="15408" y="0"/>
                  </a:cubicBezTo>
                  <a:close/>
                </a:path>
              </a:pathLst>
            </a:custGeom>
            <a:solidFill>
              <a:srgbClr val="F980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7" name="Google Shape;1907;p29"/>
            <p:cNvSpPr/>
            <p:nvPr/>
          </p:nvSpPr>
          <p:spPr>
            <a:xfrm>
              <a:off x="7821912" y="2430931"/>
              <a:ext cx="9615" cy="22494"/>
            </a:xfrm>
            <a:custGeom>
              <a:avLst/>
              <a:gdLst/>
              <a:ahLst/>
              <a:cxnLst/>
              <a:rect l="l" t="t" r="r" b="b"/>
              <a:pathLst>
                <a:path w="6597" h="15433" extrusionOk="0">
                  <a:moveTo>
                    <a:pt x="3309" y="0"/>
                  </a:moveTo>
                  <a:cubicBezTo>
                    <a:pt x="1488" y="0"/>
                    <a:pt x="1" y="1468"/>
                    <a:pt x="1" y="3287"/>
                  </a:cubicBezTo>
                  <a:lnTo>
                    <a:pt x="1" y="12122"/>
                  </a:lnTo>
                  <a:cubicBezTo>
                    <a:pt x="1" y="13964"/>
                    <a:pt x="1468" y="15433"/>
                    <a:pt x="3305" y="15433"/>
                  </a:cubicBezTo>
                  <a:cubicBezTo>
                    <a:pt x="3440" y="15433"/>
                    <a:pt x="3577" y="15425"/>
                    <a:pt x="3716" y="15409"/>
                  </a:cubicBezTo>
                  <a:cubicBezTo>
                    <a:pt x="5383" y="15171"/>
                    <a:pt x="6597" y="13670"/>
                    <a:pt x="6597" y="11979"/>
                  </a:cubicBezTo>
                  <a:lnTo>
                    <a:pt x="6597" y="3406"/>
                  </a:lnTo>
                  <a:cubicBezTo>
                    <a:pt x="6597" y="1715"/>
                    <a:pt x="5383" y="215"/>
                    <a:pt x="3716" y="25"/>
                  </a:cubicBezTo>
                  <a:cubicBezTo>
                    <a:pt x="3579" y="8"/>
                    <a:pt x="3443" y="0"/>
                    <a:pt x="3309"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8" name="Google Shape;1908;p29"/>
            <p:cNvSpPr/>
            <p:nvPr/>
          </p:nvSpPr>
          <p:spPr>
            <a:xfrm>
              <a:off x="7954434" y="2430931"/>
              <a:ext cx="9650" cy="22494"/>
            </a:xfrm>
            <a:custGeom>
              <a:avLst/>
              <a:gdLst/>
              <a:ahLst/>
              <a:cxnLst/>
              <a:rect l="l" t="t" r="r" b="b"/>
              <a:pathLst>
                <a:path w="6621" h="15433" extrusionOk="0">
                  <a:moveTo>
                    <a:pt x="3332" y="0"/>
                  </a:moveTo>
                  <a:cubicBezTo>
                    <a:pt x="1509" y="0"/>
                    <a:pt x="0" y="1468"/>
                    <a:pt x="0" y="3287"/>
                  </a:cubicBezTo>
                  <a:lnTo>
                    <a:pt x="0" y="12122"/>
                  </a:lnTo>
                  <a:cubicBezTo>
                    <a:pt x="0" y="13964"/>
                    <a:pt x="1488" y="15433"/>
                    <a:pt x="3328" y="15433"/>
                  </a:cubicBezTo>
                  <a:cubicBezTo>
                    <a:pt x="3464" y="15433"/>
                    <a:pt x="3601" y="15425"/>
                    <a:pt x="3739" y="15409"/>
                  </a:cubicBezTo>
                  <a:cubicBezTo>
                    <a:pt x="5406" y="15171"/>
                    <a:pt x="6621" y="13670"/>
                    <a:pt x="6621" y="11979"/>
                  </a:cubicBezTo>
                  <a:lnTo>
                    <a:pt x="6621" y="3406"/>
                  </a:lnTo>
                  <a:cubicBezTo>
                    <a:pt x="6621" y="1715"/>
                    <a:pt x="5406" y="215"/>
                    <a:pt x="3739" y="25"/>
                  </a:cubicBezTo>
                  <a:cubicBezTo>
                    <a:pt x="3602" y="8"/>
                    <a:pt x="3466" y="0"/>
                    <a:pt x="3332"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9" name="Google Shape;1909;p29"/>
            <p:cNvSpPr/>
            <p:nvPr/>
          </p:nvSpPr>
          <p:spPr>
            <a:xfrm>
              <a:off x="7875990" y="2456679"/>
              <a:ext cx="34363" cy="14864"/>
            </a:xfrm>
            <a:custGeom>
              <a:avLst/>
              <a:gdLst/>
              <a:ahLst/>
              <a:cxnLst/>
              <a:rect l="l" t="t" r="r" b="b"/>
              <a:pathLst>
                <a:path w="23577" h="10198" extrusionOk="0">
                  <a:moveTo>
                    <a:pt x="3699" y="1"/>
                  </a:moveTo>
                  <a:cubicBezTo>
                    <a:pt x="2930" y="1"/>
                    <a:pt x="2155" y="273"/>
                    <a:pt x="1525" y="839"/>
                  </a:cubicBezTo>
                  <a:cubicBezTo>
                    <a:pt x="167" y="2029"/>
                    <a:pt x="1" y="4101"/>
                    <a:pt x="1239" y="5482"/>
                  </a:cubicBezTo>
                  <a:cubicBezTo>
                    <a:pt x="3859" y="8483"/>
                    <a:pt x="7716" y="10198"/>
                    <a:pt x="11836" y="10198"/>
                  </a:cubicBezTo>
                  <a:cubicBezTo>
                    <a:pt x="15932" y="10198"/>
                    <a:pt x="19814" y="8483"/>
                    <a:pt x="22434" y="5482"/>
                  </a:cubicBezTo>
                  <a:cubicBezTo>
                    <a:pt x="23577" y="4125"/>
                    <a:pt x="23434" y="2053"/>
                    <a:pt x="22077" y="839"/>
                  </a:cubicBezTo>
                  <a:cubicBezTo>
                    <a:pt x="21441" y="290"/>
                    <a:pt x="20659" y="20"/>
                    <a:pt x="19883" y="20"/>
                  </a:cubicBezTo>
                  <a:cubicBezTo>
                    <a:pt x="18975" y="20"/>
                    <a:pt x="18075" y="392"/>
                    <a:pt x="17433" y="1124"/>
                  </a:cubicBezTo>
                  <a:cubicBezTo>
                    <a:pt x="16052" y="2696"/>
                    <a:pt x="14003" y="3601"/>
                    <a:pt x="11789" y="3601"/>
                  </a:cubicBezTo>
                  <a:cubicBezTo>
                    <a:pt x="9598" y="3601"/>
                    <a:pt x="7550" y="2696"/>
                    <a:pt x="6169" y="1124"/>
                  </a:cubicBezTo>
                  <a:cubicBezTo>
                    <a:pt x="5521" y="387"/>
                    <a:pt x="4614" y="1"/>
                    <a:pt x="3699"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0" name="Google Shape;1910;p29"/>
            <p:cNvSpPr/>
            <p:nvPr/>
          </p:nvSpPr>
          <p:spPr>
            <a:xfrm>
              <a:off x="7887444" y="2564285"/>
              <a:ext cx="11386" cy="11351"/>
            </a:xfrm>
            <a:custGeom>
              <a:avLst/>
              <a:gdLst/>
              <a:ahLst/>
              <a:cxnLst/>
              <a:rect l="l" t="t" r="r" b="b"/>
              <a:pathLst>
                <a:path w="7812" h="7788" extrusionOk="0">
                  <a:moveTo>
                    <a:pt x="3906" y="1"/>
                  </a:moveTo>
                  <a:cubicBezTo>
                    <a:pt x="1763" y="1"/>
                    <a:pt x="0" y="1739"/>
                    <a:pt x="0" y="3882"/>
                  </a:cubicBezTo>
                  <a:cubicBezTo>
                    <a:pt x="0" y="6049"/>
                    <a:pt x="1763" y="7788"/>
                    <a:pt x="3906" y="7788"/>
                  </a:cubicBezTo>
                  <a:cubicBezTo>
                    <a:pt x="6049" y="7788"/>
                    <a:pt x="7812" y="6049"/>
                    <a:pt x="7812" y="3882"/>
                  </a:cubicBezTo>
                  <a:cubicBezTo>
                    <a:pt x="7812" y="1739"/>
                    <a:pt x="6049" y="1"/>
                    <a:pt x="3906"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1" name="Google Shape;1911;p29"/>
            <p:cNvSpPr/>
            <p:nvPr/>
          </p:nvSpPr>
          <p:spPr>
            <a:xfrm>
              <a:off x="7887444" y="2586499"/>
              <a:ext cx="11386" cy="11352"/>
            </a:xfrm>
            <a:custGeom>
              <a:avLst/>
              <a:gdLst/>
              <a:ahLst/>
              <a:cxnLst/>
              <a:rect l="l" t="t" r="r" b="b"/>
              <a:pathLst>
                <a:path w="7812" h="7789" extrusionOk="0">
                  <a:moveTo>
                    <a:pt x="3906" y="1"/>
                  </a:moveTo>
                  <a:cubicBezTo>
                    <a:pt x="1763" y="1"/>
                    <a:pt x="0" y="1739"/>
                    <a:pt x="0" y="3906"/>
                  </a:cubicBezTo>
                  <a:cubicBezTo>
                    <a:pt x="0" y="6050"/>
                    <a:pt x="1763" y="7788"/>
                    <a:pt x="3906" y="7788"/>
                  </a:cubicBezTo>
                  <a:cubicBezTo>
                    <a:pt x="6049" y="7788"/>
                    <a:pt x="7812" y="6050"/>
                    <a:pt x="7812" y="3906"/>
                  </a:cubicBezTo>
                  <a:cubicBezTo>
                    <a:pt x="7812" y="1739"/>
                    <a:pt x="6049" y="1"/>
                    <a:pt x="3906"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2" name="Google Shape;1912;p29"/>
            <p:cNvSpPr/>
            <p:nvPr/>
          </p:nvSpPr>
          <p:spPr>
            <a:xfrm>
              <a:off x="7740865" y="2287720"/>
              <a:ext cx="316380" cy="327798"/>
            </a:xfrm>
            <a:custGeom>
              <a:avLst/>
              <a:gdLst/>
              <a:ahLst/>
              <a:cxnLst/>
              <a:rect l="l" t="t" r="r" b="b"/>
              <a:pathLst>
                <a:path w="217070" h="224904" extrusionOk="0">
                  <a:moveTo>
                    <a:pt x="183039" y="7217"/>
                  </a:moveTo>
                  <a:cubicBezTo>
                    <a:pt x="191160" y="7217"/>
                    <a:pt x="198614" y="11646"/>
                    <a:pt x="202948" y="19052"/>
                  </a:cubicBezTo>
                  <a:cubicBezTo>
                    <a:pt x="207973" y="27625"/>
                    <a:pt x="206377" y="35698"/>
                    <a:pt x="204496" y="45034"/>
                  </a:cubicBezTo>
                  <a:cubicBezTo>
                    <a:pt x="203567" y="49558"/>
                    <a:pt x="202638" y="54250"/>
                    <a:pt x="202495" y="59156"/>
                  </a:cubicBezTo>
                  <a:cubicBezTo>
                    <a:pt x="202138" y="70825"/>
                    <a:pt x="206972" y="75445"/>
                    <a:pt x="210283" y="77231"/>
                  </a:cubicBezTo>
                  <a:cubicBezTo>
                    <a:pt x="209878" y="79993"/>
                    <a:pt x="208663" y="84732"/>
                    <a:pt x="204472" y="86828"/>
                  </a:cubicBezTo>
                  <a:cubicBezTo>
                    <a:pt x="204019" y="86280"/>
                    <a:pt x="203567" y="85732"/>
                    <a:pt x="203091" y="85232"/>
                  </a:cubicBezTo>
                  <a:cubicBezTo>
                    <a:pt x="203091" y="85137"/>
                    <a:pt x="202995" y="84446"/>
                    <a:pt x="202972" y="84185"/>
                  </a:cubicBezTo>
                  <a:cubicBezTo>
                    <a:pt x="201066" y="68681"/>
                    <a:pt x="195160" y="53774"/>
                    <a:pt x="186040" y="41104"/>
                  </a:cubicBezTo>
                  <a:cubicBezTo>
                    <a:pt x="179562" y="32103"/>
                    <a:pt x="171489" y="24244"/>
                    <a:pt x="162344" y="17885"/>
                  </a:cubicBezTo>
                  <a:cubicBezTo>
                    <a:pt x="162297" y="17838"/>
                    <a:pt x="160948" y="16885"/>
                    <a:pt x="160893" y="16885"/>
                  </a:cubicBezTo>
                  <a:cubicBezTo>
                    <a:pt x="160892" y="16885"/>
                    <a:pt x="160892" y="16885"/>
                    <a:pt x="160892" y="16885"/>
                  </a:cubicBezTo>
                  <a:lnTo>
                    <a:pt x="160892" y="16885"/>
                  </a:lnTo>
                  <a:cubicBezTo>
                    <a:pt x="168274" y="10550"/>
                    <a:pt x="175871" y="7217"/>
                    <a:pt x="183039" y="7217"/>
                  </a:cubicBezTo>
                  <a:close/>
                  <a:moveTo>
                    <a:pt x="18814" y="85256"/>
                  </a:moveTo>
                  <a:cubicBezTo>
                    <a:pt x="18124" y="88590"/>
                    <a:pt x="17647" y="92019"/>
                    <a:pt x="17647" y="95401"/>
                  </a:cubicBezTo>
                  <a:cubicBezTo>
                    <a:pt x="17647" y="102164"/>
                    <a:pt x="18505" y="108951"/>
                    <a:pt x="20195" y="115500"/>
                  </a:cubicBezTo>
                  <a:cubicBezTo>
                    <a:pt x="12527" y="114667"/>
                    <a:pt x="6550" y="108142"/>
                    <a:pt x="6550" y="100259"/>
                  </a:cubicBezTo>
                  <a:cubicBezTo>
                    <a:pt x="6550" y="93972"/>
                    <a:pt x="10551" y="88090"/>
                    <a:pt x="16480" y="85923"/>
                  </a:cubicBezTo>
                  <a:lnTo>
                    <a:pt x="16504" y="85923"/>
                  </a:lnTo>
                  <a:cubicBezTo>
                    <a:pt x="16909" y="85756"/>
                    <a:pt x="18457" y="85351"/>
                    <a:pt x="18814" y="85256"/>
                  </a:cubicBezTo>
                  <a:close/>
                  <a:moveTo>
                    <a:pt x="190398" y="85280"/>
                  </a:moveTo>
                  <a:lnTo>
                    <a:pt x="190398" y="85280"/>
                  </a:lnTo>
                  <a:cubicBezTo>
                    <a:pt x="190707" y="85351"/>
                    <a:pt x="191064" y="85447"/>
                    <a:pt x="191398" y="85518"/>
                  </a:cubicBezTo>
                  <a:cubicBezTo>
                    <a:pt x="197852" y="87376"/>
                    <a:pt x="202472" y="93567"/>
                    <a:pt x="202472" y="100259"/>
                  </a:cubicBezTo>
                  <a:cubicBezTo>
                    <a:pt x="202448" y="108142"/>
                    <a:pt x="196470" y="114667"/>
                    <a:pt x="188778" y="115500"/>
                  </a:cubicBezTo>
                  <a:cubicBezTo>
                    <a:pt x="189826" y="111452"/>
                    <a:pt x="190564" y="107308"/>
                    <a:pt x="190993" y="103117"/>
                  </a:cubicBezTo>
                  <a:cubicBezTo>
                    <a:pt x="191541" y="97163"/>
                    <a:pt x="191541" y="91186"/>
                    <a:pt x="190398" y="85280"/>
                  </a:cubicBezTo>
                  <a:close/>
                  <a:moveTo>
                    <a:pt x="137679" y="49994"/>
                  </a:moveTo>
                  <a:cubicBezTo>
                    <a:pt x="153565" y="49994"/>
                    <a:pt x="169167" y="57472"/>
                    <a:pt x="177824" y="71063"/>
                  </a:cubicBezTo>
                  <a:cubicBezTo>
                    <a:pt x="193660" y="96187"/>
                    <a:pt x="181015" y="130623"/>
                    <a:pt x="161272" y="149460"/>
                  </a:cubicBezTo>
                  <a:cubicBezTo>
                    <a:pt x="146055" y="163986"/>
                    <a:pt x="125503" y="171940"/>
                    <a:pt x="104499" y="171940"/>
                  </a:cubicBezTo>
                  <a:cubicBezTo>
                    <a:pt x="101474" y="171940"/>
                    <a:pt x="98402" y="171774"/>
                    <a:pt x="95378" y="171440"/>
                  </a:cubicBezTo>
                  <a:cubicBezTo>
                    <a:pt x="79232" y="169702"/>
                    <a:pt x="63633" y="163129"/>
                    <a:pt x="51250" y="152627"/>
                  </a:cubicBezTo>
                  <a:lnTo>
                    <a:pt x="51226" y="152603"/>
                  </a:lnTo>
                  <a:cubicBezTo>
                    <a:pt x="30721" y="135838"/>
                    <a:pt x="17671" y="105737"/>
                    <a:pt x="27197" y="79779"/>
                  </a:cubicBezTo>
                  <a:cubicBezTo>
                    <a:pt x="33817" y="61775"/>
                    <a:pt x="51083" y="50368"/>
                    <a:pt x="70206" y="50035"/>
                  </a:cubicBezTo>
                  <a:cubicBezTo>
                    <a:pt x="70508" y="50030"/>
                    <a:pt x="70811" y="50027"/>
                    <a:pt x="71113" y="50027"/>
                  </a:cubicBezTo>
                  <a:cubicBezTo>
                    <a:pt x="81017" y="50027"/>
                    <a:pt x="90746" y="52683"/>
                    <a:pt x="98950" y="58322"/>
                  </a:cubicBezTo>
                  <a:cubicBezTo>
                    <a:pt x="100141" y="59156"/>
                    <a:pt x="101284" y="60013"/>
                    <a:pt x="102427" y="60942"/>
                  </a:cubicBezTo>
                  <a:cubicBezTo>
                    <a:pt x="103034" y="61442"/>
                    <a:pt x="103784" y="61692"/>
                    <a:pt x="104534" y="61692"/>
                  </a:cubicBezTo>
                  <a:cubicBezTo>
                    <a:pt x="105285" y="61692"/>
                    <a:pt x="106035" y="61442"/>
                    <a:pt x="106642" y="60942"/>
                  </a:cubicBezTo>
                  <a:cubicBezTo>
                    <a:pt x="107785" y="60013"/>
                    <a:pt x="108904" y="59132"/>
                    <a:pt x="110143" y="58322"/>
                  </a:cubicBezTo>
                  <a:cubicBezTo>
                    <a:pt x="117549" y="53202"/>
                    <a:pt x="126051" y="50440"/>
                    <a:pt x="135577" y="50035"/>
                  </a:cubicBezTo>
                  <a:lnTo>
                    <a:pt x="135648" y="50035"/>
                  </a:lnTo>
                  <a:cubicBezTo>
                    <a:pt x="136325" y="50007"/>
                    <a:pt x="137002" y="49994"/>
                    <a:pt x="137679" y="49994"/>
                  </a:cubicBezTo>
                  <a:close/>
                  <a:moveTo>
                    <a:pt x="145102" y="168916"/>
                  </a:moveTo>
                  <a:lnTo>
                    <a:pt x="141245" y="180823"/>
                  </a:lnTo>
                  <a:cubicBezTo>
                    <a:pt x="139792" y="185348"/>
                    <a:pt x="135577" y="188396"/>
                    <a:pt x="130790" y="188396"/>
                  </a:cubicBezTo>
                  <a:cubicBezTo>
                    <a:pt x="128408" y="188396"/>
                    <a:pt x="126051" y="187610"/>
                    <a:pt x="124146" y="186134"/>
                  </a:cubicBezTo>
                  <a:lnTo>
                    <a:pt x="113620" y="178085"/>
                  </a:lnTo>
                  <a:cubicBezTo>
                    <a:pt x="124717" y="176965"/>
                    <a:pt x="135386" y="173846"/>
                    <a:pt x="145102" y="168916"/>
                  </a:cubicBezTo>
                  <a:close/>
                  <a:moveTo>
                    <a:pt x="63824" y="168916"/>
                  </a:moveTo>
                  <a:lnTo>
                    <a:pt x="63824" y="168916"/>
                  </a:lnTo>
                  <a:cubicBezTo>
                    <a:pt x="73492" y="173846"/>
                    <a:pt x="84114" y="176941"/>
                    <a:pt x="95163" y="178085"/>
                  </a:cubicBezTo>
                  <a:lnTo>
                    <a:pt x="95330" y="178085"/>
                  </a:lnTo>
                  <a:lnTo>
                    <a:pt x="84804" y="186158"/>
                  </a:lnTo>
                  <a:cubicBezTo>
                    <a:pt x="82923" y="187610"/>
                    <a:pt x="80541" y="188420"/>
                    <a:pt x="78160" y="188420"/>
                  </a:cubicBezTo>
                  <a:cubicBezTo>
                    <a:pt x="73373" y="188420"/>
                    <a:pt x="69182" y="185372"/>
                    <a:pt x="67682" y="180823"/>
                  </a:cubicBezTo>
                  <a:lnTo>
                    <a:pt x="63824" y="168916"/>
                  </a:lnTo>
                  <a:close/>
                  <a:moveTo>
                    <a:pt x="49702" y="159819"/>
                  </a:moveTo>
                  <a:cubicBezTo>
                    <a:pt x="51583" y="161295"/>
                    <a:pt x="53488" y="162677"/>
                    <a:pt x="55441" y="163963"/>
                  </a:cubicBezTo>
                  <a:lnTo>
                    <a:pt x="61585" y="182871"/>
                  </a:lnTo>
                  <a:cubicBezTo>
                    <a:pt x="63728" y="189468"/>
                    <a:pt x="69849" y="194397"/>
                    <a:pt x="76874" y="194945"/>
                  </a:cubicBezTo>
                  <a:lnTo>
                    <a:pt x="82327" y="218283"/>
                  </a:lnTo>
                  <a:lnTo>
                    <a:pt x="56489" y="218283"/>
                  </a:lnTo>
                  <a:lnTo>
                    <a:pt x="56489" y="191587"/>
                  </a:lnTo>
                  <a:cubicBezTo>
                    <a:pt x="56489" y="189896"/>
                    <a:pt x="55274" y="188396"/>
                    <a:pt x="53607" y="188206"/>
                  </a:cubicBezTo>
                  <a:cubicBezTo>
                    <a:pt x="53470" y="188189"/>
                    <a:pt x="53335" y="188181"/>
                    <a:pt x="53201" y="188181"/>
                  </a:cubicBezTo>
                  <a:cubicBezTo>
                    <a:pt x="51380" y="188181"/>
                    <a:pt x="49892" y="189649"/>
                    <a:pt x="49892" y="191468"/>
                  </a:cubicBezTo>
                  <a:lnTo>
                    <a:pt x="49892" y="218331"/>
                  </a:lnTo>
                  <a:lnTo>
                    <a:pt x="31841" y="218331"/>
                  </a:lnTo>
                  <a:cubicBezTo>
                    <a:pt x="31269" y="210996"/>
                    <a:pt x="31603" y="203828"/>
                    <a:pt x="32817" y="196946"/>
                  </a:cubicBezTo>
                  <a:cubicBezTo>
                    <a:pt x="35723" y="180418"/>
                    <a:pt x="43224" y="167963"/>
                    <a:pt x="49702" y="159819"/>
                  </a:cubicBezTo>
                  <a:close/>
                  <a:moveTo>
                    <a:pt x="104499" y="179490"/>
                  </a:moveTo>
                  <a:lnTo>
                    <a:pt x="120192" y="191468"/>
                  </a:lnTo>
                  <a:cubicBezTo>
                    <a:pt x="121860" y="192754"/>
                    <a:pt x="123717" y="193707"/>
                    <a:pt x="125670" y="194302"/>
                  </a:cubicBezTo>
                  <a:lnTo>
                    <a:pt x="120026" y="218331"/>
                  </a:lnTo>
                  <a:lnTo>
                    <a:pt x="88972" y="218331"/>
                  </a:lnTo>
                  <a:lnTo>
                    <a:pt x="83351" y="194278"/>
                  </a:lnTo>
                  <a:cubicBezTo>
                    <a:pt x="84804" y="193826"/>
                    <a:pt x="86209" y="193159"/>
                    <a:pt x="87519" y="192373"/>
                  </a:cubicBezTo>
                  <a:cubicBezTo>
                    <a:pt x="87948" y="192064"/>
                    <a:pt x="104499" y="179490"/>
                    <a:pt x="104499" y="179490"/>
                  </a:cubicBezTo>
                  <a:close/>
                  <a:moveTo>
                    <a:pt x="159486" y="159867"/>
                  </a:moveTo>
                  <a:cubicBezTo>
                    <a:pt x="163011" y="164153"/>
                    <a:pt x="166012" y="168749"/>
                    <a:pt x="168512" y="173584"/>
                  </a:cubicBezTo>
                  <a:cubicBezTo>
                    <a:pt x="172346" y="180966"/>
                    <a:pt x="174990" y="188825"/>
                    <a:pt x="176418" y="196946"/>
                  </a:cubicBezTo>
                  <a:cubicBezTo>
                    <a:pt x="177609" y="203828"/>
                    <a:pt x="177943" y="210996"/>
                    <a:pt x="177419" y="218331"/>
                  </a:cubicBezTo>
                  <a:lnTo>
                    <a:pt x="159272" y="218331"/>
                  </a:lnTo>
                  <a:lnTo>
                    <a:pt x="159272" y="191611"/>
                  </a:lnTo>
                  <a:cubicBezTo>
                    <a:pt x="159272" y="189920"/>
                    <a:pt x="158058" y="188444"/>
                    <a:pt x="156391" y="188229"/>
                  </a:cubicBezTo>
                  <a:cubicBezTo>
                    <a:pt x="156254" y="188213"/>
                    <a:pt x="156118" y="188205"/>
                    <a:pt x="155984" y="188205"/>
                  </a:cubicBezTo>
                  <a:cubicBezTo>
                    <a:pt x="154163" y="188205"/>
                    <a:pt x="152675" y="189675"/>
                    <a:pt x="152675" y="191516"/>
                  </a:cubicBezTo>
                  <a:lnTo>
                    <a:pt x="152675" y="218355"/>
                  </a:lnTo>
                  <a:lnTo>
                    <a:pt x="126837" y="218355"/>
                  </a:lnTo>
                  <a:lnTo>
                    <a:pt x="132290" y="195017"/>
                  </a:lnTo>
                  <a:cubicBezTo>
                    <a:pt x="139339" y="194445"/>
                    <a:pt x="145341" y="189730"/>
                    <a:pt x="147579" y="182919"/>
                  </a:cubicBezTo>
                  <a:lnTo>
                    <a:pt x="153723" y="164034"/>
                  </a:lnTo>
                  <a:cubicBezTo>
                    <a:pt x="155676" y="162724"/>
                    <a:pt x="157605" y="161319"/>
                    <a:pt x="159486" y="159867"/>
                  </a:cubicBezTo>
                  <a:close/>
                  <a:moveTo>
                    <a:pt x="104499" y="1"/>
                  </a:moveTo>
                  <a:cubicBezTo>
                    <a:pt x="84709" y="1"/>
                    <a:pt x="65014" y="5740"/>
                    <a:pt x="48487" y="16695"/>
                  </a:cubicBezTo>
                  <a:cubicBezTo>
                    <a:pt x="47058" y="17647"/>
                    <a:pt x="46463" y="19505"/>
                    <a:pt x="47225" y="21029"/>
                  </a:cubicBezTo>
                  <a:cubicBezTo>
                    <a:pt x="47833" y="22199"/>
                    <a:pt x="49004" y="22838"/>
                    <a:pt x="50188" y="22838"/>
                  </a:cubicBezTo>
                  <a:cubicBezTo>
                    <a:pt x="50811" y="22838"/>
                    <a:pt x="51438" y="22661"/>
                    <a:pt x="51988" y="22291"/>
                  </a:cubicBezTo>
                  <a:cubicBezTo>
                    <a:pt x="67467" y="12003"/>
                    <a:pt x="85923" y="6621"/>
                    <a:pt x="104499" y="6621"/>
                  </a:cubicBezTo>
                  <a:cubicBezTo>
                    <a:pt x="121955" y="6621"/>
                    <a:pt x="138887" y="11265"/>
                    <a:pt x="153509" y="20076"/>
                  </a:cubicBezTo>
                  <a:cubicBezTo>
                    <a:pt x="173084" y="31864"/>
                    <a:pt x="188064" y="50940"/>
                    <a:pt x="194113" y="73063"/>
                  </a:cubicBezTo>
                  <a:cubicBezTo>
                    <a:pt x="194732" y="75326"/>
                    <a:pt x="195684" y="80088"/>
                    <a:pt x="195708" y="80136"/>
                  </a:cubicBezTo>
                  <a:cubicBezTo>
                    <a:pt x="194494" y="79636"/>
                    <a:pt x="193208" y="79207"/>
                    <a:pt x="191874" y="78922"/>
                  </a:cubicBezTo>
                  <a:cubicBezTo>
                    <a:pt x="191064" y="78731"/>
                    <a:pt x="190279" y="78612"/>
                    <a:pt x="189469" y="78541"/>
                  </a:cubicBezTo>
                  <a:cubicBezTo>
                    <a:pt x="189397" y="78541"/>
                    <a:pt x="188564" y="78541"/>
                    <a:pt x="188564" y="78493"/>
                  </a:cubicBezTo>
                  <a:cubicBezTo>
                    <a:pt x="187302" y="74802"/>
                    <a:pt x="185587" y="71229"/>
                    <a:pt x="183515" y="67943"/>
                  </a:cubicBezTo>
                  <a:cubicBezTo>
                    <a:pt x="177966" y="59037"/>
                    <a:pt x="169846" y="52059"/>
                    <a:pt x="160272" y="47891"/>
                  </a:cubicBezTo>
                  <a:cubicBezTo>
                    <a:pt x="160272" y="47891"/>
                    <a:pt x="160225" y="47891"/>
                    <a:pt x="160225" y="47868"/>
                  </a:cubicBezTo>
                  <a:cubicBezTo>
                    <a:pt x="154962" y="45605"/>
                    <a:pt x="149246" y="44248"/>
                    <a:pt x="143483" y="43724"/>
                  </a:cubicBezTo>
                  <a:cubicBezTo>
                    <a:pt x="141664" y="43573"/>
                    <a:pt x="139842" y="43496"/>
                    <a:pt x="138023" y="43496"/>
                  </a:cubicBezTo>
                  <a:cubicBezTo>
                    <a:pt x="127509" y="43496"/>
                    <a:pt x="117116" y="46068"/>
                    <a:pt x="108142" y="51773"/>
                  </a:cubicBezTo>
                  <a:cubicBezTo>
                    <a:pt x="106880" y="52583"/>
                    <a:pt x="105666" y="53416"/>
                    <a:pt x="104499" y="54297"/>
                  </a:cubicBezTo>
                  <a:cubicBezTo>
                    <a:pt x="103308" y="53416"/>
                    <a:pt x="102117" y="52583"/>
                    <a:pt x="100879" y="51773"/>
                  </a:cubicBezTo>
                  <a:cubicBezTo>
                    <a:pt x="92200" y="46274"/>
                    <a:pt x="82321" y="43507"/>
                    <a:pt x="71362" y="43507"/>
                  </a:cubicBezTo>
                  <a:cubicBezTo>
                    <a:pt x="70172" y="43507"/>
                    <a:pt x="68969" y="43540"/>
                    <a:pt x="67753" y="43605"/>
                  </a:cubicBezTo>
                  <a:cubicBezTo>
                    <a:pt x="51035" y="44510"/>
                    <a:pt x="35603" y="52869"/>
                    <a:pt x="26363" y="66943"/>
                  </a:cubicBezTo>
                  <a:cubicBezTo>
                    <a:pt x="23982" y="70563"/>
                    <a:pt x="22077" y="74444"/>
                    <a:pt x="20672" y="78493"/>
                  </a:cubicBezTo>
                  <a:cubicBezTo>
                    <a:pt x="19481" y="78493"/>
                    <a:pt x="18338" y="78660"/>
                    <a:pt x="17171" y="78922"/>
                  </a:cubicBezTo>
                  <a:cubicBezTo>
                    <a:pt x="15837" y="79207"/>
                    <a:pt x="14551" y="79636"/>
                    <a:pt x="13337" y="80136"/>
                  </a:cubicBezTo>
                  <a:cubicBezTo>
                    <a:pt x="15956" y="65728"/>
                    <a:pt x="22196" y="52226"/>
                    <a:pt x="31674" y="40676"/>
                  </a:cubicBezTo>
                  <a:cubicBezTo>
                    <a:pt x="34770" y="36889"/>
                    <a:pt x="38152" y="33365"/>
                    <a:pt x="41819" y="30126"/>
                  </a:cubicBezTo>
                  <a:cubicBezTo>
                    <a:pt x="43176" y="28911"/>
                    <a:pt x="43296" y="26863"/>
                    <a:pt x="42081" y="25482"/>
                  </a:cubicBezTo>
                  <a:cubicBezTo>
                    <a:pt x="41429" y="24753"/>
                    <a:pt x="40536" y="24381"/>
                    <a:pt x="39636" y="24381"/>
                  </a:cubicBezTo>
                  <a:cubicBezTo>
                    <a:pt x="38859" y="24381"/>
                    <a:pt x="38077" y="24658"/>
                    <a:pt x="37437" y="25220"/>
                  </a:cubicBezTo>
                  <a:cubicBezTo>
                    <a:pt x="33508" y="28697"/>
                    <a:pt x="29888" y="32460"/>
                    <a:pt x="26578" y="36508"/>
                  </a:cubicBezTo>
                  <a:cubicBezTo>
                    <a:pt x="15028" y="50582"/>
                    <a:pt x="7907" y="67419"/>
                    <a:pt x="5954" y="85280"/>
                  </a:cubicBezTo>
                  <a:cubicBezTo>
                    <a:pt x="2263" y="89209"/>
                    <a:pt x="1" y="94520"/>
                    <a:pt x="1" y="100331"/>
                  </a:cubicBezTo>
                  <a:cubicBezTo>
                    <a:pt x="1" y="112405"/>
                    <a:pt x="9812" y="122240"/>
                    <a:pt x="21910" y="122240"/>
                  </a:cubicBezTo>
                  <a:lnTo>
                    <a:pt x="22291" y="122240"/>
                  </a:lnTo>
                  <a:cubicBezTo>
                    <a:pt x="26554" y="134171"/>
                    <a:pt x="33603" y="145125"/>
                    <a:pt x="43224" y="154294"/>
                  </a:cubicBezTo>
                  <a:cubicBezTo>
                    <a:pt x="43653" y="154699"/>
                    <a:pt x="44105" y="155151"/>
                    <a:pt x="44582" y="155580"/>
                  </a:cubicBezTo>
                  <a:cubicBezTo>
                    <a:pt x="37556" y="164344"/>
                    <a:pt x="29364" y="177870"/>
                    <a:pt x="26244" y="195826"/>
                  </a:cubicBezTo>
                  <a:cubicBezTo>
                    <a:pt x="24792" y="204233"/>
                    <a:pt x="24530" y="213044"/>
                    <a:pt x="25482" y="221974"/>
                  </a:cubicBezTo>
                  <a:cubicBezTo>
                    <a:pt x="25649" y="223641"/>
                    <a:pt x="27078" y="224904"/>
                    <a:pt x="28745" y="224904"/>
                  </a:cubicBezTo>
                  <a:lnTo>
                    <a:pt x="180396" y="224904"/>
                  </a:lnTo>
                  <a:cubicBezTo>
                    <a:pt x="182063" y="224904"/>
                    <a:pt x="183491" y="223641"/>
                    <a:pt x="183658" y="221974"/>
                  </a:cubicBezTo>
                  <a:cubicBezTo>
                    <a:pt x="184611" y="213020"/>
                    <a:pt x="184373" y="204209"/>
                    <a:pt x="182896" y="195826"/>
                  </a:cubicBezTo>
                  <a:cubicBezTo>
                    <a:pt x="181348" y="187039"/>
                    <a:pt x="178490" y="178513"/>
                    <a:pt x="174347" y="170535"/>
                  </a:cubicBezTo>
                  <a:cubicBezTo>
                    <a:pt x="171608" y="165272"/>
                    <a:pt x="168298" y="160248"/>
                    <a:pt x="164511" y="155532"/>
                  </a:cubicBezTo>
                  <a:lnTo>
                    <a:pt x="165869" y="154294"/>
                  </a:lnTo>
                  <a:cubicBezTo>
                    <a:pt x="175442" y="145125"/>
                    <a:pt x="182539" y="134171"/>
                    <a:pt x="186778" y="122240"/>
                  </a:cubicBezTo>
                  <a:lnTo>
                    <a:pt x="187183" y="122240"/>
                  </a:lnTo>
                  <a:cubicBezTo>
                    <a:pt x="199257" y="122240"/>
                    <a:pt x="209092" y="112405"/>
                    <a:pt x="209092" y="100331"/>
                  </a:cubicBezTo>
                  <a:cubicBezTo>
                    <a:pt x="209092" y="97640"/>
                    <a:pt x="208616" y="95044"/>
                    <a:pt x="207711" y="92662"/>
                  </a:cubicBezTo>
                  <a:cubicBezTo>
                    <a:pt x="211307" y="90757"/>
                    <a:pt x="214022" y="87519"/>
                    <a:pt x="215593" y="83089"/>
                  </a:cubicBezTo>
                  <a:cubicBezTo>
                    <a:pt x="217070" y="78945"/>
                    <a:pt x="216975" y="75159"/>
                    <a:pt x="216975" y="75016"/>
                  </a:cubicBezTo>
                  <a:cubicBezTo>
                    <a:pt x="216951" y="73373"/>
                    <a:pt x="215879" y="72039"/>
                    <a:pt x="214236" y="71872"/>
                  </a:cubicBezTo>
                  <a:cubicBezTo>
                    <a:pt x="213664" y="71706"/>
                    <a:pt x="208735" y="70110"/>
                    <a:pt x="209044" y="59394"/>
                  </a:cubicBezTo>
                  <a:cubicBezTo>
                    <a:pt x="209163" y="55036"/>
                    <a:pt x="210068" y="50630"/>
                    <a:pt x="210926" y="46391"/>
                  </a:cubicBezTo>
                  <a:cubicBezTo>
                    <a:pt x="212902" y="36627"/>
                    <a:pt x="214927" y="26530"/>
                    <a:pt x="208616" y="15790"/>
                  </a:cubicBezTo>
                  <a:cubicBezTo>
                    <a:pt x="203043" y="6312"/>
                    <a:pt x="193493" y="691"/>
                    <a:pt x="183015" y="691"/>
                  </a:cubicBezTo>
                  <a:cubicBezTo>
                    <a:pt x="173727" y="691"/>
                    <a:pt x="164083" y="5026"/>
                    <a:pt x="155033" y="13313"/>
                  </a:cubicBezTo>
                  <a:cubicBezTo>
                    <a:pt x="139816" y="4621"/>
                    <a:pt x="122407" y="1"/>
                    <a:pt x="104499"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13" name="Google Shape;1913;p29"/>
          <p:cNvGrpSpPr/>
          <p:nvPr/>
        </p:nvGrpSpPr>
        <p:grpSpPr>
          <a:xfrm>
            <a:off x="7228301" y="3966198"/>
            <a:ext cx="1252226" cy="859424"/>
            <a:chOff x="6747920" y="3169430"/>
            <a:chExt cx="1603362" cy="1100415"/>
          </a:xfrm>
        </p:grpSpPr>
        <p:sp>
          <p:nvSpPr>
            <p:cNvPr id="1914" name="Google Shape;1914;p29"/>
            <p:cNvSpPr/>
            <p:nvPr/>
          </p:nvSpPr>
          <p:spPr>
            <a:xfrm>
              <a:off x="6747920" y="3172089"/>
              <a:ext cx="1600442" cy="1094741"/>
            </a:xfrm>
            <a:custGeom>
              <a:avLst/>
              <a:gdLst/>
              <a:ahLst/>
              <a:cxnLst/>
              <a:rect l="l" t="t" r="r" b="b"/>
              <a:pathLst>
                <a:path w="613196" h="419441" extrusionOk="0">
                  <a:moveTo>
                    <a:pt x="303424" y="96145"/>
                  </a:moveTo>
                  <a:cubicBezTo>
                    <a:pt x="399722" y="96145"/>
                    <a:pt x="481400" y="178778"/>
                    <a:pt x="491526" y="286567"/>
                  </a:cubicBezTo>
                  <a:lnTo>
                    <a:pt x="120051" y="329358"/>
                  </a:lnTo>
                  <a:lnTo>
                    <a:pt x="118967" y="316190"/>
                  </a:lnTo>
                  <a:cubicBezTo>
                    <a:pt x="112764" y="200330"/>
                    <a:pt x="191286" y="101925"/>
                    <a:pt x="294358" y="96389"/>
                  </a:cubicBezTo>
                  <a:cubicBezTo>
                    <a:pt x="297393" y="96226"/>
                    <a:pt x="300416" y="96145"/>
                    <a:pt x="303424" y="96145"/>
                  </a:cubicBezTo>
                  <a:close/>
                  <a:moveTo>
                    <a:pt x="305635" y="1"/>
                  </a:moveTo>
                  <a:cubicBezTo>
                    <a:pt x="301278" y="1"/>
                    <a:pt x="296903" y="117"/>
                    <a:pt x="292513" y="353"/>
                  </a:cubicBezTo>
                  <a:cubicBezTo>
                    <a:pt x="125944" y="9283"/>
                    <a:pt x="0" y="186257"/>
                    <a:pt x="11228" y="395628"/>
                  </a:cubicBezTo>
                  <a:lnTo>
                    <a:pt x="13121" y="419441"/>
                  </a:lnTo>
                  <a:lnTo>
                    <a:pt x="613196" y="345932"/>
                  </a:lnTo>
                  <a:cubicBezTo>
                    <a:pt x="595659" y="150450"/>
                    <a:pt x="461979" y="1"/>
                    <a:pt x="305635" y="1"/>
                  </a:cubicBezTo>
                  <a:close/>
                </a:path>
              </a:pathLst>
            </a:custGeom>
            <a:solidFill>
              <a:srgbClr val="00B2B7"/>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5" name="Google Shape;1915;p29"/>
            <p:cNvSpPr/>
            <p:nvPr/>
          </p:nvSpPr>
          <p:spPr>
            <a:xfrm>
              <a:off x="6760349" y="3169430"/>
              <a:ext cx="1590933" cy="1100415"/>
            </a:xfrm>
            <a:custGeom>
              <a:avLst/>
              <a:gdLst/>
              <a:ahLst/>
              <a:cxnLst/>
              <a:rect l="l" t="t" r="r" b="b"/>
              <a:pathLst>
                <a:path w="609553" h="421615" extrusionOk="0">
                  <a:moveTo>
                    <a:pt x="298705" y="98194"/>
                  </a:moveTo>
                  <a:cubicBezTo>
                    <a:pt x="394014" y="98194"/>
                    <a:pt x="475084" y="179120"/>
                    <a:pt x="485657" y="286681"/>
                  </a:cubicBezTo>
                  <a:lnTo>
                    <a:pt x="116229" y="329234"/>
                  </a:lnTo>
                  <a:lnTo>
                    <a:pt x="115229" y="317149"/>
                  </a:lnTo>
                  <a:cubicBezTo>
                    <a:pt x="112229" y="261357"/>
                    <a:pt x="128743" y="207874"/>
                    <a:pt x="161711" y="166559"/>
                  </a:cubicBezTo>
                  <a:cubicBezTo>
                    <a:pt x="194668" y="125292"/>
                    <a:pt x="240090" y="101099"/>
                    <a:pt x="289644" y="98432"/>
                  </a:cubicBezTo>
                  <a:cubicBezTo>
                    <a:pt x="292680" y="98265"/>
                    <a:pt x="295704" y="98194"/>
                    <a:pt x="298705" y="98194"/>
                  </a:cubicBezTo>
                  <a:close/>
                  <a:moveTo>
                    <a:pt x="298671" y="96127"/>
                  </a:moveTo>
                  <a:cubicBezTo>
                    <a:pt x="295636" y="96127"/>
                    <a:pt x="292587" y="96208"/>
                    <a:pt x="289525" y="96372"/>
                  </a:cubicBezTo>
                  <a:cubicBezTo>
                    <a:pt x="239388" y="99075"/>
                    <a:pt x="193418" y="123542"/>
                    <a:pt x="160104" y="165285"/>
                  </a:cubicBezTo>
                  <a:cubicBezTo>
                    <a:pt x="126826" y="207005"/>
                    <a:pt x="110157" y="260964"/>
                    <a:pt x="113181" y="317280"/>
                  </a:cubicBezTo>
                  <a:lnTo>
                    <a:pt x="114360" y="331520"/>
                  </a:lnTo>
                  <a:lnTo>
                    <a:pt x="487871" y="288479"/>
                  </a:lnTo>
                  <a:lnTo>
                    <a:pt x="487776" y="287479"/>
                  </a:lnTo>
                  <a:cubicBezTo>
                    <a:pt x="477525" y="178355"/>
                    <a:pt x="395340" y="96127"/>
                    <a:pt x="298671" y="96127"/>
                  </a:cubicBezTo>
                  <a:close/>
                  <a:moveTo>
                    <a:pt x="300943" y="2039"/>
                  </a:moveTo>
                  <a:cubicBezTo>
                    <a:pt x="456212" y="2039"/>
                    <a:pt x="589360" y="150153"/>
                    <a:pt x="607338" y="346046"/>
                  </a:cubicBezTo>
                  <a:lnTo>
                    <a:pt x="9311" y="419305"/>
                  </a:lnTo>
                  <a:lnTo>
                    <a:pt x="7513" y="396576"/>
                  </a:lnTo>
                  <a:cubicBezTo>
                    <a:pt x="2096" y="295551"/>
                    <a:pt x="28290" y="198909"/>
                    <a:pt x="81285" y="124435"/>
                  </a:cubicBezTo>
                  <a:cubicBezTo>
                    <a:pt x="134220" y="50045"/>
                    <a:pt x="207562" y="6694"/>
                    <a:pt x="287810" y="2396"/>
                  </a:cubicBezTo>
                  <a:cubicBezTo>
                    <a:pt x="292204" y="2158"/>
                    <a:pt x="296585" y="2039"/>
                    <a:pt x="300943" y="2039"/>
                  </a:cubicBezTo>
                  <a:close/>
                  <a:moveTo>
                    <a:pt x="300763" y="0"/>
                  </a:moveTo>
                  <a:cubicBezTo>
                    <a:pt x="296414" y="0"/>
                    <a:pt x="292056" y="116"/>
                    <a:pt x="287691" y="348"/>
                  </a:cubicBezTo>
                  <a:cubicBezTo>
                    <a:pt x="206812" y="4682"/>
                    <a:pt x="132898" y="48331"/>
                    <a:pt x="79594" y="123256"/>
                  </a:cubicBezTo>
                  <a:cubicBezTo>
                    <a:pt x="26325" y="198099"/>
                    <a:pt x="1" y="295206"/>
                    <a:pt x="5442" y="396731"/>
                  </a:cubicBezTo>
                  <a:lnTo>
                    <a:pt x="7418" y="421615"/>
                  </a:lnTo>
                  <a:lnTo>
                    <a:pt x="608565" y="347998"/>
                  </a:lnTo>
                  <a:lnTo>
                    <a:pt x="609553" y="347879"/>
                  </a:lnTo>
                  <a:lnTo>
                    <a:pt x="609458" y="346879"/>
                  </a:lnTo>
                  <a:cubicBezTo>
                    <a:pt x="600707" y="249272"/>
                    <a:pt x="562833" y="159773"/>
                    <a:pt x="502814" y="94872"/>
                  </a:cubicBezTo>
                  <a:cubicBezTo>
                    <a:pt x="445908" y="33346"/>
                    <a:pt x="374594" y="0"/>
                    <a:pt x="300763" y="0"/>
                  </a:cubicBezTo>
                  <a:close/>
                </a:path>
              </a:pathLst>
            </a:custGeom>
            <a:solidFill>
              <a:srgbClr val="252C3C"/>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6" name="Google Shape;1916;p29"/>
            <p:cNvSpPr/>
            <p:nvPr/>
          </p:nvSpPr>
          <p:spPr>
            <a:xfrm>
              <a:off x="6953886" y="4153713"/>
              <a:ext cx="11500" cy="92733"/>
            </a:xfrm>
            <a:custGeom>
              <a:avLst/>
              <a:gdLst/>
              <a:ahLst/>
              <a:cxnLst/>
              <a:rect l="l" t="t" r="r" b="b"/>
              <a:pathLst>
                <a:path w="4406" h="35530" extrusionOk="0">
                  <a:moveTo>
                    <a:pt x="4406" y="35529"/>
                  </a:moveTo>
                  <a:lnTo>
                    <a:pt x="1" y="1"/>
                  </a:lnTo>
                </a:path>
              </a:pathLst>
            </a:custGeom>
            <a:solidFill>
              <a:srgbClr val="FF5D3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7" name="Google Shape;1917;p29"/>
            <p:cNvSpPr/>
            <p:nvPr/>
          </p:nvSpPr>
          <p:spPr>
            <a:xfrm>
              <a:off x="6951276" y="4153280"/>
              <a:ext cx="16814" cy="93321"/>
            </a:xfrm>
            <a:custGeom>
              <a:avLst/>
              <a:gdLst/>
              <a:ahLst/>
              <a:cxnLst/>
              <a:rect l="l" t="t" r="r" b="b"/>
              <a:pathLst>
                <a:path w="6442" h="35755" extrusionOk="0">
                  <a:moveTo>
                    <a:pt x="2037" y="0"/>
                  </a:moveTo>
                  <a:lnTo>
                    <a:pt x="1" y="250"/>
                  </a:lnTo>
                  <a:lnTo>
                    <a:pt x="4406" y="35755"/>
                  </a:lnTo>
                  <a:lnTo>
                    <a:pt x="6442" y="35505"/>
                  </a:lnTo>
                  <a:lnTo>
                    <a:pt x="2037" y="0"/>
                  </a:lnTo>
                  <a:close/>
                </a:path>
              </a:pathLst>
            </a:custGeom>
            <a:solidFill>
              <a:srgbClr val="252C3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8" name="Google Shape;1918;p29"/>
            <p:cNvSpPr/>
            <p:nvPr/>
          </p:nvSpPr>
          <p:spPr>
            <a:xfrm>
              <a:off x="7159760" y="4128231"/>
              <a:ext cx="11468" cy="92702"/>
            </a:xfrm>
            <a:custGeom>
              <a:avLst/>
              <a:gdLst/>
              <a:ahLst/>
              <a:cxnLst/>
              <a:rect l="l" t="t" r="r" b="b"/>
              <a:pathLst>
                <a:path w="4394" h="35518" extrusionOk="0">
                  <a:moveTo>
                    <a:pt x="4394" y="35517"/>
                  </a:moveTo>
                  <a:lnTo>
                    <a:pt x="1" y="1"/>
                  </a:lnTo>
                </a:path>
              </a:pathLst>
            </a:custGeom>
            <a:solidFill>
              <a:srgbClr val="FF5D3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9" name="Google Shape;1919;p29"/>
            <p:cNvSpPr/>
            <p:nvPr/>
          </p:nvSpPr>
          <p:spPr>
            <a:xfrm>
              <a:off x="7157056" y="4127921"/>
              <a:ext cx="16785" cy="93323"/>
            </a:xfrm>
            <a:custGeom>
              <a:avLst/>
              <a:gdLst/>
              <a:ahLst/>
              <a:cxnLst/>
              <a:rect l="l" t="t" r="r" b="b"/>
              <a:pathLst>
                <a:path w="6431" h="35756" extrusionOk="0">
                  <a:moveTo>
                    <a:pt x="2037" y="1"/>
                  </a:moveTo>
                  <a:lnTo>
                    <a:pt x="1" y="251"/>
                  </a:lnTo>
                  <a:lnTo>
                    <a:pt x="4394" y="35755"/>
                  </a:lnTo>
                  <a:lnTo>
                    <a:pt x="6430" y="35505"/>
                  </a:lnTo>
                  <a:lnTo>
                    <a:pt x="2037" y="1"/>
                  </a:lnTo>
                  <a:close/>
                </a:path>
              </a:pathLst>
            </a:custGeom>
            <a:solidFill>
              <a:srgbClr val="252C3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0" name="Google Shape;1920;p29"/>
            <p:cNvSpPr/>
            <p:nvPr/>
          </p:nvSpPr>
          <p:spPr>
            <a:xfrm>
              <a:off x="7358799" y="4103590"/>
              <a:ext cx="11500" cy="92699"/>
            </a:xfrm>
            <a:custGeom>
              <a:avLst/>
              <a:gdLst/>
              <a:ahLst/>
              <a:cxnLst/>
              <a:rect l="l" t="t" r="r" b="b"/>
              <a:pathLst>
                <a:path w="4406" h="35517" extrusionOk="0">
                  <a:moveTo>
                    <a:pt x="4406" y="35516"/>
                  </a:moveTo>
                  <a:lnTo>
                    <a:pt x="0" y="0"/>
                  </a:lnTo>
                </a:path>
              </a:pathLst>
            </a:custGeom>
            <a:solidFill>
              <a:srgbClr val="FF5D3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1" name="Google Shape;1921;p29"/>
            <p:cNvSpPr/>
            <p:nvPr/>
          </p:nvSpPr>
          <p:spPr>
            <a:xfrm>
              <a:off x="7356095" y="4103248"/>
              <a:ext cx="16782" cy="93321"/>
            </a:xfrm>
            <a:custGeom>
              <a:avLst/>
              <a:gdLst/>
              <a:ahLst/>
              <a:cxnLst/>
              <a:rect l="l" t="t" r="r" b="b"/>
              <a:pathLst>
                <a:path w="6430" h="35755" extrusionOk="0">
                  <a:moveTo>
                    <a:pt x="2036" y="0"/>
                  </a:moveTo>
                  <a:lnTo>
                    <a:pt x="0" y="250"/>
                  </a:lnTo>
                  <a:lnTo>
                    <a:pt x="4394" y="35755"/>
                  </a:lnTo>
                  <a:lnTo>
                    <a:pt x="6430" y="35505"/>
                  </a:lnTo>
                  <a:lnTo>
                    <a:pt x="2036" y="0"/>
                  </a:lnTo>
                  <a:close/>
                </a:path>
              </a:pathLst>
            </a:custGeom>
            <a:solidFill>
              <a:srgbClr val="252C3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2" name="Google Shape;1922;p29"/>
            <p:cNvSpPr/>
            <p:nvPr/>
          </p:nvSpPr>
          <p:spPr>
            <a:xfrm>
              <a:off x="7564673" y="4078078"/>
              <a:ext cx="11468" cy="92699"/>
            </a:xfrm>
            <a:custGeom>
              <a:avLst/>
              <a:gdLst/>
              <a:ahLst/>
              <a:cxnLst/>
              <a:rect l="l" t="t" r="r" b="b"/>
              <a:pathLst>
                <a:path w="4394" h="35517" extrusionOk="0">
                  <a:moveTo>
                    <a:pt x="4394" y="35516"/>
                  </a:moveTo>
                  <a:lnTo>
                    <a:pt x="0" y="0"/>
                  </a:lnTo>
                </a:path>
              </a:pathLst>
            </a:custGeom>
            <a:solidFill>
              <a:srgbClr val="FF5D3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3" name="Google Shape;1923;p29"/>
            <p:cNvSpPr/>
            <p:nvPr/>
          </p:nvSpPr>
          <p:spPr>
            <a:xfrm>
              <a:off x="7561906" y="4077767"/>
              <a:ext cx="16814" cy="93352"/>
            </a:xfrm>
            <a:custGeom>
              <a:avLst/>
              <a:gdLst/>
              <a:ahLst/>
              <a:cxnLst/>
              <a:rect l="l" t="t" r="r" b="b"/>
              <a:pathLst>
                <a:path w="6442" h="35767" extrusionOk="0">
                  <a:moveTo>
                    <a:pt x="2048" y="0"/>
                  </a:moveTo>
                  <a:lnTo>
                    <a:pt x="0" y="250"/>
                  </a:lnTo>
                  <a:lnTo>
                    <a:pt x="4406" y="35766"/>
                  </a:lnTo>
                  <a:lnTo>
                    <a:pt x="6442" y="35505"/>
                  </a:lnTo>
                  <a:lnTo>
                    <a:pt x="2048" y="0"/>
                  </a:lnTo>
                  <a:close/>
                </a:path>
              </a:pathLst>
            </a:custGeom>
            <a:solidFill>
              <a:srgbClr val="252C3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4" name="Google Shape;1924;p29"/>
            <p:cNvSpPr/>
            <p:nvPr/>
          </p:nvSpPr>
          <p:spPr>
            <a:xfrm>
              <a:off x="7773405" y="4052254"/>
              <a:ext cx="11437" cy="92699"/>
            </a:xfrm>
            <a:custGeom>
              <a:avLst/>
              <a:gdLst/>
              <a:ahLst/>
              <a:cxnLst/>
              <a:rect l="l" t="t" r="r" b="b"/>
              <a:pathLst>
                <a:path w="4382" h="35517" extrusionOk="0">
                  <a:moveTo>
                    <a:pt x="4382" y="35516"/>
                  </a:moveTo>
                  <a:lnTo>
                    <a:pt x="0" y="0"/>
                  </a:lnTo>
                </a:path>
              </a:pathLst>
            </a:custGeom>
            <a:solidFill>
              <a:srgbClr val="FF5D3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5" name="Google Shape;1925;p29"/>
            <p:cNvSpPr/>
            <p:nvPr/>
          </p:nvSpPr>
          <p:spPr>
            <a:xfrm>
              <a:off x="7770670" y="4051912"/>
              <a:ext cx="16782" cy="93321"/>
            </a:xfrm>
            <a:custGeom>
              <a:avLst/>
              <a:gdLst/>
              <a:ahLst/>
              <a:cxnLst/>
              <a:rect l="l" t="t" r="r" b="b"/>
              <a:pathLst>
                <a:path w="6430" h="35755" extrusionOk="0">
                  <a:moveTo>
                    <a:pt x="2037" y="0"/>
                  </a:moveTo>
                  <a:lnTo>
                    <a:pt x="1" y="250"/>
                  </a:lnTo>
                  <a:lnTo>
                    <a:pt x="4394" y="35755"/>
                  </a:lnTo>
                  <a:lnTo>
                    <a:pt x="6430" y="35505"/>
                  </a:lnTo>
                  <a:lnTo>
                    <a:pt x="2037" y="0"/>
                  </a:lnTo>
                  <a:close/>
                </a:path>
              </a:pathLst>
            </a:custGeom>
            <a:solidFill>
              <a:srgbClr val="252C3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6" name="Google Shape;1926;p29"/>
            <p:cNvSpPr/>
            <p:nvPr/>
          </p:nvSpPr>
          <p:spPr>
            <a:xfrm>
              <a:off x="7979217" y="4026741"/>
              <a:ext cx="11500" cy="92668"/>
            </a:xfrm>
            <a:custGeom>
              <a:avLst/>
              <a:gdLst/>
              <a:ahLst/>
              <a:cxnLst/>
              <a:rect l="l" t="t" r="r" b="b"/>
              <a:pathLst>
                <a:path w="4406" h="35505" extrusionOk="0">
                  <a:moveTo>
                    <a:pt x="4406" y="35504"/>
                  </a:moveTo>
                  <a:lnTo>
                    <a:pt x="1" y="0"/>
                  </a:lnTo>
                </a:path>
              </a:pathLst>
            </a:custGeom>
            <a:solidFill>
              <a:srgbClr val="FF5D3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7" name="Google Shape;1927;p29"/>
            <p:cNvSpPr/>
            <p:nvPr/>
          </p:nvSpPr>
          <p:spPr>
            <a:xfrm>
              <a:off x="7976481" y="4026431"/>
              <a:ext cx="16814" cy="93321"/>
            </a:xfrm>
            <a:custGeom>
              <a:avLst/>
              <a:gdLst/>
              <a:ahLst/>
              <a:cxnLst/>
              <a:rect l="l" t="t" r="r" b="b"/>
              <a:pathLst>
                <a:path w="6442" h="35755" extrusionOk="0">
                  <a:moveTo>
                    <a:pt x="2049" y="0"/>
                  </a:moveTo>
                  <a:lnTo>
                    <a:pt x="1" y="250"/>
                  </a:lnTo>
                  <a:lnTo>
                    <a:pt x="4406" y="35754"/>
                  </a:lnTo>
                  <a:lnTo>
                    <a:pt x="6442" y="35504"/>
                  </a:lnTo>
                  <a:lnTo>
                    <a:pt x="2049" y="0"/>
                  </a:lnTo>
                  <a:close/>
                </a:path>
              </a:pathLst>
            </a:custGeom>
            <a:solidFill>
              <a:srgbClr val="252C3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8" name="Google Shape;1928;p29"/>
            <p:cNvSpPr/>
            <p:nvPr/>
          </p:nvSpPr>
          <p:spPr>
            <a:xfrm>
              <a:off x="8178315" y="4002098"/>
              <a:ext cx="11440" cy="92699"/>
            </a:xfrm>
            <a:custGeom>
              <a:avLst/>
              <a:gdLst/>
              <a:ahLst/>
              <a:cxnLst/>
              <a:rect l="l" t="t" r="r" b="b"/>
              <a:pathLst>
                <a:path w="4383" h="35517" extrusionOk="0">
                  <a:moveTo>
                    <a:pt x="4382" y="35517"/>
                  </a:moveTo>
                  <a:lnTo>
                    <a:pt x="1" y="1"/>
                  </a:lnTo>
                </a:path>
              </a:pathLst>
            </a:custGeom>
            <a:solidFill>
              <a:srgbClr val="FF5D3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9" name="Google Shape;1929;p29"/>
            <p:cNvSpPr/>
            <p:nvPr/>
          </p:nvSpPr>
          <p:spPr>
            <a:xfrm>
              <a:off x="8175520" y="4001756"/>
              <a:ext cx="16814" cy="93352"/>
            </a:xfrm>
            <a:custGeom>
              <a:avLst/>
              <a:gdLst/>
              <a:ahLst/>
              <a:cxnLst/>
              <a:rect l="l" t="t" r="r" b="b"/>
              <a:pathLst>
                <a:path w="6442" h="35767" extrusionOk="0">
                  <a:moveTo>
                    <a:pt x="2036" y="1"/>
                  </a:moveTo>
                  <a:lnTo>
                    <a:pt x="0" y="251"/>
                  </a:lnTo>
                  <a:lnTo>
                    <a:pt x="4406" y="35767"/>
                  </a:lnTo>
                  <a:lnTo>
                    <a:pt x="6442" y="35505"/>
                  </a:lnTo>
                  <a:lnTo>
                    <a:pt x="2036" y="1"/>
                  </a:lnTo>
                  <a:close/>
                </a:path>
              </a:pathLst>
            </a:custGeom>
            <a:solidFill>
              <a:srgbClr val="252C3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0" name="Google Shape;1930;p29"/>
            <p:cNvSpPr/>
            <p:nvPr/>
          </p:nvSpPr>
          <p:spPr>
            <a:xfrm>
              <a:off x="7073030" y="4186032"/>
              <a:ext cx="5750" cy="46367"/>
            </a:xfrm>
            <a:custGeom>
              <a:avLst/>
              <a:gdLst/>
              <a:ahLst/>
              <a:cxnLst/>
              <a:rect l="l" t="t" r="r" b="b"/>
              <a:pathLst>
                <a:path w="2203" h="17765" extrusionOk="0">
                  <a:moveTo>
                    <a:pt x="2203" y="17765"/>
                  </a:moveTo>
                  <a:lnTo>
                    <a:pt x="0" y="0"/>
                  </a:lnTo>
                </a:path>
              </a:pathLst>
            </a:custGeom>
            <a:solidFill>
              <a:srgbClr val="FF5D3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1" name="Google Shape;1931;p29"/>
            <p:cNvSpPr/>
            <p:nvPr/>
          </p:nvSpPr>
          <p:spPr>
            <a:xfrm>
              <a:off x="7070326" y="4185659"/>
              <a:ext cx="11066" cy="47019"/>
            </a:xfrm>
            <a:custGeom>
              <a:avLst/>
              <a:gdLst/>
              <a:ahLst/>
              <a:cxnLst/>
              <a:rect l="l" t="t" r="r" b="b"/>
              <a:pathLst>
                <a:path w="4240" h="18015" extrusionOk="0">
                  <a:moveTo>
                    <a:pt x="2036" y="1"/>
                  </a:moveTo>
                  <a:lnTo>
                    <a:pt x="0" y="263"/>
                  </a:lnTo>
                  <a:lnTo>
                    <a:pt x="2191" y="18015"/>
                  </a:lnTo>
                  <a:lnTo>
                    <a:pt x="4239" y="17753"/>
                  </a:lnTo>
                  <a:lnTo>
                    <a:pt x="2036" y="1"/>
                  </a:lnTo>
                  <a:close/>
                </a:path>
              </a:pathLst>
            </a:custGeom>
            <a:solidFill>
              <a:srgbClr val="252C3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2" name="Google Shape;1932;p29"/>
            <p:cNvSpPr/>
            <p:nvPr/>
          </p:nvSpPr>
          <p:spPr>
            <a:xfrm>
              <a:off x="7278873" y="4160551"/>
              <a:ext cx="5750" cy="46367"/>
            </a:xfrm>
            <a:custGeom>
              <a:avLst/>
              <a:gdLst/>
              <a:ahLst/>
              <a:cxnLst/>
              <a:rect l="l" t="t" r="r" b="b"/>
              <a:pathLst>
                <a:path w="2203" h="17765" extrusionOk="0">
                  <a:moveTo>
                    <a:pt x="2203" y="17764"/>
                  </a:moveTo>
                  <a:lnTo>
                    <a:pt x="0" y="0"/>
                  </a:lnTo>
                </a:path>
              </a:pathLst>
            </a:custGeom>
            <a:solidFill>
              <a:srgbClr val="FF5D3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3" name="Google Shape;1933;p29"/>
            <p:cNvSpPr/>
            <p:nvPr/>
          </p:nvSpPr>
          <p:spPr>
            <a:xfrm>
              <a:off x="7276169" y="4160178"/>
              <a:ext cx="11035" cy="47019"/>
            </a:xfrm>
            <a:custGeom>
              <a:avLst/>
              <a:gdLst/>
              <a:ahLst/>
              <a:cxnLst/>
              <a:rect l="l" t="t" r="r" b="b"/>
              <a:pathLst>
                <a:path w="4228" h="18015" extrusionOk="0">
                  <a:moveTo>
                    <a:pt x="2036" y="0"/>
                  </a:moveTo>
                  <a:lnTo>
                    <a:pt x="0" y="262"/>
                  </a:lnTo>
                  <a:lnTo>
                    <a:pt x="2191" y="18015"/>
                  </a:lnTo>
                  <a:lnTo>
                    <a:pt x="4227" y="17765"/>
                  </a:lnTo>
                  <a:lnTo>
                    <a:pt x="2036" y="0"/>
                  </a:lnTo>
                  <a:close/>
                </a:path>
              </a:pathLst>
            </a:custGeom>
            <a:solidFill>
              <a:srgbClr val="252C3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4" name="Google Shape;1934;p29"/>
            <p:cNvSpPr/>
            <p:nvPr/>
          </p:nvSpPr>
          <p:spPr>
            <a:xfrm>
              <a:off x="7477940" y="4135907"/>
              <a:ext cx="5721" cy="46335"/>
            </a:xfrm>
            <a:custGeom>
              <a:avLst/>
              <a:gdLst/>
              <a:ahLst/>
              <a:cxnLst/>
              <a:rect l="l" t="t" r="r" b="b"/>
              <a:pathLst>
                <a:path w="2192" h="17753" extrusionOk="0">
                  <a:moveTo>
                    <a:pt x="2192" y="17753"/>
                  </a:moveTo>
                  <a:lnTo>
                    <a:pt x="1" y="1"/>
                  </a:lnTo>
                </a:path>
              </a:pathLst>
            </a:custGeom>
            <a:solidFill>
              <a:srgbClr val="FF5D3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5" name="Google Shape;1935;p29"/>
            <p:cNvSpPr/>
            <p:nvPr/>
          </p:nvSpPr>
          <p:spPr>
            <a:xfrm>
              <a:off x="7475176" y="4135534"/>
              <a:ext cx="11064" cy="46988"/>
            </a:xfrm>
            <a:custGeom>
              <a:avLst/>
              <a:gdLst/>
              <a:ahLst/>
              <a:cxnLst/>
              <a:rect l="l" t="t" r="r" b="b"/>
              <a:pathLst>
                <a:path w="4239" h="18003" extrusionOk="0">
                  <a:moveTo>
                    <a:pt x="2048" y="1"/>
                  </a:moveTo>
                  <a:lnTo>
                    <a:pt x="0" y="251"/>
                  </a:lnTo>
                  <a:lnTo>
                    <a:pt x="2203" y="18003"/>
                  </a:lnTo>
                  <a:lnTo>
                    <a:pt x="4239" y="17753"/>
                  </a:lnTo>
                  <a:lnTo>
                    <a:pt x="2048" y="1"/>
                  </a:lnTo>
                  <a:close/>
                </a:path>
              </a:pathLst>
            </a:custGeom>
            <a:solidFill>
              <a:srgbClr val="252C3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6" name="Google Shape;1936;p29"/>
            <p:cNvSpPr/>
            <p:nvPr/>
          </p:nvSpPr>
          <p:spPr>
            <a:xfrm>
              <a:off x="7683783" y="4110426"/>
              <a:ext cx="5752" cy="46335"/>
            </a:xfrm>
            <a:custGeom>
              <a:avLst/>
              <a:gdLst/>
              <a:ahLst/>
              <a:cxnLst/>
              <a:rect l="l" t="t" r="r" b="b"/>
              <a:pathLst>
                <a:path w="2204" h="17753" extrusionOk="0">
                  <a:moveTo>
                    <a:pt x="2203" y="17753"/>
                  </a:moveTo>
                  <a:lnTo>
                    <a:pt x="1" y="1"/>
                  </a:lnTo>
                </a:path>
              </a:pathLst>
            </a:custGeom>
            <a:solidFill>
              <a:srgbClr val="FF5D3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7" name="Google Shape;1937;p29"/>
            <p:cNvSpPr/>
            <p:nvPr/>
          </p:nvSpPr>
          <p:spPr>
            <a:xfrm>
              <a:off x="7681050" y="4110053"/>
              <a:ext cx="11064" cy="46988"/>
            </a:xfrm>
            <a:custGeom>
              <a:avLst/>
              <a:gdLst/>
              <a:ahLst/>
              <a:cxnLst/>
              <a:rect l="l" t="t" r="r" b="b"/>
              <a:pathLst>
                <a:path w="4239" h="18003" extrusionOk="0">
                  <a:moveTo>
                    <a:pt x="2036" y="1"/>
                  </a:moveTo>
                  <a:lnTo>
                    <a:pt x="0" y="251"/>
                  </a:lnTo>
                  <a:lnTo>
                    <a:pt x="2203" y="18003"/>
                  </a:lnTo>
                  <a:lnTo>
                    <a:pt x="4239" y="17753"/>
                  </a:lnTo>
                  <a:lnTo>
                    <a:pt x="2036" y="1"/>
                  </a:lnTo>
                  <a:close/>
                </a:path>
              </a:pathLst>
            </a:custGeom>
            <a:solidFill>
              <a:srgbClr val="252C3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8" name="Google Shape;1938;p29"/>
            <p:cNvSpPr/>
            <p:nvPr/>
          </p:nvSpPr>
          <p:spPr>
            <a:xfrm>
              <a:off x="7892486" y="4084540"/>
              <a:ext cx="5750" cy="46335"/>
            </a:xfrm>
            <a:custGeom>
              <a:avLst/>
              <a:gdLst/>
              <a:ahLst/>
              <a:cxnLst/>
              <a:rect l="l" t="t" r="r" b="b"/>
              <a:pathLst>
                <a:path w="2203" h="17753" extrusionOk="0">
                  <a:moveTo>
                    <a:pt x="2203" y="17753"/>
                  </a:moveTo>
                  <a:lnTo>
                    <a:pt x="0" y="1"/>
                  </a:lnTo>
                </a:path>
              </a:pathLst>
            </a:custGeom>
            <a:solidFill>
              <a:srgbClr val="FF5D3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9" name="Google Shape;1939;p29"/>
            <p:cNvSpPr/>
            <p:nvPr/>
          </p:nvSpPr>
          <p:spPr>
            <a:xfrm>
              <a:off x="7889782" y="4084229"/>
              <a:ext cx="11032" cy="46988"/>
            </a:xfrm>
            <a:custGeom>
              <a:avLst/>
              <a:gdLst/>
              <a:ahLst/>
              <a:cxnLst/>
              <a:rect l="l" t="t" r="r" b="b"/>
              <a:pathLst>
                <a:path w="4227" h="18003" extrusionOk="0">
                  <a:moveTo>
                    <a:pt x="2036" y="1"/>
                  </a:moveTo>
                  <a:lnTo>
                    <a:pt x="0" y="251"/>
                  </a:lnTo>
                  <a:lnTo>
                    <a:pt x="2191" y="18003"/>
                  </a:lnTo>
                  <a:lnTo>
                    <a:pt x="4227" y="17753"/>
                  </a:lnTo>
                  <a:lnTo>
                    <a:pt x="2036" y="1"/>
                  </a:lnTo>
                  <a:close/>
                </a:path>
              </a:pathLst>
            </a:custGeom>
            <a:solidFill>
              <a:srgbClr val="252C3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0" name="Google Shape;1940;p29"/>
            <p:cNvSpPr/>
            <p:nvPr/>
          </p:nvSpPr>
          <p:spPr>
            <a:xfrm>
              <a:off x="8098361" y="4059059"/>
              <a:ext cx="5750" cy="46335"/>
            </a:xfrm>
            <a:custGeom>
              <a:avLst/>
              <a:gdLst/>
              <a:ahLst/>
              <a:cxnLst/>
              <a:rect l="l" t="t" r="r" b="b"/>
              <a:pathLst>
                <a:path w="2203" h="17753" extrusionOk="0">
                  <a:moveTo>
                    <a:pt x="2203" y="17753"/>
                  </a:moveTo>
                  <a:lnTo>
                    <a:pt x="0" y="1"/>
                  </a:lnTo>
                </a:path>
              </a:pathLst>
            </a:custGeom>
            <a:solidFill>
              <a:srgbClr val="FF5D3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1" name="Google Shape;1941;p29"/>
            <p:cNvSpPr/>
            <p:nvPr/>
          </p:nvSpPr>
          <p:spPr>
            <a:xfrm>
              <a:off x="8095625" y="4058685"/>
              <a:ext cx="11064" cy="47019"/>
            </a:xfrm>
            <a:custGeom>
              <a:avLst/>
              <a:gdLst/>
              <a:ahLst/>
              <a:cxnLst/>
              <a:rect l="l" t="t" r="r" b="b"/>
              <a:pathLst>
                <a:path w="4239" h="18015" extrusionOk="0">
                  <a:moveTo>
                    <a:pt x="2036" y="1"/>
                  </a:moveTo>
                  <a:lnTo>
                    <a:pt x="0" y="263"/>
                  </a:lnTo>
                  <a:lnTo>
                    <a:pt x="2203" y="18015"/>
                  </a:lnTo>
                  <a:lnTo>
                    <a:pt x="4239" y="17753"/>
                  </a:lnTo>
                  <a:lnTo>
                    <a:pt x="2036" y="1"/>
                  </a:lnTo>
                  <a:close/>
                </a:path>
              </a:pathLst>
            </a:custGeom>
            <a:solidFill>
              <a:srgbClr val="252C3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2" name="Google Shape;1942;p29"/>
            <p:cNvSpPr/>
            <p:nvPr/>
          </p:nvSpPr>
          <p:spPr>
            <a:xfrm>
              <a:off x="7236019" y="3317970"/>
              <a:ext cx="51555" cy="67388"/>
            </a:xfrm>
            <a:custGeom>
              <a:avLst/>
              <a:gdLst/>
              <a:ahLst/>
              <a:cxnLst/>
              <a:rect l="l" t="t" r="r" b="b"/>
              <a:pathLst>
                <a:path w="19753" h="25819" extrusionOk="0">
                  <a:moveTo>
                    <a:pt x="9324" y="0"/>
                  </a:moveTo>
                  <a:cubicBezTo>
                    <a:pt x="9126" y="0"/>
                    <a:pt x="8927" y="9"/>
                    <a:pt x="8728" y="27"/>
                  </a:cubicBezTo>
                  <a:cubicBezTo>
                    <a:pt x="3620" y="491"/>
                    <a:pt x="1" y="6611"/>
                    <a:pt x="644" y="13731"/>
                  </a:cubicBezTo>
                  <a:cubicBezTo>
                    <a:pt x="1261" y="20571"/>
                    <a:pt x="5572" y="25818"/>
                    <a:pt x="10428" y="25818"/>
                  </a:cubicBezTo>
                  <a:cubicBezTo>
                    <a:pt x="10627" y="25818"/>
                    <a:pt x="10826" y="25810"/>
                    <a:pt x="11026" y="25792"/>
                  </a:cubicBezTo>
                  <a:cubicBezTo>
                    <a:pt x="16134" y="25328"/>
                    <a:pt x="19753" y="19196"/>
                    <a:pt x="19110" y="12076"/>
                  </a:cubicBezTo>
                  <a:cubicBezTo>
                    <a:pt x="18492" y="5258"/>
                    <a:pt x="14181" y="0"/>
                    <a:pt x="9324" y="0"/>
                  </a:cubicBezTo>
                  <a:close/>
                </a:path>
              </a:pathLst>
            </a:custGeom>
            <a:solidFill>
              <a:srgbClr val="252C3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3" name="Google Shape;1943;p29"/>
            <p:cNvSpPr/>
            <p:nvPr/>
          </p:nvSpPr>
          <p:spPr>
            <a:xfrm>
              <a:off x="7234156" y="3315316"/>
              <a:ext cx="56185" cy="72707"/>
            </a:xfrm>
            <a:custGeom>
              <a:avLst/>
              <a:gdLst/>
              <a:ahLst/>
              <a:cxnLst/>
              <a:rect l="l" t="t" r="r" b="b"/>
              <a:pathLst>
                <a:path w="21527" h="27857" extrusionOk="0">
                  <a:moveTo>
                    <a:pt x="10049" y="2056"/>
                  </a:moveTo>
                  <a:cubicBezTo>
                    <a:pt x="14359" y="2056"/>
                    <a:pt x="18229" y="6902"/>
                    <a:pt x="18788" y="13188"/>
                  </a:cubicBezTo>
                  <a:cubicBezTo>
                    <a:pt x="19360" y="19725"/>
                    <a:pt x="16169" y="25380"/>
                    <a:pt x="11645" y="25773"/>
                  </a:cubicBezTo>
                  <a:cubicBezTo>
                    <a:pt x="11472" y="25788"/>
                    <a:pt x="11300" y="25796"/>
                    <a:pt x="11129" y="25796"/>
                  </a:cubicBezTo>
                  <a:cubicBezTo>
                    <a:pt x="6796" y="25796"/>
                    <a:pt x="2919" y="20941"/>
                    <a:pt x="2370" y="14664"/>
                  </a:cubicBezTo>
                  <a:cubicBezTo>
                    <a:pt x="2084" y="11426"/>
                    <a:pt x="2715" y="8318"/>
                    <a:pt x="4120" y="5925"/>
                  </a:cubicBezTo>
                  <a:cubicBezTo>
                    <a:pt x="5477" y="3627"/>
                    <a:pt x="7394" y="2258"/>
                    <a:pt x="9525" y="2068"/>
                  </a:cubicBezTo>
                  <a:cubicBezTo>
                    <a:pt x="9704" y="2068"/>
                    <a:pt x="9882" y="2056"/>
                    <a:pt x="10049" y="2056"/>
                  </a:cubicBezTo>
                  <a:close/>
                  <a:moveTo>
                    <a:pt x="10025" y="0"/>
                  </a:moveTo>
                  <a:cubicBezTo>
                    <a:pt x="9796" y="0"/>
                    <a:pt x="9566" y="11"/>
                    <a:pt x="9335" y="32"/>
                  </a:cubicBezTo>
                  <a:cubicBezTo>
                    <a:pt x="6537" y="270"/>
                    <a:pt x="4048" y="1996"/>
                    <a:pt x="2358" y="4878"/>
                  </a:cubicBezTo>
                  <a:cubicBezTo>
                    <a:pt x="727" y="7652"/>
                    <a:pt x="0" y="11188"/>
                    <a:pt x="334" y="14843"/>
                  </a:cubicBezTo>
                  <a:cubicBezTo>
                    <a:pt x="1000" y="22201"/>
                    <a:pt x="5763" y="27857"/>
                    <a:pt x="11144" y="27857"/>
                  </a:cubicBezTo>
                  <a:cubicBezTo>
                    <a:pt x="11371" y="27857"/>
                    <a:pt x="11609" y="27845"/>
                    <a:pt x="11823" y="27845"/>
                  </a:cubicBezTo>
                  <a:cubicBezTo>
                    <a:pt x="17479" y="27345"/>
                    <a:pt x="21527" y="20689"/>
                    <a:pt x="20836" y="13021"/>
                  </a:cubicBezTo>
                  <a:cubicBezTo>
                    <a:pt x="20185" y="5668"/>
                    <a:pt x="15395" y="0"/>
                    <a:pt x="10025" y="0"/>
                  </a:cubicBezTo>
                  <a:close/>
                </a:path>
              </a:pathLst>
            </a:custGeom>
            <a:solidFill>
              <a:srgbClr val="252C3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4" name="Google Shape;1944;p29"/>
            <p:cNvSpPr/>
            <p:nvPr/>
          </p:nvSpPr>
          <p:spPr>
            <a:xfrm>
              <a:off x="7638787" y="3270142"/>
              <a:ext cx="53296" cy="67163"/>
            </a:xfrm>
            <a:custGeom>
              <a:avLst/>
              <a:gdLst/>
              <a:ahLst/>
              <a:cxnLst/>
              <a:rect l="l" t="t" r="r" b="b"/>
              <a:pathLst>
                <a:path w="20420" h="25733" extrusionOk="0">
                  <a:moveTo>
                    <a:pt x="9326" y="1"/>
                  </a:moveTo>
                  <a:cubicBezTo>
                    <a:pt x="8993" y="1"/>
                    <a:pt x="8658" y="25"/>
                    <a:pt x="8323" y="76"/>
                  </a:cubicBezTo>
                  <a:cubicBezTo>
                    <a:pt x="3251" y="826"/>
                    <a:pt x="1" y="7160"/>
                    <a:pt x="1048" y="14220"/>
                  </a:cubicBezTo>
                  <a:cubicBezTo>
                    <a:pt x="2017" y="20826"/>
                    <a:pt x="6426" y="25733"/>
                    <a:pt x="11134" y="25733"/>
                  </a:cubicBezTo>
                  <a:cubicBezTo>
                    <a:pt x="11458" y="25733"/>
                    <a:pt x="11783" y="25710"/>
                    <a:pt x="12109" y="25662"/>
                  </a:cubicBezTo>
                  <a:cubicBezTo>
                    <a:pt x="17169" y="24900"/>
                    <a:pt x="20420" y="18578"/>
                    <a:pt x="19384" y="11506"/>
                  </a:cubicBezTo>
                  <a:cubicBezTo>
                    <a:pt x="18406" y="4902"/>
                    <a:pt x="14022" y="1"/>
                    <a:pt x="9326" y="1"/>
                  </a:cubicBezTo>
                  <a:close/>
                </a:path>
              </a:pathLst>
            </a:custGeom>
            <a:solidFill>
              <a:srgbClr val="252C3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5" name="Google Shape;1945;p29"/>
            <p:cNvSpPr/>
            <p:nvPr/>
          </p:nvSpPr>
          <p:spPr>
            <a:xfrm>
              <a:off x="7635929" y="3267440"/>
              <a:ext cx="59075" cy="72508"/>
            </a:xfrm>
            <a:custGeom>
              <a:avLst/>
              <a:gdLst/>
              <a:ahLst/>
              <a:cxnLst/>
              <a:rect l="l" t="t" r="r" b="b"/>
              <a:pathLst>
                <a:path w="22634" h="27781" extrusionOk="0">
                  <a:moveTo>
                    <a:pt x="10406" y="2063"/>
                  </a:moveTo>
                  <a:cubicBezTo>
                    <a:pt x="12252" y="2063"/>
                    <a:pt x="14109" y="2944"/>
                    <a:pt x="15716" y="4611"/>
                  </a:cubicBezTo>
                  <a:cubicBezTo>
                    <a:pt x="17657" y="6611"/>
                    <a:pt x="18991" y="9493"/>
                    <a:pt x="19467" y="12684"/>
                  </a:cubicBezTo>
                  <a:cubicBezTo>
                    <a:pt x="20419" y="19172"/>
                    <a:pt x="17538" y="24995"/>
                    <a:pt x="13049" y="25661"/>
                  </a:cubicBezTo>
                  <a:cubicBezTo>
                    <a:pt x="12760" y="25705"/>
                    <a:pt x="12472" y="25726"/>
                    <a:pt x="12185" y="25726"/>
                  </a:cubicBezTo>
                  <a:cubicBezTo>
                    <a:pt x="7976" y="25726"/>
                    <a:pt x="4058" y="21175"/>
                    <a:pt x="3155" y="15101"/>
                  </a:cubicBezTo>
                  <a:cubicBezTo>
                    <a:pt x="2203" y="8612"/>
                    <a:pt x="5072" y="2789"/>
                    <a:pt x="9573" y="2123"/>
                  </a:cubicBezTo>
                  <a:cubicBezTo>
                    <a:pt x="9835" y="2075"/>
                    <a:pt x="10120" y="2063"/>
                    <a:pt x="10406" y="2063"/>
                  </a:cubicBezTo>
                  <a:close/>
                  <a:moveTo>
                    <a:pt x="10433" y="0"/>
                  </a:moveTo>
                  <a:cubicBezTo>
                    <a:pt x="10047" y="0"/>
                    <a:pt x="9661" y="29"/>
                    <a:pt x="9275" y="87"/>
                  </a:cubicBezTo>
                  <a:cubicBezTo>
                    <a:pt x="3655" y="920"/>
                    <a:pt x="0" y="7790"/>
                    <a:pt x="1131" y="15398"/>
                  </a:cubicBezTo>
                  <a:cubicBezTo>
                    <a:pt x="2191" y="22494"/>
                    <a:pt x="7025" y="27781"/>
                    <a:pt x="12228" y="27781"/>
                  </a:cubicBezTo>
                  <a:cubicBezTo>
                    <a:pt x="12609" y="27781"/>
                    <a:pt x="12978" y="27745"/>
                    <a:pt x="13359" y="27709"/>
                  </a:cubicBezTo>
                  <a:cubicBezTo>
                    <a:pt x="18967" y="26876"/>
                    <a:pt x="22634" y="20006"/>
                    <a:pt x="21503" y="12386"/>
                  </a:cubicBezTo>
                  <a:cubicBezTo>
                    <a:pt x="20967" y="8755"/>
                    <a:pt x="19431" y="5480"/>
                    <a:pt x="17205" y="3182"/>
                  </a:cubicBezTo>
                  <a:cubicBezTo>
                    <a:pt x="15195" y="1101"/>
                    <a:pt x="12824" y="0"/>
                    <a:pt x="10433" y="0"/>
                  </a:cubicBezTo>
                  <a:close/>
                </a:path>
              </a:pathLst>
            </a:custGeom>
            <a:solidFill>
              <a:srgbClr val="252C3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6" name="Google Shape;1946;p29"/>
            <p:cNvSpPr/>
            <p:nvPr/>
          </p:nvSpPr>
          <p:spPr>
            <a:xfrm>
              <a:off x="7428066" y="3317137"/>
              <a:ext cx="91084" cy="72347"/>
            </a:xfrm>
            <a:custGeom>
              <a:avLst/>
              <a:gdLst/>
              <a:ahLst/>
              <a:cxnLst/>
              <a:rect l="l" t="t" r="r" b="b"/>
              <a:pathLst>
                <a:path w="34898" h="27719" extrusionOk="0">
                  <a:moveTo>
                    <a:pt x="34183" y="0"/>
                  </a:moveTo>
                  <a:lnTo>
                    <a:pt x="32135" y="108"/>
                  </a:lnTo>
                  <a:lnTo>
                    <a:pt x="32171" y="1132"/>
                  </a:lnTo>
                  <a:cubicBezTo>
                    <a:pt x="32790" y="13288"/>
                    <a:pt x="27813" y="23730"/>
                    <a:pt x="20610" y="25408"/>
                  </a:cubicBezTo>
                  <a:cubicBezTo>
                    <a:pt x="19962" y="25560"/>
                    <a:pt x="19306" y="25635"/>
                    <a:pt x="18646" y="25635"/>
                  </a:cubicBezTo>
                  <a:cubicBezTo>
                    <a:pt x="16608" y="25635"/>
                    <a:pt x="14524" y="24921"/>
                    <a:pt x="12502" y="23527"/>
                  </a:cubicBezTo>
                  <a:cubicBezTo>
                    <a:pt x="7311" y="19955"/>
                    <a:pt x="3358" y="12431"/>
                    <a:pt x="2167" y="3870"/>
                  </a:cubicBezTo>
                  <a:lnTo>
                    <a:pt x="2036" y="2858"/>
                  </a:lnTo>
                  <a:lnTo>
                    <a:pt x="0" y="3144"/>
                  </a:lnTo>
                  <a:lnTo>
                    <a:pt x="155" y="4168"/>
                  </a:lnTo>
                  <a:cubicBezTo>
                    <a:pt x="1417" y="13431"/>
                    <a:pt x="5608" y="21301"/>
                    <a:pt x="11347" y="25242"/>
                  </a:cubicBezTo>
                  <a:cubicBezTo>
                    <a:pt x="13704" y="26885"/>
                    <a:pt x="16205" y="27718"/>
                    <a:pt x="18645" y="27718"/>
                  </a:cubicBezTo>
                  <a:cubicBezTo>
                    <a:pt x="19467" y="27718"/>
                    <a:pt x="20277" y="27611"/>
                    <a:pt x="21086" y="27397"/>
                  </a:cubicBezTo>
                  <a:cubicBezTo>
                    <a:pt x="29242" y="25516"/>
                    <a:pt x="34897" y="14169"/>
                    <a:pt x="34243" y="1024"/>
                  </a:cubicBezTo>
                  <a:lnTo>
                    <a:pt x="34183" y="0"/>
                  </a:lnTo>
                  <a:close/>
                </a:path>
              </a:pathLst>
            </a:custGeom>
            <a:solidFill>
              <a:srgbClr val="252C3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950"/>
        <p:cNvGrpSpPr/>
        <p:nvPr/>
      </p:nvGrpSpPr>
      <p:grpSpPr>
        <a:xfrm>
          <a:off x="0" y="0"/>
          <a:ext cx="0" cy="0"/>
          <a:chOff x="0" y="0"/>
          <a:chExt cx="0" cy="0"/>
        </a:xfrm>
      </p:grpSpPr>
      <p:sp>
        <p:nvSpPr>
          <p:cNvPr id="1951" name="Google Shape;1951;p30"/>
          <p:cNvSpPr txBox="1">
            <a:spLocks noGrp="1"/>
          </p:cNvSpPr>
          <p:nvPr>
            <p:ph type="subTitle" idx="1"/>
          </p:nvPr>
        </p:nvSpPr>
        <p:spPr>
          <a:xfrm>
            <a:off x="2675700" y="2371998"/>
            <a:ext cx="3807000" cy="135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fr"/>
              <a:t>Vous pouvez donner ici une brève description du sujet dont vous souhaitez parler. Par exemple, si vous voulez parler de Mercure, vous pouvez dire que c'est la plus petite planète de tout le système solaire</a:t>
            </a:r>
            <a:endParaRPr/>
          </a:p>
        </p:txBody>
      </p:sp>
      <p:sp>
        <p:nvSpPr>
          <p:cNvPr id="1952" name="Google Shape;1952;p30"/>
          <p:cNvSpPr txBox="1">
            <a:spLocks noGrp="1"/>
          </p:cNvSpPr>
          <p:nvPr>
            <p:ph type="title"/>
          </p:nvPr>
        </p:nvSpPr>
        <p:spPr>
          <a:xfrm>
            <a:off x="2675700" y="1676875"/>
            <a:ext cx="3807000" cy="6951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fr"/>
              <a:t>Introduction</a:t>
            </a:r>
            <a:endParaRPr/>
          </a:p>
        </p:txBody>
      </p:sp>
      <p:sp>
        <p:nvSpPr>
          <p:cNvPr id="1953" name="Google Shape;1953;p30"/>
          <p:cNvSpPr/>
          <p:nvPr/>
        </p:nvSpPr>
        <p:spPr>
          <a:xfrm rot="2855308">
            <a:off x="2220365" y="4040651"/>
            <a:ext cx="117429" cy="117005"/>
          </a:xfrm>
          <a:prstGeom prst="rect">
            <a:avLst/>
          </a:prstGeom>
          <a:no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954" name="Google Shape;1954;p30"/>
          <p:cNvGrpSpPr/>
          <p:nvPr/>
        </p:nvGrpSpPr>
        <p:grpSpPr>
          <a:xfrm>
            <a:off x="1231438" y="3213343"/>
            <a:ext cx="1214672" cy="1390669"/>
            <a:chOff x="1764838" y="1870818"/>
            <a:chExt cx="1214672" cy="1390669"/>
          </a:xfrm>
        </p:grpSpPr>
        <p:sp>
          <p:nvSpPr>
            <p:cNvPr id="1955" name="Google Shape;1955;p30"/>
            <p:cNvSpPr/>
            <p:nvPr/>
          </p:nvSpPr>
          <p:spPr>
            <a:xfrm>
              <a:off x="1764838" y="1875025"/>
              <a:ext cx="1214438" cy="1386462"/>
            </a:xfrm>
            <a:custGeom>
              <a:avLst/>
              <a:gdLst/>
              <a:ahLst/>
              <a:cxnLst/>
              <a:rect l="l" t="t" r="r" b="b"/>
              <a:pathLst>
                <a:path w="466643" h="536349" extrusionOk="0">
                  <a:moveTo>
                    <a:pt x="325538" y="1"/>
                  </a:moveTo>
                  <a:cubicBezTo>
                    <a:pt x="325456" y="1"/>
                    <a:pt x="325373" y="13"/>
                    <a:pt x="325291" y="38"/>
                  </a:cubicBezTo>
                  <a:lnTo>
                    <a:pt x="489" y="106242"/>
                  </a:lnTo>
                  <a:cubicBezTo>
                    <a:pt x="179" y="106349"/>
                    <a:pt x="1" y="106682"/>
                    <a:pt x="96" y="106992"/>
                  </a:cubicBezTo>
                  <a:lnTo>
                    <a:pt x="140209" y="535461"/>
                  </a:lnTo>
                  <a:cubicBezTo>
                    <a:pt x="140380" y="536004"/>
                    <a:pt x="140880" y="536349"/>
                    <a:pt x="141414" y="536349"/>
                  </a:cubicBezTo>
                  <a:cubicBezTo>
                    <a:pt x="141547" y="536349"/>
                    <a:pt x="141683" y="536328"/>
                    <a:pt x="141816" y="536282"/>
                  </a:cubicBezTo>
                  <a:lnTo>
                    <a:pt x="466047" y="430258"/>
                  </a:lnTo>
                  <a:cubicBezTo>
                    <a:pt x="466440" y="430138"/>
                    <a:pt x="466642" y="429734"/>
                    <a:pt x="466535" y="429365"/>
                  </a:cubicBezTo>
                  <a:lnTo>
                    <a:pt x="326315" y="562"/>
                  </a:lnTo>
                  <a:cubicBezTo>
                    <a:pt x="326209" y="215"/>
                    <a:pt x="325885" y="1"/>
                    <a:pt x="325538" y="1"/>
                  </a:cubicBezTo>
                  <a:close/>
                </a:path>
              </a:pathLst>
            </a:custGeom>
            <a:solidFill>
              <a:srgbClr val="FF5D3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6" name="Google Shape;1956;p30"/>
            <p:cNvSpPr/>
            <p:nvPr/>
          </p:nvSpPr>
          <p:spPr>
            <a:xfrm>
              <a:off x="1764896" y="1870818"/>
              <a:ext cx="1214613" cy="1386302"/>
            </a:xfrm>
            <a:custGeom>
              <a:avLst/>
              <a:gdLst/>
              <a:ahLst/>
              <a:cxnLst/>
              <a:rect l="l" t="t" r="r" b="b"/>
              <a:pathLst>
                <a:path w="465369" h="531150" extrusionOk="0">
                  <a:moveTo>
                    <a:pt x="318790" y="1835"/>
                  </a:moveTo>
                  <a:cubicBezTo>
                    <a:pt x="320398" y="1835"/>
                    <a:pt x="322005" y="2216"/>
                    <a:pt x="323493" y="2966"/>
                  </a:cubicBezTo>
                  <a:cubicBezTo>
                    <a:pt x="325970" y="4228"/>
                    <a:pt x="327815" y="6371"/>
                    <a:pt x="328672" y="9026"/>
                  </a:cubicBezTo>
                  <a:lnTo>
                    <a:pt x="462725" y="418933"/>
                  </a:lnTo>
                  <a:cubicBezTo>
                    <a:pt x="463487" y="421279"/>
                    <a:pt x="463284" y="423744"/>
                    <a:pt x="462189" y="425934"/>
                  </a:cubicBezTo>
                  <a:cubicBezTo>
                    <a:pt x="461070" y="428125"/>
                    <a:pt x="459177" y="429744"/>
                    <a:pt x="456855" y="430506"/>
                  </a:cubicBezTo>
                  <a:lnTo>
                    <a:pt x="157199" y="528495"/>
                  </a:lnTo>
                  <a:cubicBezTo>
                    <a:pt x="155465" y="529059"/>
                    <a:pt x="153705" y="529327"/>
                    <a:pt x="151974" y="529327"/>
                  </a:cubicBezTo>
                  <a:cubicBezTo>
                    <a:pt x="144870" y="529327"/>
                    <a:pt x="138248" y="524809"/>
                    <a:pt x="135922" y="517696"/>
                  </a:cubicBezTo>
                  <a:lnTo>
                    <a:pt x="3322" y="112193"/>
                  </a:lnTo>
                  <a:cubicBezTo>
                    <a:pt x="2060" y="108336"/>
                    <a:pt x="4168" y="104180"/>
                    <a:pt x="8025" y="102918"/>
                  </a:cubicBezTo>
                  <a:lnTo>
                    <a:pt x="315552" y="2358"/>
                  </a:lnTo>
                  <a:cubicBezTo>
                    <a:pt x="316599" y="2013"/>
                    <a:pt x="317707" y="1835"/>
                    <a:pt x="318790" y="1835"/>
                  </a:cubicBezTo>
                  <a:close/>
                  <a:moveTo>
                    <a:pt x="318777" y="1"/>
                  </a:moveTo>
                  <a:cubicBezTo>
                    <a:pt x="317500" y="1"/>
                    <a:pt x="316217" y="202"/>
                    <a:pt x="314968" y="608"/>
                  </a:cubicBezTo>
                  <a:lnTo>
                    <a:pt x="7454" y="101180"/>
                  </a:lnTo>
                  <a:cubicBezTo>
                    <a:pt x="2632" y="102752"/>
                    <a:pt x="0" y="107943"/>
                    <a:pt x="1584" y="112753"/>
                  </a:cubicBezTo>
                  <a:lnTo>
                    <a:pt x="134184" y="518267"/>
                  </a:lnTo>
                  <a:cubicBezTo>
                    <a:pt x="135744" y="523018"/>
                    <a:pt x="139053" y="526863"/>
                    <a:pt x="143506" y="529137"/>
                  </a:cubicBezTo>
                  <a:cubicBezTo>
                    <a:pt x="146162" y="530471"/>
                    <a:pt x="149043" y="531150"/>
                    <a:pt x="151936" y="531150"/>
                  </a:cubicBezTo>
                  <a:cubicBezTo>
                    <a:pt x="153889" y="531150"/>
                    <a:pt x="155853" y="530840"/>
                    <a:pt x="157758" y="530221"/>
                  </a:cubicBezTo>
                  <a:lnTo>
                    <a:pt x="457438" y="432221"/>
                  </a:lnTo>
                  <a:cubicBezTo>
                    <a:pt x="460225" y="431292"/>
                    <a:pt x="462499" y="429363"/>
                    <a:pt x="463820" y="426744"/>
                  </a:cubicBezTo>
                  <a:cubicBezTo>
                    <a:pt x="465154" y="424136"/>
                    <a:pt x="465368" y="421148"/>
                    <a:pt x="464463" y="418362"/>
                  </a:cubicBezTo>
                  <a:lnTo>
                    <a:pt x="330411" y="8443"/>
                  </a:lnTo>
                  <a:cubicBezTo>
                    <a:pt x="329387" y="5335"/>
                    <a:pt x="327232" y="2799"/>
                    <a:pt x="324315" y="1323"/>
                  </a:cubicBezTo>
                  <a:cubicBezTo>
                    <a:pt x="322570" y="446"/>
                    <a:pt x="320679" y="1"/>
                    <a:pt x="318777" y="1"/>
                  </a:cubicBezTo>
                  <a:close/>
                </a:path>
              </a:pathLst>
            </a:custGeom>
            <a:solidFill>
              <a:srgbClr val="252C3C"/>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7" name="Google Shape;1957;p30"/>
            <p:cNvSpPr/>
            <p:nvPr/>
          </p:nvSpPr>
          <p:spPr>
            <a:xfrm>
              <a:off x="2579412" y="1883466"/>
              <a:ext cx="31698" cy="62465"/>
            </a:xfrm>
            <a:custGeom>
              <a:avLst/>
              <a:gdLst/>
              <a:ahLst/>
              <a:cxnLst/>
              <a:rect l="l" t="t" r="r" b="b"/>
              <a:pathLst>
                <a:path w="12145" h="23933" extrusionOk="0">
                  <a:moveTo>
                    <a:pt x="10478" y="1"/>
                  </a:moveTo>
                  <a:lnTo>
                    <a:pt x="0" y="23170"/>
                  </a:lnTo>
                  <a:lnTo>
                    <a:pt x="1667" y="23932"/>
                  </a:lnTo>
                  <a:lnTo>
                    <a:pt x="12144" y="751"/>
                  </a:lnTo>
                  <a:lnTo>
                    <a:pt x="10478" y="1"/>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8" name="Google Shape;1958;p30"/>
            <p:cNvSpPr/>
            <p:nvPr/>
          </p:nvSpPr>
          <p:spPr>
            <a:xfrm>
              <a:off x="1781645" y="1926380"/>
              <a:ext cx="1155290" cy="1332606"/>
            </a:xfrm>
            <a:custGeom>
              <a:avLst/>
              <a:gdLst/>
              <a:ahLst/>
              <a:cxnLst/>
              <a:rect l="l" t="t" r="r" b="b"/>
              <a:pathLst>
                <a:path w="442640" h="510577" extrusionOk="0">
                  <a:moveTo>
                    <a:pt x="301075" y="1"/>
                  </a:moveTo>
                  <a:cubicBezTo>
                    <a:pt x="299887" y="1"/>
                    <a:pt x="298680" y="185"/>
                    <a:pt x="297490" y="573"/>
                  </a:cubicBezTo>
                  <a:lnTo>
                    <a:pt x="9359" y="94799"/>
                  </a:lnTo>
                  <a:cubicBezTo>
                    <a:pt x="3299" y="96775"/>
                    <a:pt x="1" y="103312"/>
                    <a:pt x="1977" y="109372"/>
                  </a:cubicBezTo>
                  <a:lnTo>
                    <a:pt x="130565" y="502623"/>
                  </a:lnTo>
                  <a:cubicBezTo>
                    <a:pt x="132153" y="507484"/>
                    <a:pt x="136688" y="510577"/>
                    <a:pt x="141554" y="510577"/>
                  </a:cubicBezTo>
                  <a:cubicBezTo>
                    <a:pt x="142741" y="510577"/>
                    <a:pt x="143949" y="510392"/>
                    <a:pt x="145138" y="510004"/>
                  </a:cubicBezTo>
                  <a:lnTo>
                    <a:pt x="433269" y="415779"/>
                  </a:lnTo>
                  <a:cubicBezTo>
                    <a:pt x="439341" y="413802"/>
                    <a:pt x="442639" y="407278"/>
                    <a:pt x="440651" y="401205"/>
                  </a:cubicBezTo>
                  <a:lnTo>
                    <a:pt x="312064" y="7955"/>
                  </a:lnTo>
                  <a:cubicBezTo>
                    <a:pt x="310475" y="3093"/>
                    <a:pt x="305940" y="1"/>
                    <a:pt x="301075" y="1"/>
                  </a:cubicBezTo>
                  <a:close/>
                </a:path>
              </a:pathLst>
            </a:custGeom>
            <a:solidFill>
              <a:srgbClr val="FFC000"/>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9" name="Google Shape;1959;p30"/>
            <p:cNvSpPr/>
            <p:nvPr/>
          </p:nvSpPr>
          <p:spPr>
            <a:xfrm>
              <a:off x="1781832" y="1923976"/>
              <a:ext cx="1154886" cy="1337401"/>
            </a:xfrm>
            <a:custGeom>
              <a:avLst/>
              <a:gdLst/>
              <a:ahLst/>
              <a:cxnLst/>
              <a:rect l="l" t="t" r="r" b="b"/>
              <a:pathLst>
                <a:path w="442485" h="512414" extrusionOk="0">
                  <a:moveTo>
                    <a:pt x="301038" y="1839"/>
                  </a:moveTo>
                  <a:cubicBezTo>
                    <a:pt x="302669" y="1839"/>
                    <a:pt x="304312" y="2232"/>
                    <a:pt x="305836" y="3006"/>
                  </a:cubicBezTo>
                  <a:cubicBezTo>
                    <a:pt x="308360" y="4280"/>
                    <a:pt x="310253" y="6483"/>
                    <a:pt x="311134" y="9173"/>
                  </a:cubicBezTo>
                  <a:lnTo>
                    <a:pt x="439722" y="402424"/>
                  </a:lnTo>
                  <a:cubicBezTo>
                    <a:pt x="440591" y="405127"/>
                    <a:pt x="440377" y="408008"/>
                    <a:pt x="439091" y="410544"/>
                  </a:cubicBezTo>
                  <a:cubicBezTo>
                    <a:pt x="437817" y="413068"/>
                    <a:pt x="435614" y="414961"/>
                    <a:pt x="432912" y="415842"/>
                  </a:cubicBezTo>
                  <a:lnTo>
                    <a:pt x="144780" y="510056"/>
                  </a:lnTo>
                  <a:cubicBezTo>
                    <a:pt x="143698" y="510411"/>
                    <a:pt x="142585" y="510586"/>
                    <a:pt x="141476" y="510586"/>
                  </a:cubicBezTo>
                  <a:cubicBezTo>
                    <a:pt x="139828" y="510586"/>
                    <a:pt x="138188" y="510199"/>
                    <a:pt x="136672" y="509437"/>
                  </a:cubicBezTo>
                  <a:cubicBezTo>
                    <a:pt x="134148" y="508151"/>
                    <a:pt x="132255" y="505949"/>
                    <a:pt x="131374" y="503258"/>
                  </a:cubicBezTo>
                  <a:lnTo>
                    <a:pt x="2786" y="110007"/>
                  </a:lnTo>
                  <a:cubicBezTo>
                    <a:pt x="1905" y="107316"/>
                    <a:pt x="2132" y="104423"/>
                    <a:pt x="3405" y="101899"/>
                  </a:cubicBezTo>
                  <a:cubicBezTo>
                    <a:pt x="4691" y="99363"/>
                    <a:pt x="6894" y="97482"/>
                    <a:pt x="9585" y="96601"/>
                  </a:cubicBezTo>
                  <a:lnTo>
                    <a:pt x="297716" y="2375"/>
                  </a:lnTo>
                  <a:cubicBezTo>
                    <a:pt x="298800" y="2018"/>
                    <a:pt x="299919" y="1839"/>
                    <a:pt x="301038" y="1839"/>
                  </a:cubicBezTo>
                  <a:close/>
                  <a:moveTo>
                    <a:pt x="301046" y="1"/>
                  </a:moveTo>
                  <a:cubicBezTo>
                    <a:pt x="299743" y="1"/>
                    <a:pt x="298432" y="207"/>
                    <a:pt x="297156" y="625"/>
                  </a:cubicBezTo>
                  <a:lnTo>
                    <a:pt x="9025" y="94839"/>
                  </a:lnTo>
                  <a:cubicBezTo>
                    <a:pt x="5846" y="95874"/>
                    <a:pt x="3275" y="98077"/>
                    <a:pt x="1774" y="101054"/>
                  </a:cubicBezTo>
                  <a:cubicBezTo>
                    <a:pt x="274" y="104006"/>
                    <a:pt x="0" y="107388"/>
                    <a:pt x="1048" y="110555"/>
                  </a:cubicBezTo>
                  <a:lnTo>
                    <a:pt x="129636" y="503806"/>
                  </a:lnTo>
                  <a:cubicBezTo>
                    <a:pt x="130659" y="506973"/>
                    <a:pt x="132862" y="509556"/>
                    <a:pt x="135839" y="511056"/>
                  </a:cubicBezTo>
                  <a:cubicBezTo>
                    <a:pt x="137613" y="511949"/>
                    <a:pt x="139530" y="512414"/>
                    <a:pt x="141458" y="512414"/>
                  </a:cubicBezTo>
                  <a:cubicBezTo>
                    <a:pt x="142768" y="512414"/>
                    <a:pt x="144078" y="512199"/>
                    <a:pt x="145352" y="511783"/>
                  </a:cubicBezTo>
                  <a:lnTo>
                    <a:pt x="433483" y="417557"/>
                  </a:lnTo>
                  <a:cubicBezTo>
                    <a:pt x="436650" y="416533"/>
                    <a:pt x="439222" y="414330"/>
                    <a:pt x="440722" y="411354"/>
                  </a:cubicBezTo>
                  <a:cubicBezTo>
                    <a:pt x="442234" y="408389"/>
                    <a:pt x="442484" y="405020"/>
                    <a:pt x="441460" y="401841"/>
                  </a:cubicBezTo>
                  <a:lnTo>
                    <a:pt x="312873" y="8602"/>
                  </a:lnTo>
                  <a:cubicBezTo>
                    <a:pt x="311837" y="5423"/>
                    <a:pt x="309634" y="2851"/>
                    <a:pt x="306658" y="1351"/>
                  </a:cubicBezTo>
                  <a:cubicBezTo>
                    <a:pt x="304894" y="455"/>
                    <a:pt x="302978" y="1"/>
                    <a:pt x="30104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0" name="Google Shape;1960;p30"/>
            <p:cNvSpPr/>
            <p:nvPr/>
          </p:nvSpPr>
          <p:spPr>
            <a:xfrm>
              <a:off x="1886867" y="2046255"/>
              <a:ext cx="711254" cy="378481"/>
            </a:xfrm>
            <a:custGeom>
              <a:avLst/>
              <a:gdLst/>
              <a:ahLst/>
              <a:cxnLst/>
              <a:rect l="l" t="t" r="r" b="b"/>
              <a:pathLst>
                <a:path w="272511" h="145012" extrusionOk="0">
                  <a:moveTo>
                    <a:pt x="222968" y="1"/>
                  </a:moveTo>
                  <a:cubicBezTo>
                    <a:pt x="218421" y="1"/>
                    <a:pt x="213797" y="708"/>
                    <a:pt x="209241" y="2197"/>
                  </a:cubicBezTo>
                  <a:lnTo>
                    <a:pt x="35814" y="58907"/>
                  </a:lnTo>
                  <a:cubicBezTo>
                    <a:pt x="12633" y="66479"/>
                    <a:pt x="0" y="91411"/>
                    <a:pt x="7573" y="114580"/>
                  </a:cubicBezTo>
                  <a:cubicBezTo>
                    <a:pt x="13665" y="133191"/>
                    <a:pt x="30942" y="145011"/>
                    <a:pt x="49519" y="145011"/>
                  </a:cubicBezTo>
                  <a:cubicBezTo>
                    <a:pt x="54069" y="145011"/>
                    <a:pt x="58697" y="144302"/>
                    <a:pt x="63258" y="142810"/>
                  </a:cubicBezTo>
                  <a:lnTo>
                    <a:pt x="236685" y="86112"/>
                  </a:lnTo>
                  <a:cubicBezTo>
                    <a:pt x="259866" y="78528"/>
                    <a:pt x="272511" y="53608"/>
                    <a:pt x="264914" y="30427"/>
                  </a:cubicBezTo>
                  <a:cubicBezTo>
                    <a:pt x="258831" y="11814"/>
                    <a:pt x="241544" y="1"/>
                    <a:pt x="22296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1" name="Google Shape;1961;p30"/>
            <p:cNvSpPr/>
            <p:nvPr/>
          </p:nvSpPr>
          <p:spPr>
            <a:xfrm>
              <a:off x="1884257" y="2043911"/>
              <a:ext cx="706156" cy="383284"/>
            </a:xfrm>
            <a:custGeom>
              <a:avLst/>
              <a:gdLst/>
              <a:ahLst/>
              <a:cxnLst/>
              <a:rect l="l" t="t" r="r" b="b"/>
              <a:pathLst>
                <a:path w="270558" h="146852" extrusionOk="0">
                  <a:moveTo>
                    <a:pt x="223933" y="1821"/>
                  </a:moveTo>
                  <a:cubicBezTo>
                    <a:pt x="242138" y="1821"/>
                    <a:pt x="259104" y="13406"/>
                    <a:pt x="265057" y="31611"/>
                  </a:cubicBezTo>
                  <a:cubicBezTo>
                    <a:pt x="268641" y="42600"/>
                    <a:pt x="267748" y="54316"/>
                    <a:pt x="262521" y="64615"/>
                  </a:cubicBezTo>
                  <a:cubicBezTo>
                    <a:pt x="257294" y="74914"/>
                    <a:pt x="248388" y="82557"/>
                    <a:pt x="237399" y="86141"/>
                  </a:cubicBezTo>
                  <a:lnTo>
                    <a:pt x="63973" y="142851"/>
                  </a:lnTo>
                  <a:cubicBezTo>
                    <a:pt x="59545" y="144294"/>
                    <a:pt x="55002" y="145012"/>
                    <a:pt x="50482" y="145012"/>
                  </a:cubicBezTo>
                  <a:cubicBezTo>
                    <a:pt x="43781" y="145012"/>
                    <a:pt x="37130" y="143436"/>
                    <a:pt x="30980" y="140315"/>
                  </a:cubicBezTo>
                  <a:cubicBezTo>
                    <a:pt x="20681" y="135088"/>
                    <a:pt x="13026" y="126182"/>
                    <a:pt x="9442" y="115192"/>
                  </a:cubicBezTo>
                  <a:cubicBezTo>
                    <a:pt x="2024" y="92523"/>
                    <a:pt x="14443" y="68079"/>
                    <a:pt x="37088" y="60662"/>
                  </a:cubicBezTo>
                  <a:lnTo>
                    <a:pt x="210527" y="3964"/>
                  </a:lnTo>
                  <a:cubicBezTo>
                    <a:pt x="214968" y="2500"/>
                    <a:pt x="219480" y="1821"/>
                    <a:pt x="223933" y="1821"/>
                  </a:cubicBezTo>
                  <a:close/>
                  <a:moveTo>
                    <a:pt x="223967" y="0"/>
                  </a:moveTo>
                  <a:cubicBezTo>
                    <a:pt x="219334" y="0"/>
                    <a:pt x="214626" y="721"/>
                    <a:pt x="209991" y="2238"/>
                  </a:cubicBezTo>
                  <a:lnTo>
                    <a:pt x="36552" y="58935"/>
                  </a:lnTo>
                  <a:cubicBezTo>
                    <a:pt x="12942" y="66663"/>
                    <a:pt x="0" y="92154"/>
                    <a:pt x="7727" y="115776"/>
                  </a:cubicBezTo>
                  <a:cubicBezTo>
                    <a:pt x="11466" y="127206"/>
                    <a:pt x="19443" y="136505"/>
                    <a:pt x="30171" y="141958"/>
                  </a:cubicBezTo>
                  <a:cubicBezTo>
                    <a:pt x="36576" y="145208"/>
                    <a:pt x="43518" y="146851"/>
                    <a:pt x="50507" y="146851"/>
                  </a:cubicBezTo>
                  <a:cubicBezTo>
                    <a:pt x="55210" y="146851"/>
                    <a:pt x="59936" y="146089"/>
                    <a:pt x="64580" y="144589"/>
                  </a:cubicBezTo>
                  <a:lnTo>
                    <a:pt x="238006" y="87880"/>
                  </a:lnTo>
                  <a:cubicBezTo>
                    <a:pt x="249436" y="84153"/>
                    <a:pt x="258747" y="76176"/>
                    <a:pt x="264188" y="65436"/>
                  </a:cubicBezTo>
                  <a:cubicBezTo>
                    <a:pt x="269617" y="54709"/>
                    <a:pt x="270558" y="42505"/>
                    <a:pt x="266819" y="31063"/>
                  </a:cubicBezTo>
                  <a:cubicBezTo>
                    <a:pt x="260619" y="12079"/>
                    <a:pt x="242929" y="0"/>
                    <a:pt x="22396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2" name="Google Shape;1962;p30"/>
            <p:cNvSpPr/>
            <p:nvPr/>
          </p:nvSpPr>
          <p:spPr>
            <a:xfrm>
              <a:off x="1984319" y="2465483"/>
              <a:ext cx="218895" cy="207291"/>
            </a:xfrm>
            <a:custGeom>
              <a:avLst/>
              <a:gdLst/>
              <a:ahLst/>
              <a:cxnLst/>
              <a:rect l="l" t="t" r="r" b="b"/>
              <a:pathLst>
                <a:path w="83868" h="79422" extrusionOk="0">
                  <a:moveTo>
                    <a:pt x="61427" y="0"/>
                  </a:moveTo>
                  <a:cubicBezTo>
                    <a:pt x="60890" y="0"/>
                    <a:pt x="60344" y="84"/>
                    <a:pt x="59806" y="259"/>
                  </a:cubicBezTo>
                  <a:lnTo>
                    <a:pt x="4227" y="18428"/>
                  </a:lnTo>
                  <a:cubicBezTo>
                    <a:pt x="1489" y="19321"/>
                    <a:pt x="0" y="22250"/>
                    <a:pt x="893" y="24989"/>
                  </a:cubicBezTo>
                  <a:lnTo>
                    <a:pt x="17526" y="75828"/>
                  </a:lnTo>
                  <a:cubicBezTo>
                    <a:pt x="18244" y="78028"/>
                    <a:pt x="20275" y="79421"/>
                    <a:pt x="22466" y="79421"/>
                  </a:cubicBezTo>
                  <a:cubicBezTo>
                    <a:pt x="23002" y="79421"/>
                    <a:pt x="23548" y="79338"/>
                    <a:pt x="24087" y="79162"/>
                  </a:cubicBezTo>
                  <a:lnTo>
                    <a:pt x="79653" y="60993"/>
                  </a:lnTo>
                  <a:cubicBezTo>
                    <a:pt x="82380" y="60100"/>
                    <a:pt x="83868" y="57171"/>
                    <a:pt x="82987" y="54433"/>
                  </a:cubicBezTo>
                  <a:lnTo>
                    <a:pt x="66366" y="3593"/>
                  </a:lnTo>
                  <a:cubicBezTo>
                    <a:pt x="65649" y="1393"/>
                    <a:pt x="63617" y="0"/>
                    <a:pt x="61427"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3" name="Google Shape;1963;p30"/>
            <p:cNvSpPr/>
            <p:nvPr/>
          </p:nvSpPr>
          <p:spPr>
            <a:xfrm>
              <a:off x="1983045" y="2463100"/>
              <a:ext cx="222842" cy="212073"/>
            </a:xfrm>
            <a:custGeom>
              <a:avLst/>
              <a:gdLst/>
              <a:ahLst/>
              <a:cxnLst/>
              <a:rect l="l" t="t" r="r" b="b"/>
              <a:pathLst>
                <a:path w="85380" h="81254" extrusionOk="0">
                  <a:moveTo>
                    <a:pt x="61901" y="1827"/>
                  </a:moveTo>
                  <a:cubicBezTo>
                    <a:pt x="62568" y="1827"/>
                    <a:pt x="63222" y="1970"/>
                    <a:pt x="63842" y="2280"/>
                  </a:cubicBezTo>
                  <a:cubicBezTo>
                    <a:pt x="64866" y="2804"/>
                    <a:pt x="65628" y="3697"/>
                    <a:pt x="65973" y="4780"/>
                  </a:cubicBezTo>
                  <a:lnTo>
                    <a:pt x="82606" y="55620"/>
                  </a:lnTo>
                  <a:cubicBezTo>
                    <a:pt x="83332" y="57870"/>
                    <a:pt x="82094" y="60311"/>
                    <a:pt x="79844" y="61037"/>
                  </a:cubicBezTo>
                  <a:lnTo>
                    <a:pt x="24277" y="79218"/>
                  </a:lnTo>
                  <a:cubicBezTo>
                    <a:pt x="23841" y="79359"/>
                    <a:pt x="23397" y="79426"/>
                    <a:pt x="22960" y="79426"/>
                  </a:cubicBezTo>
                  <a:cubicBezTo>
                    <a:pt x="21144" y="79426"/>
                    <a:pt x="19445" y="78269"/>
                    <a:pt x="18860" y="76456"/>
                  </a:cubicBezTo>
                  <a:lnTo>
                    <a:pt x="2239" y="25616"/>
                  </a:lnTo>
                  <a:cubicBezTo>
                    <a:pt x="1881" y="24532"/>
                    <a:pt x="1965" y="23378"/>
                    <a:pt x="2489" y="22342"/>
                  </a:cubicBezTo>
                  <a:cubicBezTo>
                    <a:pt x="3013" y="21318"/>
                    <a:pt x="3906" y="20556"/>
                    <a:pt x="4989" y="20199"/>
                  </a:cubicBezTo>
                  <a:lnTo>
                    <a:pt x="60567" y="2030"/>
                  </a:lnTo>
                  <a:cubicBezTo>
                    <a:pt x="61008" y="1899"/>
                    <a:pt x="61460" y="1827"/>
                    <a:pt x="61901" y="1827"/>
                  </a:cubicBezTo>
                  <a:close/>
                  <a:moveTo>
                    <a:pt x="61907" y="0"/>
                  </a:moveTo>
                  <a:cubicBezTo>
                    <a:pt x="61265" y="0"/>
                    <a:pt x="60621" y="101"/>
                    <a:pt x="59996" y="303"/>
                  </a:cubicBezTo>
                  <a:lnTo>
                    <a:pt x="4417" y="18472"/>
                  </a:lnTo>
                  <a:cubicBezTo>
                    <a:pt x="2870" y="18984"/>
                    <a:pt x="1608" y="20068"/>
                    <a:pt x="869" y="21532"/>
                  </a:cubicBezTo>
                  <a:cubicBezTo>
                    <a:pt x="119" y="22985"/>
                    <a:pt x="0" y="24652"/>
                    <a:pt x="512" y="26199"/>
                  </a:cubicBezTo>
                  <a:lnTo>
                    <a:pt x="17133" y="77039"/>
                  </a:lnTo>
                  <a:cubicBezTo>
                    <a:pt x="17967" y="79611"/>
                    <a:pt x="20372" y="81254"/>
                    <a:pt x="22956" y="81254"/>
                  </a:cubicBezTo>
                  <a:cubicBezTo>
                    <a:pt x="23575" y="81254"/>
                    <a:pt x="24218" y="81158"/>
                    <a:pt x="24861" y="80956"/>
                  </a:cubicBezTo>
                  <a:lnTo>
                    <a:pt x="80427" y="62787"/>
                  </a:lnTo>
                  <a:cubicBezTo>
                    <a:pt x="83630" y="61728"/>
                    <a:pt x="85380" y="58275"/>
                    <a:pt x="84344" y="55060"/>
                  </a:cubicBezTo>
                  <a:lnTo>
                    <a:pt x="67723" y="4220"/>
                  </a:lnTo>
                  <a:cubicBezTo>
                    <a:pt x="67211" y="2673"/>
                    <a:pt x="66128" y="1411"/>
                    <a:pt x="64663" y="660"/>
                  </a:cubicBezTo>
                  <a:cubicBezTo>
                    <a:pt x="63797" y="220"/>
                    <a:pt x="62855" y="0"/>
                    <a:pt x="6190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4" name="Google Shape;1964;p30"/>
            <p:cNvSpPr/>
            <p:nvPr/>
          </p:nvSpPr>
          <p:spPr>
            <a:xfrm>
              <a:off x="2221672" y="2387857"/>
              <a:ext cx="218927" cy="207323"/>
            </a:xfrm>
            <a:custGeom>
              <a:avLst/>
              <a:gdLst/>
              <a:ahLst/>
              <a:cxnLst/>
              <a:rect l="l" t="t" r="r" b="b"/>
              <a:pathLst>
                <a:path w="83880" h="79434" extrusionOk="0">
                  <a:moveTo>
                    <a:pt x="61416" y="1"/>
                  </a:moveTo>
                  <a:cubicBezTo>
                    <a:pt x="60879" y="1"/>
                    <a:pt x="60332" y="84"/>
                    <a:pt x="59794" y="260"/>
                  </a:cubicBezTo>
                  <a:lnTo>
                    <a:pt x="4227" y="18429"/>
                  </a:lnTo>
                  <a:cubicBezTo>
                    <a:pt x="1489" y="19322"/>
                    <a:pt x="0" y="22262"/>
                    <a:pt x="893" y="25001"/>
                  </a:cubicBezTo>
                  <a:lnTo>
                    <a:pt x="17514" y="75840"/>
                  </a:lnTo>
                  <a:cubicBezTo>
                    <a:pt x="18232" y="78040"/>
                    <a:pt x="20271" y="79433"/>
                    <a:pt x="22458" y="79433"/>
                  </a:cubicBezTo>
                  <a:cubicBezTo>
                    <a:pt x="22994" y="79433"/>
                    <a:pt x="23539" y="79350"/>
                    <a:pt x="24075" y="79174"/>
                  </a:cubicBezTo>
                  <a:lnTo>
                    <a:pt x="79653" y="60993"/>
                  </a:lnTo>
                  <a:cubicBezTo>
                    <a:pt x="82380" y="60100"/>
                    <a:pt x="83880" y="57171"/>
                    <a:pt x="82987" y="54433"/>
                  </a:cubicBezTo>
                  <a:lnTo>
                    <a:pt x="66366" y="3593"/>
                  </a:lnTo>
                  <a:cubicBezTo>
                    <a:pt x="65648" y="1394"/>
                    <a:pt x="63610" y="1"/>
                    <a:pt x="61416"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5" name="Google Shape;1965;p30"/>
            <p:cNvSpPr/>
            <p:nvPr/>
          </p:nvSpPr>
          <p:spPr>
            <a:xfrm>
              <a:off x="2220399" y="2385442"/>
              <a:ext cx="222842" cy="212104"/>
            </a:xfrm>
            <a:custGeom>
              <a:avLst/>
              <a:gdLst/>
              <a:ahLst/>
              <a:cxnLst/>
              <a:rect l="l" t="t" r="r" b="b"/>
              <a:pathLst>
                <a:path w="85380" h="81266" extrusionOk="0">
                  <a:moveTo>
                    <a:pt x="61901" y="1840"/>
                  </a:moveTo>
                  <a:cubicBezTo>
                    <a:pt x="62568" y="1840"/>
                    <a:pt x="63222" y="1994"/>
                    <a:pt x="63830" y="2304"/>
                  </a:cubicBezTo>
                  <a:cubicBezTo>
                    <a:pt x="64854" y="2828"/>
                    <a:pt x="65616" y="3721"/>
                    <a:pt x="65973" y="4804"/>
                  </a:cubicBezTo>
                  <a:lnTo>
                    <a:pt x="82594" y="55644"/>
                  </a:lnTo>
                  <a:cubicBezTo>
                    <a:pt x="83320" y="57894"/>
                    <a:pt x="82094" y="60335"/>
                    <a:pt x="79844" y="61061"/>
                  </a:cubicBezTo>
                  <a:lnTo>
                    <a:pt x="24265" y="79230"/>
                  </a:lnTo>
                  <a:cubicBezTo>
                    <a:pt x="23826" y="79375"/>
                    <a:pt x="23379" y="79444"/>
                    <a:pt x="22939" y="79444"/>
                  </a:cubicBezTo>
                  <a:cubicBezTo>
                    <a:pt x="21135" y="79444"/>
                    <a:pt x="19444" y="78289"/>
                    <a:pt x="18860" y="76480"/>
                  </a:cubicBezTo>
                  <a:lnTo>
                    <a:pt x="2227" y="25640"/>
                  </a:lnTo>
                  <a:cubicBezTo>
                    <a:pt x="1869" y="24557"/>
                    <a:pt x="1965" y="23390"/>
                    <a:pt x="2489" y="22366"/>
                  </a:cubicBezTo>
                  <a:cubicBezTo>
                    <a:pt x="3001" y="21342"/>
                    <a:pt x="3894" y="20580"/>
                    <a:pt x="4989" y="20223"/>
                  </a:cubicBezTo>
                  <a:lnTo>
                    <a:pt x="60555" y="2054"/>
                  </a:lnTo>
                  <a:cubicBezTo>
                    <a:pt x="61008" y="1923"/>
                    <a:pt x="61448" y="1840"/>
                    <a:pt x="61901" y="1840"/>
                  </a:cubicBezTo>
                  <a:close/>
                  <a:moveTo>
                    <a:pt x="61896" y="1"/>
                  </a:moveTo>
                  <a:cubicBezTo>
                    <a:pt x="61253" y="1"/>
                    <a:pt x="60609" y="102"/>
                    <a:pt x="59984" y="304"/>
                  </a:cubicBezTo>
                  <a:lnTo>
                    <a:pt x="4417" y="18484"/>
                  </a:lnTo>
                  <a:cubicBezTo>
                    <a:pt x="2870" y="18985"/>
                    <a:pt x="1608" y="20068"/>
                    <a:pt x="857" y="21532"/>
                  </a:cubicBezTo>
                  <a:cubicBezTo>
                    <a:pt x="119" y="22985"/>
                    <a:pt x="0" y="24652"/>
                    <a:pt x="500" y="26200"/>
                  </a:cubicBezTo>
                  <a:lnTo>
                    <a:pt x="17121" y="77039"/>
                  </a:lnTo>
                  <a:cubicBezTo>
                    <a:pt x="17955" y="79635"/>
                    <a:pt x="20372" y="81266"/>
                    <a:pt x="22944" y="81266"/>
                  </a:cubicBezTo>
                  <a:cubicBezTo>
                    <a:pt x="23575" y="81266"/>
                    <a:pt x="24206" y="81183"/>
                    <a:pt x="24849" y="80956"/>
                  </a:cubicBezTo>
                  <a:lnTo>
                    <a:pt x="80427" y="62788"/>
                  </a:lnTo>
                  <a:cubicBezTo>
                    <a:pt x="83618" y="61728"/>
                    <a:pt x="85380" y="58275"/>
                    <a:pt x="84332" y="55060"/>
                  </a:cubicBezTo>
                  <a:lnTo>
                    <a:pt x="67711" y="4221"/>
                  </a:lnTo>
                  <a:cubicBezTo>
                    <a:pt x="67211" y="2673"/>
                    <a:pt x="66116" y="1411"/>
                    <a:pt x="64663" y="661"/>
                  </a:cubicBezTo>
                  <a:cubicBezTo>
                    <a:pt x="63790" y="221"/>
                    <a:pt x="62845" y="1"/>
                    <a:pt x="6189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6" name="Google Shape;1966;p30"/>
            <p:cNvSpPr/>
            <p:nvPr/>
          </p:nvSpPr>
          <p:spPr>
            <a:xfrm>
              <a:off x="2443332" y="2311483"/>
              <a:ext cx="222471" cy="213921"/>
            </a:xfrm>
            <a:custGeom>
              <a:avLst/>
              <a:gdLst/>
              <a:ahLst/>
              <a:cxnLst/>
              <a:rect l="l" t="t" r="r" b="b"/>
              <a:pathLst>
                <a:path w="85238" h="81962" extrusionOk="0">
                  <a:moveTo>
                    <a:pt x="65182" y="1"/>
                  </a:moveTo>
                  <a:cubicBezTo>
                    <a:pt x="65144" y="1"/>
                    <a:pt x="65106" y="6"/>
                    <a:pt x="65068" y="18"/>
                  </a:cubicBezTo>
                  <a:lnTo>
                    <a:pt x="298" y="21187"/>
                  </a:lnTo>
                  <a:cubicBezTo>
                    <a:pt x="96" y="21271"/>
                    <a:pt x="1" y="21473"/>
                    <a:pt x="60" y="21664"/>
                  </a:cubicBezTo>
                  <a:lnTo>
                    <a:pt x="19682" y="81707"/>
                  </a:lnTo>
                  <a:cubicBezTo>
                    <a:pt x="19749" y="81862"/>
                    <a:pt x="19896" y="81961"/>
                    <a:pt x="20050" y="81961"/>
                  </a:cubicBezTo>
                  <a:cubicBezTo>
                    <a:pt x="20086" y="81961"/>
                    <a:pt x="20122" y="81956"/>
                    <a:pt x="20158" y="81945"/>
                  </a:cubicBezTo>
                  <a:lnTo>
                    <a:pt x="84928" y="60764"/>
                  </a:lnTo>
                  <a:cubicBezTo>
                    <a:pt x="85118" y="60704"/>
                    <a:pt x="85237" y="60490"/>
                    <a:pt x="85166" y="60287"/>
                  </a:cubicBezTo>
                  <a:lnTo>
                    <a:pt x="65545" y="256"/>
                  </a:lnTo>
                  <a:cubicBezTo>
                    <a:pt x="65478" y="94"/>
                    <a:pt x="65334" y="1"/>
                    <a:pt x="65182"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7" name="Google Shape;1967;p30"/>
            <p:cNvSpPr/>
            <p:nvPr/>
          </p:nvSpPr>
          <p:spPr>
            <a:xfrm>
              <a:off x="2443830" y="2312386"/>
              <a:ext cx="222842" cy="212104"/>
            </a:xfrm>
            <a:custGeom>
              <a:avLst/>
              <a:gdLst/>
              <a:ahLst/>
              <a:cxnLst/>
              <a:rect l="l" t="t" r="r" b="b"/>
              <a:pathLst>
                <a:path w="85380" h="81266" extrusionOk="0">
                  <a:moveTo>
                    <a:pt x="61913" y="1839"/>
                  </a:moveTo>
                  <a:cubicBezTo>
                    <a:pt x="62579" y="1839"/>
                    <a:pt x="63234" y="1982"/>
                    <a:pt x="63841" y="2303"/>
                  </a:cubicBezTo>
                  <a:cubicBezTo>
                    <a:pt x="64865" y="2815"/>
                    <a:pt x="65627" y="3708"/>
                    <a:pt x="65985" y="4804"/>
                  </a:cubicBezTo>
                  <a:lnTo>
                    <a:pt x="82606" y="55643"/>
                  </a:lnTo>
                  <a:cubicBezTo>
                    <a:pt x="83344" y="57882"/>
                    <a:pt x="82106" y="60322"/>
                    <a:pt x="79855" y="61061"/>
                  </a:cubicBezTo>
                  <a:lnTo>
                    <a:pt x="24289" y="79229"/>
                  </a:lnTo>
                  <a:cubicBezTo>
                    <a:pt x="23850" y="79373"/>
                    <a:pt x="23401" y="79443"/>
                    <a:pt x="22954" y="79443"/>
                  </a:cubicBezTo>
                  <a:cubicBezTo>
                    <a:pt x="22288" y="79443"/>
                    <a:pt x="21628" y="79286"/>
                    <a:pt x="21015" y="78979"/>
                  </a:cubicBezTo>
                  <a:cubicBezTo>
                    <a:pt x="19979" y="78456"/>
                    <a:pt x="19229" y="77563"/>
                    <a:pt x="18872" y="76479"/>
                  </a:cubicBezTo>
                  <a:lnTo>
                    <a:pt x="2239" y="25640"/>
                  </a:lnTo>
                  <a:cubicBezTo>
                    <a:pt x="1881" y="24544"/>
                    <a:pt x="1977" y="23389"/>
                    <a:pt x="2500" y="22365"/>
                  </a:cubicBezTo>
                  <a:cubicBezTo>
                    <a:pt x="3012" y="21330"/>
                    <a:pt x="3905" y="20579"/>
                    <a:pt x="5001" y="20222"/>
                  </a:cubicBezTo>
                  <a:lnTo>
                    <a:pt x="60567" y="2041"/>
                  </a:lnTo>
                  <a:cubicBezTo>
                    <a:pt x="61020" y="1910"/>
                    <a:pt x="61460" y="1839"/>
                    <a:pt x="61913" y="1839"/>
                  </a:cubicBezTo>
                  <a:close/>
                  <a:moveTo>
                    <a:pt x="61896" y="0"/>
                  </a:moveTo>
                  <a:cubicBezTo>
                    <a:pt x="61253" y="0"/>
                    <a:pt x="60609" y="101"/>
                    <a:pt x="59984" y="303"/>
                  </a:cubicBezTo>
                  <a:lnTo>
                    <a:pt x="4417" y="18472"/>
                  </a:lnTo>
                  <a:cubicBezTo>
                    <a:pt x="2870" y="18984"/>
                    <a:pt x="1607" y="20067"/>
                    <a:pt x="857" y="21532"/>
                  </a:cubicBezTo>
                  <a:cubicBezTo>
                    <a:pt x="119" y="22984"/>
                    <a:pt x="0" y="24651"/>
                    <a:pt x="500" y="26199"/>
                  </a:cubicBezTo>
                  <a:lnTo>
                    <a:pt x="17121" y="77039"/>
                  </a:lnTo>
                  <a:cubicBezTo>
                    <a:pt x="17633" y="78587"/>
                    <a:pt x="18717" y="79849"/>
                    <a:pt x="20181" y="80599"/>
                  </a:cubicBezTo>
                  <a:cubicBezTo>
                    <a:pt x="21062" y="81039"/>
                    <a:pt x="21991" y="81265"/>
                    <a:pt x="22943" y="81265"/>
                  </a:cubicBezTo>
                  <a:cubicBezTo>
                    <a:pt x="23586" y="81265"/>
                    <a:pt x="24229" y="81158"/>
                    <a:pt x="24848" y="80956"/>
                  </a:cubicBezTo>
                  <a:lnTo>
                    <a:pt x="80427" y="62787"/>
                  </a:lnTo>
                  <a:cubicBezTo>
                    <a:pt x="83618" y="61727"/>
                    <a:pt x="85380" y="58275"/>
                    <a:pt x="84332" y="55060"/>
                  </a:cubicBezTo>
                  <a:lnTo>
                    <a:pt x="67711" y="4220"/>
                  </a:lnTo>
                  <a:cubicBezTo>
                    <a:pt x="67211" y="2672"/>
                    <a:pt x="66116" y="1410"/>
                    <a:pt x="64663" y="660"/>
                  </a:cubicBezTo>
                  <a:cubicBezTo>
                    <a:pt x="63790" y="220"/>
                    <a:pt x="62845" y="0"/>
                    <a:pt x="6189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8" name="Google Shape;1968;p30"/>
            <p:cNvSpPr/>
            <p:nvPr/>
          </p:nvSpPr>
          <p:spPr>
            <a:xfrm>
              <a:off x="2055700" y="2683692"/>
              <a:ext cx="218927" cy="207323"/>
            </a:xfrm>
            <a:custGeom>
              <a:avLst/>
              <a:gdLst/>
              <a:ahLst/>
              <a:cxnLst/>
              <a:rect l="l" t="t" r="r" b="b"/>
              <a:pathLst>
                <a:path w="83880" h="79434" extrusionOk="0">
                  <a:moveTo>
                    <a:pt x="61414" y="1"/>
                  </a:moveTo>
                  <a:cubicBezTo>
                    <a:pt x="60878" y="1"/>
                    <a:pt x="60332" y="84"/>
                    <a:pt x="59793" y="260"/>
                  </a:cubicBezTo>
                  <a:lnTo>
                    <a:pt x="4227" y="18429"/>
                  </a:lnTo>
                  <a:cubicBezTo>
                    <a:pt x="1488" y="19322"/>
                    <a:pt x="0" y="22263"/>
                    <a:pt x="893" y="25001"/>
                  </a:cubicBezTo>
                  <a:lnTo>
                    <a:pt x="17514" y="75841"/>
                  </a:lnTo>
                  <a:cubicBezTo>
                    <a:pt x="18231" y="78040"/>
                    <a:pt x="20263" y="79434"/>
                    <a:pt x="22453" y="79434"/>
                  </a:cubicBezTo>
                  <a:cubicBezTo>
                    <a:pt x="22990" y="79434"/>
                    <a:pt x="23536" y="79350"/>
                    <a:pt x="24075" y="79174"/>
                  </a:cubicBezTo>
                  <a:lnTo>
                    <a:pt x="79653" y="60994"/>
                  </a:lnTo>
                  <a:cubicBezTo>
                    <a:pt x="82368" y="60101"/>
                    <a:pt x="83880" y="57172"/>
                    <a:pt x="82987" y="54433"/>
                  </a:cubicBezTo>
                  <a:lnTo>
                    <a:pt x="66354" y="3594"/>
                  </a:lnTo>
                  <a:cubicBezTo>
                    <a:pt x="65636" y="1394"/>
                    <a:pt x="63605" y="1"/>
                    <a:pt x="6141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9" name="Google Shape;1969;p30"/>
            <p:cNvSpPr/>
            <p:nvPr/>
          </p:nvSpPr>
          <p:spPr>
            <a:xfrm>
              <a:off x="2052964" y="2681291"/>
              <a:ext cx="222842" cy="212094"/>
            </a:xfrm>
            <a:custGeom>
              <a:avLst/>
              <a:gdLst/>
              <a:ahLst/>
              <a:cxnLst/>
              <a:rect l="l" t="t" r="r" b="b"/>
              <a:pathLst>
                <a:path w="85380" h="81262" extrusionOk="0">
                  <a:moveTo>
                    <a:pt x="62449" y="1835"/>
                  </a:moveTo>
                  <a:cubicBezTo>
                    <a:pt x="64246" y="1835"/>
                    <a:pt x="65937" y="2978"/>
                    <a:pt x="66544" y="4799"/>
                  </a:cubicBezTo>
                  <a:lnTo>
                    <a:pt x="83165" y="55639"/>
                  </a:lnTo>
                  <a:cubicBezTo>
                    <a:pt x="83523" y="56723"/>
                    <a:pt x="83439" y="57889"/>
                    <a:pt x="82915" y="58913"/>
                  </a:cubicBezTo>
                  <a:cubicBezTo>
                    <a:pt x="82392" y="59937"/>
                    <a:pt x="81499" y="60699"/>
                    <a:pt x="80415" y="61056"/>
                  </a:cubicBezTo>
                  <a:lnTo>
                    <a:pt x="24849" y="79225"/>
                  </a:lnTo>
                  <a:cubicBezTo>
                    <a:pt x="24405" y="79370"/>
                    <a:pt x="23951" y="79442"/>
                    <a:pt x="23500" y="79442"/>
                  </a:cubicBezTo>
                  <a:cubicBezTo>
                    <a:pt x="22838" y="79442"/>
                    <a:pt x="22183" y="79287"/>
                    <a:pt x="21574" y="78975"/>
                  </a:cubicBezTo>
                  <a:cubicBezTo>
                    <a:pt x="20539" y="78451"/>
                    <a:pt x="19789" y="77558"/>
                    <a:pt x="19431" y="76475"/>
                  </a:cubicBezTo>
                  <a:lnTo>
                    <a:pt x="2798" y="25635"/>
                  </a:lnTo>
                  <a:cubicBezTo>
                    <a:pt x="2072" y="23385"/>
                    <a:pt x="3310" y="20944"/>
                    <a:pt x="5561" y="20218"/>
                  </a:cubicBezTo>
                  <a:lnTo>
                    <a:pt x="61127" y="2049"/>
                  </a:lnTo>
                  <a:cubicBezTo>
                    <a:pt x="61556" y="1906"/>
                    <a:pt x="62008" y="1835"/>
                    <a:pt x="62449" y="1835"/>
                  </a:cubicBezTo>
                  <a:close/>
                  <a:moveTo>
                    <a:pt x="62415" y="1"/>
                  </a:moveTo>
                  <a:cubicBezTo>
                    <a:pt x="61791" y="1"/>
                    <a:pt x="61156" y="97"/>
                    <a:pt x="60532" y="299"/>
                  </a:cubicBezTo>
                  <a:lnTo>
                    <a:pt x="4953" y="18480"/>
                  </a:lnTo>
                  <a:cubicBezTo>
                    <a:pt x="1762" y="19527"/>
                    <a:pt x="0" y="22980"/>
                    <a:pt x="1048" y="26195"/>
                  </a:cubicBezTo>
                  <a:lnTo>
                    <a:pt x="17669" y="77035"/>
                  </a:lnTo>
                  <a:cubicBezTo>
                    <a:pt x="18169" y="78582"/>
                    <a:pt x="19265" y="79856"/>
                    <a:pt x="20717" y="80594"/>
                  </a:cubicBezTo>
                  <a:cubicBezTo>
                    <a:pt x="21598" y="81047"/>
                    <a:pt x="22539" y="81261"/>
                    <a:pt x="23491" y="81261"/>
                  </a:cubicBezTo>
                  <a:cubicBezTo>
                    <a:pt x="24122" y="81261"/>
                    <a:pt x="24765" y="81178"/>
                    <a:pt x="25396" y="80952"/>
                  </a:cubicBezTo>
                  <a:lnTo>
                    <a:pt x="80963" y="62783"/>
                  </a:lnTo>
                  <a:cubicBezTo>
                    <a:pt x="82511" y="62271"/>
                    <a:pt x="83773" y="61187"/>
                    <a:pt x="84523" y="59735"/>
                  </a:cubicBezTo>
                  <a:cubicBezTo>
                    <a:pt x="85261" y="58270"/>
                    <a:pt x="85380" y="56603"/>
                    <a:pt x="84880" y="55056"/>
                  </a:cubicBezTo>
                  <a:lnTo>
                    <a:pt x="68259" y="4216"/>
                  </a:lnTo>
                  <a:cubicBezTo>
                    <a:pt x="67406" y="1638"/>
                    <a:pt x="64994" y="1"/>
                    <a:pt x="6241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0" name="Google Shape;1970;p30"/>
            <p:cNvSpPr/>
            <p:nvPr/>
          </p:nvSpPr>
          <p:spPr>
            <a:xfrm>
              <a:off x="2293022" y="2606097"/>
              <a:ext cx="218927" cy="207291"/>
            </a:xfrm>
            <a:custGeom>
              <a:avLst/>
              <a:gdLst/>
              <a:ahLst/>
              <a:cxnLst/>
              <a:rect l="l" t="t" r="r" b="b"/>
              <a:pathLst>
                <a:path w="83880" h="79422" extrusionOk="0">
                  <a:moveTo>
                    <a:pt x="61426" y="1"/>
                  </a:moveTo>
                  <a:cubicBezTo>
                    <a:pt x="60890" y="1"/>
                    <a:pt x="60344" y="84"/>
                    <a:pt x="59805" y="260"/>
                  </a:cubicBezTo>
                  <a:lnTo>
                    <a:pt x="4227" y="18429"/>
                  </a:lnTo>
                  <a:cubicBezTo>
                    <a:pt x="1488" y="19322"/>
                    <a:pt x="0" y="22251"/>
                    <a:pt x="893" y="24989"/>
                  </a:cubicBezTo>
                  <a:lnTo>
                    <a:pt x="17514" y="75829"/>
                  </a:lnTo>
                  <a:cubicBezTo>
                    <a:pt x="18232" y="78029"/>
                    <a:pt x="20270" y="79422"/>
                    <a:pt x="22464" y="79422"/>
                  </a:cubicBezTo>
                  <a:cubicBezTo>
                    <a:pt x="23001" y="79422"/>
                    <a:pt x="23548" y="79338"/>
                    <a:pt x="24086" y="79163"/>
                  </a:cubicBezTo>
                  <a:lnTo>
                    <a:pt x="79653" y="60994"/>
                  </a:lnTo>
                  <a:cubicBezTo>
                    <a:pt x="82379" y="60101"/>
                    <a:pt x="83880" y="57172"/>
                    <a:pt x="82987" y="54433"/>
                  </a:cubicBezTo>
                  <a:lnTo>
                    <a:pt x="66366" y="3594"/>
                  </a:lnTo>
                  <a:cubicBezTo>
                    <a:pt x="65648" y="1394"/>
                    <a:pt x="63617" y="1"/>
                    <a:pt x="61426"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1" name="Google Shape;1971;p30"/>
            <p:cNvSpPr/>
            <p:nvPr/>
          </p:nvSpPr>
          <p:spPr>
            <a:xfrm>
              <a:off x="2291717" y="2603662"/>
              <a:ext cx="221443" cy="212128"/>
            </a:xfrm>
            <a:custGeom>
              <a:avLst/>
              <a:gdLst/>
              <a:ahLst/>
              <a:cxnLst/>
              <a:rect l="l" t="t" r="r" b="b"/>
              <a:pathLst>
                <a:path w="84844" h="81275" extrusionOk="0">
                  <a:moveTo>
                    <a:pt x="61913" y="1848"/>
                  </a:moveTo>
                  <a:cubicBezTo>
                    <a:pt x="62579" y="1848"/>
                    <a:pt x="63234" y="2003"/>
                    <a:pt x="63865" y="2300"/>
                  </a:cubicBezTo>
                  <a:cubicBezTo>
                    <a:pt x="64889" y="2824"/>
                    <a:pt x="65651" y="3717"/>
                    <a:pt x="65996" y="4801"/>
                  </a:cubicBezTo>
                  <a:lnTo>
                    <a:pt x="82629" y="55640"/>
                  </a:lnTo>
                  <a:cubicBezTo>
                    <a:pt x="82987" y="56736"/>
                    <a:pt x="82891" y="57891"/>
                    <a:pt x="82367" y="58915"/>
                  </a:cubicBezTo>
                  <a:cubicBezTo>
                    <a:pt x="81856" y="59950"/>
                    <a:pt x="80963" y="60700"/>
                    <a:pt x="79867" y="61058"/>
                  </a:cubicBezTo>
                  <a:lnTo>
                    <a:pt x="24289" y="79238"/>
                  </a:lnTo>
                  <a:cubicBezTo>
                    <a:pt x="23852" y="79381"/>
                    <a:pt x="23405" y="79451"/>
                    <a:pt x="22962" y="79451"/>
                  </a:cubicBezTo>
                  <a:cubicBezTo>
                    <a:pt x="22293" y="79451"/>
                    <a:pt x="21630" y="79291"/>
                    <a:pt x="21015" y="78976"/>
                  </a:cubicBezTo>
                  <a:cubicBezTo>
                    <a:pt x="19991" y="78465"/>
                    <a:pt x="19229" y="77572"/>
                    <a:pt x="18871" y="76476"/>
                  </a:cubicBezTo>
                  <a:lnTo>
                    <a:pt x="2250" y="25637"/>
                  </a:lnTo>
                  <a:cubicBezTo>
                    <a:pt x="1881" y="24553"/>
                    <a:pt x="1976" y="23398"/>
                    <a:pt x="2500" y="22362"/>
                  </a:cubicBezTo>
                  <a:cubicBezTo>
                    <a:pt x="3024" y="21338"/>
                    <a:pt x="3917" y="20576"/>
                    <a:pt x="5001" y="20219"/>
                  </a:cubicBezTo>
                  <a:lnTo>
                    <a:pt x="60567" y="2050"/>
                  </a:lnTo>
                  <a:cubicBezTo>
                    <a:pt x="61020" y="1919"/>
                    <a:pt x="61460" y="1848"/>
                    <a:pt x="61913" y="1848"/>
                  </a:cubicBezTo>
                  <a:close/>
                  <a:moveTo>
                    <a:pt x="61905" y="1"/>
                  </a:moveTo>
                  <a:cubicBezTo>
                    <a:pt x="61259" y="1"/>
                    <a:pt x="60612" y="104"/>
                    <a:pt x="59984" y="312"/>
                  </a:cubicBezTo>
                  <a:lnTo>
                    <a:pt x="4417" y="18481"/>
                  </a:lnTo>
                  <a:cubicBezTo>
                    <a:pt x="2869" y="18993"/>
                    <a:pt x="1607" y="20076"/>
                    <a:pt x="857" y="21529"/>
                  </a:cubicBezTo>
                  <a:cubicBezTo>
                    <a:pt x="119" y="22993"/>
                    <a:pt x="0" y="24660"/>
                    <a:pt x="500" y="26208"/>
                  </a:cubicBezTo>
                  <a:lnTo>
                    <a:pt x="17121" y="77048"/>
                  </a:lnTo>
                  <a:cubicBezTo>
                    <a:pt x="17633" y="78595"/>
                    <a:pt x="18717" y="79858"/>
                    <a:pt x="20181" y="80608"/>
                  </a:cubicBezTo>
                  <a:cubicBezTo>
                    <a:pt x="21050" y="81048"/>
                    <a:pt x="21991" y="81274"/>
                    <a:pt x="22943" y="81274"/>
                  </a:cubicBezTo>
                  <a:cubicBezTo>
                    <a:pt x="23586" y="81274"/>
                    <a:pt x="24241" y="81179"/>
                    <a:pt x="24848" y="80965"/>
                  </a:cubicBezTo>
                  <a:lnTo>
                    <a:pt x="80427" y="62784"/>
                  </a:lnTo>
                  <a:cubicBezTo>
                    <a:pt x="81975" y="62284"/>
                    <a:pt x="83237" y="61200"/>
                    <a:pt x="83975" y="59736"/>
                  </a:cubicBezTo>
                  <a:cubicBezTo>
                    <a:pt x="84725" y="58283"/>
                    <a:pt x="84844" y="56617"/>
                    <a:pt x="84332" y="55069"/>
                  </a:cubicBezTo>
                  <a:lnTo>
                    <a:pt x="67711" y="4229"/>
                  </a:lnTo>
                  <a:cubicBezTo>
                    <a:pt x="67211" y="2681"/>
                    <a:pt x="66115" y="1407"/>
                    <a:pt x="64663" y="669"/>
                  </a:cubicBezTo>
                  <a:cubicBezTo>
                    <a:pt x="63792" y="223"/>
                    <a:pt x="62851" y="1"/>
                    <a:pt x="6190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2" name="Google Shape;1972;p30"/>
            <p:cNvSpPr/>
            <p:nvPr/>
          </p:nvSpPr>
          <p:spPr>
            <a:xfrm>
              <a:off x="2516453" y="2533009"/>
              <a:ext cx="218927" cy="207323"/>
            </a:xfrm>
            <a:custGeom>
              <a:avLst/>
              <a:gdLst/>
              <a:ahLst/>
              <a:cxnLst/>
              <a:rect l="l" t="t" r="r" b="b"/>
              <a:pathLst>
                <a:path w="83880" h="79434" extrusionOk="0">
                  <a:moveTo>
                    <a:pt x="61426" y="1"/>
                  </a:moveTo>
                  <a:cubicBezTo>
                    <a:pt x="60890" y="1"/>
                    <a:pt x="60344" y="84"/>
                    <a:pt x="59805" y="260"/>
                  </a:cubicBezTo>
                  <a:lnTo>
                    <a:pt x="4227" y="18440"/>
                  </a:lnTo>
                  <a:cubicBezTo>
                    <a:pt x="1488" y="19333"/>
                    <a:pt x="0" y="22262"/>
                    <a:pt x="893" y="25001"/>
                  </a:cubicBezTo>
                  <a:lnTo>
                    <a:pt x="17514" y="75840"/>
                  </a:lnTo>
                  <a:cubicBezTo>
                    <a:pt x="18231" y="78040"/>
                    <a:pt x="20270" y="79433"/>
                    <a:pt x="22464" y="79433"/>
                  </a:cubicBezTo>
                  <a:cubicBezTo>
                    <a:pt x="23001" y="79433"/>
                    <a:pt x="23548" y="79350"/>
                    <a:pt x="24086" y="79174"/>
                  </a:cubicBezTo>
                  <a:lnTo>
                    <a:pt x="79653" y="61005"/>
                  </a:lnTo>
                  <a:cubicBezTo>
                    <a:pt x="82391" y="60112"/>
                    <a:pt x="83880" y="57171"/>
                    <a:pt x="82987" y="54433"/>
                  </a:cubicBezTo>
                  <a:lnTo>
                    <a:pt x="66365" y="3593"/>
                  </a:lnTo>
                  <a:cubicBezTo>
                    <a:pt x="65648" y="1394"/>
                    <a:pt x="63617" y="1"/>
                    <a:pt x="61426"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3" name="Google Shape;1973;p30"/>
            <p:cNvSpPr/>
            <p:nvPr/>
          </p:nvSpPr>
          <p:spPr>
            <a:xfrm>
              <a:off x="2515209" y="2530626"/>
              <a:ext cx="222844" cy="212104"/>
            </a:xfrm>
            <a:custGeom>
              <a:avLst/>
              <a:gdLst/>
              <a:ahLst/>
              <a:cxnLst/>
              <a:rect l="l" t="t" r="r" b="b"/>
              <a:pathLst>
                <a:path w="85381" h="81266" extrusionOk="0">
                  <a:moveTo>
                    <a:pt x="61889" y="1828"/>
                  </a:moveTo>
                  <a:cubicBezTo>
                    <a:pt x="63699" y="1828"/>
                    <a:pt x="65378" y="2982"/>
                    <a:pt x="65973" y="4792"/>
                  </a:cubicBezTo>
                  <a:lnTo>
                    <a:pt x="82606" y="55632"/>
                  </a:lnTo>
                  <a:cubicBezTo>
                    <a:pt x="83333" y="57882"/>
                    <a:pt x="82094" y="60323"/>
                    <a:pt x="79844" y="61049"/>
                  </a:cubicBezTo>
                  <a:lnTo>
                    <a:pt x="24278" y="79218"/>
                  </a:lnTo>
                  <a:cubicBezTo>
                    <a:pt x="23836" y="79363"/>
                    <a:pt x="23388" y="79432"/>
                    <a:pt x="22946" y="79432"/>
                  </a:cubicBezTo>
                  <a:cubicBezTo>
                    <a:pt x="21136" y="79432"/>
                    <a:pt x="19444" y="78277"/>
                    <a:pt x="18860" y="76468"/>
                  </a:cubicBezTo>
                  <a:lnTo>
                    <a:pt x="2239" y="25628"/>
                  </a:lnTo>
                  <a:cubicBezTo>
                    <a:pt x="1882" y="24545"/>
                    <a:pt x="1965" y="23390"/>
                    <a:pt x="2489" y="22354"/>
                  </a:cubicBezTo>
                  <a:cubicBezTo>
                    <a:pt x="3013" y="21330"/>
                    <a:pt x="3906" y="20568"/>
                    <a:pt x="4990" y="20211"/>
                  </a:cubicBezTo>
                  <a:lnTo>
                    <a:pt x="60556" y="2042"/>
                  </a:lnTo>
                  <a:cubicBezTo>
                    <a:pt x="60997" y="1911"/>
                    <a:pt x="61437" y="1828"/>
                    <a:pt x="61889" y="1828"/>
                  </a:cubicBezTo>
                  <a:close/>
                  <a:moveTo>
                    <a:pt x="61888" y="1"/>
                  </a:moveTo>
                  <a:cubicBezTo>
                    <a:pt x="61261" y="1"/>
                    <a:pt x="60624" y="98"/>
                    <a:pt x="59996" y="304"/>
                  </a:cubicBezTo>
                  <a:lnTo>
                    <a:pt x="4418" y="18472"/>
                  </a:lnTo>
                  <a:cubicBezTo>
                    <a:pt x="2870" y="18972"/>
                    <a:pt x="1608" y="20068"/>
                    <a:pt x="870" y="21520"/>
                  </a:cubicBezTo>
                  <a:cubicBezTo>
                    <a:pt x="120" y="22985"/>
                    <a:pt x="1" y="24652"/>
                    <a:pt x="513" y="26200"/>
                  </a:cubicBezTo>
                  <a:lnTo>
                    <a:pt x="17134" y="77039"/>
                  </a:lnTo>
                  <a:cubicBezTo>
                    <a:pt x="17967" y="79623"/>
                    <a:pt x="20372" y="81266"/>
                    <a:pt x="22956" y="81266"/>
                  </a:cubicBezTo>
                  <a:cubicBezTo>
                    <a:pt x="23575" y="81266"/>
                    <a:pt x="24218" y="81171"/>
                    <a:pt x="24861" y="80944"/>
                  </a:cubicBezTo>
                  <a:lnTo>
                    <a:pt x="80427" y="62775"/>
                  </a:lnTo>
                  <a:cubicBezTo>
                    <a:pt x="83630" y="61716"/>
                    <a:pt x="85380" y="58263"/>
                    <a:pt x="84345" y="55048"/>
                  </a:cubicBezTo>
                  <a:lnTo>
                    <a:pt x="67724" y="4209"/>
                  </a:lnTo>
                  <a:cubicBezTo>
                    <a:pt x="66871" y="1643"/>
                    <a:pt x="64464" y="1"/>
                    <a:pt x="6188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4" name="Google Shape;1974;p30"/>
            <p:cNvSpPr/>
            <p:nvPr/>
          </p:nvSpPr>
          <p:spPr>
            <a:xfrm>
              <a:off x="2127047" y="2901967"/>
              <a:ext cx="218929" cy="207291"/>
            </a:xfrm>
            <a:custGeom>
              <a:avLst/>
              <a:gdLst/>
              <a:ahLst/>
              <a:cxnLst/>
              <a:rect l="l" t="t" r="r" b="b"/>
              <a:pathLst>
                <a:path w="83881" h="79422" extrusionOk="0">
                  <a:moveTo>
                    <a:pt x="61416" y="0"/>
                  </a:moveTo>
                  <a:cubicBezTo>
                    <a:pt x="60879" y="0"/>
                    <a:pt x="60333" y="84"/>
                    <a:pt x="59794" y="259"/>
                  </a:cubicBezTo>
                  <a:lnTo>
                    <a:pt x="4228" y="18428"/>
                  </a:lnTo>
                  <a:cubicBezTo>
                    <a:pt x="1489" y="19321"/>
                    <a:pt x="1" y="22250"/>
                    <a:pt x="894" y="24989"/>
                  </a:cubicBezTo>
                  <a:lnTo>
                    <a:pt x="17515" y="75840"/>
                  </a:lnTo>
                  <a:cubicBezTo>
                    <a:pt x="18232" y="78030"/>
                    <a:pt x="20271" y="79421"/>
                    <a:pt x="22464" y="79421"/>
                  </a:cubicBezTo>
                  <a:cubicBezTo>
                    <a:pt x="23001" y="79421"/>
                    <a:pt x="23548" y="79338"/>
                    <a:pt x="24087" y="79162"/>
                  </a:cubicBezTo>
                  <a:lnTo>
                    <a:pt x="79654" y="60993"/>
                  </a:lnTo>
                  <a:cubicBezTo>
                    <a:pt x="82392" y="60088"/>
                    <a:pt x="83880" y="57159"/>
                    <a:pt x="82987" y="54433"/>
                  </a:cubicBezTo>
                  <a:lnTo>
                    <a:pt x="66366" y="3593"/>
                  </a:lnTo>
                  <a:cubicBezTo>
                    <a:pt x="65649" y="1393"/>
                    <a:pt x="63610" y="0"/>
                    <a:pt x="61416"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5" name="Google Shape;1975;p30"/>
            <p:cNvSpPr/>
            <p:nvPr/>
          </p:nvSpPr>
          <p:spPr>
            <a:xfrm>
              <a:off x="2125710" y="2899552"/>
              <a:ext cx="222876" cy="212104"/>
            </a:xfrm>
            <a:custGeom>
              <a:avLst/>
              <a:gdLst/>
              <a:ahLst/>
              <a:cxnLst/>
              <a:rect l="l" t="t" r="r" b="b"/>
              <a:pathLst>
                <a:path w="85393" h="81266" extrusionOk="0">
                  <a:moveTo>
                    <a:pt x="61913" y="1827"/>
                  </a:moveTo>
                  <a:cubicBezTo>
                    <a:pt x="62592" y="1827"/>
                    <a:pt x="63247" y="1982"/>
                    <a:pt x="63854" y="2280"/>
                  </a:cubicBezTo>
                  <a:cubicBezTo>
                    <a:pt x="64878" y="2804"/>
                    <a:pt x="65640" y="3696"/>
                    <a:pt x="65997" y="4780"/>
                  </a:cubicBezTo>
                  <a:lnTo>
                    <a:pt x="82618" y="55631"/>
                  </a:lnTo>
                  <a:cubicBezTo>
                    <a:pt x="83345" y="57870"/>
                    <a:pt x="82118" y="60311"/>
                    <a:pt x="79868" y="61037"/>
                  </a:cubicBezTo>
                  <a:lnTo>
                    <a:pt x="24290" y="79218"/>
                  </a:lnTo>
                  <a:cubicBezTo>
                    <a:pt x="23855" y="79361"/>
                    <a:pt x="23409" y="79431"/>
                    <a:pt x="22964" y="79431"/>
                  </a:cubicBezTo>
                  <a:cubicBezTo>
                    <a:pt x="22299" y="79431"/>
                    <a:pt x="21636" y="79274"/>
                    <a:pt x="21015" y="78968"/>
                  </a:cubicBezTo>
                  <a:cubicBezTo>
                    <a:pt x="19991" y="78444"/>
                    <a:pt x="19229" y="77551"/>
                    <a:pt x="18872" y="76467"/>
                  </a:cubicBezTo>
                  <a:lnTo>
                    <a:pt x="2251" y="25616"/>
                  </a:lnTo>
                  <a:cubicBezTo>
                    <a:pt x="1894" y="24532"/>
                    <a:pt x="1989" y="23377"/>
                    <a:pt x="2501" y="22342"/>
                  </a:cubicBezTo>
                  <a:cubicBezTo>
                    <a:pt x="3025" y="21318"/>
                    <a:pt x="3918" y="20556"/>
                    <a:pt x="5013" y="20199"/>
                  </a:cubicBezTo>
                  <a:lnTo>
                    <a:pt x="60580" y="2030"/>
                  </a:lnTo>
                  <a:cubicBezTo>
                    <a:pt x="61020" y="1899"/>
                    <a:pt x="61473" y="1827"/>
                    <a:pt x="61913" y="1827"/>
                  </a:cubicBezTo>
                  <a:close/>
                  <a:moveTo>
                    <a:pt x="61909" y="0"/>
                  </a:moveTo>
                  <a:cubicBezTo>
                    <a:pt x="61266" y="0"/>
                    <a:pt x="60622" y="101"/>
                    <a:pt x="59996" y="303"/>
                  </a:cubicBezTo>
                  <a:lnTo>
                    <a:pt x="4430" y="18472"/>
                  </a:lnTo>
                  <a:cubicBezTo>
                    <a:pt x="2882" y="18984"/>
                    <a:pt x="1608" y="20068"/>
                    <a:pt x="870" y="21532"/>
                  </a:cubicBezTo>
                  <a:cubicBezTo>
                    <a:pt x="120" y="22985"/>
                    <a:pt x="1" y="24651"/>
                    <a:pt x="513" y="26199"/>
                  </a:cubicBezTo>
                  <a:lnTo>
                    <a:pt x="17134" y="77039"/>
                  </a:lnTo>
                  <a:cubicBezTo>
                    <a:pt x="17646" y="78587"/>
                    <a:pt x="18729" y="79849"/>
                    <a:pt x="20182" y="80599"/>
                  </a:cubicBezTo>
                  <a:cubicBezTo>
                    <a:pt x="21063" y="81039"/>
                    <a:pt x="22004" y="81266"/>
                    <a:pt x="22956" y="81266"/>
                  </a:cubicBezTo>
                  <a:cubicBezTo>
                    <a:pt x="23599" y="81266"/>
                    <a:pt x="24254" y="81158"/>
                    <a:pt x="24861" y="80956"/>
                  </a:cubicBezTo>
                  <a:lnTo>
                    <a:pt x="80428" y="62787"/>
                  </a:lnTo>
                  <a:cubicBezTo>
                    <a:pt x="83630" y="61727"/>
                    <a:pt x="85392" y="58275"/>
                    <a:pt x="84345" y="55060"/>
                  </a:cubicBezTo>
                  <a:lnTo>
                    <a:pt x="67724" y="4220"/>
                  </a:lnTo>
                  <a:cubicBezTo>
                    <a:pt x="67212" y="2673"/>
                    <a:pt x="66128" y="1411"/>
                    <a:pt x="64676" y="660"/>
                  </a:cubicBezTo>
                  <a:cubicBezTo>
                    <a:pt x="63803" y="220"/>
                    <a:pt x="62858" y="0"/>
                    <a:pt x="6190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6" name="Google Shape;1976;p30"/>
            <p:cNvSpPr/>
            <p:nvPr/>
          </p:nvSpPr>
          <p:spPr>
            <a:xfrm>
              <a:off x="2362599" y="2821025"/>
              <a:ext cx="222469" cy="213921"/>
            </a:xfrm>
            <a:custGeom>
              <a:avLst/>
              <a:gdLst/>
              <a:ahLst/>
              <a:cxnLst/>
              <a:rect l="l" t="t" r="r" b="b"/>
              <a:pathLst>
                <a:path w="85237" h="81962" extrusionOk="0">
                  <a:moveTo>
                    <a:pt x="65176" y="1"/>
                  </a:moveTo>
                  <a:cubicBezTo>
                    <a:pt x="65140" y="1"/>
                    <a:pt x="65104" y="6"/>
                    <a:pt x="65068" y="17"/>
                  </a:cubicBezTo>
                  <a:lnTo>
                    <a:pt x="298" y="21199"/>
                  </a:lnTo>
                  <a:cubicBezTo>
                    <a:pt x="107" y="21270"/>
                    <a:pt x="0" y="21484"/>
                    <a:pt x="60" y="21675"/>
                  </a:cubicBezTo>
                  <a:lnTo>
                    <a:pt x="19693" y="81706"/>
                  </a:lnTo>
                  <a:cubicBezTo>
                    <a:pt x="19750" y="81868"/>
                    <a:pt x="19892" y="81962"/>
                    <a:pt x="20050" y="81962"/>
                  </a:cubicBezTo>
                  <a:cubicBezTo>
                    <a:pt x="20089" y="81962"/>
                    <a:pt x="20129" y="81956"/>
                    <a:pt x="20169" y="81944"/>
                  </a:cubicBezTo>
                  <a:lnTo>
                    <a:pt x="84939" y="60763"/>
                  </a:lnTo>
                  <a:cubicBezTo>
                    <a:pt x="85130" y="60692"/>
                    <a:pt x="85237" y="60489"/>
                    <a:pt x="85178" y="60287"/>
                  </a:cubicBezTo>
                  <a:lnTo>
                    <a:pt x="65544" y="256"/>
                  </a:lnTo>
                  <a:cubicBezTo>
                    <a:pt x="65486" y="101"/>
                    <a:pt x="65334" y="1"/>
                    <a:pt x="65176"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7" name="Google Shape;1977;p30"/>
            <p:cNvSpPr/>
            <p:nvPr/>
          </p:nvSpPr>
          <p:spPr>
            <a:xfrm>
              <a:off x="2363064" y="2821957"/>
              <a:ext cx="222844" cy="212104"/>
            </a:xfrm>
            <a:custGeom>
              <a:avLst/>
              <a:gdLst/>
              <a:ahLst/>
              <a:cxnLst/>
              <a:rect l="l" t="t" r="r" b="b"/>
              <a:pathLst>
                <a:path w="85381" h="81266" extrusionOk="0">
                  <a:moveTo>
                    <a:pt x="61913" y="1815"/>
                  </a:moveTo>
                  <a:cubicBezTo>
                    <a:pt x="63711" y="1815"/>
                    <a:pt x="65390" y="2982"/>
                    <a:pt x="66009" y="4780"/>
                  </a:cubicBezTo>
                  <a:lnTo>
                    <a:pt x="82630" y="55620"/>
                  </a:lnTo>
                  <a:cubicBezTo>
                    <a:pt x="83356" y="57870"/>
                    <a:pt x="82118" y="60311"/>
                    <a:pt x="79880" y="61037"/>
                  </a:cubicBezTo>
                  <a:lnTo>
                    <a:pt x="24301" y="79206"/>
                  </a:lnTo>
                  <a:cubicBezTo>
                    <a:pt x="23862" y="79351"/>
                    <a:pt x="23409" y="79423"/>
                    <a:pt x="22958" y="79423"/>
                  </a:cubicBezTo>
                  <a:cubicBezTo>
                    <a:pt x="22295" y="79423"/>
                    <a:pt x="21636" y="79267"/>
                    <a:pt x="21027" y="78956"/>
                  </a:cubicBezTo>
                  <a:cubicBezTo>
                    <a:pt x="20003" y="78432"/>
                    <a:pt x="19241" y="77539"/>
                    <a:pt x="18884" y="76456"/>
                  </a:cubicBezTo>
                  <a:lnTo>
                    <a:pt x="2263" y="25616"/>
                  </a:lnTo>
                  <a:cubicBezTo>
                    <a:pt x="1906" y="24533"/>
                    <a:pt x="1989" y="23366"/>
                    <a:pt x="2513" y="22342"/>
                  </a:cubicBezTo>
                  <a:cubicBezTo>
                    <a:pt x="3037" y="21318"/>
                    <a:pt x="3930" y="20556"/>
                    <a:pt x="5013" y="20199"/>
                  </a:cubicBezTo>
                  <a:lnTo>
                    <a:pt x="60592" y="2030"/>
                  </a:lnTo>
                  <a:cubicBezTo>
                    <a:pt x="61020" y="1899"/>
                    <a:pt x="61461" y="1815"/>
                    <a:pt x="61913" y="1815"/>
                  </a:cubicBezTo>
                  <a:close/>
                  <a:moveTo>
                    <a:pt x="61893" y="1"/>
                  </a:moveTo>
                  <a:cubicBezTo>
                    <a:pt x="61265" y="1"/>
                    <a:pt x="60626" y="98"/>
                    <a:pt x="59996" y="303"/>
                  </a:cubicBezTo>
                  <a:lnTo>
                    <a:pt x="4418" y="18472"/>
                  </a:lnTo>
                  <a:cubicBezTo>
                    <a:pt x="2870" y="18972"/>
                    <a:pt x="1608" y="20068"/>
                    <a:pt x="858" y="21520"/>
                  </a:cubicBezTo>
                  <a:cubicBezTo>
                    <a:pt x="120" y="22985"/>
                    <a:pt x="1" y="24652"/>
                    <a:pt x="501" y="26199"/>
                  </a:cubicBezTo>
                  <a:lnTo>
                    <a:pt x="17134" y="77039"/>
                  </a:lnTo>
                  <a:cubicBezTo>
                    <a:pt x="17634" y="78587"/>
                    <a:pt x="18717" y="79849"/>
                    <a:pt x="20182" y="80599"/>
                  </a:cubicBezTo>
                  <a:cubicBezTo>
                    <a:pt x="21063" y="81039"/>
                    <a:pt x="21992" y="81266"/>
                    <a:pt x="22944" y="81266"/>
                  </a:cubicBezTo>
                  <a:cubicBezTo>
                    <a:pt x="23587" y="81266"/>
                    <a:pt x="24242" y="81159"/>
                    <a:pt x="24849" y="80944"/>
                  </a:cubicBezTo>
                  <a:lnTo>
                    <a:pt x="80428" y="62775"/>
                  </a:lnTo>
                  <a:cubicBezTo>
                    <a:pt x="83630" y="61716"/>
                    <a:pt x="85381" y="58263"/>
                    <a:pt x="84345" y="55048"/>
                  </a:cubicBezTo>
                  <a:lnTo>
                    <a:pt x="67712" y="4209"/>
                  </a:lnTo>
                  <a:cubicBezTo>
                    <a:pt x="66869" y="1643"/>
                    <a:pt x="64471" y="1"/>
                    <a:pt x="6189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8" name="Google Shape;1978;p30"/>
            <p:cNvSpPr/>
            <p:nvPr/>
          </p:nvSpPr>
          <p:spPr>
            <a:xfrm>
              <a:off x="2587863" y="2751250"/>
              <a:ext cx="218929" cy="207291"/>
            </a:xfrm>
            <a:custGeom>
              <a:avLst/>
              <a:gdLst/>
              <a:ahLst/>
              <a:cxnLst/>
              <a:rect l="l" t="t" r="r" b="b"/>
              <a:pathLst>
                <a:path w="83881" h="79422" extrusionOk="0">
                  <a:moveTo>
                    <a:pt x="61416" y="1"/>
                  </a:moveTo>
                  <a:cubicBezTo>
                    <a:pt x="60879" y="1"/>
                    <a:pt x="60332" y="84"/>
                    <a:pt x="59794" y="260"/>
                  </a:cubicBezTo>
                  <a:lnTo>
                    <a:pt x="4227" y="18429"/>
                  </a:lnTo>
                  <a:cubicBezTo>
                    <a:pt x="1489" y="19322"/>
                    <a:pt x="1" y="22251"/>
                    <a:pt x="894" y="24989"/>
                  </a:cubicBezTo>
                  <a:lnTo>
                    <a:pt x="17515" y="75829"/>
                  </a:lnTo>
                  <a:cubicBezTo>
                    <a:pt x="18232" y="78029"/>
                    <a:pt x="20263" y="79422"/>
                    <a:pt x="22454" y="79422"/>
                  </a:cubicBezTo>
                  <a:cubicBezTo>
                    <a:pt x="22990" y="79422"/>
                    <a:pt x="23536" y="79338"/>
                    <a:pt x="24075" y="79163"/>
                  </a:cubicBezTo>
                  <a:lnTo>
                    <a:pt x="79653" y="60994"/>
                  </a:lnTo>
                  <a:cubicBezTo>
                    <a:pt x="82368" y="60101"/>
                    <a:pt x="83880" y="57172"/>
                    <a:pt x="82987" y="54433"/>
                  </a:cubicBezTo>
                  <a:lnTo>
                    <a:pt x="66366" y="3594"/>
                  </a:lnTo>
                  <a:cubicBezTo>
                    <a:pt x="65649" y="1394"/>
                    <a:pt x="63610" y="1"/>
                    <a:pt x="6141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9" name="Google Shape;1979;p30"/>
            <p:cNvSpPr/>
            <p:nvPr/>
          </p:nvSpPr>
          <p:spPr>
            <a:xfrm>
              <a:off x="2585159" y="2748846"/>
              <a:ext cx="224275" cy="212096"/>
            </a:xfrm>
            <a:custGeom>
              <a:avLst/>
              <a:gdLst/>
              <a:ahLst/>
              <a:cxnLst/>
              <a:rect l="l" t="t" r="r" b="b"/>
              <a:pathLst>
                <a:path w="85929" h="81263" extrusionOk="0">
                  <a:moveTo>
                    <a:pt x="62437" y="1836"/>
                  </a:moveTo>
                  <a:cubicBezTo>
                    <a:pt x="64235" y="1836"/>
                    <a:pt x="65926" y="2979"/>
                    <a:pt x="66521" y="4801"/>
                  </a:cubicBezTo>
                  <a:lnTo>
                    <a:pt x="83142" y="55640"/>
                  </a:lnTo>
                  <a:cubicBezTo>
                    <a:pt x="83880" y="57890"/>
                    <a:pt x="82654" y="60319"/>
                    <a:pt x="80404" y="61057"/>
                  </a:cubicBezTo>
                  <a:lnTo>
                    <a:pt x="24825" y="79226"/>
                  </a:lnTo>
                  <a:cubicBezTo>
                    <a:pt x="24389" y="79368"/>
                    <a:pt x="23945" y="79435"/>
                    <a:pt x="23507" y="79435"/>
                  </a:cubicBezTo>
                  <a:cubicBezTo>
                    <a:pt x="21700" y="79435"/>
                    <a:pt x="20002" y="78287"/>
                    <a:pt x="19408" y="76476"/>
                  </a:cubicBezTo>
                  <a:lnTo>
                    <a:pt x="2787" y="25636"/>
                  </a:lnTo>
                  <a:cubicBezTo>
                    <a:pt x="2061" y="23386"/>
                    <a:pt x="3299" y="20945"/>
                    <a:pt x="5537" y="20219"/>
                  </a:cubicBezTo>
                  <a:lnTo>
                    <a:pt x="61116" y="2038"/>
                  </a:lnTo>
                  <a:cubicBezTo>
                    <a:pt x="61544" y="1907"/>
                    <a:pt x="61997" y="1836"/>
                    <a:pt x="62437" y="1836"/>
                  </a:cubicBezTo>
                  <a:close/>
                  <a:moveTo>
                    <a:pt x="62422" y="1"/>
                  </a:moveTo>
                  <a:cubicBezTo>
                    <a:pt x="61795" y="1"/>
                    <a:pt x="61159" y="97"/>
                    <a:pt x="60532" y="300"/>
                  </a:cubicBezTo>
                  <a:lnTo>
                    <a:pt x="4966" y="18469"/>
                  </a:lnTo>
                  <a:cubicBezTo>
                    <a:pt x="1763" y="19529"/>
                    <a:pt x="1" y="22981"/>
                    <a:pt x="1049" y="26196"/>
                  </a:cubicBezTo>
                  <a:lnTo>
                    <a:pt x="17670" y="77036"/>
                  </a:lnTo>
                  <a:cubicBezTo>
                    <a:pt x="18503" y="79631"/>
                    <a:pt x="20920" y="81262"/>
                    <a:pt x="23492" y="81262"/>
                  </a:cubicBezTo>
                  <a:cubicBezTo>
                    <a:pt x="24111" y="81262"/>
                    <a:pt x="24754" y="81179"/>
                    <a:pt x="25397" y="80953"/>
                  </a:cubicBezTo>
                  <a:lnTo>
                    <a:pt x="80963" y="62784"/>
                  </a:lnTo>
                  <a:cubicBezTo>
                    <a:pt x="84166" y="61724"/>
                    <a:pt x="85928" y="58271"/>
                    <a:pt x="84880" y="55057"/>
                  </a:cubicBezTo>
                  <a:lnTo>
                    <a:pt x="68259" y="4217"/>
                  </a:lnTo>
                  <a:cubicBezTo>
                    <a:pt x="67407" y="1631"/>
                    <a:pt x="64999" y="1"/>
                    <a:pt x="6242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0" name="Google Shape;1980;p30"/>
            <p:cNvSpPr/>
            <p:nvPr/>
          </p:nvSpPr>
          <p:spPr>
            <a:xfrm>
              <a:off x="2027668" y="2248039"/>
              <a:ext cx="49692" cy="58501"/>
            </a:xfrm>
            <a:custGeom>
              <a:avLst/>
              <a:gdLst/>
              <a:ahLst/>
              <a:cxnLst/>
              <a:rect l="l" t="t" r="r" b="b"/>
              <a:pathLst>
                <a:path w="19039" h="22414" extrusionOk="0">
                  <a:moveTo>
                    <a:pt x="8107" y="0"/>
                  </a:moveTo>
                  <a:cubicBezTo>
                    <a:pt x="7585" y="0"/>
                    <a:pt x="7064" y="67"/>
                    <a:pt x="6549" y="204"/>
                  </a:cubicBezTo>
                  <a:cubicBezTo>
                    <a:pt x="2203" y="1383"/>
                    <a:pt x="1" y="7264"/>
                    <a:pt x="1644" y="13337"/>
                  </a:cubicBezTo>
                  <a:cubicBezTo>
                    <a:pt x="3082" y="18689"/>
                    <a:pt x="7036" y="22414"/>
                    <a:pt x="10930" y="22414"/>
                  </a:cubicBezTo>
                  <a:cubicBezTo>
                    <a:pt x="11453" y="22414"/>
                    <a:pt x="11975" y="22346"/>
                    <a:pt x="12490" y="22207"/>
                  </a:cubicBezTo>
                  <a:cubicBezTo>
                    <a:pt x="16836" y="21028"/>
                    <a:pt x="19039" y="15146"/>
                    <a:pt x="17408" y="9074"/>
                  </a:cubicBezTo>
                  <a:cubicBezTo>
                    <a:pt x="15958" y="3717"/>
                    <a:pt x="12016" y="0"/>
                    <a:pt x="810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1" name="Google Shape;1981;p30"/>
            <p:cNvSpPr/>
            <p:nvPr/>
          </p:nvSpPr>
          <p:spPr>
            <a:xfrm>
              <a:off x="2027452" y="2245679"/>
              <a:ext cx="52581" cy="63240"/>
            </a:xfrm>
            <a:custGeom>
              <a:avLst/>
              <a:gdLst/>
              <a:ahLst/>
              <a:cxnLst/>
              <a:rect l="l" t="t" r="r" b="b"/>
              <a:pathLst>
                <a:path w="20146" h="24230" extrusionOk="0">
                  <a:moveTo>
                    <a:pt x="8216" y="1822"/>
                  </a:moveTo>
                  <a:cubicBezTo>
                    <a:pt x="9644" y="1822"/>
                    <a:pt x="11133" y="2406"/>
                    <a:pt x="12514" y="3573"/>
                  </a:cubicBezTo>
                  <a:cubicBezTo>
                    <a:pt x="14419" y="5132"/>
                    <a:pt x="15883" y="7502"/>
                    <a:pt x="16621" y="10252"/>
                  </a:cubicBezTo>
                  <a:cubicBezTo>
                    <a:pt x="18134" y="15812"/>
                    <a:pt x="16205" y="21206"/>
                    <a:pt x="12359" y="22242"/>
                  </a:cubicBezTo>
                  <a:cubicBezTo>
                    <a:pt x="11927" y="22354"/>
                    <a:pt x="11486" y="22411"/>
                    <a:pt x="11039" y="22411"/>
                  </a:cubicBezTo>
                  <a:cubicBezTo>
                    <a:pt x="9600" y="22411"/>
                    <a:pt x="8108" y="21829"/>
                    <a:pt x="6727" y="20694"/>
                  </a:cubicBezTo>
                  <a:cubicBezTo>
                    <a:pt x="4822" y="19134"/>
                    <a:pt x="3358" y="16765"/>
                    <a:pt x="2620" y="14014"/>
                  </a:cubicBezTo>
                  <a:cubicBezTo>
                    <a:pt x="1870" y="11264"/>
                    <a:pt x="1929" y="8478"/>
                    <a:pt x="2798" y="6168"/>
                  </a:cubicBezTo>
                  <a:cubicBezTo>
                    <a:pt x="3632" y="3966"/>
                    <a:pt x="5072" y="2501"/>
                    <a:pt x="6894" y="2001"/>
                  </a:cubicBezTo>
                  <a:cubicBezTo>
                    <a:pt x="7323" y="1882"/>
                    <a:pt x="7763" y="1822"/>
                    <a:pt x="8216" y="1822"/>
                  </a:cubicBezTo>
                  <a:close/>
                  <a:moveTo>
                    <a:pt x="8226" y="0"/>
                  </a:moveTo>
                  <a:cubicBezTo>
                    <a:pt x="7617" y="0"/>
                    <a:pt x="7012" y="79"/>
                    <a:pt x="6418" y="239"/>
                  </a:cubicBezTo>
                  <a:cubicBezTo>
                    <a:pt x="4013" y="882"/>
                    <a:pt x="2108" y="2751"/>
                    <a:pt x="1084" y="5513"/>
                  </a:cubicBezTo>
                  <a:cubicBezTo>
                    <a:pt x="84" y="8180"/>
                    <a:pt x="0" y="11347"/>
                    <a:pt x="846" y="14479"/>
                  </a:cubicBezTo>
                  <a:cubicBezTo>
                    <a:pt x="1679" y="17598"/>
                    <a:pt x="3358" y="20301"/>
                    <a:pt x="5549" y="22099"/>
                  </a:cubicBezTo>
                  <a:cubicBezTo>
                    <a:pt x="7263" y="23492"/>
                    <a:pt x="9156" y="24230"/>
                    <a:pt x="11002" y="24230"/>
                  </a:cubicBezTo>
                  <a:cubicBezTo>
                    <a:pt x="11609" y="24230"/>
                    <a:pt x="12216" y="24147"/>
                    <a:pt x="12811" y="23992"/>
                  </a:cubicBezTo>
                  <a:cubicBezTo>
                    <a:pt x="17657" y="22682"/>
                    <a:pt x="20146" y="16289"/>
                    <a:pt x="18384" y="9740"/>
                  </a:cubicBezTo>
                  <a:cubicBezTo>
                    <a:pt x="17550" y="6621"/>
                    <a:pt x="15859" y="3930"/>
                    <a:pt x="13681" y="2120"/>
                  </a:cubicBezTo>
                  <a:cubicBezTo>
                    <a:pt x="11953" y="724"/>
                    <a:pt x="10071" y="0"/>
                    <a:pt x="822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2" name="Google Shape;1982;p30"/>
            <p:cNvSpPr/>
            <p:nvPr/>
          </p:nvSpPr>
          <p:spPr>
            <a:xfrm>
              <a:off x="2380499" y="2136435"/>
              <a:ext cx="50809" cy="57999"/>
            </a:xfrm>
            <a:custGeom>
              <a:avLst/>
              <a:gdLst/>
              <a:ahLst/>
              <a:cxnLst/>
              <a:rect l="l" t="t" r="r" b="b"/>
              <a:pathLst>
                <a:path w="19467" h="22222" extrusionOk="0">
                  <a:moveTo>
                    <a:pt x="8040" y="1"/>
                  </a:moveTo>
                  <a:cubicBezTo>
                    <a:pt x="7399" y="1"/>
                    <a:pt x="6763" y="99"/>
                    <a:pt x="6144" y="304"/>
                  </a:cubicBezTo>
                  <a:cubicBezTo>
                    <a:pt x="1869" y="1709"/>
                    <a:pt x="0" y="7710"/>
                    <a:pt x="2000" y="13675"/>
                  </a:cubicBezTo>
                  <a:cubicBezTo>
                    <a:pt x="3690" y="18783"/>
                    <a:pt x="7648" y="22221"/>
                    <a:pt x="11432" y="22221"/>
                  </a:cubicBezTo>
                  <a:cubicBezTo>
                    <a:pt x="12075" y="22221"/>
                    <a:pt x="12714" y="22122"/>
                    <a:pt x="13335" y="21914"/>
                  </a:cubicBezTo>
                  <a:cubicBezTo>
                    <a:pt x="17621" y="20497"/>
                    <a:pt x="19467" y="14496"/>
                    <a:pt x="17490" y="8531"/>
                  </a:cubicBezTo>
                  <a:cubicBezTo>
                    <a:pt x="15800" y="3430"/>
                    <a:pt x="11829" y="1"/>
                    <a:pt x="804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3" name="Google Shape;1983;p30"/>
            <p:cNvSpPr/>
            <p:nvPr/>
          </p:nvSpPr>
          <p:spPr>
            <a:xfrm>
              <a:off x="2380530" y="2134047"/>
              <a:ext cx="53482" cy="62755"/>
            </a:xfrm>
            <a:custGeom>
              <a:avLst/>
              <a:gdLst/>
              <a:ahLst/>
              <a:cxnLst/>
              <a:rect l="l" t="t" r="r" b="b"/>
              <a:pathLst>
                <a:path w="20491" h="24044" extrusionOk="0">
                  <a:moveTo>
                    <a:pt x="8061" y="1826"/>
                  </a:moveTo>
                  <a:cubicBezTo>
                    <a:pt x="11430" y="1826"/>
                    <a:pt x="15038" y="5029"/>
                    <a:pt x="16597" y="9744"/>
                  </a:cubicBezTo>
                  <a:cubicBezTo>
                    <a:pt x="18419" y="15233"/>
                    <a:pt x="16824" y="20710"/>
                    <a:pt x="13026" y="21972"/>
                  </a:cubicBezTo>
                  <a:cubicBezTo>
                    <a:pt x="12491" y="22151"/>
                    <a:pt x="11942" y="22237"/>
                    <a:pt x="11387" y="22237"/>
                  </a:cubicBezTo>
                  <a:cubicBezTo>
                    <a:pt x="8001" y="22237"/>
                    <a:pt x="4421" y="19034"/>
                    <a:pt x="2846" y="14328"/>
                  </a:cubicBezTo>
                  <a:cubicBezTo>
                    <a:pt x="1953" y="11613"/>
                    <a:pt x="1857" y="8839"/>
                    <a:pt x="2584" y="6482"/>
                  </a:cubicBezTo>
                  <a:cubicBezTo>
                    <a:pt x="3274" y="4255"/>
                    <a:pt x="4632" y="2684"/>
                    <a:pt x="6418" y="2088"/>
                  </a:cubicBezTo>
                  <a:cubicBezTo>
                    <a:pt x="6953" y="1910"/>
                    <a:pt x="7513" y="1826"/>
                    <a:pt x="8061" y="1826"/>
                  </a:cubicBezTo>
                  <a:close/>
                  <a:moveTo>
                    <a:pt x="8010" y="1"/>
                  </a:moveTo>
                  <a:cubicBezTo>
                    <a:pt x="7279" y="1"/>
                    <a:pt x="6553" y="114"/>
                    <a:pt x="5846" y="350"/>
                  </a:cubicBezTo>
                  <a:cubicBezTo>
                    <a:pt x="3489" y="1124"/>
                    <a:pt x="1715" y="3124"/>
                    <a:pt x="845" y="5934"/>
                  </a:cubicBezTo>
                  <a:cubicBezTo>
                    <a:pt x="0" y="8637"/>
                    <a:pt x="95" y="11828"/>
                    <a:pt x="1119" y="14887"/>
                  </a:cubicBezTo>
                  <a:cubicBezTo>
                    <a:pt x="2941" y="20376"/>
                    <a:pt x="7263" y="24043"/>
                    <a:pt x="11454" y="24043"/>
                  </a:cubicBezTo>
                  <a:cubicBezTo>
                    <a:pt x="12192" y="24043"/>
                    <a:pt x="12906" y="23924"/>
                    <a:pt x="13621" y="23698"/>
                  </a:cubicBezTo>
                  <a:cubicBezTo>
                    <a:pt x="18371" y="22126"/>
                    <a:pt x="20491" y="15590"/>
                    <a:pt x="18348" y="9161"/>
                  </a:cubicBezTo>
                  <a:cubicBezTo>
                    <a:pt x="16524" y="3680"/>
                    <a:pt x="12184" y="1"/>
                    <a:pt x="801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4" name="Google Shape;1984;p30"/>
            <p:cNvSpPr/>
            <p:nvPr/>
          </p:nvSpPr>
          <p:spPr>
            <a:xfrm>
              <a:off x="2184942" y="2192603"/>
              <a:ext cx="102270" cy="86174"/>
            </a:xfrm>
            <a:custGeom>
              <a:avLst/>
              <a:gdLst/>
              <a:ahLst/>
              <a:cxnLst/>
              <a:rect l="l" t="t" r="r" b="b"/>
              <a:pathLst>
                <a:path w="39184" h="33017" extrusionOk="0">
                  <a:moveTo>
                    <a:pt x="35028" y="1"/>
                  </a:moveTo>
                  <a:lnTo>
                    <a:pt x="33266" y="513"/>
                  </a:lnTo>
                  <a:lnTo>
                    <a:pt x="33528" y="1382"/>
                  </a:lnTo>
                  <a:cubicBezTo>
                    <a:pt x="37183" y="14217"/>
                    <a:pt x="34433" y="26599"/>
                    <a:pt x="27123" y="30183"/>
                  </a:cubicBezTo>
                  <a:cubicBezTo>
                    <a:pt x="25774" y="30851"/>
                    <a:pt x="24300" y="31185"/>
                    <a:pt x="22746" y="31185"/>
                  </a:cubicBezTo>
                  <a:cubicBezTo>
                    <a:pt x="21198" y="31185"/>
                    <a:pt x="19570" y="30854"/>
                    <a:pt x="17907" y="30195"/>
                  </a:cubicBezTo>
                  <a:cubicBezTo>
                    <a:pt x="11502" y="27671"/>
                    <a:pt x="5406" y="20623"/>
                    <a:pt x="2036" y="11788"/>
                  </a:cubicBezTo>
                  <a:lnTo>
                    <a:pt x="1703" y="10943"/>
                  </a:lnTo>
                  <a:lnTo>
                    <a:pt x="0" y="11598"/>
                  </a:lnTo>
                  <a:lnTo>
                    <a:pt x="322" y="12443"/>
                  </a:lnTo>
                  <a:cubicBezTo>
                    <a:pt x="3917" y="21885"/>
                    <a:pt x="10251" y="29147"/>
                    <a:pt x="17240" y="31898"/>
                  </a:cubicBezTo>
                  <a:cubicBezTo>
                    <a:pt x="19122" y="32648"/>
                    <a:pt x="20979" y="33017"/>
                    <a:pt x="22753" y="33017"/>
                  </a:cubicBezTo>
                  <a:cubicBezTo>
                    <a:pt x="24587" y="33017"/>
                    <a:pt x="26325" y="32612"/>
                    <a:pt x="27932" y="31814"/>
                  </a:cubicBezTo>
                  <a:cubicBezTo>
                    <a:pt x="36028" y="27850"/>
                    <a:pt x="39184" y="14538"/>
                    <a:pt x="35278" y="882"/>
                  </a:cubicBezTo>
                  <a:lnTo>
                    <a:pt x="3502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85" name="Google Shape;1985;p30"/>
          <p:cNvGrpSpPr/>
          <p:nvPr/>
        </p:nvGrpSpPr>
        <p:grpSpPr>
          <a:xfrm>
            <a:off x="6828271" y="539490"/>
            <a:ext cx="1259082" cy="1889624"/>
            <a:chOff x="5494771" y="859415"/>
            <a:chExt cx="1259082" cy="1889624"/>
          </a:xfrm>
        </p:grpSpPr>
        <p:sp>
          <p:nvSpPr>
            <p:cNvPr id="1986" name="Google Shape;1986;p30"/>
            <p:cNvSpPr/>
            <p:nvPr/>
          </p:nvSpPr>
          <p:spPr>
            <a:xfrm>
              <a:off x="5500305" y="868518"/>
              <a:ext cx="1247614" cy="1873622"/>
            </a:xfrm>
            <a:custGeom>
              <a:avLst/>
              <a:gdLst/>
              <a:ahLst/>
              <a:cxnLst/>
              <a:rect l="l" t="t" r="r" b="b"/>
              <a:pathLst>
                <a:path w="478013" h="717863" extrusionOk="0">
                  <a:moveTo>
                    <a:pt x="0" y="1"/>
                  </a:moveTo>
                  <a:lnTo>
                    <a:pt x="14133" y="134767"/>
                  </a:lnTo>
                  <a:lnTo>
                    <a:pt x="372273" y="717863"/>
                  </a:lnTo>
                  <a:lnTo>
                    <a:pt x="372332" y="717767"/>
                  </a:lnTo>
                  <a:lnTo>
                    <a:pt x="372368" y="717803"/>
                  </a:lnTo>
                  <a:lnTo>
                    <a:pt x="478012" y="649509"/>
                  </a:lnTo>
                  <a:lnTo>
                    <a:pt x="476238" y="646711"/>
                  </a:lnTo>
                  <a:lnTo>
                    <a:pt x="115657" y="77189"/>
                  </a:lnTo>
                  <a:lnTo>
                    <a:pt x="0"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7" name="Google Shape;1987;p30"/>
            <p:cNvSpPr/>
            <p:nvPr/>
          </p:nvSpPr>
          <p:spPr>
            <a:xfrm>
              <a:off x="5495053" y="859879"/>
              <a:ext cx="1258800" cy="1889160"/>
            </a:xfrm>
            <a:custGeom>
              <a:avLst/>
              <a:gdLst/>
              <a:ahLst/>
              <a:cxnLst/>
              <a:rect l="l" t="t" r="r" b="b"/>
              <a:pathLst>
                <a:path w="482299" h="723816" extrusionOk="0">
                  <a:moveTo>
                    <a:pt x="4024" y="6644"/>
                  </a:moveTo>
                  <a:lnTo>
                    <a:pt x="116467" y="81677"/>
                  </a:lnTo>
                  <a:lnTo>
                    <a:pt x="476845" y="650914"/>
                  </a:lnTo>
                  <a:lnTo>
                    <a:pt x="477762" y="652319"/>
                  </a:lnTo>
                  <a:lnTo>
                    <a:pt x="374821" y="718887"/>
                  </a:lnTo>
                  <a:lnTo>
                    <a:pt x="17752" y="137530"/>
                  </a:lnTo>
                  <a:lnTo>
                    <a:pt x="4024" y="6644"/>
                  </a:lnTo>
                  <a:close/>
                  <a:moveTo>
                    <a:pt x="0" y="1"/>
                  </a:moveTo>
                  <a:lnTo>
                    <a:pt x="14502" y="138256"/>
                  </a:lnTo>
                  <a:lnTo>
                    <a:pt x="14549" y="138625"/>
                  </a:lnTo>
                  <a:lnTo>
                    <a:pt x="372868" y="722030"/>
                  </a:lnTo>
                  <a:lnTo>
                    <a:pt x="374082" y="723816"/>
                  </a:lnTo>
                  <a:lnTo>
                    <a:pt x="375309" y="722494"/>
                  </a:lnTo>
                  <a:lnTo>
                    <a:pt x="482298" y="653319"/>
                  </a:lnTo>
                  <a:lnTo>
                    <a:pt x="119074" y="79618"/>
                  </a:lnTo>
                  <a:lnTo>
                    <a:pt x="0" y="1"/>
                  </a:lnTo>
                  <a:close/>
                </a:path>
              </a:pathLst>
            </a:custGeom>
            <a:solidFill>
              <a:srgbClr val="252C3C"/>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8" name="Google Shape;1988;p30"/>
            <p:cNvSpPr/>
            <p:nvPr/>
          </p:nvSpPr>
          <p:spPr>
            <a:xfrm>
              <a:off x="5500305" y="868518"/>
              <a:ext cx="297391" cy="351434"/>
            </a:xfrm>
            <a:custGeom>
              <a:avLst/>
              <a:gdLst/>
              <a:ahLst/>
              <a:cxnLst/>
              <a:rect l="l" t="t" r="r" b="b"/>
              <a:pathLst>
                <a:path w="113943" h="134649" extrusionOk="0">
                  <a:moveTo>
                    <a:pt x="0" y="1"/>
                  </a:moveTo>
                  <a:lnTo>
                    <a:pt x="18026" y="134648"/>
                  </a:lnTo>
                  <a:lnTo>
                    <a:pt x="113943" y="79356"/>
                  </a:lnTo>
                  <a:lnTo>
                    <a:pt x="0" y="1"/>
                  </a:lnTo>
                  <a:close/>
                </a:path>
              </a:pathLst>
            </a:custGeom>
            <a:solidFill>
              <a:srgbClr val="FAF9E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9" name="Google Shape;1989;p30"/>
            <p:cNvSpPr/>
            <p:nvPr/>
          </p:nvSpPr>
          <p:spPr>
            <a:xfrm>
              <a:off x="5494771" y="859415"/>
              <a:ext cx="310974" cy="367498"/>
            </a:xfrm>
            <a:custGeom>
              <a:avLst/>
              <a:gdLst/>
              <a:ahLst/>
              <a:cxnLst/>
              <a:rect l="l" t="t" r="r" b="b"/>
              <a:pathLst>
                <a:path w="119147" h="140804" extrusionOk="0">
                  <a:moveTo>
                    <a:pt x="4251" y="6989"/>
                  </a:moveTo>
                  <a:lnTo>
                    <a:pt x="112979" y="82713"/>
                  </a:lnTo>
                  <a:lnTo>
                    <a:pt x="21456" y="135469"/>
                  </a:lnTo>
                  <a:lnTo>
                    <a:pt x="4251" y="6989"/>
                  </a:lnTo>
                  <a:close/>
                  <a:moveTo>
                    <a:pt x="1" y="0"/>
                  </a:moveTo>
                  <a:lnTo>
                    <a:pt x="18837" y="140803"/>
                  </a:lnTo>
                  <a:lnTo>
                    <a:pt x="119147" y="82987"/>
                  </a:lnTo>
                  <a:lnTo>
                    <a:pt x="1" y="0"/>
                  </a:lnTo>
                  <a:close/>
                </a:path>
              </a:pathLst>
            </a:custGeom>
            <a:solidFill>
              <a:srgbClr val="252C3C"/>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0" name="Google Shape;1990;p30"/>
            <p:cNvSpPr/>
            <p:nvPr/>
          </p:nvSpPr>
          <p:spPr>
            <a:xfrm>
              <a:off x="5500305" y="868518"/>
              <a:ext cx="125700" cy="149443"/>
            </a:xfrm>
            <a:custGeom>
              <a:avLst/>
              <a:gdLst/>
              <a:ahLst/>
              <a:cxnLst/>
              <a:rect l="l" t="t" r="r" b="b"/>
              <a:pathLst>
                <a:path w="48161" h="57258" extrusionOk="0">
                  <a:moveTo>
                    <a:pt x="0" y="1"/>
                  </a:moveTo>
                  <a:lnTo>
                    <a:pt x="6001" y="57258"/>
                  </a:lnTo>
                  <a:lnTo>
                    <a:pt x="48161" y="32147"/>
                  </a:lnTo>
                  <a:lnTo>
                    <a:pt x="0" y="1"/>
                  </a:lnTo>
                  <a:close/>
                </a:path>
              </a:pathLst>
            </a:custGeom>
            <a:solidFill>
              <a:srgbClr val="FFC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1" name="Google Shape;1991;p30"/>
            <p:cNvSpPr/>
            <p:nvPr/>
          </p:nvSpPr>
          <p:spPr>
            <a:xfrm>
              <a:off x="5495082" y="859879"/>
              <a:ext cx="139003" cy="165231"/>
            </a:xfrm>
            <a:custGeom>
              <a:avLst/>
              <a:gdLst/>
              <a:ahLst/>
              <a:cxnLst/>
              <a:rect l="l" t="t" r="r" b="b"/>
              <a:pathLst>
                <a:path w="53258" h="63307" extrusionOk="0">
                  <a:moveTo>
                    <a:pt x="4013" y="6644"/>
                  </a:moveTo>
                  <a:lnTo>
                    <a:pt x="47066" y="35386"/>
                  </a:lnTo>
                  <a:lnTo>
                    <a:pt x="9383" y="57829"/>
                  </a:lnTo>
                  <a:lnTo>
                    <a:pt x="4013" y="6644"/>
                  </a:lnTo>
                  <a:close/>
                  <a:moveTo>
                    <a:pt x="1" y="1"/>
                  </a:moveTo>
                  <a:lnTo>
                    <a:pt x="6633" y="63306"/>
                  </a:lnTo>
                  <a:lnTo>
                    <a:pt x="53258" y="35541"/>
                  </a:lnTo>
                  <a:lnTo>
                    <a:pt x="1" y="1"/>
                  </a:lnTo>
                  <a:close/>
                </a:path>
              </a:pathLst>
            </a:custGeom>
            <a:solidFill>
              <a:srgbClr val="252C3C"/>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2" name="Google Shape;1992;p30"/>
            <p:cNvSpPr/>
            <p:nvPr/>
          </p:nvSpPr>
          <p:spPr>
            <a:xfrm>
              <a:off x="6438871" y="2505983"/>
              <a:ext cx="309047" cy="236004"/>
            </a:xfrm>
            <a:custGeom>
              <a:avLst/>
              <a:gdLst/>
              <a:ahLst/>
              <a:cxnLst/>
              <a:rect l="l" t="t" r="r" b="b"/>
              <a:pathLst>
                <a:path w="118409" h="90423" extrusionOk="0">
                  <a:moveTo>
                    <a:pt x="70743" y="1"/>
                  </a:moveTo>
                  <a:cubicBezTo>
                    <a:pt x="58378" y="1"/>
                    <a:pt x="45888" y="3588"/>
                    <a:pt x="34898" y="11079"/>
                  </a:cubicBezTo>
                  <a:cubicBezTo>
                    <a:pt x="8764" y="28879"/>
                    <a:pt x="1" y="62573"/>
                    <a:pt x="12717" y="90386"/>
                  </a:cubicBezTo>
                  <a:lnTo>
                    <a:pt x="12764" y="90422"/>
                  </a:lnTo>
                  <a:lnTo>
                    <a:pt x="118408" y="22128"/>
                  </a:lnTo>
                  <a:lnTo>
                    <a:pt x="116634" y="19330"/>
                  </a:lnTo>
                  <a:cubicBezTo>
                    <a:pt x="104342" y="6715"/>
                    <a:pt x="87659" y="1"/>
                    <a:pt x="70743" y="1"/>
                  </a:cubicBezTo>
                  <a:close/>
                </a:path>
              </a:pathLst>
            </a:custGeom>
            <a:solidFill>
              <a:srgbClr val="FAF9E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3" name="Google Shape;1993;p30"/>
            <p:cNvSpPr/>
            <p:nvPr/>
          </p:nvSpPr>
          <p:spPr>
            <a:xfrm>
              <a:off x="6433434" y="2501582"/>
              <a:ext cx="320388" cy="245718"/>
            </a:xfrm>
            <a:custGeom>
              <a:avLst/>
              <a:gdLst/>
              <a:ahLst/>
              <a:cxnLst/>
              <a:rect l="l" t="t" r="r" b="b"/>
              <a:pathLst>
                <a:path w="122754" h="94145" extrusionOk="0">
                  <a:moveTo>
                    <a:pt x="72926" y="3311"/>
                  </a:moveTo>
                  <a:cubicBezTo>
                    <a:pt x="89190" y="3311"/>
                    <a:pt x="105311" y="9681"/>
                    <a:pt x="117408" y="22040"/>
                  </a:cubicBezTo>
                  <a:lnTo>
                    <a:pt x="118217" y="23314"/>
                  </a:lnTo>
                  <a:lnTo>
                    <a:pt x="15562" y="89679"/>
                  </a:lnTo>
                  <a:cubicBezTo>
                    <a:pt x="4048" y="62426"/>
                    <a:pt x="13264" y="30922"/>
                    <a:pt x="37921" y="14134"/>
                  </a:cubicBezTo>
                  <a:cubicBezTo>
                    <a:pt x="48578" y="6871"/>
                    <a:pt x="60793" y="3311"/>
                    <a:pt x="72926" y="3311"/>
                  </a:cubicBezTo>
                  <a:close/>
                  <a:moveTo>
                    <a:pt x="72934" y="1"/>
                  </a:moveTo>
                  <a:cubicBezTo>
                    <a:pt x="60152" y="1"/>
                    <a:pt x="47294" y="3743"/>
                    <a:pt x="36064" y="11396"/>
                  </a:cubicBezTo>
                  <a:cubicBezTo>
                    <a:pt x="9573" y="29458"/>
                    <a:pt x="0" y="63664"/>
                    <a:pt x="13323" y="92763"/>
                  </a:cubicBezTo>
                  <a:lnTo>
                    <a:pt x="14752" y="94144"/>
                  </a:lnTo>
                  <a:lnTo>
                    <a:pt x="122753" y="24302"/>
                  </a:lnTo>
                  <a:lnTo>
                    <a:pt x="120098" y="20123"/>
                  </a:lnTo>
                  <a:lnTo>
                    <a:pt x="119896" y="19849"/>
                  </a:lnTo>
                  <a:cubicBezTo>
                    <a:pt x="107133" y="6752"/>
                    <a:pt x="90103" y="1"/>
                    <a:pt x="7293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4" name="Google Shape;1994;p30"/>
            <p:cNvSpPr/>
            <p:nvPr/>
          </p:nvSpPr>
          <p:spPr>
            <a:xfrm>
              <a:off x="6525074" y="2578890"/>
              <a:ext cx="154509" cy="118006"/>
            </a:xfrm>
            <a:custGeom>
              <a:avLst/>
              <a:gdLst/>
              <a:ahLst/>
              <a:cxnLst/>
              <a:rect l="l" t="t" r="r" b="b"/>
              <a:pathLst>
                <a:path w="59199" h="45213" extrusionOk="0">
                  <a:moveTo>
                    <a:pt x="35383" y="1"/>
                  </a:moveTo>
                  <a:cubicBezTo>
                    <a:pt x="29198" y="1"/>
                    <a:pt x="22951" y="1798"/>
                    <a:pt x="17455" y="5553"/>
                  </a:cubicBezTo>
                  <a:cubicBezTo>
                    <a:pt x="4382" y="14435"/>
                    <a:pt x="1" y="31294"/>
                    <a:pt x="6370" y="45188"/>
                  </a:cubicBezTo>
                  <a:lnTo>
                    <a:pt x="6382" y="45212"/>
                  </a:lnTo>
                  <a:lnTo>
                    <a:pt x="59198" y="11053"/>
                  </a:lnTo>
                  <a:lnTo>
                    <a:pt x="58305" y="9648"/>
                  </a:lnTo>
                  <a:cubicBezTo>
                    <a:pt x="52161" y="3352"/>
                    <a:pt x="43830" y="1"/>
                    <a:pt x="35383" y="1"/>
                  </a:cubicBezTo>
                  <a:close/>
                </a:path>
              </a:pathLst>
            </a:custGeom>
            <a:solidFill>
              <a:srgbClr val="FFC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5" name="Google Shape;1995;p30"/>
            <p:cNvSpPr/>
            <p:nvPr/>
          </p:nvSpPr>
          <p:spPr>
            <a:xfrm>
              <a:off x="6519948" y="2574529"/>
              <a:ext cx="165571" cy="127587"/>
            </a:xfrm>
            <a:custGeom>
              <a:avLst/>
              <a:gdLst/>
              <a:ahLst/>
              <a:cxnLst/>
              <a:rect l="l" t="t" r="r" b="b"/>
              <a:pathLst>
                <a:path w="63437" h="48884" extrusionOk="0">
                  <a:moveTo>
                    <a:pt x="37386" y="3306"/>
                  </a:moveTo>
                  <a:cubicBezTo>
                    <a:pt x="45208" y="3306"/>
                    <a:pt x="52983" y="6354"/>
                    <a:pt x="58853" y="12248"/>
                  </a:cubicBezTo>
                  <a:lnTo>
                    <a:pt x="9085" y="44430"/>
                  </a:lnTo>
                  <a:cubicBezTo>
                    <a:pt x="4060" y="31381"/>
                    <a:pt x="8608" y="16546"/>
                    <a:pt x="20336" y="8569"/>
                  </a:cubicBezTo>
                  <a:cubicBezTo>
                    <a:pt x="25539" y="5033"/>
                    <a:pt x="31468" y="3306"/>
                    <a:pt x="37386" y="3306"/>
                  </a:cubicBezTo>
                  <a:close/>
                  <a:moveTo>
                    <a:pt x="37404" y="0"/>
                  </a:moveTo>
                  <a:cubicBezTo>
                    <a:pt x="30849" y="0"/>
                    <a:pt x="24253" y="1919"/>
                    <a:pt x="18490" y="5842"/>
                  </a:cubicBezTo>
                  <a:cubicBezTo>
                    <a:pt x="4905" y="15094"/>
                    <a:pt x="0" y="32631"/>
                    <a:pt x="6822" y="47550"/>
                  </a:cubicBezTo>
                  <a:lnTo>
                    <a:pt x="7025" y="47955"/>
                  </a:lnTo>
                  <a:lnTo>
                    <a:pt x="8275" y="48883"/>
                  </a:lnTo>
                  <a:lnTo>
                    <a:pt x="63437" y="13224"/>
                  </a:lnTo>
                  <a:lnTo>
                    <a:pt x="61686" y="10450"/>
                  </a:lnTo>
                  <a:lnTo>
                    <a:pt x="61472" y="10176"/>
                  </a:lnTo>
                  <a:cubicBezTo>
                    <a:pt x="54934" y="3461"/>
                    <a:pt x="46206" y="0"/>
                    <a:pt x="3740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6" name="Google Shape;1996;p30"/>
            <p:cNvSpPr/>
            <p:nvPr/>
          </p:nvSpPr>
          <p:spPr>
            <a:xfrm>
              <a:off x="5896795" y="1436047"/>
              <a:ext cx="460383" cy="592885"/>
            </a:xfrm>
            <a:custGeom>
              <a:avLst/>
              <a:gdLst/>
              <a:ahLst/>
              <a:cxnLst/>
              <a:rect l="l" t="t" r="r" b="b"/>
              <a:pathLst>
                <a:path w="176392" h="227159" extrusionOk="0">
                  <a:moveTo>
                    <a:pt x="52554" y="0"/>
                  </a:moveTo>
                  <a:lnTo>
                    <a:pt x="0" y="32314"/>
                  </a:lnTo>
                  <a:lnTo>
                    <a:pt x="123658" y="227159"/>
                  </a:lnTo>
                  <a:lnTo>
                    <a:pt x="176391" y="195619"/>
                  </a:lnTo>
                  <a:lnTo>
                    <a:pt x="52554" y="0"/>
                  </a:lnTo>
                  <a:close/>
                </a:path>
              </a:pathLst>
            </a:custGeom>
            <a:solidFill>
              <a:srgbClr val="FAF9E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7" name="Google Shape;1997;p30"/>
            <p:cNvSpPr/>
            <p:nvPr/>
          </p:nvSpPr>
          <p:spPr>
            <a:xfrm>
              <a:off x="5890829" y="1430141"/>
              <a:ext cx="472376" cy="604635"/>
            </a:xfrm>
            <a:custGeom>
              <a:avLst/>
              <a:gdLst/>
              <a:ahLst/>
              <a:cxnLst/>
              <a:rect l="l" t="t" r="r" b="b"/>
              <a:pathLst>
                <a:path w="180987" h="231661" extrusionOk="0">
                  <a:moveTo>
                    <a:pt x="54316" y="4525"/>
                  </a:moveTo>
                  <a:lnTo>
                    <a:pt x="176391" y="197335"/>
                  </a:lnTo>
                  <a:lnTo>
                    <a:pt x="126480" y="227184"/>
                  </a:lnTo>
                  <a:lnTo>
                    <a:pt x="4584" y="35112"/>
                  </a:lnTo>
                  <a:lnTo>
                    <a:pt x="54316" y="4525"/>
                  </a:lnTo>
                  <a:close/>
                  <a:moveTo>
                    <a:pt x="55364" y="1"/>
                  </a:moveTo>
                  <a:lnTo>
                    <a:pt x="0" y="34041"/>
                  </a:lnTo>
                  <a:lnTo>
                    <a:pt x="125409" y="231660"/>
                  </a:lnTo>
                  <a:lnTo>
                    <a:pt x="180987" y="198418"/>
                  </a:lnTo>
                  <a:lnTo>
                    <a:pt x="5536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8" name="Google Shape;1998;p30"/>
            <p:cNvSpPr/>
            <p:nvPr/>
          </p:nvSpPr>
          <p:spPr>
            <a:xfrm>
              <a:off x="5722027" y="1411114"/>
              <a:ext cx="34867" cy="35201"/>
            </a:xfrm>
            <a:custGeom>
              <a:avLst/>
              <a:gdLst/>
              <a:ahLst/>
              <a:cxnLst/>
              <a:rect l="l" t="t" r="r" b="b"/>
              <a:pathLst>
                <a:path w="13359" h="13487" extrusionOk="0">
                  <a:moveTo>
                    <a:pt x="4811" y="0"/>
                  </a:moveTo>
                  <a:cubicBezTo>
                    <a:pt x="3917" y="0"/>
                    <a:pt x="3077" y="242"/>
                    <a:pt x="2370" y="754"/>
                  </a:cubicBezTo>
                  <a:cubicBezTo>
                    <a:pt x="0" y="2457"/>
                    <a:pt x="0" y="6517"/>
                    <a:pt x="2382" y="9839"/>
                  </a:cubicBezTo>
                  <a:cubicBezTo>
                    <a:pt x="4051" y="12152"/>
                    <a:pt x="6441" y="13487"/>
                    <a:pt x="8542" y="13487"/>
                  </a:cubicBezTo>
                  <a:cubicBezTo>
                    <a:pt x="9436" y="13487"/>
                    <a:pt x="10278" y="13244"/>
                    <a:pt x="10990" y="12732"/>
                  </a:cubicBezTo>
                  <a:cubicBezTo>
                    <a:pt x="13359" y="11041"/>
                    <a:pt x="13359" y="6981"/>
                    <a:pt x="10978" y="3659"/>
                  </a:cubicBezTo>
                  <a:cubicBezTo>
                    <a:pt x="9307" y="1338"/>
                    <a:pt x="6911" y="0"/>
                    <a:pt x="481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9" name="Google Shape;1999;p30"/>
            <p:cNvSpPr/>
            <p:nvPr/>
          </p:nvSpPr>
          <p:spPr>
            <a:xfrm>
              <a:off x="5719229" y="1406833"/>
              <a:ext cx="42668" cy="43851"/>
            </a:xfrm>
            <a:custGeom>
              <a:avLst/>
              <a:gdLst/>
              <a:ahLst/>
              <a:cxnLst/>
              <a:rect l="l" t="t" r="r" b="b"/>
              <a:pathLst>
                <a:path w="16348" h="16801" extrusionOk="0">
                  <a:moveTo>
                    <a:pt x="5870" y="3287"/>
                  </a:moveTo>
                  <a:cubicBezTo>
                    <a:pt x="6394" y="3287"/>
                    <a:pt x="6883" y="3430"/>
                    <a:pt x="7204" y="3514"/>
                  </a:cubicBezTo>
                  <a:cubicBezTo>
                    <a:pt x="8490" y="3942"/>
                    <a:pt x="9764" y="4942"/>
                    <a:pt x="10704" y="6252"/>
                  </a:cubicBezTo>
                  <a:cubicBezTo>
                    <a:pt x="12526" y="8776"/>
                    <a:pt x="12693" y="11896"/>
                    <a:pt x="11085" y="13039"/>
                  </a:cubicBezTo>
                  <a:cubicBezTo>
                    <a:pt x="10668" y="13340"/>
                    <a:pt x="10159" y="13482"/>
                    <a:pt x="9602" y="13482"/>
                  </a:cubicBezTo>
                  <a:cubicBezTo>
                    <a:pt x="8047" y="13482"/>
                    <a:pt x="6120" y="12370"/>
                    <a:pt x="4787" y="10502"/>
                  </a:cubicBezTo>
                  <a:cubicBezTo>
                    <a:pt x="3846" y="9193"/>
                    <a:pt x="3311" y="7681"/>
                    <a:pt x="3311" y="6323"/>
                  </a:cubicBezTo>
                  <a:cubicBezTo>
                    <a:pt x="3311" y="5645"/>
                    <a:pt x="3442" y="4406"/>
                    <a:pt x="4394" y="3716"/>
                  </a:cubicBezTo>
                  <a:cubicBezTo>
                    <a:pt x="4858" y="3394"/>
                    <a:pt x="5382" y="3287"/>
                    <a:pt x="5870" y="3287"/>
                  </a:cubicBezTo>
                  <a:close/>
                  <a:moveTo>
                    <a:pt x="5885" y="1"/>
                  </a:moveTo>
                  <a:cubicBezTo>
                    <a:pt x="4624" y="1"/>
                    <a:pt x="3445" y="359"/>
                    <a:pt x="2477" y="1061"/>
                  </a:cubicBezTo>
                  <a:cubicBezTo>
                    <a:pt x="917" y="2192"/>
                    <a:pt x="1" y="4109"/>
                    <a:pt x="1" y="6335"/>
                  </a:cubicBezTo>
                  <a:cubicBezTo>
                    <a:pt x="1" y="8395"/>
                    <a:pt x="751" y="10562"/>
                    <a:pt x="2108" y="12443"/>
                  </a:cubicBezTo>
                  <a:cubicBezTo>
                    <a:pt x="4108" y="15241"/>
                    <a:pt x="6966" y="16801"/>
                    <a:pt x="9585" y="16801"/>
                  </a:cubicBezTo>
                  <a:cubicBezTo>
                    <a:pt x="10823" y="16801"/>
                    <a:pt x="12002" y="16444"/>
                    <a:pt x="13026" y="15729"/>
                  </a:cubicBezTo>
                  <a:cubicBezTo>
                    <a:pt x="16181" y="13455"/>
                    <a:pt x="16348" y="8455"/>
                    <a:pt x="13383" y="4347"/>
                  </a:cubicBezTo>
                  <a:cubicBezTo>
                    <a:pt x="12026" y="2454"/>
                    <a:pt x="10216" y="1061"/>
                    <a:pt x="8264" y="406"/>
                  </a:cubicBezTo>
                  <a:cubicBezTo>
                    <a:pt x="7459" y="135"/>
                    <a:pt x="6657" y="1"/>
                    <a:pt x="588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0" name="Google Shape;2000;p30"/>
            <p:cNvSpPr/>
            <p:nvPr/>
          </p:nvSpPr>
          <p:spPr>
            <a:xfrm>
              <a:off x="5882902" y="1304495"/>
              <a:ext cx="34838" cy="35245"/>
            </a:xfrm>
            <a:custGeom>
              <a:avLst/>
              <a:gdLst/>
              <a:ahLst/>
              <a:cxnLst/>
              <a:rect l="l" t="t" r="r" b="b"/>
              <a:pathLst>
                <a:path w="13348" h="13504" extrusionOk="0">
                  <a:moveTo>
                    <a:pt x="4812" y="1"/>
                  </a:moveTo>
                  <a:cubicBezTo>
                    <a:pt x="3929" y="1"/>
                    <a:pt x="3098" y="239"/>
                    <a:pt x="2394" y="742"/>
                  </a:cubicBezTo>
                  <a:cubicBezTo>
                    <a:pt x="13" y="2433"/>
                    <a:pt x="1" y="6493"/>
                    <a:pt x="2358" y="9815"/>
                  </a:cubicBezTo>
                  <a:cubicBezTo>
                    <a:pt x="4028" y="12156"/>
                    <a:pt x="6431" y="13503"/>
                    <a:pt x="8538" y="13503"/>
                  </a:cubicBezTo>
                  <a:cubicBezTo>
                    <a:pt x="9421" y="13503"/>
                    <a:pt x="10252" y="13267"/>
                    <a:pt x="10955" y="12767"/>
                  </a:cubicBezTo>
                  <a:cubicBezTo>
                    <a:pt x="13336" y="11065"/>
                    <a:pt x="13348" y="7005"/>
                    <a:pt x="10978" y="3683"/>
                  </a:cubicBezTo>
                  <a:cubicBezTo>
                    <a:pt x="9310" y="1352"/>
                    <a:pt x="6914" y="1"/>
                    <a:pt x="481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1" name="Google Shape;2001;p30"/>
            <p:cNvSpPr/>
            <p:nvPr/>
          </p:nvSpPr>
          <p:spPr>
            <a:xfrm>
              <a:off x="5880138" y="1300197"/>
              <a:ext cx="42512" cy="43869"/>
            </a:xfrm>
            <a:custGeom>
              <a:avLst/>
              <a:gdLst/>
              <a:ahLst/>
              <a:cxnLst/>
              <a:rect l="l" t="t" r="r" b="b"/>
              <a:pathLst>
                <a:path w="16288" h="16808" extrusionOk="0">
                  <a:moveTo>
                    <a:pt x="5858" y="3294"/>
                  </a:moveTo>
                  <a:cubicBezTo>
                    <a:pt x="6394" y="3294"/>
                    <a:pt x="6894" y="3425"/>
                    <a:pt x="7215" y="3520"/>
                  </a:cubicBezTo>
                  <a:cubicBezTo>
                    <a:pt x="8489" y="3961"/>
                    <a:pt x="9775" y="4961"/>
                    <a:pt x="10704" y="6271"/>
                  </a:cubicBezTo>
                  <a:cubicBezTo>
                    <a:pt x="12502" y="8795"/>
                    <a:pt x="12657" y="11914"/>
                    <a:pt x="11049" y="13057"/>
                  </a:cubicBezTo>
                  <a:cubicBezTo>
                    <a:pt x="10597" y="13383"/>
                    <a:pt x="10079" y="13492"/>
                    <a:pt x="9591" y="13492"/>
                  </a:cubicBezTo>
                  <a:cubicBezTo>
                    <a:pt x="9065" y="13492"/>
                    <a:pt x="8573" y="13365"/>
                    <a:pt x="8239" y="13248"/>
                  </a:cubicBezTo>
                  <a:cubicBezTo>
                    <a:pt x="6965" y="12807"/>
                    <a:pt x="5703" y="11807"/>
                    <a:pt x="4763" y="10497"/>
                  </a:cubicBezTo>
                  <a:cubicBezTo>
                    <a:pt x="3822" y="9200"/>
                    <a:pt x="3298" y="7664"/>
                    <a:pt x="3298" y="6318"/>
                  </a:cubicBezTo>
                  <a:cubicBezTo>
                    <a:pt x="3298" y="5640"/>
                    <a:pt x="3453" y="4413"/>
                    <a:pt x="4406" y="3723"/>
                  </a:cubicBezTo>
                  <a:cubicBezTo>
                    <a:pt x="4870" y="3401"/>
                    <a:pt x="5382" y="3294"/>
                    <a:pt x="5858" y="3294"/>
                  </a:cubicBezTo>
                  <a:close/>
                  <a:moveTo>
                    <a:pt x="5861" y="1"/>
                  </a:moveTo>
                  <a:cubicBezTo>
                    <a:pt x="4613" y="1"/>
                    <a:pt x="3447" y="356"/>
                    <a:pt x="2489" y="1044"/>
                  </a:cubicBezTo>
                  <a:cubicBezTo>
                    <a:pt x="905" y="2163"/>
                    <a:pt x="0" y="4080"/>
                    <a:pt x="0" y="6318"/>
                  </a:cubicBezTo>
                  <a:cubicBezTo>
                    <a:pt x="0" y="8366"/>
                    <a:pt x="727" y="10545"/>
                    <a:pt x="2072" y="12426"/>
                  </a:cubicBezTo>
                  <a:cubicBezTo>
                    <a:pt x="3405" y="14319"/>
                    <a:pt x="5215" y="15724"/>
                    <a:pt x="7168" y="16391"/>
                  </a:cubicBezTo>
                  <a:cubicBezTo>
                    <a:pt x="7989" y="16677"/>
                    <a:pt x="8811" y="16808"/>
                    <a:pt x="9585" y="16808"/>
                  </a:cubicBezTo>
                  <a:cubicBezTo>
                    <a:pt x="10835" y="16808"/>
                    <a:pt x="11990" y="16450"/>
                    <a:pt x="12942" y="15760"/>
                  </a:cubicBezTo>
                  <a:cubicBezTo>
                    <a:pt x="16109" y="13498"/>
                    <a:pt x="16288" y="8497"/>
                    <a:pt x="13359" y="4378"/>
                  </a:cubicBezTo>
                  <a:cubicBezTo>
                    <a:pt x="12037" y="2484"/>
                    <a:pt x="10228" y="1091"/>
                    <a:pt x="8275" y="425"/>
                  </a:cubicBezTo>
                  <a:cubicBezTo>
                    <a:pt x="7459" y="140"/>
                    <a:pt x="6644" y="1"/>
                    <a:pt x="586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2" name="Google Shape;2002;p30"/>
            <p:cNvSpPr/>
            <p:nvPr/>
          </p:nvSpPr>
          <p:spPr>
            <a:xfrm>
              <a:off x="5799559" y="1366749"/>
              <a:ext cx="66380" cy="60784"/>
            </a:xfrm>
            <a:custGeom>
              <a:avLst/>
              <a:gdLst/>
              <a:ahLst/>
              <a:cxnLst/>
              <a:rect l="l" t="t" r="r" b="b"/>
              <a:pathLst>
                <a:path w="25433" h="23289" extrusionOk="0">
                  <a:moveTo>
                    <a:pt x="19241" y="0"/>
                  </a:moveTo>
                  <a:lnTo>
                    <a:pt x="16479" y="1798"/>
                  </a:lnTo>
                  <a:lnTo>
                    <a:pt x="17383" y="3179"/>
                  </a:lnTo>
                  <a:cubicBezTo>
                    <a:pt x="21229" y="9085"/>
                    <a:pt x="21896" y="15907"/>
                    <a:pt x="18919" y="18705"/>
                  </a:cubicBezTo>
                  <a:cubicBezTo>
                    <a:pt x="17820" y="19743"/>
                    <a:pt x="16416" y="19998"/>
                    <a:pt x="15265" y="19998"/>
                  </a:cubicBezTo>
                  <a:cubicBezTo>
                    <a:pt x="15070" y="19998"/>
                    <a:pt x="14882" y="19991"/>
                    <a:pt x="14705" y="19979"/>
                  </a:cubicBezTo>
                  <a:cubicBezTo>
                    <a:pt x="11049" y="19705"/>
                    <a:pt x="6787" y="17014"/>
                    <a:pt x="3620" y="12966"/>
                  </a:cubicBezTo>
                  <a:lnTo>
                    <a:pt x="2596" y="11668"/>
                  </a:lnTo>
                  <a:lnTo>
                    <a:pt x="0" y="13704"/>
                  </a:lnTo>
                  <a:lnTo>
                    <a:pt x="1012" y="15002"/>
                  </a:lnTo>
                  <a:cubicBezTo>
                    <a:pt x="4810" y="19824"/>
                    <a:pt x="9823" y="22920"/>
                    <a:pt x="14455" y="23265"/>
                  </a:cubicBezTo>
                  <a:cubicBezTo>
                    <a:pt x="14752" y="23277"/>
                    <a:pt x="15038" y="23289"/>
                    <a:pt x="15324" y="23289"/>
                  </a:cubicBezTo>
                  <a:cubicBezTo>
                    <a:pt x="17634" y="23289"/>
                    <a:pt x="19669" y="22551"/>
                    <a:pt x="21193" y="21098"/>
                  </a:cubicBezTo>
                  <a:cubicBezTo>
                    <a:pt x="25432" y="17109"/>
                    <a:pt x="24992" y="8811"/>
                    <a:pt x="20158" y="1381"/>
                  </a:cubicBezTo>
                  <a:lnTo>
                    <a:pt x="1924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003" name="Google Shape;2003;p30"/>
          <p:cNvGrpSpPr/>
          <p:nvPr/>
        </p:nvGrpSpPr>
        <p:grpSpPr>
          <a:xfrm>
            <a:off x="7997075" y="3973025"/>
            <a:ext cx="1061100" cy="314400"/>
            <a:chOff x="7997075" y="4289600"/>
            <a:chExt cx="1061100" cy="314400"/>
          </a:xfrm>
        </p:grpSpPr>
        <p:sp>
          <p:nvSpPr>
            <p:cNvPr id="2004" name="Google Shape;2004;p30"/>
            <p:cNvSpPr/>
            <p:nvPr/>
          </p:nvSpPr>
          <p:spPr>
            <a:xfrm>
              <a:off x="7997075" y="4289600"/>
              <a:ext cx="1061100" cy="314400"/>
            </a:xfrm>
            <a:prstGeom prst="rect">
              <a:avLst/>
            </a:prstGeom>
            <a:solidFill>
              <a:schemeClr val="accent3"/>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5" name="Google Shape;2005;p30"/>
            <p:cNvSpPr/>
            <p:nvPr/>
          </p:nvSpPr>
          <p:spPr>
            <a:xfrm>
              <a:off x="7997075" y="4289600"/>
              <a:ext cx="426900" cy="314400"/>
            </a:xfrm>
            <a:prstGeom prst="rect">
              <a:avLst/>
            </a:prstGeom>
            <a:solidFill>
              <a:srgbClr val="000000">
                <a:alpha val="78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009"/>
        <p:cNvGrpSpPr/>
        <p:nvPr/>
      </p:nvGrpSpPr>
      <p:grpSpPr>
        <a:xfrm>
          <a:off x="0" y="0"/>
          <a:ext cx="0" cy="0"/>
          <a:chOff x="0" y="0"/>
          <a:chExt cx="0" cy="0"/>
        </a:xfrm>
      </p:grpSpPr>
      <p:sp>
        <p:nvSpPr>
          <p:cNvPr id="2010" name="Google Shape;2010;p31"/>
          <p:cNvSpPr txBox="1">
            <a:spLocks noGrp="1"/>
          </p:cNvSpPr>
          <p:nvPr>
            <p:ph type="title"/>
          </p:nvPr>
        </p:nvSpPr>
        <p:spPr>
          <a:xfrm>
            <a:off x="904875" y="597425"/>
            <a:ext cx="73344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fr"/>
              <a:t>LE TITRE DE LA </a:t>
            </a:r>
            <a:r>
              <a:rPr lang="fr">
                <a:solidFill>
                  <a:schemeClr val="lt1"/>
                </a:solidFill>
              </a:rPr>
              <a:t>DIAPOSITIVE</a:t>
            </a:r>
            <a:r>
              <a:rPr lang="fr"/>
              <a:t> !</a:t>
            </a:r>
            <a:endParaRPr/>
          </a:p>
        </p:txBody>
      </p:sp>
      <p:sp>
        <p:nvSpPr>
          <p:cNvPr id="2011" name="Google Shape;2011;p31"/>
          <p:cNvSpPr txBox="1">
            <a:spLocks noGrp="1"/>
          </p:cNvSpPr>
          <p:nvPr>
            <p:ph type="body" idx="1"/>
          </p:nvPr>
        </p:nvSpPr>
        <p:spPr>
          <a:xfrm>
            <a:off x="1135550" y="1374425"/>
            <a:ext cx="3606000" cy="283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fr">
                <a:solidFill>
                  <a:schemeClr val="dk1"/>
                </a:solidFill>
              </a:rPr>
              <a:t>Savez-vous ce qui vous aide à rendre votre point de vue très clair ?</a:t>
            </a:r>
            <a:endParaRPr>
              <a:solidFill>
                <a:schemeClr val="dk1"/>
              </a:solidFill>
            </a:endParaRPr>
          </a:p>
          <a:p>
            <a:pPr marL="0" lvl="0" indent="0" algn="l" rtl="0">
              <a:spcBef>
                <a:spcPts val="1600"/>
              </a:spcBef>
              <a:spcAft>
                <a:spcPts val="0"/>
              </a:spcAft>
              <a:buClr>
                <a:schemeClr val="dk1"/>
              </a:buClr>
              <a:buSzPts val="1100"/>
              <a:buFont typeface="Arial"/>
              <a:buNone/>
            </a:pPr>
            <a:r>
              <a:rPr lang="fr">
                <a:solidFill>
                  <a:schemeClr val="dk1"/>
                </a:solidFill>
              </a:rPr>
              <a:t>Des listes comme celle-ci :</a:t>
            </a:r>
            <a:endParaRPr>
              <a:solidFill>
                <a:schemeClr val="dk1"/>
              </a:solidFill>
            </a:endParaRPr>
          </a:p>
          <a:p>
            <a:pPr marL="457200" lvl="0" indent="-317500" algn="l" rtl="0">
              <a:spcBef>
                <a:spcPts val="1600"/>
              </a:spcBef>
              <a:spcAft>
                <a:spcPts val="0"/>
              </a:spcAft>
              <a:buClr>
                <a:schemeClr val="dk1"/>
              </a:buClr>
              <a:buSzPts val="1400"/>
              <a:buFont typeface="Barlow"/>
              <a:buAutoNum type="arabicPeriod"/>
            </a:pPr>
            <a:r>
              <a:rPr lang="fr">
                <a:solidFill>
                  <a:schemeClr val="dk1"/>
                </a:solidFill>
              </a:rPr>
              <a:t>Elles sont simples</a:t>
            </a:r>
            <a:endParaRPr>
              <a:solidFill>
                <a:schemeClr val="dk1"/>
              </a:solidFill>
            </a:endParaRPr>
          </a:p>
          <a:p>
            <a:pPr marL="457200" lvl="0" indent="-317500" algn="l" rtl="0">
              <a:spcBef>
                <a:spcPts val="0"/>
              </a:spcBef>
              <a:spcAft>
                <a:spcPts val="0"/>
              </a:spcAft>
              <a:buClr>
                <a:schemeClr val="dk1"/>
              </a:buClr>
              <a:buSzPts val="1400"/>
              <a:buFont typeface="Barlow"/>
              <a:buAutoNum type="arabicPeriod"/>
            </a:pPr>
            <a:r>
              <a:rPr lang="fr">
                <a:solidFill>
                  <a:schemeClr val="dk1"/>
                </a:solidFill>
              </a:rPr>
              <a:t>Vous pouvez organiser vos idées de manière claire</a:t>
            </a:r>
            <a:endParaRPr>
              <a:solidFill>
                <a:schemeClr val="dk1"/>
              </a:solidFill>
            </a:endParaRPr>
          </a:p>
          <a:p>
            <a:pPr marL="457200" lvl="0" indent="-317500" algn="l" rtl="0">
              <a:spcBef>
                <a:spcPts val="0"/>
              </a:spcBef>
              <a:spcAft>
                <a:spcPts val="0"/>
              </a:spcAft>
              <a:buClr>
                <a:schemeClr val="dk1"/>
              </a:buClr>
              <a:buSzPts val="1400"/>
              <a:buFont typeface="Barlow"/>
              <a:buAutoNum type="arabicPeriod"/>
            </a:pPr>
            <a:r>
              <a:rPr lang="fr">
                <a:solidFill>
                  <a:schemeClr val="dk1"/>
                </a:solidFill>
              </a:rPr>
              <a:t>Vous n’oublierez jamais d’acheter du lait et des biscuits !</a:t>
            </a:r>
            <a:endParaRPr>
              <a:solidFill>
                <a:schemeClr val="dk1"/>
              </a:solidFill>
            </a:endParaRPr>
          </a:p>
          <a:p>
            <a:pPr marL="0" lvl="0" indent="0" algn="l" rtl="0">
              <a:spcBef>
                <a:spcPts val="1600"/>
              </a:spcBef>
              <a:spcAft>
                <a:spcPts val="1600"/>
              </a:spcAft>
              <a:buClr>
                <a:schemeClr val="dk1"/>
              </a:buClr>
              <a:buSzPts val="1100"/>
              <a:buFont typeface="Arial"/>
              <a:buNone/>
            </a:pPr>
            <a:r>
              <a:rPr lang="fr">
                <a:solidFill>
                  <a:schemeClr val="dk1"/>
                </a:solidFill>
              </a:rPr>
              <a:t>Et le plus important : le public ne manquera pas le but de votre présentation</a:t>
            </a:r>
            <a:endParaRPr>
              <a:solidFill>
                <a:schemeClr val="dk1"/>
              </a:solidFill>
            </a:endParaRPr>
          </a:p>
        </p:txBody>
      </p:sp>
      <p:pic>
        <p:nvPicPr>
          <p:cNvPr id="2012" name="Google Shape;2012;p31"/>
          <p:cNvPicPr preferRelativeResize="0"/>
          <p:nvPr/>
        </p:nvPicPr>
        <p:blipFill rotWithShape="1">
          <a:blip r:embed="rId3">
            <a:alphaModFix/>
          </a:blip>
          <a:srcRect l="5595" r="5586"/>
          <a:stretch/>
        </p:blipFill>
        <p:spPr>
          <a:xfrm>
            <a:off x="4976975" y="1374425"/>
            <a:ext cx="3232800" cy="2913000"/>
          </a:xfrm>
          <a:prstGeom prst="rect">
            <a:avLst/>
          </a:prstGeom>
          <a:noFill/>
          <a:ln w="19050" cap="flat" cmpd="sng">
            <a:solidFill>
              <a:srgbClr val="000000"/>
            </a:solidFill>
            <a:prstDash val="solid"/>
            <a:round/>
            <a:headEnd type="none" w="sm" len="sm"/>
            <a:tailEnd type="none" w="sm" len="sm"/>
          </a:ln>
        </p:spPr>
      </p:pic>
      <p:grpSp>
        <p:nvGrpSpPr>
          <p:cNvPr id="2013" name="Google Shape;2013;p31"/>
          <p:cNvGrpSpPr/>
          <p:nvPr/>
        </p:nvGrpSpPr>
        <p:grpSpPr>
          <a:xfrm>
            <a:off x="7997075" y="3668225"/>
            <a:ext cx="1061100" cy="314400"/>
            <a:chOff x="7997075" y="4289600"/>
            <a:chExt cx="1061100" cy="314400"/>
          </a:xfrm>
        </p:grpSpPr>
        <p:sp>
          <p:nvSpPr>
            <p:cNvPr id="2014" name="Google Shape;2014;p31"/>
            <p:cNvSpPr/>
            <p:nvPr/>
          </p:nvSpPr>
          <p:spPr>
            <a:xfrm>
              <a:off x="7997075" y="4289600"/>
              <a:ext cx="1061100" cy="314400"/>
            </a:xfrm>
            <a:prstGeom prst="rect">
              <a:avLst/>
            </a:prstGeom>
            <a:solidFill>
              <a:schemeClr val="accent2"/>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5" name="Google Shape;2015;p31"/>
            <p:cNvSpPr/>
            <p:nvPr/>
          </p:nvSpPr>
          <p:spPr>
            <a:xfrm>
              <a:off x="7997075" y="4289600"/>
              <a:ext cx="426900" cy="314400"/>
            </a:xfrm>
            <a:prstGeom prst="rect">
              <a:avLst/>
            </a:prstGeom>
            <a:solidFill>
              <a:srgbClr val="000000">
                <a:alpha val="78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016" name="Google Shape;2016;p31"/>
          <p:cNvSpPr/>
          <p:nvPr/>
        </p:nvSpPr>
        <p:spPr>
          <a:xfrm flipH="1">
            <a:off x="8014062" y="1271700"/>
            <a:ext cx="291900" cy="291900"/>
          </a:xfrm>
          <a:prstGeom prst="ellipse">
            <a:avLst/>
          </a:prstGeom>
          <a:noFill/>
          <a:ln w="19050"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7" name="Google Shape;2017;p31"/>
          <p:cNvSpPr/>
          <p:nvPr/>
        </p:nvSpPr>
        <p:spPr>
          <a:xfrm rot="-2855308" flipH="1">
            <a:off x="6053893" y="3735851"/>
            <a:ext cx="117429" cy="117005"/>
          </a:xfrm>
          <a:prstGeom prst="rect">
            <a:avLst/>
          </a:prstGeom>
          <a:no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8" name="Google Shape;2018;p31"/>
          <p:cNvSpPr/>
          <p:nvPr/>
        </p:nvSpPr>
        <p:spPr>
          <a:xfrm rot="3430508" flipH="1">
            <a:off x="7886957" y="4247078"/>
            <a:ext cx="126736" cy="109431"/>
          </a:xfrm>
          <a:prstGeom prst="triangle">
            <a:avLst>
              <a:gd name="adj" fmla="val 50000"/>
            </a:avLst>
          </a:prstGeom>
          <a:noFill/>
          <a:ln w="19050"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019" name="Google Shape;2019;p31"/>
          <p:cNvGrpSpPr/>
          <p:nvPr/>
        </p:nvGrpSpPr>
        <p:grpSpPr>
          <a:xfrm rot="-1857956">
            <a:off x="1106961" y="653115"/>
            <a:ext cx="344292" cy="461306"/>
            <a:chOff x="4717160" y="2424399"/>
            <a:chExt cx="253540" cy="339731"/>
          </a:xfrm>
        </p:grpSpPr>
        <p:sp>
          <p:nvSpPr>
            <p:cNvPr id="2020" name="Google Shape;2020;p31"/>
            <p:cNvSpPr/>
            <p:nvPr/>
          </p:nvSpPr>
          <p:spPr>
            <a:xfrm>
              <a:off x="4719860" y="2426874"/>
              <a:ext cx="248569" cy="334760"/>
            </a:xfrm>
            <a:custGeom>
              <a:avLst/>
              <a:gdLst/>
              <a:ahLst/>
              <a:cxnLst/>
              <a:rect l="l" t="t" r="r" b="b"/>
              <a:pathLst>
                <a:path w="335904" h="452379" extrusionOk="0">
                  <a:moveTo>
                    <a:pt x="94531" y="1"/>
                  </a:moveTo>
                  <a:lnTo>
                    <a:pt x="1" y="408183"/>
                  </a:lnTo>
                  <a:lnTo>
                    <a:pt x="315417" y="452378"/>
                  </a:lnTo>
                  <a:lnTo>
                    <a:pt x="335904" y="33831"/>
                  </a:lnTo>
                  <a:lnTo>
                    <a:pt x="94531"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1" name="Google Shape;2021;p31"/>
            <p:cNvSpPr/>
            <p:nvPr/>
          </p:nvSpPr>
          <p:spPr>
            <a:xfrm>
              <a:off x="4717160" y="2424399"/>
              <a:ext cx="253540" cy="339731"/>
            </a:xfrm>
            <a:custGeom>
              <a:avLst/>
              <a:gdLst/>
              <a:ahLst/>
              <a:cxnLst/>
              <a:rect l="l" t="t" r="r" b="b"/>
              <a:pathLst>
                <a:path w="342621" h="459096" extrusionOk="0">
                  <a:moveTo>
                    <a:pt x="100458" y="6657"/>
                  </a:moveTo>
                  <a:lnTo>
                    <a:pt x="336420" y="39697"/>
                  </a:lnTo>
                  <a:lnTo>
                    <a:pt x="316207" y="452287"/>
                  </a:lnTo>
                  <a:lnTo>
                    <a:pt x="7234" y="409034"/>
                  </a:lnTo>
                  <a:lnTo>
                    <a:pt x="100458" y="6657"/>
                  </a:lnTo>
                  <a:close/>
                  <a:moveTo>
                    <a:pt x="95899" y="0"/>
                  </a:moveTo>
                  <a:lnTo>
                    <a:pt x="0" y="413988"/>
                  </a:lnTo>
                  <a:lnTo>
                    <a:pt x="321891" y="459095"/>
                  </a:lnTo>
                  <a:lnTo>
                    <a:pt x="342621" y="34591"/>
                  </a:lnTo>
                  <a:lnTo>
                    <a:pt x="95899" y="0"/>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2" name="Google Shape;2022;p31"/>
            <p:cNvSpPr/>
            <p:nvPr/>
          </p:nvSpPr>
          <p:spPr>
            <a:xfrm>
              <a:off x="4779190" y="2517463"/>
              <a:ext cx="140829" cy="235930"/>
            </a:xfrm>
            <a:custGeom>
              <a:avLst/>
              <a:gdLst/>
              <a:ahLst/>
              <a:cxnLst/>
              <a:rect l="l" t="t" r="r" b="b"/>
              <a:pathLst>
                <a:path w="190309" h="318824" extrusionOk="0">
                  <a:moveTo>
                    <a:pt x="109706" y="1"/>
                  </a:moveTo>
                  <a:cubicBezTo>
                    <a:pt x="71237" y="1"/>
                    <a:pt x="37664" y="28356"/>
                    <a:pt x="32190" y="67482"/>
                  </a:cubicBezTo>
                  <a:lnTo>
                    <a:pt x="1" y="297090"/>
                  </a:lnTo>
                  <a:lnTo>
                    <a:pt x="155140" y="318823"/>
                  </a:lnTo>
                  <a:lnTo>
                    <a:pt x="187299" y="89185"/>
                  </a:lnTo>
                  <a:cubicBezTo>
                    <a:pt x="190308" y="67756"/>
                    <a:pt x="184351" y="47148"/>
                    <a:pt x="172314" y="31220"/>
                  </a:cubicBezTo>
                  <a:cubicBezTo>
                    <a:pt x="160217" y="15172"/>
                    <a:pt x="142070" y="3773"/>
                    <a:pt x="120641" y="764"/>
                  </a:cubicBezTo>
                  <a:cubicBezTo>
                    <a:pt x="116966" y="250"/>
                    <a:pt x="113314" y="1"/>
                    <a:pt x="109706"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3" name="Google Shape;2023;p31"/>
            <p:cNvSpPr/>
            <p:nvPr/>
          </p:nvSpPr>
          <p:spPr>
            <a:xfrm>
              <a:off x="4776714" y="2515212"/>
              <a:ext cx="145462" cy="240653"/>
            </a:xfrm>
            <a:custGeom>
              <a:avLst/>
              <a:gdLst/>
              <a:ahLst/>
              <a:cxnLst/>
              <a:rect l="l" t="t" r="r" b="b"/>
              <a:pathLst>
                <a:path w="196570" h="325207" extrusionOk="0">
                  <a:moveTo>
                    <a:pt x="113075" y="5961"/>
                  </a:moveTo>
                  <a:cubicBezTo>
                    <a:pt x="116535" y="5961"/>
                    <a:pt x="120036" y="6200"/>
                    <a:pt x="123559" y="6692"/>
                  </a:cubicBezTo>
                  <a:cubicBezTo>
                    <a:pt x="143468" y="9518"/>
                    <a:pt x="161128" y="19883"/>
                    <a:pt x="173256" y="35963"/>
                  </a:cubicBezTo>
                  <a:cubicBezTo>
                    <a:pt x="185323" y="52072"/>
                    <a:pt x="190460" y="71890"/>
                    <a:pt x="187694" y="91799"/>
                  </a:cubicBezTo>
                  <a:lnTo>
                    <a:pt x="155930" y="318489"/>
                  </a:lnTo>
                  <a:lnTo>
                    <a:pt x="6687" y="297577"/>
                  </a:lnTo>
                  <a:lnTo>
                    <a:pt x="38451" y="70857"/>
                  </a:lnTo>
                  <a:cubicBezTo>
                    <a:pt x="43732" y="33249"/>
                    <a:pt x="76084" y="5961"/>
                    <a:pt x="113075" y="5961"/>
                  </a:cubicBezTo>
                  <a:close/>
                  <a:moveTo>
                    <a:pt x="113018" y="0"/>
                  </a:moveTo>
                  <a:cubicBezTo>
                    <a:pt x="73184" y="0"/>
                    <a:pt x="38250" y="29470"/>
                    <a:pt x="32554" y="70066"/>
                  </a:cubicBezTo>
                  <a:lnTo>
                    <a:pt x="0" y="302653"/>
                  </a:lnTo>
                  <a:lnTo>
                    <a:pt x="161006" y="325207"/>
                  </a:lnTo>
                  <a:lnTo>
                    <a:pt x="193530" y="92589"/>
                  </a:lnTo>
                  <a:cubicBezTo>
                    <a:pt x="196569" y="71130"/>
                    <a:pt x="191037" y="49732"/>
                    <a:pt x="177967" y="32376"/>
                  </a:cubicBezTo>
                  <a:cubicBezTo>
                    <a:pt x="164897" y="15020"/>
                    <a:pt x="145839" y="3804"/>
                    <a:pt x="124349" y="795"/>
                  </a:cubicBezTo>
                  <a:cubicBezTo>
                    <a:pt x="120542" y="260"/>
                    <a:pt x="116759" y="0"/>
                    <a:pt x="11301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4" name="Google Shape;2024;p31"/>
            <p:cNvSpPr/>
            <p:nvPr/>
          </p:nvSpPr>
          <p:spPr>
            <a:xfrm>
              <a:off x="4816485" y="2608589"/>
              <a:ext cx="45436" cy="42591"/>
            </a:xfrm>
            <a:custGeom>
              <a:avLst/>
              <a:gdLst/>
              <a:ahLst/>
              <a:cxnLst/>
              <a:rect l="l" t="t" r="r" b="b"/>
              <a:pathLst>
                <a:path w="61400" h="57555" extrusionOk="0">
                  <a:moveTo>
                    <a:pt x="30661" y="0"/>
                  </a:moveTo>
                  <a:cubicBezTo>
                    <a:pt x="16541" y="0"/>
                    <a:pt x="4219" y="10401"/>
                    <a:pt x="2219" y="24784"/>
                  </a:cubicBezTo>
                  <a:cubicBezTo>
                    <a:pt x="0" y="40499"/>
                    <a:pt x="10973" y="55058"/>
                    <a:pt x="26718" y="57277"/>
                  </a:cubicBezTo>
                  <a:cubicBezTo>
                    <a:pt x="28064" y="57464"/>
                    <a:pt x="29401" y="57555"/>
                    <a:pt x="30722" y="57555"/>
                  </a:cubicBezTo>
                  <a:cubicBezTo>
                    <a:pt x="44857" y="57555"/>
                    <a:pt x="57182" y="47147"/>
                    <a:pt x="59211" y="32748"/>
                  </a:cubicBezTo>
                  <a:cubicBezTo>
                    <a:pt x="61400" y="17003"/>
                    <a:pt x="50457" y="2443"/>
                    <a:pt x="34712" y="285"/>
                  </a:cubicBezTo>
                  <a:cubicBezTo>
                    <a:pt x="33351" y="93"/>
                    <a:pt x="31998" y="0"/>
                    <a:pt x="30661"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5" name="Google Shape;2025;p31"/>
            <p:cNvSpPr/>
            <p:nvPr/>
          </p:nvSpPr>
          <p:spPr>
            <a:xfrm>
              <a:off x="4815089" y="2606365"/>
              <a:ext cx="49238" cy="46992"/>
            </a:xfrm>
            <a:custGeom>
              <a:avLst/>
              <a:gdLst/>
              <a:ahLst/>
              <a:cxnLst/>
              <a:rect l="l" t="t" r="r" b="b"/>
              <a:pathLst>
                <a:path w="66538" h="63503" extrusionOk="0">
                  <a:moveTo>
                    <a:pt x="32585" y="5934"/>
                  </a:moveTo>
                  <a:cubicBezTo>
                    <a:pt x="33771" y="5934"/>
                    <a:pt x="34986" y="6025"/>
                    <a:pt x="36202" y="6207"/>
                  </a:cubicBezTo>
                  <a:cubicBezTo>
                    <a:pt x="43041" y="7180"/>
                    <a:pt x="49090" y="10736"/>
                    <a:pt x="53224" y="16238"/>
                  </a:cubicBezTo>
                  <a:cubicBezTo>
                    <a:pt x="57358" y="21739"/>
                    <a:pt x="59121" y="28518"/>
                    <a:pt x="58178" y="35357"/>
                  </a:cubicBezTo>
                  <a:cubicBezTo>
                    <a:pt x="57175" y="42196"/>
                    <a:pt x="53649" y="48244"/>
                    <a:pt x="48148" y="52378"/>
                  </a:cubicBezTo>
                  <a:cubicBezTo>
                    <a:pt x="43611" y="55768"/>
                    <a:pt x="38257" y="57564"/>
                    <a:pt x="32705" y="57564"/>
                  </a:cubicBezTo>
                  <a:cubicBezTo>
                    <a:pt x="31487" y="57564"/>
                    <a:pt x="30259" y="57477"/>
                    <a:pt x="29029" y="57302"/>
                  </a:cubicBezTo>
                  <a:cubicBezTo>
                    <a:pt x="22190" y="56330"/>
                    <a:pt x="16141" y="52804"/>
                    <a:pt x="12007" y="47272"/>
                  </a:cubicBezTo>
                  <a:cubicBezTo>
                    <a:pt x="7843" y="41770"/>
                    <a:pt x="6110" y="34992"/>
                    <a:pt x="7053" y="28153"/>
                  </a:cubicBezTo>
                  <a:cubicBezTo>
                    <a:pt x="8846" y="15296"/>
                    <a:pt x="19941" y="5934"/>
                    <a:pt x="32585" y="5934"/>
                  </a:cubicBezTo>
                  <a:close/>
                  <a:moveTo>
                    <a:pt x="32620" y="1"/>
                  </a:moveTo>
                  <a:cubicBezTo>
                    <a:pt x="17016" y="1"/>
                    <a:pt x="3410" y="11522"/>
                    <a:pt x="1186" y="27363"/>
                  </a:cubicBezTo>
                  <a:cubicBezTo>
                    <a:pt x="1" y="35752"/>
                    <a:pt x="2159" y="44111"/>
                    <a:pt x="7266" y="50889"/>
                  </a:cubicBezTo>
                  <a:cubicBezTo>
                    <a:pt x="12342" y="57637"/>
                    <a:pt x="19789" y="62014"/>
                    <a:pt x="28178" y="63199"/>
                  </a:cubicBezTo>
                  <a:cubicBezTo>
                    <a:pt x="29698" y="63381"/>
                    <a:pt x="31187" y="63503"/>
                    <a:pt x="32676" y="63503"/>
                  </a:cubicBezTo>
                  <a:cubicBezTo>
                    <a:pt x="39515" y="63503"/>
                    <a:pt x="46172" y="61284"/>
                    <a:pt x="51795" y="57120"/>
                  </a:cubicBezTo>
                  <a:cubicBezTo>
                    <a:pt x="58543" y="52013"/>
                    <a:pt x="62920" y="44567"/>
                    <a:pt x="64105" y="36177"/>
                  </a:cubicBezTo>
                  <a:cubicBezTo>
                    <a:pt x="66537" y="18821"/>
                    <a:pt x="54379" y="2742"/>
                    <a:pt x="37053" y="311"/>
                  </a:cubicBezTo>
                  <a:cubicBezTo>
                    <a:pt x="35563" y="102"/>
                    <a:pt x="34083" y="1"/>
                    <a:pt x="3262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6" name="Google Shape;2026;p31"/>
            <p:cNvSpPr/>
            <p:nvPr/>
          </p:nvSpPr>
          <p:spPr>
            <a:xfrm>
              <a:off x="4831610" y="2626671"/>
              <a:ext cx="16128" cy="6546"/>
            </a:xfrm>
            <a:custGeom>
              <a:avLst/>
              <a:gdLst/>
              <a:ahLst/>
              <a:cxnLst/>
              <a:rect l="l" t="t" r="r" b="b"/>
              <a:pathLst>
                <a:path w="21795" h="8846" extrusionOk="0">
                  <a:moveTo>
                    <a:pt x="821" y="0"/>
                  </a:moveTo>
                  <a:lnTo>
                    <a:pt x="0" y="5928"/>
                  </a:lnTo>
                  <a:lnTo>
                    <a:pt x="20973" y="8846"/>
                  </a:lnTo>
                  <a:lnTo>
                    <a:pt x="21794" y="2949"/>
                  </a:lnTo>
                  <a:lnTo>
                    <a:pt x="821" y="0"/>
                  </a:lnTo>
                  <a:close/>
                </a:path>
              </a:pathLst>
            </a:custGeom>
            <a:solidFill>
              <a:srgbClr val="FAF9E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7" name="Google Shape;2027;p31"/>
            <p:cNvSpPr/>
            <p:nvPr/>
          </p:nvSpPr>
          <p:spPr>
            <a:xfrm>
              <a:off x="4836223" y="2620279"/>
              <a:ext cx="6974" cy="19096"/>
            </a:xfrm>
            <a:custGeom>
              <a:avLst/>
              <a:gdLst/>
              <a:ahLst/>
              <a:cxnLst/>
              <a:rect l="l" t="t" r="r" b="b"/>
              <a:pathLst>
                <a:path w="9424" h="25806" extrusionOk="0">
                  <a:moveTo>
                    <a:pt x="3496" y="0"/>
                  </a:moveTo>
                  <a:lnTo>
                    <a:pt x="1" y="24985"/>
                  </a:lnTo>
                  <a:lnTo>
                    <a:pt x="5897" y="25806"/>
                  </a:lnTo>
                  <a:lnTo>
                    <a:pt x="9423" y="821"/>
                  </a:lnTo>
                  <a:lnTo>
                    <a:pt x="3496" y="0"/>
                  </a:lnTo>
                  <a:close/>
                </a:path>
              </a:pathLst>
            </a:custGeom>
            <a:solidFill>
              <a:srgbClr val="FAF9E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8" name="Google Shape;2028;p31"/>
            <p:cNvSpPr/>
            <p:nvPr/>
          </p:nvSpPr>
          <p:spPr>
            <a:xfrm>
              <a:off x="4861680" y="2526829"/>
              <a:ext cx="35539" cy="223083"/>
            </a:xfrm>
            <a:custGeom>
              <a:avLst/>
              <a:gdLst/>
              <a:ahLst/>
              <a:cxnLst/>
              <a:rect l="l" t="t" r="r" b="b"/>
              <a:pathLst>
                <a:path w="48026" h="301464" extrusionOk="0">
                  <a:moveTo>
                    <a:pt x="42128" y="1"/>
                  </a:moveTo>
                  <a:lnTo>
                    <a:pt x="0" y="300643"/>
                  </a:lnTo>
                  <a:lnTo>
                    <a:pt x="5927" y="301464"/>
                  </a:lnTo>
                  <a:lnTo>
                    <a:pt x="48025" y="821"/>
                  </a:lnTo>
                  <a:lnTo>
                    <a:pt x="4212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9" name="Google Shape;2029;p31"/>
            <p:cNvSpPr/>
            <p:nvPr/>
          </p:nvSpPr>
          <p:spPr>
            <a:xfrm>
              <a:off x="4831632" y="2466892"/>
              <a:ext cx="13092" cy="16489"/>
            </a:xfrm>
            <a:custGeom>
              <a:avLst/>
              <a:gdLst/>
              <a:ahLst/>
              <a:cxnLst/>
              <a:rect l="l" t="t" r="r" b="b"/>
              <a:pathLst>
                <a:path w="17692" h="22282" extrusionOk="0">
                  <a:moveTo>
                    <a:pt x="9671" y="1"/>
                  </a:moveTo>
                  <a:cubicBezTo>
                    <a:pt x="5597" y="1"/>
                    <a:pt x="1766" y="4226"/>
                    <a:pt x="913" y="9941"/>
                  </a:cubicBezTo>
                  <a:cubicBezTo>
                    <a:pt x="1" y="16050"/>
                    <a:pt x="2797" y="21582"/>
                    <a:pt x="7174" y="22220"/>
                  </a:cubicBezTo>
                  <a:cubicBezTo>
                    <a:pt x="7457" y="22262"/>
                    <a:pt x="7740" y="22282"/>
                    <a:pt x="8021" y="22282"/>
                  </a:cubicBezTo>
                  <a:cubicBezTo>
                    <a:pt x="12095" y="22282"/>
                    <a:pt x="15926" y="18056"/>
                    <a:pt x="16779" y="12342"/>
                  </a:cubicBezTo>
                  <a:cubicBezTo>
                    <a:pt x="17691" y="6232"/>
                    <a:pt x="14895" y="700"/>
                    <a:pt x="10518" y="62"/>
                  </a:cubicBezTo>
                  <a:cubicBezTo>
                    <a:pt x="10235" y="21"/>
                    <a:pt x="9952" y="1"/>
                    <a:pt x="9671"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0" name="Google Shape;2030;p31"/>
            <p:cNvSpPr/>
            <p:nvPr/>
          </p:nvSpPr>
          <p:spPr>
            <a:xfrm>
              <a:off x="4829741" y="2464702"/>
              <a:ext cx="16893" cy="20858"/>
            </a:xfrm>
            <a:custGeom>
              <a:avLst/>
              <a:gdLst/>
              <a:ahLst/>
              <a:cxnLst/>
              <a:rect l="l" t="t" r="r" b="b"/>
              <a:pathLst>
                <a:path w="22828" h="28187" extrusionOk="0">
                  <a:moveTo>
                    <a:pt x="12189" y="5907"/>
                  </a:moveTo>
                  <a:cubicBezTo>
                    <a:pt x="12341" y="5907"/>
                    <a:pt x="12463" y="5937"/>
                    <a:pt x="12615" y="5937"/>
                  </a:cubicBezTo>
                  <a:cubicBezTo>
                    <a:pt x="14165" y="6180"/>
                    <a:pt x="15138" y="7609"/>
                    <a:pt x="15533" y="8460"/>
                  </a:cubicBezTo>
                  <a:cubicBezTo>
                    <a:pt x="16414" y="10192"/>
                    <a:pt x="16718" y="12533"/>
                    <a:pt x="16384" y="14843"/>
                  </a:cubicBezTo>
                  <a:cubicBezTo>
                    <a:pt x="15783" y="18904"/>
                    <a:pt x="13272" y="22239"/>
                    <a:pt x="10648" y="22239"/>
                  </a:cubicBezTo>
                  <a:cubicBezTo>
                    <a:pt x="10483" y="22239"/>
                    <a:pt x="10318" y="22226"/>
                    <a:pt x="10153" y="22199"/>
                  </a:cubicBezTo>
                  <a:cubicBezTo>
                    <a:pt x="8603" y="21986"/>
                    <a:pt x="7630" y="20527"/>
                    <a:pt x="7235" y="19706"/>
                  </a:cubicBezTo>
                  <a:cubicBezTo>
                    <a:pt x="6353" y="17943"/>
                    <a:pt x="6049" y="15633"/>
                    <a:pt x="6384" y="13323"/>
                  </a:cubicBezTo>
                  <a:cubicBezTo>
                    <a:pt x="6992" y="9220"/>
                    <a:pt x="9666" y="5907"/>
                    <a:pt x="12189" y="5907"/>
                  </a:cubicBezTo>
                  <a:close/>
                  <a:moveTo>
                    <a:pt x="12182" y="0"/>
                  </a:moveTo>
                  <a:cubicBezTo>
                    <a:pt x="6621" y="0"/>
                    <a:pt x="1617" y="5153"/>
                    <a:pt x="548" y="12442"/>
                  </a:cubicBezTo>
                  <a:cubicBezTo>
                    <a:pt x="1" y="15998"/>
                    <a:pt x="487" y="19554"/>
                    <a:pt x="1976" y="22411"/>
                  </a:cubicBezTo>
                  <a:cubicBezTo>
                    <a:pt x="3587" y="25542"/>
                    <a:pt x="6262" y="27609"/>
                    <a:pt x="9302" y="28065"/>
                  </a:cubicBezTo>
                  <a:cubicBezTo>
                    <a:pt x="9727" y="28126"/>
                    <a:pt x="10183" y="28187"/>
                    <a:pt x="10639" y="28187"/>
                  </a:cubicBezTo>
                  <a:cubicBezTo>
                    <a:pt x="16201" y="28187"/>
                    <a:pt x="21156" y="23019"/>
                    <a:pt x="22311" y="15724"/>
                  </a:cubicBezTo>
                  <a:cubicBezTo>
                    <a:pt x="22828" y="12168"/>
                    <a:pt x="22341" y="8612"/>
                    <a:pt x="20852" y="5755"/>
                  </a:cubicBezTo>
                  <a:cubicBezTo>
                    <a:pt x="19271" y="2654"/>
                    <a:pt x="16566" y="557"/>
                    <a:pt x="13527" y="101"/>
                  </a:cubicBezTo>
                  <a:cubicBezTo>
                    <a:pt x="13076" y="33"/>
                    <a:pt x="12627" y="0"/>
                    <a:pt x="1218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1" name="Google Shape;2031;p31"/>
            <p:cNvSpPr/>
            <p:nvPr/>
          </p:nvSpPr>
          <p:spPr>
            <a:xfrm>
              <a:off x="4910115" y="2477583"/>
              <a:ext cx="13159" cy="16489"/>
            </a:xfrm>
            <a:custGeom>
              <a:avLst/>
              <a:gdLst/>
              <a:ahLst/>
              <a:cxnLst/>
              <a:rect l="l" t="t" r="r" b="b"/>
              <a:pathLst>
                <a:path w="17783" h="22283" extrusionOk="0">
                  <a:moveTo>
                    <a:pt x="9757" y="0"/>
                  </a:moveTo>
                  <a:cubicBezTo>
                    <a:pt x="5685" y="0"/>
                    <a:pt x="1854" y="4198"/>
                    <a:pt x="973" y="9910"/>
                  </a:cubicBezTo>
                  <a:cubicBezTo>
                    <a:pt x="1" y="16020"/>
                    <a:pt x="2827" y="21521"/>
                    <a:pt x="7204" y="22220"/>
                  </a:cubicBezTo>
                  <a:cubicBezTo>
                    <a:pt x="7487" y="22262"/>
                    <a:pt x="7770" y="22282"/>
                    <a:pt x="8051" y="22282"/>
                  </a:cubicBezTo>
                  <a:cubicBezTo>
                    <a:pt x="12102" y="22282"/>
                    <a:pt x="15959" y="18084"/>
                    <a:pt x="16840" y="12372"/>
                  </a:cubicBezTo>
                  <a:cubicBezTo>
                    <a:pt x="17782" y="6263"/>
                    <a:pt x="15016" y="761"/>
                    <a:pt x="10609" y="62"/>
                  </a:cubicBezTo>
                  <a:cubicBezTo>
                    <a:pt x="10324" y="20"/>
                    <a:pt x="10040" y="0"/>
                    <a:pt x="9757"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2" name="Google Shape;2032;p31"/>
            <p:cNvSpPr/>
            <p:nvPr/>
          </p:nvSpPr>
          <p:spPr>
            <a:xfrm>
              <a:off x="4908270" y="2475370"/>
              <a:ext cx="17410" cy="20881"/>
            </a:xfrm>
            <a:custGeom>
              <a:avLst/>
              <a:gdLst/>
              <a:ahLst/>
              <a:cxnLst/>
              <a:rect l="l" t="t" r="r" b="b"/>
              <a:pathLst>
                <a:path w="23527" h="28218" extrusionOk="0">
                  <a:moveTo>
                    <a:pt x="12219" y="5968"/>
                  </a:moveTo>
                  <a:cubicBezTo>
                    <a:pt x="12371" y="5968"/>
                    <a:pt x="12523" y="5968"/>
                    <a:pt x="12706" y="6029"/>
                  </a:cubicBezTo>
                  <a:cubicBezTo>
                    <a:pt x="15380" y="6424"/>
                    <a:pt x="17113" y="10588"/>
                    <a:pt x="16444" y="14904"/>
                  </a:cubicBezTo>
                  <a:cubicBezTo>
                    <a:pt x="16049" y="17184"/>
                    <a:pt x="15076" y="19312"/>
                    <a:pt x="13709" y="20710"/>
                  </a:cubicBezTo>
                  <a:cubicBezTo>
                    <a:pt x="13134" y="21339"/>
                    <a:pt x="12016" y="22265"/>
                    <a:pt x="10645" y="22265"/>
                  </a:cubicBezTo>
                  <a:cubicBezTo>
                    <a:pt x="10494" y="22265"/>
                    <a:pt x="10340" y="22254"/>
                    <a:pt x="10183" y="22230"/>
                  </a:cubicBezTo>
                  <a:cubicBezTo>
                    <a:pt x="8602" y="22017"/>
                    <a:pt x="7660" y="20558"/>
                    <a:pt x="7234" y="19737"/>
                  </a:cubicBezTo>
                  <a:cubicBezTo>
                    <a:pt x="6322" y="17974"/>
                    <a:pt x="6079" y="15664"/>
                    <a:pt x="6414" y="13354"/>
                  </a:cubicBezTo>
                  <a:cubicBezTo>
                    <a:pt x="7052" y="9281"/>
                    <a:pt x="9696" y="5968"/>
                    <a:pt x="12219" y="5968"/>
                  </a:cubicBezTo>
                  <a:close/>
                  <a:moveTo>
                    <a:pt x="12236" y="0"/>
                  </a:moveTo>
                  <a:cubicBezTo>
                    <a:pt x="6673" y="0"/>
                    <a:pt x="1642" y="5126"/>
                    <a:pt x="517" y="12412"/>
                  </a:cubicBezTo>
                  <a:cubicBezTo>
                    <a:pt x="0" y="15968"/>
                    <a:pt x="486" y="19494"/>
                    <a:pt x="1945" y="22382"/>
                  </a:cubicBezTo>
                  <a:cubicBezTo>
                    <a:pt x="3526" y="25543"/>
                    <a:pt x="6201" y="27640"/>
                    <a:pt x="9240" y="28096"/>
                  </a:cubicBezTo>
                  <a:cubicBezTo>
                    <a:pt x="9636" y="28157"/>
                    <a:pt x="10092" y="28217"/>
                    <a:pt x="10547" y="28217"/>
                  </a:cubicBezTo>
                  <a:cubicBezTo>
                    <a:pt x="13161" y="28217"/>
                    <a:pt x="15806" y="27062"/>
                    <a:pt x="17934" y="24874"/>
                  </a:cubicBezTo>
                  <a:cubicBezTo>
                    <a:pt x="20213" y="22594"/>
                    <a:pt x="21733" y="19342"/>
                    <a:pt x="22311" y="15786"/>
                  </a:cubicBezTo>
                  <a:cubicBezTo>
                    <a:pt x="23526" y="7913"/>
                    <a:pt x="19666" y="1044"/>
                    <a:pt x="13587" y="102"/>
                  </a:cubicBezTo>
                  <a:cubicBezTo>
                    <a:pt x="13134" y="34"/>
                    <a:pt x="12683" y="0"/>
                    <a:pt x="1223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3" name="Google Shape;2033;p31"/>
            <p:cNvSpPr/>
            <p:nvPr/>
          </p:nvSpPr>
          <p:spPr>
            <a:xfrm>
              <a:off x="4861927" y="2476683"/>
              <a:ext cx="30838" cy="25575"/>
            </a:xfrm>
            <a:custGeom>
              <a:avLst/>
              <a:gdLst/>
              <a:ahLst/>
              <a:cxnLst/>
              <a:rect l="l" t="t" r="r" b="b"/>
              <a:pathLst>
                <a:path w="41673" h="34561" extrusionOk="0">
                  <a:moveTo>
                    <a:pt x="1459" y="0"/>
                  </a:moveTo>
                  <a:lnTo>
                    <a:pt x="1155" y="2949"/>
                  </a:lnTo>
                  <a:cubicBezTo>
                    <a:pt x="0" y="13374"/>
                    <a:pt x="2462" y="23162"/>
                    <a:pt x="7751" y="29119"/>
                  </a:cubicBezTo>
                  <a:cubicBezTo>
                    <a:pt x="10821" y="32615"/>
                    <a:pt x="14590" y="34499"/>
                    <a:pt x="18663" y="34560"/>
                  </a:cubicBezTo>
                  <a:lnTo>
                    <a:pt x="18876" y="34560"/>
                  </a:lnTo>
                  <a:cubicBezTo>
                    <a:pt x="28816" y="34560"/>
                    <a:pt x="38117" y="23922"/>
                    <a:pt x="41126" y="9149"/>
                  </a:cubicBezTo>
                  <a:lnTo>
                    <a:pt x="41673" y="6231"/>
                  </a:lnTo>
                  <a:lnTo>
                    <a:pt x="35837" y="5076"/>
                  </a:lnTo>
                  <a:lnTo>
                    <a:pt x="35259" y="8025"/>
                  </a:lnTo>
                  <a:cubicBezTo>
                    <a:pt x="32949" y="19697"/>
                    <a:pt x="25685" y="28481"/>
                    <a:pt x="18815" y="28633"/>
                  </a:cubicBezTo>
                  <a:cubicBezTo>
                    <a:pt x="15837" y="28603"/>
                    <a:pt x="13618" y="26748"/>
                    <a:pt x="12250" y="25229"/>
                  </a:cubicBezTo>
                  <a:cubicBezTo>
                    <a:pt x="8086" y="20548"/>
                    <a:pt x="6110" y="12250"/>
                    <a:pt x="7083" y="3617"/>
                  </a:cubicBezTo>
                  <a:lnTo>
                    <a:pt x="7387" y="639"/>
                  </a:lnTo>
                  <a:lnTo>
                    <a:pt x="145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037"/>
        <p:cNvGrpSpPr/>
        <p:nvPr/>
      </p:nvGrpSpPr>
      <p:grpSpPr>
        <a:xfrm>
          <a:off x="0" y="0"/>
          <a:ext cx="0" cy="0"/>
          <a:chOff x="0" y="0"/>
          <a:chExt cx="0" cy="0"/>
        </a:xfrm>
      </p:grpSpPr>
      <p:sp>
        <p:nvSpPr>
          <p:cNvPr id="2038" name="Google Shape;2038;p32"/>
          <p:cNvSpPr txBox="1">
            <a:spLocks noGrp="1"/>
          </p:cNvSpPr>
          <p:nvPr>
            <p:ph type="title"/>
          </p:nvPr>
        </p:nvSpPr>
        <p:spPr>
          <a:xfrm>
            <a:off x="1891300" y="1613350"/>
            <a:ext cx="5361300" cy="1916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fr"/>
              <a:t>MOTS</a:t>
            </a:r>
            <a:endParaRPr/>
          </a:p>
          <a:p>
            <a:pPr marL="0" lvl="0" indent="0" algn="ctr" rtl="0">
              <a:spcBef>
                <a:spcPts val="0"/>
              </a:spcBef>
              <a:spcAft>
                <a:spcPts val="0"/>
              </a:spcAft>
              <a:buNone/>
            </a:pPr>
            <a:r>
              <a:rPr lang="fr">
                <a:solidFill>
                  <a:schemeClr val="lt1"/>
                </a:solidFill>
              </a:rPr>
              <a:t>GÉNIAUX</a:t>
            </a:r>
            <a:endParaRPr>
              <a:solidFill>
                <a:schemeClr val="lt1"/>
              </a:solidFill>
            </a:endParaRPr>
          </a:p>
        </p:txBody>
      </p:sp>
      <p:grpSp>
        <p:nvGrpSpPr>
          <p:cNvPr id="2039" name="Google Shape;2039;p32"/>
          <p:cNvGrpSpPr/>
          <p:nvPr/>
        </p:nvGrpSpPr>
        <p:grpSpPr>
          <a:xfrm>
            <a:off x="1388112" y="3399659"/>
            <a:ext cx="1582605" cy="1204353"/>
            <a:chOff x="2579412" y="3386409"/>
            <a:chExt cx="1582605" cy="1204353"/>
          </a:xfrm>
        </p:grpSpPr>
        <p:sp>
          <p:nvSpPr>
            <p:cNvPr id="2040" name="Google Shape;2040;p32"/>
            <p:cNvSpPr/>
            <p:nvPr/>
          </p:nvSpPr>
          <p:spPr>
            <a:xfrm>
              <a:off x="2582144" y="3389424"/>
              <a:ext cx="1576826" cy="1198295"/>
            </a:xfrm>
            <a:custGeom>
              <a:avLst/>
              <a:gdLst/>
              <a:ahLst/>
              <a:cxnLst/>
              <a:rect l="l" t="t" r="r" b="b"/>
              <a:pathLst>
                <a:path w="604148" h="459117" extrusionOk="0">
                  <a:moveTo>
                    <a:pt x="514660" y="0"/>
                  </a:moveTo>
                  <a:lnTo>
                    <a:pt x="11205" y="161663"/>
                  </a:lnTo>
                  <a:lnTo>
                    <a:pt x="1" y="172438"/>
                  </a:lnTo>
                  <a:lnTo>
                    <a:pt x="88798" y="459116"/>
                  </a:lnTo>
                  <a:lnTo>
                    <a:pt x="600064" y="296513"/>
                  </a:lnTo>
                  <a:lnTo>
                    <a:pt x="604148" y="278725"/>
                  </a:lnTo>
                  <a:lnTo>
                    <a:pt x="514660" y="0"/>
                  </a:lnTo>
                  <a:close/>
                </a:path>
              </a:pathLst>
            </a:custGeom>
            <a:solidFill>
              <a:srgbClr val="FAF9E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1" name="Google Shape;2041;p32"/>
            <p:cNvSpPr/>
            <p:nvPr/>
          </p:nvSpPr>
          <p:spPr>
            <a:xfrm>
              <a:off x="2579412" y="3386441"/>
              <a:ext cx="1582046" cy="1204322"/>
            </a:xfrm>
            <a:custGeom>
              <a:avLst/>
              <a:gdLst/>
              <a:ahLst/>
              <a:cxnLst/>
              <a:rect l="l" t="t" r="r" b="b"/>
              <a:pathLst>
                <a:path w="606148" h="461426" extrusionOk="0">
                  <a:moveTo>
                    <a:pt x="515112" y="2310"/>
                  </a:moveTo>
                  <a:lnTo>
                    <a:pt x="604242" y="279916"/>
                  </a:lnTo>
                  <a:lnTo>
                    <a:pt x="600313" y="296942"/>
                  </a:lnTo>
                  <a:lnTo>
                    <a:pt x="90440" y="459116"/>
                  </a:lnTo>
                  <a:lnTo>
                    <a:pt x="2084" y="173855"/>
                  </a:lnTo>
                  <a:lnTo>
                    <a:pt x="12728" y="163604"/>
                  </a:lnTo>
                  <a:lnTo>
                    <a:pt x="515112" y="2310"/>
                  </a:lnTo>
                  <a:close/>
                  <a:moveTo>
                    <a:pt x="516303" y="0"/>
                  </a:moveTo>
                  <a:lnTo>
                    <a:pt x="11966" y="161937"/>
                  </a:lnTo>
                  <a:lnTo>
                    <a:pt x="0" y="173319"/>
                  </a:lnTo>
                  <a:lnTo>
                    <a:pt x="88976" y="460545"/>
                  </a:lnTo>
                  <a:lnTo>
                    <a:pt x="89237" y="461426"/>
                  </a:lnTo>
                  <a:lnTo>
                    <a:pt x="601373" y="298537"/>
                  </a:lnTo>
                  <a:lnTo>
                    <a:pt x="601873" y="298370"/>
                  </a:lnTo>
                  <a:lnTo>
                    <a:pt x="606147" y="279820"/>
                  </a:lnTo>
                  <a:lnTo>
                    <a:pt x="516303" y="0"/>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2" name="Google Shape;2042;p32"/>
            <p:cNvSpPr/>
            <p:nvPr/>
          </p:nvSpPr>
          <p:spPr>
            <a:xfrm>
              <a:off x="2611418" y="3389361"/>
              <a:ext cx="1547553" cy="1149353"/>
            </a:xfrm>
            <a:custGeom>
              <a:avLst/>
              <a:gdLst/>
              <a:ahLst/>
              <a:cxnLst/>
              <a:rect l="l" t="t" r="r" b="b"/>
              <a:pathLst>
                <a:path w="592932" h="440365" extrusionOk="0">
                  <a:moveTo>
                    <a:pt x="503444" y="0"/>
                  </a:moveTo>
                  <a:lnTo>
                    <a:pt x="1" y="161651"/>
                  </a:lnTo>
                  <a:lnTo>
                    <a:pt x="89488" y="440364"/>
                  </a:lnTo>
                  <a:lnTo>
                    <a:pt x="592932" y="278713"/>
                  </a:lnTo>
                  <a:lnTo>
                    <a:pt x="503444" y="0"/>
                  </a:lnTo>
                  <a:close/>
                </a:path>
              </a:pathLst>
            </a:custGeom>
            <a:solidFill>
              <a:srgbClr val="FAF9E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3" name="Google Shape;2043;p32"/>
            <p:cNvSpPr/>
            <p:nvPr/>
          </p:nvSpPr>
          <p:spPr>
            <a:xfrm>
              <a:off x="2608341" y="3386409"/>
              <a:ext cx="1553676" cy="1155410"/>
            </a:xfrm>
            <a:custGeom>
              <a:avLst/>
              <a:gdLst/>
              <a:ahLst/>
              <a:cxnLst/>
              <a:rect l="l" t="t" r="r" b="b"/>
              <a:pathLst>
                <a:path w="595278" h="442686" extrusionOk="0">
                  <a:moveTo>
                    <a:pt x="504028" y="2310"/>
                  </a:moveTo>
                  <a:lnTo>
                    <a:pt x="592956" y="279285"/>
                  </a:lnTo>
                  <a:lnTo>
                    <a:pt x="91238" y="440376"/>
                  </a:lnTo>
                  <a:lnTo>
                    <a:pt x="2311" y="163413"/>
                  </a:lnTo>
                  <a:lnTo>
                    <a:pt x="504028" y="2310"/>
                  </a:lnTo>
                  <a:close/>
                  <a:moveTo>
                    <a:pt x="505219" y="0"/>
                  </a:moveTo>
                  <a:lnTo>
                    <a:pt x="1" y="162223"/>
                  </a:lnTo>
                  <a:lnTo>
                    <a:pt x="90060" y="442686"/>
                  </a:lnTo>
                  <a:lnTo>
                    <a:pt x="595278" y="280463"/>
                  </a:lnTo>
                  <a:lnTo>
                    <a:pt x="505219" y="0"/>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4" name="Google Shape;2044;p32"/>
            <p:cNvSpPr/>
            <p:nvPr/>
          </p:nvSpPr>
          <p:spPr>
            <a:xfrm>
              <a:off x="2655297" y="3526185"/>
              <a:ext cx="1314051" cy="421943"/>
            </a:xfrm>
            <a:custGeom>
              <a:avLst/>
              <a:gdLst/>
              <a:ahLst/>
              <a:cxnLst/>
              <a:rect l="l" t="t" r="r" b="b"/>
              <a:pathLst>
                <a:path w="503468" h="161664" extrusionOk="0">
                  <a:moveTo>
                    <a:pt x="0" y="161663"/>
                  </a:moveTo>
                  <a:lnTo>
                    <a:pt x="503468" y="1"/>
                  </a:lnTo>
                </a:path>
              </a:pathLst>
            </a:custGeom>
            <a:solidFill>
              <a:srgbClr val="FAF9E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5" name="Google Shape;2045;p32"/>
            <p:cNvSpPr/>
            <p:nvPr/>
          </p:nvSpPr>
          <p:spPr>
            <a:xfrm>
              <a:off x="2654736" y="3523948"/>
              <a:ext cx="1315453" cy="426479"/>
            </a:xfrm>
            <a:custGeom>
              <a:avLst/>
              <a:gdLst/>
              <a:ahLst/>
              <a:cxnLst/>
              <a:rect l="l" t="t" r="r" b="b"/>
              <a:pathLst>
                <a:path w="504005" h="163402" extrusionOk="0">
                  <a:moveTo>
                    <a:pt x="503445" y="0"/>
                  </a:moveTo>
                  <a:lnTo>
                    <a:pt x="1" y="161639"/>
                  </a:lnTo>
                  <a:lnTo>
                    <a:pt x="560" y="163401"/>
                  </a:lnTo>
                  <a:lnTo>
                    <a:pt x="504004" y="1751"/>
                  </a:lnTo>
                  <a:lnTo>
                    <a:pt x="503445" y="0"/>
                  </a:lnTo>
                  <a:close/>
                </a:path>
              </a:pathLst>
            </a:custGeom>
            <a:solidFill>
              <a:srgbClr val="252C3C"/>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6" name="Google Shape;2046;p32"/>
            <p:cNvSpPr/>
            <p:nvPr/>
          </p:nvSpPr>
          <p:spPr>
            <a:xfrm>
              <a:off x="2663594" y="3552071"/>
              <a:ext cx="1314051" cy="421912"/>
            </a:xfrm>
            <a:custGeom>
              <a:avLst/>
              <a:gdLst/>
              <a:ahLst/>
              <a:cxnLst/>
              <a:rect l="l" t="t" r="r" b="b"/>
              <a:pathLst>
                <a:path w="503468" h="161652" extrusionOk="0">
                  <a:moveTo>
                    <a:pt x="0" y="161651"/>
                  </a:moveTo>
                  <a:lnTo>
                    <a:pt x="503468" y="0"/>
                  </a:lnTo>
                </a:path>
              </a:pathLst>
            </a:custGeom>
            <a:solidFill>
              <a:srgbClr val="FAF9E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7" name="Google Shape;2047;p32"/>
            <p:cNvSpPr/>
            <p:nvPr/>
          </p:nvSpPr>
          <p:spPr>
            <a:xfrm>
              <a:off x="2663065" y="3549834"/>
              <a:ext cx="1315453" cy="426479"/>
            </a:xfrm>
            <a:custGeom>
              <a:avLst/>
              <a:gdLst/>
              <a:ahLst/>
              <a:cxnLst/>
              <a:rect l="l" t="t" r="r" b="b"/>
              <a:pathLst>
                <a:path w="504005" h="163402" extrusionOk="0">
                  <a:moveTo>
                    <a:pt x="503445" y="0"/>
                  </a:moveTo>
                  <a:lnTo>
                    <a:pt x="1" y="161651"/>
                  </a:lnTo>
                  <a:lnTo>
                    <a:pt x="560" y="163401"/>
                  </a:lnTo>
                  <a:lnTo>
                    <a:pt x="504004" y="1762"/>
                  </a:lnTo>
                  <a:lnTo>
                    <a:pt x="503445" y="0"/>
                  </a:lnTo>
                  <a:close/>
                </a:path>
              </a:pathLst>
            </a:custGeom>
            <a:solidFill>
              <a:srgbClr val="252C3C"/>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8" name="Google Shape;2048;p32"/>
            <p:cNvSpPr/>
            <p:nvPr/>
          </p:nvSpPr>
          <p:spPr>
            <a:xfrm>
              <a:off x="2794389" y="3943086"/>
              <a:ext cx="240744" cy="214806"/>
            </a:xfrm>
            <a:custGeom>
              <a:avLst/>
              <a:gdLst/>
              <a:ahLst/>
              <a:cxnLst/>
              <a:rect l="l" t="t" r="r" b="b"/>
              <a:pathLst>
                <a:path w="92239" h="82301" extrusionOk="0">
                  <a:moveTo>
                    <a:pt x="46128" y="0"/>
                  </a:moveTo>
                  <a:cubicBezTo>
                    <a:pt x="41961" y="0"/>
                    <a:pt x="37722" y="638"/>
                    <a:pt x="33540" y="1979"/>
                  </a:cubicBezTo>
                  <a:cubicBezTo>
                    <a:pt x="11907" y="8920"/>
                    <a:pt x="1" y="32078"/>
                    <a:pt x="6942" y="53723"/>
                  </a:cubicBezTo>
                  <a:cubicBezTo>
                    <a:pt x="12552" y="71178"/>
                    <a:pt x="28711" y="82300"/>
                    <a:pt x="46113" y="82300"/>
                  </a:cubicBezTo>
                  <a:cubicBezTo>
                    <a:pt x="50279" y="82300"/>
                    <a:pt x="54517" y="81663"/>
                    <a:pt x="58698" y="80322"/>
                  </a:cubicBezTo>
                  <a:cubicBezTo>
                    <a:pt x="80332" y="73369"/>
                    <a:pt x="92238" y="50211"/>
                    <a:pt x="85285" y="28566"/>
                  </a:cubicBezTo>
                  <a:cubicBezTo>
                    <a:pt x="79694" y="11121"/>
                    <a:pt x="63532" y="0"/>
                    <a:pt x="4612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9" name="Google Shape;2049;p32"/>
            <p:cNvSpPr/>
            <p:nvPr/>
          </p:nvSpPr>
          <p:spPr>
            <a:xfrm>
              <a:off x="2791748" y="3940656"/>
              <a:ext cx="246026" cy="219624"/>
            </a:xfrm>
            <a:custGeom>
              <a:avLst/>
              <a:gdLst/>
              <a:ahLst/>
              <a:cxnLst/>
              <a:rect l="l" t="t" r="r" b="b"/>
              <a:pathLst>
                <a:path w="94263" h="84147" extrusionOk="0">
                  <a:moveTo>
                    <a:pt x="47114" y="1862"/>
                  </a:moveTo>
                  <a:cubicBezTo>
                    <a:pt x="64128" y="1862"/>
                    <a:pt x="79963" y="12744"/>
                    <a:pt x="85440" y="29782"/>
                  </a:cubicBezTo>
                  <a:cubicBezTo>
                    <a:pt x="92214" y="50904"/>
                    <a:pt x="80558" y="73585"/>
                    <a:pt x="59437" y="80372"/>
                  </a:cubicBezTo>
                  <a:cubicBezTo>
                    <a:pt x="55388" y="81674"/>
                    <a:pt x="51233" y="82320"/>
                    <a:pt x="47097" y="82320"/>
                  </a:cubicBezTo>
                  <a:cubicBezTo>
                    <a:pt x="40796" y="82320"/>
                    <a:pt x="34538" y="80821"/>
                    <a:pt x="28766" y="77860"/>
                  </a:cubicBezTo>
                  <a:cubicBezTo>
                    <a:pt x="19217" y="72954"/>
                    <a:pt x="12145" y="64608"/>
                    <a:pt x="8859" y="54381"/>
                  </a:cubicBezTo>
                  <a:cubicBezTo>
                    <a:pt x="2084" y="33271"/>
                    <a:pt x="13740" y="10589"/>
                    <a:pt x="34850" y="3803"/>
                  </a:cubicBezTo>
                  <a:cubicBezTo>
                    <a:pt x="38910" y="2493"/>
                    <a:pt x="43054" y="1862"/>
                    <a:pt x="47114" y="1862"/>
                  </a:cubicBezTo>
                  <a:close/>
                  <a:moveTo>
                    <a:pt x="47101" y="1"/>
                  </a:moveTo>
                  <a:cubicBezTo>
                    <a:pt x="42849" y="1"/>
                    <a:pt x="38527" y="650"/>
                    <a:pt x="34267" y="2017"/>
                  </a:cubicBezTo>
                  <a:cubicBezTo>
                    <a:pt x="12181" y="9113"/>
                    <a:pt x="1" y="32830"/>
                    <a:pt x="7085" y="54916"/>
                  </a:cubicBezTo>
                  <a:cubicBezTo>
                    <a:pt x="10514" y="65620"/>
                    <a:pt x="17919" y="74347"/>
                    <a:pt x="27897" y="79479"/>
                  </a:cubicBezTo>
                  <a:cubicBezTo>
                    <a:pt x="33945" y="82586"/>
                    <a:pt x="40494" y="84146"/>
                    <a:pt x="47090" y="84146"/>
                  </a:cubicBezTo>
                  <a:cubicBezTo>
                    <a:pt x="51412" y="84146"/>
                    <a:pt x="55758" y="83479"/>
                    <a:pt x="59984" y="82110"/>
                  </a:cubicBezTo>
                  <a:cubicBezTo>
                    <a:pt x="82070" y="75014"/>
                    <a:pt x="94262" y="51285"/>
                    <a:pt x="87178" y="29199"/>
                  </a:cubicBezTo>
                  <a:cubicBezTo>
                    <a:pt x="81451" y="11373"/>
                    <a:pt x="64889" y="1"/>
                    <a:pt x="4710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0" name="Google Shape;2050;p32"/>
            <p:cNvSpPr/>
            <p:nvPr/>
          </p:nvSpPr>
          <p:spPr>
            <a:xfrm>
              <a:off x="3263378" y="3793347"/>
              <a:ext cx="225206" cy="214725"/>
            </a:xfrm>
            <a:custGeom>
              <a:avLst/>
              <a:gdLst/>
              <a:ahLst/>
              <a:cxnLst/>
              <a:rect l="l" t="t" r="r" b="b"/>
              <a:pathLst>
                <a:path w="86286" h="82270" extrusionOk="0">
                  <a:moveTo>
                    <a:pt x="45149" y="0"/>
                  </a:moveTo>
                  <a:cubicBezTo>
                    <a:pt x="34621" y="0"/>
                    <a:pt x="24093" y="4016"/>
                    <a:pt x="16062" y="12046"/>
                  </a:cubicBezTo>
                  <a:cubicBezTo>
                    <a:pt x="1" y="28108"/>
                    <a:pt x="1" y="54159"/>
                    <a:pt x="16062" y="70220"/>
                  </a:cubicBezTo>
                  <a:cubicBezTo>
                    <a:pt x="23777" y="77936"/>
                    <a:pt x="34243" y="82269"/>
                    <a:pt x="45149" y="82269"/>
                  </a:cubicBezTo>
                  <a:cubicBezTo>
                    <a:pt x="56055" y="82269"/>
                    <a:pt x="66521" y="77936"/>
                    <a:pt x="74236" y="70220"/>
                  </a:cubicBezTo>
                  <a:cubicBezTo>
                    <a:pt x="81951" y="62505"/>
                    <a:pt x="86285" y="52039"/>
                    <a:pt x="86285" y="41133"/>
                  </a:cubicBezTo>
                  <a:cubicBezTo>
                    <a:pt x="86285" y="30227"/>
                    <a:pt x="81951" y="19762"/>
                    <a:pt x="74236" y="12046"/>
                  </a:cubicBezTo>
                  <a:cubicBezTo>
                    <a:pt x="66205" y="4016"/>
                    <a:pt x="55677" y="0"/>
                    <a:pt x="45149"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1" name="Google Shape;2051;p32"/>
            <p:cNvSpPr/>
            <p:nvPr/>
          </p:nvSpPr>
          <p:spPr>
            <a:xfrm>
              <a:off x="3258189" y="3790938"/>
              <a:ext cx="246026" cy="219558"/>
            </a:xfrm>
            <a:custGeom>
              <a:avLst/>
              <a:gdLst/>
              <a:ahLst/>
              <a:cxnLst/>
              <a:rect l="l" t="t" r="r" b="b"/>
              <a:pathLst>
                <a:path w="94263" h="84122" extrusionOk="0">
                  <a:moveTo>
                    <a:pt x="47113" y="1837"/>
                  </a:moveTo>
                  <a:cubicBezTo>
                    <a:pt x="64116" y="1837"/>
                    <a:pt x="79963" y="12731"/>
                    <a:pt x="85440" y="29769"/>
                  </a:cubicBezTo>
                  <a:cubicBezTo>
                    <a:pt x="92214" y="50891"/>
                    <a:pt x="80558" y="73572"/>
                    <a:pt x="59436" y="80359"/>
                  </a:cubicBezTo>
                  <a:cubicBezTo>
                    <a:pt x="55361" y="81668"/>
                    <a:pt x="51227" y="82291"/>
                    <a:pt x="47160" y="82291"/>
                  </a:cubicBezTo>
                  <a:cubicBezTo>
                    <a:pt x="30150" y="82291"/>
                    <a:pt x="14314" y="71402"/>
                    <a:pt x="8847" y="54356"/>
                  </a:cubicBezTo>
                  <a:cubicBezTo>
                    <a:pt x="2084" y="33246"/>
                    <a:pt x="13740" y="10564"/>
                    <a:pt x="34850" y="3778"/>
                  </a:cubicBezTo>
                  <a:cubicBezTo>
                    <a:pt x="38910" y="2468"/>
                    <a:pt x="43053" y="1837"/>
                    <a:pt x="47113" y="1837"/>
                  </a:cubicBezTo>
                  <a:close/>
                  <a:moveTo>
                    <a:pt x="47089" y="1"/>
                  </a:moveTo>
                  <a:cubicBezTo>
                    <a:pt x="42840" y="1"/>
                    <a:pt x="38522" y="650"/>
                    <a:pt x="34267" y="2016"/>
                  </a:cubicBezTo>
                  <a:cubicBezTo>
                    <a:pt x="12180" y="9112"/>
                    <a:pt x="0" y="32841"/>
                    <a:pt x="7085" y="54927"/>
                  </a:cubicBezTo>
                  <a:cubicBezTo>
                    <a:pt x="12811" y="72739"/>
                    <a:pt x="29373" y="84121"/>
                    <a:pt x="47161" y="84121"/>
                  </a:cubicBezTo>
                  <a:cubicBezTo>
                    <a:pt x="51412" y="84121"/>
                    <a:pt x="55734" y="83466"/>
                    <a:pt x="59984" y="82109"/>
                  </a:cubicBezTo>
                  <a:cubicBezTo>
                    <a:pt x="82070" y="75013"/>
                    <a:pt x="94262" y="51296"/>
                    <a:pt x="87178" y="29210"/>
                  </a:cubicBezTo>
                  <a:cubicBezTo>
                    <a:pt x="81450" y="11382"/>
                    <a:pt x="64877" y="1"/>
                    <a:pt x="4708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2" name="Google Shape;2052;p32"/>
            <p:cNvSpPr/>
            <p:nvPr/>
          </p:nvSpPr>
          <p:spPr>
            <a:xfrm>
              <a:off x="3706109" y="3650356"/>
              <a:ext cx="240741" cy="214790"/>
            </a:xfrm>
            <a:custGeom>
              <a:avLst/>
              <a:gdLst/>
              <a:ahLst/>
              <a:cxnLst/>
              <a:rect l="l" t="t" r="r" b="b"/>
              <a:pathLst>
                <a:path w="92238" h="82295" extrusionOk="0">
                  <a:moveTo>
                    <a:pt x="46121" y="1"/>
                  </a:moveTo>
                  <a:cubicBezTo>
                    <a:pt x="41955" y="1"/>
                    <a:pt x="37719" y="638"/>
                    <a:pt x="33540" y="1979"/>
                  </a:cubicBezTo>
                  <a:cubicBezTo>
                    <a:pt x="11906" y="8921"/>
                    <a:pt x="0" y="32078"/>
                    <a:pt x="6941" y="53724"/>
                  </a:cubicBezTo>
                  <a:cubicBezTo>
                    <a:pt x="12550" y="71173"/>
                    <a:pt x="28709" y="82294"/>
                    <a:pt x="46096" y="82294"/>
                  </a:cubicBezTo>
                  <a:cubicBezTo>
                    <a:pt x="50265" y="82294"/>
                    <a:pt x="54504" y="81655"/>
                    <a:pt x="58686" y="80310"/>
                  </a:cubicBezTo>
                  <a:cubicBezTo>
                    <a:pt x="80331" y="73369"/>
                    <a:pt x="92238" y="50211"/>
                    <a:pt x="85284" y="28566"/>
                  </a:cubicBezTo>
                  <a:cubicBezTo>
                    <a:pt x="79675" y="11121"/>
                    <a:pt x="63516" y="1"/>
                    <a:pt x="4612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3" name="Google Shape;2053;p32"/>
            <p:cNvSpPr/>
            <p:nvPr/>
          </p:nvSpPr>
          <p:spPr>
            <a:xfrm>
              <a:off x="3703437" y="3647900"/>
              <a:ext cx="236484" cy="219618"/>
            </a:xfrm>
            <a:custGeom>
              <a:avLst/>
              <a:gdLst/>
              <a:ahLst/>
              <a:cxnLst/>
              <a:rect l="l" t="t" r="r" b="b"/>
              <a:pathLst>
                <a:path w="90607" h="84145" extrusionOk="0">
                  <a:moveTo>
                    <a:pt x="47113" y="1873"/>
                  </a:moveTo>
                  <a:cubicBezTo>
                    <a:pt x="64115" y="1873"/>
                    <a:pt x="79951" y="12755"/>
                    <a:pt x="85416" y="29805"/>
                  </a:cubicBezTo>
                  <a:cubicBezTo>
                    <a:pt x="88702" y="40032"/>
                    <a:pt x="87809" y="50926"/>
                    <a:pt x="82903" y="60475"/>
                  </a:cubicBezTo>
                  <a:cubicBezTo>
                    <a:pt x="77986" y="70036"/>
                    <a:pt x="69652" y="77108"/>
                    <a:pt x="59436" y="80394"/>
                  </a:cubicBezTo>
                  <a:cubicBezTo>
                    <a:pt x="55363" y="81700"/>
                    <a:pt x="51232" y="82321"/>
                    <a:pt x="47168" y="82321"/>
                  </a:cubicBezTo>
                  <a:cubicBezTo>
                    <a:pt x="30154" y="82321"/>
                    <a:pt x="14315" y="71440"/>
                    <a:pt x="8846" y="54391"/>
                  </a:cubicBezTo>
                  <a:cubicBezTo>
                    <a:pt x="2072" y="33281"/>
                    <a:pt x="13728" y="10600"/>
                    <a:pt x="34850" y="3813"/>
                  </a:cubicBezTo>
                  <a:cubicBezTo>
                    <a:pt x="38910" y="2504"/>
                    <a:pt x="43041" y="1873"/>
                    <a:pt x="47113" y="1873"/>
                  </a:cubicBezTo>
                  <a:close/>
                  <a:moveTo>
                    <a:pt x="47187" y="1"/>
                  </a:moveTo>
                  <a:cubicBezTo>
                    <a:pt x="42864" y="1"/>
                    <a:pt x="38518" y="676"/>
                    <a:pt x="34278" y="2039"/>
                  </a:cubicBezTo>
                  <a:cubicBezTo>
                    <a:pt x="12192" y="9135"/>
                    <a:pt x="0" y="32864"/>
                    <a:pt x="7084" y="54950"/>
                  </a:cubicBezTo>
                  <a:cubicBezTo>
                    <a:pt x="12823" y="72762"/>
                    <a:pt x="29385" y="84145"/>
                    <a:pt x="47173" y="84145"/>
                  </a:cubicBezTo>
                  <a:cubicBezTo>
                    <a:pt x="51423" y="84145"/>
                    <a:pt x="55745" y="83502"/>
                    <a:pt x="59984" y="82132"/>
                  </a:cubicBezTo>
                  <a:cubicBezTo>
                    <a:pt x="70687" y="78703"/>
                    <a:pt x="79403" y="71298"/>
                    <a:pt x="84534" y="61320"/>
                  </a:cubicBezTo>
                  <a:cubicBezTo>
                    <a:pt x="89678" y="51319"/>
                    <a:pt x="90607" y="39925"/>
                    <a:pt x="87178" y="29233"/>
                  </a:cubicBezTo>
                  <a:cubicBezTo>
                    <a:pt x="83737" y="18529"/>
                    <a:pt x="76343" y="9802"/>
                    <a:pt x="66354" y="4670"/>
                  </a:cubicBezTo>
                  <a:cubicBezTo>
                    <a:pt x="60321" y="1571"/>
                    <a:pt x="53780" y="1"/>
                    <a:pt x="4718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4" name="Google Shape;2054;p32"/>
            <p:cNvSpPr/>
            <p:nvPr/>
          </p:nvSpPr>
          <p:spPr>
            <a:xfrm>
              <a:off x="2884134" y="4205847"/>
              <a:ext cx="225238" cy="214748"/>
            </a:xfrm>
            <a:custGeom>
              <a:avLst/>
              <a:gdLst/>
              <a:ahLst/>
              <a:cxnLst/>
              <a:rect l="l" t="t" r="r" b="b"/>
              <a:pathLst>
                <a:path w="86298" h="82279" extrusionOk="0">
                  <a:moveTo>
                    <a:pt x="45157" y="1"/>
                  </a:moveTo>
                  <a:cubicBezTo>
                    <a:pt x="34630" y="1"/>
                    <a:pt x="24105" y="4019"/>
                    <a:pt x="16074" y="12056"/>
                  </a:cubicBezTo>
                  <a:cubicBezTo>
                    <a:pt x="1" y="28117"/>
                    <a:pt x="1" y="54156"/>
                    <a:pt x="16074" y="70229"/>
                  </a:cubicBezTo>
                  <a:cubicBezTo>
                    <a:pt x="23790" y="77945"/>
                    <a:pt x="34243" y="82279"/>
                    <a:pt x="45161" y="82279"/>
                  </a:cubicBezTo>
                  <a:cubicBezTo>
                    <a:pt x="56067" y="82279"/>
                    <a:pt x="66533" y="77945"/>
                    <a:pt x="74248" y="70229"/>
                  </a:cubicBezTo>
                  <a:cubicBezTo>
                    <a:pt x="81963" y="62514"/>
                    <a:pt x="86297" y="52049"/>
                    <a:pt x="86297" y="41143"/>
                  </a:cubicBezTo>
                  <a:cubicBezTo>
                    <a:pt x="86297" y="30225"/>
                    <a:pt x="81963" y="19771"/>
                    <a:pt x="74248" y="12056"/>
                  </a:cubicBezTo>
                  <a:cubicBezTo>
                    <a:pt x="66211" y="4019"/>
                    <a:pt x="55683" y="1"/>
                    <a:pt x="4515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5" name="Google Shape;2055;p32"/>
            <p:cNvSpPr/>
            <p:nvPr/>
          </p:nvSpPr>
          <p:spPr>
            <a:xfrm>
              <a:off x="2878977" y="4203402"/>
              <a:ext cx="236516" cy="219618"/>
            </a:xfrm>
            <a:custGeom>
              <a:avLst/>
              <a:gdLst/>
              <a:ahLst/>
              <a:cxnLst/>
              <a:rect l="l" t="t" r="r" b="b"/>
              <a:pathLst>
                <a:path w="90619" h="84145" extrusionOk="0">
                  <a:moveTo>
                    <a:pt x="47185" y="1860"/>
                  </a:moveTo>
                  <a:cubicBezTo>
                    <a:pt x="53471" y="1860"/>
                    <a:pt x="59746" y="3360"/>
                    <a:pt x="65520" y="6337"/>
                  </a:cubicBezTo>
                  <a:cubicBezTo>
                    <a:pt x="75069" y="11230"/>
                    <a:pt x="82142" y="19589"/>
                    <a:pt x="85428" y="29804"/>
                  </a:cubicBezTo>
                  <a:cubicBezTo>
                    <a:pt x="88702" y="40032"/>
                    <a:pt x="87809" y="50926"/>
                    <a:pt x="82904" y="60487"/>
                  </a:cubicBezTo>
                  <a:cubicBezTo>
                    <a:pt x="77986" y="70035"/>
                    <a:pt x="69652" y="77108"/>
                    <a:pt x="59424" y="80394"/>
                  </a:cubicBezTo>
                  <a:cubicBezTo>
                    <a:pt x="55351" y="81703"/>
                    <a:pt x="51219" y="82326"/>
                    <a:pt x="47153" y="82326"/>
                  </a:cubicBezTo>
                  <a:cubicBezTo>
                    <a:pt x="30149" y="82326"/>
                    <a:pt x="14314" y="71439"/>
                    <a:pt x="8847" y="54402"/>
                  </a:cubicBezTo>
                  <a:cubicBezTo>
                    <a:pt x="2072" y="33281"/>
                    <a:pt x="13728" y="10599"/>
                    <a:pt x="34850" y="3813"/>
                  </a:cubicBezTo>
                  <a:cubicBezTo>
                    <a:pt x="38886" y="2503"/>
                    <a:pt x="43041" y="1860"/>
                    <a:pt x="47185" y="1860"/>
                  </a:cubicBezTo>
                  <a:close/>
                  <a:moveTo>
                    <a:pt x="47188" y="1"/>
                  </a:moveTo>
                  <a:cubicBezTo>
                    <a:pt x="42864" y="1"/>
                    <a:pt x="38518" y="676"/>
                    <a:pt x="34278" y="2039"/>
                  </a:cubicBezTo>
                  <a:cubicBezTo>
                    <a:pt x="12192" y="9135"/>
                    <a:pt x="0" y="32864"/>
                    <a:pt x="7085" y="54950"/>
                  </a:cubicBezTo>
                  <a:cubicBezTo>
                    <a:pt x="12812" y="72762"/>
                    <a:pt x="29385" y="84144"/>
                    <a:pt x="47161" y="84144"/>
                  </a:cubicBezTo>
                  <a:cubicBezTo>
                    <a:pt x="51412" y="84144"/>
                    <a:pt x="55722" y="83513"/>
                    <a:pt x="59996" y="82120"/>
                  </a:cubicBezTo>
                  <a:cubicBezTo>
                    <a:pt x="70700" y="78691"/>
                    <a:pt x="79415" y="71285"/>
                    <a:pt x="84547" y="61308"/>
                  </a:cubicBezTo>
                  <a:cubicBezTo>
                    <a:pt x="89690" y="51319"/>
                    <a:pt x="90619" y="39924"/>
                    <a:pt x="87190" y="29233"/>
                  </a:cubicBezTo>
                  <a:cubicBezTo>
                    <a:pt x="83749" y="18529"/>
                    <a:pt x="76355" y="9814"/>
                    <a:pt x="66366" y="4670"/>
                  </a:cubicBezTo>
                  <a:cubicBezTo>
                    <a:pt x="60326" y="1571"/>
                    <a:pt x="53782" y="1"/>
                    <a:pt x="4718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6" name="Google Shape;2056;p32"/>
            <p:cNvSpPr/>
            <p:nvPr/>
          </p:nvSpPr>
          <p:spPr>
            <a:xfrm>
              <a:off x="3348028" y="4056091"/>
              <a:ext cx="240741" cy="214834"/>
            </a:xfrm>
            <a:custGeom>
              <a:avLst/>
              <a:gdLst/>
              <a:ahLst/>
              <a:cxnLst/>
              <a:rect l="l" t="t" r="r" b="b"/>
              <a:pathLst>
                <a:path w="92238" h="82312" extrusionOk="0">
                  <a:moveTo>
                    <a:pt x="46141" y="1"/>
                  </a:moveTo>
                  <a:cubicBezTo>
                    <a:pt x="41969" y="1"/>
                    <a:pt x="37726" y="640"/>
                    <a:pt x="33540" y="1985"/>
                  </a:cubicBezTo>
                  <a:cubicBezTo>
                    <a:pt x="11907" y="8938"/>
                    <a:pt x="0" y="32108"/>
                    <a:pt x="6954" y="53729"/>
                  </a:cubicBezTo>
                  <a:cubicBezTo>
                    <a:pt x="12553" y="71189"/>
                    <a:pt x="28710" y="82312"/>
                    <a:pt x="46103" y="82312"/>
                  </a:cubicBezTo>
                  <a:cubicBezTo>
                    <a:pt x="50273" y="82312"/>
                    <a:pt x="54514" y="81672"/>
                    <a:pt x="58698" y="80328"/>
                  </a:cubicBezTo>
                  <a:cubicBezTo>
                    <a:pt x="80332" y="73375"/>
                    <a:pt x="92238" y="50205"/>
                    <a:pt x="85297" y="28583"/>
                  </a:cubicBezTo>
                  <a:cubicBezTo>
                    <a:pt x="79698" y="11124"/>
                    <a:pt x="63540" y="1"/>
                    <a:pt x="461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7" name="Google Shape;2057;p32"/>
            <p:cNvSpPr/>
            <p:nvPr/>
          </p:nvSpPr>
          <p:spPr>
            <a:xfrm>
              <a:off x="3345387" y="4053711"/>
              <a:ext cx="236516" cy="219587"/>
            </a:xfrm>
            <a:custGeom>
              <a:avLst/>
              <a:gdLst/>
              <a:ahLst/>
              <a:cxnLst/>
              <a:rect l="l" t="t" r="r" b="b"/>
              <a:pathLst>
                <a:path w="90619" h="84133" extrusionOk="0">
                  <a:moveTo>
                    <a:pt x="47113" y="1837"/>
                  </a:moveTo>
                  <a:cubicBezTo>
                    <a:pt x="64115" y="1837"/>
                    <a:pt x="79963" y="12731"/>
                    <a:pt x="85428" y="29769"/>
                  </a:cubicBezTo>
                  <a:cubicBezTo>
                    <a:pt x="88714" y="39997"/>
                    <a:pt x="87821" y="50891"/>
                    <a:pt x="82915" y="60452"/>
                  </a:cubicBezTo>
                  <a:cubicBezTo>
                    <a:pt x="78010" y="70000"/>
                    <a:pt x="69664" y="77073"/>
                    <a:pt x="59436" y="80359"/>
                  </a:cubicBezTo>
                  <a:cubicBezTo>
                    <a:pt x="55366" y="81665"/>
                    <a:pt x="51236" y="82286"/>
                    <a:pt x="47172" y="82286"/>
                  </a:cubicBezTo>
                  <a:cubicBezTo>
                    <a:pt x="30163" y="82286"/>
                    <a:pt x="14317" y="71404"/>
                    <a:pt x="8859" y="54356"/>
                  </a:cubicBezTo>
                  <a:cubicBezTo>
                    <a:pt x="2084" y="33246"/>
                    <a:pt x="13740" y="10564"/>
                    <a:pt x="34850" y="3778"/>
                  </a:cubicBezTo>
                  <a:cubicBezTo>
                    <a:pt x="38922" y="2468"/>
                    <a:pt x="43053" y="1837"/>
                    <a:pt x="47113" y="1837"/>
                  </a:cubicBezTo>
                  <a:close/>
                  <a:moveTo>
                    <a:pt x="47095" y="1"/>
                  </a:moveTo>
                  <a:cubicBezTo>
                    <a:pt x="42848" y="1"/>
                    <a:pt x="38532" y="650"/>
                    <a:pt x="34278" y="2016"/>
                  </a:cubicBezTo>
                  <a:cubicBezTo>
                    <a:pt x="12192" y="9112"/>
                    <a:pt x="0" y="32841"/>
                    <a:pt x="7085" y="54927"/>
                  </a:cubicBezTo>
                  <a:cubicBezTo>
                    <a:pt x="12811" y="72739"/>
                    <a:pt x="29373" y="84133"/>
                    <a:pt x="47161" y="84133"/>
                  </a:cubicBezTo>
                  <a:cubicBezTo>
                    <a:pt x="51423" y="84133"/>
                    <a:pt x="55733" y="83478"/>
                    <a:pt x="59996" y="82121"/>
                  </a:cubicBezTo>
                  <a:cubicBezTo>
                    <a:pt x="70688" y="78680"/>
                    <a:pt x="79415" y="71298"/>
                    <a:pt x="84547" y="61297"/>
                  </a:cubicBezTo>
                  <a:cubicBezTo>
                    <a:pt x="89678" y="51296"/>
                    <a:pt x="90619" y="39913"/>
                    <a:pt x="87178" y="29210"/>
                  </a:cubicBezTo>
                  <a:cubicBezTo>
                    <a:pt x="81450" y="11382"/>
                    <a:pt x="64877" y="1"/>
                    <a:pt x="470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8" name="Google Shape;2058;p32"/>
            <p:cNvSpPr/>
            <p:nvPr/>
          </p:nvSpPr>
          <p:spPr>
            <a:xfrm>
              <a:off x="3795823" y="3913141"/>
              <a:ext cx="225204" cy="214725"/>
            </a:xfrm>
            <a:custGeom>
              <a:avLst/>
              <a:gdLst/>
              <a:ahLst/>
              <a:cxnLst/>
              <a:rect l="l" t="t" r="r" b="b"/>
              <a:pathLst>
                <a:path w="86285" h="82270" extrusionOk="0">
                  <a:moveTo>
                    <a:pt x="45149" y="1"/>
                  </a:moveTo>
                  <a:cubicBezTo>
                    <a:pt x="34621" y="1"/>
                    <a:pt x="24093" y="4016"/>
                    <a:pt x="16062" y="12047"/>
                  </a:cubicBezTo>
                  <a:cubicBezTo>
                    <a:pt x="0" y="28120"/>
                    <a:pt x="0" y="54159"/>
                    <a:pt x="16062" y="70233"/>
                  </a:cubicBezTo>
                  <a:cubicBezTo>
                    <a:pt x="23777" y="77936"/>
                    <a:pt x="34243" y="82270"/>
                    <a:pt x="45149" y="82270"/>
                  </a:cubicBezTo>
                  <a:cubicBezTo>
                    <a:pt x="56067" y="82270"/>
                    <a:pt x="66521" y="77936"/>
                    <a:pt x="74236" y="70233"/>
                  </a:cubicBezTo>
                  <a:cubicBezTo>
                    <a:pt x="81951" y="62517"/>
                    <a:pt x="86285" y="52052"/>
                    <a:pt x="86285" y="41134"/>
                  </a:cubicBezTo>
                  <a:cubicBezTo>
                    <a:pt x="86285" y="30228"/>
                    <a:pt x="81951" y="19762"/>
                    <a:pt x="74236" y="12047"/>
                  </a:cubicBezTo>
                  <a:cubicBezTo>
                    <a:pt x="66205" y="4016"/>
                    <a:pt x="55677" y="1"/>
                    <a:pt x="4514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9" name="Google Shape;2059;p32"/>
            <p:cNvSpPr/>
            <p:nvPr/>
          </p:nvSpPr>
          <p:spPr>
            <a:xfrm>
              <a:off x="3790663" y="3910735"/>
              <a:ext cx="236518" cy="219650"/>
            </a:xfrm>
            <a:custGeom>
              <a:avLst/>
              <a:gdLst/>
              <a:ahLst/>
              <a:cxnLst/>
              <a:rect l="l" t="t" r="r" b="b"/>
              <a:pathLst>
                <a:path w="90620" h="84157" extrusionOk="0">
                  <a:moveTo>
                    <a:pt x="47102" y="1849"/>
                  </a:moveTo>
                  <a:cubicBezTo>
                    <a:pt x="64116" y="1849"/>
                    <a:pt x="79963" y="12731"/>
                    <a:pt x="85404" y="29781"/>
                  </a:cubicBezTo>
                  <a:cubicBezTo>
                    <a:pt x="88702" y="40008"/>
                    <a:pt x="87810" y="50902"/>
                    <a:pt x="82892" y="60463"/>
                  </a:cubicBezTo>
                  <a:cubicBezTo>
                    <a:pt x="77999" y="70012"/>
                    <a:pt x="69652" y="77084"/>
                    <a:pt x="59425" y="80370"/>
                  </a:cubicBezTo>
                  <a:cubicBezTo>
                    <a:pt x="55377" y="81666"/>
                    <a:pt x="51225" y="82309"/>
                    <a:pt x="47093" y="82309"/>
                  </a:cubicBezTo>
                  <a:cubicBezTo>
                    <a:pt x="40785" y="82309"/>
                    <a:pt x="34524" y="80810"/>
                    <a:pt x="28755" y="77846"/>
                  </a:cubicBezTo>
                  <a:cubicBezTo>
                    <a:pt x="19194" y="72929"/>
                    <a:pt x="12121" y="64594"/>
                    <a:pt x="8835" y="54367"/>
                  </a:cubicBezTo>
                  <a:cubicBezTo>
                    <a:pt x="2061" y="33257"/>
                    <a:pt x="13717" y="10576"/>
                    <a:pt x="34839" y="3789"/>
                  </a:cubicBezTo>
                  <a:cubicBezTo>
                    <a:pt x="38899" y="2480"/>
                    <a:pt x="43042" y="1849"/>
                    <a:pt x="47102" y="1849"/>
                  </a:cubicBezTo>
                  <a:close/>
                  <a:moveTo>
                    <a:pt x="47090" y="0"/>
                  </a:moveTo>
                  <a:cubicBezTo>
                    <a:pt x="42841" y="0"/>
                    <a:pt x="38523" y="649"/>
                    <a:pt x="34267" y="2015"/>
                  </a:cubicBezTo>
                  <a:cubicBezTo>
                    <a:pt x="12181" y="9111"/>
                    <a:pt x="1" y="32840"/>
                    <a:pt x="7085" y="54927"/>
                  </a:cubicBezTo>
                  <a:cubicBezTo>
                    <a:pt x="10514" y="65630"/>
                    <a:pt x="17920" y="74346"/>
                    <a:pt x="27897" y="79477"/>
                  </a:cubicBezTo>
                  <a:cubicBezTo>
                    <a:pt x="33946" y="82597"/>
                    <a:pt x="40494" y="84156"/>
                    <a:pt x="47090" y="84156"/>
                  </a:cubicBezTo>
                  <a:cubicBezTo>
                    <a:pt x="51412" y="84156"/>
                    <a:pt x="55758" y="83466"/>
                    <a:pt x="59985" y="82120"/>
                  </a:cubicBezTo>
                  <a:cubicBezTo>
                    <a:pt x="70688" y="78679"/>
                    <a:pt x="79416" y="71298"/>
                    <a:pt x="84547" y="61296"/>
                  </a:cubicBezTo>
                  <a:cubicBezTo>
                    <a:pt x="89679" y="51295"/>
                    <a:pt x="90619" y="39913"/>
                    <a:pt x="87178" y="29209"/>
                  </a:cubicBezTo>
                  <a:cubicBezTo>
                    <a:pt x="81451" y="11381"/>
                    <a:pt x="64877" y="0"/>
                    <a:pt x="4709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0" name="Google Shape;2060;p32"/>
            <p:cNvSpPr/>
            <p:nvPr/>
          </p:nvSpPr>
          <p:spPr>
            <a:xfrm>
              <a:off x="3082674" y="3693622"/>
              <a:ext cx="44378" cy="52046"/>
            </a:xfrm>
            <a:custGeom>
              <a:avLst/>
              <a:gdLst/>
              <a:ahLst/>
              <a:cxnLst/>
              <a:rect l="l" t="t" r="r" b="b"/>
              <a:pathLst>
                <a:path w="17003" h="19941" extrusionOk="0">
                  <a:moveTo>
                    <a:pt x="7201" y="1"/>
                  </a:moveTo>
                  <a:cubicBezTo>
                    <a:pt x="6726" y="1"/>
                    <a:pt x="6253" y="62"/>
                    <a:pt x="5787" y="190"/>
                  </a:cubicBezTo>
                  <a:cubicBezTo>
                    <a:pt x="1918" y="1261"/>
                    <a:pt x="1" y="6500"/>
                    <a:pt x="1489" y="11906"/>
                  </a:cubicBezTo>
                  <a:cubicBezTo>
                    <a:pt x="2809" y="16651"/>
                    <a:pt x="6332" y="19940"/>
                    <a:pt x="9795" y="19940"/>
                  </a:cubicBezTo>
                  <a:cubicBezTo>
                    <a:pt x="10268" y="19940"/>
                    <a:pt x="10740" y="19879"/>
                    <a:pt x="11205" y="19752"/>
                  </a:cubicBezTo>
                  <a:cubicBezTo>
                    <a:pt x="15074" y="18680"/>
                    <a:pt x="17003" y="13441"/>
                    <a:pt x="15515" y="8036"/>
                  </a:cubicBezTo>
                  <a:cubicBezTo>
                    <a:pt x="14206" y="3281"/>
                    <a:pt x="10667" y="1"/>
                    <a:pt x="7201"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1" name="Google Shape;2061;p32"/>
            <p:cNvSpPr/>
            <p:nvPr/>
          </p:nvSpPr>
          <p:spPr>
            <a:xfrm>
              <a:off x="3082241" y="3691192"/>
              <a:ext cx="47484" cy="56872"/>
            </a:xfrm>
            <a:custGeom>
              <a:avLst/>
              <a:gdLst/>
              <a:ahLst/>
              <a:cxnLst/>
              <a:rect l="l" t="t" r="r" b="b"/>
              <a:pathLst>
                <a:path w="18193" h="21790" extrusionOk="0">
                  <a:moveTo>
                    <a:pt x="7382" y="1847"/>
                  </a:moveTo>
                  <a:cubicBezTo>
                    <a:pt x="8632" y="1847"/>
                    <a:pt x="9930" y="2359"/>
                    <a:pt x="11144" y="3335"/>
                  </a:cubicBezTo>
                  <a:cubicBezTo>
                    <a:pt x="12835" y="4705"/>
                    <a:pt x="14133" y="6788"/>
                    <a:pt x="14800" y="9217"/>
                  </a:cubicBezTo>
                  <a:cubicBezTo>
                    <a:pt x="16157" y="14111"/>
                    <a:pt x="14514" y="18861"/>
                    <a:pt x="11144" y="19802"/>
                  </a:cubicBezTo>
                  <a:cubicBezTo>
                    <a:pt x="10761" y="19906"/>
                    <a:pt x="10366" y="19957"/>
                    <a:pt x="9967" y="19957"/>
                  </a:cubicBezTo>
                  <a:cubicBezTo>
                    <a:pt x="8717" y="19957"/>
                    <a:pt x="7415" y="19454"/>
                    <a:pt x="6215" y="18480"/>
                  </a:cubicBezTo>
                  <a:cubicBezTo>
                    <a:pt x="4525" y="17111"/>
                    <a:pt x="3215" y="15027"/>
                    <a:pt x="2548" y="12598"/>
                  </a:cubicBezTo>
                  <a:cubicBezTo>
                    <a:pt x="1881" y="10170"/>
                    <a:pt x="1929" y="7717"/>
                    <a:pt x="2667" y="5681"/>
                  </a:cubicBezTo>
                  <a:cubicBezTo>
                    <a:pt x="3370" y="3752"/>
                    <a:pt x="4632" y="2442"/>
                    <a:pt x="6215" y="2014"/>
                  </a:cubicBezTo>
                  <a:cubicBezTo>
                    <a:pt x="6596" y="1907"/>
                    <a:pt x="6989" y="1847"/>
                    <a:pt x="7382" y="1847"/>
                  </a:cubicBezTo>
                  <a:close/>
                  <a:moveTo>
                    <a:pt x="7407" y="1"/>
                  </a:moveTo>
                  <a:cubicBezTo>
                    <a:pt x="6841" y="1"/>
                    <a:pt x="6279" y="76"/>
                    <a:pt x="5727" y="228"/>
                  </a:cubicBezTo>
                  <a:cubicBezTo>
                    <a:pt x="3560" y="823"/>
                    <a:pt x="1869" y="2538"/>
                    <a:pt x="941" y="5038"/>
                  </a:cubicBezTo>
                  <a:cubicBezTo>
                    <a:pt x="60" y="7431"/>
                    <a:pt x="0" y="10289"/>
                    <a:pt x="774" y="13087"/>
                  </a:cubicBezTo>
                  <a:cubicBezTo>
                    <a:pt x="1548" y="15885"/>
                    <a:pt x="3072" y="18301"/>
                    <a:pt x="5048" y="19909"/>
                  </a:cubicBezTo>
                  <a:cubicBezTo>
                    <a:pt x="6596" y="21159"/>
                    <a:pt x="8299" y="21790"/>
                    <a:pt x="9942" y="21790"/>
                  </a:cubicBezTo>
                  <a:cubicBezTo>
                    <a:pt x="10513" y="21790"/>
                    <a:pt x="11073" y="21719"/>
                    <a:pt x="11633" y="21552"/>
                  </a:cubicBezTo>
                  <a:cubicBezTo>
                    <a:pt x="15978" y="20349"/>
                    <a:pt x="18193" y="14587"/>
                    <a:pt x="16574" y="8717"/>
                  </a:cubicBezTo>
                  <a:cubicBezTo>
                    <a:pt x="15800" y="5919"/>
                    <a:pt x="14276" y="3490"/>
                    <a:pt x="12299" y="1895"/>
                  </a:cubicBezTo>
                  <a:cubicBezTo>
                    <a:pt x="10747" y="644"/>
                    <a:pt x="9062" y="1"/>
                    <a:pt x="740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2" name="Google Shape;2062;p32"/>
            <p:cNvSpPr/>
            <p:nvPr/>
          </p:nvSpPr>
          <p:spPr>
            <a:xfrm>
              <a:off x="3484325" y="3567655"/>
              <a:ext cx="44315" cy="52093"/>
            </a:xfrm>
            <a:custGeom>
              <a:avLst/>
              <a:gdLst/>
              <a:ahLst/>
              <a:cxnLst/>
              <a:rect l="l" t="t" r="r" b="b"/>
              <a:pathLst>
                <a:path w="16979" h="19959" extrusionOk="0">
                  <a:moveTo>
                    <a:pt x="7226" y="1"/>
                  </a:moveTo>
                  <a:cubicBezTo>
                    <a:pt x="6759" y="1"/>
                    <a:pt x="6294" y="61"/>
                    <a:pt x="5834" y="185"/>
                  </a:cubicBezTo>
                  <a:cubicBezTo>
                    <a:pt x="1953" y="1245"/>
                    <a:pt x="0" y="6483"/>
                    <a:pt x="1477" y="11889"/>
                  </a:cubicBezTo>
                  <a:cubicBezTo>
                    <a:pt x="2776" y="16657"/>
                    <a:pt x="6280" y="19959"/>
                    <a:pt x="9740" y="19959"/>
                  </a:cubicBezTo>
                  <a:cubicBezTo>
                    <a:pt x="10211" y="19959"/>
                    <a:pt x="10681" y="19898"/>
                    <a:pt x="11144" y="19771"/>
                  </a:cubicBezTo>
                  <a:cubicBezTo>
                    <a:pt x="15038" y="18723"/>
                    <a:pt x="16978" y="13484"/>
                    <a:pt x="15514" y="8079"/>
                  </a:cubicBezTo>
                  <a:cubicBezTo>
                    <a:pt x="14213" y="3305"/>
                    <a:pt x="10692" y="1"/>
                    <a:pt x="7226"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3" name="Google Shape;2063;p32"/>
            <p:cNvSpPr/>
            <p:nvPr/>
          </p:nvSpPr>
          <p:spPr>
            <a:xfrm>
              <a:off x="3483889" y="3565299"/>
              <a:ext cx="47424" cy="56848"/>
            </a:xfrm>
            <a:custGeom>
              <a:avLst/>
              <a:gdLst/>
              <a:ahLst/>
              <a:cxnLst/>
              <a:rect l="l" t="t" r="r" b="b"/>
              <a:pathLst>
                <a:path w="18170" h="21781" extrusionOk="0">
                  <a:moveTo>
                    <a:pt x="7406" y="1826"/>
                  </a:moveTo>
                  <a:cubicBezTo>
                    <a:pt x="8656" y="1826"/>
                    <a:pt x="9942" y="2338"/>
                    <a:pt x="11169" y="3314"/>
                  </a:cubicBezTo>
                  <a:cubicBezTo>
                    <a:pt x="12847" y="4684"/>
                    <a:pt x="14145" y="6779"/>
                    <a:pt x="14800" y="9208"/>
                  </a:cubicBezTo>
                  <a:cubicBezTo>
                    <a:pt x="16133" y="14113"/>
                    <a:pt x="14478" y="18852"/>
                    <a:pt x="11097" y="19769"/>
                  </a:cubicBezTo>
                  <a:cubicBezTo>
                    <a:pt x="10717" y="19872"/>
                    <a:pt x="10328" y="19922"/>
                    <a:pt x="9933" y="19922"/>
                  </a:cubicBezTo>
                  <a:cubicBezTo>
                    <a:pt x="8683" y="19922"/>
                    <a:pt x="7381" y="19413"/>
                    <a:pt x="6168" y="18435"/>
                  </a:cubicBezTo>
                  <a:cubicBezTo>
                    <a:pt x="4489" y="17066"/>
                    <a:pt x="3191" y="14959"/>
                    <a:pt x="2536" y="12542"/>
                  </a:cubicBezTo>
                  <a:cubicBezTo>
                    <a:pt x="1882" y="10113"/>
                    <a:pt x="1929" y="7636"/>
                    <a:pt x="2691" y="5612"/>
                  </a:cubicBezTo>
                  <a:cubicBezTo>
                    <a:pt x="3394" y="3695"/>
                    <a:pt x="4668" y="2398"/>
                    <a:pt x="6239" y="1969"/>
                  </a:cubicBezTo>
                  <a:cubicBezTo>
                    <a:pt x="6608" y="1862"/>
                    <a:pt x="7001" y="1826"/>
                    <a:pt x="7406" y="1826"/>
                  </a:cubicBezTo>
                  <a:close/>
                  <a:moveTo>
                    <a:pt x="7413" y="1"/>
                  </a:moveTo>
                  <a:cubicBezTo>
                    <a:pt x="6857" y="1"/>
                    <a:pt x="6305" y="73"/>
                    <a:pt x="5763" y="219"/>
                  </a:cubicBezTo>
                  <a:cubicBezTo>
                    <a:pt x="3596" y="790"/>
                    <a:pt x="1882" y="2493"/>
                    <a:pt x="953" y="4993"/>
                  </a:cubicBezTo>
                  <a:cubicBezTo>
                    <a:pt x="84" y="7374"/>
                    <a:pt x="0" y="10232"/>
                    <a:pt x="762" y="13030"/>
                  </a:cubicBezTo>
                  <a:cubicBezTo>
                    <a:pt x="1524" y="15828"/>
                    <a:pt x="3025" y="18245"/>
                    <a:pt x="5001" y="19864"/>
                  </a:cubicBezTo>
                  <a:cubicBezTo>
                    <a:pt x="6549" y="21126"/>
                    <a:pt x="8251" y="21781"/>
                    <a:pt x="9918" y="21781"/>
                  </a:cubicBezTo>
                  <a:cubicBezTo>
                    <a:pt x="10466" y="21781"/>
                    <a:pt x="11014" y="21710"/>
                    <a:pt x="11573" y="21567"/>
                  </a:cubicBezTo>
                  <a:cubicBezTo>
                    <a:pt x="15931" y="20376"/>
                    <a:pt x="18169" y="14637"/>
                    <a:pt x="16574" y="8744"/>
                  </a:cubicBezTo>
                  <a:cubicBezTo>
                    <a:pt x="15812" y="5946"/>
                    <a:pt x="14312" y="3517"/>
                    <a:pt x="12335" y="1910"/>
                  </a:cubicBezTo>
                  <a:cubicBezTo>
                    <a:pt x="10782" y="650"/>
                    <a:pt x="9080" y="1"/>
                    <a:pt x="741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4" name="Google Shape;2064;p32"/>
            <p:cNvSpPr/>
            <p:nvPr/>
          </p:nvSpPr>
          <p:spPr>
            <a:xfrm>
              <a:off x="3259306" y="3632462"/>
              <a:ext cx="91303" cy="75734"/>
            </a:xfrm>
            <a:custGeom>
              <a:avLst/>
              <a:gdLst/>
              <a:ahLst/>
              <a:cxnLst/>
              <a:rect l="l" t="t" r="r" b="b"/>
              <a:pathLst>
                <a:path w="34982" h="29017" extrusionOk="0">
                  <a:moveTo>
                    <a:pt x="31945" y="1"/>
                  </a:moveTo>
                  <a:lnTo>
                    <a:pt x="30160" y="418"/>
                  </a:lnTo>
                  <a:lnTo>
                    <a:pt x="30362" y="1311"/>
                  </a:lnTo>
                  <a:cubicBezTo>
                    <a:pt x="32993" y="12848"/>
                    <a:pt x="29981" y="23670"/>
                    <a:pt x="23349" y="26492"/>
                  </a:cubicBezTo>
                  <a:cubicBezTo>
                    <a:pt x="22280" y="26946"/>
                    <a:pt x="21143" y="27171"/>
                    <a:pt x="19961" y="27171"/>
                  </a:cubicBezTo>
                  <a:cubicBezTo>
                    <a:pt x="18444" y="27171"/>
                    <a:pt x="16854" y="26800"/>
                    <a:pt x="15241" y="26064"/>
                  </a:cubicBezTo>
                  <a:cubicBezTo>
                    <a:pt x="9681" y="23516"/>
                    <a:pt x="4621" y="16967"/>
                    <a:pt x="2037" y="8990"/>
                  </a:cubicBezTo>
                  <a:lnTo>
                    <a:pt x="1763" y="8121"/>
                  </a:lnTo>
                  <a:lnTo>
                    <a:pt x="1" y="8680"/>
                  </a:lnTo>
                  <a:lnTo>
                    <a:pt x="287" y="9562"/>
                  </a:lnTo>
                  <a:cubicBezTo>
                    <a:pt x="3049" y="18146"/>
                    <a:pt x="8347" y="24932"/>
                    <a:pt x="14467" y="27730"/>
                  </a:cubicBezTo>
                  <a:cubicBezTo>
                    <a:pt x="16324" y="28576"/>
                    <a:pt x="18194" y="29016"/>
                    <a:pt x="19956" y="29016"/>
                  </a:cubicBezTo>
                  <a:cubicBezTo>
                    <a:pt x="21385" y="29016"/>
                    <a:pt x="22754" y="28742"/>
                    <a:pt x="24064" y="28183"/>
                  </a:cubicBezTo>
                  <a:cubicBezTo>
                    <a:pt x="31505" y="25028"/>
                    <a:pt x="34982" y="13300"/>
                    <a:pt x="32148" y="894"/>
                  </a:cubicBezTo>
                  <a:lnTo>
                    <a:pt x="3194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065" name="Google Shape;2065;p32"/>
          <p:cNvGrpSpPr/>
          <p:nvPr/>
        </p:nvGrpSpPr>
        <p:grpSpPr>
          <a:xfrm>
            <a:off x="6469988" y="837745"/>
            <a:ext cx="964424" cy="942970"/>
            <a:chOff x="4073201" y="2636013"/>
            <a:chExt cx="804760" cy="786858"/>
          </a:xfrm>
        </p:grpSpPr>
        <p:sp>
          <p:nvSpPr>
            <p:cNvPr id="2066" name="Google Shape;2066;p32"/>
            <p:cNvSpPr/>
            <p:nvPr/>
          </p:nvSpPr>
          <p:spPr>
            <a:xfrm>
              <a:off x="4245328" y="2638445"/>
              <a:ext cx="609607" cy="647575"/>
            </a:xfrm>
            <a:custGeom>
              <a:avLst/>
              <a:gdLst/>
              <a:ahLst/>
              <a:cxnLst/>
              <a:rect l="l" t="t" r="r" b="b"/>
              <a:pathLst>
                <a:path w="233566" h="248113" extrusionOk="0">
                  <a:moveTo>
                    <a:pt x="19610" y="1"/>
                  </a:moveTo>
                  <a:cubicBezTo>
                    <a:pt x="17786" y="1"/>
                    <a:pt x="16086" y="484"/>
                    <a:pt x="14502" y="1463"/>
                  </a:cubicBezTo>
                  <a:cubicBezTo>
                    <a:pt x="0" y="10452"/>
                    <a:pt x="20169" y="69840"/>
                    <a:pt x="60008" y="138670"/>
                  </a:cubicBezTo>
                  <a:cubicBezTo>
                    <a:pt x="50161" y="145278"/>
                    <a:pt x="41946" y="151208"/>
                    <a:pt x="38100" y="155280"/>
                  </a:cubicBezTo>
                  <a:cubicBezTo>
                    <a:pt x="31754" y="162030"/>
                    <a:pt x="25753" y="168686"/>
                    <a:pt x="20217" y="175127"/>
                  </a:cubicBezTo>
                  <a:cubicBezTo>
                    <a:pt x="23789" y="176520"/>
                    <a:pt x="27182" y="178520"/>
                    <a:pt x="30218" y="181164"/>
                  </a:cubicBezTo>
                  <a:cubicBezTo>
                    <a:pt x="45565" y="194511"/>
                    <a:pt x="46077" y="219037"/>
                    <a:pt x="31373" y="235932"/>
                  </a:cubicBezTo>
                  <a:cubicBezTo>
                    <a:pt x="30635" y="236790"/>
                    <a:pt x="29861" y="237611"/>
                    <a:pt x="29051" y="238385"/>
                  </a:cubicBezTo>
                  <a:cubicBezTo>
                    <a:pt x="40231" y="231848"/>
                    <a:pt x="52733" y="223550"/>
                    <a:pt x="66056" y="213727"/>
                  </a:cubicBezTo>
                  <a:cubicBezTo>
                    <a:pt x="74998" y="207131"/>
                    <a:pt x="84296" y="199856"/>
                    <a:pt x="93821" y="192010"/>
                  </a:cubicBezTo>
                  <a:cubicBezTo>
                    <a:pt x="99977" y="200892"/>
                    <a:pt x="106097" y="209334"/>
                    <a:pt x="112098" y="217180"/>
                  </a:cubicBezTo>
                  <a:cubicBezTo>
                    <a:pt x="121003" y="228824"/>
                    <a:pt x="129647" y="239242"/>
                    <a:pt x="137744" y="248112"/>
                  </a:cubicBezTo>
                  <a:cubicBezTo>
                    <a:pt x="130040" y="228527"/>
                    <a:pt x="137386" y="206762"/>
                    <a:pt x="154948" y="198463"/>
                  </a:cubicBezTo>
                  <a:cubicBezTo>
                    <a:pt x="159473" y="196356"/>
                    <a:pt x="164235" y="195308"/>
                    <a:pt x="168998" y="195249"/>
                  </a:cubicBezTo>
                  <a:cubicBezTo>
                    <a:pt x="165354" y="187426"/>
                    <a:pt x="161318" y="179282"/>
                    <a:pt x="156913" y="170877"/>
                  </a:cubicBezTo>
                  <a:cubicBezTo>
                    <a:pt x="154055" y="165412"/>
                    <a:pt x="147959" y="157970"/>
                    <a:pt x="140827" y="149934"/>
                  </a:cubicBezTo>
                  <a:cubicBezTo>
                    <a:pt x="197942" y="94558"/>
                    <a:pt x="233565" y="42885"/>
                    <a:pt x="222052" y="30300"/>
                  </a:cubicBezTo>
                  <a:cubicBezTo>
                    <a:pt x="219576" y="27596"/>
                    <a:pt x="216694" y="26223"/>
                    <a:pt x="213156" y="26223"/>
                  </a:cubicBezTo>
                  <a:cubicBezTo>
                    <a:pt x="198639" y="26223"/>
                    <a:pt x="173079" y="49345"/>
                    <a:pt x="119277" y="98523"/>
                  </a:cubicBezTo>
                  <a:cubicBezTo>
                    <a:pt x="116241" y="101285"/>
                    <a:pt x="111431" y="104833"/>
                    <a:pt x="105644" y="108821"/>
                  </a:cubicBezTo>
                  <a:cubicBezTo>
                    <a:pt x="62702" y="39423"/>
                    <a:pt x="36089" y="1"/>
                    <a:pt x="19610" y="1"/>
                  </a:cubicBezTo>
                  <a:close/>
                </a:path>
              </a:pathLst>
            </a:custGeom>
            <a:solidFill>
              <a:srgbClr val="00B2B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7" name="Google Shape;2067;p32"/>
            <p:cNvSpPr/>
            <p:nvPr/>
          </p:nvSpPr>
          <p:spPr>
            <a:xfrm>
              <a:off x="4243214" y="2636013"/>
              <a:ext cx="614143" cy="661257"/>
            </a:xfrm>
            <a:custGeom>
              <a:avLst/>
              <a:gdLst/>
              <a:ahLst/>
              <a:cxnLst/>
              <a:rect l="l" t="t" r="r" b="b"/>
              <a:pathLst>
                <a:path w="235304" h="253355" extrusionOk="0">
                  <a:moveTo>
                    <a:pt x="20314" y="1911"/>
                  </a:moveTo>
                  <a:cubicBezTo>
                    <a:pt x="37234" y="1911"/>
                    <a:pt x="66788" y="47372"/>
                    <a:pt x="105716" y="110242"/>
                  </a:cubicBezTo>
                  <a:lnTo>
                    <a:pt x="106228" y="111051"/>
                  </a:lnTo>
                  <a:lnTo>
                    <a:pt x="107014" y="110504"/>
                  </a:lnTo>
                  <a:cubicBezTo>
                    <a:pt x="113455" y="106074"/>
                    <a:pt x="117956" y="102681"/>
                    <a:pt x="120742" y="100133"/>
                  </a:cubicBezTo>
                  <a:cubicBezTo>
                    <a:pt x="173578" y="51829"/>
                    <a:pt x="199524" y="28116"/>
                    <a:pt x="213928" y="28116"/>
                  </a:cubicBezTo>
                  <a:cubicBezTo>
                    <a:pt x="217234" y="28116"/>
                    <a:pt x="219931" y="29364"/>
                    <a:pt x="222207" y="31851"/>
                  </a:cubicBezTo>
                  <a:cubicBezTo>
                    <a:pt x="233161" y="43829"/>
                    <a:pt x="198252" y="94716"/>
                    <a:pt x="141018" y="150211"/>
                  </a:cubicBezTo>
                  <a:lnTo>
                    <a:pt x="140387" y="150830"/>
                  </a:lnTo>
                  <a:lnTo>
                    <a:pt x="140959" y="151485"/>
                  </a:lnTo>
                  <a:cubicBezTo>
                    <a:pt x="146769" y="158045"/>
                    <a:pt x="153841" y="166320"/>
                    <a:pt x="156925" y="172237"/>
                  </a:cubicBezTo>
                  <a:cubicBezTo>
                    <a:pt x="160961" y="179953"/>
                    <a:pt x="164819" y="187704"/>
                    <a:pt x="168391" y="195323"/>
                  </a:cubicBezTo>
                  <a:cubicBezTo>
                    <a:pt x="163854" y="195562"/>
                    <a:pt x="159473" y="196657"/>
                    <a:pt x="155365" y="198586"/>
                  </a:cubicBezTo>
                  <a:cubicBezTo>
                    <a:pt x="138804" y="206396"/>
                    <a:pt x="130934" y="226244"/>
                    <a:pt x="136280" y="245151"/>
                  </a:cubicBezTo>
                  <a:cubicBezTo>
                    <a:pt x="129041" y="237043"/>
                    <a:pt x="121444" y="227780"/>
                    <a:pt x="113646" y="217552"/>
                  </a:cubicBezTo>
                  <a:cubicBezTo>
                    <a:pt x="107728" y="209837"/>
                    <a:pt x="101597" y="201384"/>
                    <a:pt x="95393" y="192418"/>
                  </a:cubicBezTo>
                  <a:lnTo>
                    <a:pt x="94834" y="191597"/>
                  </a:lnTo>
                  <a:lnTo>
                    <a:pt x="94036" y="192228"/>
                  </a:lnTo>
                  <a:cubicBezTo>
                    <a:pt x="84630" y="199979"/>
                    <a:pt x="75308" y="207277"/>
                    <a:pt x="66318" y="213909"/>
                  </a:cubicBezTo>
                  <a:cubicBezTo>
                    <a:pt x="55079" y="222208"/>
                    <a:pt x="44411" y="229435"/>
                    <a:pt x="34505" y="235459"/>
                  </a:cubicBezTo>
                  <a:cubicBezTo>
                    <a:pt x="40708" y="227482"/>
                    <a:pt x="43982" y="217874"/>
                    <a:pt x="43780" y="208123"/>
                  </a:cubicBezTo>
                  <a:cubicBezTo>
                    <a:pt x="43554" y="197514"/>
                    <a:pt x="39244" y="188013"/>
                    <a:pt x="31624" y="181393"/>
                  </a:cubicBezTo>
                  <a:cubicBezTo>
                    <a:pt x="28897" y="179024"/>
                    <a:pt x="25849" y="177107"/>
                    <a:pt x="22539" y="175690"/>
                  </a:cubicBezTo>
                  <a:cubicBezTo>
                    <a:pt x="27837" y="169558"/>
                    <a:pt x="33588" y="163224"/>
                    <a:pt x="39601" y="156843"/>
                  </a:cubicBezTo>
                  <a:cubicBezTo>
                    <a:pt x="42923" y="153306"/>
                    <a:pt x="49828" y="148092"/>
                    <a:pt x="61354" y="140364"/>
                  </a:cubicBezTo>
                  <a:lnTo>
                    <a:pt x="62068" y="139888"/>
                  </a:lnTo>
                  <a:lnTo>
                    <a:pt x="61639" y="139138"/>
                  </a:lnTo>
                  <a:cubicBezTo>
                    <a:pt x="21730" y="70189"/>
                    <a:pt x="2025" y="11730"/>
                    <a:pt x="15812" y="3181"/>
                  </a:cubicBezTo>
                  <a:cubicBezTo>
                    <a:pt x="17195" y="2326"/>
                    <a:pt x="18697" y="1911"/>
                    <a:pt x="20314" y="1911"/>
                  </a:cubicBezTo>
                  <a:close/>
                  <a:moveTo>
                    <a:pt x="20435" y="0"/>
                  </a:moveTo>
                  <a:cubicBezTo>
                    <a:pt x="18441" y="0"/>
                    <a:pt x="16582" y="542"/>
                    <a:pt x="14836" y="1621"/>
                  </a:cubicBezTo>
                  <a:cubicBezTo>
                    <a:pt x="1" y="10825"/>
                    <a:pt x="18824" y="68677"/>
                    <a:pt x="59615" y="139317"/>
                  </a:cubicBezTo>
                  <a:cubicBezTo>
                    <a:pt x="48400" y="146853"/>
                    <a:pt x="41589" y="152032"/>
                    <a:pt x="38255" y="155569"/>
                  </a:cubicBezTo>
                  <a:cubicBezTo>
                    <a:pt x="31909" y="162296"/>
                    <a:pt x="25861" y="168999"/>
                    <a:pt x="20313" y="175452"/>
                  </a:cubicBezTo>
                  <a:lnTo>
                    <a:pt x="19467" y="176440"/>
                  </a:lnTo>
                  <a:lnTo>
                    <a:pt x="20682" y="176916"/>
                  </a:lnTo>
                  <a:cubicBezTo>
                    <a:pt x="24254" y="178298"/>
                    <a:pt x="27528" y="180262"/>
                    <a:pt x="30421" y="182774"/>
                  </a:cubicBezTo>
                  <a:cubicBezTo>
                    <a:pt x="37636" y="189061"/>
                    <a:pt x="41744" y="198062"/>
                    <a:pt x="41946" y="208158"/>
                  </a:cubicBezTo>
                  <a:cubicBezTo>
                    <a:pt x="42161" y="218267"/>
                    <a:pt x="38458" y="228244"/>
                    <a:pt x="31493" y="236233"/>
                  </a:cubicBezTo>
                  <a:cubicBezTo>
                    <a:pt x="30719" y="237126"/>
                    <a:pt x="29969" y="237912"/>
                    <a:pt x="29230" y="238650"/>
                  </a:cubicBezTo>
                  <a:lnTo>
                    <a:pt x="23825" y="243901"/>
                  </a:lnTo>
                  <a:lnTo>
                    <a:pt x="30326" y="240103"/>
                  </a:lnTo>
                  <a:cubicBezTo>
                    <a:pt x="41684" y="233483"/>
                    <a:pt x="54150" y="225160"/>
                    <a:pt x="67402" y="215397"/>
                  </a:cubicBezTo>
                  <a:cubicBezTo>
                    <a:pt x="76165" y="208920"/>
                    <a:pt x="85261" y="201824"/>
                    <a:pt x="94441" y="194276"/>
                  </a:cubicBezTo>
                  <a:cubicBezTo>
                    <a:pt x="100466" y="202967"/>
                    <a:pt x="106442" y="211171"/>
                    <a:pt x="112181" y="218672"/>
                  </a:cubicBezTo>
                  <a:cubicBezTo>
                    <a:pt x="121099" y="230340"/>
                    <a:pt x="129743" y="240770"/>
                    <a:pt x="137887" y="249687"/>
                  </a:cubicBezTo>
                  <a:lnTo>
                    <a:pt x="141233" y="253354"/>
                  </a:lnTo>
                  <a:lnTo>
                    <a:pt x="139423" y="248723"/>
                  </a:lnTo>
                  <a:cubicBezTo>
                    <a:pt x="131874" y="229518"/>
                    <a:pt x="139220" y="208230"/>
                    <a:pt x="156151" y="200253"/>
                  </a:cubicBezTo>
                  <a:cubicBezTo>
                    <a:pt x="160437" y="198229"/>
                    <a:pt x="165033" y="197181"/>
                    <a:pt x="169808" y="197109"/>
                  </a:cubicBezTo>
                  <a:lnTo>
                    <a:pt x="171236" y="197098"/>
                  </a:lnTo>
                  <a:lnTo>
                    <a:pt x="170641" y="195800"/>
                  </a:lnTo>
                  <a:cubicBezTo>
                    <a:pt x="166879" y="187751"/>
                    <a:pt x="162819" y="179536"/>
                    <a:pt x="158532" y="171380"/>
                  </a:cubicBezTo>
                  <a:cubicBezTo>
                    <a:pt x="155449" y="165486"/>
                    <a:pt x="148662" y="157438"/>
                    <a:pt x="142899" y="150913"/>
                  </a:cubicBezTo>
                  <a:cubicBezTo>
                    <a:pt x="201419" y="94049"/>
                    <a:pt x="235304" y="43507"/>
                    <a:pt x="223540" y="30601"/>
                  </a:cubicBezTo>
                  <a:cubicBezTo>
                    <a:pt x="220893" y="27707"/>
                    <a:pt x="217810" y="26259"/>
                    <a:pt x="214061" y="26259"/>
                  </a:cubicBezTo>
                  <a:cubicBezTo>
                    <a:pt x="198776" y="26259"/>
                    <a:pt x="172426" y="50345"/>
                    <a:pt x="119456" y="98764"/>
                  </a:cubicBezTo>
                  <a:cubicBezTo>
                    <a:pt x="116860" y="101157"/>
                    <a:pt x="112693" y="104336"/>
                    <a:pt x="106740" y="108444"/>
                  </a:cubicBezTo>
                  <a:cubicBezTo>
                    <a:pt x="61619" y="35605"/>
                    <a:pt x="36605" y="0"/>
                    <a:pt x="20435" y="0"/>
                  </a:cubicBezTo>
                  <a:close/>
                </a:path>
              </a:pathLst>
            </a:custGeom>
            <a:solidFill>
              <a:srgbClr val="252C3C"/>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8" name="Google Shape;2068;p32"/>
            <p:cNvSpPr/>
            <p:nvPr/>
          </p:nvSpPr>
          <p:spPr>
            <a:xfrm>
              <a:off x="4073201" y="3024561"/>
              <a:ext cx="350904" cy="333190"/>
            </a:xfrm>
            <a:custGeom>
              <a:avLst/>
              <a:gdLst/>
              <a:ahLst/>
              <a:cxnLst/>
              <a:rect l="l" t="t" r="r" b="b"/>
              <a:pathLst>
                <a:path w="134446" h="127659" extrusionOk="0">
                  <a:moveTo>
                    <a:pt x="73271" y="24828"/>
                  </a:moveTo>
                  <a:cubicBezTo>
                    <a:pt x="77699" y="24828"/>
                    <a:pt x="82069" y="25607"/>
                    <a:pt x="86166" y="27190"/>
                  </a:cubicBezTo>
                  <a:cubicBezTo>
                    <a:pt x="89738" y="28583"/>
                    <a:pt x="93131" y="30583"/>
                    <a:pt x="96167" y="33227"/>
                  </a:cubicBezTo>
                  <a:cubicBezTo>
                    <a:pt x="111514" y="46574"/>
                    <a:pt x="112026" y="71100"/>
                    <a:pt x="97322" y="87995"/>
                  </a:cubicBezTo>
                  <a:cubicBezTo>
                    <a:pt x="96572" y="88853"/>
                    <a:pt x="95810" y="89674"/>
                    <a:pt x="95000" y="90448"/>
                  </a:cubicBezTo>
                  <a:cubicBezTo>
                    <a:pt x="88142" y="97235"/>
                    <a:pt x="79606" y="101318"/>
                    <a:pt x="70950" y="102485"/>
                  </a:cubicBezTo>
                  <a:cubicBezTo>
                    <a:pt x="69234" y="102714"/>
                    <a:pt x="67514" y="102830"/>
                    <a:pt x="65803" y="102830"/>
                  </a:cubicBezTo>
                  <a:cubicBezTo>
                    <a:pt x="57826" y="102830"/>
                    <a:pt x="50035" y="100319"/>
                    <a:pt x="43673" y="95103"/>
                  </a:cubicBezTo>
                  <a:cubicBezTo>
                    <a:pt x="43411" y="94901"/>
                    <a:pt x="43173" y="94687"/>
                    <a:pt x="42899" y="94448"/>
                  </a:cubicBezTo>
                  <a:cubicBezTo>
                    <a:pt x="27575" y="81102"/>
                    <a:pt x="27063" y="56575"/>
                    <a:pt x="41768" y="39668"/>
                  </a:cubicBezTo>
                  <a:cubicBezTo>
                    <a:pt x="50250" y="29919"/>
                    <a:pt x="61949" y="24828"/>
                    <a:pt x="73271" y="24828"/>
                  </a:cubicBezTo>
                  <a:close/>
                  <a:moveTo>
                    <a:pt x="75628" y="0"/>
                  </a:moveTo>
                  <a:cubicBezTo>
                    <a:pt x="57106" y="0"/>
                    <a:pt x="37974" y="8327"/>
                    <a:pt x="24087" y="24273"/>
                  </a:cubicBezTo>
                  <a:cubicBezTo>
                    <a:pt x="1" y="51943"/>
                    <a:pt x="858" y="92079"/>
                    <a:pt x="25932" y="113939"/>
                  </a:cubicBezTo>
                  <a:cubicBezTo>
                    <a:pt x="36560" y="123175"/>
                    <a:pt x="49831" y="127658"/>
                    <a:pt x="63431" y="127658"/>
                  </a:cubicBezTo>
                  <a:cubicBezTo>
                    <a:pt x="81964" y="127658"/>
                    <a:pt x="101106" y="119333"/>
                    <a:pt x="114991" y="103366"/>
                  </a:cubicBezTo>
                  <a:cubicBezTo>
                    <a:pt x="124730" y="92186"/>
                    <a:pt x="130362" y="79006"/>
                    <a:pt x="132005" y="65790"/>
                  </a:cubicBezTo>
                  <a:cubicBezTo>
                    <a:pt x="134446" y="46276"/>
                    <a:pt x="128088" y="26750"/>
                    <a:pt x="113134" y="13724"/>
                  </a:cubicBezTo>
                  <a:cubicBezTo>
                    <a:pt x="110288" y="11272"/>
                    <a:pt x="107264" y="9128"/>
                    <a:pt x="104085" y="7343"/>
                  </a:cubicBezTo>
                  <a:cubicBezTo>
                    <a:pt x="95384" y="2411"/>
                    <a:pt x="85594" y="0"/>
                    <a:pt x="75628" y="0"/>
                  </a:cubicBezTo>
                  <a:close/>
                </a:path>
              </a:pathLst>
            </a:custGeom>
            <a:solidFill>
              <a:srgbClr val="FF89AC"/>
            </a:solidFill>
            <a:ln w="9525" cap="flat" cmpd="sng">
              <a:solidFill>
                <a:schemeClr val="dk1"/>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9" name="Google Shape;2069;p32"/>
            <p:cNvSpPr/>
            <p:nvPr/>
          </p:nvSpPr>
          <p:spPr>
            <a:xfrm>
              <a:off x="4530630" y="3081736"/>
              <a:ext cx="347331" cy="341135"/>
            </a:xfrm>
            <a:custGeom>
              <a:avLst/>
              <a:gdLst/>
              <a:ahLst/>
              <a:cxnLst/>
              <a:rect l="l" t="t" r="r" b="b"/>
              <a:pathLst>
                <a:path w="133077" h="130703" extrusionOk="0">
                  <a:moveTo>
                    <a:pt x="60111" y="25403"/>
                  </a:moveTo>
                  <a:cubicBezTo>
                    <a:pt x="74649" y="25403"/>
                    <a:pt x="89105" y="34483"/>
                    <a:pt x="96239" y="49659"/>
                  </a:cubicBezTo>
                  <a:cubicBezTo>
                    <a:pt x="105347" y="69042"/>
                    <a:pt x="99215" y="91354"/>
                    <a:pt x="82582" y="100808"/>
                  </a:cubicBezTo>
                  <a:cubicBezTo>
                    <a:pt x="81808" y="101260"/>
                    <a:pt x="81011" y="101653"/>
                    <a:pt x="80213" y="102046"/>
                  </a:cubicBezTo>
                  <a:cubicBezTo>
                    <a:pt x="75576" y="104230"/>
                    <a:pt x="70662" y="105269"/>
                    <a:pt x="65752" y="105269"/>
                  </a:cubicBezTo>
                  <a:cubicBezTo>
                    <a:pt x="62393" y="105269"/>
                    <a:pt x="59035" y="104782"/>
                    <a:pt x="55769" y="103844"/>
                  </a:cubicBezTo>
                  <a:cubicBezTo>
                    <a:pt x="44923" y="100736"/>
                    <a:pt x="35100" y="92652"/>
                    <a:pt x="29611" y="80996"/>
                  </a:cubicBezTo>
                  <a:cubicBezTo>
                    <a:pt x="29195" y="80091"/>
                    <a:pt x="28802" y="79198"/>
                    <a:pt x="28433" y="78281"/>
                  </a:cubicBezTo>
                  <a:cubicBezTo>
                    <a:pt x="20741" y="58696"/>
                    <a:pt x="28075" y="36907"/>
                    <a:pt x="45637" y="28620"/>
                  </a:cubicBezTo>
                  <a:cubicBezTo>
                    <a:pt x="50162" y="26513"/>
                    <a:pt x="54924" y="25489"/>
                    <a:pt x="59687" y="25406"/>
                  </a:cubicBezTo>
                  <a:cubicBezTo>
                    <a:pt x="59828" y="25404"/>
                    <a:pt x="59969" y="25403"/>
                    <a:pt x="60111" y="25403"/>
                  </a:cubicBezTo>
                  <a:close/>
                  <a:moveTo>
                    <a:pt x="58335" y="0"/>
                  </a:moveTo>
                  <a:cubicBezTo>
                    <a:pt x="54747" y="0"/>
                    <a:pt x="51156" y="339"/>
                    <a:pt x="47602" y="1034"/>
                  </a:cubicBezTo>
                  <a:cubicBezTo>
                    <a:pt x="43184" y="1867"/>
                    <a:pt x="38839" y="3284"/>
                    <a:pt x="34636" y="5260"/>
                  </a:cubicBezTo>
                  <a:cubicBezTo>
                    <a:pt x="17562" y="13297"/>
                    <a:pt x="6406" y="29097"/>
                    <a:pt x="2787" y="47349"/>
                  </a:cubicBezTo>
                  <a:cubicBezTo>
                    <a:pt x="1" y="61267"/>
                    <a:pt x="1644" y="76626"/>
                    <a:pt x="8418" y="90997"/>
                  </a:cubicBezTo>
                  <a:cubicBezTo>
                    <a:pt x="20100" y="115830"/>
                    <a:pt x="43775" y="130702"/>
                    <a:pt x="67570" y="130702"/>
                  </a:cubicBezTo>
                  <a:cubicBezTo>
                    <a:pt x="75594" y="130702"/>
                    <a:pt x="83631" y="129011"/>
                    <a:pt x="91226" y="125442"/>
                  </a:cubicBezTo>
                  <a:cubicBezTo>
                    <a:pt x="121337" y="111262"/>
                    <a:pt x="133077" y="72852"/>
                    <a:pt x="117444" y="39669"/>
                  </a:cubicBezTo>
                  <a:cubicBezTo>
                    <a:pt x="105753" y="14882"/>
                    <a:pt x="82117" y="0"/>
                    <a:pt x="58335" y="0"/>
                  </a:cubicBezTo>
                  <a:close/>
                </a:path>
              </a:pathLst>
            </a:custGeom>
            <a:solidFill>
              <a:srgbClr val="FF89AC"/>
            </a:solidFill>
            <a:ln w="9525" cap="flat" cmpd="sng">
              <a:solidFill>
                <a:schemeClr val="dk1"/>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0" name="Google Shape;2070;p32"/>
            <p:cNvSpPr/>
            <p:nvPr/>
          </p:nvSpPr>
          <p:spPr>
            <a:xfrm>
              <a:off x="4442469" y="2962492"/>
              <a:ext cx="19891" cy="25766"/>
            </a:xfrm>
            <a:custGeom>
              <a:avLst/>
              <a:gdLst/>
              <a:ahLst/>
              <a:cxnLst/>
              <a:rect l="l" t="t" r="r" b="b"/>
              <a:pathLst>
                <a:path w="7621" h="9872" extrusionOk="0">
                  <a:moveTo>
                    <a:pt x="4069" y="0"/>
                  </a:moveTo>
                  <a:cubicBezTo>
                    <a:pt x="2216" y="0"/>
                    <a:pt x="560" y="1976"/>
                    <a:pt x="286" y="4573"/>
                  </a:cubicBezTo>
                  <a:cubicBezTo>
                    <a:pt x="0" y="7299"/>
                    <a:pt x="1358" y="9669"/>
                    <a:pt x="3310" y="9859"/>
                  </a:cubicBezTo>
                  <a:cubicBezTo>
                    <a:pt x="3395" y="9867"/>
                    <a:pt x="3479" y="9871"/>
                    <a:pt x="3562" y="9871"/>
                  </a:cubicBezTo>
                  <a:cubicBezTo>
                    <a:pt x="5405" y="9871"/>
                    <a:pt x="7073" y="7896"/>
                    <a:pt x="7335" y="5299"/>
                  </a:cubicBezTo>
                  <a:cubicBezTo>
                    <a:pt x="7620" y="2572"/>
                    <a:pt x="6263" y="215"/>
                    <a:pt x="4322" y="13"/>
                  </a:cubicBezTo>
                  <a:cubicBezTo>
                    <a:pt x="4238" y="4"/>
                    <a:pt x="4153" y="0"/>
                    <a:pt x="4069" y="0"/>
                  </a:cubicBezTo>
                  <a:close/>
                </a:path>
              </a:pathLst>
            </a:custGeom>
            <a:solidFill>
              <a:srgbClr val="252C3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1" name="Google Shape;2071;p32"/>
            <p:cNvSpPr/>
            <p:nvPr/>
          </p:nvSpPr>
          <p:spPr>
            <a:xfrm>
              <a:off x="4439953" y="2960089"/>
              <a:ext cx="24427" cy="30529"/>
            </a:xfrm>
            <a:custGeom>
              <a:avLst/>
              <a:gdLst/>
              <a:ahLst/>
              <a:cxnLst/>
              <a:rect l="l" t="t" r="r" b="b"/>
              <a:pathLst>
                <a:path w="9359" h="11697" extrusionOk="0">
                  <a:moveTo>
                    <a:pt x="5013" y="1850"/>
                  </a:moveTo>
                  <a:cubicBezTo>
                    <a:pt x="5072" y="1850"/>
                    <a:pt x="5132" y="1850"/>
                    <a:pt x="5191" y="1862"/>
                  </a:cubicBezTo>
                  <a:cubicBezTo>
                    <a:pt x="5834" y="1922"/>
                    <a:pt x="6418" y="2374"/>
                    <a:pt x="6822" y="3101"/>
                  </a:cubicBezTo>
                  <a:cubicBezTo>
                    <a:pt x="7311" y="3934"/>
                    <a:pt x="7501" y="5017"/>
                    <a:pt x="7382" y="6137"/>
                  </a:cubicBezTo>
                  <a:cubicBezTo>
                    <a:pt x="7263" y="7268"/>
                    <a:pt x="6858" y="8280"/>
                    <a:pt x="6215" y="8994"/>
                  </a:cubicBezTo>
                  <a:cubicBezTo>
                    <a:pt x="5706" y="9558"/>
                    <a:pt x="5087" y="9885"/>
                    <a:pt x="4522" y="9885"/>
                  </a:cubicBezTo>
                  <a:cubicBezTo>
                    <a:pt x="4467" y="9885"/>
                    <a:pt x="4412" y="9882"/>
                    <a:pt x="4358" y="9875"/>
                  </a:cubicBezTo>
                  <a:cubicBezTo>
                    <a:pt x="2941" y="9720"/>
                    <a:pt x="1929" y="7768"/>
                    <a:pt x="2155" y="5601"/>
                  </a:cubicBezTo>
                  <a:cubicBezTo>
                    <a:pt x="2274" y="4470"/>
                    <a:pt x="2679" y="3458"/>
                    <a:pt x="3322" y="2743"/>
                  </a:cubicBezTo>
                  <a:cubicBezTo>
                    <a:pt x="3834" y="2160"/>
                    <a:pt x="4429" y="1850"/>
                    <a:pt x="5013" y="1850"/>
                  </a:cubicBezTo>
                  <a:close/>
                  <a:moveTo>
                    <a:pt x="5025" y="0"/>
                  </a:moveTo>
                  <a:cubicBezTo>
                    <a:pt x="3907" y="0"/>
                    <a:pt x="2827" y="523"/>
                    <a:pt x="1953" y="1505"/>
                  </a:cubicBezTo>
                  <a:cubicBezTo>
                    <a:pt x="1060" y="2505"/>
                    <a:pt x="476" y="3886"/>
                    <a:pt x="322" y="5387"/>
                  </a:cubicBezTo>
                  <a:cubicBezTo>
                    <a:pt x="0" y="8661"/>
                    <a:pt x="1679" y="11435"/>
                    <a:pt x="4167" y="11685"/>
                  </a:cubicBezTo>
                  <a:cubicBezTo>
                    <a:pt x="4298" y="11697"/>
                    <a:pt x="4417" y="11697"/>
                    <a:pt x="4536" y="11697"/>
                  </a:cubicBezTo>
                  <a:cubicBezTo>
                    <a:pt x="5656" y="11697"/>
                    <a:pt x="6727" y="11173"/>
                    <a:pt x="7584" y="10197"/>
                  </a:cubicBezTo>
                  <a:cubicBezTo>
                    <a:pt x="8477" y="9196"/>
                    <a:pt x="9061" y="7815"/>
                    <a:pt x="9216" y="6315"/>
                  </a:cubicBezTo>
                  <a:cubicBezTo>
                    <a:pt x="9358" y="4803"/>
                    <a:pt x="9096" y="3339"/>
                    <a:pt x="8418" y="2172"/>
                  </a:cubicBezTo>
                  <a:cubicBezTo>
                    <a:pt x="7692" y="910"/>
                    <a:pt x="6620" y="148"/>
                    <a:pt x="5370" y="17"/>
                  </a:cubicBezTo>
                  <a:cubicBezTo>
                    <a:pt x="5254" y="6"/>
                    <a:pt x="5139" y="0"/>
                    <a:pt x="5025" y="0"/>
                  </a:cubicBezTo>
                  <a:close/>
                </a:path>
              </a:pathLst>
            </a:custGeom>
            <a:solidFill>
              <a:srgbClr val="252C3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2" name="Google Shape;2072;p32"/>
            <p:cNvSpPr/>
            <p:nvPr/>
          </p:nvSpPr>
          <p:spPr>
            <a:xfrm>
              <a:off x="4570375" y="2980569"/>
              <a:ext cx="19953" cy="25748"/>
            </a:xfrm>
            <a:custGeom>
              <a:avLst/>
              <a:gdLst/>
              <a:ahLst/>
              <a:cxnLst/>
              <a:rect l="l" t="t" r="r" b="b"/>
              <a:pathLst>
                <a:path w="7645" h="9865" extrusionOk="0">
                  <a:moveTo>
                    <a:pt x="4067" y="1"/>
                  </a:moveTo>
                  <a:cubicBezTo>
                    <a:pt x="2245" y="1"/>
                    <a:pt x="581" y="1969"/>
                    <a:pt x="298" y="4552"/>
                  </a:cubicBezTo>
                  <a:cubicBezTo>
                    <a:pt x="1" y="7279"/>
                    <a:pt x="1346" y="9636"/>
                    <a:pt x="3287" y="9851"/>
                  </a:cubicBezTo>
                  <a:cubicBezTo>
                    <a:pt x="3376" y="9860"/>
                    <a:pt x="3465" y="9864"/>
                    <a:pt x="3553" y="9864"/>
                  </a:cubicBezTo>
                  <a:cubicBezTo>
                    <a:pt x="5392" y="9864"/>
                    <a:pt x="7063" y="7893"/>
                    <a:pt x="7347" y="5314"/>
                  </a:cubicBezTo>
                  <a:cubicBezTo>
                    <a:pt x="7644" y="2600"/>
                    <a:pt x="6299" y="230"/>
                    <a:pt x="4346" y="16"/>
                  </a:cubicBezTo>
                  <a:cubicBezTo>
                    <a:pt x="4253" y="6"/>
                    <a:pt x="4160" y="1"/>
                    <a:pt x="4067" y="1"/>
                  </a:cubicBezTo>
                  <a:close/>
                </a:path>
              </a:pathLst>
            </a:custGeom>
            <a:solidFill>
              <a:srgbClr val="252C3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3" name="Google Shape;2073;p32"/>
            <p:cNvSpPr/>
            <p:nvPr/>
          </p:nvSpPr>
          <p:spPr>
            <a:xfrm>
              <a:off x="4567859" y="2978166"/>
              <a:ext cx="24490" cy="30571"/>
            </a:xfrm>
            <a:custGeom>
              <a:avLst/>
              <a:gdLst/>
              <a:ahLst/>
              <a:cxnLst/>
              <a:rect l="l" t="t" r="r" b="b"/>
              <a:pathLst>
                <a:path w="9383" h="11713" extrusionOk="0">
                  <a:moveTo>
                    <a:pt x="5037" y="1842"/>
                  </a:moveTo>
                  <a:cubicBezTo>
                    <a:pt x="5096" y="1842"/>
                    <a:pt x="5144" y="1854"/>
                    <a:pt x="5215" y="1854"/>
                  </a:cubicBezTo>
                  <a:cubicBezTo>
                    <a:pt x="5846" y="1925"/>
                    <a:pt x="6430" y="2378"/>
                    <a:pt x="6846" y="3104"/>
                  </a:cubicBezTo>
                  <a:cubicBezTo>
                    <a:pt x="7311" y="3937"/>
                    <a:pt x="7501" y="5021"/>
                    <a:pt x="7382" y="6140"/>
                  </a:cubicBezTo>
                  <a:cubicBezTo>
                    <a:pt x="7263" y="7259"/>
                    <a:pt x="6846" y="8271"/>
                    <a:pt x="6203" y="8986"/>
                  </a:cubicBezTo>
                  <a:cubicBezTo>
                    <a:pt x="5691" y="9553"/>
                    <a:pt x="5098" y="9850"/>
                    <a:pt x="4508" y="9850"/>
                  </a:cubicBezTo>
                  <a:cubicBezTo>
                    <a:pt x="4454" y="9850"/>
                    <a:pt x="4400" y="9848"/>
                    <a:pt x="4346" y="9843"/>
                  </a:cubicBezTo>
                  <a:cubicBezTo>
                    <a:pt x="2929" y="9688"/>
                    <a:pt x="1941" y="7735"/>
                    <a:pt x="2167" y="5557"/>
                  </a:cubicBezTo>
                  <a:cubicBezTo>
                    <a:pt x="2298" y="4449"/>
                    <a:pt x="2715" y="3437"/>
                    <a:pt x="3346" y="2723"/>
                  </a:cubicBezTo>
                  <a:cubicBezTo>
                    <a:pt x="3858" y="2151"/>
                    <a:pt x="4453" y="1842"/>
                    <a:pt x="5037" y="1842"/>
                  </a:cubicBezTo>
                  <a:close/>
                  <a:moveTo>
                    <a:pt x="5035" y="0"/>
                  </a:moveTo>
                  <a:cubicBezTo>
                    <a:pt x="3935" y="0"/>
                    <a:pt x="2855" y="522"/>
                    <a:pt x="1977" y="1497"/>
                  </a:cubicBezTo>
                  <a:cubicBezTo>
                    <a:pt x="1084" y="2497"/>
                    <a:pt x="512" y="3878"/>
                    <a:pt x="345" y="5378"/>
                  </a:cubicBezTo>
                  <a:cubicBezTo>
                    <a:pt x="0" y="8652"/>
                    <a:pt x="1667" y="11426"/>
                    <a:pt x="4155" y="11688"/>
                  </a:cubicBezTo>
                  <a:cubicBezTo>
                    <a:pt x="4286" y="11712"/>
                    <a:pt x="4406" y="11712"/>
                    <a:pt x="4536" y="11712"/>
                  </a:cubicBezTo>
                  <a:cubicBezTo>
                    <a:pt x="5644" y="11712"/>
                    <a:pt x="6715" y="11188"/>
                    <a:pt x="7573" y="10224"/>
                  </a:cubicBezTo>
                  <a:cubicBezTo>
                    <a:pt x="8466" y="9212"/>
                    <a:pt x="9049" y="7843"/>
                    <a:pt x="9216" y="6331"/>
                  </a:cubicBezTo>
                  <a:cubicBezTo>
                    <a:pt x="9382" y="4830"/>
                    <a:pt x="9097" y="3354"/>
                    <a:pt x="8442" y="2199"/>
                  </a:cubicBezTo>
                  <a:cubicBezTo>
                    <a:pt x="7727" y="937"/>
                    <a:pt x="6656" y="163"/>
                    <a:pt x="5406" y="20"/>
                  </a:cubicBezTo>
                  <a:cubicBezTo>
                    <a:pt x="5282" y="7"/>
                    <a:pt x="5159" y="0"/>
                    <a:pt x="5035" y="0"/>
                  </a:cubicBezTo>
                  <a:close/>
                </a:path>
              </a:pathLst>
            </a:custGeom>
            <a:solidFill>
              <a:srgbClr val="252C3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4" name="Google Shape;2074;p32"/>
            <p:cNvSpPr/>
            <p:nvPr/>
          </p:nvSpPr>
          <p:spPr>
            <a:xfrm>
              <a:off x="4495930" y="2991983"/>
              <a:ext cx="36039" cy="28316"/>
            </a:xfrm>
            <a:custGeom>
              <a:avLst/>
              <a:gdLst/>
              <a:ahLst/>
              <a:cxnLst/>
              <a:rect l="l" t="t" r="r" b="b"/>
              <a:pathLst>
                <a:path w="13808" h="10849" extrusionOk="0">
                  <a:moveTo>
                    <a:pt x="365" y="1"/>
                  </a:moveTo>
                  <a:cubicBezTo>
                    <a:pt x="0" y="6065"/>
                    <a:pt x="2897" y="10849"/>
                    <a:pt x="6497" y="10849"/>
                  </a:cubicBezTo>
                  <a:cubicBezTo>
                    <a:pt x="6536" y="10849"/>
                    <a:pt x="6576" y="10848"/>
                    <a:pt x="6616" y="10847"/>
                  </a:cubicBezTo>
                  <a:cubicBezTo>
                    <a:pt x="9867" y="10740"/>
                    <a:pt x="13010" y="6799"/>
                    <a:pt x="13807" y="1453"/>
                  </a:cubicBezTo>
                  <a:lnTo>
                    <a:pt x="365" y="1"/>
                  </a:lnTo>
                  <a:close/>
                </a:path>
              </a:pathLst>
            </a:custGeom>
            <a:solidFill>
              <a:srgbClr val="252C3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5" name="Google Shape;2075;p32"/>
            <p:cNvSpPr/>
            <p:nvPr/>
          </p:nvSpPr>
          <p:spPr>
            <a:xfrm>
              <a:off x="4493899" y="2989310"/>
              <a:ext cx="40836" cy="33408"/>
            </a:xfrm>
            <a:custGeom>
              <a:avLst/>
              <a:gdLst/>
              <a:ahLst/>
              <a:cxnLst/>
              <a:rect l="l" t="t" r="r" b="b"/>
              <a:pathLst>
                <a:path w="15646" h="12800" extrusionOk="0">
                  <a:moveTo>
                    <a:pt x="2036" y="2049"/>
                  </a:moveTo>
                  <a:lnTo>
                    <a:pt x="13502" y="3287"/>
                  </a:lnTo>
                  <a:cubicBezTo>
                    <a:pt x="12585" y="7573"/>
                    <a:pt x="10002" y="10871"/>
                    <a:pt x="7370" y="10954"/>
                  </a:cubicBezTo>
                  <a:cubicBezTo>
                    <a:pt x="7324" y="10957"/>
                    <a:pt x="7278" y="10958"/>
                    <a:pt x="7232" y="10958"/>
                  </a:cubicBezTo>
                  <a:cubicBezTo>
                    <a:pt x="6058" y="10958"/>
                    <a:pt x="5122" y="10241"/>
                    <a:pt x="4560" y="9657"/>
                  </a:cubicBezTo>
                  <a:cubicBezTo>
                    <a:pt x="2977" y="8037"/>
                    <a:pt x="2036" y="5180"/>
                    <a:pt x="2036" y="2049"/>
                  </a:cubicBezTo>
                  <a:close/>
                  <a:moveTo>
                    <a:pt x="298" y="1"/>
                  </a:moveTo>
                  <a:lnTo>
                    <a:pt x="238" y="965"/>
                  </a:lnTo>
                  <a:cubicBezTo>
                    <a:pt x="0" y="5013"/>
                    <a:pt x="1120" y="8752"/>
                    <a:pt x="3251" y="10931"/>
                  </a:cubicBezTo>
                  <a:cubicBezTo>
                    <a:pt x="4418" y="12157"/>
                    <a:pt x="5822" y="12800"/>
                    <a:pt x="7275" y="12800"/>
                  </a:cubicBezTo>
                  <a:cubicBezTo>
                    <a:pt x="7323" y="12800"/>
                    <a:pt x="7370" y="12800"/>
                    <a:pt x="7430" y="12776"/>
                  </a:cubicBezTo>
                  <a:cubicBezTo>
                    <a:pt x="11180" y="12681"/>
                    <a:pt x="14645" y="8299"/>
                    <a:pt x="15490" y="2596"/>
                  </a:cubicBezTo>
                  <a:lnTo>
                    <a:pt x="15645" y="1644"/>
                  </a:lnTo>
                  <a:lnTo>
                    <a:pt x="298" y="1"/>
                  </a:lnTo>
                  <a:close/>
                </a:path>
              </a:pathLst>
            </a:custGeom>
            <a:solidFill>
              <a:srgbClr val="252C3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076" name="Google Shape;2076;p32"/>
          <p:cNvGrpSpPr/>
          <p:nvPr/>
        </p:nvGrpSpPr>
        <p:grpSpPr>
          <a:xfrm>
            <a:off x="1744281" y="778510"/>
            <a:ext cx="1388370" cy="1061455"/>
            <a:chOff x="4096768" y="1007010"/>
            <a:chExt cx="1388370" cy="1061455"/>
          </a:xfrm>
        </p:grpSpPr>
        <p:grpSp>
          <p:nvGrpSpPr>
            <p:cNvPr id="2077" name="Google Shape;2077;p32"/>
            <p:cNvGrpSpPr/>
            <p:nvPr/>
          </p:nvGrpSpPr>
          <p:grpSpPr>
            <a:xfrm>
              <a:off x="4096768" y="1007010"/>
              <a:ext cx="1388370" cy="1061455"/>
              <a:chOff x="4096768" y="1007010"/>
              <a:chExt cx="1388370" cy="1061455"/>
            </a:xfrm>
          </p:grpSpPr>
          <p:sp>
            <p:nvSpPr>
              <p:cNvPr id="2078" name="Google Shape;2078;p32"/>
              <p:cNvSpPr/>
              <p:nvPr/>
            </p:nvSpPr>
            <p:spPr>
              <a:xfrm>
                <a:off x="4104893" y="1013964"/>
                <a:ext cx="1369004" cy="1046677"/>
              </a:xfrm>
              <a:custGeom>
                <a:avLst/>
                <a:gdLst/>
                <a:ahLst/>
                <a:cxnLst/>
                <a:rect l="l" t="t" r="r" b="b"/>
                <a:pathLst>
                  <a:path w="1850006" h="1414428" extrusionOk="0">
                    <a:moveTo>
                      <a:pt x="645636" y="289123"/>
                    </a:moveTo>
                    <a:lnTo>
                      <a:pt x="1343734" y="701865"/>
                    </a:lnTo>
                    <a:lnTo>
                      <a:pt x="353989" y="1045821"/>
                    </a:lnTo>
                    <a:lnTo>
                      <a:pt x="645636" y="289123"/>
                    </a:lnTo>
                    <a:close/>
                    <a:moveTo>
                      <a:pt x="545148" y="0"/>
                    </a:moveTo>
                    <a:lnTo>
                      <a:pt x="1" y="1414428"/>
                    </a:lnTo>
                    <a:lnTo>
                      <a:pt x="1850005" y="771440"/>
                    </a:lnTo>
                    <a:lnTo>
                      <a:pt x="54514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079" name="Google Shape;2079;p32"/>
              <p:cNvGrpSpPr/>
              <p:nvPr/>
            </p:nvGrpSpPr>
            <p:grpSpPr>
              <a:xfrm>
                <a:off x="4096768" y="1007010"/>
                <a:ext cx="1388370" cy="1061455"/>
                <a:chOff x="4096768" y="1007010"/>
                <a:chExt cx="1388370" cy="1061455"/>
              </a:xfrm>
            </p:grpSpPr>
            <p:sp>
              <p:nvSpPr>
                <p:cNvPr id="2080" name="Google Shape;2080;p32"/>
                <p:cNvSpPr/>
                <p:nvPr/>
              </p:nvSpPr>
              <p:spPr>
                <a:xfrm>
                  <a:off x="4096768" y="1007010"/>
                  <a:ext cx="1388370" cy="1061455"/>
                </a:xfrm>
                <a:custGeom>
                  <a:avLst/>
                  <a:gdLst/>
                  <a:ahLst/>
                  <a:cxnLst/>
                  <a:rect l="l" t="t" r="r" b="b"/>
                  <a:pathLst>
                    <a:path w="1876175" h="1434398" extrusionOk="0">
                      <a:moveTo>
                        <a:pt x="659891" y="307907"/>
                      </a:moveTo>
                      <a:lnTo>
                        <a:pt x="1339539" y="709737"/>
                      </a:lnTo>
                      <a:lnTo>
                        <a:pt x="375965" y="1044635"/>
                      </a:lnTo>
                      <a:lnTo>
                        <a:pt x="659891" y="307907"/>
                      </a:lnTo>
                      <a:close/>
                      <a:moveTo>
                        <a:pt x="653356" y="289184"/>
                      </a:moveTo>
                      <a:lnTo>
                        <a:pt x="353988" y="1065851"/>
                      </a:lnTo>
                      <a:lnTo>
                        <a:pt x="1369904" y="712807"/>
                      </a:lnTo>
                      <a:lnTo>
                        <a:pt x="659891" y="293044"/>
                      </a:lnTo>
                      <a:lnTo>
                        <a:pt x="653356" y="289184"/>
                      </a:lnTo>
                      <a:close/>
                      <a:moveTo>
                        <a:pt x="559403" y="18785"/>
                      </a:moveTo>
                      <a:lnTo>
                        <a:pt x="1845810" y="779312"/>
                      </a:lnTo>
                      <a:lnTo>
                        <a:pt x="21946" y="1413212"/>
                      </a:lnTo>
                      <a:lnTo>
                        <a:pt x="21946" y="1413212"/>
                      </a:lnTo>
                      <a:lnTo>
                        <a:pt x="559403" y="18785"/>
                      </a:lnTo>
                      <a:close/>
                      <a:moveTo>
                        <a:pt x="552868" y="0"/>
                      </a:moveTo>
                      <a:lnTo>
                        <a:pt x="0" y="1434398"/>
                      </a:lnTo>
                      <a:lnTo>
                        <a:pt x="1876175" y="782382"/>
                      </a:lnTo>
                      <a:lnTo>
                        <a:pt x="559403" y="3891"/>
                      </a:lnTo>
                      <a:lnTo>
                        <a:pt x="552868" y="0"/>
                      </a:lnTo>
                      <a:close/>
                    </a:path>
                  </a:pathLst>
                </a:custGeom>
                <a:solidFill>
                  <a:schemeClr val="dk1"/>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1" name="Google Shape;2081;p32"/>
                <p:cNvSpPr/>
                <p:nvPr/>
              </p:nvSpPr>
              <p:spPr>
                <a:xfrm>
                  <a:off x="4512703" y="1872928"/>
                  <a:ext cx="22471" cy="41927"/>
                </a:xfrm>
                <a:custGeom>
                  <a:avLst/>
                  <a:gdLst/>
                  <a:ahLst/>
                  <a:cxnLst/>
                  <a:rect l="l" t="t" r="r" b="b"/>
                  <a:pathLst>
                    <a:path w="30366" h="56658" extrusionOk="0">
                      <a:moveTo>
                        <a:pt x="12129" y="0"/>
                      </a:moveTo>
                      <a:lnTo>
                        <a:pt x="1" y="4225"/>
                      </a:lnTo>
                      <a:lnTo>
                        <a:pt x="18208" y="56657"/>
                      </a:lnTo>
                      <a:lnTo>
                        <a:pt x="30366" y="52432"/>
                      </a:lnTo>
                      <a:lnTo>
                        <a:pt x="1212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2" name="Google Shape;2082;p32"/>
                <p:cNvSpPr/>
                <p:nvPr/>
              </p:nvSpPr>
              <p:spPr>
                <a:xfrm>
                  <a:off x="4600122" y="1842544"/>
                  <a:ext cx="22449" cy="41927"/>
                </a:xfrm>
                <a:custGeom>
                  <a:avLst/>
                  <a:gdLst/>
                  <a:ahLst/>
                  <a:cxnLst/>
                  <a:rect l="l" t="t" r="r" b="b"/>
                  <a:pathLst>
                    <a:path w="30336" h="56658" extrusionOk="0">
                      <a:moveTo>
                        <a:pt x="12128" y="0"/>
                      </a:moveTo>
                      <a:lnTo>
                        <a:pt x="1" y="4225"/>
                      </a:lnTo>
                      <a:lnTo>
                        <a:pt x="18208" y="56657"/>
                      </a:lnTo>
                      <a:lnTo>
                        <a:pt x="30335" y="52432"/>
                      </a:lnTo>
                      <a:lnTo>
                        <a:pt x="1212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3" name="Google Shape;2083;p32"/>
                <p:cNvSpPr/>
                <p:nvPr/>
              </p:nvSpPr>
              <p:spPr>
                <a:xfrm>
                  <a:off x="4686347" y="1812586"/>
                  <a:ext cx="22471" cy="41905"/>
                </a:xfrm>
                <a:custGeom>
                  <a:avLst/>
                  <a:gdLst/>
                  <a:ahLst/>
                  <a:cxnLst/>
                  <a:rect l="l" t="t" r="r" b="b"/>
                  <a:pathLst>
                    <a:path w="30366" h="56628" extrusionOk="0">
                      <a:moveTo>
                        <a:pt x="12128" y="1"/>
                      </a:moveTo>
                      <a:lnTo>
                        <a:pt x="1" y="4195"/>
                      </a:lnTo>
                      <a:lnTo>
                        <a:pt x="18238" y="56628"/>
                      </a:lnTo>
                      <a:lnTo>
                        <a:pt x="30366" y="52433"/>
                      </a:lnTo>
                      <a:lnTo>
                        <a:pt x="1212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4" name="Google Shape;2084;p32"/>
                <p:cNvSpPr/>
                <p:nvPr/>
              </p:nvSpPr>
              <p:spPr>
                <a:xfrm>
                  <a:off x="4769715" y="1783597"/>
                  <a:ext cx="22449" cy="41927"/>
                </a:xfrm>
                <a:custGeom>
                  <a:avLst/>
                  <a:gdLst/>
                  <a:ahLst/>
                  <a:cxnLst/>
                  <a:rect l="l" t="t" r="r" b="b"/>
                  <a:pathLst>
                    <a:path w="30336" h="56658" extrusionOk="0">
                      <a:moveTo>
                        <a:pt x="12128" y="0"/>
                      </a:moveTo>
                      <a:lnTo>
                        <a:pt x="0" y="4225"/>
                      </a:lnTo>
                      <a:lnTo>
                        <a:pt x="18207" y="56657"/>
                      </a:lnTo>
                      <a:lnTo>
                        <a:pt x="30335" y="52432"/>
                      </a:lnTo>
                      <a:lnTo>
                        <a:pt x="1212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5" name="Google Shape;2085;p32"/>
                <p:cNvSpPr/>
                <p:nvPr/>
              </p:nvSpPr>
              <p:spPr>
                <a:xfrm>
                  <a:off x="4855895" y="1753685"/>
                  <a:ext cx="22471" cy="41905"/>
                </a:xfrm>
                <a:custGeom>
                  <a:avLst/>
                  <a:gdLst/>
                  <a:ahLst/>
                  <a:cxnLst/>
                  <a:rect l="l" t="t" r="r" b="b"/>
                  <a:pathLst>
                    <a:path w="30366" h="56628" extrusionOk="0">
                      <a:moveTo>
                        <a:pt x="12159" y="0"/>
                      </a:moveTo>
                      <a:lnTo>
                        <a:pt x="0" y="4195"/>
                      </a:lnTo>
                      <a:lnTo>
                        <a:pt x="18238" y="56627"/>
                      </a:lnTo>
                      <a:lnTo>
                        <a:pt x="30366" y="52433"/>
                      </a:lnTo>
                      <a:lnTo>
                        <a:pt x="1215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6" name="Google Shape;2086;p32"/>
                <p:cNvSpPr/>
                <p:nvPr/>
              </p:nvSpPr>
              <p:spPr>
                <a:xfrm>
                  <a:off x="4939577" y="1724561"/>
                  <a:ext cx="22471" cy="41905"/>
                </a:xfrm>
                <a:custGeom>
                  <a:avLst/>
                  <a:gdLst/>
                  <a:ahLst/>
                  <a:cxnLst/>
                  <a:rect l="l" t="t" r="r" b="b"/>
                  <a:pathLst>
                    <a:path w="30366" h="56628" extrusionOk="0">
                      <a:moveTo>
                        <a:pt x="12159" y="0"/>
                      </a:moveTo>
                      <a:lnTo>
                        <a:pt x="1" y="4195"/>
                      </a:lnTo>
                      <a:lnTo>
                        <a:pt x="18238" y="56627"/>
                      </a:lnTo>
                      <a:lnTo>
                        <a:pt x="30366" y="52433"/>
                      </a:lnTo>
                      <a:lnTo>
                        <a:pt x="1215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7" name="Google Shape;2087;p32"/>
                <p:cNvSpPr/>
                <p:nvPr/>
              </p:nvSpPr>
              <p:spPr>
                <a:xfrm>
                  <a:off x="5025803" y="1694581"/>
                  <a:ext cx="22471" cy="41927"/>
                </a:xfrm>
                <a:custGeom>
                  <a:avLst/>
                  <a:gdLst/>
                  <a:ahLst/>
                  <a:cxnLst/>
                  <a:rect l="l" t="t" r="r" b="b"/>
                  <a:pathLst>
                    <a:path w="30366" h="56658" extrusionOk="0">
                      <a:moveTo>
                        <a:pt x="12128" y="1"/>
                      </a:moveTo>
                      <a:lnTo>
                        <a:pt x="1" y="4195"/>
                      </a:lnTo>
                      <a:lnTo>
                        <a:pt x="18208" y="56658"/>
                      </a:lnTo>
                      <a:lnTo>
                        <a:pt x="30366" y="52433"/>
                      </a:lnTo>
                      <a:lnTo>
                        <a:pt x="1212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8" name="Google Shape;2088;p32"/>
                <p:cNvSpPr/>
                <p:nvPr/>
              </p:nvSpPr>
              <p:spPr>
                <a:xfrm>
                  <a:off x="5109192" y="1665637"/>
                  <a:ext cx="22471" cy="41928"/>
                </a:xfrm>
                <a:custGeom>
                  <a:avLst/>
                  <a:gdLst/>
                  <a:ahLst/>
                  <a:cxnLst/>
                  <a:rect l="l" t="t" r="r" b="b"/>
                  <a:pathLst>
                    <a:path w="30366" h="56659" extrusionOk="0">
                      <a:moveTo>
                        <a:pt x="12129" y="1"/>
                      </a:moveTo>
                      <a:lnTo>
                        <a:pt x="1" y="4195"/>
                      </a:lnTo>
                      <a:lnTo>
                        <a:pt x="18238" y="56658"/>
                      </a:lnTo>
                      <a:lnTo>
                        <a:pt x="30366" y="52433"/>
                      </a:lnTo>
                      <a:lnTo>
                        <a:pt x="1212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9" name="Google Shape;2089;p32"/>
                <p:cNvSpPr/>
                <p:nvPr/>
              </p:nvSpPr>
              <p:spPr>
                <a:xfrm>
                  <a:off x="5195373" y="1635702"/>
                  <a:ext cx="22471" cy="41927"/>
                </a:xfrm>
                <a:custGeom>
                  <a:avLst/>
                  <a:gdLst/>
                  <a:ahLst/>
                  <a:cxnLst/>
                  <a:rect l="l" t="t" r="r" b="b"/>
                  <a:pathLst>
                    <a:path w="30366" h="56658" extrusionOk="0">
                      <a:moveTo>
                        <a:pt x="12129" y="1"/>
                      </a:moveTo>
                      <a:lnTo>
                        <a:pt x="1" y="4226"/>
                      </a:lnTo>
                      <a:lnTo>
                        <a:pt x="18238" y="56658"/>
                      </a:lnTo>
                      <a:lnTo>
                        <a:pt x="30366" y="52433"/>
                      </a:lnTo>
                      <a:lnTo>
                        <a:pt x="1212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0" name="Google Shape;2090;p32"/>
                <p:cNvSpPr/>
                <p:nvPr/>
              </p:nvSpPr>
              <p:spPr>
                <a:xfrm>
                  <a:off x="5287338" y="1603720"/>
                  <a:ext cx="22471" cy="41905"/>
                </a:xfrm>
                <a:custGeom>
                  <a:avLst/>
                  <a:gdLst/>
                  <a:ahLst/>
                  <a:cxnLst/>
                  <a:rect l="l" t="t" r="r" b="b"/>
                  <a:pathLst>
                    <a:path w="30366" h="56628" extrusionOk="0">
                      <a:moveTo>
                        <a:pt x="12128" y="1"/>
                      </a:moveTo>
                      <a:lnTo>
                        <a:pt x="1" y="4195"/>
                      </a:lnTo>
                      <a:lnTo>
                        <a:pt x="18238" y="56628"/>
                      </a:lnTo>
                      <a:lnTo>
                        <a:pt x="30366" y="52433"/>
                      </a:lnTo>
                      <a:lnTo>
                        <a:pt x="1212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1" name="Google Shape;2091;p32"/>
                <p:cNvSpPr/>
                <p:nvPr/>
              </p:nvSpPr>
              <p:spPr>
                <a:xfrm>
                  <a:off x="4480698" y="1905834"/>
                  <a:ext cx="15724" cy="22516"/>
                </a:xfrm>
                <a:custGeom>
                  <a:avLst/>
                  <a:gdLst/>
                  <a:ahLst/>
                  <a:cxnLst/>
                  <a:rect l="l" t="t" r="r" b="b"/>
                  <a:pathLst>
                    <a:path w="21248" h="30427" extrusionOk="0">
                      <a:moveTo>
                        <a:pt x="12129" y="0"/>
                      </a:moveTo>
                      <a:lnTo>
                        <a:pt x="1" y="4225"/>
                      </a:lnTo>
                      <a:lnTo>
                        <a:pt x="9120" y="30426"/>
                      </a:lnTo>
                      <a:lnTo>
                        <a:pt x="21248" y="26201"/>
                      </a:lnTo>
                      <a:lnTo>
                        <a:pt x="1212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2" name="Google Shape;2092;p32"/>
                <p:cNvSpPr/>
                <p:nvPr/>
              </p:nvSpPr>
              <p:spPr>
                <a:xfrm>
                  <a:off x="4566923" y="1875854"/>
                  <a:ext cx="15701" cy="22493"/>
                </a:xfrm>
                <a:custGeom>
                  <a:avLst/>
                  <a:gdLst/>
                  <a:ahLst/>
                  <a:cxnLst/>
                  <a:rect l="l" t="t" r="r" b="b"/>
                  <a:pathLst>
                    <a:path w="21218" h="30396" extrusionOk="0">
                      <a:moveTo>
                        <a:pt x="12129" y="1"/>
                      </a:moveTo>
                      <a:lnTo>
                        <a:pt x="1" y="4195"/>
                      </a:lnTo>
                      <a:lnTo>
                        <a:pt x="9089" y="30396"/>
                      </a:lnTo>
                      <a:lnTo>
                        <a:pt x="21217" y="26201"/>
                      </a:lnTo>
                      <a:lnTo>
                        <a:pt x="1212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3" name="Google Shape;2093;p32"/>
                <p:cNvSpPr/>
                <p:nvPr/>
              </p:nvSpPr>
              <p:spPr>
                <a:xfrm>
                  <a:off x="4654297" y="1845492"/>
                  <a:ext cx="15723" cy="22494"/>
                </a:xfrm>
                <a:custGeom>
                  <a:avLst/>
                  <a:gdLst/>
                  <a:ahLst/>
                  <a:cxnLst/>
                  <a:rect l="l" t="t" r="r" b="b"/>
                  <a:pathLst>
                    <a:path w="21247" h="30397" extrusionOk="0">
                      <a:moveTo>
                        <a:pt x="12128" y="1"/>
                      </a:moveTo>
                      <a:lnTo>
                        <a:pt x="0" y="4226"/>
                      </a:lnTo>
                      <a:lnTo>
                        <a:pt x="9119" y="30396"/>
                      </a:lnTo>
                      <a:lnTo>
                        <a:pt x="21247" y="26202"/>
                      </a:lnTo>
                      <a:lnTo>
                        <a:pt x="1212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4" name="Google Shape;2094;p32"/>
                <p:cNvSpPr/>
                <p:nvPr/>
              </p:nvSpPr>
              <p:spPr>
                <a:xfrm>
                  <a:off x="4740500" y="1815535"/>
                  <a:ext cx="15724" cy="22493"/>
                </a:xfrm>
                <a:custGeom>
                  <a:avLst/>
                  <a:gdLst/>
                  <a:ahLst/>
                  <a:cxnLst/>
                  <a:rect l="l" t="t" r="r" b="b"/>
                  <a:pathLst>
                    <a:path w="21248" h="30396" extrusionOk="0">
                      <a:moveTo>
                        <a:pt x="12128" y="0"/>
                      </a:moveTo>
                      <a:lnTo>
                        <a:pt x="1" y="4195"/>
                      </a:lnTo>
                      <a:lnTo>
                        <a:pt x="9119" y="30396"/>
                      </a:lnTo>
                      <a:lnTo>
                        <a:pt x="21247" y="26201"/>
                      </a:lnTo>
                      <a:lnTo>
                        <a:pt x="1212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5" name="Google Shape;2095;p32"/>
                <p:cNvSpPr/>
                <p:nvPr/>
              </p:nvSpPr>
              <p:spPr>
                <a:xfrm>
                  <a:off x="4823935" y="1786568"/>
                  <a:ext cx="15723" cy="22493"/>
                </a:xfrm>
                <a:custGeom>
                  <a:avLst/>
                  <a:gdLst/>
                  <a:ahLst/>
                  <a:cxnLst/>
                  <a:rect l="l" t="t" r="r" b="b"/>
                  <a:pathLst>
                    <a:path w="21247" h="30396" extrusionOk="0">
                      <a:moveTo>
                        <a:pt x="12128" y="0"/>
                      </a:moveTo>
                      <a:lnTo>
                        <a:pt x="0" y="4195"/>
                      </a:lnTo>
                      <a:lnTo>
                        <a:pt x="9089" y="30396"/>
                      </a:lnTo>
                      <a:lnTo>
                        <a:pt x="21247" y="26201"/>
                      </a:lnTo>
                      <a:lnTo>
                        <a:pt x="1212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6" name="Google Shape;2096;p32"/>
                <p:cNvSpPr/>
                <p:nvPr/>
              </p:nvSpPr>
              <p:spPr>
                <a:xfrm>
                  <a:off x="4910137" y="1756589"/>
                  <a:ext cx="15701" cy="22493"/>
                </a:xfrm>
                <a:custGeom>
                  <a:avLst/>
                  <a:gdLst/>
                  <a:ahLst/>
                  <a:cxnLst/>
                  <a:rect l="l" t="t" r="r" b="b"/>
                  <a:pathLst>
                    <a:path w="21218" h="30396" extrusionOk="0">
                      <a:moveTo>
                        <a:pt x="12129" y="0"/>
                      </a:moveTo>
                      <a:lnTo>
                        <a:pt x="1" y="4195"/>
                      </a:lnTo>
                      <a:lnTo>
                        <a:pt x="9089" y="30396"/>
                      </a:lnTo>
                      <a:lnTo>
                        <a:pt x="21217" y="26201"/>
                      </a:lnTo>
                      <a:lnTo>
                        <a:pt x="1212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7" name="Google Shape;2097;p32"/>
                <p:cNvSpPr/>
                <p:nvPr/>
              </p:nvSpPr>
              <p:spPr>
                <a:xfrm>
                  <a:off x="4993753" y="1727509"/>
                  <a:ext cx="15723" cy="22516"/>
                </a:xfrm>
                <a:custGeom>
                  <a:avLst/>
                  <a:gdLst/>
                  <a:ahLst/>
                  <a:cxnLst/>
                  <a:rect l="l" t="t" r="r" b="b"/>
                  <a:pathLst>
                    <a:path w="21247" h="30427" extrusionOk="0">
                      <a:moveTo>
                        <a:pt x="12128" y="0"/>
                      </a:moveTo>
                      <a:lnTo>
                        <a:pt x="0" y="4225"/>
                      </a:lnTo>
                      <a:lnTo>
                        <a:pt x="9119" y="30426"/>
                      </a:lnTo>
                      <a:lnTo>
                        <a:pt x="21247" y="26201"/>
                      </a:lnTo>
                      <a:lnTo>
                        <a:pt x="1212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8" name="Google Shape;2098;p32"/>
                <p:cNvSpPr/>
                <p:nvPr/>
              </p:nvSpPr>
              <p:spPr>
                <a:xfrm>
                  <a:off x="5079955" y="1697552"/>
                  <a:ext cx="15724" cy="22516"/>
                </a:xfrm>
                <a:custGeom>
                  <a:avLst/>
                  <a:gdLst/>
                  <a:ahLst/>
                  <a:cxnLst/>
                  <a:rect l="l" t="t" r="r" b="b"/>
                  <a:pathLst>
                    <a:path w="21248" h="30427" extrusionOk="0">
                      <a:moveTo>
                        <a:pt x="12128" y="1"/>
                      </a:moveTo>
                      <a:lnTo>
                        <a:pt x="1" y="4226"/>
                      </a:lnTo>
                      <a:lnTo>
                        <a:pt x="9119" y="30427"/>
                      </a:lnTo>
                      <a:lnTo>
                        <a:pt x="21247" y="26202"/>
                      </a:lnTo>
                      <a:lnTo>
                        <a:pt x="1212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9" name="Google Shape;2099;p32"/>
                <p:cNvSpPr/>
                <p:nvPr/>
              </p:nvSpPr>
              <p:spPr>
                <a:xfrm>
                  <a:off x="5163368" y="1668563"/>
                  <a:ext cx="15701" cy="22493"/>
                </a:xfrm>
                <a:custGeom>
                  <a:avLst/>
                  <a:gdLst/>
                  <a:ahLst/>
                  <a:cxnLst/>
                  <a:rect l="l" t="t" r="r" b="b"/>
                  <a:pathLst>
                    <a:path w="21217" h="30396" extrusionOk="0">
                      <a:moveTo>
                        <a:pt x="12128" y="0"/>
                      </a:moveTo>
                      <a:lnTo>
                        <a:pt x="0" y="4195"/>
                      </a:lnTo>
                      <a:lnTo>
                        <a:pt x="9088" y="30396"/>
                      </a:lnTo>
                      <a:lnTo>
                        <a:pt x="21216" y="26201"/>
                      </a:lnTo>
                      <a:lnTo>
                        <a:pt x="1212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0" name="Google Shape;2100;p32"/>
                <p:cNvSpPr/>
                <p:nvPr/>
              </p:nvSpPr>
              <p:spPr>
                <a:xfrm>
                  <a:off x="5249638" y="1638606"/>
                  <a:ext cx="15701" cy="22516"/>
                </a:xfrm>
                <a:custGeom>
                  <a:avLst/>
                  <a:gdLst/>
                  <a:ahLst/>
                  <a:cxnLst/>
                  <a:rect l="l" t="t" r="r" b="b"/>
                  <a:pathLst>
                    <a:path w="21217" h="30427" extrusionOk="0">
                      <a:moveTo>
                        <a:pt x="12129" y="1"/>
                      </a:moveTo>
                      <a:lnTo>
                        <a:pt x="1" y="4226"/>
                      </a:lnTo>
                      <a:lnTo>
                        <a:pt x="9089" y="30427"/>
                      </a:lnTo>
                      <a:lnTo>
                        <a:pt x="21217" y="26202"/>
                      </a:lnTo>
                      <a:lnTo>
                        <a:pt x="1212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1" name="Google Shape;2101;p32"/>
                <p:cNvSpPr/>
                <p:nvPr/>
              </p:nvSpPr>
              <p:spPr>
                <a:xfrm>
                  <a:off x="4256930" y="1961831"/>
                  <a:ext cx="22449" cy="41927"/>
                </a:xfrm>
                <a:custGeom>
                  <a:avLst/>
                  <a:gdLst/>
                  <a:ahLst/>
                  <a:cxnLst/>
                  <a:rect l="l" t="t" r="r" b="b"/>
                  <a:pathLst>
                    <a:path w="30336" h="56658" extrusionOk="0">
                      <a:moveTo>
                        <a:pt x="12129" y="1"/>
                      </a:moveTo>
                      <a:lnTo>
                        <a:pt x="1" y="4226"/>
                      </a:lnTo>
                      <a:lnTo>
                        <a:pt x="18208" y="56658"/>
                      </a:lnTo>
                      <a:lnTo>
                        <a:pt x="30336" y="52433"/>
                      </a:lnTo>
                      <a:lnTo>
                        <a:pt x="1212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2" name="Google Shape;2102;p32"/>
                <p:cNvSpPr/>
                <p:nvPr/>
              </p:nvSpPr>
              <p:spPr>
                <a:xfrm>
                  <a:off x="4343133" y="1931875"/>
                  <a:ext cx="22471" cy="41927"/>
                </a:xfrm>
                <a:custGeom>
                  <a:avLst/>
                  <a:gdLst/>
                  <a:ahLst/>
                  <a:cxnLst/>
                  <a:rect l="l" t="t" r="r" b="b"/>
                  <a:pathLst>
                    <a:path w="30366" h="56658" extrusionOk="0">
                      <a:moveTo>
                        <a:pt x="12128" y="0"/>
                      </a:moveTo>
                      <a:lnTo>
                        <a:pt x="0" y="4195"/>
                      </a:lnTo>
                      <a:lnTo>
                        <a:pt x="18207" y="56657"/>
                      </a:lnTo>
                      <a:lnTo>
                        <a:pt x="30366" y="52432"/>
                      </a:lnTo>
                      <a:lnTo>
                        <a:pt x="1212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3" name="Google Shape;2103;p32"/>
                <p:cNvSpPr/>
                <p:nvPr/>
              </p:nvSpPr>
              <p:spPr>
                <a:xfrm>
                  <a:off x="4426501" y="1902885"/>
                  <a:ext cx="22449" cy="41927"/>
                </a:xfrm>
                <a:custGeom>
                  <a:avLst/>
                  <a:gdLst/>
                  <a:ahLst/>
                  <a:cxnLst/>
                  <a:rect l="l" t="t" r="r" b="b"/>
                  <a:pathLst>
                    <a:path w="30336" h="56658" extrusionOk="0">
                      <a:moveTo>
                        <a:pt x="12128" y="1"/>
                      </a:moveTo>
                      <a:lnTo>
                        <a:pt x="0" y="4226"/>
                      </a:lnTo>
                      <a:lnTo>
                        <a:pt x="18207" y="56658"/>
                      </a:lnTo>
                      <a:lnTo>
                        <a:pt x="30335" y="52433"/>
                      </a:lnTo>
                      <a:lnTo>
                        <a:pt x="1212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4" name="Google Shape;2104;p32"/>
                <p:cNvSpPr/>
                <p:nvPr/>
              </p:nvSpPr>
              <p:spPr>
                <a:xfrm>
                  <a:off x="4311151" y="1964758"/>
                  <a:ext cx="15723" cy="22493"/>
                </a:xfrm>
                <a:custGeom>
                  <a:avLst/>
                  <a:gdLst/>
                  <a:ahLst/>
                  <a:cxnLst/>
                  <a:rect l="l" t="t" r="r" b="b"/>
                  <a:pathLst>
                    <a:path w="21247" h="30396" extrusionOk="0">
                      <a:moveTo>
                        <a:pt x="12128" y="0"/>
                      </a:moveTo>
                      <a:lnTo>
                        <a:pt x="0" y="4195"/>
                      </a:lnTo>
                      <a:lnTo>
                        <a:pt x="9088" y="30396"/>
                      </a:lnTo>
                      <a:lnTo>
                        <a:pt x="21247" y="26201"/>
                      </a:lnTo>
                      <a:lnTo>
                        <a:pt x="1212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5" name="Google Shape;2105;p32"/>
                <p:cNvSpPr/>
                <p:nvPr/>
              </p:nvSpPr>
              <p:spPr>
                <a:xfrm>
                  <a:off x="4397331" y="1934800"/>
                  <a:ext cx="15723" cy="22516"/>
                </a:xfrm>
                <a:custGeom>
                  <a:avLst/>
                  <a:gdLst/>
                  <a:ahLst/>
                  <a:cxnLst/>
                  <a:rect l="l" t="t" r="r" b="b"/>
                  <a:pathLst>
                    <a:path w="21247" h="30427" extrusionOk="0">
                      <a:moveTo>
                        <a:pt x="12128" y="0"/>
                      </a:moveTo>
                      <a:lnTo>
                        <a:pt x="0" y="4225"/>
                      </a:lnTo>
                      <a:lnTo>
                        <a:pt x="9119" y="30426"/>
                      </a:lnTo>
                      <a:lnTo>
                        <a:pt x="21247" y="26201"/>
                      </a:lnTo>
                      <a:lnTo>
                        <a:pt x="1212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6" name="Google Shape;2106;p32"/>
                <p:cNvSpPr/>
                <p:nvPr/>
              </p:nvSpPr>
              <p:spPr>
                <a:xfrm>
                  <a:off x="4553914" y="1751048"/>
                  <a:ext cx="50137" cy="54010"/>
                </a:xfrm>
                <a:custGeom>
                  <a:avLst/>
                  <a:gdLst/>
                  <a:ahLst/>
                  <a:cxnLst/>
                  <a:rect l="l" t="t" r="r" b="b"/>
                  <a:pathLst>
                    <a:path w="67753" h="72986" extrusionOk="0">
                      <a:moveTo>
                        <a:pt x="29089" y="12863"/>
                      </a:moveTo>
                      <a:cubicBezTo>
                        <a:pt x="36475" y="12863"/>
                        <a:pt x="44864" y="20462"/>
                        <a:pt x="48725" y="31253"/>
                      </a:cubicBezTo>
                      <a:cubicBezTo>
                        <a:pt x="53132" y="43776"/>
                        <a:pt x="50032" y="56724"/>
                        <a:pt x="42037" y="59581"/>
                      </a:cubicBezTo>
                      <a:cubicBezTo>
                        <a:pt x="40964" y="59961"/>
                        <a:pt x="39845" y="60143"/>
                        <a:pt x="38701" y="60143"/>
                      </a:cubicBezTo>
                      <a:cubicBezTo>
                        <a:pt x="31323" y="60143"/>
                        <a:pt x="22904" y="52581"/>
                        <a:pt x="19089" y="41739"/>
                      </a:cubicBezTo>
                      <a:cubicBezTo>
                        <a:pt x="14651" y="29247"/>
                        <a:pt x="17751" y="16298"/>
                        <a:pt x="25776" y="13441"/>
                      </a:cubicBezTo>
                      <a:cubicBezTo>
                        <a:pt x="26809" y="13076"/>
                        <a:pt x="27964" y="12863"/>
                        <a:pt x="29089" y="12863"/>
                      </a:cubicBezTo>
                      <a:close/>
                      <a:moveTo>
                        <a:pt x="29144" y="1"/>
                      </a:moveTo>
                      <a:cubicBezTo>
                        <a:pt x="26561" y="1"/>
                        <a:pt x="23980" y="425"/>
                        <a:pt x="21460" y="1313"/>
                      </a:cubicBezTo>
                      <a:cubicBezTo>
                        <a:pt x="6383" y="6693"/>
                        <a:pt x="0" y="26298"/>
                        <a:pt x="6961" y="45995"/>
                      </a:cubicBezTo>
                      <a:cubicBezTo>
                        <a:pt x="12766" y="62408"/>
                        <a:pt x="25715" y="72986"/>
                        <a:pt x="38603" y="72986"/>
                      </a:cubicBezTo>
                      <a:cubicBezTo>
                        <a:pt x="41186" y="72986"/>
                        <a:pt x="43770" y="72560"/>
                        <a:pt x="46293" y="71679"/>
                      </a:cubicBezTo>
                      <a:cubicBezTo>
                        <a:pt x="61369" y="66329"/>
                        <a:pt x="67752" y="46724"/>
                        <a:pt x="60792" y="26997"/>
                      </a:cubicBezTo>
                      <a:cubicBezTo>
                        <a:pt x="54992" y="10588"/>
                        <a:pt x="42041" y="1"/>
                        <a:pt x="291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7" name="Google Shape;2107;p32"/>
                <p:cNvSpPr/>
                <p:nvPr/>
              </p:nvSpPr>
              <p:spPr>
                <a:xfrm>
                  <a:off x="4904601" y="1630044"/>
                  <a:ext cx="45144" cy="53970"/>
                </a:xfrm>
                <a:custGeom>
                  <a:avLst/>
                  <a:gdLst/>
                  <a:ahLst/>
                  <a:cxnLst/>
                  <a:rect l="l" t="t" r="r" b="b"/>
                  <a:pathLst>
                    <a:path w="61005" h="72932" extrusionOk="0">
                      <a:moveTo>
                        <a:pt x="25776" y="12839"/>
                      </a:moveTo>
                      <a:cubicBezTo>
                        <a:pt x="29393" y="12839"/>
                        <a:pt x="32615" y="14663"/>
                        <a:pt x="34439" y="15970"/>
                      </a:cubicBezTo>
                      <a:cubicBezTo>
                        <a:pt x="39150" y="19253"/>
                        <a:pt x="43132" y="24846"/>
                        <a:pt x="45381" y="31320"/>
                      </a:cubicBezTo>
                      <a:cubicBezTo>
                        <a:pt x="47631" y="37733"/>
                        <a:pt x="47965" y="44603"/>
                        <a:pt x="46324" y="50104"/>
                      </a:cubicBezTo>
                      <a:cubicBezTo>
                        <a:pt x="45533" y="52901"/>
                        <a:pt x="43406" y="57855"/>
                        <a:pt x="38573" y="59527"/>
                      </a:cubicBezTo>
                      <a:cubicBezTo>
                        <a:pt x="37485" y="59908"/>
                        <a:pt x="36397" y="60068"/>
                        <a:pt x="35337" y="60068"/>
                      </a:cubicBezTo>
                      <a:cubicBezTo>
                        <a:pt x="31750" y="60068"/>
                        <a:pt x="28488" y="58234"/>
                        <a:pt x="26658" y="56943"/>
                      </a:cubicBezTo>
                      <a:cubicBezTo>
                        <a:pt x="21946" y="53630"/>
                        <a:pt x="17934" y="48068"/>
                        <a:pt x="15715" y="41594"/>
                      </a:cubicBezTo>
                      <a:cubicBezTo>
                        <a:pt x="13466" y="35180"/>
                        <a:pt x="13132" y="28311"/>
                        <a:pt x="14743" y="22809"/>
                      </a:cubicBezTo>
                      <a:cubicBezTo>
                        <a:pt x="15563" y="20013"/>
                        <a:pt x="17691" y="15028"/>
                        <a:pt x="22493" y="13356"/>
                      </a:cubicBezTo>
                      <a:cubicBezTo>
                        <a:pt x="23618" y="12991"/>
                        <a:pt x="24712" y="12839"/>
                        <a:pt x="25776" y="12839"/>
                      </a:cubicBezTo>
                      <a:close/>
                      <a:moveTo>
                        <a:pt x="25678" y="0"/>
                      </a:moveTo>
                      <a:cubicBezTo>
                        <a:pt x="23132" y="0"/>
                        <a:pt x="20628" y="414"/>
                        <a:pt x="18238" y="1259"/>
                      </a:cubicBezTo>
                      <a:cubicBezTo>
                        <a:pt x="10791" y="3873"/>
                        <a:pt x="4986" y="10408"/>
                        <a:pt x="2402" y="19192"/>
                      </a:cubicBezTo>
                      <a:cubicBezTo>
                        <a:pt x="1" y="27308"/>
                        <a:pt x="396" y="36821"/>
                        <a:pt x="3557" y="45849"/>
                      </a:cubicBezTo>
                      <a:cubicBezTo>
                        <a:pt x="6688" y="54907"/>
                        <a:pt x="12250" y="62567"/>
                        <a:pt x="19211" y="67460"/>
                      </a:cubicBezTo>
                      <a:cubicBezTo>
                        <a:pt x="24317" y="71077"/>
                        <a:pt x="29910" y="72931"/>
                        <a:pt x="35351" y="72931"/>
                      </a:cubicBezTo>
                      <a:cubicBezTo>
                        <a:pt x="37874" y="72931"/>
                        <a:pt x="40397" y="72567"/>
                        <a:pt x="42767" y="71685"/>
                      </a:cubicBezTo>
                      <a:cubicBezTo>
                        <a:pt x="50214" y="69071"/>
                        <a:pt x="56020" y="62536"/>
                        <a:pt x="58604" y="53752"/>
                      </a:cubicBezTo>
                      <a:cubicBezTo>
                        <a:pt x="61005" y="45636"/>
                        <a:pt x="60610" y="36122"/>
                        <a:pt x="57449" y="27095"/>
                      </a:cubicBezTo>
                      <a:cubicBezTo>
                        <a:pt x="54318" y="18037"/>
                        <a:pt x="48755" y="10377"/>
                        <a:pt x="41795" y="5453"/>
                      </a:cubicBezTo>
                      <a:cubicBezTo>
                        <a:pt x="36707" y="1875"/>
                        <a:pt x="31098" y="0"/>
                        <a:pt x="2567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8" name="Google Shape;2108;p32"/>
                <p:cNvSpPr/>
                <p:nvPr/>
              </p:nvSpPr>
              <p:spPr>
                <a:xfrm>
                  <a:off x="4714459" y="1696877"/>
                  <a:ext cx="85699" cy="73170"/>
                </a:xfrm>
                <a:custGeom>
                  <a:avLst/>
                  <a:gdLst/>
                  <a:ahLst/>
                  <a:cxnLst/>
                  <a:rect l="l" t="t" r="r" b="b"/>
                  <a:pathLst>
                    <a:path w="115809" h="98878" extrusionOk="0">
                      <a:moveTo>
                        <a:pt x="102222" y="1"/>
                      </a:moveTo>
                      <a:lnTo>
                        <a:pt x="89972" y="3740"/>
                      </a:lnTo>
                      <a:lnTo>
                        <a:pt x="91826" y="9879"/>
                      </a:lnTo>
                      <a:cubicBezTo>
                        <a:pt x="101583" y="42190"/>
                        <a:pt x="95382" y="74531"/>
                        <a:pt x="77692" y="83558"/>
                      </a:cubicBezTo>
                      <a:cubicBezTo>
                        <a:pt x="74178" y="85336"/>
                        <a:pt x="70573" y="85999"/>
                        <a:pt x="67158" y="85999"/>
                      </a:cubicBezTo>
                      <a:cubicBezTo>
                        <a:pt x="62923" y="85999"/>
                        <a:pt x="58981" y="84979"/>
                        <a:pt x="55868" y="83802"/>
                      </a:cubicBezTo>
                      <a:cubicBezTo>
                        <a:pt x="39363" y="77601"/>
                        <a:pt x="23436" y="59576"/>
                        <a:pt x="14317" y="36780"/>
                      </a:cubicBezTo>
                      <a:lnTo>
                        <a:pt x="11916" y="30822"/>
                      </a:lnTo>
                      <a:lnTo>
                        <a:pt x="1" y="35625"/>
                      </a:lnTo>
                      <a:lnTo>
                        <a:pt x="2372" y="41582"/>
                      </a:lnTo>
                      <a:cubicBezTo>
                        <a:pt x="12949" y="68026"/>
                        <a:pt x="31248" y="88270"/>
                        <a:pt x="51369" y="95838"/>
                      </a:cubicBezTo>
                      <a:cubicBezTo>
                        <a:pt x="56750" y="97844"/>
                        <a:pt x="62069" y="98878"/>
                        <a:pt x="67206" y="98878"/>
                      </a:cubicBezTo>
                      <a:cubicBezTo>
                        <a:pt x="72950" y="98878"/>
                        <a:pt x="78452" y="97571"/>
                        <a:pt x="83498" y="94987"/>
                      </a:cubicBezTo>
                      <a:cubicBezTo>
                        <a:pt x="106933" y="83042"/>
                        <a:pt x="115808" y="44834"/>
                        <a:pt x="104106" y="6171"/>
                      </a:cubicBezTo>
                      <a:lnTo>
                        <a:pt x="10222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2109" name="Google Shape;2109;p32"/>
            <p:cNvSpPr/>
            <p:nvPr/>
          </p:nvSpPr>
          <p:spPr>
            <a:xfrm>
              <a:off x="4559338" y="1755830"/>
              <a:ext cx="39295" cy="44451"/>
            </a:xfrm>
            <a:custGeom>
              <a:avLst/>
              <a:gdLst/>
              <a:ahLst/>
              <a:cxnLst/>
              <a:rect l="l" t="t" r="r" b="b"/>
              <a:pathLst>
                <a:path w="53102" h="60069" extrusionOk="0">
                  <a:moveTo>
                    <a:pt x="21668" y="0"/>
                  </a:moveTo>
                  <a:cubicBezTo>
                    <a:pt x="19836" y="0"/>
                    <a:pt x="18021" y="293"/>
                    <a:pt x="16262" y="904"/>
                  </a:cubicBezTo>
                  <a:cubicBezTo>
                    <a:pt x="4742" y="4977"/>
                    <a:pt x="1" y="21299"/>
                    <a:pt x="5654" y="37378"/>
                  </a:cubicBezTo>
                  <a:cubicBezTo>
                    <a:pt x="10489" y="51008"/>
                    <a:pt x="21220" y="60069"/>
                    <a:pt x="31367" y="60069"/>
                  </a:cubicBezTo>
                  <a:cubicBezTo>
                    <a:pt x="33214" y="60069"/>
                    <a:pt x="35041" y="59769"/>
                    <a:pt x="36810" y="59142"/>
                  </a:cubicBezTo>
                  <a:cubicBezTo>
                    <a:pt x="48330" y="55099"/>
                    <a:pt x="53102" y="38746"/>
                    <a:pt x="47418" y="22667"/>
                  </a:cubicBezTo>
                  <a:cubicBezTo>
                    <a:pt x="42625" y="9062"/>
                    <a:pt x="31869" y="0"/>
                    <a:pt x="2166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0" name="Google Shape;2110;p32"/>
            <p:cNvSpPr/>
            <p:nvPr/>
          </p:nvSpPr>
          <p:spPr>
            <a:xfrm>
              <a:off x="4907594" y="1634804"/>
              <a:ext cx="39183" cy="44487"/>
            </a:xfrm>
            <a:custGeom>
              <a:avLst/>
              <a:gdLst/>
              <a:ahLst/>
              <a:cxnLst/>
              <a:rect l="l" t="t" r="r" b="b"/>
              <a:pathLst>
                <a:path w="52950" h="60118" extrusionOk="0">
                  <a:moveTo>
                    <a:pt x="21722" y="0"/>
                  </a:moveTo>
                  <a:cubicBezTo>
                    <a:pt x="19893" y="0"/>
                    <a:pt x="18080" y="295"/>
                    <a:pt x="16323" y="910"/>
                  </a:cubicBezTo>
                  <a:cubicBezTo>
                    <a:pt x="4833" y="4922"/>
                    <a:pt x="0" y="21214"/>
                    <a:pt x="5593" y="37324"/>
                  </a:cubicBezTo>
                  <a:cubicBezTo>
                    <a:pt x="10309" y="50982"/>
                    <a:pt x="21034" y="60118"/>
                    <a:pt x="31228" y="60118"/>
                  </a:cubicBezTo>
                  <a:cubicBezTo>
                    <a:pt x="33057" y="60118"/>
                    <a:pt x="34870" y="59824"/>
                    <a:pt x="36627" y="59208"/>
                  </a:cubicBezTo>
                  <a:cubicBezTo>
                    <a:pt x="48147" y="55196"/>
                    <a:pt x="52950" y="38904"/>
                    <a:pt x="47387" y="22795"/>
                  </a:cubicBezTo>
                  <a:cubicBezTo>
                    <a:pt x="42645" y="9136"/>
                    <a:pt x="31917" y="0"/>
                    <a:pt x="2172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11" name="Google Shape;2111;p32"/>
          <p:cNvGrpSpPr/>
          <p:nvPr/>
        </p:nvGrpSpPr>
        <p:grpSpPr>
          <a:xfrm rot="2099136">
            <a:off x="7315359" y="3691369"/>
            <a:ext cx="463417" cy="620909"/>
            <a:chOff x="4717160" y="2424399"/>
            <a:chExt cx="253540" cy="339731"/>
          </a:xfrm>
        </p:grpSpPr>
        <p:sp>
          <p:nvSpPr>
            <p:cNvPr id="2112" name="Google Shape;2112;p32"/>
            <p:cNvSpPr/>
            <p:nvPr/>
          </p:nvSpPr>
          <p:spPr>
            <a:xfrm>
              <a:off x="4719860" y="2426874"/>
              <a:ext cx="248569" cy="334760"/>
            </a:xfrm>
            <a:custGeom>
              <a:avLst/>
              <a:gdLst/>
              <a:ahLst/>
              <a:cxnLst/>
              <a:rect l="l" t="t" r="r" b="b"/>
              <a:pathLst>
                <a:path w="335904" h="452379" extrusionOk="0">
                  <a:moveTo>
                    <a:pt x="94531" y="1"/>
                  </a:moveTo>
                  <a:lnTo>
                    <a:pt x="1" y="408183"/>
                  </a:lnTo>
                  <a:lnTo>
                    <a:pt x="315417" y="452378"/>
                  </a:lnTo>
                  <a:lnTo>
                    <a:pt x="335904" y="33831"/>
                  </a:lnTo>
                  <a:lnTo>
                    <a:pt x="9453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3" name="Google Shape;2113;p32"/>
            <p:cNvSpPr/>
            <p:nvPr/>
          </p:nvSpPr>
          <p:spPr>
            <a:xfrm>
              <a:off x="4717160" y="2424399"/>
              <a:ext cx="253540" cy="339731"/>
            </a:xfrm>
            <a:custGeom>
              <a:avLst/>
              <a:gdLst/>
              <a:ahLst/>
              <a:cxnLst/>
              <a:rect l="l" t="t" r="r" b="b"/>
              <a:pathLst>
                <a:path w="342621" h="459096" extrusionOk="0">
                  <a:moveTo>
                    <a:pt x="100458" y="6657"/>
                  </a:moveTo>
                  <a:lnTo>
                    <a:pt x="336420" y="39697"/>
                  </a:lnTo>
                  <a:lnTo>
                    <a:pt x="316207" y="452287"/>
                  </a:lnTo>
                  <a:lnTo>
                    <a:pt x="7234" y="409034"/>
                  </a:lnTo>
                  <a:lnTo>
                    <a:pt x="100458" y="6657"/>
                  </a:lnTo>
                  <a:close/>
                  <a:moveTo>
                    <a:pt x="95899" y="0"/>
                  </a:moveTo>
                  <a:lnTo>
                    <a:pt x="0" y="413988"/>
                  </a:lnTo>
                  <a:lnTo>
                    <a:pt x="321891" y="459095"/>
                  </a:lnTo>
                  <a:lnTo>
                    <a:pt x="342621" y="34591"/>
                  </a:lnTo>
                  <a:lnTo>
                    <a:pt x="95899" y="0"/>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4" name="Google Shape;2114;p32"/>
            <p:cNvSpPr/>
            <p:nvPr/>
          </p:nvSpPr>
          <p:spPr>
            <a:xfrm>
              <a:off x="4779190" y="2517463"/>
              <a:ext cx="140829" cy="235930"/>
            </a:xfrm>
            <a:custGeom>
              <a:avLst/>
              <a:gdLst/>
              <a:ahLst/>
              <a:cxnLst/>
              <a:rect l="l" t="t" r="r" b="b"/>
              <a:pathLst>
                <a:path w="190309" h="318824" extrusionOk="0">
                  <a:moveTo>
                    <a:pt x="109706" y="1"/>
                  </a:moveTo>
                  <a:cubicBezTo>
                    <a:pt x="71237" y="1"/>
                    <a:pt x="37664" y="28356"/>
                    <a:pt x="32190" y="67482"/>
                  </a:cubicBezTo>
                  <a:lnTo>
                    <a:pt x="1" y="297090"/>
                  </a:lnTo>
                  <a:lnTo>
                    <a:pt x="155140" y="318823"/>
                  </a:lnTo>
                  <a:lnTo>
                    <a:pt x="187299" y="89185"/>
                  </a:lnTo>
                  <a:cubicBezTo>
                    <a:pt x="190308" y="67756"/>
                    <a:pt x="184351" y="47148"/>
                    <a:pt x="172314" y="31220"/>
                  </a:cubicBezTo>
                  <a:cubicBezTo>
                    <a:pt x="160217" y="15172"/>
                    <a:pt x="142070" y="3773"/>
                    <a:pt x="120641" y="764"/>
                  </a:cubicBezTo>
                  <a:cubicBezTo>
                    <a:pt x="116966" y="250"/>
                    <a:pt x="113314" y="1"/>
                    <a:pt x="109706"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5" name="Google Shape;2115;p32"/>
            <p:cNvSpPr/>
            <p:nvPr/>
          </p:nvSpPr>
          <p:spPr>
            <a:xfrm>
              <a:off x="4776714" y="2515212"/>
              <a:ext cx="145462" cy="240653"/>
            </a:xfrm>
            <a:custGeom>
              <a:avLst/>
              <a:gdLst/>
              <a:ahLst/>
              <a:cxnLst/>
              <a:rect l="l" t="t" r="r" b="b"/>
              <a:pathLst>
                <a:path w="196570" h="325207" extrusionOk="0">
                  <a:moveTo>
                    <a:pt x="113075" y="5961"/>
                  </a:moveTo>
                  <a:cubicBezTo>
                    <a:pt x="116535" y="5961"/>
                    <a:pt x="120036" y="6200"/>
                    <a:pt x="123559" y="6692"/>
                  </a:cubicBezTo>
                  <a:cubicBezTo>
                    <a:pt x="143468" y="9518"/>
                    <a:pt x="161128" y="19883"/>
                    <a:pt x="173256" y="35963"/>
                  </a:cubicBezTo>
                  <a:cubicBezTo>
                    <a:pt x="185323" y="52072"/>
                    <a:pt x="190460" y="71890"/>
                    <a:pt x="187694" y="91799"/>
                  </a:cubicBezTo>
                  <a:lnTo>
                    <a:pt x="155930" y="318489"/>
                  </a:lnTo>
                  <a:lnTo>
                    <a:pt x="6687" y="297577"/>
                  </a:lnTo>
                  <a:lnTo>
                    <a:pt x="38451" y="70857"/>
                  </a:lnTo>
                  <a:cubicBezTo>
                    <a:pt x="43732" y="33249"/>
                    <a:pt x="76084" y="5961"/>
                    <a:pt x="113075" y="5961"/>
                  </a:cubicBezTo>
                  <a:close/>
                  <a:moveTo>
                    <a:pt x="113018" y="0"/>
                  </a:moveTo>
                  <a:cubicBezTo>
                    <a:pt x="73184" y="0"/>
                    <a:pt x="38250" y="29470"/>
                    <a:pt x="32554" y="70066"/>
                  </a:cubicBezTo>
                  <a:lnTo>
                    <a:pt x="0" y="302653"/>
                  </a:lnTo>
                  <a:lnTo>
                    <a:pt x="161006" y="325207"/>
                  </a:lnTo>
                  <a:lnTo>
                    <a:pt x="193530" y="92589"/>
                  </a:lnTo>
                  <a:cubicBezTo>
                    <a:pt x="196569" y="71130"/>
                    <a:pt x="191037" y="49732"/>
                    <a:pt x="177967" y="32376"/>
                  </a:cubicBezTo>
                  <a:cubicBezTo>
                    <a:pt x="164897" y="15020"/>
                    <a:pt x="145839" y="3804"/>
                    <a:pt x="124349" y="795"/>
                  </a:cubicBezTo>
                  <a:cubicBezTo>
                    <a:pt x="120542" y="260"/>
                    <a:pt x="116759" y="0"/>
                    <a:pt x="11301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6" name="Google Shape;2116;p32"/>
            <p:cNvSpPr/>
            <p:nvPr/>
          </p:nvSpPr>
          <p:spPr>
            <a:xfrm>
              <a:off x="4816485" y="2608589"/>
              <a:ext cx="45436" cy="42591"/>
            </a:xfrm>
            <a:custGeom>
              <a:avLst/>
              <a:gdLst/>
              <a:ahLst/>
              <a:cxnLst/>
              <a:rect l="l" t="t" r="r" b="b"/>
              <a:pathLst>
                <a:path w="61400" h="57555" extrusionOk="0">
                  <a:moveTo>
                    <a:pt x="30661" y="0"/>
                  </a:moveTo>
                  <a:cubicBezTo>
                    <a:pt x="16541" y="0"/>
                    <a:pt x="4219" y="10401"/>
                    <a:pt x="2219" y="24784"/>
                  </a:cubicBezTo>
                  <a:cubicBezTo>
                    <a:pt x="0" y="40499"/>
                    <a:pt x="10973" y="55058"/>
                    <a:pt x="26718" y="57277"/>
                  </a:cubicBezTo>
                  <a:cubicBezTo>
                    <a:pt x="28064" y="57464"/>
                    <a:pt x="29401" y="57555"/>
                    <a:pt x="30722" y="57555"/>
                  </a:cubicBezTo>
                  <a:cubicBezTo>
                    <a:pt x="44857" y="57555"/>
                    <a:pt x="57182" y="47147"/>
                    <a:pt x="59211" y="32748"/>
                  </a:cubicBezTo>
                  <a:cubicBezTo>
                    <a:pt x="61400" y="17003"/>
                    <a:pt x="50457" y="2443"/>
                    <a:pt x="34712" y="285"/>
                  </a:cubicBezTo>
                  <a:cubicBezTo>
                    <a:pt x="33351" y="93"/>
                    <a:pt x="31998" y="0"/>
                    <a:pt x="30661"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7" name="Google Shape;2117;p32"/>
            <p:cNvSpPr/>
            <p:nvPr/>
          </p:nvSpPr>
          <p:spPr>
            <a:xfrm>
              <a:off x="4815089" y="2606365"/>
              <a:ext cx="49238" cy="46992"/>
            </a:xfrm>
            <a:custGeom>
              <a:avLst/>
              <a:gdLst/>
              <a:ahLst/>
              <a:cxnLst/>
              <a:rect l="l" t="t" r="r" b="b"/>
              <a:pathLst>
                <a:path w="66538" h="63503" extrusionOk="0">
                  <a:moveTo>
                    <a:pt x="32585" y="5934"/>
                  </a:moveTo>
                  <a:cubicBezTo>
                    <a:pt x="33771" y="5934"/>
                    <a:pt x="34986" y="6025"/>
                    <a:pt x="36202" y="6207"/>
                  </a:cubicBezTo>
                  <a:cubicBezTo>
                    <a:pt x="43041" y="7180"/>
                    <a:pt x="49090" y="10736"/>
                    <a:pt x="53224" y="16238"/>
                  </a:cubicBezTo>
                  <a:cubicBezTo>
                    <a:pt x="57358" y="21739"/>
                    <a:pt x="59121" y="28518"/>
                    <a:pt x="58178" y="35357"/>
                  </a:cubicBezTo>
                  <a:cubicBezTo>
                    <a:pt x="57175" y="42196"/>
                    <a:pt x="53649" y="48244"/>
                    <a:pt x="48148" y="52378"/>
                  </a:cubicBezTo>
                  <a:cubicBezTo>
                    <a:pt x="43611" y="55768"/>
                    <a:pt x="38257" y="57564"/>
                    <a:pt x="32705" y="57564"/>
                  </a:cubicBezTo>
                  <a:cubicBezTo>
                    <a:pt x="31487" y="57564"/>
                    <a:pt x="30259" y="57477"/>
                    <a:pt x="29029" y="57302"/>
                  </a:cubicBezTo>
                  <a:cubicBezTo>
                    <a:pt x="22190" y="56330"/>
                    <a:pt x="16141" y="52804"/>
                    <a:pt x="12007" y="47272"/>
                  </a:cubicBezTo>
                  <a:cubicBezTo>
                    <a:pt x="7843" y="41770"/>
                    <a:pt x="6110" y="34992"/>
                    <a:pt x="7053" y="28153"/>
                  </a:cubicBezTo>
                  <a:cubicBezTo>
                    <a:pt x="8846" y="15296"/>
                    <a:pt x="19941" y="5934"/>
                    <a:pt x="32585" y="5934"/>
                  </a:cubicBezTo>
                  <a:close/>
                  <a:moveTo>
                    <a:pt x="32620" y="1"/>
                  </a:moveTo>
                  <a:cubicBezTo>
                    <a:pt x="17016" y="1"/>
                    <a:pt x="3410" y="11522"/>
                    <a:pt x="1186" y="27363"/>
                  </a:cubicBezTo>
                  <a:cubicBezTo>
                    <a:pt x="1" y="35752"/>
                    <a:pt x="2159" y="44111"/>
                    <a:pt x="7266" y="50889"/>
                  </a:cubicBezTo>
                  <a:cubicBezTo>
                    <a:pt x="12342" y="57637"/>
                    <a:pt x="19789" y="62014"/>
                    <a:pt x="28178" y="63199"/>
                  </a:cubicBezTo>
                  <a:cubicBezTo>
                    <a:pt x="29698" y="63381"/>
                    <a:pt x="31187" y="63503"/>
                    <a:pt x="32676" y="63503"/>
                  </a:cubicBezTo>
                  <a:cubicBezTo>
                    <a:pt x="39515" y="63503"/>
                    <a:pt x="46172" y="61284"/>
                    <a:pt x="51795" y="57120"/>
                  </a:cubicBezTo>
                  <a:cubicBezTo>
                    <a:pt x="58543" y="52013"/>
                    <a:pt x="62920" y="44567"/>
                    <a:pt x="64105" y="36177"/>
                  </a:cubicBezTo>
                  <a:cubicBezTo>
                    <a:pt x="66537" y="18821"/>
                    <a:pt x="54379" y="2742"/>
                    <a:pt x="37053" y="311"/>
                  </a:cubicBezTo>
                  <a:cubicBezTo>
                    <a:pt x="35563" y="102"/>
                    <a:pt x="34083" y="1"/>
                    <a:pt x="3262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8" name="Google Shape;2118;p32"/>
            <p:cNvSpPr/>
            <p:nvPr/>
          </p:nvSpPr>
          <p:spPr>
            <a:xfrm>
              <a:off x="4831610" y="2626671"/>
              <a:ext cx="16128" cy="6546"/>
            </a:xfrm>
            <a:custGeom>
              <a:avLst/>
              <a:gdLst/>
              <a:ahLst/>
              <a:cxnLst/>
              <a:rect l="l" t="t" r="r" b="b"/>
              <a:pathLst>
                <a:path w="21795" h="8846" extrusionOk="0">
                  <a:moveTo>
                    <a:pt x="821" y="0"/>
                  </a:moveTo>
                  <a:lnTo>
                    <a:pt x="0" y="5928"/>
                  </a:lnTo>
                  <a:lnTo>
                    <a:pt x="20973" y="8846"/>
                  </a:lnTo>
                  <a:lnTo>
                    <a:pt x="21794" y="2949"/>
                  </a:lnTo>
                  <a:lnTo>
                    <a:pt x="821" y="0"/>
                  </a:lnTo>
                  <a:close/>
                </a:path>
              </a:pathLst>
            </a:custGeom>
            <a:solidFill>
              <a:srgbClr val="FAF9E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9" name="Google Shape;2119;p32"/>
            <p:cNvSpPr/>
            <p:nvPr/>
          </p:nvSpPr>
          <p:spPr>
            <a:xfrm>
              <a:off x="4836223" y="2620279"/>
              <a:ext cx="6974" cy="19096"/>
            </a:xfrm>
            <a:custGeom>
              <a:avLst/>
              <a:gdLst/>
              <a:ahLst/>
              <a:cxnLst/>
              <a:rect l="l" t="t" r="r" b="b"/>
              <a:pathLst>
                <a:path w="9424" h="25806" extrusionOk="0">
                  <a:moveTo>
                    <a:pt x="3496" y="0"/>
                  </a:moveTo>
                  <a:lnTo>
                    <a:pt x="1" y="24985"/>
                  </a:lnTo>
                  <a:lnTo>
                    <a:pt x="5897" y="25806"/>
                  </a:lnTo>
                  <a:lnTo>
                    <a:pt x="9423" y="821"/>
                  </a:lnTo>
                  <a:lnTo>
                    <a:pt x="3496" y="0"/>
                  </a:lnTo>
                  <a:close/>
                </a:path>
              </a:pathLst>
            </a:custGeom>
            <a:solidFill>
              <a:srgbClr val="FAF9E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0" name="Google Shape;2120;p32"/>
            <p:cNvSpPr/>
            <p:nvPr/>
          </p:nvSpPr>
          <p:spPr>
            <a:xfrm>
              <a:off x="4861680" y="2526829"/>
              <a:ext cx="35539" cy="223083"/>
            </a:xfrm>
            <a:custGeom>
              <a:avLst/>
              <a:gdLst/>
              <a:ahLst/>
              <a:cxnLst/>
              <a:rect l="l" t="t" r="r" b="b"/>
              <a:pathLst>
                <a:path w="48026" h="301464" extrusionOk="0">
                  <a:moveTo>
                    <a:pt x="42128" y="1"/>
                  </a:moveTo>
                  <a:lnTo>
                    <a:pt x="0" y="300643"/>
                  </a:lnTo>
                  <a:lnTo>
                    <a:pt x="5927" y="301464"/>
                  </a:lnTo>
                  <a:lnTo>
                    <a:pt x="48025" y="821"/>
                  </a:lnTo>
                  <a:lnTo>
                    <a:pt x="4212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1" name="Google Shape;2121;p32"/>
            <p:cNvSpPr/>
            <p:nvPr/>
          </p:nvSpPr>
          <p:spPr>
            <a:xfrm>
              <a:off x="4831632" y="2466892"/>
              <a:ext cx="13092" cy="16489"/>
            </a:xfrm>
            <a:custGeom>
              <a:avLst/>
              <a:gdLst/>
              <a:ahLst/>
              <a:cxnLst/>
              <a:rect l="l" t="t" r="r" b="b"/>
              <a:pathLst>
                <a:path w="17692" h="22282" extrusionOk="0">
                  <a:moveTo>
                    <a:pt x="9671" y="1"/>
                  </a:moveTo>
                  <a:cubicBezTo>
                    <a:pt x="5597" y="1"/>
                    <a:pt x="1766" y="4226"/>
                    <a:pt x="913" y="9941"/>
                  </a:cubicBezTo>
                  <a:cubicBezTo>
                    <a:pt x="1" y="16050"/>
                    <a:pt x="2797" y="21582"/>
                    <a:pt x="7174" y="22220"/>
                  </a:cubicBezTo>
                  <a:cubicBezTo>
                    <a:pt x="7457" y="22262"/>
                    <a:pt x="7740" y="22282"/>
                    <a:pt x="8021" y="22282"/>
                  </a:cubicBezTo>
                  <a:cubicBezTo>
                    <a:pt x="12095" y="22282"/>
                    <a:pt x="15926" y="18056"/>
                    <a:pt x="16779" y="12342"/>
                  </a:cubicBezTo>
                  <a:cubicBezTo>
                    <a:pt x="17691" y="6232"/>
                    <a:pt x="14895" y="700"/>
                    <a:pt x="10518" y="62"/>
                  </a:cubicBezTo>
                  <a:cubicBezTo>
                    <a:pt x="10235" y="21"/>
                    <a:pt x="9952" y="1"/>
                    <a:pt x="9671"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2" name="Google Shape;2122;p32"/>
            <p:cNvSpPr/>
            <p:nvPr/>
          </p:nvSpPr>
          <p:spPr>
            <a:xfrm>
              <a:off x="4829741" y="2464702"/>
              <a:ext cx="16893" cy="20858"/>
            </a:xfrm>
            <a:custGeom>
              <a:avLst/>
              <a:gdLst/>
              <a:ahLst/>
              <a:cxnLst/>
              <a:rect l="l" t="t" r="r" b="b"/>
              <a:pathLst>
                <a:path w="22828" h="28187" extrusionOk="0">
                  <a:moveTo>
                    <a:pt x="12189" y="5907"/>
                  </a:moveTo>
                  <a:cubicBezTo>
                    <a:pt x="12341" y="5907"/>
                    <a:pt x="12463" y="5937"/>
                    <a:pt x="12615" y="5937"/>
                  </a:cubicBezTo>
                  <a:cubicBezTo>
                    <a:pt x="14165" y="6180"/>
                    <a:pt x="15138" y="7609"/>
                    <a:pt x="15533" y="8460"/>
                  </a:cubicBezTo>
                  <a:cubicBezTo>
                    <a:pt x="16414" y="10192"/>
                    <a:pt x="16718" y="12533"/>
                    <a:pt x="16384" y="14843"/>
                  </a:cubicBezTo>
                  <a:cubicBezTo>
                    <a:pt x="15783" y="18904"/>
                    <a:pt x="13272" y="22239"/>
                    <a:pt x="10648" y="22239"/>
                  </a:cubicBezTo>
                  <a:cubicBezTo>
                    <a:pt x="10483" y="22239"/>
                    <a:pt x="10318" y="22226"/>
                    <a:pt x="10153" y="22199"/>
                  </a:cubicBezTo>
                  <a:cubicBezTo>
                    <a:pt x="8603" y="21986"/>
                    <a:pt x="7630" y="20527"/>
                    <a:pt x="7235" y="19706"/>
                  </a:cubicBezTo>
                  <a:cubicBezTo>
                    <a:pt x="6353" y="17943"/>
                    <a:pt x="6049" y="15633"/>
                    <a:pt x="6384" y="13323"/>
                  </a:cubicBezTo>
                  <a:cubicBezTo>
                    <a:pt x="6992" y="9220"/>
                    <a:pt x="9666" y="5907"/>
                    <a:pt x="12189" y="5907"/>
                  </a:cubicBezTo>
                  <a:close/>
                  <a:moveTo>
                    <a:pt x="12182" y="0"/>
                  </a:moveTo>
                  <a:cubicBezTo>
                    <a:pt x="6621" y="0"/>
                    <a:pt x="1617" y="5153"/>
                    <a:pt x="548" y="12442"/>
                  </a:cubicBezTo>
                  <a:cubicBezTo>
                    <a:pt x="1" y="15998"/>
                    <a:pt x="487" y="19554"/>
                    <a:pt x="1976" y="22411"/>
                  </a:cubicBezTo>
                  <a:cubicBezTo>
                    <a:pt x="3587" y="25542"/>
                    <a:pt x="6262" y="27609"/>
                    <a:pt x="9302" y="28065"/>
                  </a:cubicBezTo>
                  <a:cubicBezTo>
                    <a:pt x="9727" y="28126"/>
                    <a:pt x="10183" y="28187"/>
                    <a:pt x="10639" y="28187"/>
                  </a:cubicBezTo>
                  <a:cubicBezTo>
                    <a:pt x="16201" y="28187"/>
                    <a:pt x="21156" y="23019"/>
                    <a:pt x="22311" y="15724"/>
                  </a:cubicBezTo>
                  <a:cubicBezTo>
                    <a:pt x="22828" y="12168"/>
                    <a:pt x="22341" y="8612"/>
                    <a:pt x="20852" y="5755"/>
                  </a:cubicBezTo>
                  <a:cubicBezTo>
                    <a:pt x="19271" y="2654"/>
                    <a:pt x="16566" y="557"/>
                    <a:pt x="13527" y="101"/>
                  </a:cubicBezTo>
                  <a:cubicBezTo>
                    <a:pt x="13076" y="33"/>
                    <a:pt x="12627" y="0"/>
                    <a:pt x="1218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3" name="Google Shape;2123;p32"/>
            <p:cNvSpPr/>
            <p:nvPr/>
          </p:nvSpPr>
          <p:spPr>
            <a:xfrm>
              <a:off x="4910115" y="2477583"/>
              <a:ext cx="13159" cy="16489"/>
            </a:xfrm>
            <a:custGeom>
              <a:avLst/>
              <a:gdLst/>
              <a:ahLst/>
              <a:cxnLst/>
              <a:rect l="l" t="t" r="r" b="b"/>
              <a:pathLst>
                <a:path w="17783" h="22283" extrusionOk="0">
                  <a:moveTo>
                    <a:pt x="9757" y="0"/>
                  </a:moveTo>
                  <a:cubicBezTo>
                    <a:pt x="5685" y="0"/>
                    <a:pt x="1854" y="4198"/>
                    <a:pt x="973" y="9910"/>
                  </a:cubicBezTo>
                  <a:cubicBezTo>
                    <a:pt x="1" y="16020"/>
                    <a:pt x="2827" y="21521"/>
                    <a:pt x="7204" y="22220"/>
                  </a:cubicBezTo>
                  <a:cubicBezTo>
                    <a:pt x="7487" y="22262"/>
                    <a:pt x="7770" y="22282"/>
                    <a:pt x="8051" y="22282"/>
                  </a:cubicBezTo>
                  <a:cubicBezTo>
                    <a:pt x="12102" y="22282"/>
                    <a:pt x="15959" y="18084"/>
                    <a:pt x="16840" y="12372"/>
                  </a:cubicBezTo>
                  <a:cubicBezTo>
                    <a:pt x="17782" y="6263"/>
                    <a:pt x="15016" y="761"/>
                    <a:pt x="10609" y="62"/>
                  </a:cubicBezTo>
                  <a:cubicBezTo>
                    <a:pt x="10324" y="20"/>
                    <a:pt x="10040" y="0"/>
                    <a:pt x="9757"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4" name="Google Shape;2124;p32"/>
            <p:cNvSpPr/>
            <p:nvPr/>
          </p:nvSpPr>
          <p:spPr>
            <a:xfrm>
              <a:off x="4908270" y="2475370"/>
              <a:ext cx="17410" cy="20881"/>
            </a:xfrm>
            <a:custGeom>
              <a:avLst/>
              <a:gdLst/>
              <a:ahLst/>
              <a:cxnLst/>
              <a:rect l="l" t="t" r="r" b="b"/>
              <a:pathLst>
                <a:path w="23527" h="28218" extrusionOk="0">
                  <a:moveTo>
                    <a:pt x="12219" y="5968"/>
                  </a:moveTo>
                  <a:cubicBezTo>
                    <a:pt x="12371" y="5968"/>
                    <a:pt x="12523" y="5968"/>
                    <a:pt x="12706" y="6029"/>
                  </a:cubicBezTo>
                  <a:cubicBezTo>
                    <a:pt x="15380" y="6424"/>
                    <a:pt x="17113" y="10588"/>
                    <a:pt x="16444" y="14904"/>
                  </a:cubicBezTo>
                  <a:cubicBezTo>
                    <a:pt x="16049" y="17184"/>
                    <a:pt x="15076" y="19312"/>
                    <a:pt x="13709" y="20710"/>
                  </a:cubicBezTo>
                  <a:cubicBezTo>
                    <a:pt x="13134" y="21339"/>
                    <a:pt x="12016" y="22265"/>
                    <a:pt x="10645" y="22265"/>
                  </a:cubicBezTo>
                  <a:cubicBezTo>
                    <a:pt x="10494" y="22265"/>
                    <a:pt x="10340" y="22254"/>
                    <a:pt x="10183" y="22230"/>
                  </a:cubicBezTo>
                  <a:cubicBezTo>
                    <a:pt x="8602" y="22017"/>
                    <a:pt x="7660" y="20558"/>
                    <a:pt x="7234" y="19737"/>
                  </a:cubicBezTo>
                  <a:cubicBezTo>
                    <a:pt x="6322" y="17974"/>
                    <a:pt x="6079" y="15664"/>
                    <a:pt x="6414" y="13354"/>
                  </a:cubicBezTo>
                  <a:cubicBezTo>
                    <a:pt x="7052" y="9281"/>
                    <a:pt x="9696" y="5968"/>
                    <a:pt x="12219" y="5968"/>
                  </a:cubicBezTo>
                  <a:close/>
                  <a:moveTo>
                    <a:pt x="12236" y="0"/>
                  </a:moveTo>
                  <a:cubicBezTo>
                    <a:pt x="6673" y="0"/>
                    <a:pt x="1642" y="5126"/>
                    <a:pt x="517" y="12412"/>
                  </a:cubicBezTo>
                  <a:cubicBezTo>
                    <a:pt x="0" y="15968"/>
                    <a:pt x="486" y="19494"/>
                    <a:pt x="1945" y="22382"/>
                  </a:cubicBezTo>
                  <a:cubicBezTo>
                    <a:pt x="3526" y="25543"/>
                    <a:pt x="6201" y="27640"/>
                    <a:pt x="9240" y="28096"/>
                  </a:cubicBezTo>
                  <a:cubicBezTo>
                    <a:pt x="9636" y="28157"/>
                    <a:pt x="10092" y="28217"/>
                    <a:pt x="10547" y="28217"/>
                  </a:cubicBezTo>
                  <a:cubicBezTo>
                    <a:pt x="13161" y="28217"/>
                    <a:pt x="15806" y="27062"/>
                    <a:pt x="17934" y="24874"/>
                  </a:cubicBezTo>
                  <a:cubicBezTo>
                    <a:pt x="20213" y="22594"/>
                    <a:pt x="21733" y="19342"/>
                    <a:pt x="22311" y="15786"/>
                  </a:cubicBezTo>
                  <a:cubicBezTo>
                    <a:pt x="23526" y="7913"/>
                    <a:pt x="19666" y="1044"/>
                    <a:pt x="13587" y="102"/>
                  </a:cubicBezTo>
                  <a:cubicBezTo>
                    <a:pt x="13134" y="34"/>
                    <a:pt x="12683" y="0"/>
                    <a:pt x="1223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5" name="Google Shape;2125;p32"/>
            <p:cNvSpPr/>
            <p:nvPr/>
          </p:nvSpPr>
          <p:spPr>
            <a:xfrm>
              <a:off x="4861927" y="2476683"/>
              <a:ext cx="30838" cy="25575"/>
            </a:xfrm>
            <a:custGeom>
              <a:avLst/>
              <a:gdLst/>
              <a:ahLst/>
              <a:cxnLst/>
              <a:rect l="l" t="t" r="r" b="b"/>
              <a:pathLst>
                <a:path w="41673" h="34561" extrusionOk="0">
                  <a:moveTo>
                    <a:pt x="1459" y="0"/>
                  </a:moveTo>
                  <a:lnTo>
                    <a:pt x="1155" y="2949"/>
                  </a:lnTo>
                  <a:cubicBezTo>
                    <a:pt x="0" y="13374"/>
                    <a:pt x="2462" y="23162"/>
                    <a:pt x="7751" y="29119"/>
                  </a:cubicBezTo>
                  <a:cubicBezTo>
                    <a:pt x="10821" y="32615"/>
                    <a:pt x="14590" y="34499"/>
                    <a:pt x="18663" y="34560"/>
                  </a:cubicBezTo>
                  <a:lnTo>
                    <a:pt x="18876" y="34560"/>
                  </a:lnTo>
                  <a:cubicBezTo>
                    <a:pt x="28816" y="34560"/>
                    <a:pt x="38117" y="23922"/>
                    <a:pt x="41126" y="9149"/>
                  </a:cubicBezTo>
                  <a:lnTo>
                    <a:pt x="41673" y="6231"/>
                  </a:lnTo>
                  <a:lnTo>
                    <a:pt x="35837" y="5076"/>
                  </a:lnTo>
                  <a:lnTo>
                    <a:pt x="35259" y="8025"/>
                  </a:lnTo>
                  <a:cubicBezTo>
                    <a:pt x="32949" y="19697"/>
                    <a:pt x="25685" y="28481"/>
                    <a:pt x="18815" y="28633"/>
                  </a:cubicBezTo>
                  <a:cubicBezTo>
                    <a:pt x="15837" y="28603"/>
                    <a:pt x="13618" y="26748"/>
                    <a:pt x="12250" y="25229"/>
                  </a:cubicBezTo>
                  <a:cubicBezTo>
                    <a:pt x="8086" y="20548"/>
                    <a:pt x="6110" y="12250"/>
                    <a:pt x="7083" y="3617"/>
                  </a:cubicBezTo>
                  <a:lnTo>
                    <a:pt x="7387" y="639"/>
                  </a:lnTo>
                  <a:lnTo>
                    <a:pt x="145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129"/>
        <p:cNvGrpSpPr/>
        <p:nvPr/>
      </p:nvGrpSpPr>
      <p:grpSpPr>
        <a:xfrm>
          <a:off x="0" y="0"/>
          <a:ext cx="0" cy="0"/>
          <a:chOff x="0" y="0"/>
          <a:chExt cx="0" cy="0"/>
        </a:xfrm>
      </p:grpSpPr>
      <p:sp>
        <p:nvSpPr>
          <p:cNvPr id="2130" name="Google Shape;2130;p33"/>
          <p:cNvSpPr txBox="1">
            <a:spLocks noGrp="1"/>
          </p:cNvSpPr>
          <p:nvPr>
            <p:ph type="title" idx="6"/>
          </p:nvPr>
        </p:nvSpPr>
        <p:spPr>
          <a:xfrm>
            <a:off x="904875" y="597425"/>
            <a:ext cx="7334400" cy="572700"/>
          </a:xfrm>
          <a:prstGeom prst="rect">
            <a:avLst/>
          </a:prstGeom>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fr">
                <a:solidFill>
                  <a:schemeClr val="lt1"/>
                </a:solidFill>
              </a:rPr>
              <a:t>TROIS</a:t>
            </a:r>
            <a:r>
              <a:rPr lang="fr"/>
              <a:t> colONNES</a:t>
            </a:r>
            <a:endParaRPr/>
          </a:p>
        </p:txBody>
      </p:sp>
      <p:sp>
        <p:nvSpPr>
          <p:cNvPr id="2131" name="Google Shape;2131;p33"/>
          <p:cNvSpPr txBox="1">
            <a:spLocks noGrp="1"/>
          </p:cNvSpPr>
          <p:nvPr>
            <p:ph type="title"/>
          </p:nvPr>
        </p:nvSpPr>
        <p:spPr>
          <a:xfrm>
            <a:off x="1635650" y="2074366"/>
            <a:ext cx="1401000" cy="3282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fr"/>
              <a:t>MERCURE</a:t>
            </a:r>
            <a:endParaRPr/>
          </a:p>
        </p:txBody>
      </p:sp>
      <p:sp>
        <p:nvSpPr>
          <p:cNvPr id="2132" name="Google Shape;2132;p33"/>
          <p:cNvSpPr txBox="1">
            <a:spLocks noGrp="1"/>
          </p:cNvSpPr>
          <p:nvPr>
            <p:ph type="subTitle" idx="1"/>
          </p:nvPr>
        </p:nvSpPr>
        <p:spPr>
          <a:xfrm>
            <a:off x="1167950" y="2370146"/>
            <a:ext cx="2336400" cy="7764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fr"/>
              <a:t>C’est la planète la plus proche du Soleil et la plus petite du système solaire</a:t>
            </a:r>
            <a:endParaRPr/>
          </a:p>
        </p:txBody>
      </p:sp>
      <p:sp>
        <p:nvSpPr>
          <p:cNvPr id="2133" name="Google Shape;2133;p33"/>
          <p:cNvSpPr txBox="1">
            <a:spLocks noGrp="1"/>
          </p:cNvSpPr>
          <p:nvPr>
            <p:ph type="title" idx="2"/>
          </p:nvPr>
        </p:nvSpPr>
        <p:spPr>
          <a:xfrm>
            <a:off x="3862000" y="3333254"/>
            <a:ext cx="1401000" cy="3282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fr"/>
              <a:t>VÉNUS</a:t>
            </a:r>
            <a:endParaRPr/>
          </a:p>
        </p:txBody>
      </p:sp>
      <p:sp>
        <p:nvSpPr>
          <p:cNvPr id="2134" name="Google Shape;2134;p33"/>
          <p:cNvSpPr txBox="1">
            <a:spLocks noGrp="1"/>
          </p:cNvSpPr>
          <p:nvPr>
            <p:ph type="subTitle" idx="3"/>
          </p:nvPr>
        </p:nvSpPr>
        <p:spPr>
          <a:xfrm>
            <a:off x="3394275" y="3628234"/>
            <a:ext cx="2336400" cy="7764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fr"/>
              <a:t>Vénus a un beau nom et est la deuxième planète à partir du Soleil</a:t>
            </a:r>
            <a:endParaRPr/>
          </a:p>
        </p:txBody>
      </p:sp>
      <p:sp>
        <p:nvSpPr>
          <p:cNvPr id="2135" name="Google Shape;2135;p33"/>
          <p:cNvSpPr txBox="1">
            <a:spLocks noGrp="1"/>
          </p:cNvSpPr>
          <p:nvPr>
            <p:ph type="title" idx="4"/>
          </p:nvPr>
        </p:nvSpPr>
        <p:spPr>
          <a:xfrm>
            <a:off x="6107349" y="2074366"/>
            <a:ext cx="1401000" cy="3282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fr"/>
              <a:t>MARS</a:t>
            </a:r>
            <a:endParaRPr/>
          </a:p>
        </p:txBody>
      </p:sp>
      <p:sp>
        <p:nvSpPr>
          <p:cNvPr id="2136" name="Google Shape;2136;p33"/>
          <p:cNvSpPr txBox="1">
            <a:spLocks noGrp="1"/>
          </p:cNvSpPr>
          <p:nvPr>
            <p:ph type="subTitle" idx="5"/>
          </p:nvPr>
        </p:nvSpPr>
        <p:spPr>
          <a:xfrm>
            <a:off x="5639650" y="2370146"/>
            <a:ext cx="2336400" cy="7764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fr"/>
              <a:t>Malgré sa couleur rouge, Mars est en fait un endroit extrêmement froid</a:t>
            </a:r>
            <a:endParaRPr/>
          </a:p>
        </p:txBody>
      </p:sp>
      <p:grpSp>
        <p:nvGrpSpPr>
          <p:cNvPr id="2137" name="Google Shape;2137;p33"/>
          <p:cNvGrpSpPr/>
          <p:nvPr/>
        </p:nvGrpSpPr>
        <p:grpSpPr>
          <a:xfrm>
            <a:off x="6596223" y="1522962"/>
            <a:ext cx="423021" cy="472023"/>
            <a:chOff x="7721879" y="1733132"/>
            <a:chExt cx="294234" cy="328318"/>
          </a:xfrm>
        </p:grpSpPr>
        <p:sp>
          <p:nvSpPr>
            <p:cNvPr id="2138" name="Google Shape;2138;p33"/>
            <p:cNvSpPr/>
            <p:nvPr/>
          </p:nvSpPr>
          <p:spPr>
            <a:xfrm>
              <a:off x="7928331" y="1757986"/>
              <a:ext cx="83443" cy="80040"/>
            </a:xfrm>
            <a:custGeom>
              <a:avLst/>
              <a:gdLst/>
              <a:ahLst/>
              <a:cxnLst/>
              <a:rect l="l" t="t" r="r" b="b"/>
              <a:pathLst>
                <a:path w="57251" h="54916" extrusionOk="0">
                  <a:moveTo>
                    <a:pt x="28150" y="13169"/>
                  </a:moveTo>
                  <a:cubicBezTo>
                    <a:pt x="35723" y="13169"/>
                    <a:pt x="41938" y="19099"/>
                    <a:pt x="42414" y="26553"/>
                  </a:cubicBezTo>
                  <a:cubicBezTo>
                    <a:pt x="42962" y="34888"/>
                    <a:pt x="36199" y="41723"/>
                    <a:pt x="27840" y="41723"/>
                  </a:cubicBezTo>
                  <a:lnTo>
                    <a:pt x="12765" y="41723"/>
                  </a:lnTo>
                  <a:lnTo>
                    <a:pt x="12765" y="13169"/>
                  </a:lnTo>
                  <a:close/>
                  <a:moveTo>
                    <a:pt x="6550" y="0"/>
                  </a:moveTo>
                  <a:cubicBezTo>
                    <a:pt x="2906" y="0"/>
                    <a:pt x="1" y="2953"/>
                    <a:pt x="1" y="6549"/>
                  </a:cubicBezTo>
                  <a:lnTo>
                    <a:pt x="1" y="48367"/>
                  </a:lnTo>
                  <a:cubicBezTo>
                    <a:pt x="1" y="51987"/>
                    <a:pt x="2930" y="54916"/>
                    <a:pt x="6550" y="54916"/>
                  </a:cubicBezTo>
                  <a:lnTo>
                    <a:pt x="28602" y="54916"/>
                  </a:lnTo>
                  <a:cubicBezTo>
                    <a:pt x="44462" y="54916"/>
                    <a:pt x="57251" y="41366"/>
                    <a:pt x="55965" y="25243"/>
                  </a:cubicBezTo>
                  <a:cubicBezTo>
                    <a:pt x="54822" y="10883"/>
                    <a:pt x="42605" y="0"/>
                    <a:pt x="28221" y="0"/>
                  </a:cubicBezTo>
                  <a:close/>
                </a:path>
              </a:pathLst>
            </a:custGeom>
            <a:solidFill>
              <a:srgbClr val="F0EBD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9" name="Google Shape;2139;p33"/>
            <p:cNvSpPr/>
            <p:nvPr/>
          </p:nvSpPr>
          <p:spPr>
            <a:xfrm>
              <a:off x="7769605" y="1738132"/>
              <a:ext cx="192743" cy="159803"/>
            </a:xfrm>
            <a:custGeom>
              <a:avLst/>
              <a:gdLst/>
              <a:ahLst/>
              <a:cxnLst/>
              <a:rect l="l" t="t" r="r" b="b"/>
              <a:pathLst>
                <a:path w="132242" h="109642" extrusionOk="0">
                  <a:moveTo>
                    <a:pt x="15313" y="0"/>
                  </a:moveTo>
                  <a:cubicBezTo>
                    <a:pt x="6859" y="0"/>
                    <a:pt x="0" y="6859"/>
                    <a:pt x="0" y="15313"/>
                  </a:cubicBezTo>
                  <a:lnTo>
                    <a:pt x="0" y="50606"/>
                  </a:lnTo>
                  <a:cubicBezTo>
                    <a:pt x="0" y="73872"/>
                    <a:pt x="18885" y="92710"/>
                    <a:pt x="42152" y="92710"/>
                  </a:cubicBezTo>
                  <a:lnTo>
                    <a:pt x="61418" y="109642"/>
                  </a:lnTo>
                  <a:lnTo>
                    <a:pt x="82255" y="92710"/>
                  </a:lnTo>
                  <a:lnTo>
                    <a:pt x="95353" y="92710"/>
                  </a:lnTo>
                  <a:cubicBezTo>
                    <a:pt x="115715" y="92710"/>
                    <a:pt x="132242" y="76182"/>
                    <a:pt x="132242" y="55821"/>
                  </a:cubicBezTo>
                  <a:lnTo>
                    <a:pt x="132242" y="17480"/>
                  </a:lnTo>
                  <a:cubicBezTo>
                    <a:pt x="132218" y="7811"/>
                    <a:pt x="124359" y="0"/>
                    <a:pt x="114715" y="0"/>
                  </a:cubicBezTo>
                  <a:close/>
                </a:path>
              </a:pathLst>
            </a:custGeom>
            <a:solidFill>
              <a:srgbClr val="EFEDE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0" name="Google Shape;2140;p33"/>
            <p:cNvSpPr/>
            <p:nvPr/>
          </p:nvSpPr>
          <p:spPr>
            <a:xfrm>
              <a:off x="7769570" y="1738132"/>
              <a:ext cx="99549" cy="160115"/>
            </a:xfrm>
            <a:custGeom>
              <a:avLst/>
              <a:gdLst/>
              <a:ahLst/>
              <a:cxnLst/>
              <a:rect l="l" t="t" r="r" b="b"/>
              <a:pathLst>
                <a:path w="68301" h="109856" extrusionOk="0">
                  <a:moveTo>
                    <a:pt x="17504" y="0"/>
                  </a:moveTo>
                  <a:cubicBezTo>
                    <a:pt x="7835" y="0"/>
                    <a:pt x="0" y="7835"/>
                    <a:pt x="0" y="17504"/>
                  </a:cubicBezTo>
                  <a:lnTo>
                    <a:pt x="0" y="50701"/>
                  </a:lnTo>
                  <a:cubicBezTo>
                    <a:pt x="0" y="73991"/>
                    <a:pt x="18885" y="92876"/>
                    <a:pt x="42176" y="92876"/>
                  </a:cubicBezTo>
                  <a:lnTo>
                    <a:pt x="61442" y="109856"/>
                  </a:lnTo>
                  <a:lnTo>
                    <a:pt x="68300" y="104283"/>
                  </a:lnTo>
                  <a:lnTo>
                    <a:pt x="55345" y="92852"/>
                  </a:lnTo>
                  <a:cubicBezTo>
                    <a:pt x="32055" y="92852"/>
                    <a:pt x="13170" y="73991"/>
                    <a:pt x="13170" y="50677"/>
                  </a:cubicBezTo>
                  <a:lnTo>
                    <a:pt x="13170" y="17504"/>
                  </a:lnTo>
                  <a:cubicBezTo>
                    <a:pt x="13170" y="7835"/>
                    <a:pt x="20981" y="0"/>
                    <a:pt x="30673" y="0"/>
                  </a:cubicBezTo>
                  <a:close/>
                </a:path>
              </a:pathLst>
            </a:custGeom>
            <a:solidFill>
              <a:srgbClr val="000000">
                <a:alpha val="84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1" name="Google Shape;2141;p33"/>
            <p:cNvSpPr/>
            <p:nvPr/>
          </p:nvSpPr>
          <p:spPr>
            <a:xfrm>
              <a:off x="7775957" y="1887312"/>
              <a:ext cx="179762" cy="61472"/>
            </a:xfrm>
            <a:custGeom>
              <a:avLst/>
              <a:gdLst/>
              <a:ahLst/>
              <a:cxnLst/>
              <a:rect l="l" t="t" r="r" b="b"/>
              <a:pathLst>
                <a:path w="123336" h="42176" extrusionOk="0">
                  <a:moveTo>
                    <a:pt x="0" y="0"/>
                  </a:moveTo>
                  <a:lnTo>
                    <a:pt x="0" y="7621"/>
                  </a:lnTo>
                  <a:cubicBezTo>
                    <a:pt x="7907" y="7621"/>
                    <a:pt x="14384" y="14075"/>
                    <a:pt x="14384" y="22005"/>
                  </a:cubicBezTo>
                  <a:cubicBezTo>
                    <a:pt x="14384" y="29911"/>
                    <a:pt x="7907" y="36365"/>
                    <a:pt x="0" y="36365"/>
                  </a:cubicBezTo>
                  <a:lnTo>
                    <a:pt x="0" y="42176"/>
                  </a:lnTo>
                  <a:lnTo>
                    <a:pt x="113143" y="42176"/>
                  </a:lnTo>
                  <a:lnTo>
                    <a:pt x="123335" y="18194"/>
                  </a:lnTo>
                  <a:lnTo>
                    <a:pt x="110619" y="0"/>
                  </a:lnTo>
                  <a:close/>
                </a:path>
              </a:pathLst>
            </a:custGeom>
            <a:solidFill>
              <a:srgbClr val="EFEDE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2" name="Google Shape;2142;p33"/>
            <p:cNvSpPr/>
            <p:nvPr/>
          </p:nvSpPr>
          <p:spPr>
            <a:xfrm>
              <a:off x="7811950" y="1978217"/>
              <a:ext cx="179762" cy="61472"/>
            </a:xfrm>
            <a:custGeom>
              <a:avLst/>
              <a:gdLst/>
              <a:ahLst/>
              <a:cxnLst/>
              <a:rect l="l" t="t" r="r" b="b"/>
              <a:pathLst>
                <a:path w="123336" h="42176" extrusionOk="0">
                  <a:moveTo>
                    <a:pt x="12718" y="0"/>
                  </a:moveTo>
                  <a:lnTo>
                    <a:pt x="1" y="18170"/>
                  </a:lnTo>
                  <a:lnTo>
                    <a:pt x="10193" y="42175"/>
                  </a:lnTo>
                  <a:lnTo>
                    <a:pt x="122884" y="42175"/>
                  </a:lnTo>
                  <a:lnTo>
                    <a:pt x="122931" y="36460"/>
                  </a:lnTo>
                  <a:lnTo>
                    <a:pt x="122931" y="36460"/>
                  </a:lnTo>
                  <a:cubicBezTo>
                    <a:pt x="122845" y="36461"/>
                    <a:pt x="122758" y="36462"/>
                    <a:pt x="122672" y="36462"/>
                  </a:cubicBezTo>
                  <a:cubicBezTo>
                    <a:pt x="114838" y="36462"/>
                    <a:pt x="108523" y="30063"/>
                    <a:pt x="108523" y="22195"/>
                  </a:cubicBezTo>
                  <a:cubicBezTo>
                    <a:pt x="108523" y="14241"/>
                    <a:pt x="123336" y="7787"/>
                    <a:pt x="123336" y="7787"/>
                  </a:cubicBezTo>
                  <a:lnTo>
                    <a:pt x="123336" y="0"/>
                  </a:lnTo>
                  <a:close/>
                </a:path>
              </a:pathLst>
            </a:custGeom>
            <a:solidFill>
              <a:srgbClr val="EFEDE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3" name="Google Shape;2143;p33"/>
            <p:cNvSpPr/>
            <p:nvPr/>
          </p:nvSpPr>
          <p:spPr>
            <a:xfrm>
              <a:off x="7726634" y="1955169"/>
              <a:ext cx="117702" cy="101180"/>
            </a:xfrm>
            <a:custGeom>
              <a:avLst/>
              <a:gdLst/>
              <a:ahLst/>
              <a:cxnLst/>
              <a:rect l="l" t="t" r="r" b="b"/>
              <a:pathLst>
                <a:path w="80756" h="69420" extrusionOk="0">
                  <a:moveTo>
                    <a:pt x="40605" y="0"/>
                  </a:moveTo>
                  <a:lnTo>
                    <a:pt x="32936" y="6573"/>
                  </a:lnTo>
                  <a:cubicBezTo>
                    <a:pt x="14671" y="6573"/>
                    <a:pt x="1" y="22267"/>
                    <a:pt x="1668" y="40890"/>
                  </a:cubicBezTo>
                  <a:cubicBezTo>
                    <a:pt x="3121" y="57131"/>
                    <a:pt x="16981" y="69419"/>
                    <a:pt x="33270" y="69419"/>
                  </a:cubicBezTo>
                  <a:lnTo>
                    <a:pt x="79684" y="69419"/>
                  </a:lnTo>
                  <a:lnTo>
                    <a:pt x="60418" y="37079"/>
                  </a:lnTo>
                  <a:lnTo>
                    <a:pt x="79684" y="6597"/>
                  </a:lnTo>
                  <a:lnTo>
                    <a:pt x="80756" y="24"/>
                  </a:lnTo>
                  <a:lnTo>
                    <a:pt x="40605" y="24"/>
                  </a:lnTo>
                  <a:lnTo>
                    <a:pt x="40605" y="0"/>
                  </a:lnTo>
                  <a:close/>
                </a:path>
              </a:pathLst>
            </a:custGeom>
            <a:solidFill>
              <a:srgbClr val="FF89A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4" name="Google Shape;2144;p33"/>
            <p:cNvSpPr/>
            <p:nvPr/>
          </p:nvSpPr>
          <p:spPr>
            <a:xfrm>
              <a:off x="7821427" y="1989740"/>
              <a:ext cx="170599" cy="21140"/>
            </a:xfrm>
            <a:custGeom>
              <a:avLst/>
              <a:gdLst/>
              <a:ahLst/>
              <a:cxnLst/>
              <a:rect l="l" t="t" r="r" b="b"/>
              <a:pathLst>
                <a:path w="117049" h="14504" extrusionOk="0">
                  <a:moveTo>
                    <a:pt x="215" y="0"/>
                  </a:moveTo>
                  <a:lnTo>
                    <a:pt x="0" y="310"/>
                  </a:lnTo>
                  <a:lnTo>
                    <a:pt x="0" y="14503"/>
                  </a:lnTo>
                  <a:lnTo>
                    <a:pt x="102545" y="14503"/>
                  </a:lnTo>
                  <a:cubicBezTo>
                    <a:pt x="102545" y="6502"/>
                    <a:pt x="109047" y="0"/>
                    <a:pt x="117048" y="0"/>
                  </a:cubicBezTo>
                  <a:close/>
                </a:path>
              </a:pathLst>
            </a:custGeom>
            <a:solidFill>
              <a:srgbClr val="000000">
                <a:alpha val="84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5" name="Google Shape;2145;p33"/>
            <p:cNvSpPr/>
            <p:nvPr/>
          </p:nvSpPr>
          <p:spPr>
            <a:xfrm>
              <a:off x="7794666" y="1955169"/>
              <a:ext cx="210202" cy="101180"/>
            </a:xfrm>
            <a:custGeom>
              <a:avLst/>
              <a:gdLst/>
              <a:ahLst/>
              <a:cxnLst/>
              <a:rect l="l" t="t" r="r" b="b"/>
              <a:pathLst>
                <a:path w="144221" h="69420" extrusionOk="0">
                  <a:moveTo>
                    <a:pt x="34007" y="0"/>
                  </a:moveTo>
                  <a:lnTo>
                    <a:pt x="32936" y="6573"/>
                  </a:lnTo>
                  <a:cubicBezTo>
                    <a:pt x="14670" y="6573"/>
                    <a:pt x="0" y="22267"/>
                    <a:pt x="1667" y="40890"/>
                  </a:cubicBezTo>
                  <a:cubicBezTo>
                    <a:pt x="3120" y="57131"/>
                    <a:pt x="16980" y="69419"/>
                    <a:pt x="33269" y="69419"/>
                  </a:cubicBezTo>
                  <a:lnTo>
                    <a:pt x="134600" y="69419"/>
                  </a:lnTo>
                  <a:cubicBezTo>
                    <a:pt x="139124" y="69419"/>
                    <a:pt x="142982" y="65895"/>
                    <a:pt x="143173" y="61346"/>
                  </a:cubicBezTo>
                  <a:cubicBezTo>
                    <a:pt x="143363" y="56607"/>
                    <a:pt x="139553" y="52725"/>
                    <a:pt x="134838" y="52725"/>
                  </a:cubicBezTo>
                  <a:lnTo>
                    <a:pt x="33126" y="52725"/>
                  </a:lnTo>
                  <a:cubicBezTo>
                    <a:pt x="26553" y="52725"/>
                    <a:pt x="19957" y="47486"/>
                    <a:pt x="18742" y="40985"/>
                  </a:cubicBezTo>
                  <a:cubicBezTo>
                    <a:pt x="17028" y="31793"/>
                    <a:pt x="24077" y="23719"/>
                    <a:pt x="32983" y="23719"/>
                  </a:cubicBezTo>
                  <a:lnTo>
                    <a:pt x="134624" y="23719"/>
                  </a:lnTo>
                  <a:cubicBezTo>
                    <a:pt x="138720" y="23719"/>
                    <a:pt x="142339" y="20933"/>
                    <a:pt x="143125" y="16909"/>
                  </a:cubicBezTo>
                  <a:cubicBezTo>
                    <a:pt x="144221" y="11407"/>
                    <a:pt x="140029" y="6573"/>
                    <a:pt x="134719" y="6573"/>
                  </a:cubicBezTo>
                  <a:lnTo>
                    <a:pt x="111881" y="6573"/>
                  </a:lnTo>
                  <a:lnTo>
                    <a:pt x="107546" y="0"/>
                  </a:lnTo>
                  <a:close/>
                </a:path>
              </a:pathLst>
            </a:custGeom>
            <a:solidFill>
              <a:srgbClr val="FF89A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6" name="Google Shape;2146;p33"/>
            <p:cNvSpPr/>
            <p:nvPr/>
          </p:nvSpPr>
          <p:spPr>
            <a:xfrm>
              <a:off x="7889665" y="1873220"/>
              <a:ext cx="116139" cy="91565"/>
            </a:xfrm>
            <a:custGeom>
              <a:avLst/>
              <a:gdLst/>
              <a:ahLst/>
              <a:cxnLst/>
              <a:rect l="l" t="t" r="r" b="b"/>
              <a:pathLst>
                <a:path w="79684" h="62823" extrusionOk="0">
                  <a:moveTo>
                    <a:pt x="46748" y="1"/>
                  </a:moveTo>
                  <a:lnTo>
                    <a:pt x="0" y="25"/>
                  </a:lnTo>
                  <a:lnTo>
                    <a:pt x="26315" y="31436"/>
                  </a:lnTo>
                  <a:lnTo>
                    <a:pt x="0" y="62823"/>
                  </a:lnTo>
                  <a:lnTo>
                    <a:pt x="46415" y="62823"/>
                  </a:lnTo>
                  <a:cubicBezTo>
                    <a:pt x="62704" y="62823"/>
                    <a:pt x="76564" y="50535"/>
                    <a:pt x="78017" y="34317"/>
                  </a:cubicBezTo>
                  <a:cubicBezTo>
                    <a:pt x="79684" y="15671"/>
                    <a:pt x="65014" y="1"/>
                    <a:pt x="46748" y="1"/>
                  </a:cubicBezTo>
                  <a:close/>
                </a:path>
              </a:pathLst>
            </a:custGeom>
            <a:solidFill>
              <a:srgbClr val="1CA8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7" name="Google Shape;2147;p33"/>
            <p:cNvSpPr/>
            <p:nvPr/>
          </p:nvSpPr>
          <p:spPr>
            <a:xfrm>
              <a:off x="7774985" y="1898212"/>
              <a:ext cx="135403" cy="21105"/>
            </a:xfrm>
            <a:custGeom>
              <a:avLst/>
              <a:gdLst/>
              <a:ahLst/>
              <a:cxnLst/>
              <a:rect l="l" t="t" r="r" b="b"/>
              <a:pathLst>
                <a:path w="92901" h="14480" extrusionOk="0">
                  <a:moveTo>
                    <a:pt x="0" y="0"/>
                  </a:moveTo>
                  <a:cubicBezTo>
                    <a:pt x="8026" y="0"/>
                    <a:pt x="14503" y="6478"/>
                    <a:pt x="14503" y="14479"/>
                  </a:cubicBezTo>
                  <a:lnTo>
                    <a:pt x="92901" y="14479"/>
                  </a:lnTo>
                  <a:lnTo>
                    <a:pt x="92901" y="0"/>
                  </a:lnTo>
                  <a:close/>
                </a:path>
              </a:pathLst>
            </a:custGeom>
            <a:solidFill>
              <a:srgbClr val="000000">
                <a:alpha val="84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8" name="Google Shape;2148;p33"/>
            <p:cNvSpPr/>
            <p:nvPr/>
          </p:nvSpPr>
          <p:spPr>
            <a:xfrm>
              <a:off x="7727537" y="1873220"/>
              <a:ext cx="210202" cy="91565"/>
            </a:xfrm>
            <a:custGeom>
              <a:avLst/>
              <a:gdLst/>
              <a:ahLst/>
              <a:cxnLst/>
              <a:rect l="l" t="t" r="r" b="b"/>
              <a:pathLst>
                <a:path w="144221" h="62823" extrusionOk="0">
                  <a:moveTo>
                    <a:pt x="9573" y="1"/>
                  </a:moveTo>
                  <a:cubicBezTo>
                    <a:pt x="5501" y="1"/>
                    <a:pt x="1905" y="2787"/>
                    <a:pt x="1095" y="6812"/>
                  </a:cubicBezTo>
                  <a:cubicBezTo>
                    <a:pt x="0" y="12313"/>
                    <a:pt x="4191" y="17147"/>
                    <a:pt x="9478" y="17147"/>
                  </a:cubicBezTo>
                  <a:lnTo>
                    <a:pt x="110999" y="17147"/>
                  </a:lnTo>
                  <a:cubicBezTo>
                    <a:pt x="119358" y="17147"/>
                    <a:pt x="126122" y="23982"/>
                    <a:pt x="125574" y="32317"/>
                  </a:cubicBezTo>
                  <a:cubicBezTo>
                    <a:pt x="125098" y="39771"/>
                    <a:pt x="118882" y="45677"/>
                    <a:pt x="111333" y="45677"/>
                  </a:cubicBezTo>
                  <a:lnTo>
                    <a:pt x="9573" y="45677"/>
                  </a:lnTo>
                  <a:cubicBezTo>
                    <a:pt x="5501" y="45677"/>
                    <a:pt x="1905" y="48487"/>
                    <a:pt x="1095" y="52511"/>
                  </a:cubicBezTo>
                  <a:cubicBezTo>
                    <a:pt x="0" y="58012"/>
                    <a:pt x="4191" y="62823"/>
                    <a:pt x="9502" y="62823"/>
                  </a:cubicBezTo>
                  <a:lnTo>
                    <a:pt x="110952" y="62823"/>
                  </a:lnTo>
                  <a:cubicBezTo>
                    <a:pt x="127217" y="62823"/>
                    <a:pt x="141077" y="50535"/>
                    <a:pt x="142554" y="34317"/>
                  </a:cubicBezTo>
                  <a:cubicBezTo>
                    <a:pt x="144221" y="15671"/>
                    <a:pt x="129551" y="1"/>
                    <a:pt x="111261" y="1"/>
                  </a:cubicBezTo>
                  <a:close/>
                </a:path>
              </a:pathLst>
            </a:custGeom>
            <a:solidFill>
              <a:srgbClr val="1CA8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9" name="Google Shape;2149;p33"/>
            <p:cNvSpPr/>
            <p:nvPr/>
          </p:nvSpPr>
          <p:spPr>
            <a:xfrm>
              <a:off x="7810527" y="1789605"/>
              <a:ext cx="9650" cy="18885"/>
            </a:xfrm>
            <a:custGeom>
              <a:avLst/>
              <a:gdLst/>
              <a:ahLst/>
              <a:cxnLst/>
              <a:rect l="l" t="t" r="r" b="b"/>
              <a:pathLst>
                <a:path w="6621" h="12957" extrusionOk="0">
                  <a:moveTo>
                    <a:pt x="3293" y="0"/>
                  </a:moveTo>
                  <a:cubicBezTo>
                    <a:pt x="3158" y="0"/>
                    <a:pt x="3021" y="8"/>
                    <a:pt x="2882" y="25"/>
                  </a:cubicBezTo>
                  <a:cubicBezTo>
                    <a:pt x="1215" y="239"/>
                    <a:pt x="0" y="1763"/>
                    <a:pt x="0" y="3454"/>
                  </a:cubicBezTo>
                  <a:lnTo>
                    <a:pt x="0" y="9527"/>
                  </a:lnTo>
                  <a:cubicBezTo>
                    <a:pt x="0" y="11217"/>
                    <a:pt x="1215" y="12718"/>
                    <a:pt x="2882" y="12932"/>
                  </a:cubicBezTo>
                  <a:cubicBezTo>
                    <a:pt x="3019" y="12948"/>
                    <a:pt x="3155" y="12956"/>
                    <a:pt x="3289" y="12956"/>
                  </a:cubicBezTo>
                  <a:cubicBezTo>
                    <a:pt x="5112" y="12956"/>
                    <a:pt x="6621" y="11487"/>
                    <a:pt x="6621" y="9646"/>
                  </a:cubicBezTo>
                  <a:lnTo>
                    <a:pt x="6621" y="3311"/>
                  </a:lnTo>
                  <a:cubicBezTo>
                    <a:pt x="6621" y="1470"/>
                    <a:pt x="5133" y="0"/>
                    <a:pt x="3293"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0" name="Google Shape;2150;p33"/>
            <p:cNvSpPr/>
            <p:nvPr/>
          </p:nvSpPr>
          <p:spPr>
            <a:xfrm>
              <a:off x="7912331" y="1789640"/>
              <a:ext cx="9615" cy="18885"/>
            </a:xfrm>
            <a:custGeom>
              <a:avLst/>
              <a:gdLst/>
              <a:ahLst/>
              <a:cxnLst/>
              <a:rect l="l" t="t" r="r" b="b"/>
              <a:pathLst>
                <a:path w="6597" h="12957" extrusionOk="0">
                  <a:moveTo>
                    <a:pt x="3309" y="0"/>
                  </a:moveTo>
                  <a:cubicBezTo>
                    <a:pt x="1488" y="0"/>
                    <a:pt x="0" y="1470"/>
                    <a:pt x="0" y="3311"/>
                  </a:cubicBezTo>
                  <a:lnTo>
                    <a:pt x="0" y="9646"/>
                  </a:lnTo>
                  <a:cubicBezTo>
                    <a:pt x="0" y="11487"/>
                    <a:pt x="1468" y="12956"/>
                    <a:pt x="3305" y="12956"/>
                  </a:cubicBezTo>
                  <a:cubicBezTo>
                    <a:pt x="3440" y="12956"/>
                    <a:pt x="3577" y="12948"/>
                    <a:pt x="3715" y="12932"/>
                  </a:cubicBezTo>
                  <a:cubicBezTo>
                    <a:pt x="5382" y="12694"/>
                    <a:pt x="6597" y="11193"/>
                    <a:pt x="6597" y="9503"/>
                  </a:cubicBezTo>
                  <a:lnTo>
                    <a:pt x="6597" y="3430"/>
                  </a:lnTo>
                  <a:cubicBezTo>
                    <a:pt x="6597" y="1739"/>
                    <a:pt x="5382" y="239"/>
                    <a:pt x="3715" y="25"/>
                  </a:cubicBezTo>
                  <a:cubicBezTo>
                    <a:pt x="3578" y="8"/>
                    <a:pt x="3443" y="0"/>
                    <a:pt x="3309"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1" name="Google Shape;2151;p33"/>
            <p:cNvSpPr/>
            <p:nvPr/>
          </p:nvSpPr>
          <p:spPr>
            <a:xfrm>
              <a:off x="7848221" y="1798201"/>
              <a:ext cx="35926" cy="15181"/>
            </a:xfrm>
            <a:custGeom>
              <a:avLst/>
              <a:gdLst/>
              <a:ahLst/>
              <a:cxnLst/>
              <a:rect l="l" t="t" r="r" b="b"/>
              <a:pathLst>
                <a:path w="24649" h="10416" extrusionOk="0">
                  <a:moveTo>
                    <a:pt x="3686" y="1"/>
                  </a:moveTo>
                  <a:cubicBezTo>
                    <a:pt x="2921" y="1"/>
                    <a:pt x="2152" y="267"/>
                    <a:pt x="1525" y="819"/>
                  </a:cubicBezTo>
                  <a:cubicBezTo>
                    <a:pt x="144" y="2009"/>
                    <a:pt x="1" y="4105"/>
                    <a:pt x="1239" y="5462"/>
                  </a:cubicBezTo>
                  <a:cubicBezTo>
                    <a:pt x="3954" y="8630"/>
                    <a:pt x="8026" y="10416"/>
                    <a:pt x="12337" y="10416"/>
                  </a:cubicBezTo>
                  <a:cubicBezTo>
                    <a:pt x="16647" y="10416"/>
                    <a:pt x="20696" y="8606"/>
                    <a:pt x="23434" y="5462"/>
                  </a:cubicBezTo>
                  <a:cubicBezTo>
                    <a:pt x="24649" y="4105"/>
                    <a:pt x="24506" y="2009"/>
                    <a:pt x="23149" y="819"/>
                  </a:cubicBezTo>
                  <a:cubicBezTo>
                    <a:pt x="22519" y="276"/>
                    <a:pt x="21746" y="10"/>
                    <a:pt x="20979" y="10"/>
                  </a:cubicBezTo>
                  <a:cubicBezTo>
                    <a:pt x="20062" y="10"/>
                    <a:pt x="19153" y="389"/>
                    <a:pt x="18505" y="1128"/>
                  </a:cubicBezTo>
                  <a:cubicBezTo>
                    <a:pt x="17005" y="2867"/>
                    <a:pt x="14742" y="3843"/>
                    <a:pt x="12337" y="3843"/>
                  </a:cubicBezTo>
                  <a:cubicBezTo>
                    <a:pt x="9932" y="3843"/>
                    <a:pt x="7693" y="2843"/>
                    <a:pt x="6169" y="1128"/>
                  </a:cubicBezTo>
                  <a:cubicBezTo>
                    <a:pt x="5519" y="387"/>
                    <a:pt x="4606" y="1"/>
                    <a:pt x="3686"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2" name="Google Shape;2152;p33"/>
            <p:cNvSpPr/>
            <p:nvPr/>
          </p:nvSpPr>
          <p:spPr>
            <a:xfrm>
              <a:off x="7721879" y="1733132"/>
              <a:ext cx="294234" cy="328318"/>
            </a:xfrm>
            <a:custGeom>
              <a:avLst/>
              <a:gdLst/>
              <a:ahLst/>
              <a:cxnLst/>
              <a:rect l="l" t="t" r="r" b="b"/>
              <a:pathLst>
                <a:path w="201876" h="225261" extrusionOk="0">
                  <a:moveTo>
                    <a:pt x="169750" y="33746"/>
                  </a:moveTo>
                  <a:cubicBezTo>
                    <a:pt x="176227" y="33746"/>
                    <a:pt x="181467" y="39056"/>
                    <a:pt x="180990" y="45510"/>
                  </a:cubicBezTo>
                  <a:cubicBezTo>
                    <a:pt x="180586" y="51178"/>
                    <a:pt x="175846" y="55679"/>
                    <a:pt x="170036" y="55679"/>
                  </a:cubicBezTo>
                  <a:lnTo>
                    <a:pt x="168440" y="55679"/>
                  </a:lnTo>
                  <a:cubicBezTo>
                    <a:pt x="168464" y="55155"/>
                    <a:pt x="168464" y="54583"/>
                    <a:pt x="168464" y="54012"/>
                  </a:cubicBezTo>
                  <a:lnTo>
                    <a:pt x="168464" y="33746"/>
                  </a:lnTo>
                  <a:close/>
                  <a:moveTo>
                    <a:pt x="169726" y="20553"/>
                  </a:moveTo>
                  <a:cubicBezTo>
                    <a:pt x="182372" y="20553"/>
                    <a:pt x="193136" y="30150"/>
                    <a:pt x="194136" y="42772"/>
                  </a:cubicBezTo>
                  <a:cubicBezTo>
                    <a:pt x="195255" y="56965"/>
                    <a:pt x="184015" y="68872"/>
                    <a:pt x="170036" y="68872"/>
                  </a:cubicBezTo>
                  <a:lnTo>
                    <a:pt x="165987" y="68872"/>
                  </a:lnTo>
                  <a:cubicBezTo>
                    <a:pt x="166749" y="66729"/>
                    <a:pt x="167297" y="64514"/>
                    <a:pt x="167726" y="62299"/>
                  </a:cubicBezTo>
                  <a:lnTo>
                    <a:pt x="169774" y="62299"/>
                  </a:lnTo>
                  <a:cubicBezTo>
                    <a:pt x="179395" y="62299"/>
                    <a:pt x="187492" y="54726"/>
                    <a:pt x="187706" y="45105"/>
                  </a:cubicBezTo>
                  <a:cubicBezTo>
                    <a:pt x="187897" y="35222"/>
                    <a:pt x="179966" y="27125"/>
                    <a:pt x="170131" y="27125"/>
                  </a:cubicBezTo>
                  <a:lnTo>
                    <a:pt x="168464" y="27125"/>
                  </a:lnTo>
                  <a:cubicBezTo>
                    <a:pt x="168464" y="27126"/>
                    <a:pt x="168464" y="27126"/>
                    <a:pt x="168464" y="27126"/>
                  </a:cubicBezTo>
                  <a:cubicBezTo>
                    <a:pt x="168440" y="27126"/>
                    <a:pt x="168440" y="20671"/>
                    <a:pt x="168440" y="20553"/>
                  </a:cubicBezTo>
                  <a:close/>
                  <a:moveTo>
                    <a:pt x="147650" y="6931"/>
                  </a:moveTo>
                  <a:cubicBezTo>
                    <a:pt x="154485" y="6931"/>
                    <a:pt x="160200" y="11741"/>
                    <a:pt x="161558" y="18171"/>
                  </a:cubicBezTo>
                  <a:cubicBezTo>
                    <a:pt x="161772" y="19171"/>
                    <a:pt x="161867" y="20148"/>
                    <a:pt x="161867" y="21124"/>
                  </a:cubicBezTo>
                  <a:lnTo>
                    <a:pt x="161867" y="54250"/>
                  </a:lnTo>
                  <a:cubicBezTo>
                    <a:pt x="161867" y="58227"/>
                    <a:pt x="161272" y="62204"/>
                    <a:pt x="160034" y="65991"/>
                  </a:cubicBezTo>
                  <a:cubicBezTo>
                    <a:pt x="155033" y="81684"/>
                    <a:pt x="140339" y="93044"/>
                    <a:pt x="123002" y="93067"/>
                  </a:cubicBezTo>
                  <a:lnTo>
                    <a:pt x="75064" y="93067"/>
                  </a:lnTo>
                  <a:cubicBezTo>
                    <a:pt x="53654" y="93044"/>
                    <a:pt x="36246" y="75635"/>
                    <a:pt x="36246" y="54250"/>
                  </a:cubicBezTo>
                  <a:lnTo>
                    <a:pt x="36246" y="21148"/>
                  </a:lnTo>
                  <a:cubicBezTo>
                    <a:pt x="36246" y="13289"/>
                    <a:pt x="42604" y="6931"/>
                    <a:pt x="50463" y="6931"/>
                  </a:cubicBezTo>
                  <a:close/>
                  <a:moveTo>
                    <a:pt x="115119" y="99593"/>
                  </a:moveTo>
                  <a:cubicBezTo>
                    <a:pt x="117525" y="99593"/>
                    <a:pt x="119882" y="99878"/>
                    <a:pt x="122121" y="100474"/>
                  </a:cubicBezTo>
                  <a:cubicBezTo>
                    <a:pt x="134219" y="103617"/>
                    <a:pt x="143221" y="114619"/>
                    <a:pt x="143221" y="127717"/>
                  </a:cubicBezTo>
                  <a:cubicBezTo>
                    <a:pt x="143221" y="143220"/>
                    <a:pt x="130599" y="155818"/>
                    <a:pt x="115119" y="155818"/>
                  </a:cubicBezTo>
                  <a:lnTo>
                    <a:pt x="13384" y="155842"/>
                  </a:lnTo>
                  <a:cubicBezTo>
                    <a:pt x="10050" y="155842"/>
                    <a:pt x="7430" y="152722"/>
                    <a:pt x="8264" y="149246"/>
                  </a:cubicBezTo>
                  <a:cubicBezTo>
                    <a:pt x="8812" y="146888"/>
                    <a:pt x="11026" y="145292"/>
                    <a:pt x="13432" y="145292"/>
                  </a:cubicBezTo>
                  <a:lnTo>
                    <a:pt x="114953" y="145292"/>
                  </a:lnTo>
                  <a:cubicBezTo>
                    <a:pt x="123526" y="145292"/>
                    <a:pt x="131051" y="139291"/>
                    <a:pt x="132599" y="130885"/>
                  </a:cubicBezTo>
                  <a:cubicBezTo>
                    <a:pt x="134719" y="119597"/>
                    <a:pt x="126050" y="109690"/>
                    <a:pt x="115119" y="109690"/>
                  </a:cubicBezTo>
                  <a:lnTo>
                    <a:pt x="84637" y="109690"/>
                  </a:lnTo>
                  <a:cubicBezTo>
                    <a:pt x="83065" y="109690"/>
                    <a:pt x="81636" y="110714"/>
                    <a:pt x="81303" y="112262"/>
                  </a:cubicBezTo>
                  <a:cubicBezTo>
                    <a:pt x="80827" y="114405"/>
                    <a:pt x="82470" y="116310"/>
                    <a:pt x="84542" y="116310"/>
                  </a:cubicBezTo>
                  <a:cubicBezTo>
                    <a:pt x="84542" y="116310"/>
                    <a:pt x="116024" y="116358"/>
                    <a:pt x="116405" y="116382"/>
                  </a:cubicBezTo>
                  <a:cubicBezTo>
                    <a:pt x="122002" y="116953"/>
                    <a:pt x="126431" y="121883"/>
                    <a:pt x="126431" y="127503"/>
                  </a:cubicBezTo>
                  <a:cubicBezTo>
                    <a:pt x="126431" y="133528"/>
                    <a:pt x="121264" y="138696"/>
                    <a:pt x="115239" y="138696"/>
                  </a:cubicBezTo>
                  <a:lnTo>
                    <a:pt x="51035" y="138696"/>
                  </a:lnTo>
                  <a:cubicBezTo>
                    <a:pt x="53511" y="135648"/>
                    <a:pt x="54988" y="131742"/>
                    <a:pt x="54988" y="127503"/>
                  </a:cubicBezTo>
                  <a:cubicBezTo>
                    <a:pt x="54988" y="123288"/>
                    <a:pt x="53511" y="119382"/>
                    <a:pt x="51035" y="116310"/>
                  </a:cubicBezTo>
                  <a:lnTo>
                    <a:pt x="71682" y="116310"/>
                  </a:lnTo>
                  <a:cubicBezTo>
                    <a:pt x="73373" y="116310"/>
                    <a:pt x="74873" y="115000"/>
                    <a:pt x="74897" y="113310"/>
                  </a:cubicBezTo>
                  <a:cubicBezTo>
                    <a:pt x="74968" y="111595"/>
                    <a:pt x="73563" y="110166"/>
                    <a:pt x="71849" y="110166"/>
                  </a:cubicBezTo>
                  <a:lnTo>
                    <a:pt x="13408" y="110166"/>
                  </a:lnTo>
                  <a:cubicBezTo>
                    <a:pt x="10979" y="110166"/>
                    <a:pt x="8812" y="108547"/>
                    <a:pt x="8216" y="106189"/>
                  </a:cubicBezTo>
                  <a:cubicBezTo>
                    <a:pt x="7359" y="102712"/>
                    <a:pt x="9979" y="99593"/>
                    <a:pt x="13336" y="99593"/>
                  </a:cubicBezTo>
                  <a:close/>
                  <a:moveTo>
                    <a:pt x="161867" y="99640"/>
                  </a:moveTo>
                  <a:cubicBezTo>
                    <a:pt x="178418" y="99640"/>
                    <a:pt x="191683" y="114072"/>
                    <a:pt x="189778" y="131004"/>
                  </a:cubicBezTo>
                  <a:cubicBezTo>
                    <a:pt x="188182" y="145221"/>
                    <a:pt x="175846" y="155842"/>
                    <a:pt x="161510" y="155842"/>
                  </a:cubicBezTo>
                  <a:lnTo>
                    <a:pt x="135457" y="155842"/>
                  </a:lnTo>
                  <a:cubicBezTo>
                    <a:pt x="144316" y="149412"/>
                    <a:pt x="149841" y="138672"/>
                    <a:pt x="149841" y="127741"/>
                  </a:cubicBezTo>
                  <a:cubicBezTo>
                    <a:pt x="149841" y="116834"/>
                    <a:pt x="144292" y="106046"/>
                    <a:pt x="135457" y="99640"/>
                  </a:cubicBezTo>
                  <a:close/>
                  <a:moveTo>
                    <a:pt x="36198" y="162439"/>
                  </a:moveTo>
                  <a:lnTo>
                    <a:pt x="62609" y="162462"/>
                  </a:lnTo>
                  <a:cubicBezTo>
                    <a:pt x="62513" y="162510"/>
                    <a:pt x="62442" y="162605"/>
                    <a:pt x="62323" y="162677"/>
                  </a:cubicBezTo>
                  <a:cubicBezTo>
                    <a:pt x="53583" y="169131"/>
                    <a:pt x="48225" y="179728"/>
                    <a:pt x="48225" y="190563"/>
                  </a:cubicBezTo>
                  <a:cubicBezTo>
                    <a:pt x="48225" y="201494"/>
                    <a:pt x="53750" y="212258"/>
                    <a:pt x="62609" y="218664"/>
                  </a:cubicBezTo>
                  <a:lnTo>
                    <a:pt x="36556" y="218664"/>
                  </a:lnTo>
                  <a:cubicBezTo>
                    <a:pt x="22219" y="218664"/>
                    <a:pt x="9883" y="208043"/>
                    <a:pt x="8288" y="193778"/>
                  </a:cubicBezTo>
                  <a:cubicBezTo>
                    <a:pt x="6383" y="176846"/>
                    <a:pt x="19647" y="162439"/>
                    <a:pt x="36198" y="162439"/>
                  </a:cubicBezTo>
                  <a:close/>
                  <a:moveTo>
                    <a:pt x="184777" y="162462"/>
                  </a:moveTo>
                  <a:cubicBezTo>
                    <a:pt x="187730" y="162462"/>
                    <a:pt x="190087" y="164987"/>
                    <a:pt x="189802" y="167964"/>
                  </a:cubicBezTo>
                  <a:cubicBezTo>
                    <a:pt x="189564" y="170583"/>
                    <a:pt x="187254" y="172560"/>
                    <a:pt x="184610" y="172560"/>
                  </a:cubicBezTo>
                  <a:lnTo>
                    <a:pt x="155676" y="172560"/>
                  </a:lnTo>
                  <a:cubicBezTo>
                    <a:pt x="153961" y="172560"/>
                    <a:pt x="152484" y="173774"/>
                    <a:pt x="152270" y="175441"/>
                  </a:cubicBezTo>
                  <a:cubicBezTo>
                    <a:pt x="152032" y="177442"/>
                    <a:pt x="153580" y="179156"/>
                    <a:pt x="155556" y="179156"/>
                  </a:cubicBezTo>
                  <a:lnTo>
                    <a:pt x="171393" y="179156"/>
                  </a:lnTo>
                  <a:cubicBezTo>
                    <a:pt x="168916" y="182228"/>
                    <a:pt x="167416" y="186134"/>
                    <a:pt x="167416" y="190349"/>
                  </a:cubicBezTo>
                  <a:cubicBezTo>
                    <a:pt x="167416" y="194588"/>
                    <a:pt x="168916" y="198470"/>
                    <a:pt x="171393" y="201542"/>
                  </a:cubicBezTo>
                  <a:lnTo>
                    <a:pt x="82613" y="201542"/>
                  </a:lnTo>
                  <a:cubicBezTo>
                    <a:pt x="77683" y="201542"/>
                    <a:pt x="72611" y="197636"/>
                    <a:pt x="71563" y="192826"/>
                  </a:cubicBezTo>
                  <a:cubicBezTo>
                    <a:pt x="69991" y="185562"/>
                    <a:pt x="75540" y="179133"/>
                    <a:pt x="82494" y="179133"/>
                  </a:cubicBezTo>
                  <a:lnTo>
                    <a:pt x="142268" y="179133"/>
                  </a:lnTo>
                  <a:cubicBezTo>
                    <a:pt x="143959" y="179133"/>
                    <a:pt x="145459" y="177918"/>
                    <a:pt x="145673" y="176251"/>
                  </a:cubicBezTo>
                  <a:cubicBezTo>
                    <a:pt x="145912" y="174251"/>
                    <a:pt x="144364" y="172512"/>
                    <a:pt x="142387" y="172512"/>
                  </a:cubicBezTo>
                  <a:lnTo>
                    <a:pt x="83089" y="172512"/>
                  </a:lnTo>
                  <a:cubicBezTo>
                    <a:pt x="74540" y="172512"/>
                    <a:pt x="66990" y="178513"/>
                    <a:pt x="65442" y="186920"/>
                  </a:cubicBezTo>
                  <a:cubicBezTo>
                    <a:pt x="63323" y="198208"/>
                    <a:pt x="71991" y="208138"/>
                    <a:pt x="82898" y="208138"/>
                  </a:cubicBezTo>
                  <a:lnTo>
                    <a:pt x="184610" y="208138"/>
                  </a:lnTo>
                  <a:cubicBezTo>
                    <a:pt x="187015" y="208138"/>
                    <a:pt x="189183" y="209734"/>
                    <a:pt x="189778" y="212092"/>
                  </a:cubicBezTo>
                  <a:cubicBezTo>
                    <a:pt x="190635" y="215569"/>
                    <a:pt x="188016" y="218688"/>
                    <a:pt x="184658" y="218688"/>
                  </a:cubicBezTo>
                  <a:lnTo>
                    <a:pt x="83280" y="218688"/>
                  </a:lnTo>
                  <a:cubicBezTo>
                    <a:pt x="68205" y="218688"/>
                    <a:pt x="55536" y="206995"/>
                    <a:pt x="54821" y="191921"/>
                  </a:cubicBezTo>
                  <a:cubicBezTo>
                    <a:pt x="54154" y="178275"/>
                    <a:pt x="63323" y="166559"/>
                    <a:pt x="75897" y="163344"/>
                  </a:cubicBezTo>
                  <a:cubicBezTo>
                    <a:pt x="78112" y="162796"/>
                    <a:pt x="80469" y="162462"/>
                    <a:pt x="82922" y="162462"/>
                  </a:cubicBezTo>
                  <a:close/>
                  <a:moveTo>
                    <a:pt x="50416" y="1"/>
                  </a:moveTo>
                  <a:cubicBezTo>
                    <a:pt x="38913" y="1"/>
                    <a:pt x="29602" y="9312"/>
                    <a:pt x="29602" y="20791"/>
                  </a:cubicBezTo>
                  <a:lnTo>
                    <a:pt x="29602" y="53988"/>
                  </a:lnTo>
                  <a:cubicBezTo>
                    <a:pt x="29602" y="70563"/>
                    <a:pt x="38437" y="85090"/>
                    <a:pt x="51654" y="93139"/>
                  </a:cubicBezTo>
                  <a:lnTo>
                    <a:pt x="13336" y="93139"/>
                  </a:lnTo>
                  <a:cubicBezTo>
                    <a:pt x="7788" y="93139"/>
                    <a:pt x="2810" y="96949"/>
                    <a:pt x="1643" y="102403"/>
                  </a:cubicBezTo>
                  <a:cubicBezTo>
                    <a:pt x="0" y="110071"/>
                    <a:pt x="5835" y="116858"/>
                    <a:pt x="13217" y="116858"/>
                  </a:cubicBezTo>
                  <a:lnTo>
                    <a:pt x="37008" y="116858"/>
                  </a:lnTo>
                  <a:cubicBezTo>
                    <a:pt x="43509" y="116858"/>
                    <a:pt x="48749" y="122169"/>
                    <a:pt x="48272" y="128622"/>
                  </a:cubicBezTo>
                  <a:cubicBezTo>
                    <a:pt x="47844" y="134314"/>
                    <a:pt x="43104" y="138791"/>
                    <a:pt x="37318" y="138791"/>
                  </a:cubicBezTo>
                  <a:lnTo>
                    <a:pt x="13432" y="138791"/>
                  </a:lnTo>
                  <a:cubicBezTo>
                    <a:pt x="7859" y="138791"/>
                    <a:pt x="2906" y="142601"/>
                    <a:pt x="1739" y="148055"/>
                  </a:cubicBezTo>
                  <a:cubicBezTo>
                    <a:pt x="96" y="155747"/>
                    <a:pt x="5930" y="162510"/>
                    <a:pt x="13313" y="162510"/>
                  </a:cubicBezTo>
                  <a:lnTo>
                    <a:pt x="15837" y="162510"/>
                  </a:lnTo>
                  <a:cubicBezTo>
                    <a:pt x="6406" y="169345"/>
                    <a:pt x="524" y="180919"/>
                    <a:pt x="1667" y="193778"/>
                  </a:cubicBezTo>
                  <a:cubicBezTo>
                    <a:pt x="3287" y="211687"/>
                    <a:pt x="18599" y="225261"/>
                    <a:pt x="36603" y="225261"/>
                  </a:cubicBezTo>
                  <a:lnTo>
                    <a:pt x="184777" y="225261"/>
                  </a:lnTo>
                  <a:cubicBezTo>
                    <a:pt x="191278" y="225261"/>
                    <a:pt x="196565" y="219974"/>
                    <a:pt x="196565" y="213473"/>
                  </a:cubicBezTo>
                  <a:cubicBezTo>
                    <a:pt x="196565" y="206995"/>
                    <a:pt x="191278" y="201685"/>
                    <a:pt x="184777" y="201685"/>
                  </a:cubicBezTo>
                  <a:cubicBezTo>
                    <a:pt x="178657" y="201685"/>
                    <a:pt x="173679" y="196684"/>
                    <a:pt x="173679" y="190587"/>
                  </a:cubicBezTo>
                  <a:cubicBezTo>
                    <a:pt x="173679" y="184491"/>
                    <a:pt x="178680" y="179490"/>
                    <a:pt x="184777" y="179490"/>
                  </a:cubicBezTo>
                  <a:cubicBezTo>
                    <a:pt x="191278" y="179490"/>
                    <a:pt x="196565" y="174203"/>
                    <a:pt x="196565" y="167702"/>
                  </a:cubicBezTo>
                  <a:cubicBezTo>
                    <a:pt x="196565" y="161224"/>
                    <a:pt x="191278" y="155914"/>
                    <a:pt x="184777" y="155914"/>
                  </a:cubicBezTo>
                  <a:lnTo>
                    <a:pt x="182133" y="155914"/>
                  </a:lnTo>
                  <a:cubicBezTo>
                    <a:pt x="191635" y="149007"/>
                    <a:pt x="197518" y="137434"/>
                    <a:pt x="196351" y="124598"/>
                  </a:cubicBezTo>
                  <a:cubicBezTo>
                    <a:pt x="194755" y="106689"/>
                    <a:pt x="179419" y="93091"/>
                    <a:pt x="161439" y="93091"/>
                  </a:cubicBezTo>
                  <a:lnTo>
                    <a:pt x="146531" y="93091"/>
                  </a:lnTo>
                  <a:cubicBezTo>
                    <a:pt x="153532" y="88852"/>
                    <a:pt x="159272" y="82780"/>
                    <a:pt x="163129" y="75540"/>
                  </a:cubicBezTo>
                  <a:lnTo>
                    <a:pt x="169678" y="75540"/>
                  </a:lnTo>
                  <a:cubicBezTo>
                    <a:pt x="185968" y="75540"/>
                    <a:pt x="199732" y="63014"/>
                    <a:pt x="200733" y="46749"/>
                  </a:cubicBezTo>
                  <a:cubicBezTo>
                    <a:pt x="201876" y="28888"/>
                    <a:pt x="187658" y="14051"/>
                    <a:pt x="170036" y="14051"/>
                  </a:cubicBezTo>
                  <a:lnTo>
                    <a:pt x="167273" y="14051"/>
                  </a:lnTo>
                  <a:cubicBezTo>
                    <a:pt x="164415" y="5859"/>
                    <a:pt x="156700" y="1"/>
                    <a:pt x="147650"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53" name="Google Shape;2153;p33"/>
          <p:cNvGrpSpPr/>
          <p:nvPr/>
        </p:nvGrpSpPr>
        <p:grpSpPr>
          <a:xfrm>
            <a:off x="4332967" y="2899295"/>
            <a:ext cx="439359" cy="328336"/>
            <a:chOff x="7738644" y="3382022"/>
            <a:chExt cx="328493" cy="245466"/>
          </a:xfrm>
        </p:grpSpPr>
        <p:sp>
          <p:nvSpPr>
            <p:cNvPr id="2154" name="Google Shape;2154;p33"/>
            <p:cNvSpPr/>
            <p:nvPr/>
          </p:nvSpPr>
          <p:spPr>
            <a:xfrm>
              <a:off x="7743746" y="3400852"/>
              <a:ext cx="318254" cy="221947"/>
            </a:xfrm>
            <a:custGeom>
              <a:avLst/>
              <a:gdLst/>
              <a:ahLst/>
              <a:cxnLst/>
              <a:rect l="l" t="t" r="r" b="b"/>
              <a:pathLst>
                <a:path w="218356" h="152279" extrusionOk="0">
                  <a:moveTo>
                    <a:pt x="58941" y="0"/>
                  </a:moveTo>
                  <a:cubicBezTo>
                    <a:pt x="42866" y="0"/>
                    <a:pt x="27792" y="3453"/>
                    <a:pt x="14099" y="10288"/>
                  </a:cubicBezTo>
                  <a:cubicBezTo>
                    <a:pt x="5406" y="14598"/>
                    <a:pt x="0" y="23291"/>
                    <a:pt x="0" y="32983"/>
                  </a:cubicBezTo>
                  <a:lnTo>
                    <a:pt x="0" y="120501"/>
                  </a:lnTo>
                  <a:cubicBezTo>
                    <a:pt x="0" y="134504"/>
                    <a:pt x="11384" y="145863"/>
                    <a:pt x="25339" y="145863"/>
                  </a:cubicBezTo>
                  <a:cubicBezTo>
                    <a:pt x="28292" y="145863"/>
                    <a:pt x="31174" y="145363"/>
                    <a:pt x="33984" y="144363"/>
                  </a:cubicBezTo>
                  <a:cubicBezTo>
                    <a:pt x="41723" y="141553"/>
                    <a:pt x="50130" y="140124"/>
                    <a:pt x="58989" y="140124"/>
                  </a:cubicBezTo>
                  <a:cubicBezTo>
                    <a:pt x="82399" y="140124"/>
                    <a:pt x="101545" y="150102"/>
                    <a:pt x="102331" y="150483"/>
                  </a:cubicBezTo>
                  <a:cubicBezTo>
                    <a:pt x="104467" y="151683"/>
                    <a:pt x="106838" y="152278"/>
                    <a:pt x="109208" y="152278"/>
                  </a:cubicBezTo>
                  <a:cubicBezTo>
                    <a:pt x="111542" y="152278"/>
                    <a:pt x="113874" y="151701"/>
                    <a:pt x="115977" y="150555"/>
                  </a:cubicBezTo>
                  <a:lnTo>
                    <a:pt x="116096" y="150483"/>
                  </a:lnTo>
                  <a:cubicBezTo>
                    <a:pt x="116287" y="150388"/>
                    <a:pt x="135672" y="140124"/>
                    <a:pt x="159415" y="140124"/>
                  </a:cubicBezTo>
                  <a:cubicBezTo>
                    <a:pt x="168250" y="140124"/>
                    <a:pt x="176656" y="141553"/>
                    <a:pt x="184420" y="144363"/>
                  </a:cubicBezTo>
                  <a:cubicBezTo>
                    <a:pt x="187230" y="145363"/>
                    <a:pt x="190111" y="145863"/>
                    <a:pt x="193064" y="145863"/>
                  </a:cubicBezTo>
                  <a:cubicBezTo>
                    <a:pt x="199685" y="145863"/>
                    <a:pt x="205972" y="143315"/>
                    <a:pt x="210735" y="138647"/>
                  </a:cubicBezTo>
                  <a:cubicBezTo>
                    <a:pt x="215641" y="133837"/>
                    <a:pt x="218355" y="127383"/>
                    <a:pt x="218355" y="120501"/>
                  </a:cubicBezTo>
                  <a:lnTo>
                    <a:pt x="218355" y="32983"/>
                  </a:lnTo>
                  <a:cubicBezTo>
                    <a:pt x="218355" y="23291"/>
                    <a:pt x="212950" y="14598"/>
                    <a:pt x="204257" y="10288"/>
                  </a:cubicBezTo>
                  <a:cubicBezTo>
                    <a:pt x="190564" y="3453"/>
                    <a:pt x="175466" y="0"/>
                    <a:pt x="159391" y="0"/>
                  </a:cubicBezTo>
                  <a:cubicBezTo>
                    <a:pt x="137458" y="0"/>
                    <a:pt x="118787" y="6525"/>
                    <a:pt x="109166" y="10645"/>
                  </a:cubicBezTo>
                  <a:cubicBezTo>
                    <a:pt x="99545" y="6502"/>
                    <a:pt x="80922" y="0"/>
                    <a:pt x="58941" y="0"/>
                  </a:cubicBezTo>
                  <a:close/>
                </a:path>
              </a:pathLst>
            </a:custGeom>
            <a:solidFill>
              <a:srgbClr val="1CA8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5" name="Google Shape;2155;p33"/>
            <p:cNvSpPr/>
            <p:nvPr/>
          </p:nvSpPr>
          <p:spPr>
            <a:xfrm>
              <a:off x="7753395" y="3400678"/>
              <a:ext cx="299615" cy="214089"/>
            </a:xfrm>
            <a:custGeom>
              <a:avLst/>
              <a:gdLst/>
              <a:ahLst/>
              <a:cxnLst/>
              <a:rect l="l" t="t" r="r" b="b"/>
              <a:pathLst>
                <a:path w="205568" h="146888" extrusionOk="0">
                  <a:moveTo>
                    <a:pt x="52512" y="0"/>
                  </a:moveTo>
                  <a:cubicBezTo>
                    <a:pt x="36437" y="0"/>
                    <a:pt x="21315" y="3453"/>
                    <a:pt x="7621" y="10288"/>
                  </a:cubicBezTo>
                  <a:cubicBezTo>
                    <a:pt x="4668" y="11741"/>
                    <a:pt x="2120" y="13717"/>
                    <a:pt x="1" y="16051"/>
                  </a:cubicBezTo>
                  <a:lnTo>
                    <a:pt x="1" y="120477"/>
                  </a:lnTo>
                  <a:cubicBezTo>
                    <a:pt x="1" y="130908"/>
                    <a:pt x="8479" y="139386"/>
                    <a:pt x="18862" y="139386"/>
                  </a:cubicBezTo>
                  <a:cubicBezTo>
                    <a:pt x="21077" y="139386"/>
                    <a:pt x="23220" y="139005"/>
                    <a:pt x="25292" y="138243"/>
                  </a:cubicBezTo>
                  <a:cubicBezTo>
                    <a:pt x="33746" y="135194"/>
                    <a:pt x="42915" y="133646"/>
                    <a:pt x="52512" y="133646"/>
                  </a:cubicBezTo>
                  <a:cubicBezTo>
                    <a:pt x="77993" y="133646"/>
                    <a:pt x="98545" y="144553"/>
                    <a:pt x="98974" y="144792"/>
                  </a:cubicBezTo>
                  <a:lnTo>
                    <a:pt x="102760" y="146887"/>
                  </a:lnTo>
                  <a:lnTo>
                    <a:pt x="106571" y="144792"/>
                  </a:lnTo>
                  <a:cubicBezTo>
                    <a:pt x="106785" y="144672"/>
                    <a:pt x="127218" y="133646"/>
                    <a:pt x="153033" y="133646"/>
                  </a:cubicBezTo>
                  <a:cubicBezTo>
                    <a:pt x="162630" y="133646"/>
                    <a:pt x="171799" y="135194"/>
                    <a:pt x="180253" y="138243"/>
                  </a:cubicBezTo>
                  <a:cubicBezTo>
                    <a:pt x="182325" y="139005"/>
                    <a:pt x="184492" y="139386"/>
                    <a:pt x="186683" y="139386"/>
                  </a:cubicBezTo>
                  <a:cubicBezTo>
                    <a:pt x="191612" y="139386"/>
                    <a:pt x="196280" y="137481"/>
                    <a:pt x="199852" y="134004"/>
                  </a:cubicBezTo>
                  <a:cubicBezTo>
                    <a:pt x="203543" y="130431"/>
                    <a:pt x="205567" y="125621"/>
                    <a:pt x="205567" y="120477"/>
                  </a:cubicBezTo>
                  <a:lnTo>
                    <a:pt x="205567" y="16051"/>
                  </a:lnTo>
                  <a:cubicBezTo>
                    <a:pt x="203472" y="13693"/>
                    <a:pt x="200900" y="11741"/>
                    <a:pt x="197923" y="10288"/>
                  </a:cubicBezTo>
                  <a:cubicBezTo>
                    <a:pt x="184230" y="3453"/>
                    <a:pt x="169107" y="0"/>
                    <a:pt x="153033" y="0"/>
                  </a:cubicBezTo>
                  <a:cubicBezTo>
                    <a:pt x="131076" y="0"/>
                    <a:pt x="112405" y="6525"/>
                    <a:pt x="102784" y="10645"/>
                  </a:cubicBezTo>
                  <a:cubicBezTo>
                    <a:pt x="93139" y="6502"/>
                    <a:pt x="74516" y="0"/>
                    <a:pt x="52512" y="0"/>
                  </a:cubicBezTo>
                  <a:close/>
                </a:path>
              </a:pathLst>
            </a:custGeom>
            <a:solidFill>
              <a:srgbClr val="000000">
                <a:alpha val="84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6" name="Google Shape;2156;p33"/>
            <p:cNvSpPr/>
            <p:nvPr/>
          </p:nvSpPr>
          <p:spPr>
            <a:xfrm>
              <a:off x="7862869" y="3386879"/>
              <a:ext cx="177993" cy="214872"/>
            </a:xfrm>
            <a:custGeom>
              <a:avLst/>
              <a:gdLst/>
              <a:ahLst/>
              <a:cxnLst/>
              <a:rect l="l" t="t" r="r" b="b"/>
              <a:pathLst>
                <a:path w="122122" h="147425" extrusionOk="0">
                  <a:moveTo>
                    <a:pt x="77546" y="1"/>
                  </a:moveTo>
                  <a:cubicBezTo>
                    <a:pt x="49449" y="1"/>
                    <a:pt x="27316" y="12135"/>
                    <a:pt x="27316" y="12135"/>
                  </a:cubicBezTo>
                  <a:lnTo>
                    <a:pt x="1" y="68409"/>
                  </a:lnTo>
                  <a:lnTo>
                    <a:pt x="27316" y="147425"/>
                  </a:lnTo>
                  <a:cubicBezTo>
                    <a:pt x="27316" y="147425"/>
                    <a:pt x="49466" y="135298"/>
                    <a:pt x="77565" y="135298"/>
                  </a:cubicBezTo>
                  <a:cubicBezTo>
                    <a:pt x="87049" y="135298"/>
                    <a:pt x="97211" y="136680"/>
                    <a:pt x="107428" y="140376"/>
                  </a:cubicBezTo>
                  <a:cubicBezTo>
                    <a:pt x="108670" y="140823"/>
                    <a:pt x="109925" y="141032"/>
                    <a:pt x="111149" y="141032"/>
                  </a:cubicBezTo>
                  <a:cubicBezTo>
                    <a:pt x="116969" y="141032"/>
                    <a:pt x="122121" y="136316"/>
                    <a:pt x="122121" y="130040"/>
                  </a:cubicBezTo>
                  <a:lnTo>
                    <a:pt x="122121" y="18589"/>
                  </a:lnTo>
                  <a:cubicBezTo>
                    <a:pt x="122121" y="14422"/>
                    <a:pt x="119740" y="10611"/>
                    <a:pt x="116001" y="8754"/>
                  </a:cubicBezTo>
                  <a:cubicBezTo>
                    <a:pt x="102939" y="2266"/>
                    <a:pt x="89686" y="1"/>
                    <a:pt x="77546" y="1"/>
                  </a:cubicBezTo>
                  <a:close/>
                </a:path>
              </a:pathLst>
            </a:custGeom>
            <a:solidFill>
              <a:srgbClr val="F0EBD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7" name="Google Shape;2157;p33"/>
            <p:cNvSpPr/>
            <p:nvPr/>
          </p:nvSpPr>
          <p:spPr>
            <a:xfrm>
              <a:off x="7764919" y="3386778"/>
              <a:ext cx="138283" cy="215111"/>
            </a:xfrm>
            <a:custGeom>
              <a:avLst/>
              <a:gdLst/>
              <a:ahLst/>
              <a:cxnLst/>
              <a:rect l="l" t="t" r="r" b="b"/>
              <a:pathLst>
                <a:path w="94877" h="147589" extrusionOk="0">
                  <a:moveTo>
                    <a:pt x="44632" y="0"/>
                  </a:moveTo>
                  <a:cubicBezTo>
                    <a:pt x="32475" y="0"/>
                    <a:pt x="19203" y="2271"/>
                    <a:pt x="6121" y="8775"/>
                  </a:cubicBezTo>
                  <a:cubicBezTo>
                    <a:pt x="2358" y="10609"/>
                    <a:pt x="0" y="14419"/>
                    <a:pt x="0" y="18634"/>
                  </a:cubicBezTo>
                  <a:lnTo>
                    <a:pt x="0" y="130205"/>
                  </a:lnTo>
                  <a:cubicBezTo>
                    <a:pt x="0" y="136472"/>
                    <a:pt x="5154" y="141183"/>
                    <a:pt x="10969" y="141183"/>
                  </a:cubicBezTo>
                  <a:cubicBezTo>
                    <a:pt x="12203" y="141183"/>
                    <a:pt x="13467" y="140971"/>
                    <a:pt x="14718" y="140516"/>
                  </a:cubicBezTo>
                  <a:cubicBezTo>
                    <a:pt x="24942" y="136816"/>
                    <a:pt x="35109" y="135432"/>
                    <a:pt x="44596" y="135432"/>
                  </a:cubicBezTo>
                  <a:cubicBezTo>
                    <a:pt x="72720" y="135432"/>
                    <a:pt x="94877" y="147589"/>
                    <a:pt x="94877" y="147589"/>
                  </a:cubicBezTo>
                  <a:lnTo>
                    <a:pt x="94877" y="12133"/>
                  </a:lnTo>
                  <a:cubicBezTo>
                    <a:pt x="94199" y="11769"/>
                    <a:pt x="72308" y="0"/>
                    <a:pt x="44632" y="0"/>
                  </a:cubicBezTo>
                  <a:close/>
                </a:path>
              </a:pathLst>
            </a:custGeom>
            <a:solidFill>
              <a:srgbClr val="EFEDE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8" name="Google Shape;2158;p33"/>
            <p:cNvSpPr/>
            <p:nvPr/>
          </p:nvSpPr>
          <p:spPr>
            <a:xfrm>
              <a:off x="7738644" y="3382022"/>
              <a:ext cx="328493" cy="245466"/>
            </a:xfrm>
            <a:custGeom>
              <a:avLst/>
              <a:gdLst/>
              <a:ahLst/>
              <a:cxnLst/>
              <a:rect l="l" t="t" r="r" b="b"/>
              <a:pathLst>
                <a:path w="225381" h="168416" extrusionOk="0">
                  <a:moveTo>
                    <a:pt x="62485" y="6616"/>
                  </a:moveTo>
                  <a:cubicBezTo>
                    <a:pt x="85072" y="6616"/>
                    <a:pt x="103737" y="14717"/>
                    <a:pt x="109428" y="17492"/>
                  </a:cubicBezTo>
                  <a:lnTo>
                    <a:pt x="109428" y="145518"/>
                  </a:lnTo>
                  <a:cubicBezTo>
                    <a:pt x="107118" y="144494"/>
                    <a:pt x="104784" y="143541"/>
                    <a:pt x="102427" y="142684"/>
                  </a:cubicBezTo>
                  <a:cubicBezTo>
                    <a:pt x="90972" y="138492"/>
                    <a:pt x="78827" y="135873"/>
                    <a:pt x="66610" y="135397"/>
                  </a:cubicBezTo>
                  <a:cubicBezTo>
                    <a:pt x="65431" y="135343"/>
                    <a:pt x="64266" y="135316"/>
                    <a:pt x="63093" y="135316"/>
                  </a:cubicBezTo>
                  <a:cubicBezTo>
                    <a:pt x="62703" y="135316"/>
                    <a:pt x="62311" y="135319"/>
                    <a:pt x="61918" y="135325"/>
                  </a:cubicBezTo>
                  <a:cubicBezTo>
                    <a:pt x="60275" y="135325"/>
                    <a:pt x="58822" y="136468"/>
                    <a:pt x="58537" y="138064"/>
                  </a:cubicBezTo>
                  <a:cubicBezTo>
                    <a:pt x="58179" y="140278"/>
                    <a:pt x="60013" y="141945"/>
                    <a:pt x="61990" y="141945"/>
                  </a:cubicBezTo>
                  <a:cubicBezTo>
                    <a:pt x="62129" y="141945"/>
                    <a:pt x="62268" y="141945"/>
                    <a:pt x="62406" y="141945"/>
                  </a:cubicBezTo>
                  <a:cubicBezTo>
                    <a:pt x="88886" y="141945"/>
                    <a:pt x="110195" y="153188"/>
                    <a:pt x="111095" y="153662"/>
                  </a:cubicBezTo>
                  <a:lnTo>
                    <a:pt x="111119" y="153662"/>
                  </a:lnTo>
                  <a:cubicBezTo>
                    <a:pt x="111611" y="153935"/>
                    <a:pt x="112127" y="154058"/>
                    <a:pt x="112644" y="154058"/>
                  </a:cubicBezTo>
                  <a:cubicBezTo>
                    <a:pt x="113253" y="154058"/>
                    <a:pt x="113862" y="153887"/>
                    <a:pt x="114429" y="153591"/>
                  </a:cubicBezTo>
                  <a:cubicBezTo>
                    <a:pt x="116377" y="152558"/>
                    <a:pt x="137167" y="141954"/>
                    <a:pt x="163019" y="141954"/>
                  </a:cubicBezTo>
                  <a:cubicBezTo>
                    <a:pt x="168777" y="141954"/>
                    <a:pt x="174787" y="142480"/>
                    <a:pt x="180895" y="143755"/>
                  </a:cubicBezTo>
                  <a:cubicBezTo>
                    <a:pt x="184587" y="144541"/>
                    <a:pt x="188230" y="145541"/>
                    <a:pt x="191731" y="146827"/>
                  </a:cubicBezTo>
                  <a:cubicBezTo>
                    <a:pt x="193288" y="147391"/>
                    <a:pt x="194870" y="147654"/>
                    <a:pt x="196423" y="147654"/>
                  </a:cubicBezTo>
                  <a:cubicBezTo>
                    <a:pt x="203992" y="147654"/>
                    <a:pt x="210878" y="141418"/>
                    <a:pt x="210878" y="133396"/>
                  </a:cubicBezTo>
                  <a:lnTo>
                    <a:pt x="210878" y="28946"/>
                  </a:lnTo>
                  <a:cubicBezTo>
                    <a:pt x="215831" y="33138"/>
                    <a:pt x="218784" y="39329"/>
                    <a:pt x="218784" y="46021"/>
                  </a:cubicBezTo>
                  <a:lnTo>
                    <a:pt x="218784" y="133372"/>
                  </a:lnTo>
                  <a:cubicBezTo>
                    <a:pt x="218784" y="139374"/>
                    <a:pt x="216451" y="144970"/>
                    <a:pt x="212164" y="149185"/>
                  </a:cubicBezTo>
                  <a:cubicBezTo>
                    <a:pt x="207981" y="153252"/>
                    <a:pt x="202342" y="155436"/>
                    <a:pt x="196646" y="155436"/>
                  </a:cubicBezTo>
                  <a:cubicBezTo>
                    <a:pt x="194137" y="155436"/>
                    <a:pt x="191617" y="155012"/>
                    <a:pt x="189207" y="154138"/>
                  </a:cubicBezTo>
                  <a:cubicBezTo>
                    <a:pt x="181062" y="151209"/>
                    <a:pt x="172275" y="149709"/>
                    <a:pt x="163035" y="149709"/>
                  </a:cubicBezTo>
                  <a:cubicBezTo>
                    <a:pt x="138387" y="149709"/>
                    <a:pt x="118240" y="160402"/>
                    <a:pt x="118025" y="160497"/>
                  </a:cubicBezTo>
                  <a:cubicBezTo>
                    <a:pt x="116343" y="161416"/>
                    <a:pt x="114471" y="161893"/>
                    <a:pt x="112611" y="161893"/>
                  </a:cubicBezTo>
                  <a:cubicBezTo>
                    <a:pt x="110810" y="161893"/>
                    <a:pt x="109021" y="161446"/>
                    <a:pt x="107428" y="160521"/>
                  </a:cubicBezTo>
                  <a:cubicBezTo>
                    <a:pt x="107404" y="160521"/>
                    <a:pt x="107380" y="160497"/>
                    <a:pt x="107380" y="160497"/>
                  </a:cubicBezTo>
                  <a:cubicBezTo>
                    <a:pt x="106523" y="160044"/>
                    <a:pt x="86709" y="149709"/>
                    <a:pt x="62395" y="149709"/>
                  </a:cubicBezTo>
                  <a:cubicBezTo>
                    <a:pt x="53155" y="149709"/>
                    <a:pt x="44343" y="151209"/>
                    <a:pt x="36222" y="154138"/>
                  </a:cubicBezTo>
                  <a:cubicBezTo>
                    <a:pt x="33782" y="155027"/>
                    <a:pt x="31307" y="155441"/>
                    <a:pt x="28881" y="155441"/>
                  </a:cubicBezTo>
                  <a:cubicBezTo>
                    <a:pt x="17194" y="155441"/>
                    <a:pt x="6645" y="145835"/>
                    <a:pt x="6645" y="133372"/>
                  </a:cubicBezTo>
                  <a:lnTo>
                    <a:pt x="6645" y="46021"/>
                  </a:lnTo>
                  <a:cubicBezTo>
                    <a:pt x="6645" y="39306"/>
                    <a:pt x="9574" y="33138"/>
                    <a:pt x="14551" y="28923"/>
                  </a:cubicBezTo>
                  <a:lnTo>
                    <a:pt x="14551" y="133372"/>
                  </a:lnTo>
                  <a:cubicBezTo>
                    <a:pt x="14551" y="137087"/>
                    <a:pt x="16052" y="140731"/>
                    <a:pt x="18671" y="143398"/>
                  </a:cubicBezTo>
                  <a:cubicBezTo>
                    <a:pt x="21362" y="146139"/>
                    <a:pt x="25121" y="147625"/>
                    <a:pt x="28910" y="147625"/>
                  </a:cubicBezTo>
                  <a:cubicBezTo>
                    <a:pt x="30519" y="147625"/>
                    <a:pt x="32134" y="147357"/>
                    <a:pt x="33674" y="146804"/>
                  </a:cubicBezTo>
                  <a:cubicBezTo>
                    <a:pt x="38628" y="144970"/>
                    <a:pt x="43915" y="143660"/>
                    <a:pt x="49297" y="142874"/>
                  </a:cubicBezTo>
                  <a:cubicBezTo>
                    <a:pt x="51226" y="142565"/>
                    <a:pt x="52512" y="140660"/>
                    <a:pt x="51964" y="138731"/>
                  </a:cubicBezTo>
                  <a:cubicBezTo>
                    <a:pt x="51582" y="137266"/>
                    <a:pt x="50177" y="136331"/>
                    <a:pt x="48696" y="136331"/>
                  </a:cubicBezTo>
                  <a:cubicBezTo>
                    <a:pt x="48516" y="136331"/>
                    <a:pt x="48334" y="136345"/>
                    <a:pt x="48154" y="136373"/>
                  </a:cubicBezTo>
                  <a:cubicBezTo>
                    <a:pt x="42390" y="137230"/>
                    <a:pt x="36770" y="138659"/>
                    <a:pt x="31412" y="140612"/>
                  </a:cubicBezTo>
                  <a:cubicBezTo>
                    <a:pt x="30610" y="140900"/>
                    <a:pt x="29790" y="141035"/>
                    <a:pt x="28981" y="141035"/>
                  </a:cubicBezTo>
                  <a:cubicBezTo>
                    <a:pt x="24917" y="141035"/>
                    <a:pt x="21124" y="137643"/>
                    <a:pt x="21124" y="133372"/>
                  </a:cubicBezTo>
                  <a:lnTo>
                    <a:pt x="21124" y="21945"/>
                  </a:lnTo>
                  <a:cubicBezTo>
                    <a:pt x="21124" y="18992"/>
                    <a:pt x="22767" y="16349"/>
                    <a:pt x="25411" y="15039"/>
                  </a:cubicBezTo>
                  <a:cubicBezTo>
                    <a:pt x="37982" y="8798"/>
                    <a:pt x="50762" y="6616"/>
                    <a:pt x="62485" y="6616"/>
                  </a:cubicBezTo>
                  <a:close/>
                  <a:moveTo>
                    <a:pt x="162936" y="0"/>
                  </a:moveTo>
                  <a:cubicBezTo>
                    <a:pt x="138283" y="0"/>
                    <a:pt x="118305" y="8921"/>
                    <a:pt x="112667" y="11729"/>
                  </a:cubicBezTo>
                  <a:cubicBezTo>
                    <a:pt x="106954" y="8943"/>
                    <a:pt x="86807" y="12"/>
                    <a:pt x="62259" y="12"/>
                  </a:cubicBezTo>
                  <a:cubicBezTo>
                    <a:pt x="49659" y="12"/>
                    <a:pt x="35900" y="2364"/>
                    <a:pt x="22339" y="9109"/>
                  </a:cubicBezTo>
                  <a:cubicBezTo>
                    <a:pt x="17695" y="11419"/>
                    <a:pt x="14718" y="15944"/>
                    <a:pt x="14432" y="21016"/>
                  </a:cubicBezTo>
                  <a:cubicBezTo>
                    <a:pt x="5502" y="26136"/>
                    <a:pt x="1" y="35519"/>
                    <a:pt x="1" y="45902"/>
                  </a:cubicBezTo>
                  <a:lnTo>
                    <a:pt x="1" y="133325"/>
                  </a:lnTo>
                  <a:cubicBezTo>
                    <a:pt x="1" y="149481"/>
                    <a:pt x="13876" y="161968"/>
                    <a:pt x="29018" y="161968"/>
                  </a:cubicBezTo>
                  <a:cubicBezTo>
                    <a:pt x="32133" y="161968"/>
                    <a:pt x="35301" y="161440"/>
                    <a:pt x="38413" y="160306"/>
                  </a:cubicBezTo>
                  <a:cubicBezTo>
                    <a:pt x="45844" y="157615"/>
                    <a:pt x="53869" y="156258"/>
                    <a:pt x="62323" y="156258"/>
                  </a:cubicBezTo>
                  <a:cubicBezTo>
                    <a:pt x="84780" y="156258"/>
                    <a:pt x="103046" y="165665"/>
                    <a:pt x="104189" y="166260"/>
                  </a:cubicBezTo>
                  <a:cubicBezTo>
                    <a:pt x="106889" y="167676"/>
                    <a:pt x="109828" y="168416"/>
                    <a:pt x="112761" y="168416"/>
                  </a:cubicBezTo>
                  <a:cubicBezTo>
                    <a:pt x="115597" y="168416"/>
                    <a:pt x="118426" y="167724"/>
                    <a:pt x="121026" y="166284"/>
                  </a:cubicBezTo>
                  <a:lnTo>
                    <a:pt x="121121" y="166236"/>
                  </a:lnTo>
                  <a:cubicBezTo>
                    <a:pt x="121312" y="166141"/>
                    <a:pt x="140125" y="156258"/>
                    <a:pt x="162939" y="156258"/>
                  </a:cubicBezTo>
                  <a:cubicBezTo>
                    <a:pt x="171394" y="156258"/>
                    <a:pt x="179467" y="157615"/>
                    <a:pt x="186849" y="160306"/>
                  </a:cubicBezTo>
                  <a:cubicBezTo>
                    <a:pt x="190064" y="161497"/>
                    <a:pt x="193374" y="162069"/>
                    <a:pt x="196708" y="162069"/>
                  </a:cubicBezTo>
                  <a:cubicBezTo>
                    <a:pt x="212354" y="162069"/>
                    <a:pt x="225381" y="148971"/>
                    <a:pt x="225381" y="133372"/>
                  </a:cubicBezTo>
                  <a:lnTo>
                    <a:pt x="225381" y="46021"/>
                  </a:lnTo>
                  <a:cubicBezTo>
                    <a:pt x="225381" y="35591"/>
                    <a:pt x="219856" y="26160"/>
                    <a:pt x="210878" y="21016"/>
                  </a:cubicBezTo>
                  <a:cubicBezTo>
                    <a:pt x="210545" y="15896"/>
                    <a:pt x="207568" y="11371"/>
                    <a:pt x="202900" y="9061"/>
                  </a:cubicBezTo>
                  <a:cubicBezTo>
                    <a:pt x="196875" y="6085"/>
                    <a:pt x="190517" y="3775"/>
                    <a:pt x="183944" y="2274"/>
                  </a:cubicBezTo>
                  <a:cubicBezTo>
                    <a:pt x="183690" y="2215"/>
                    <a:pt x="183436" y="2187"/>
                    <a:pt x="183185" y="2187"/>
                  </a:cubicBezTo>
                  <a:cubicBezTo>
                    <a:pt x="181513" y="2187"/>
                    <a:pt x="180020" y="3449"/>
                    <a:pt x="179895" y="5251"/>
                  </a:cubicBezTo>
                  <a:cubicBezTo>
                    <a:pt x="179729" y="6870"/>
                    <a:pt x="180919" y="8371"/>
                    <a:pt x="182539" y="8752"/>
                  </a:cubicBezTo>
                  <a:cubicBezTo>
                    <a:pt x="188588" y="10157"/>
                    <a:pt x="194446" y="12276"/>
                    <a:pt x="199971" y="15015"/>
                  </a:cubicBezTo>
                  <a:cubicBezTo>
                    <a:pt x="202662" y="16349"/>
                    <a:pt x="204305" y="18992"/>
                    <a:pt x="204305" y="21945"/>
                  </a:cubicBezTo>
                  <a:lnTo>
                    <a:pt x="204305" y="133396"/>
                  </a:lnTo>
                  <a:cubicBezTo>
                    <a:pt x="204305" y="137711"/>
                    <a:pt x="200554" y="141072"/>
                    <a:pt x="196484" y="141072"/>
                  </a:cubicBezTo>
                  <a:cubicBezTo>
                    <a:pt x="195658" y="141072"/>
                    <a:pt x="194818" y="140933"/>
                    <a:pt x="193993" y="140636"/>
                  </a:cubicBezTo>
                  <a:cubicBezTo>
                    <a:pt x="183283" y="136756"/>
                    <a:pt x="172648" y="135372"/>
                    <a:pt x="162928" y="135372"/>
                  </a:cubicBezTo>
                  <a:cubicBezTo>
                    <a:pt x="152960" y="135372"/>
                    <a:pt x="143953" y="136828"/>
                    <a:pt x="136815" y="138540"/>
                  </a:cubicBezTo>
                  <a:cubicBezTo>
                    <a:pt x="130980" y="139945"/>
                    <a:pt x="125265" y="141755"/>
                    <a:pt x="119692" y="143970"/>
                  </a:cubicBezTo>
                  <a:cubicBezTo>
                    <a:pt x="119359" y="144089"/>
                    <a:pt x="116001" y="145518"/>
                    <a:pt x="115977" y="145518"/>
                  </a:cubicBezTo>
                  <a:lnTo>
                    <a:pt x="115977" y="17468"/>
                  </a:lnTo>
                  <a:cubicBezTo>
                    <a:pt x="121611" y="14770"/>
                    <a:pt x="140450" y="6594"/>
                    <a:pt x="163044" y="6594"/>
                  </a:cubicBezTo>
                  <a:cubicBezTo>
                    <a:pt x="165378" y="6594"/>
                    <a:pt x="167752" y="6681"/>
                    <a:pt x="170155" y="6870"/>
                  </a:cubicBezTo>
                  <a:cubicBezTo>
                    <a:pt x="170255" y="6880"/>
                    <a:pt x="170353" y="6884"/>
                    <a:pt x="170451" y="6884"/>
                  </a:cubicBezTo>
                  <a:cubicBezTo>
                    <a:pt x="172133" y="6884"/>
                    <a:pt x="173545" y="5556"/>
                    <a:pt x="173680" y="3846"/>
                  </a:cubicBezTo>
                  <a:cubicBezTo>
                    <a:pt x="173846" y="2036"/>
                    <a:pt x="172465" y="441"/>
                    <a:pt x="170655" y="298"/>
                  </a:cubicBezTo>
                  <a:cubicBezTo>
                    <a:pt x="168040" y="94"/>
                    <a:pt x="165463" y="0"/>
                    <a:pt x="162936"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9" name="Google Shape;2159;p33"/>
            <p:cNvSpPr/>
            <p:nvPr/>
          </p:nvSpPr>
          <p:spPr>
            <a:xfrm>
              <a:off x="7785155" y="3430892"/>
              <a:ext cx="103504" cy="18994"/>
            </a:xfrm>
            <a:custGeom>
              <a:avLst/>
              <a:gdLst/>
              <a:ahLst/>
              <a:cxnLst/>
              <a:rect l="l" t="t" r="r" b="b"/>
              <a:pathLst>
                <a:path w="71015" h="13032" extrusionOk="0">
                  <a:moveTo>
                    <a:pt x="30632" y="0"/>
                  </a:moveTo>
                  <a:cubicBezTo>
                    <a:pt x="21709" y="0"/>
                    <a:pt x="12251" y="1192"/>
                    <a:pt x="2667" y="4251"/>
                  </a:cubicBezTo>
                  <a:cubicBezTo>
                    <a:pt x="953" y="4823"/>
                    <a:pt x="0" y="6657"/>
                    <a:pt x="524" y="8395"/>
                  </a:cubicBezTo>
                  <a:cubicBezTo>
                    <a:pt x="983" y="9811"/>
                    <a:pt x="2273" y="10704"/>
                    <a:pt x="3651" y="10704"/>
                  </a:cubicBezTo>
                  <a:cubicBezTo>
                    <a:pt x="3988" y="10704"/>
                    <a:pt x="4331" y="10651"/>
                    <a:pt x="4668" y="10538"/>
                  </a:cubicBezTo>
                  <a:cubicBezTo>
                    <a:pt x="13549" y="7701"/>
                    <a:pt x="22340" y="6593"/>
                    <a:pt x="30654" y="6593"/>
                  </a:cubicBezTo>
                  <a:cubicBezTo>
                    <a:pt x="44388" y="6593"/>
                    <a:pt x="56823" y="9615"/>
                    <a:pt x="66228" y="12848"/>
                  </a:cubicBezTo>
                  <a:cubicBezTo>
                    <a:pt x="66581" y="12973"/>
                    <a:pt x="66942" y="13031"/>
                    <a:pt x="67299" y="13031"/>
                  </a:cubicBezTo>
                  <a:cubicBezTo>
                    <a:pt x="68656" y="13031"/>
                    <a:pt x="69948" y="12182"/>
                    <a:pt x="70420" y="10824"/>
                  </a:cubicBezTo>
                  <a:cubicBezTo>
                    <a:pt x="71015" y="9110"/>
                    <a:pt x="70110" y="7228"/>
                    <a:pt x="68395" y="6633"/>
                  </a:cubicBezTo>
                  <a:cubicBezTo>
                    <a:pt x="58442" y="3202"/>
                    <a:pt x="45255" y="0"/>
                    <a:pt x="30632"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0" name="Google Shape;2160;p33"/>
            <p:cNvSpPr/>
            <p:nvPr/>
          </p:nvSpPr>
          <p:spPr>
            <a:xfrm>
              <a:off x="7785155" y="3461912"/>
              <a:ext cx="103504" cy="19001"/>
            </a:xfrm>
            <a:custGeom>
              <a:avLst/>
              <a:gdLst/>
              <a:ahLst/>
              <a:cxnLst/>
              <a:rect l="l" t="t" r="r" b="b"/>
              <a:pathLst>
                <a:path w="71015" h="13037" extrusionOk="0">
                  <a:moveTo>
                    <a:pt x="30665" y="1"/>
                  </a:moveTo>
                  <a:cubicBezTo>
                    <a:pt x="21732" y="1"/>
                    <a:pt x="12263" y="1195"/>
                    <a:pt x="2667" y="4259"/>
                  </a:cubicBezTo>
                  <a:cubicBezTo>
                    <a:pt x="953" y="4830"/>
                    <a:pt x="0" y="6664"/>
                    <a:pt x="524" y="8402"/>
                  </a:cubicBezTo>
                  <a:cubicBezTo>
                    <a:pt x="986" y="9808"/>
                    <a:pt x="2290" y="10700"/>
                    <a:pt x="3678" y="10700"/>
                  </a:cubicBezTo>
                  <a:cubicBezTo>
                    <a:pt x="4007" y="10700"/>
                    <a:pt x="4340" y="10650"/>
                    <a:pt x="4668" y="10545"/>
                  </a:cubicBezTo>
                  <a:cubicBezTo>
                    <a:pt x="13558" y="7696"/>
                    <a:pt x="22357" y="6584"/>
                    <a:pt x="30679" y="6584"/>
                  </a:cubicBezTo>
                  <a:cubicBezTo>
                    <a:pt x="44403" y="6584"/>
                    <a:pt x="56829" y="9609"/>
                    <a:pt x="66228" y="12855"/>
                  </a:cubicBezTo>
                  <a:cubicBezTo>
                    <a:pt x="66576" y="12978"/>
                    <a:pt x="66934" y="13036"/>
                    <a:pt x="67287" y="13036"/>
                  </a:cubicBezTo>
                  <a:cubicBezTo>
                    <a:pt x="68648" y="13036"/>
                    <a:pt x="69947" y="12174"/>
                    <a:pt x="70420" y="10831"/>
                  </a:cubicBezTo>
                  <a:cubicBezTo>
                    <a:pt x="71015" y="9117"/>
                    <a:pt x="70110" y="7235"/>
                    <a:pt x="68395" y="6640"/>
                  </a:cubicBezTo>
                  <a:cubicBezTo>
                    <a:pt x="58449" y="3197"/>
                    <a:pt x="45275" y="1"/>
                    <a:pt x="30665"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1" name="Google Shape;2161;p33"/>
            <p:cNvSpPr/>
            <p:nvPr/>
          </p:nvSpPr>
          <p:spPr>
            <a:xfrm>
              <a:off x="7785155" y="3492943"/>
              <a:ext cx="103504" cy="19001"/>
            </a:xfrm>
            <a:custGeom>
              <a:avLst/>
              <a:gdLst/>
              <a:ahLst/>
              <a:cxnLst/>
              <a:rect l="l" t="t" r="r" b="b"/>
              <a:pathLst>
                <a:path w="71015" h="13037" extrusionOk="0">
                  <a:moveTo>
                    <a:pt x="30665" y="1"/>
                  </a:moveTo>
                  <a:cubicBezTo>
                    <a:pt x="21732" y="1"/>
                    <a:pt x="12263" y="1195"/>
                    <a:pt x="2667" y="4259"/>
                  </a:cubicBezTo>
                  <a:cubicBezTo>
                    <a:pt x="953" y="4806"/>
                    <a:pt x="0" y="6664"/>
                    <a:pt x="524" y="8378"/>
                  </a:cubicBezTo>
                  <a:cubicBezTo>
                    <a:pt x="967" y="9784"/>
                    <a:pt x="2282" y="10676"/>
                    <a:pt x="3676" y="10676"/>
                  </a:cubicBezTo>
                  <a:cubicBezTo>
                    <a:pt x="4006" y="10676"/>
                    <a:pt x="4340" y="10626"/>
                    <a:pt x="4668" y="10522"/>
                  </a:cubicBezTo>
                  <a:cubicBezTo>
                    <a:pt x="13544" y="7686"/>
                    <a:pt x="22329" y="6578"/>
                    <a:pt x="30640" y="6578"/>
                  </a:cubicBezTo>
                  <a:cubicBezTo>
                    <a:pt x="44379" y="6578"/>
                    <a:pt x="56820" y="9606"/>
                    <a:pt x="66228" y="12856"/>
                  </a:cubicBezTo>
                  <a:cubicBezTo>
                    <a:pt x="66576" y="12978"/>
                    <a:pt x="66934" y="13036"/>
                    <a:pt x="67287" y="13036"/>
                  </a:cubicBezTo>
                  <a:cubicBezTo>
                    <a:pt x="68648" y="13036"/>
                    <a:pt x="69947" y="12174"/>
                    <a:pt x="70420" y="10831"/>
                  </a:cubicBezTo>
                  <a:cubicBezTo>
                    <a:pt x="71015" y="9093"/>
                    <a:pt x="70110" y="7235"/>
                    <a:pt x="68395" y="6640"/>
                  </a:cubicBezTo>
                  <a:cubicBezTo>
                    <a:pt x="58449" y="3197"/>
                    <a:pt x="45275" y="1"/>
                    <a:pt x="30665"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2" name="Google Shape;2162;p33"/>
            <p:cNvSpPr/>
            <p:nvPr/>
          </p:nvSpPr>
          <p:spPr>
            <a:xfrm>
              <a:off x="7785155" y="3523913"/>
              <a:ext cx="103504" cy="18994"/>
            </a:xfrm>
            <a:custGeom>
              <a:avLst/>
              <a:gdLst/>
              <a:ahLst/>
              <a:cxnLst/>
              <a:rect l="l" t="t" r="r" b="b"/>
              <a:pathLst>
                <a:path w="71015" h="13032" extrusionOk="0">
                  <a:moveTo>
                    <a:pt x="30632" y="1"/>
                  </a:moveTo>
                  <a:cubicBezTo>
                    <a:pt x="21709" y="1"/>
                    <a:pt x="12251" y="1193"/>
                    <a:pt x="2667" y="4252"/>
                  </a:cubicBezTo>
                  <a:cubicBezTo>
                    <a:pt x="953" y="4824"/>
                    <a:pt x="0" y="6657"/>
                    <a:pt x="524" y="8396"/>
                  </a:cubicBezTo>
                  <a:cubicBezTo>
                    <a:pt x="970" y="9792"/>
                    <a:pt x="2300" y="10683"/>
                    <a:pt x="3704" y="10683"/>
                  </a:cubicBezTo>
                  <a:cubicBezTo>
                    <a:pt x="4025" y="10683"/>
                    <a:pt x="4349" y="10636"/>
                    <a:pt x="4668" y="10539"/>
                  </a:cubicBezTo>
                  <a:cubicBezTo>
                    <a:pt x="13549" y="7701"/>
                    <a:pt x="22340" y="6594"/>
                    <a:pt x="30654" y="6594"/>
                  </a:cubicBezTo>
                  <a:cubicBezTo>
                    <a:pt x="44388" y="6594"/>
                    <a:pt x="56823" y="9615"/>
                    <a:pt x="66228" y="12849"/>
                  </a:cubicBezTo>
                  <a:cubicBezTo>
                    <a:pt x="66581" y="12973"/>
                    <a:pt x="66942" y="13032"/>
                    <a:pt x="67299" y="13032"/>
                  </a:cubicBezTo>
                  <a:cubicBezTo>
                    <a:pt x="68656" y="13032"/>
                    <a:pt x="69948" y="12182"/>
                    <a:pt x="70420" y="10825"/>
                  </a:cubicBezTo>
                  <a:cubicBezTo>
                    <a:pt x="71015" y="9110"/>
                    <a:pt x="70110" y="7229"/>
                    <a:pt x="68395" y="6633"/>
                  </a:cubicBezTo>
                  <a:cubicBezTo>
                    <a:pt x="58442" y="3202"/>
                    <a:pt x="45255" y="1"/>
                    <a:pt x="30632"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3" name="Google Shape;2163;p33"/>
            <p:cNvSpPr/>
            <p:nvPr/>
          </p:nvSpPr>
          <p:spPr>
            <a:xfrm>
              <a:off x="7917260" y="3430942"/>
              <a:ext cx="103539" cy="18980"/>
            </a:xfrm>
            <a:custGeom>
              <a:avLst/>
              <a:gdLst/>
              <a:ahLst/>
              <a:cxnLst/>
              <a:rect l="l" t="t" r="r" b="b"/>
              <a:pathLst>
                <a:path w="71039" h="13022" extrusionOk="0">
                  <a:moveTo>
                    <a:pt x="40391" y="0"/>
                  </a:moveTo>
                  <a:cubicBezTo>
                    <a:pt x="25775" y="0"/>
                    <a:pt x="12586" y="3192"/>
                    <a:pt x="2620" y="6623"/>
                  </a:cubicBezTo>
                  <a:cubicBezTo>
                    <a:pt x="905" y="7218"/>
                    <a:pt x="0" y="9099"/>
                    <a:pt x="595" y="10814"/>
                  </a:cubicBezTo>
                  <a:cubicBezTo>
                    <a:pt x="1067" y="12171"/>
                    <a:pt x="2359" y="13021"/>
                    <a:pt x="3715" y="13021"/>
                  </a:cubicBezTo>
                  <a:cubicBezTo>
                    <a:pt x="4073" y="13021"/>
                    <a:pt x="4434" y="12962"/>
                    <a:pt x="4787" y="12838"/>
                  </a:cubicBezTo>
                  <a:cubicBezTo>
                    <a:pt x="14192" y="9604"/>
                    <a:pt x="26636" y="6583"/>
                    <a:pt x="40371" y="6583"/>
                  </a:cubicBezTo>
                  <a:cubicBezTo>
                    <a:pt x="48686" y="6583"/>
                    <a:pt x="57474" y="7690"/>
                    <a:pt x="66347" y="10528"/>
                  </a:cubicBezTo>
                  <a:cubicBezTo>
                    <a:pt x="66689" y="10641"/>
                    <a:pt x="67036" y="10694"/>
                    <a:pt x="67377" y="10694"/>
                  </a:cubicBezTo>
                  <a:cubicBezTo>
                    <a:pt x="68773" y="10694"/>
                    <a:pt x="70070" y="9801"/>
                    <a:pt x="70491" y="8385"/>
                  </a:cubicBezTo>
                  <a:cubicBezTo>
                    <a:pt x="71039" y="6670"/>
                    <a:pt x="70086" y="4789"/>
                    <a:pt x="68348" y="4241"/>
                  </a:cubicBezTo>
                  <a:cubicBezTo>
                    <a:pt x="58769" y="1190"/>
                    <a:pt x="49314" y="0"/>
                    <a:pt x="40391"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4" name="Google Shape;2164;p33"/>
            <p:cNvSpPr/>
            <p:nvPr/>
          </p:nvSpPr>
          <p:spPr>
            <a:xfrm>
              <a:off x="7917260" y="3461912"/>
              <a:ext cx="103539" cy="19001"/>
            </a:xfrm>
            <a:custGeom>
              <a:avLst/>
              <a:gdLst/>
              <a:ahLst/>
              <a:cxnLst/>
              <a:rect l="l" t="t" r="r" b="b"/>
              <a:pathLst>
                <a:path w="71039" h="13037" extrusionOk="0">
                  <a:moveTo>
                    <a:pt x="40367" y="1"/>
                  </a:moveTo>
                  <a:cubicBezTo>
                    <a:pt x="25760" y="1"/>
                    <a:pt x="12580" y="3197"/>
                    <a:pt x="2620" y="6640"/>
                  </a:cubicBezTo>
                  <a:cubicBezTo>
                    <a:pt x="905" y="7235"/>
                    <a:pt x="0" y="9117"/>
                    <a:pt x="595" y="10831"/>
                  </a:cubicBezTo>
                  <a:cubicBezTo>
                    <a:pt x="1068" y="12174"/>
                    <a:pt x="2367" y="13036"/>
                    <a:pt x="3728" y="13036"/>
                  </a:cubicBezTo>
                  <a:cubicBezTo>
                    <a:pt x="4081" y="13036"/>
                    <a:pt x="4439" y="12978"/>
                    <a:pt x="4787" y="12855"/>
                  </a:cubicBezTo>
                  <a:cubicBezTo>
                    <a:pt x="14186" y="9609"/>
                    <a:pt x="26621" y="6584"/>
                    <a:pt x="40347" y="6584"/>
                  </a:cubicBezTo>
                  <a:cubicBezTo>
                    <a:pt x="48669" y="6584"/>
                    <a:pt x="57466" y="7696"/>
                    <a:pt x="66347" y="10545"/>
                  </a:cubicBezTo>
                  <a:cubicBezTo>
                    <a:pt x="66680" y="10650"/>
                    <a:pt x="67017" y="10700"/>
                    <a:pt x="67350" y="10700"/>
                  </a:cubicBezTo>
                  <a:cubicBezTo>
                    <a:pt x="68756" y="10700"/>
                    <a:pt x="70067" y="9808"/>
                    <a:pt x="70491" y="8402"/>
                  </a:cubicBezTo>
                  <a:cubicBezTo>
                    <a:pt x="71039" y="6664"/>
                    <a:pt x="70086" y="4830"/>
                    <a:pt x="68348" y="4259"/>
                  </a:cubicBezTo>
                  <a:cubicBezTo>
                    <a:pt x="58761" y="1195"/>
                    <a:pt x="49297" y="1"/>
                    <a:pt x="40367"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5" name="Google Shape;2165;p33"/>
            <p:cNvSpPr/>
            <p:nvPr/>
          </p:nvSpPr>
          <p:spPr>
            <a:xfrm>
              <a:off x="7917260" y="3492943"/>
              <a:ext cx="103539" cy="19001"/>
            </a:xfrm>
            <a:custGeom>
              <a:avLst/>
              <a:gdLst/>
              <a:ahLst/>
              <a:cxnLst/>
              <a:rect l="l" t="t" r="r" b="b"/>
              <a:pathLst>
                <a:path w="71039" h="13037" extrusionOk="0">
                  <a:moveTo>
                    <a:pt x="40367" y="1"/>
                  </a:moveTo>
                  <a:cubicBezTo>
                    <a:pt x="25760" y="1"/>
                    <a:pt x="12580" y="3197"/>
                    <a:pt x="2620" y="6640"/>
                  </a:cubicBezTo>
                  <a:cubicBezTo>
                    <a:pt x="905" y="7235"/>
                    <a:pt x="0" y="9093"/>
                    <a:pt x="595" y="10831"/>
                  </a:cubicBezTo>
                  <a:cubicBezTo>
                    <a:pt x="1068" y="12174"/>
                    <a:pt x="2367" y="13036"/>
                    <a:pt x="3728" y="13036"/>
                  </a:cubicBezTo>
                  <a:cubicBezTo>
                    <a:pt x="4081" y="13036"/>
                    <a:pt x="4439" y="12978"/>
                    <a:pt x="4787" y="12856"/>
                  </a:cubicBezTo>
                  <a:cubicBezTo>
                    <a:pt x="14195" y="9606"/>
                    <a:pt x="26645" y="6578"/>
                    <a:pt x="40386" y="6578"/>
                  </a:cubicBezTo>
                  <a:cubicBezTo>
                    <a:pt x="48697" y="6578"/>
                    <a:pt x="57480" y="7686"/>
                    <a:pt x="66347" y="10522"/>
                  </a:cubicBezTo>
                  <a:cubicBezTo>
                    <a:pt x="66689" y="10634"/>
                    <a:pt x="67036" y="10688"/>
                    <a:pt x="67377" y="10688"/>
                  </a:cubicBezTo>
                  <a:cubicBezTo>
                    <a:pt x="68773" y="10688"/>
                    <a:pt x="70070" y="9794"/>
                    <a:pt x="70491" y="8378"/>
                  </a:cubicBezTo>
                  <a:cubicBezTo>
                    <a:pt x="71039" y="6664"/>
                    <a:pt x="70086" y="4782"/>
                    <a:pt x="68348" y="4259"/>
                  </a:cubicBezTo>
                  <a:cubicBezTo>
                    <a:pt x="58761" y="1195"/>
                    <a:pt x="49297" y="1"/>
                    <a:pt x="40367"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6" name="Google Shape;2166;p33"/>
            <p:cNvSpPr/>
            <p:nvPr/>
          </p:nvSpPr>
          <p:spPr>
            <a:xfrm>
              <a:off x="7917260" y="3523913"/>
              <a:ext cx="103504" cy="18994"/>
            </a:xfrm>
            <a:custGeom>
              <a:avLst/>
              <a:gdLst/>
              <a:ahLst/>
              <a:cxnLst/>
              <a:rect l="l" t="t" r="r" b="b"/>
              <a:pathLst>
                <a:path w="71015" h="13032" extrusionOk="0">
                  <a:moveTo>
                    <a:pt x="40400" y="1"/>
                  </a:moveTo>
                  <a:cubicBezTo>
                    <a:pt x="25780" y="1"/>
                    <a:pt x="12588" y="3202"/>
                    <a:pt x="2620" y="6633"/>
                  </a:cubicBezTo>
                  <a:cubicBezTo>
                    <a:pt x="905" y="7229"/>
                    <a:pt x="0" y="9110"/>
                    <a:pt x="595" y="10825"/>
                  </a:cubicBezTo>
                  <a:cubicBezTo>
                    <a:pt x="1067" y="12182"/>
                    <a:pt x="2359" y="13032"/>
                    <a:pt x="3715" y="13032"/>
                  </a:cubicBezTo>
                  <a:cubicBezTo>
                    <a:pt x="4073" y="13032"/>
                    <a:pt x="4434" y="12973"/>
                    <a:pt x="4787" y="12849"/>
                  </a:cubicBezTo>
                  <a:cubicBezTo>
                    <a:pt x="14192" y="9615"/>
                    <a:pt x="26636" y="6594"/>
                    <a:pt x="40371" y="6594"/>
                  </a:cubicBezTo>
                  <a:cubicBezTo>
                    <a:pt x="48686" y="6594"/>
                    <a:pt x="57474" y="7701"/>
                    <a:pt x="66347" y="10539"/>
                  </a:cubicBezTo>
                  <a:cubicBezTo>
                    <a:pt x="66689" y="10651"/>
                    <a:pt x="67036" y="10705"/>
                    <a:pt x="67377" y="10705"/>
                  </a:cubicBezTo>
                  <a:cubicBezTo>
                    <a:pt x="68773" y="10705"/>
                    <a:pt x="70070" y="9812"/>
                    <a:pt x="70491" y="8396"/>
                  </a:cubicBezTo>
                  <a:cubicBezTo>
                    <a:pt x="71015" y="6633"/>
                    <a:pt x="70086" y="4824"/>
                    <a:pt x="68348" y="4252"/>
                  </a:cubicBezTo>
                  <a:cubicBezTo>
                    <a:pt x="58772" y="1193"/>
                    <a:pt x="49320" y="1"/>
                    <a:pt x="40400"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67" name="Google Shape;2167;p33"/>
          <p:cNvGrpSpPr/>
          <p:nvPr/>
        </p:nvGrpSpPr>
        <p:grpSpPr>
          <a:xfrm>
            <a:off x="2124911" y="1550590"/>
            <a:ext cx="423012" cy="416438"/>
            <a:chOff x="6997385" y="2286297"/>
            <a:chExt cx="327764" cy="322695"/>
          </a:xfrm>
        </p:grpSpPr>
        <p:sp>
          <p:nvSpPr>
            <p:cNvPr id="2168" name="Google Shape;2168;p33"/>
            <p:cNvSpPr/>
            <p:nvPr/>
          </p:nvSpPr>
          <p:spPr>
            <a:xfrm>
              <a:off x="7206754" y="2335029"/>
              <a:ext cx="90941" cy="53420"/>
            </a:xfrm>
            <a:custGeom>
              <a:avLst/>
              <a:gdLst/>
              <a:ahLst/>
              <a:cxnLst/>
              <a:rect l="l" t="t" r="r" b="b"/>
              <a:pathLst>
                <a:path w="62395" h="36652" extrusionOk="0">
                  <a:moveTo>
                    <a:pt x="9669" y="1"/>
                  </a:moveTo>
                  <a:cubicBezTo>
                    <a:pt x="4358" y="1"/>
                    <a:pt x="24" y="4311"/>
                    <a:pt x="0" y="9598"/>
                  </a:cubicBezTo>
                  <a:lnTo>
                    <a:pt x="0" y="28125"/>
                  </a:lnTo>
                  <a:lnTo>
                    <a:pt x="31197" y="36651"/>
                  </a:lnTo>
                  <a:lnTo>
                    <a:pt x="62394" y="28125"/>
                  </a:lnTo>
                  <a:lnTo>
                    <a:pt x="62394" y="9598"/>
                  </a:lnTo>
                  <a:cubicBezTo>
                    <a:pt x="62394" y="4311"/>
                    <a:pt x="58108" y="1"/>
                    <a:pt x="52773" y="1"/>
                  </a:cubicBezTo>
                  <a:close/>
                </a:path>
              </a:pathLst>
            </a:custGeom>
            <a:solidFill>
              <a:srgbClr val="1CA8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9" name="Google Shape;2169;p33"/>
            <p:cNvSpPr/>
            <p:nvPr/>
          </p:nvSpPr>
          <p:spPr>
            <a:xfrm>
              <a:off x="7206789" y="2388239"/>
              <a:ext cx="90906" cy="66781"/>
            </a:xfrm>
            <a:custGeom>
              <a:avLst/>
              <a:gdLst/>
              <a:ahLst/>
              <a:cxnLst/>
              <a:rect l="l" t="t" r="r" b="b"/>
              <a:pathLst>
                <a:path w="62371" h="45819" extrusionOk="0">
                  <a:moveTo>
                    <a:pt x="31173" y="0"/>
                  </a:moveTo>
                  <a:lnTo>
                    <a:pt x="0" y="8549"/>
                  </a:lnTo>
                  <a:lnTo>
                    <a:pt x="0" y="37270"/>
                  </a:lnTo>
                  <a:lnTo>
                    <a:pt x="31173" y="45819"/>
                  </a:lnTo>
                  <a:lnTo>
                    <a:pt x="62370" y="37270"/>
                  </a:lnTo>
                  <a:lnTo>
                    <a:pt x="62370" y="8549"/>
                  </a:lnTo>
                  <a:lnTo>
                    <a:pt x="31173" y="0"/>
                  </a:lnTo>
                  <a:close/>
                </a:path>
              </a:pathLst>
            </a:custGeom>
            <a:solidFill>
              <a:srgbClr val="1CA8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0" name="Google Shape;2170;p33"/>
            <p:cNvSpPr/>
            <p:nvPr/>
          </p:nvSpPr>
          <p:spPr>
            <a:xfrm>
              <a:off x="7206789" y="2455054"/>
              <a:ext cx="90906" cy="53489"/>
            </a:xfrm>
            <a:custGeom>
              <a:avLst/>
              <a:gdLst/>
              <a:ahLst/>
              <a:cxnLst/>
              <a:rect l="l" t="t" r="r" b="b"/>
              <a:pathLst>
                <a:path w="62371" h="36699" extrusionOk="0">
                  <a:moveTo>
                    <a:pt x="31173" y="1"/>
                  </a:moveTo>
                  <a:lnTo>
                    <a:pt x="0" y="8550"/>
                  </a:lnTo>
                  <a:lnTo>
                    <a:pt x="0" y="27078"/>
                  </a:lnTo>
                  <a:cubicBezTo>
                    <a:pt x="0" y="32364"/>
                    <a:pt x="4287" y="36699"/>
                    <a:pt x="9621" y="36699"/>
                  </a:cubicBezTo>
                  <a:lnTo>
                    <a:pt x="52726" y="36699"/>
                  </a:lnTo>
                  <a:cubicBezTo>
                    <a:pt x="58060" y="36699"/>
                    <a:pt x="62370" y="32364"/>
                    <a:pt x="62370" y="27054"/>
                  </a:cubicBezTo>
                  <a:lnTo>
                    <a:pt x="62370" y="8526"/>
                  </a:lnTo>
                  <a:lnTo>
                    <a:pt x="31173" y="1"/>
                  </a:lnTo>
                  <a:close/>
                </a:path>
              </a:pathLst>
            </a:custGeom>
            <a:solidFill>
              <a:srgbClr val="1CA8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1" name="Google Shape;2171;p33"/>
            <p:cNvSpPr/>
            <p:nvPr/>
          </p:nvSpPr>
          <p:spPr>
            <a:xfrm>
              <a:off x="7115918" y="2291503"/>
              <a:ext cx="90941" cy="53419"/>
            </a:xfrm>
            <a:custGeom>
              <a:avLst/>
              <a:gdLst/>
              <a:ahLst/>
              <a:cxnLst/>
              <a:rect l="l" t="t" r="r" b="b"/>
              <a:pathLst>
                <a:path w="62395" h="36651" extrusionOk="0">
                  <a:moveTo>
                    <a:pt x="9598" y="1"/>
                  </a:moveTo>
                  <a:cubicBezTo>
                    <a:pt x="4288" y="1"/>
                    <a:pt x="1" y="4311"/>
                    <a:pt x="1" y="9622"/>
                  </a:cubicBezTo>
                  <a:lnTo>
                    <a:pt x="1" y="28125"/>
                  </a:lnTo>
                  <a:lnTo>
                    <a:pt x="31198" y="36651"/>
                  </a:lnTo>
                  <a:lnTo>
                    <a:pt x="62395" y="28125"/>
                  </a:lnTo>
                  <a:lnTo>
                    <a:pt x="62395" y="9622"/>
                  </a:lnTo>
                  <a:cubicBezTo>
                    <a:pt x="62347" y="4311"/>
                    <a:pt x="58037" y="1"/>
                    <a:pt x="52702" y="1"/>
                  </a:cubicBezTo>
                  <a:close/>
                </a:path>
              </a:pathLst>
            </a:custGeom>
            <a:solidFill>
              <a:srgbClr val="FFC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2" name="Google Shape;2172;p33"/>
            <p:cNvSpPr/>
            <p:nvPr/>
          </p:nvSpPr>
          <p:spPr>
            <a:xfrm>
              <a:off x="7115849" y="2291503"/>
              <a:ext cx="58210" cy="53419"/>
            </a:xfrm>
            <a:custGeom>
              <a:avLst/>
              <a:gdLst/>
              <a:ahLst/>
              <a:cxnLst/>
              <a:rect l="l" t="t" r="r" b="b"/>
              <a:pathLst>
                <a:path w="39938" h="36651" extrusionOk="0">
                  <a:moveTo>
                    <a:pt x="9621" y="1"/>
                  </a:moveTo>
                  <a:cubicBezTo>
                    <a:pt x="4287" y="1"/>
                    <a:pt x="0" y="4311"/>
                    <a:pt x="0" y="9622"/>
                  </a:cubicBezTo>
                  <a:lnTo>
                    <a:pt x="0" y="28125"/>
                  </a:lnTo>
                  <a:lnTo>
                    <a:pt x="31150" y="36651"/>
                  </a:lnTo>
                  <a:lnTo>
                    <a:pt x="39937" y="34222"/>
                  </a:lnTo>
                  <a:lnTo>
                    <a:pt x="17575" y="28125"/>
                  </a:lnTo>
                  <a:lnTo>
                    <a:pt x="17575" y="9622"/>
                  </a:lnTo>
                  <a:cubicBezTo>
                    <a:pt x="17575" y="4287"/>
                    <a:pt x="21886" y="1"/>
                    <a:pt x="27196" y="1"/>
                  </a:cubicBezTo>
                  <a:close/>
                </a:path>
              </a:pathLst>
            </a:custGeom>
            <a:solidFill>
              <a:srgbClr val="000000">
                <a:alpha val="84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3" name="Google Shape;2173;p33"/>
            <p:cNvSpPr/>
            <p:nvPr/>
          </p:nvSpPr>
          <p:spPr>
            <a:xfrm>
              <a:off x="7115849" y="2344679"/>
              <a:ext cx="90941" cy="110376"/>
            </a:xfrm>
            <a:custGeom>
              <a:avLst/>
              <a:gdLst/>
              <a:ahLst/>
              <a:cxnLst/>
              <a:rect l="l" t="t" r="r" b="b"/>
              <a:pathLst>
                <a:path w="62395" h="75730" extrusionOk="0">
                  <a:moveTo>
                    <a:pt x="31197" y="0"/>
                  </a:moveTo>
                  <a:lnTo>
                    <a:pt x="0" y="8549"/>
                  </a:lnTo>
                  <a:lnTo>
                    <a:pt x="0" y="67204"/>
                  </a:lnTo>
                  <a:lnTo>
                    <a:pt x="31197" y="75730"/>
                  </a:lnTo>
                  <a:lnTo>
                    <a:pt x="62394" y="67204"/>
                  </a:lnTo>
                  <a:lnTo>
                    <a:pt x="62394" y="8549"/>
                  </a:lnTo>
                  <a:lnTo>
                    <a:pt x="31197" y="0"/>
                  </a:lnTo>
                  <a:close/>
                </a:path>
              </a:pathLst>
            </a:custGeom>
            <a:solidFill>
              <a:srgbClr val="FFC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4" name="Google Shape;2174;p33"/>
            <p:cNvSpPr/>
            <p:nvPr/>
          </p:nvSpPr>
          <p:spPr>
            <a:xfrm>
              <a:off x="7115849" y="2344817"/>
              <a:ext cx="58210" cy="110135"/>
            </a:xfrm>
            <a:custGeom>
              <a:avLst/>
              <a:gdLst/>
              <a:ahLst/>
              <a:cxnLst/>
              <a:rect l="l" t="t" r="r" b="b"/>
              <a:pathLst>
                <a:path w="39938" h="75564" extrusionOk="0">
                  <a:moveTo>
                    <a:pt x="31150" y="0"/>
                  </a:moveTo>
                  <a:lnTo>
                    <a:pt x="0" y="8526"/>
                  </a:lnTo>
                  <a:lnTo>
                    <a:pt x="0" y="67038"/>
                  </a:lnTo>
                  <a:lnTo>
                    <a:pt x="31150" y="75563"/>
                  </a:lnTo>
                  <a:lnTo>
                    <a:pt x="39937" y="73134"/>
                  </a:lnTo>
                  <a:lnTo>
                    <a:pt x="17575" y="67038"/>
                  </a:lnTo>
                  <a:lnTo>
                    <a:pt x="17575" y="8526"/>
                  </a:lnTo>
                  <a:lnTo>
                    <a:pt x="39937" y="2406"/>
                  </a:lnTo>
                  <a:lnTo>
                    <a:pt x="31150" y="0"/>
                  </a:lnTo>
                  <a:close/>
                </a:path>
              </a:pathLst>
            </a:custGeom>
            <a:solidFill>
              <a:srgbClr val="000000">
                <a:alpha val="84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5" name="Google Shape;2175;p33"/>
            <p:cNvSpPr/>
            <p:nvPr/>
          </p:nvSpPr>
          <p:spPr>
            <a:xfrm>
              <a:off x="7115849" y="2455054"/>
              <a:ext cx="90906" cy="53524"/>
            </a:xfrm>
            <a:custGeom>
              <a:avLst/>
              <a:gdLst/>
              <a:ahLst/>
              <a:cxnLst/>
              <a:rect l="l" t="t" r="r" b="b"/>
              <a:pathLst>
                <a:path w="62371" h="36723" extrusionOk="0">
                  <a:moveTo>
                    <a:pt x="31197" y="1"/>
                  </a:moveTo>
                  <a:lnTo>
                    <a:pt x="0" y="8550"/>
                  </a:lnTo>
                  <a:lnTo>
                    <a:pt x="0" y="27078"/>
                  </a:lnTo>
                  <a:cubicBezTo>
                    <a:pt x="0" y="32412"/>
                    <a:pt x="4335" y="36723"/>
                    <a:pt x="9645" y="36723"/>
                  </a:cubicBezTo>
                  <a:lnTo>
                    <a:pt x="52749" y="36723"/>
                  </a:lnTo>
                  <a:cubicBezTo>
                    <a:pt x="58084" y="36723"/>
                    <a:pt x="62370" y="32412"/>
                    <a:pt x="62370" y="27102"/>
                  </a:cubicBezTo>
                  <a:lnTo>
                    <a:pt x="62370" y="8598"/>
                  </a:lnTo>
                  <a:lnTo>
                    <a:pt x="31197" y="1"/>
                  </a:lnTo>
                  <a:close/>
                </a:path>
              </a:pathLst>
            </a:custGeom>
            <a:solidFill>
              <a:srgbClr val="FFC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6" name="Google Shape;2176;p33"/>
            <p:cNvSpPr/>
            <p:nvPr/>
          </p:nvSpPr>
          <p:spPr>
            <a:xfrm>
              <a:off x="7115849" y="2455054"/>
              <a:ext cx="58210" cy="53524"/>
            </a:xfrm>
            <a:custGeom>
              <a:avLst/>
              <a:gdLst/>
              <a:ahLst/>
              <a:cxnLst/>
              <a:rect l="l" t="t" r="r" b="b"/>
              <a:pathLst>
                <a:path w="39938" h="36723" extrusionOk="0">
                  <a:moveTo>
                    <a:pt x="31150" y="1"/>
                  </a:moveTo>
                  <a:lnTo>
                    <a:pt x="0" y="8550"/>
                  </a:lnTo>
                  <a:lnTo>
                    <a:pt x="0" y="27078"/>
                  </a:lnTo>
                  <a:cubicBezTo>
                    <a:pt x="0" y="32388"/>
                    <a:pt x="4335" y="36723"/>
                    <a:pt x="9645" y="36723"/>
                  </a:cubicBezTo>
                  <a:lnTo>
                    <a:pt x="27220" y="36723"/>
                  </a:lnTo>
                  <a:cubicBezTo>
                    <a:pt x="21886" y="36675"/>
                    <a:pt x="17575" y="32364"/>
                    <a:pt x="17575" y="27078"/>
                  </a:cubicBezTo>
                  <a:lnTo>
                    <a:pt x="17575" y="8550"/>
                  </a:lnTo>
                  <a:lnTo>
                    <a:pt x="39937" y="2430"/>
                  </a:lnTo>
                  <a:lnTo>
                    <a:pt x="31150" y="1"/>
                  </a:lnTo>
                  <a:close/>
                </a:path>
              </a:pathLst>
            </a:custGeom>
            <a:solidFill>
              <a:srgbClr val="000000">
                <a:alpha val="84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7" name="Google Shape;2177;p33"/>
            <p:cNvSpPr/>
            <p:nvPr/>
          </p:nvSpPr>
          <p:spPr>
            <a:xfrm>
              <a:off x="7024979" y="2335029"/>
              <a:ext cx="90941" cy="53420"/>
            </a:xfrm>
            <a:custGeom>
              <a:avLst/>
              <a:gdLst/>
              <a:ahLst/>
              <a:cxnLst/>
              <a:rect l="l" t="t" r="r" b="b"/>
              <a:pathLst>
                <a:path w="62395" h="36652" extrusionOk="0">
                  <a:moveTo>
                    <a:pt x="9598" y="1"/>
                  </a:moveTo>
                  <a:cubicBezTo>
                    <a:pt x="4288" y="1"/>
                    <a:pt x="1" y="4311"/>
                    <a:pt x="1" y="9598"/>
                  </a:cubicBezTo>
                  <a:lnTo>
                    <a:pt x="1" y="28125"/>
                  </a:lnTo>
                  <a:lnTo>
                    <a:pt x="31198" y="36651"/>
                  </a:lnTo>
                  <a:lnTo>
                    <a:pt x="62395" y="28125"/>
                  </a:lnTo>
                  <a:lnTo>
                    <a:pt x="62395" y="9598"/>
                  </a:lnTo>
                  <a:cubicBezTo>
                    <a:pt x="62347" y="4311"/>
                    <a:pt x="58037" y="1"/>
                    <a:pt x="52750" y="1"/>
                  </a:cubicBezTo>
                  <a:close/>
                </a:path>
              </a:pathLst>
            </a:custGeom>
            <a:solidFill>
              <a:srgbClr val="00B2B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8" name="Google Shape;2178;p33"/>
            <p:cNvSpPr/>
            <p:nvPr/>
          </p:nvSpPr>
          <p:spPr>
            <a:xfrm>
              <a:off x="7024979" y="2335064"/>
              <a:ext cx="58175" cy="53419"/>
            </a:xfrm>
            <a:custGeom>
              <a:avLst/>
              <a:gdLst/>
              <a:ahLst/>
              <a:cxnLst/>
              <a:rect l="l" t="t" r="r" b="b"/>
              <a:pathLst>
                <a:path w="39914" h="36651" extrusionOk="0">
                  <a:moveTo>
                    <a:pt x="9598" y="1"/>
                  </a:moveTo>
                  <a:cubicBezTo>
                    <a:pt x="4288" y="1"/>
                    <a:pt x="1" y="4311"/>
                    <a:pt x="1" y="9622"/>
                  </a:cubicBezTo>
                  <a:lnTo>
                    <a:pt x="1" y="28125"/>
                  </a:lnTo>
                  <a:lnTo>
                    <a:pt x="31127" y="36651"/>
                  </a:lnTo>
                  <a:lnTo>
                    <a:pt x="39914" y="34222"/>
                  </a:lnTo>
                  <a:lnTo>
                    <a:pt x="17552" y="28125"/>
                  </a:lnTo>
                  <a:lnTo>
                    <a:pt x="17552" y="9622"/>
                  </a:lnTo>
                  <a:cubicBezTo>
                    <a:pt x="17552" y="4287"/>
                    <a:pt x="21863" y="1"/>
                    <a:pt x="27173" y="1"/>
                  </a:cubicBezTo>
                  <a:close/>
                </a:path>
              </a:pathLst>
            </a:custGeom>
            <a:solidFill>
              <a:srgbClr val="000000">
                <a:alpha val="84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9" name="Google Shape;2179;p33"/>
            <p:cNvSpPr/>
            <p:nvPr/>
          </p:nvSpPr>
          <p:spPr>
            <a:xfrm>
              <a:off x="7024979" y="2388239"/>
              <a:ext cx="90872" cy="66781"/>
            </a:xfrm>
            <a:custGeom>
              <a:avLst/>
              <a:gdLst/>
              <a:ahLst/>
              <a:cxnLst/>
              <a:rect l="l" t="t" r="r" b="b"/>
              <a:pathLst>
                <a:path w="62348" h="45819" extrusionOk="0">
                  <a:moveTo>
                    <a:pt x="31150" y="0"/>
                  </a:moveTo>
                  <a:lnTo>
                    <a:pt x="1" y="8549"/>
                  </a:lnTo>
                  <a:lnTo>
                    <a:pt x="1" y="37270"/>
                  </a:lnTo>
                  <a:lnTo>
                    <a:pt x="31150" y="45819"/>
                  </a:lnTo>
                  <a:lnTo>
                    <a:pt x="62347" y="37270"/>
                  </a:lnTo>
                  <a:lnTo>
                    <a:pt x="62347" y="8549"/>
                  </a:lnTo>
                  <a:lnTo>
                    <a:pt x="31150" y="0"/>
                  </a:lnTo>
                  <a:close/>
                </a:path>
              </a:pathLst>
            </a:custGeom>
            <a:solidFill>
              <a:srgbClr val="00B2B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0" name="Google Shape;2180;p33"/>
            <p:cNvSpPr/>
            <p:nvPr/>
          </p:nvSpPr>
          <p:spPr>
            <a:xfrm>
              <a:off x="7024979" y="2388343"/>
              <a:ext cx="58175" cy="66609"/>
            </a:xfrm>
            <a:custGeom>
              <a:avLst/>
              <a:gdLst/>
              <a:ahLst/>
              <a:cxnLst/>
              <a:rect l="l" t="t" r="r" b="b"/>
              <a:pathLst>
                <a:path w="39914" h="45701" extrusionOk="0">
                  <a:moveTo>
                    <a:pt x="31103" y="1"/>
                  </a:moveTo>
                  <a:lnTo>
                    <a:pt x="1" y="8502"/>
                  </a:lnTo>
                  <a:lnTo>
                    <a:pt x="1" y="37175"/>
                  </a:lnTo>
                  <a:lnTo>
                    <a:pt x="31103" y="45700"/>
                  </a:lnTo>
                  <a:lnTo>
                    <a:pt x="39914" y="43271"/>
                  </a:lnTo>
                  <a:lnTo>
                    <a:pt x="17552" y="37175"/>
                  </a:lnTo>
                  <a:lnTo>
                    <a:pt x="17552" y="8502"/>
                  </a:lnTo>
                  <a:lnTo>
                    <a:pt x="39914" y="2382"/>
                  </a:lnTo>
                  <a:lnTo>
                    <a:pt x="31103" y="1"/>
                  </a:lnTo>
                  <a:close/>
                </a:path>
              </a:pathLst>
            </a:custGeom>
            <a:solidFill>
              <a:srgbClr val="000000">
                <a:alpha val="84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1" name="Google Shape;2181;p33"/>
            <p:cNvSpPr/>
            <p:nvPr/>
          </p:nvSpPr>
          <p:spPr>
            <a:xfrm>
              <a:off x="7024979" y="2455054"/>
              <a:ext cx="90872" cy="53524"/>
            </a:xfrm>
            <a:custGeom>
              <a:avLst/>
              <a:gdLst/>
              <a:ahLst/>
              <a:cxnLst/>
              <a:rect l="l" t="t" r="r" b="b"/>
              <a:pathLst>
                <a:path w="62348" h="36723" extrusionOk="0">
                  <a:moveTo>
                    <a:pt x="31150" y="1"/>
                  </a:moveTo>
                  <a:lnTo>
                    <a:pt x="1" y="8550"/>
                  </a:lnTo>
                  <a:lnTo>
                    <a:pt x="1" y="27078"/>
                  </a:lnTo>
                  <a:cubicBezTo>
                    <a:pt x="1" y="32388"/>
                    <a:pt x="4311" y="36723"/>
                    <a:pt x="9646" y="36723"/>
                  </a:cubicBezTo>
                  <a:lnTo>
                    <a:pt x="52750" y="36723"/>
                  </a:lnTo>
                  <a:cubicBezTo>
                    <a:pt x="58061" y="36723"/>
                    <a:pt x="62347" y="32388"/>
                    <a:pt x="62347" y="27102"/>
                  </a:cubicBezTo>
                  <a:lnTo>
                    <a:pt x="62347" y="8574"/>
                  </a:lnTo>
                  <a:lnTo>
                    <a:pt x="31150" y="1"/>
                  </a:lnTo>
                  <a:close/>
                </a:path>
              </a:pathLst>
            </a:custGeom>
            <a:solidFill>
              <a:srgbClr val="00B2B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2" name="Google Shape;2182;p33"/>
            <p:cNvSpPr/>
            <p:nvPr/>
          </p:nvSpPr>
          <p:spPr>
            <a:xfrm>
              <a:off x="7024979" y="2455054"/>
              <a:ext cx="58175" cy="53524"/>
            </a:xfrm>
            <a:custGeom>
              <a:avLst/>
              <a:gdLst/>
              <a:ahLst/>
              <a:cxnLst/>
              <a:rect l="l" t="t" r="r" b="b"/>
              <a:pathLst>
                <a:path w="39914" h="36723" extrusionOk="0">
                  <a:moveTo>
                    <a:pt x="31127" y="1"/>
                  </a:moveTo>
                  <a:lnTo>
                    <a:pt x="1" y="8550"/>
                  </a:lnTo>
                  <a:lnTo>
                    <a:pt x="1" y="27078"/>
                  </a:lnTo>
                  <a:cubicBezTo>
                    <a:pt x="1" y="32388"/>
                    <a:pt x="4311" y="36723"/>
                    <a:pt x="9646" y="36723"/>
                  </a:cubicBezTo>
                  <a:lnTo>
                    <a:pt x="27197" y="36723"/>
                  </a:lnTo>
                  <a:cubicBezTo>
                    <a:pt x="21863" y="36675"/>
                    <a:pt x="17552" y="32364"/>
                    <a:pt x="17552" y="27078"/>
                  </a:cubicBezTo>
                  <a:lnTo>
                    <a:pt x="17552" y="8550"/>
                  </a:lnTo>
                  <a:lnTo>
                    <a:pt x="39914" y="2430"/>
                  </a:lnTo>
                  <a:lnTo>
                    <a:pt x="31127" y="1"/>
                  </a:lnTo>
                  <a:close/>
                </a:path>
              </a:pathLst>
            </a:custGeom>
            <a:solidFill>
              <a:srgbClr val="000000">
                <a:alpha val="84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3" name="Google Shape;2183;p33"/>
            <p:cNvSpPr/>
            <p:nvPr/>
          </p:nvSpPr>
          <p:spPr>
            <a:xfrm>
              <a:off x="7037752" y="2525202"/>
              <a:ext cx="29471" cy="78722"/>
            </a:xfrm>
            <a:custGeom>
              <a:avLst/>
              <a:gdLst/>
              <a:ahLst/>
              <a:cxnLst/>
              <a:rect l="l" t="t" r="r" b="b"/>
              <a:pathLst>
                <a:path w="20220" h="54012" extrusionOk="0">
                  <a:moveTo>
                    <a:pt x="1" y="1"/>
                  </a:moveTo>
                  <a:lnTo>
                    <a:pt x="1" y="47844"/>
                  </a:lnTo>
                  <a:cubicBezTo>
                    <a:pt x="1" y="51249"/>
                    <a:pt x="2787" y="54012"/>
                    <a:pt x="6169" y="54012"/>
                  </a:cubicBezTo>
                  <a:lnTo>
                    <a:pt x="14051" y="54012"/>
                  </a:lnTo>
                  <a:cubicBezTo>
                    <a:pt x="17457" y="54012"/>
                    <a:pt x="20219" y="51249"/>
                    <a:pt x="20219" y="47844"/>
                  </a:cubicBezTo>
                  <a:lnTo>
                    <a:pt x="20219"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4" name="Google Shape;2184;p33"/>
            <p:cNvSpPr/>
            <p:nvPr/>
          </p:nvSpPr>
          <p:spPr>
            <a:xfrm>
              <a:off x="7255452" y="2525202"/>
              <a:ext cx="29434" cy="78722"/>
            </a:xfrm>
            <a:custGeom>
              <a:avLst/>
              <a:gdLst/>
              <a:ahLst/>
              <a:cxnLst/>
              <a:rect l="l" t="t" r="r" b="b"/>
              <a:pathLst>
                <a:path w="20195" h="54012" extrusionOk="0">
                  <a:moveTo>
                    <a:pt x="0" y="1"/>
                  </a:moveTo>
                  <a:lnTo>
                    <a:pt x="0" y="47844"/>
                  </a:lnTo>
                  <a:cubicBezTo>
                    <a:pt x="0" y="51249"/>
                    <a:pt x="2763" y="54012"/>
                    <a:pt x="6144" y="54012"/>
                  </a:cubicBezTo>
                  <a:lnTo>
                    <a:pt x="14051" y="54012"/>
                  </a:lnTo>
                  <a:cubicBezTo>
                    <a:pt x="17432" y="54012"/>
                    <a:pt x="20195" y="51249"/>
                    <a:pt x="20195" y="47844"/>
                  </a:cubicBezTo>
                  <a:lnTo>
                    <a:pt x="20195"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5" name="Google Shape;2185;p33"/>
            <p:cNvSpPr/>
            <p:nvPr/>
          </p:nvSpPr>
          <p:spPr>
            <a:xfrm>
              <a:off x="7115849" y="2332461"/>
              <a:ext cx="90906" cy="24992"/>
            </a:xfrm>
            <a:custGeom>
              <a:avLst/>
              <a:gdLst/>
              <a:ahLst/>
              <a:cxnLst/>
              <a:rect l="l" t="t" r="r" b="b"/>
              <a:pathLst>
                <a:path w="62371" h="17147" extrusionOk="0">
                  <a:moveTo>
                    <a:pt x="0" y="0"/>
                  </a:moveTo>
                  <a:lnTo>
                    <a:pt x="0" y="17147"/>
                  </a:lnTo>
                  <a:lnTo>
                    <a:pt x="62370" y="17147"/>
                  </a:lnTo>
                  <a:lnTo>
                    <a:pt x="62370" y="0"/>
                  </a:lnTo>
                  <a:close/>
                </a:path>
              </a:pathLst>
            </a:custGeom>
            <a:solidFill>
              <a:srgbClr val="FF89A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6" name="Google Shape;2186;p33"/>
            <p:cNvSpPr/>
            <p:nvPr/>
          </p:nvSpPr>
          <p:spPr>
            <a:xfrm>
              <a:off x="7115849" y="2332461"/>
              <a:ext cx="25617" cy="24992"/>
            </a:xfrm>
            <a:custGeom>
              <a:avLst/>
              <a:gdLst/>
              <a:ahLst/>
              <a:cxnLst/>
              <a:rect l="l" t="t" r="r" b="b"/>
              <a:pathLst>
                <a:path w="17576" h="17147" extrusionOk="0">
                  <a:moveTo>
                    <a:pt x="0" y="0"/>
                  </a:moveTo>
                  <a:lnTo>
                    <a:pt x="0" y="17147"/>
                  </a:lnTo>
                  <a:lnTo>
                    <a:pt x="17575" y="17147"/>
                  </a:lnTo>
                  <a:lnTo>
                    <a:pt x="17575" y="0"/>
                  </a:lnTo>
                  <a:close/>
                </a:path>
              </a:pathLst>
            </a:custGeom>
            <a:solidFill>
              <a:srgbClr val="000000">
                <a:alpha val="84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7" name="Google Shape;2187;p33"/>
            <p:cNvSpPr/>
            <p:nvPr/>
          </p:nvSpPr>
          <p:spPr>
            <a:xfrm>
              <a:off x="7024979" y="2442559"/>
              <a:ext cx="90872" cy="24992"/>
            </a:xfrm>
            <a:custGeom>
              <a:avLst/>
              <a:gdLst/>
              <a:ahLst/>
              <a:cxnLst/>
              <a:rect l="l" t="t" r="r" b="b"/>
              <a:pathLst>
                <a:path w="62348" h="17147" extrusionOk="0">
                  <a:moveTo>
                    <a:pt x="1" y="1"/>
                  </a:moveTo>
                  <a:lnTo>
                    <a:pt x="1" y="17147"/>
                  </a:lnTo>
                  <a:lnTo>
                    <a:pt x="62347" y="17147"/>
                  </a:lnTo>
                  <a:lnTo>
                    <a:pt x="62347" y="1"/>
                  </a:lnTo>
                  <a:close/>
                </a:path>
              </a:pathLst>
            </a:custGeom>
            <a:solidFill>
              <a:srgbClr val="EFEDE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8" name="Google Shape;2188;p33"/>
            <p:cNvSpPr/>
            <p:nvPr/>
          </p:nvSpPr>
          <p:spPr>
            <a:xfrm>
              <a:off x="7024979" y="2442559"/>
              <a:ext cx="25583" cy="24992"/>
            </a:xfrm>
            <a:custGeom>
              <a:avLst/>
              <a:gdLst/>
              <a:ahLst/>
              <a:cxnLst/>
              <a:rect l="l" t="t" r="r" b="b"/>
              <a:pathLst>
                <a:path w="17553" h="17147" extrusionOk="0">
                  <a:moveTo>
                    <a:pt x="1" y="1"/>
                  </a:moveTo>
                  <a:lnTo>
                    <a:pt x="1" y="17147"/>
                  </a:lnTo>
                  <a:lnTo>
                    <a:pt x="17552" y="17147"/>
                  </a:lnTo>
                  <a:lnTo>
                    <a:pt x="17552" y="1"/>
                  </a:lnTo>
                  <a:close/>
                </a:path>
              </a:pathLst>
            </a:custGeom>
            <a:solidFill>
              <a:srgbClr val="000000">
                <a:alpha val="84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9" name="Google Shape;2189;p33"/>
            <p:cNvSpPr/>
            <p:nvPr/>
          </p:nvSpPr>
          <p:spPr>
            <a:xfrm>
              <a:off x="7024979" y="2376021"/>
              <a:ext cx="90872" cy="24992"/>
            </a:xfrm>
            <a:custGeom>
              <a:avLst/>
              <a:gdLst/>
              <a:ahLst/>
              <a:cxnLst/>
              <a:rect l="l" t="t" r="r" b="b"/>
              <a:pathLst>
                <a:path w="62348" h="17147" extrusionOk="0">
                  <a:moveTo>
                    <a:pt x="1" y="0"/>
                  </a:moveTo>
                  <a:lnTo>
                    <a:pt x="1" y="17147"/>
                  </a:lnTo>
                  <a:lnTo>
                    <a:pt x="62347" y="17147"/>
                  </a:lnTo>
                  <a:lnTo>
                    <a:pt x="62347" y="0"/>
                  </a:lnTo>
                  <a:close/>
                </a:path>
              </a:pathLst>
            </a:custGeom>
            <a:solidFill>
              <a:srgbClr val="EFEDE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0" name="Google Shape;2190;p33"/>
            <p:cNvSpPr/>
            <p:nvPr/>
          </p:nvSpPr>
          <p:spPr>
            <a:xfrm>
              <a:off x="7024979" y="2376021"/>
              <a:ext cx="25583" cy="24992"/>
            </a:xfrm>
            <a:custGeom>
              <a:avLst/>
              <a:gdLst/>
              <a:ahLst/>
              <a:cxnLst/>
              <a:rect l="l" t="t" r="r" b="b"/>
              <a:pathLst>
                <a:path w="17553" h="17147" extrusionOk="0">
                  <a:moveTo>
                    <a:pt x="1" y="0"/>
                  </a:moveTo>
                  <a:lnTo>
                    <a:pt x="1" y="17147"/>
                  </a:lnTo>
                  <a:lnTo>
                    <a:pt x="17552" y="17147"/>
                  </a:lnTo>
                  <a:lnTo>
                    <a:pt x="17552" y="0"/>
                  </a:lnTo>
                  <a:close/>
                </a:path>
              </a:pathLst>
            </a:custGeom>
            <a:solidFill>
              <a:srgbClr val="000000">
                <a:alpha val="84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1" name="Google Shape;2191;p33"/>
            <p:cNvSpPr/>
            <p:nvPr/>
          </p:nvSpPr>
          <p:spPr>
            <a:xfrm>
              <a:off x="7206789" y="2335064"/>
              <a:ext cx="58210" cy="53419"/>
            </a:xfrm>
            <a:custGeom>
              <a:avLst/>
              <a:gdLst/>
              <a:ahLst/>
              <a:cxnLst/>
              <a:rect l="l" t="t" r="r" b="b"/>
              <a:pathLst>
                <a:path w="39938" h="36651" extrusionOk="0">
                  <a:moveTo>
                    <a:pt x="9621" y="1"/>
                  </a:moveTo>
                  <a:cubicBezTo>
                    <a:pt x="4287" y="1"/>
                    <a:pt x="0" y="4311"/>
                    <a:pt x="0" y="9622"/>
                  </a:cubicBezTo>
                  <a:lnTo>
                    <a:pt x="0" y="28125"/>
                  </a:lnTo>
                  <a:lnTo>
                    <a:pt x="31150" y="36651"/>
                  </a:lnTo>
                  <a:lnTo>
                    <a:pt x="39937" y="34222"/>
                  </a:lnTo>
                  <a:lnTo>
                    <a:pt x="17575" y="28125"/>
                  </a:lnTo>
                  <a:lnTo>
                    <a:pt x="17575" y="9622"/>
                  </a:lnTo>
                  <a:cubicBezTo>
                    <a:pt x="17575" y="4287"/>
                    <a:pt x="21886" y="1"/>
                    <a:pt x="27196" y="1"/>
                  </a:cubicBezTo>
                  <a:close/>
                </a:path>
              </a:pathLst>
            </a:custGeom>
            <a:solidFill>
              <a:srgbClr val="000000">
                <a:alpha val="84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2" name="Google Shape;2192;p33"/>
            <p:cNvSpPr/>
            <p:nvPr/>
          </p:nvSpPr>
          <p:spPr>
            <a:xfrm>
              <a:off x="7206789" y="2388343"/>
              <a:ext cx="58140" cy="66609"/>
            </a:xfrm>
            <a:custGeom>
              <a:avLst/>
              <a:gdLst/>
              <a:ahLst/>
              <a:cxnLst/>
              <a:rect l="l" t="t" r="r" b="b"/>
              <a:pathLst>
                <a:path w="39890" h="45701" extrusionOk="0">
                  <a:moveTo>
                    <a:pt x="31126" y="1"/>
                  </a:moveTo>
                  <a:lnTo>
                    <a:pt x="0" y="8502"/>
                  </a:lnTo>
                  <a:lnTo>
                    <a:pt x="0" y="37175"/>
                  </a:lnTo>
                  <a:lnTo>
                    <a:pt x="31126" y="45700"/>
                  </a:lnTo>
                  <a:lnTo>
                    <a:pt x="39890" y="43271"/>
                  </a:lnTo>
                  <a:lnTo>
                    <a:pt x="17575" y="37175"/>
                  </a:lnTo>
                  <a:lnTo>
                    <a:pt x="17575" y="8502"/>
                  </a:lnTo>
                  <a:lnTo>
                    <a:pt x="39890" y="2382"/>
                  </a:lnTo>
                  <a:lnTo>
                    <a:pt x="31126" y="1"/>
                  </a:lnTo>
                  <a:close/>
                </a:path>
              </a:pathLst>
            </a:custGeom>
            <a:solidFill>
              <a:srgbClr val="000000">
                <a:alpha val="84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3" name="Google Shape;2193;p33"/>
            <p:cNvSpPr/>
            <p:nvPr/>
          </p:nvSpPr>
          <p:spPr>
            <a:xfrm>
              <a:off x="7206789" y="2455054"/>
              <a:ext cx="58210" cy="53454"/>
            </a:xfrm>
            <a:custGeom>
              <a:avLst/>
              <a:gdLst/>
              <a:ahLst/>
              <a:cxnLst/>
              <a:rect l="l" t="t" r="r" b="b"/>
              <a:pathLst>
                <a:path w="39938" h="36675" extrusionOk="0">
                  <a:moveTo>
                    <a:pt x="31150" y="1"/>
                  </a:moveTo>
                  <a:lnTo>
                    <a:pt x="0" y="8526"/>
                  </a:lnTo>
                  <a:lnTo>
                    <a:pt x="0" y="27030"/>
                  </a:lnTo>
                  <a:cubicBezTo>
                    <a:pt x="0" y="32364"/>
                    <a:pt x="4334" y="36675"/>
                    <a:pt x="9645" y="36675"/>
                  </a:cubicBezTo>
                  <a:lnTo>
                    <a:pt x="27220" y="36675"/>
                  </a:lnTo>
                  <a:cubicBezTo>
                    <a:pt x="21886" y="36675"/>
                    <a:pt x="17575" y="32364"/>
                    <a:pt x="17575" y="27078"/>
                  </a:cubicBezTo>
                  <a:lnTo>
                    <a:pt x="17575" y="8550"/>
                  </a:lnTo>
                  <a:lnTo>
                    <a:pt x="39937" y="2430"/>
                  </a:lnTo>
                  <a:lnTo>
                    <a:pt x="31150" y="1"/>
                  </a:lnTo>
                  <a:close/>
                </a:path>
              </a:pathLst>
            </a:custGeom>
            <a:solidFill>
              <a:srgbClr val="000000">
                <a:alpha val="84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4" name="Google Shape;2194;p33"/>
            <p:cNvSpPr/>
            <p:nvPr/>
          </p:nvSpPr>
          <p:spPr>
            <a:xfrm>
              <a:off x="7206789" y="2442559"/>
              <a:ext cx="90906" cy="24992"/>
            </a:xfrm>
            <a:custGeom>
              <a:avLst/>
              <a:gdLst/>
              <a:ahLst/>
              <a:cxnLst/>
              <a:rect l="l" t="t" r="r" b="b"/>
              <a:pathLst>
                <a:path w="62371" h="17147" extrusionOk="0">
                  <a:moveTo>
                    <a:pt x="0" y="1"/>
                  </a:moveTo>
                  <a:lnTo>
                    <a:pt x="0" y="17147"/>
                  </a:lnTo>
                  <a:lnTo>
                    <a:pt x="62370" y="17147"/>
                  </a:lnTo>
                  <a:lnTo>
                    <a:pt x="62370" y="1"/>
                  </a:lnTo>
                  <a:close/>
                </a:path>
              </a:pathLst>
            </a:custGeom>
            <a:solidFill>
              <a:srgbClr val="EFEDE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5" name="Google Shape;2195;p33"/>
            <p:cNvSpPr/>
            <p:nvPr/>
          </p:nvSpPr>
          <p:spPr>
            <a:xfrm>
              <a:off x="7206789" y="2442559"/>
              <a:ext cx="25617" cy="24992"/>
            </a:xfrm>
            <a:custGeom>
              <a:avLst/>
              <a:gdLst/>
              <a:ahLst/>
              <a:cxnLst/>
              <a:rect l="l" t="t" r="r" b="b"/>
              <a:pathLst>
                <a:path w="17576" h="17147" extrusionOk="0">
                  <a:moveTo>
                    <a:pt x="0" y="1"/>
                  </a:moveTo>
                  <a:lnTo>
                    <a:pt x="0" y="17147"/>
                  </a:lnTo>
                  <a:lnTo>
                    <a:pt x="17575" y="17147"/>
                  </a:lnTo>
                  <a:lnTo>
                    <a:pt x="17575" y="1"/>
                  </a:lnTo>
                  <a:close/>
                </a:path>
              </a:pathLst>
            </a:custGeom>
            <a:solidFill>
              <a:srgbClr val="000000">
                <a:alpha val="84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6" name="Google Shape;2196;p33"/>
            <p:cNvSpPr/>
            <p:nvPr/>
          </p:nvSpPr>
          <p:spPr>
            <a:xfrm>
              <a:off x="7206789" y="2376021"/>
              <a:ext cx="90906" cy="24992"/>
            </a:xfrm>
            <a:custGeom>
              <a:avLst/>
              <a:gdLst/>
              <a:ahLst/>
              <a:cxnLst/>
              <a:rect l="l" t="t" r="r" b="b"/>
              <a:pathLst>
                <a:path w="62371" h="17147" extrusionOk="0">
                  <a:moveTo>
                    <a:pt x="0" y="0"/>
                  </a:moveTo>
                  <a:lnTo>
                    <a:pt x="0" y="17147"/>
                  </a:lnTo>
                  <a:lnTo>
                    <a:pt x="62370" y="17147"/>
                  </a:lnTo>
                  <a:lnTo>
                    <a:pt x="62370" y="0"/>
                  </a:lnTo>
                  <a:close/>
                </a:path>
              </a:pathLst>
            </a:custGeom>
            <a:solidFill>
              <a:srgbClr val="EFEDE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7" name="Google Shape;2197;p33"/>
            <p:cNvSpPr/>
            <p:nvPr/>
          </p:nvSpPr>
          <p:spPr>
            <a:xfrm>
              <a:off x="7206789" y="2376021"/>
              <a:ext cx="25617" cy="24992"/>
            </a:xfrm>
            <a:custGeom>
              <a:avLst/>
              <a:gdLst/>
              <a:ahLst/>
              <a:cxnLst/>
              <a:rect l="l" t="t" r="r" b="b"/>
              <a:pathLst>
                <a:path w="17576" h="17147" extrusionOk="0">
                  <a:moveTo>
                    <a:pt x="0" y="0"/>
                  </a:moveTo>
                  <a:lnTo>
                    <a:pt x="0" y="17147"/>
                  </a:lnTo>
                  <a:lnTo>
                    <a:pt x="17575" y="17147"/>
                  </a:lnTo>
                  <a:lnTo>
                    <a:pt x="17575" y="0"/>
                  </a:lnTo>
                  <a:close/>
                </a:path>
              </a:pathLst>
            </a:custGeom>
            <a:solidFill>
              <a:srgbClr val="000000">
                <a:alpha val="84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8" name="Google Shape;2198;p33"/>
            <p:cNvSpPr/>
            <p:nvPr/>
          </p:nvSpPr>
          <p:spPr>
            <a:xfrm>
              <a:off x="7115849" y="2442559"/>
              <a:ext cx="90906" cy="24992"/>
            </a:xfrm>
            <a:custGeom>
              <a:avLst/>
              <a:gdLst/>
              <a:ahLst/>
              <a:cxnLst/>
              <a:rect l="l" t="t" r="r" b="b"/>
              <a:pathLst>
                <a:path w="62371" h="17147" extrusionOk="0">
                  <a:moveTo>
                    <a:pt x="0" y="1"/>
                  </a:moveTo>
                  <a:lnTo>
                    <a:pt x="0" y="17147"/>
                  </a:lnTo>
                  <a:lnTo>
                    <a:pt x="62370" y="17147"/>
                  </a:lnTo>
                  <a:lnTo>
                    <a:pt x="62370" y="1"/>
                  </a:lnTo>
                  <a:close/>
                </a:path>
              </a:pathLst>
            </a:custGeom>
            <a:solidFill>
              <a:srgbClr val="FF89A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9" name="Google Shape;2199;p33"/>
            <p:cNvSpPr/>
            <p:nvPr/>
          </p:nvSpPr>
          <p:spPr>
            <a:xfrm>
              <a:off x="7001898" y="2508506"/>
              <a:ext cx="318219" cy="33948"/>
            </a:xfrm>
            <a:custGeom>
              <a:avLst/>
              <a:gdLst/>
              <a:ahLst/>
              <a:cxnLst/>
              <a:rect l="l" t="t" r="r" b="b"/>
              <a:pathLst>
                <a:path w="218332" h="23292" extrusionOk="0">
                  <a:moveTo>
                    <a:pt x="7073" y="1"/>
                  </a:moveTo>
                  <a:cubicBezTo>
                    <a:pt x="3168" y="1"/>
                    <a:pt x="0" y="3168"/>
                    <a:pt x="0" y="7098"/>
                  </a:cubicBezTo>
                  <a:lnTo>
                    <a:pt x="0" y="16195"/>
                  </a:lnTo>
                  <a:cubicBezTo>
                    <a:pt x="0" y="20100"/>
                    <a:pt x="3144" y="23291"/>
                    <a:pt x="7073" y="23291"/>
                  </a:cubicBezTo>
                  <a:lnTo>
                    <a:pt x="211259" y="23291"/>
                  </a:lnTo>
                  <a:cubicBezTo>
                    <a:pt x="215164" y="23291"/>
                    <a:pt x="218332" y="20124"/>
                    <a:pt x="218332" y="16195"/>
                  </a:cubicBezTo>
                  <a:lnTo>
                    <a:pt x="218332" y="7074"/>
                  </a:lnTo>
                  <a:cubicBezTo>
                    <a:pt x="218332" y="3168"/>
                    <a:pt x="215164" y="1"/>
                    <a:pt x="211259" y="1"/>
                  </a:cubicBezTo>
                  <a:close/>
                </a:path>
              </a:pathLst>
            </a:custGeom>
            <a:solidFill>
              <a:srgbClr val="4657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0" name="Google Shape;2200;p33"/>
            <p:cNvSpPr/>
            <p:nvPr/>
          </p:nvSpPr>
          <p:spPr>
            <a:xfrm>
              <a:off x="7115849" y="2442559"/>
              <a:ext cx="25617" cy="24992"/>
            </a:xfrm>
            <a:custGeom>
              <a:avLst/>
              <a:gdLst/>
              <a:ahLst/>
              <a:cxnLst/>
              <a:rect l="l" t="t" r="r" b="b"/>
              <a:pathLst>
                <a:path w="17576" h="17147" extrusionOk="0">
                  <a:moveTo>
                    <a:pt x="0" y="1"/>
                  </a:moveTo>
                  <a:lnTo>
                    <a:pt x="0" y="17147"/>
                  </a:lnTo>
                  <a:lnTo>
                    <a:pt x="17575" y="17147"/>
                  </a:lnTo>
                  <a:lnTo>
                    <a:pt x="17575" y="1"/>
                  </a:lnTo>
                  <a:close/>
                </a:path>
              </a:pathLst>
            </a:custGeom>
            <a:solidFill>
              <a:srgbClr val="000000">
                <a:alpha val="84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1" name="Google Shape;2201;p33"/>
            <p:cNvSpPr/>
            <p:nvPr/>
          </p:nvSpPr>
          <p:spPr>
            <a:xfrm>
              <a:off x="6997385" y="2286297"/>
              <a:ext cx="327764" cy="322695"/>
            </a:xfrm>
            <a:custGeom>
              <a:avLst/>
              <a:gdLst/>
              <a:ahLst/>
              <a:cxnLst/>
              <a:rect l="l" t="t" r="r" b="b"/>
              <a:pathLst>
                <a:path w="224881" h="221403" extrusionOk="0">
                  <a:moveTo>
                    <a:pt x="133838" y="6645"/>
                  </a:moveTo>
                  <a:cubicBezTo>
                    <a:pt x="137339" y="6645"/>
                    <a:pt x="140173" y="9478"/>
                    <a:pt x="140173" y="12979"/>
                  </a:cubicBezTo>
                  <a:lnTo>
                    <a:pt x="140173" y="28149"/>
                  </a:lnTo>
                  <a:lnTo>
                    <a:pt x="84375" y="28149"/>
                  </a:lnTo>
                  <a:lnTo>
                    <a:pt x="84375" y="12979"/>
                  </a:lnTo>
                  <a:cubicBezTo>
                    <a:pt x="84351" y="9478"/>
                    <a:pt x="87209" y="6645"/>
                    <a:pt x="90686" y="6645"/>
                  </a:cubicBezTo>
                  <a:close/>
                  <a:moveTo>
                    <a:pt x="140577" y="34769"/>
                  </a:moveTo>
                  <a:lnTo>
                    <a:pt x="140577" y="45295"/>
                  </a:lnTo>
                  <a:lnTo>
                    <a:pt x="84804" y="45295"/>
                  </a:lnTo>
                  <a:lnTo>
                    <a:pt x="84804" y="34769"/>
                  </a:lnTo>
                  <a:close/>
                  <a:moveTo>
                    <a:pt x="196232" y="36484"/>
                  </a:moveTo>
                  <a:cubicBezTo>
                    <a:pt x="199733" y="36484"/>
                    <a:pt x="202566" y="39318"/>
                    <a:pt x="202566" y="42842"/>
                  </a:cubicBezTo>
                  <a:lnTo>
                    <a:pt x="202566" y="58012"/>
                  </a:lnTo>
                  <a:lnTo>
                    <a:pt x="146769" y="58012"/>
                  </a:lnTo>
                  <a:lnTo>
                    <a:pt x="146769" y="42842"/>
                  </a:lnTo>
                  <a:cubicBezTo>
                    <a:pt x="146745" y="39342"/>
                    <a:pt x="149579" y="36484"/>
                    <a:pt x="153080" y="36484"/>
                  </a:cubicBezTo>
                  <a:close/>
                  <a:moveTo>
                    <a:pt x="71920" y="36484"/>
                  </a:moveTo>
                  <a:cubicBezTo>
                    <a:pt x="75421" y="36484"/>
                    <a:pt x="78255" y="39318"/>
                    <a:pt x="78255" y="42842"/>
                  </a:cubicBezTo>
                  <a:lnTo>
                    <a:pt x="78255" y="58012"/>
                  </a:lnTo>
                  <a:lnTo>
                    <a:pt x="46724" y="58012"/>
                  </a:lnTo>
                  <a:cubicBezTo>
                    <a:pt x="45034" y="58012"/>
                    <a:pt x="43533" y="59227"/>
                    <a:pt x="43343" y="60894"/>
                  </a:cubicBezTo>
                  <a:cubicBezTo>
                    <a:pt x="43105" y="62894"/>
                    <a:pt x="44653" y="64633"/>
                    <a:pt x="46605" y="64633"/>
                  </a:cubicBezTo>
                  <a:lnTo>
                    <a:pt x="78255" y="64633"/>
                  </a:lnTo>
                  <a:lnTo>
                    <a:pt x="78255" y="75158"/>
                  </a:lnTo>
                  <a:lnTo>
                    <a:pt x="22458" y="75158"/>
                  </a:lnTo>
                  <a:lnTo>
                    <a:pt x="22458" y="64633"/>
                  </a:lnTo>
                  <a:lnTo>
                    <a:pt x="33245" y="64633"/>
                  </a:lnTo>
                  <a:cubicBezTo>
                    <a:pt x="34936" y="64633"/>
                    <a:pt x="36437" y="63394"/>
                    <a:pt x="36627" y="61727"/>
                  </a:cubicBezTo>
                  <a:cubicBezTo>
                    <a:pt x="36865" y="59751"/>
                    <a:pt x="35317" y="58012"/>
                    <a:pt x="33365" y="58012"/>
                  </a:cubicBezTo>
                  <a:lnTo>
                    <a:pt x="22458" y="58012"/>
                  </a:lnTo>
                  <a:lnTo>
                    <a:pt x="22458" y="42842"/>
                  </a:lnTo>
                  <a:lnTo>
                    <a:pt x="22434" y="42842"/>
                  </a:lnTo>
                  <a:cubicBezTo>
                    <a:pt x="22434" y="39318"/>
                    <a:pt x="25268" y="36484"/>
                    <a:pt x="28768" y="36484"/>
                  </a:cubicBezTo>
                  <a:close/>
                  <a:moveTo>
                    <a:pt x="202543" y="64633"/>
                  </a:moveTo>
                  <a:lnTo>
                    <a:pt x="202543" y="75158"/>
                  </a:lnTo>
                  <a:lnTo>
                    <a:pt x="146745" y="75158"/>
                  </a:lnTo>
                  <a:lnTo>
                    <a:pt x="146745" y="64633"/>
                  </a:lnTo>
                  <a:close/>
                  <a:moveTo>
                    <a:pt x="78231" y="81731"/>
                  </a:moveTo>
                  <a:lnTo>
                    <a:pt x="78231" y="103712"/>
                  </a:lnTo>
                  <a:lnTo>
                    <a:pt x="22434" y="103712"/>
                  </a:lnTo>
                  <a:lnTo>
                    <a:pt x="22434" y="81731"/>
                  </a:lnTo>
                  <a:close/>
                  <a:moveTo>
                    <a:pt x="140577" y="51892"/>
                  </a:moveTo>
                  <a:lnTo>
                    <a:pt x="140577" y="103712"/>
                  </a:lnTo>
                  <a:lnTo>
                    <a:pt x="84804" y="103712"/>
                  </a:lnTo>
                  <a:lnTo>
                    <a:pt x="84804" y="51892"/>
                  </a:lnTo>
                  <a:close/>
                  <a:moveTo>
                    <a:pt x="202519" y="81731"/>
                  </a:moveTo>
                  <a:lnTo>
                    <a:pt x="202519" y="103712"/>
                  </a:lnTo>
                  <a:lnTo>
                    <a:pt x="146745" y="103712"/>
                  </a:lnTo>
                  <a:lnTo>
                    <a:pt x="146745" y="81731"/>
                  </a:lnTo>
                  <a:close/>
                  <a:moveTo>
                    <a:pt x="78231" y="110308"/>
                  </a:moveTo>
                  <a:lnTo>
                    <a:pt x="78231" y="120858"/>
                  </a:lnTo>
                  <a:lnTo>
                    <a:pt x="22434" y="120858"/>
                  </a:lnTo>
                  <a:lnTo>
                    <a:pt x="22434" y="110308"/>
                  </a:lnTo>
                  <a:close/>
                  <a:moveTo>
                    <a:pt x="140577" y="110308"/>
                  </a:moveTo>
                  <a:lnTo>
                    <a:pt x="140577" y="120858"/>
                  </a:lnTo>
                  <a:lnTo>
                    <a:pt x="84804" y="120858"/>
                  </a:lnTo>
                  <a:lnTo>
                    <a:pt x="84804" y="110308"/>
                  </a:lnTo>
                  <a:close/>
                  <a:moveTo>
                    <a:pt x="78231" y="127431"/>
                  </a:moveTo>
                  <a:lnTo>
                    <a:pt x="78231" y="142625"/>
                  </a:lnTo>
                  <a:cubicBezTo>
                    <a:pt x="78231" y="146125"/>
                    <a:pt x="75397" y="148959"/>
                    <a:pt x="71873" y="148959"/>
                  </a:cubicBezTo>
                  <a:lnTo>
                    <a:pt x="28768" y="148959"/>
                  </a:lnTo>
                  <a:cubicBezTo>
                    <a:pt x="25268" y="148959"/>
                    <a:pt x="22434" y="146125"/>
                    <a:pt x="22434" y="142625"/>
                  </a:cubicBezTo>
                  <a:lnTo>
                    <a:pt x="22434" y="127431"/>
                  </a:lnTo>
                  <a:close/>
                  <a:moveTo>
                    <a:pt x="140577" y="127431"/>
                  </a:moveTo>
                  <a:lnTo>
                    <a:pt x="140577" y="142625"/>
                  </a:lnTo>
                  <a:cubicBezTo>
                    <a:pt x="140577" y="146125"/>
                    <a:pt x="137767" y="148959"/>
                    <a:pt x="134243" y="148959"/>
                  </a:cubicBezTo>
                  <a:lnTo>
                    <a:pt x="91139" y="148959"/>
                  </a:lnTo>
                  <a:cubicBezTo>
                    <a:pt x="87638" y="148959"/>
                    <a:pt x="84804" y="146125"/>
                    <a:pt x="84804" y="142625"/>
                  </a:cubicBezTo>
                  <a:lnTo>
                    <a:pt x="84804" y="127431"/>
                  </a:lnTo>
                  <a:close/>
                  <a:moveTo>
                    <a:pt x="202495" y="110308"/>
                  </a:moveTo>
                  <a:lnTo>
                    <a:pt x="202495" y="120858"/>
                  </a:lnTo>
                  <a:lnTo>
                    <a:pt x="190993" y="120858"/>
                  </a:lnTo>
                  <a:cubicBezTo>
                    <a:pt x="189278" y="120858"/>
                    <a:pt x="187801" y="122073"/>
                    <a:pt x="187587" y="123740"/>
                  </a:cubicBezTo>
                  <a:cubicBezTo>
                    <a:pt x="187349" y="125740"/>
                    <a:pt x="188897" y="127455"/>
                    <a:pt x="190874" y="127455"/>
                  </a:cubicBezTo>
                  <a:lnTo>
                    <a:pt x="202543" y="127455"/>
                  </a:lnTo>
                  <a:lnTo>
                    <a:pt x="202543" y="142648"/>
                  </a:lnTo>
                  <a:cubicBezTo>
                    <a:pt x="202543" y="146149"/>
                    <a:pt x="199709" y="148983"/>
                    <a:pt x="196184" y="148983"/>
                  </a:cubicBezTo>
                  <a:lnTo>
                    <a:pt x="153080" y="148983"/>
                  </a:lnTo>
                  <a:cubicBezTo>
                    <a:pt x="149603" y="148959"/>
                    <a:pt x="146745" y="146125"/>
                    <a:pt x="146745" y="142648"/>
                  </a:cubicBezTo>
                  <a:lnTo>
                    <a:pt x="146745" y="127455"/>
                  </a:lnTo>
                  <a:lnTo>
                    <a:pt x="177466" y="127455"/>
                  </a:lnTo>
                  <a:cubicBezTo>
                    <a:pt x="179157" y="127455"/>
                    <a:pt x="180657" y="126240"/>
                    <a:pt x="180848" y="124573"/>
                  </a:cubicBezTo>
                  <a:cubicBezTo>
                    <a:pt x="181086" y="122573"/>
                    <a:pt x="179562" y="120858"/>
                    <a:pt x="177585" y="120858"/>
                  </a:cubicBezTo>
                  <a:lnTo>
                    <a:pt x="146722" y="120858"/>
                  </a:lnTo>
                  <a:lnTo>
                    <a:pt x="146722" y="110308"/>
                  </a:lnTo>
                  <a:close/>
                  <a:moveTo>
                    <a:pt x="214593" y="155580"/>
                  </a:moveTo>
                  <a:cubicBezTo>
                    <a:pt x="216665" y="155580"/>
                    <a:pt x="218355" y="157270"/>
                    <a:pt x="218355" y="159342"/>
                  </a:cubicBezTo>
                  <a:lnTo>
                    <a:pt x="218355" y="168463"/>
                  </a:lnTo>
                  <a:cubicBezTo>
                    <a:pt x="218355" y="170535"/>
                    <a:pt x="216665" y="172250"/>
                    <a:pt x="214593" y="172250"/>
                  </a:cubicBezTo>
                  <a:lnTo>
                    <a:pt x="10407" y="172250"/>
                  </a:lnTo>
                  <a:cubicBezTo>
                    <a:pt x="8336" y="172250"/>
                    <a:pt x="6621" y="170535"/>
                    <a:pt x="6621" y="168463"/>
                  </a:cubicBezTo>
                  <a:lnTo>
                    <a:pt x="6621" y="159342"/>
                  </a:lnTo>
                  <a:cubicBezTo>
                    <a:pt x="6621" y="157270"/>
                    <a:pt x="8288" y="155580"/>
                    <a:pt x="10407" y="155580"/>
                  </a:cubicBezTo>
                  <a:close/>
                  <a:moveTo>
                    <a:pt x="44414" y="179299"/>
                  </a:moveTo>
                  <a:lnTo>
                    <a:pt x="44414" y="211996"/>
                  </a:lnTo>
                  <a:cubicBezTo>
                    <a:pt x="44414" y="213591"/>
                    <a:pt x="43129" y="214854"/>
                    <a:pt x="41557" y="214854"/>
                  </a:cubicBezTo>
                  <a:lnTo>
                    <a:pt x="33650" y="214854"/>
                  </a:lnTo>
                  <a:cubicBezTo>
                    <a:pt x="32079" y="214854"/>
                    <a:pt x="30793" y="213591"/>
                    <a:pt x="30793" y="211996"/>
                  </a:cubicBezTo>
                  <a:lnTo>
                    <a:pt x="30793" y="179299"/>
                  </a:lnTo>
                  <a:close/>
                  <a:moveTo>
                    <a:pt x="194184" y="179299"/>
                  </a:moveTo>
                  <a:lnTo>
                    <a:pt x="194184" y="211996"/>
                  </a:lnTo>
                  <a:cubicBezTo>
                    <a:pt x="194208" y="213591"/>
                    <a:pt x="192922" y="214854"/>
                    <a:pt x="191350" y="214854"/>
                  </a:cubicBezTo>
                  <a:lnTo>
                    <a:pt x="183443" y="214854"/>
                  </a:lnTo>
                  <a:cubicBezTo>
                    <a:pt x="181872" y="214854"/>
                    <a:pt x="180586" y="213591"/>
                    <a:pt x="180586" y="211996"/>
                  </a:cubicBezTo>
                  <a:lnTo>
                    <a:pt x="180586" y="179299"/>
                  </a:lnTo>
                  <a:close/>
                  <a:moveTo>
                    <a:pt x="91091" y="0"/>
                  </a:moveTo>
                  <a:cubicBezTo>
                    <a:pt x="83947" y="0"/>
                    <a:pt x="78160" y="5763"/>
                    <a:pt x="78160" y="12908"/>
                  </a:cubicBezTo>
                  <a:lnTo>
                    <a:pt x="78160" y="31459"/>
                  </a:lnTo>
                  <a:lnTo>
                    <a:pt x="78160" y="31554"/>
                  </a:lnTo>
                  <a:cubicBezTo>
                    <a:pt x="76278" y="30483"/>
                    <a:pt x="74111" y="29887"/>
                    <a:pt x="71825" y="29887"/>
                  </a:cubicBezTo>
                  <a:lnTo>
                    <a:pt x="28721" y="29887"/>
                  </a:lnTo>
                  <a:cubicBezTo>
                    <a:pt x="21576" y="29887"/>
                    <a:pt x="15789" y="35674"/>
                    <a:pt x="15789" y="42795"/>
                  </a:cubicBezTo>
                  <a:lnTo>
                    <a:pt x="15789" y="142529"/>
                  </a:lnTo>
                  <a:cubicBezTo>
                    <a:pt x="15789" y="144839"/>
                    <a:pt x="16385" y="147054"/>
                    <a:pt x="17456" y="148935"/>
                  </a:cubicBezTo>
                  <a:lnTo>
                    <a:pt x="10384" y="148935"/>
                  </a:lnTo>
                  <a:cubicBezTo>
                    <a:pt x="4644" y="148935"/>
                    <a:pt x="0" y="153627"/>
                    <a:pt x="0" y="159437"/>
                  </a:cubicBezTo>
                  <a:lnTo>
                    <a:pt x="0" y="168868"/>
                  </a:lnTo>
                  <a:cubicBezTo>
                    <a:pt x="24" y="174631"/>
                    <a:pt x="4668" y="179251"/>
                    <a:pt x="10407" y="179251"/>
                  </a:cubicBezTo>
                  <a:lnTo>
                    <a:pt x="24196" y="179251"/>
                  </a:lnTo>
                  <a:lnTo>
                    <a:pt x="24196" y="211972"/>
                  </a:lnTo>
                  <a:cubicBezTo>
                    <a:pt x="24196" y="217187"/>
                    <a:pt x="28411" y="221402"/>
                    <a:pt x="33627" y="221402"/>
                  </a:cubicBezTo>
                  <a:lnTo>
                    <a:pt x="41509" y="221402"/>
                  </a:lnTo>
                  <a:cubicBezTo>
                    <a:pt x="46724" y="221402"/>
                    <a:pt x="50963" y="217187"/>
                    <a:pt x="50963" y="211972"/>
                  </a:cubicBezTo>
                  <a:lnTo>
                    <a:pt x="50963" y="179251"/>
                  </a:lnTo>
                  <a:lnTo>
                    <a:pt x="173941" y="179251"/>
                  </a:lnTo>
                  <a:lnTo>
                    <a:pt x="173941" y="211972"/>
                  </a:lnTo>
                  <a:cubicBezTo>
                    <a:pt x="173941" y="217187"/>
                    <a:pt x="178180" y="221402"/>
                    <a:pt x="183396" y="221402"/>
                  </a:cubicBezTo>
                  <a:lnTo>
                    <a:pt x="191278" y="221402"/>
                  </a:lnTo>
                  <a:cubicBezTo>
                    <a:pt x="196494" y="221402"/>
                    <a:pt x="200709" y="217187"/>
                    <a:pt x="200709" y="211972"/>
                  </a:cubicBezTo>
                  <a:lnTo>
                    <a:pt x="200709" y="179251"/>
                  </a:lnTo>
                  <a:lnTo>
                    <a:pt x="214498" y="179251"/>
                  </a:lnTo>
                  <a:cubicBezTo>
                    <a:pt x="220213" y="179251"/>
                    <a:pt x="224881" y="174607"/>
                    <a:pt x="224881" y="168868"/>
                  </a:cubicBezTo>
                  <a:lnTo>
                    <a:pt x="224881" y="159318"/>
                  </a:lnTo>
                  <a:cubicBezTo>
                    <a:pt x="224881" y="153603"/>
                    <a:pt x="220237" y="148935"/>
                    <a:pt x="214498" y="148935"/>
                  </a:cubicBezTo>
                  <a:lnTo>
                    <a:pt x="207377" y="148935"/>
                  </a:lnTo>
                  <a:cubicBezTo>
                    <a:pt x="208449" y="147030"/>
                    <a:pt x="209044" y="144839"/>
                    <a:pt x="209044" y="142529"/>
                  </a:cubicBezTo>
                  <a:lnTo>
                    <a:pt x="209044" y="42795"/>
                  </a:lnTo>
                  <a:cubicBezTo>
                    <a:pt x="209044" y="35674"/>
                    <a:pt x="203281" y="29887"/>
                    <a:pt x="196137" y="29887"/>
                  </a:cubicBezTo>
                  <a:lnTo>
                    <a:pt x="153032" y="29887"/>
                  </a:lnTo>
                  <a:cubicBezTo>
                    <a:pt x="150746" y="29887"/>
                    <a:pt x="148555" y="30483"/>
                    <a:pt x="146698" y="31554"/>
                  </a:cubicBezTo>
                  <a:lnTo>
                    <a:pt x="146698" y="31459"/>
                  </a:lnTo>
                  <a:lnTo>
                    <a:pt x="146698" y="12908"/>
                  </a:lnTo>
                  <a:cubicBezTo>
                    <a:pt x="146698" y="5763"/>
                    <a:pt x="140911" y="0"/>
                    <a:pt x="133766"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02" name="Google Shape;2202;p33"/>
          <p:cNvGrpSpPr/>
          <p:nvPr/>
        </p:nvGrpSpPr>
        <p:grpSpPr>
          <a:xfrm>
            <a:off x="7028773" y="3602513"/>
            <a:ext cx="1235702" cy="836174"/>
            <a:chOff x="17457275" y="-43887000"/>
            <a:chExt cx="43819225" cy="29651550"/>
          </a:xfrm>
        </p:grpSpPr>
        <p:sp>
          <p:nvSpPr>
            <p:cNvPr id="2203" name="Google Shape;2203;p33"/>
            <p:cNvSpPr/>
            <p:nvPr/>
          </p:nvSpPr>
          <p:spPr>
            <a:xfrm>
              <a:off x="17703475" y="-43761150"/>
              <a:ext cx="43440825" cy="29364600"/>
            </a:xfrm>
            <a:custGeom>
              <a:avLst/>
              <a:gdLst/>
              <a:ahLst/>
              <a:cxnLst/>
              <a:rect l="l" t="t" r="r" b="b"/>
              <a:pathLst>
                <a:path w="1737633" h="1174584" extrusionOk="0">
                  <a:moveTo>
                    <a:pt x="1596470" y="1"/>
                  </a:moveTo>
                  <a:cubicBezTo>
                    <a:pt x="1580937" y="1"/>
                    <a:pt x="1565216" y="2796"/>
                    <a:pt x="1550060" y="8640"/>
                  </a:cubicBezTo>
                  <a:cubicBezTo>
                    <a:pt x="1085036" y="312991"/>
                    <a:pt x="620073" y="617342"/>
                    <a:pt x="155049" y="921692"/>
                  </a:cubicBezTo>
                  <a:lnTo>
                    <a:pt x="1" y="1174584"/>
                  </a:lnTo>
                  <a:lnTo>
                    <a:pt x="293046" y="1132516"/>
                  </a:lnTo>
                  <a:lnTo>
                    <a:pt x="1688057" y="219464"/>
                  </a:lnTo>
                  <a:cubicBezTo>
                    <a:pt x="1730489" y="176606"/>
                    <a:pt x="1737632" y="109675"/>
                    <a:pt x="1705382" y="59248"/>
                  </a:cubicBezTo>
                  <a:cubicBezTo>
                    <a:pt x="1681270" y="21550"/>
                    <a:pt x="1639595" y="1"/>
                    <a:pt x="1596470" y="1"/>
                  </a:cubicBezTo>
                  <a:close/>
                </a:path>
              </a:pathLst>
            </a:custGeom>
            <a:solidFill>
              <a:srgbClr val="FFC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4" name="Google Shape;2204;p33"/>
            <p:cNvSpPr/>
            <p:nvPr/>
          </p:nvSpPr>
          <p:spPr>
            <a:xfrm>
              <a:off x="17703475" y="-21114750"/>
              <a:ext cx="8040450" cy="6718200"/>
            </a:xfrm>
            <a:custGeom>
              <a:avLst/>
              <a:gdLst/>
              <a:ahLst/>
              <a:cxnLst/>
              <a:rect l="l" t="t" r="r" b="b"/>
              <a:pathLst>
                <a:path w="321618" h="268728" extrusionOk="0">
                  <a:moveTo>
                    <a:pt x="179305" y="0"/>
                  </a:moveTo>
                  <a:lnTo>
                    <a:pt x="155049" y="15867"/>
                  </a:lnTo>
                  <a:lnTo>
                    <a:pt x="1" y="268728"/>
                  </a:lnTo>
                  <a:lnTo>
                    <a:pt x="293046" y="226660"/>
                  </a:lnTo>
                  <a:lnTo>
                    <a:pt x="321618" y="207967"/>
                  </a:lnTo>
                  <a:lnTo>
                    <a:pt x="179305" y="0"/>
                  </a:lnTo>
                  <a:close/>
                </a:path>
              </a:pathLst>
            </a:custGeom>
            <a:solidFill>
              <a:srgbClr val="FAF9E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5" name="Google Shape;2205;p33"/>
            <p:cNvSpPr/>
            <p:nvPr/>
          </p:nvSpPr>
          <p:spPr>
            <a:xfrm>
              <a:off x="17457275" y="-21219625"/>
              <a:ext cx="8355050" cy="6984175"/>
            </a:xfrm>
            <a:custGeom>
              <a:avLst/>
              <a:gdLst/>
              <a:ahLst/>
              <a:cxnLst/>
              <a:rect l="l" t="t" r="r" b="b"/>
              <a:pathLst>
                <a:path w="334202" h="279367" extrusionOk="0">
                  <a:moveTo>
                    <a:pt x="186417" y="1"/>
                  </a:moveTo>
                  <a:lnTo>
                    <a:pt x="161250" y="16506"/>
                  </a:lnTo>
                  <a:lnTo>
                    <a:pt x="1" y="279366"/>
                  </a:lnTo>
                  <a:lnTo>
                    <a:pt x="1" y="279366"/>
                  </a:lnTo>
                  <a:lnTo>
                    <a:pt x="303623" y="235840"/>
                  </a:lnTo>
                  <a:lnTo>
                    <a:pt x="304718" y="235688"/>
                  </a:lnTo>
                  <a:lnTo>
                    <a:pt x="334201" y="216356"/>
                  </a:lnTo>
                  <a:lnTo>
                    <a:pt x="328730" y="207998"/>
                  </a:lnTo>
                  <a:lnTo>
                    <a:pt x="301070" y="226083"/>
                  </a:lnTo>
                  <a:lnTo>
                    <a:pt x="19697" y="266448"/>
                  </a:lnTo>
                  <a:lnTo>
                    <a:pt x="168575" y="23649"/>
                  </a:lnTo>
                  <a:lnTo>
                    <a:pt x="191889" y="8360"/>
                  </a:lnTo>
                  <a:lnTo>
                    <a:pt x="186417" y="1"/>
                  </a:lnTo>
                  <a:close/>
                </a:path>
              </a:pathLst>
            </a:custGeom>
            <a:solidFill>
              <a:srgbClr val="252C3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6" name="Google Shape;2206;p33"/>
            <p:cNvSpPr/>
            <p:nvPr/>
          </p:nvSpPr>
          <p:spPr>
            <a:xfrm>
              <a:off x="17457275" y="-17477925"/>
              <a:ext cx="3495525" cy="3242475"/>
            </a:xfrm>
            <a:custGeom>
              <a:avLst/>
              <a:gdLst/>
              <a:ahLst/>
              <a:cxnLst/>
              <a:rect l="l" t="t" r="r" b="b"/>
              <a:pathLst>
                <a:path w="139821" h="129699" extrusionOk="0">
                  <a:moveTo>
                    <a:pt x="79121" y="19910"/>
                  </a:moveTo>
                  <a:lnTo>
                    <a:pt x="124106" y="101795"/>
                  </a:lnTo>
                  <a:lnTo>
                    <a:pt x="19697" y="116780"/>
                  </a:lnTo>
                  <a:lnTo>
                    <a:pt x="79121" y="19910"/>
                  </a:lnTo>
                  <a:close/>
                  <a:moveTo>
                    <a:pt x="79577" y="1"/>
                  </a:moveTo>
                  <a:lnTo>
                    <a:pt x="1" y="129698"/>
                  </a:lnTo>
                  <a:lnTo>
                    <a:pt x="1" y="129698"/>
                  </a:lnTo>
                  <a:lnTo>
                    <a:pt x="139821" y="109637"/>
                  </a:lnTo>
                  <a:lnTo>
                    <a:pt x="79577" y="1"/>
                  </a:lnTo>
                  <a:close/>
                </a:path>
              </a:pathLst>
            </a:custGeom>
            <a:solidFill>
              <a:srgbClr val="252C3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7" name="Google Shape;2207;p33"/>
            <p:cNvSpPr/>
            <p:nvPr/>
          </p:nvSpPr>
          <p:spPr>
            <a:xfrm>
              <a:off x="17703475" y="-17229450"/>
              <a:ext cx="3052525" cy="2832900"/>
            </a:xfrm>
            <a:custGeom>
              <a:avLst/>
              <a:gdLst/>
              <a:ahLst/>
              <a:cxnLst/>
              <a:rect l="l" t="t" r="r" b="b"/>
              <a:pathLst>
                <a:path w="122101" h="113316" extrusionOk="0">
                  <a:moveTo>
                    <a:pt x="69485" y="1"/>
                  </a:moveTo>
                  <a:lnTo>
                    <a:pt x="1" y="113316"/>
                  </a:lnTo>
                  <a:lnTo>
                    <a:pt x="122100" y="95808"/>
                  </a:lnTo>
                  <a:lnTo>
                    <a:pt x="69485" y="1"/>
                  </a:lnTo>
                  <a:close/>
                </a:path>
              </a:pathLst>
            </a:custGeom>
            <a:solidFill>
              <a:srgbClr val="252C3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8" name="Google Shape;2208;p33"/>
            <p:cNvSpPr/>
            <p:nvPr/>
          </p:nvSpPr>
          <p:spPr>
            <a:xfrm>
              <a:off x="17457275" y="-43887000"/>
              <a:ext cx="43819225" cy="29651550"/>
            </a:xfrm>
            <a:custGeom>
              <a:avLst/>
              <a:gdLst/>
              <a:ahLst/>
              <a:cxnLst/>
              <a:rect l="l" t="t" r="r" b="b"/>
              <a:pathLst>
                <a:path w="1752769" h="1186062" extrusionOk="0">
                  <a:moveTo>
                    <a:pt x="1606403" y="10064"/>
                  </a:moveTo>
                  <a:cubicBezTo>
                    <a:pt x="1647821" y="10064"/>
                    <a:pt x="1687885" y="30735"/>
                    <a:pt x="1711066" y="67018"/>
                  </a:cubicBezTo>
                  <a:cubicBezTo>
                    <a:pt x="1741826" y="115195"/>
                    <a:pt x="1734957" y="179725"/>
                    <a:pt x="1694744" y="220668"/>
                  </a:cubicBezTo>
                  <a:lnTo>
                    <a:pt x="301100" y="1132808"/>
                  </a:lnTo>
                  <a:lnTo>
                    <a:pt x="19697" y="1173204"/>
                  </a:lnTo>
                  <a:lnTo>
                    <a:pt x="168575" y="930344"/>
                  </a:lnTo>
                  <a:lnTo>
                    <a:pt x="1562218" y="18203"/>
                  </a:lnTo>
                  <a:cubicBezTo>
                    <a:pt x="1576648" y="12700"/>
                    <a:pt x="1591611" y="10064"/>
                    <a:pt x="1606403" y="10064"/>
                  </a:cubicBezTo>
                  <a:close/>
                  <a:moveTo>
                    <a:pt x="1606347" y="1"/>
                  </a:moveTo>
                  <a:cubicBezTo>
                    <a:pt x="1590191" y="1"/>
                    <a:pt x="1573841" y="2913"/>
                    <a:pt x="1558084" y="8993"/>
                  </a:cubicBezTo>
                  <a:lnTo>
                    <a:pt x="1557598" y="9206"/>
                  </a:lnTo>
                  <a:lnTo>
                    <a:pt x="162162" y="922562"/>
                  </a:lnTo>
                  <a:lnTo>
                    <a:pt x="161219" y="923170"/>
                  </a:lnTo>
                  <a:lnTo>
                    <a:pt x="1" y="1186062"/>
                  </a:lnTo>
                  <a:lnTo>
                    <a:pt x="303563" y="1142505"/>
                  </a:lnTo>
                  <a:lnTo>
                    <a:pt x="304687" y="1142353"/>
                  </a:lnTo>
                  <a:lnTo>
                    <a:pt x="1700610" y="228692"/>
                  </a:lnTo>
                  <a:lnTo>
                    <a:pt x="1701400" y="227993"/>
                  </a:lnTo>
                  <a:cubicBezTo>
                    <a:pt x="1745200" y="183767"/>
                    <a:pt x="1752769" y="113766"/>
                    <a:pt x="1719425" y="61547"/>
                  </a:cubicBezTo>
                  <a:cubicBezTo>
                    <a:pt x="1694346" y="22332"/>
                    <a:pt x="1651088" y="1"/>
                    <a:pt x="1606347" y="1"/>
                  </a:cubicBezTo>
                  <a:close/>
                </a:path>
              </a:pathLst>
            </a:custGeom>
            <a:solidFill>
              <a:srgbClr val="252C3C"/>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9" name="Google Shape;2209;p33"/>
            <p:cNvSpPr/>
            <p:nvPr/>
          </p:nvSpPr>
          <p:spPr>
            <a:xfrm>
              <a:off x="53809775" y="-43760375"/>
              <a:ext cx="7334500" cy="7389350"/>
            </a:xfrm>
            <a:custGeom>
              <a:avLst/>
              <a:gdLst/>
              <a:ahLst/>
              <a:cxnLst/>
              <a:rect l="l" t="t" r="r" b="b"/>
              <a:pathLst>
                <a:path w="293380" h="295574" extrusionOk="0">
                  <a:moveTo>
                    <a:pt x="152218" y="0"/>
                  </a:moveTo>
                  <a:cubicBezTo>
                    <a:pt x="136685" y="0"/>
                    <a:pt x="120964" y="2796"/>
                    <a:pt x="105808" y="8639"/>
                  </a:cubicBezTo>
                  <a:cubicBezTo>
                    <a:pt x="70549" y="31740"/>
                    <a:pt x="35290" y="54810"/>
                    <a:pt x="1" y="77911"/>
                  </a:cubicBezTo>
                  <a:lnTo>
                    <a:pt x="127511" y="295573"/>
                  </a:lnTo>
                  <a:lnTo>
                    <a:pt x="243805" y="219493"/>
                  </a:lnTo>
                  <a:cubicBezTo>
                    <a:pt x="286237" y="176636"/>
                    <a:pt x="293380" y="109674"/>
                    <a:pt x="261130" y="59248"/>
                  </a:cubicBezTo>
                  <a:cubicBezTo>
                    <a:pt x="237018" y="21549"/>
                    <a:pt x="195343" y="0"/>
                    <a:pt x="152218" y="0"/>
                  </a:cubicBezTo>
                  <a:close/>
                </a:path>
              </a:pathLst>
            </a:custGeom>
            <a:solidFill>
              <a:srgbClr val="FF89A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0" name="Google Shape;2210;p33"/>
            <p:cNvSpPr/>
            <p:nvPr/>
          </p:nvSpPr>
          <p:spPr>
            <a:xfrm>
              <a:off x="53741400" y="-43885925"/>
              <a:ext cx="7535100" cy="7619750"/>
            </a:xfrm>
            <a:custGeom>
              <a:avLst/>
              <a:gdLst/>
              <a:ahLst/>
              <a:cxnLst/>
              <a:rect l="l" t="t" r="r" b="b"/>
              <a:pathLst>
                <a:path w="301404" h="304790" extrusionOk="0">
                  <a:moveTo>
                    <a:pt x="155013" y="1"/>
                  </a:moveTo>
                  <a:cubicBezTo>
                    <a:pt x="138847" y="1"/>
                    <a:pt x="122487" y="2918"/>
                    <a:pt x="106719" y="9011"/>
                  </a:cubicBezTo>
                  <a:lnTo>
                    <a:pt x="0" y="78738"/>
                  </a:lnTo>
                  <a:lnTo>
                    <a:pt x="5471" y="87097"/>
                  </a:lnTo>
                  <a:lnTo>
                    <a:pt x="110823" y="18129"/>
                  </a:lnTo>
                  <a:cubicBezTo>
                    <a:pt x="125252" y="12626"/>
                    <a:pt x="140214" y="9990"/>
                    <a:pt x="155002" y="9990"/>
                  </a:cubicBezTo>
                  <a:cubicBezTo>
                    <a:pt x="196411" y="9990"/>
                    <a:pt x="236459" y="30661"/>
                    <a:pt x="259640" y="66945"/>
                  </a:cubicBezTo>
                  <a:cubicBezTo>
                    <a:pt x="290431" y="115122"/>
                    <a:pt x="283562" y="179621"/>
                    <a:pt x="243348" y="220594"/>
                  </a:cubicBezTo>
                  <a:lnTo>
                    <a:pt x="127510" y="296431"/>
                  </a:lnTo>
                  <a:lnTo>
                    <a:pt x="132981" y="304790"/>
                  </a:lnTo>
                  <a:lnTo>
                    <a:pt x="249245" y="228679"/>
                  </a:lnTo>
                  <a:lnTo>
                    <a:pt x="250035" y="228011"/>
                  </a:lnTo>
                  <a:cubicBezTo>
                    <a:pt x="293835" y="183785"/>
                    <a:pt x="301404" y="113754"/>
                    <a:pt x="268060" y="61565"/>
                  </a:cubicBezTo>
                  <a:cubicBezTo>
                    <a:pt x="242987" y="22337"/>
                    <a:pt x="199744" y="1"/>
                    <a:pt x="155013" y="1"/>
                  </a:cubicBezTo>
                  <a:close/>
                </a:path>
              </a:pathLst>
            </a:custGeom>
            <a:solidFill>
              <a:srgbClr val="252C3C"/>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1" name="Google Shape;2211;p33"/>
            <p:cNvSpPr/>
            <p:nvPr/>
          </p:nvSpPr>
          <p:spPr>
            <a:xfrm>
              <a:off x="21961925" y="-21025850"/>
              <a:ext cx="3832150" cy="5269850"/>
            </a:xfrm>
            <a:custGeom>
              <a:avLst/>
              <a:gdLst/>
              <a:ahLst/>
              <a:cxnLst/>
              <a:rect l="l" t="t" r="r" b="b"/>
              <a:pathLst>
                <a:path w="153286" h="210794" extrusionOk="0">
                  <a:moveTo>
                    <a:pt x="0" y="1"/>
                  </a:moveTo>
                  <a:lnTo>
                    <a:pt x="137997" y="210794"/>
                  </a:lnTo>
                  <a:lnTo>
                    <a:pt x="153286" y="125504"/>
                  </a:lnTo>
                  <a:lnTo>
                    <a:pt x="69029" y="105443"/>
                  </a:lnTo>
                  <a:lnTo>
                    <a:pt x="84288" y="20122"/>
                  </a:lnTo>
                  <a:lnTo>
                    <a:pt x="0" y="1"/>
                  </a:lnTo>
                  <a:close/>
                </a:path>
              </a:pathLst>
            </a:custGeom>
            <a:solidFill>
              <a:srgbClr val="FAF9E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2" name="Google Shape;2212;p33"/>
            <p:cNvSpPr/>
            <p:nvPr/>
          </p:nvSpPr>
          <p:spPr>
            <a:xfrm>
              <a:off x="21933050" y="-21147425"/>
              <a:ext cx="4005425" cy="5414225"/>
            </a:xfrm>
            <a:custGeom>
              <a:avLst/>
              <a:gdLst/>
              <a:ahLst/>
              <a:cxnLst/>
              <a:rect l="l" t="t" r="r" b="b"/>
              <a:pathLst>
                <a:path w="160217" h="216569" extrusionOk="0">
                  <a:moveTo>
                    <a:pt x="2310" y="0"/>
                  </a:moveTo>
                  <a:lnTo>
                    <a:pt x="0" y="9727"/>
                  </a:lnTo>
                  <a:lnTo>
                    <a:pt x="79728" y="28724"/>
                  </a:lnTo>
                  <a:lnTo>
                    <a:pt x="64409" y="114075"/>
                  </a:lnTo>
                  <a:lnTo>
                    <a:pt x="148727" y="134166"/>
                  </a:lnTo>
                  <a:lnTo>
                    <a:pt x="134197" y="214775"/>
                  </a:lnTo>
                  <a:lnTo>
                    <a:pt x="144076" y="216569"/>
                  </a:lnTo>
                  <a:lnTo>
                    <a:pt x="160216" y="126598"/>
                  </a:lnTo>
                  <a:lnTo>
                    <a:pt x="75929" y="106537"/>
                  </a:lnTo>
                  <a:lnTo>
                    <a:pt x="91218" y="21216"/>
                  </a:lnTo>
                  <a:lnTo>
                    <a:pt x="2310" y="0"/>
                  </a:lnTo>
                  <a:close/>
                </a:path>
              </a:pathLst>
            </a:custGeom>
            <a:solidFill>
              <a:srgbClr val="252C3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3" name="Google Shape;2213;p33"/>
            <p:cNvSpPr/>
            <p:nvPr/>
          </p:nvSpPr>
          <p:spPr>
            <a:xfrm>
              <a:off x="53700350" y="-41877975"/>
              <a:ext cx="3378500" cy="5583700"/>
            </a:xfrm>
            <a:custGeom>
              <a:avLst/>
              <a:gdLst/>
              <a:ahLst/>
              <a:cxnLst/>
              <a:rect l="l" t="t" r="r" b="b"/>
              <a:pathLst>
                <a:path w="135140" h="223348" extrusionOk="0">
                  <a:moveTo>
                    <a:pt x="8633" y="1"/>
                  </a:moveTo>
                  <a:lnTo>
                    <a:pt x="1" y="5016"/>
                  </a:lnTo>
                  <a:lnTo>
                    <a:pt x="126477" y="223347"/>
                  </a:lnTo>
                  <a:lnTo>
                    <a:pt x="135140" y="218332"/>
                  </a:lnTo>
                  <a:lnTo>
                    <a:pt x="8633" y="1"/>
                  </a:lnTo>
                  <a:close/>
                </a:path>
              </a:pathLst>
            </a:custGeom>
            <a:solidFill>
              <a:srgbClr val="252C3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4" name="Google Shape;2214;p33"/>
            <p:cNvSpPr/>
            <p:nvPr/>
          </p:nvSpPr>
          <p:spPr>
            <a:xfrm>
              <a:off x="52573425" y="-41138600"/>
              <a:ext cx="3427150" cy="5553300"/>
            </a:xfrm>
            <a:custGeom>
              <a:avLst/>
              <a:gdLst/>
              <a:ahLst/>
              <a:cxnLst/>
              <a:rect l="l" t="t" r="r" b="b"/>
              <a:pathLst>
                <a:path w="137086" h="222132" extrusionOk="0">
                  <a:moveTo>
                    <a:pt x="8603" y="1"/>
                  </a:moveTo>
                  <a:lnTo>
                    <a:pt x="1" y="5107"/>
                  </a:lnTo>
                  <a:lnTo>
                    <a:pt x="128484" y="222131"/>
                  </a:lnTo>
                  <a:lnTo>
                    <a:pt x="137086" y="217025"/>
                  </a:lnTo>
                  <a:lnTo>
                    <a:pt x="8603" y="1"/>
                  </a:lnTo>
                  <a:close/>
                </a:path>
              </a:pathLst>
            </a:custGeom>
            <a:solidFill>
              <a:srgbClr val="252C3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5" name="Google Shape;2215;p33"/>
            <p:cNvSpPr/>
            <p:nvPr/>
          </p:nvSpPr>
          <p:spPr>
            <a:xfrm>
              <a:off x="25799375" y="-37178825"/>
              <a:ext cx="29286275" cy="19590750"/>
            </a:xfrm>
            <a:custGeom>
              <a:avLst/>
              <a:gdLst/>
              <a:ahLst/>
              <a:cxnLst/>
              <a:rect l="l" t="t" r="r" b="b"/>
              <a:pathLst>
                <a:path w="1171451" h="783630" extrusionOk="0">
                  <a:moveTo>
                    <a:pt x="1167287" y="1"/>
                  </a:moveTo>
                  <a:lnTo>
                    <a:pt x="1" y="777398"/>
                  </a:lnTo>
                  <a:lnTo>
                    <a:pt x="4134" y="783629"/>
                  </a:lnTo>
                  <a:lnTo>
                    <a:pt x="1171451" y="6232"/>
                  </a:lnTo>
                  <a:lnTo>
                    <a:pt x="1167287" y="1"/>
                  </a:lnTo>
                  <a:close/>
                </a:path>
              </a:pathLst>
            </a:custGeom>
            <a:solidFill>
              <a:srgbClr val="252C3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6" name="Google Shape;2216;p33"/>
            <p:cNvSpPr/>
            <p:nvPr/>
          </p:nvSpPr>
          <p:spPr>
            <a:xfrm>
              <a:off x="23826700" y="-38491150"/>
              <a:ext cx="30479300" cy="20125700"/>
            </a:xfrm>
            <a:custGeom>
              <a:avLst/>
              <a:gdLst/>
              <a:ahLst/>
              <a:cxnLst/>
              <a:rect l="l" t="t" r="r" b="b"/>
              <a:pathLst>
                <a:path w="1219172" h="805028" extrusionOk="0">
                  <a:moveTo>
                    <a:pt x="1215038" y="1"/>
                  </a:moveTo>
                  <a:lnTo>
                    <a:pt x="0" y="798736"/>
                  </a:lnTo>
                  <a:lnTo>
                    <a:pt x="4134" y="805028"/>
                  </a:lnTo>
                  <a:lnTo>
                    <a:pt x="1219172" y="6293"/>
                  </a:lnTo>
                  <a:lnTo>
                    <a:pt x="1215038" y="1"/>
                  </a:lnTo>
                  <a:close/>
                </a:path>
              </a:pathLst>
            </a:custGeom>
            <a:solidFill>
              <a:srgbClr val="252C3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7" name="Google Shape;2217;p33"/>
            <p:cNvSpPr/>
            <p:nvPr/>
          </p:nvSpPr>
          <p:spPr>
            <a:xfrm>
              <a:off x="23884450" y="-39741150"/>
              <a:ext cx="29683700" cy="19369600"/>
            </a:xfrm>
            <a:custGeom>
              <a:avLst/>
              <a:gdLst/>
              <a:ahLst/>
              <a:cxnLst/>
              <a:rect l="l" t="t" r="r" b="b"/>
              <a:pathLst>
                <a:path w="1187348" h="774784" extrusionOk="0">
                  <a:moveTo>
                    <a:pt x="1183245" y="0"/>
                  </a:moveTo>
                  <a:lnTo>
                    <a:pt x="1" y="768491"/>
                  </a:lnTo>
                  <a:lnTo>
                    <a:pt x="4104" y="774783"/>
                  </a:lnTo>
                  <a:lnTo>
                    <a:pt x="1187348" y="6322"/>
                  </a:lnTo>
                  <a:lnTo>
                    <a:pt x="1183245" y="0"/>
                  </a:lnTo>
                  <a:close/>
                </a:path>
              </a:pathLst>
            </a:custGeom>
            <a:solidFill>
              <a:srgbClr val="252C3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8" name="Google Shape;2218;p33"/>
            <p:cNvSpPr/>
            <p:nvPr/>
          </p:nvSpPr>
          <p:spPr>
            <a:xfrm>
              <a:off x="30959050" y="-26676500"/>
              <a:ext cx="1020550" cy="826250"/>
            </a:xfrm>
            <a:custGeom>
              <a:avLst/>
              <a:gdLst/>
              <a:ahLst/>
              <a:cxnLst/>
              <a:rect l="l" t="t" r="r" b="b"/>
              <a:pathLst>
                <a:path w="40822" h="33050" extrusionOk="0">
                  <a:moveTo>
                    <a:pt x="25995" y="0"/>
                  </a:moveTo>
                  <a:cubicBezTo>
                    <a:pt x="21403" y="0"/>
                    <a:pt x="16208" y="1802"/>
                    <a:pt x="11642" y="5355"/>
                  </a:cubicBezTo>
                  <a:cubicBezTo>
                    <a:pt x="3070" y="12072"/>
                    <a:pt x="1" y="22559"/>
                    <a:pt x="4803" y="28729"/>
                  </a:cubicBezTo>
                  <a:cubicBezTo>
                    <a:pt x="7080" y="31621"/>
                    <a:pt x="10698" y="33050"/>
                    <a:pt x="14789" y="33050"/>
                  </a:cubicBezTo>
                  <a:cubicBezTo>
                    <a:pt x="19382" y="33050"/>
                    <a:pt x="24570" y="31249"/>
                    <a:pt x="29120" y="27695"/>
                  </a:cubicBezTo>
                  <a:cubicBezTo>
                    <a:pt x="37752" y="20948"/>
                    <a:pt x="40822" y="10492"/>
                    <a:pt x="35959" y="4321"/>
                  </a:cubicBezTo>
                  <a:cubicBezTo>
                    <a:pt x="33696" y="1429"/>
                    <a:pt x="30085" y="0"/>
                    <a:pt x="25995"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9" name="Google Shape;2219;p33"/>
            <p:cNvSpPr/>
            <p:nvPr/>
          </p:nvSpPr>
          <p:spPr>
            <a:xfrm>
              <a:off x="30899025" y="-26781375"/>
              <a:ext cx="1140625" cy="1033600"/>
            </a:xfrm>
            <a:custGeom>
              <a:avLst/>
              <a:gdLst/>
              <a:ahLst/>
              <a:cxnLst/>
              <a:rect l="l" t="t" r="r" b="b"/>
              <a:pathLst>
                <a:path w="45625" h="41344" extrusionOk="0">
                  <a:moveTo>
                    <a:pt x="28420" y="8273"/>
                  </a:moveTo>
                  <a:cubicBezTo>
                    <a:pt x="31277" y="8273"/>
                    <a:pt x="33709" y="9185"/>
                    <a:pt x="35138" y="11009"/>
                  </a:cubicBezTo>
                  <a:cubicBezTo>
                    <a:pt x="37144" y="13592"/>
                    <a:pt x="36597" y="16997"/>
                    <a:pt x="36050" y="18790"/>
                  </a:cubicBezTo>
                  <a:cubicBezTo>
                    <a:pt x="34986" y="22316"/>
                    <a:pt x="32432" y="25903"/>
                    <a:pt x="28998" y="28577"/>
                  </a:cubicBezTo>
                  <a:cubicBezTo>
                    <a:pt x="25563" y="31283"/>
                    <a:pt x="21460" y="32924"/>
                    <a:pt x="17782" y="33076"/>
                  </a:cubicBezTo>
                  <a:cubicBezTo>
                    <a:pt x="17560" y="33090"/>
                    <a:pt x="17316" y="33099"/>
                    <a:pt x="17054" y="33099"/>
                  </a:cubicBezTo>
                  <a:cubicBezTo>
                    <a:pt x="15121" y="33099"/>
                    <a:pt x="12223" y="32616"/>
                    <a:pt x="10456" y="30340"/>
                  </a:cubicBezTo>
                  <a:cubicBezTo>
                    <a:pt x="8420" y="27757"/>
                    <a:pt x="8997" y="24322"/>
                    <a:pt x="9545" y="22559"/>
                  </a:cubicBezTo>
                  <a:cubicBezTo>
                    <a:pt x="10548" y="19003"/>
                    <a:pt x="13101" y="15447"/>
                    <a:pt x="16566" y="12741"/>
                  </a:cubicBezTo>
                  <a:cubicBezTo>
                    <a:pt x="20365" y="9823"/>
                    <a:pt x="24742" y="8273"/>
                    <a:pt x="28420" y="8273"/>
                  </a:cubicBezTo>
                  <a:close/>
                  <a:moveTo>
                    <a:pt x="28407" y="1"/>
                  </a:moveTo>
                  <a:cubicBezTo>
                    <a:pt x="22932" y="1"/>
                    <a:pt x="16898" y="2106"/>
                    <a:pt x="11551" y="6297"/>
                  </a:cubicBezTo>
                  <a:cubicBezTo>
                    <a:pt x="6718" y="10097"/>
                    <a:pt x="3192" y="15021"/>
                    <a:pt x="1672" y="20279"/>
                  </a:cubicBezTo>
                  <a:cubicBezTo>
                    <a:pt x="0" y="25903"/>
                    <a:pt x="882" y="31435"/>
                    <a:pt x="3982" y="35416"/>
                  </a:cubicBezTo>
                  <a:cubicBezTo>
                    <a:pt x="6961" y="39216"/>
                    <a:pt x="11733" y="41344"/>
                    <a:pt x="17235" y="41344"/>
                  </a:cubicBezTo>
                  <a:lnTo>
                    <a:pt x="18116" y="41344"/>
                  </a:lnTo>
                  <a:cubicBezTo>
                    <a:pt x="23587" y="41131"/>
                    <a:pt x="29241" y="38912"/>
                    <a:pt x="34074" y="35112"/>
                  </a:cubicBezTo>
                  <a:cubicBezTo>
                    <a:pt x="38907" y="31313"/>
                    <a:pt x="42433" y="26389"/>
                    <a:pt x="43952" y="21130"/>
                  </a:cubicBezTo>
                  <a:cubicBezTo>
                    <a:pt x="45624" y="15507"/>
                    <a:pt x="44743" y="9975"/>
                    <a:pt x="41642" y="5993"/>
                  </a:cubicBezTo>
                  <a:cubicBezTo>
                    <a:pt x="38525" y="1992"/>
                    <a:pt x="33731" y="1"/>
                    <a:pt x="28407"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0" name="Google Shape;2220;p33"/>
            <p:cNvSpPr/>
            <p:nvPr/>
          </p:nvSpPr>
          <p:spPr>
            <a:xfrm>
              <a:off x="33922625" y="-22997025"/>
              <a:ext cx="1022850" cy="825325"/>
            </a:xfrm>
            <a:custGeom>
              <a:avLst/>
              <a:gdLst/>
              <a:ahLst/>
              <a:cxnLst/>
              <a:rect l="l" t="t" r="r" b="b"/>
              <a:pathLst>
                <a:path w="40914" h="33013" extrusionOk="0">
                  <a:moveTo>
                    <a:pt x="25999" y="0"/>
                  </a:moveTo>
                  <a:cubicBezTo>
                    <a:pt x="21425" y="0"/>
                    <a:pt x="16269" y="1777"/>
                    <a:pt x="11734" y="5290"/>
                  </a:cubicBezTo>
                  <a:cubicBezTo>
                    <a:pt x="3101" y="11977"/>
                    <a:pt x="1" y="22433"/>
                    <a:pt x="4773" y="28634"/>
                  </a:cubicBezTo>
                  <a:cubicBezTo>
                    <a:pt x="7067" y="31563"/>
                    <a:pt x="10730" y="33012"/>
                    <a:pt x="14865" y="33012"/>
                  </a:cubicBezTo>
                  <a:cubicBezTo>
                    <a:pt x="19443" y="33012"/>
                    <a:pt x="24600" y="31236"/>
                    <a:pt x="29120" y="27722"/>
                  </a:cubicBezTo>
                  <a:cubicBezTo>
                    <a:pt x="37783" y="21035"/>
                    <a:pt x="40913" y="10579"/>
                    <a:pt x="36080" y="4378"/>
                  </a:cubicBezTo>
                  <a:cubicBezTo>
                    <a:pt x="33787" y="1450"/>
                    <a:pt x="30131" y="0"/>
                    <a:pt x="25999"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1" name="Google Shape;2221;p33"/>
            <p:cNvSpPr/>
            <p:nvPr/>
          </p:nvSpPr>
          <p:spPr>
            <a:xfrm>
              <a:off x="33805600" y="-23100700"/>
              <a:ext cx="1198375" cy="1033075"/>
            </a:xfrm>
            <a:custGeom>
              <a:avLst/>
              <a:gdLst/>
              <a:ahLst/>
              <a:cxnLst/>
              <a:rect l="l" t="t" r="r" b="b"/>
              <a:pathLst>
                <a:path w="47935" h="41323" extrusionOk="0">
                  <a:moveTo>
                    <a:pt x="30700" y="8222"/>
                  </a:moveTo>
                  <a:cubicBezTo>
                    <a:pt x="32646" y="8222"/>
                    <a:pt x="35685" y="8647"/>
                    <a:pt x="37540" y="10988"/>
                  </a:cubicBezTo>
                  <a:cubicBezTo>
                    <a:pt x="39546" y="13571"/>
                    <a:pt x="38938" y="17006"/>
                    <a:pt x="38391" y="18799"/>
                  </a:cubicBezTo>
                  <a:cubicBezTo>
                    <a:pt x="37357" y="22325"/>
                    <a:pt x="34743" y="25881"/>
                    <a:pt x="31308" y="28556"/>
                  </a:cubicBezTo>
                  <a:cubicBezTo>
                    <a:pt x="27510" y="31482"/>
                    <a:pt x="23164" y="33001"/>
                    <a:pt x="19487" y="33001"/>
                  </a:cubicBezTo>
                  <a:cubicBezTo>
                    <a:pt x="16632" y="33001"/>
                    <a:pt x="14181" y="32084"/>
                    <a:pt x="12706" y="30198"/>
                  </a:cubicBezTo>
                  <a:cubicBezTo>
                    <a:pt x="9393" y="25881"/>
                    <a:pt x="12220" y="17827"/>
                    <a:pt x="18968" y="12629"/>
                  </a:cubicBezTo>
                  <a:cubicBezTo>
                    <a:pt x="22402" y="9984"/>
                    <a:pt x="26506" y="8373"/>
                    <a:pt x="30184" y="8222"/>
                  </a:cubicBezTo>
                  <a:close/>
                  <a:moveTo>
                    <a:pt x="30671" y="1"/>
                  </a:moveTo>
                  <a:cubicBezTo>
                    <a:pt x="30419" y="1"/>
                    <a:pt x="30165" y="5"/>
                    <a:pt x="29910" y="15"/>
                  </a:cubicBezTo>
                  <a:cubicBezTo>
                    <a:pt x="24469" y="258"/>
                    <a:pt x="18816" y="2416"/>
                    <a:pt x="13952" y="6185"/>
                  </a:cubicBezTo>
                  <a:cubicBezTo>
                    <a:pt x="3344" y="14392"/>
                    <a:pt x="1" y="27158"/>
                    <a:pt x="6262" y="35274"/>
                  </a:cubicBezTo>
                  <a:cubicBezTo>
                    <a:pt x="9393" y="39316"/>
                    <a:pt x="14196" y="41322"/>
                    <a:pt x="19576" y="41322"/>
                  </a:cubicBezTo>
                  <a:cubicBezTo>
                    <a:pt x="24986" y="41322"/>
                    <a:pt x="31004" y="39225"/>
                    <a:pt x="36324" y="35091"/>
                  </a:cubicBezTo>
                  <a:cubicBezTo>
                    <a:pt x="41187" y="31322"/>
                    <a:pt x="44713" y="26398"/>
                    <a:pt x="46263" y="21140"/>
                  </a:cubicBezTo>
                  <a:cubicBezTo>
                    <a:pt x="47935" y="15516"/>
                    <a:pt x="47145" y="10015"/>
                    <a:pt x="44044" y="5972"/>
                  </a:cubicBezTo>
                  <a:cubicBezTo>
                    <a:pt x="41053" y="2168"/>
                    <a:pt x="36092" y="1"/>
                    <a:pt x="30671"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2" name="Google Shape;2222;p33"/>
            <p:cNvSpPr/>
            <p:nvPr/>
          </p:nvSpPr>
          <p:spPr>
            <a:xfrm>
              <a:off x="31563175" y="-24935475"/>
              <a:ext cx="1719650" cy="1758400"/>
            </a:xfrm>
            <a:custGeom>
              <a:avLst/>
              <a:gdLst/>
              <a:ahLst/>
              <a:cxnLst/>
              <a:rect l="l" t="t" r="r" b="b"/>
              <a:pathLst>
                <a:path w="68786" h="70336" extrusionOk="0">
                  <a:moveTo>
                    <a:pt x="26323" y="0"/>
                  </a:moveTo>
                  <a:lnTo>
                    <a:pt x="23192" y="2675"/>
                  </a:lnTo>
                  <a:cubicBezTo>
                    <a:pt x="9301" y="14469"/>
                    <a:pt x="760" y="29758"/>
                    <a:pt x="243" y="43527"/>
                  </a:cubicBezTo>
                  <a:cubicBezTo>
                    <a:pt x="0" y="51430"/>
                    <a:pt x="2432" y="58117"/>
                    <a:pt x="7325" y="62889"/>
                  </a:cubicBezTo>
                  <a:cubicBezTo>
                    <a:pt x="12402" y="67904"/>
                    <a:pt x="19909" y="70336"/>
                    <a:pt x="28420" y="70336"/>
                  </a:cubicBezTo>
                  <a:cubicBezTo>
                    <a:pt x="39910" y="70336"/>
                    <a:pt x="53375" y="65898"/>
                    <a:pt x="65442" y="57266"/>
                  </a:cubicBezTo>
                  <a:lnTo>
                    <a:pt x="68786" y="54864"/>
                  </a:lnTo>
                  <a:lnTo>
                    <a:pt x="64013" y="48147"/>
                  </a:lnTo>
                  <a:lnTo>
                    <a:pt x="60670" y="50548"/>
                  </a:lnTo>
                  <a:cubicBezTo>
                    <a:pt x="49976" y="58140"/>
                    <a:pt x="38047" y="62184"/>
                    <a:pt x="28286" y="62184"/>
                  </a:cubicBezTo>
                  <a:cubicBezTo>
                    <a:pt x="21985" y="62184"/>
                    <a:pt x="16587" y="60498"/>
                    <a:pt x="13009" y="56992"/>
                  </a:cubicBezTo>
                  <a:cubicBezTo>
                    <a:pt x="8997" y="53041"/>
                    <a:pt x="8298" y="47661"/>
                    <a:pt x="8420" y="43831"/>
                  </a:cubicBezTo>
                  <a:cubicBezTo>
                    <a:pt x="8845" y="32493"/>
                    <a:pt x="16505" y="19150"/>
                    <a:pt x="28481" y="8937"/>
                  </a:cubicBezTo>
                  <a:lnTo>
                    <a:pt x="31642" y="6262"/>
                  </a:lnTo>
                  <a:lnTo>
                    <a:pt x="26323"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23" name="Google Shape;2223;p33"/>
          <p:cNvGrpSpPr/>
          <p:nvPr/>
        </p:nvGrpSpPr>
        <p:grpSpPr>
          <a:xfrm rot="1799903">
            <a:off x="799994" y="294458"/>
            <a:ext cx="703957" cy="490086"/>
            <a:chOff x="3716169" y="1561013"/>
            <a:chExt cx="419901" cy="292345"/>
          </a:xfrm>
        </p:grpSpPr>
        <p:sp>
          <p:nvSpPr>
            <p:cNvPr id="2224" name="Google Shape;2224;p33"/>
            <p:cNvSpPr/>
            <p:nvPr/>
          </p:nvSpPr>
          <p:spPr>
            <a:xfrm>
              <a:off x="3722967" y="1561013"/>
              <a:ext cx="413104" cy="281102"/>
            </a:xfrm>
            <a:custGeom>
              <a:avLst/>
              <a:gdLst/>
              <a:ahLst/>
              <a:cxnLst/>
              <a:rect l="l" t="t" r="r" b="b"/>
              <a:pathLst>
                <a:path w="558248" h="379867" extrusionOk="0">
                  <a:moveTo>
                    <a:pt x="486416" y="0"/>
                  </a:moveTo>
                  <a:cubicBezTo>
                    <a:pt x="486014" y="0"/>
                    <a:pt x="485608" y="54"/>
                    <a:pt x="485207" y="167"/>
                  </a:cubicBezTo>
                  <a:lnTo>
                    <a:pt x="3800" y="138345"/>
                  </a:lnTo>
                  <a:cubicBezTo>
                    <a:pt x="1398" y="139045"/>
                    <a:pt x="0" y="141598"/>
                    <a:pt x="699" y="143969"/>
                  </a:cubicBezTo>
                  <a:lnTo>
                    <a:pt x="67448" y="376586"/>
                  </a:lnTo>
                  <a:cubicBezTo>
                    <a:pt x="68000" y="378568"/>
                    <a:pt x="69836" y="379867"/>
                    <a:pt x="71811" y="379867"/>
                  </a:cubicBezTo>
                  <a:cubicBezTo>
                    <a:pt x="72228" y="379867"/>
                    <a:pt x="72652" y="379808"/>
                    <a:pt x="73072" y="379686"/>
                  </a:cubicBezTo>
                  <a:lnTo>
                    <a:pt x="554448" y="241508"/>
                  </a:lnTo>
                  <a:cubicBezTo>
                    <a:pt x="556850" y="240839"/>
                    <a:pt x="558248" y="238286"/>
                    <a:pt x="557579" y="235885"/>
                  </a:cubicBezTo>
                  <a:lnTo>
                    <a:pt x="490830" y="3298"/>
                  </a:lnTo>
                  <a:cubicBezTo>
                    <a:pt x="490249" y="1303"/>
                    <a:pt x="488388" y="0"/>
                    <a:pt x="486416"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5" name="Google Shape;2225;p33"/>
            <p:cNvSpPr/>
            <p:nvPr/>
          </p:nvSpPr>
          <p:spPr>
            <a:xfrm>
              <a:off x="3724160" y="1568310"/>
              <a:ext cx="410719" cy="266478"/>
            </a:xfrm>
            <a:custGeom>
              <a:avLst/>
              <a:gdLst/>
              <a:ahLst/>
              <a:cxnLst/>
              <a:rect l="l" t="t" r="r" b="b"/>
              <a:pathLst>
                <a:path w="555026" h="360105" extrusionOk="0">
                  <a:moveTo>
                    <a:pt x="438975" y="11893"/>
                  </a:moveTo>
                  <a:cubicBezTo>
                    <a:pt x="449917" y="11893"/>
                    <a:pt x="460799" y="14720"/>
                    <a:pt x="470678" y="20191"/>
                  </a:cubicBezTo>
                  <a:cubicBezTo>
                    <a:pt x="486028" y="28641"/>
                    <a:pt x="497122" y="42562"/>
                    <a:pt x="501894" y="59280"/>
                  </a:cubicBezTo>
                  <a:lnTo>
                    <a:pt x="531803" y="163415"/>
                  </a:lnTo>
                  <a:cubicBezTo>
                    <a:pt x="541773" y="198066"/>
                    <a:pt x="521651" y="234389"/>
                    <a:pt x="486970" y="244358"/>
                  </a:cubicBezTo>
                  <a:lnTo>
                    <a:pt x="134045" y="345636"/>
                  </a:lnTo>
                  <a:cubicBezTo>
                    <a:pt x="128120" y="347339"/>
                    <a:pt x="122079" y="348182"/>
                    <a:pt x="116066" y="348182"/>
                  </a:cubicBezTo>
                  <a:cubicBezTo>
                    <a:pt x="105116" y="348182"/>
                    <a:pt x="94257" y="345386"/>
                    <a:pt x="84348" y="339892"/>
                  </a:cubicBezTo>
                  <a:cubicBezTo>
                    <a:pt x="68998" y="331442"/>
                    <a:pt x="57904" y="317521"/>
                    <a:pt x="53102" y="300803"/>
                  </a:cubicBezTo>
                  <a:lnTo>
                    <a:pt x="23223" y="196668"/>
                  </a:lnTo>
                  <a:cubicBezTo>
                    <a:pt x="13253" y="161986"/>
                    <a:pt x="33344" y="125694"/>
                    <a:pt x="68056" y="115724"/>
                  </a:cubicBezTo>
                  <a:lnTo>
                    <a:pt x="420981" y="14446"/>
                  </a:lnTo>
                  <a:cubicBezTo>
                    <a:pt x="426908" y="12744"/>
                    <a:pt x="432987" y="11893"/>
                    <a:pt x="438975" y="11893"/>
                  </a:cubicBezTo>
                  <a:close/>
                  <a:moveTo>
                    <a:pt x="439016" y="1"/>
                  </a:moveTo>
                  <a:cubicBezTo>
                    <a:pt x="431887" y="1"/>
                    <a:pt x="424724" y="999"/>
                    <a:pt x="417698" y="3018"/>
                  </a:cubicBezTo>
                  <a:lnTo>
                    <a:pt x="64773" y="104296"/>
                  </a:lnTo>
                  <a:cubicBezTo>
                    <a:pt x="23770" y="116089"/>
                    <a:pt x="0" y="158977"/>
                    <a:pt x="11763" y="199981"/>
                  </a:cubicBezTo>
                  <a:lnTo>
                    <a:pt x="41673" y="304116"/>
                  </a:lnTo>
                  <a:cubicBezTo>
                    <a:pt x="51399" y="338007"/>
                    <a:pt x="82403" y="360105"/>
                    <a:pt x="116021" y="360105"/>
                  </a:cubicBezTo>
                  <a:cubicBezTo>
                    <a:pt x="123042" y="360105"/>
                    <a:pt x="130246" y="359162"/>
                    <a:pt x="137328" y="357126"/>
                  </a:cubicBezTo>
                  <a:lnTo>
                    <a:pt x="490283" y="255818"/>
                  </a:lnTo>
                  <a:cubicBezTo>
                    <a:pt x="531256" y="244054"/>
                    <a:pt x="555026" y="201136"/>
                    <a:pt x="543263" y="160163"/>
                  </a:cubicBezTo>
                  <a:lnTo>
                    <a:pt x="513384" y="55997"/>
                  </a:lnTo>
                  <a:cubicBezTo>
                    <a:pt x="507700" y="36210"/>
                    <a:pt x="494599" y="19796"/>
                    <a:pt x="476483" y="9765"/>
                  </a:cubicBezTo>
                  <a:cubicBezTo>
                    <a:pt x="464800" y="3296"/>
                    <a:pt x="451965" y="1"/>
                    <a:pt x="439016" y="1"/>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6" name="Google Shape;2226;p33"/>
            <p:cNvSpPr/>
            <p:nvPr/>
          </p:nvSpPr>
          <p:spPr>
            <a:xfrm>
              <a:off x="3785447" y="1615784"/>
              <a:ext cx="264606" cy="83696"/>
            </a:xfrm>
            <a:custGeom>
              <a:avLst/>
              <a:gdLst/>
              <a:ahLst/>
              <a:cxnLst/>
              <a:rect l="l" t="t" r="r" b="b"/>
              <a:pathLst>
                <a:path w="357576" h="113103" extrusionOk="0">
                  <a:moveTo>
                    <a:pt x="354293" y="1"/>
                  </a:moveTo>
                  <a:lnTo>
                    <a:pt x="1" y="101674"/>
                  </a:lnTo>
                  <a:lnTo>
                    <a:pt x="3283" y="113103"/>
                  </a:lnTo>
                  <a:lnTo>
                    <a:pt x="357576" y="11460"/>
                  </a:lnTo>
                  <a:lnTo>
                    <a:pt x="35429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7" name="Google Shape;2227;p33"/>
            <p:cNvSpPr/>
            <p:nvPr/>
          </p:nvSpPr>
          <p:spPr>
            <a:xfrm>
              <a:off x="3721391" y="1596450"/>
              <a:ext cx="276685" cy="251650"/>
            </a:xfrm>
            <a:custGeom>
              <a:avLst/>
              <a:gdLst/>
              <a:ahLst/>
              <a:cxnLst/>
              <a:rect l="l" t="t" r="r" b="b"/>
              <a:pathLst>
                <a:path w="373899" h="340067" extrusionOk="0">
                  <a:moveTo>
                    <a:pt x="301100" y="1"/>
                  </a:moveTo>
                  <a:lnTo>
                    <a:pt x="1" y="86446"/>
                  </a:lnTo>
                  <a:lnTo>
                    <a:pt x="72798" y="340067"/>
                  </a:lnTo>
                  <a:lnTo>
                    <a:pt x="373898" y="253652"/>
                  </a:lnTo>
                  <a:lnTo>
                    <a:pt x="30110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8" name="Google Shape;2228;p33"/>
            <p:cNvSpPr/>
            <p:nvPr/>
          </p:nvSpPr>
          <p:spPr>
            <a:xfrm>
              <a:off x="3716169" y="1591206"/>
              <a:ext cx="287144" cy="262109"/>
            </a:xfrm>
            <a:custGeom>
              <a:avLst/>
              <a:gdLst/>
              <a:ahLst/>
              <a:cxnLst/>
              <a:rect l="l" t="t" r="r" b="b"/>
              <a:pathLst>
                <a:path w="388033" h="354201" extrusionOk="0">
                  <a:moveTo>
                    <a:pt x="304262" y="14135"/>
                  </a:moveTo>
                  <a:lnTo>
                    <a:pt x="373898" y="256783"/>
                  </a:lnTo>
                  <a:lnTo>
                    <a:pt x="83771" y="340066"/>
                  </a:lnTo>
                  <a:lnTo>
                    <a:pt x="14135" y="97419"/>
                  </a:lnTo>
                  <a:lnTo>
                    <a:pt x="304262" y="14135"/>
                  </a:lnTo>
                  <a:close/>
                  <a:moveTo>
                    <a:pt x="312073" y="1"/>
                  </a:moveTo>
                  <a:lnTo>
                    <a:pt x="1" y="89607"/>
                  </a:lnTo>
                  <a:lnTo>
                    <a:pt x="75929" y="354200"/>
                  </a:lnTo>
                  <a:lnTo>
                    <a:pt x="388032" y="264594"/>
                  </a:lnTo>
                  <a:lnTo>
                    <a:pt x="312073" y="1"/>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9" name="Google Shape;2229;p33"/>
            <p:cNvSpPr/>
            <p:nvPr/>
          </p:nvSpPr>
          <p:spPr>
            <a:xfrm>
              <a:off x="3721391" y="1660460"/>
              <a:ext cx="276685" cy="187658"/>
            </a:xfrm>
            <a:custGeom>
              <a:avLst/>
              <a:gdLst/>
              <a:ahLst/>
              <a:cxnLst/>
              <a:rect l="l" t="t" r="r" b="b"/>
              <a:pathLst>
                <a:path w="373899" h="253592" extrusionOk="0">
                  <a:moveTo>
                    <a:pt x="1" y="1"/>
                  </a:moveTo>
                  <a:lnTo>
                    <a:pt x="72798" y="253591"/>
                  </a:lnTo>
                  <a:lnTo>
                    <a:pt x="373898" y="167207"/>
                  </a:lnTo>
                  <a:lnTo>
                    <a:pt x="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0" name="Google Shape;2230;p33"/>
            <p:cNvSpPr/>
            <p:nvPr/>
          </p:nvSpPr>
          <p:spPr>
            <a:xfrm>
              <a:off x="3717340" y="1659290"/>
              <a:ext cx="281926" cy="194068"/>
            </a:xfrm>
            <a:custGeom>
              <a:avLst/>
              <a:gdLst/>
              <a:ahLst/>
              <a:cxnLst/>
              <a:rect l="l" t="t" r="r" b="b"/>
              <a:pathLst>
                <a:path w="380981" h="262254" extrusionOk="0">
                  <a:moveTo>
                    <a:pt x="10973" y="0"/>
                  </a:moveTo>
                  <a:lnTo>
                    <a:pt x="0" y="3161"/>
                  </a:lnTo>
                  <a:lnTo>
                    <a:pt x="74348" y="262253"/>
                  </a:lnTo>
                  <a:lnTo>
                    <a:pt x="380980" y="174258"/>
                  </a:lnTo>
                  <a:lnTo>
                    <a:pt x="377819" y="163285"/>
                  </a:lnTo>
                  <a:lnTo>
                    <a:pt x="82190" y="248119"/>
                  </a:lnTo>
                  <a:lnTo>
                    <a:pt x="1097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1" name="Google Shape;2231;p33"/>
            <p:cNvSpPr/>
            <p:nvPr/>
          </p:nvSpPr>
          <p:spPr>
            <a:xfrm>
              <a:off x="3796993" y="1722973"/>
              <a:ext cx="21819" cy="25644"/>
            </a:xfrm>
            <a:custGeom>
              <a:avLst/>
              <a:gdLst/>
              <a:ahLst/>
              <a:cxnLst/>
              <a:rect l="l" t="t" r="r" b="b"/>
              <a:pathLst>
                <a:path w="29485" h="34654" extrusionOk="0">
                  <a:moveTo>
                    <a:pt x="12576" y="0"/>
                  </a:moveTo>
                  <a:cubicBezTo>
                    <a:pt x="11764" y="0"/>
                    <a:pt x="10953" y="104"/>
                    <a:pt x="10153" y="321"/>
                  </a:cubicBezTo>
                  <a:cubicBezTo>
                    <a:pt x="3405" y="2175"/>
                    <a:pt x="1" y="11233"/>
                    <a:pt x="2554" y="20625"/>
                  </a:cubicBezTo>
                  <a:cubicBezTo>
                    <a:pt x="4777" y="28903"/>
                    <a:pt x="10896" y="34654"/>
                    <a:pt x="16916" y="34654"/>
                  </a:cubicBezTo>
                  <a:cubicBezTo>
                    <a:pt x="17727" y="34654"/>
                    <a:pt x="18535" y="34550"/>
                    <a:pt x="19332" y="34333"/>
                  </a:cubicBezTo>
                  <a:cubicBezTo>
                    <a:pt x="26050" y="32510"/>
                    <a:pt x="29485" y="23421"/>
                    <a:pt x="26931" y="14060"/>
                  </a:cubicBezTo>
                  <a:cubicBezTo>
                    <a:pt x="24681" y="5755"/>
                    <a:pt x="18606" y="0"/>
                    <a:pt x="1257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2" name="Google Shape;2232;p33"/>
            <p:cNvSpPr/>
            <p:nvPr/>
          </p:nvSpPr>
          <p:spPr>
            <a:xfrm>
              <a:off x="3916755" y="1688776"/>
              <a:ext cx="21774" cy="25646"/>
            </a:xfrm>
            <a:custGeom>
              <a:avLst/>
              <a:gdLst/>
              <a:ahLst/>
              <a:cxnLst/>
              <a:rect l="l" t="t" r="r" b="b"/>
              <a:pathLst>
                <a:path w="29424" h="34657" extrusionOk="0">
                  <a:moveTo>
                    <a:pt x="12532" y="1"/>
                  </a:moveTo>
                  <a:cubicBezTo>
                    <a:pt x="11744" y="1"/>
                    <a:pt x="10958" y="99"/>
                    <a:pt x="10183" y="302"/>
                  </a:cubicBezTo>
                  <a:cubicBezTo>
                    <a:pt x="3465" y="2096"/>
                    <a:pt x="0" y="11184"/>
                    <a:pt x="2523" y="20576"/>
                  </a:cubicBezTo>
                  <a:cubicBezTo>
                    <a:pt x="4724" y="28896"/>
                    <a:pt x="10811" y="34657"/>
                    <a:pt x="16851" y="34657"/>
                  </a:cubicBezTo>
                  <a:cubicBezTo>
                    <a:pt x="17651" y="34657"/>
                    <a:pt x="18451" y="34555"/>
                    <a:pt x="19241" y="34346"/>
                  </a:cubicBezTo>
                  <a:cubicBezTo>
                    <a:pt x="25958" y="32583"/>
                    <a:pt x="29423" y="23494"/>
                    <a:pt x="26900" y="14102"/>
                  </a:cubicBezTo>
                  <a:cubicBezTo>
                    <a:pt x="24696" y="5767"/>
                    <a:pt x="18567" y="1"/>
                    <a:pt x="1253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3" name="Google Shape;2233;p33"/>
            <p:cNvSpPr/>
            <p:nvPr/>
          </p:nvSpPr>
          <p:spPr>
            <a:xfrm>
              <a:off x="3843470" y="1711709"/>
              <a:ext cx="52499" cy="44334"/>
            </a:xfrm>
            <a:custGeom>
              <a:avLst/>
              <a:gdLst/>
              <a:ahLst/>
              <a:cxnLst/>
              <a:rect l="l" t="t" r="r" b="b"/>
              <a:pathLst>
                <a:path w="70945" h="59911" extrusionOk="0">
                  <a:moveTo>
                    <a:pt x="64257" y="1"/>
                  </a:moveTo>
                  <a:lnTo>
                    <a:pt x="52646" y="2615"/>
                  </a:lnTo>
                  <a:lnTo>
                    <a:pt x="53953" y="8451"/>
                  </a:lnTo>
                  <a:cubicBezTo>
                    <a:pt x="58330" y="27965"/>
                    <a:pt x="52281" y="43740"/>
                    <a:pt x="44196" y="47144"/>
                  </a:cubicBezTo>
                  <a:cubicBezTo>
                    <a:pt x="42788" y="47738"/>
                    <a:pt x="41369" y="47974"/>
                    <a:pt x="40002" y="47974"/>
                  </a:cubicBezTo>
                  <a:cubicBezTo>
                    <a:pt x="37591" y="47974"/>
                    <a:pt x="35345" y="47240"/>
                    <a:pt x="33619" y="46445"/>
                  </a:cubicBezTo>
                  <a:cubicBezTo>
                    <a:pt x="25077" y="42494"/>
                    <a:pt x="17205" y="32098"/>
                    <a:pt x="13132" y="19393"/>
                  </a:cubicBezTo>
                  <a:lnTo>
                    <a:pt x="11308" y="13709"/>
                  </a:lnTo>
                  <a:lnTo>
                    <a:pt x="1" y="17326"/>
                  </a:lnTo>
                  <a:lnTo>
                    <a:pt x="1825" y="22980"/>
                  </a:lnTo>
                  <a:cubicBezTo>
                    <a:pt x="6901" y="39059"/>
                    <a:pt x="16931" y="51855"/>
                    <a:pt x="28634" y="57266"/>
                  </a:cubicBezTo>
                  <a:cubicBezTo>
                    <a:pt x="32494" y="59059"/>
                    <a:pt x="36324" y="59910"/>
                    <a:pt x="40032" y="59910"/>
                  </a:cubicBezTo>
                  <a:cubicBezTo>
                    <a:pt x="43041" y="59880"/>
                    <a:pt x="46020" y="59302"/>
                    <a:pt x="48816" y="58087"/>
                  </a:cubicBezTo>
                  <a:cubicBezTo>
                    <a:pt x="63923" y="51764"/>
                    <a:pt x="70944" y="29758"/>
                    <a:pt x="65534" y="5806"/>
                  </a:cubicBezTo>
                  <a:lnTo>
                    <a:pt x="6425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237"/>
        <p:cNvGrpSpPr/>
        <p:nvPr/>
      </p:nvGrpSpPr>
      <p:grpSpPr>
        <a:xfrm>
          <a:off x="0" y="0"/>
          <a:ext cx="0" cy="0"/>
          <a:chOff x="0" y="0"/>
          <a:chExt cx="0" cy="0"/>
        </a:xfrm>
      </p:grpSpPr>
      <p:sp>
        <p:nvSpPr>
          <p:cNvPr id="2238" name="Google Shape;2238;p34"/>
          <p:cNvSpPr txBox="1">
            <a:spLocks noGrp="1"/>
          </p:cNvSpPr>
          <p:nvPr>
            <p:ph type="title"/>
          </p:nvPr>
        </p:nvSpPr>
        <p:spPr>
          <a:xfrm>
            <a:off x="1447250" y="1100650"/>
            <a:ext cx="6249600" cy="51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fr"/>
              <a:t>UNE </a:t>
            </a:r>
            <a:r>
              <a:rPr lang="fr">
                <a:solidFill>
                  <a:schemeClr val="lt1"/>
                </a:solidFill>
              </a:rPr>
              <a:t>IMAGE</a:t>
            </a:r>
            <a:r>
              <a:rPr lang="fr"/>
              <a:t> VAUT MILLE MOTS</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242"/>
        <p:cNvGrpSpPr/>
        <p:nvPr/>
      </p:nvGrpSpPr>
      <p:grpSpPr>
        <a:xfrm>
          <a:off x="0" y="0"/>
          <a:ext cx="0" cy="0"/>
          <a:chOff x="0" y="0"/>
          <a:chExt cx="0" cy="0"/>
        </a:xfrm>
      </p:grpSpPr>
      <p:sp>
        <p:nvSpPr>
          <p:cNvPr id="2243" name="Google Shape;2243;p35"/>
          <p:cNvSpPr txBox="1">
            <a:spLocks noGrp="1"/>
          </p:cNvSpPr>
          <p:nvPr>
            <p:ph type="subTitle" idx="5"/>
          </p:nvPr>
        </p:nvSpPr>
        <p:spPr>
          <a:xfrm>
            <a:off x="900950" y="3567475"/>
            <a:ext cx="2305500" cy="4848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fr"/>
              <a:t>C’est la plus grande planète de toutes</a:t>
            </a:r>
            <a:endParaRPr/>
          </a:p>
        </p:txBody>
      </p:sp>
      <p:sp>
        <p:nvSpPr>
          <p:cNvPr id="2244" name="Google Shape;2244;p35"/>
          <p:cNvSpPr txBox="1">
            <a:spLocks noGrp="1"/>
          </p:cNvSpPr>
          <p:nvPr>
            <p:ph type="title" idx="15"/>
          </p:nvPr>
        </p:nvSpPr>
        <p:spPr>
          <a:xfrm>
            <a:off x="904875" y="597425"/>
            <a:ext cx="73344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fr"/>
              <a:t>Six </a:t>
            </a:r>
            <a:r>
              <a:rPr lang="fr">
                <a:solidFill>
                  <a:schemeClr val="lt1"/>
                </a:solidFill>
              </a:rPr>
              <a:t>coLONNES</a:t>
            </a:r>
            <a:endParaRPr>
              <a:solidFill>
                <a:schemeClr val="lt1"/>
              </a:solidFill>
            </a:endParaRPr>
          </a:p>
        </p:txBody>
      </p:sp>
      <p:sp>
        <p:nvSpPr>
          <p:cNvPr id="2245" name="Google Shape;2245;p35"/>
          <p:cNvSpPr txBox="1">
            <a:spLocks noGrp="1"/>
          </p:cNvSpPr>
          <p:nvPr>
            <p:ph type="title"/>
          </p:nvPr>
        </p:nvSpPr>
        <p:spPr>
          <a:xfrm>
            <a:off x="900950" y="1623750"/>
            <a:ext cx="2305500" cy="527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fr"/>
              <a:t>mercurE</a:t>
            </a:r>
            <a:endParaRPr/>
          </a:p>
        </p:txBody>
      </p:sp>
      <p:sp>
        <p:nvSpPr>
          <p:cNvPr id="2246" name="Google Shape;2246;p35"/>
          <p:cNvSpPr txBox="1">
            <a:spLocks noGrp="1"/>
          </p:cNvSpPr>
          <p:nvPr>
            <p:ph type="subTitle" idx="1"/>
          </p:nvPr>
        </p:nvSpPr>
        <p:spPr>
          <a:xfrm>
            <a:off x="900950" y="2057875"/>
            <a:ext cx="2305500" cy="4848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fr"/>
              <a:t>Mercure est la planète la plus proche du Soleil </a:t>
            </a:r>
            <a:endParaRPr/>
          </a:p>
        </p:txBody>
      </p:sp>
      <p:sp>
        <p:nvSpPr>
          <p:cNvPr id="2247" name="Google Shape;2247;p35"/>
          <p:cNvSpPr txBox="1">
            <a:spLocks noGrp="1"/>
          </p:cNvSpPr>
          <p:nvPr>
            <p:ph type="title" idx="2"/>
          </p:nvPr>
        </p:nvSpPr>
        <p:spPr>
          <a:xfrm>
            <a:off x="3428769" y="1623750"/>
            <a:ext cx="2305500" cy="527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fr"/>
              <a:t>vÉnus</a:t>
            </a:r>
            <a:endParaRPr/>
          </a:p>
        </p:txBody>
      </p:sp>
      <p:sp>
        <p:nvSpPr>
          <p:cNvPr id="2248" name="Google Shape;2248;p35"/>
          <p:cNvSpPr txBox="1">
            <a:spLocks noGrp="1"/>
          </p:cNvSpPr>
          <p:nvPr>
            <p:ph type="subTitle" idx="3"/>
          </p:nvPr>
        </p:nvSpPr>
        <p:spPr>
          <a:xfrm>
            <a:off x="3428769" y="2057875"/>
            <a:ext cx="2305500" cy="4848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fr"/>
              <a:t>Elle a un beau nom, mais il y fait très chaud</a:t>
            </a:r>
            <a:endParaRPr/>
          </a:p>
        </p:txBody>
      </p:sp>
      <p:sp>
        <p:nvSpPr>
          <p:cNvPr id="2249" name="Google Shape;2249;p35"/>
          <p:cNvSpPr txBox="1">
            <a:spLocks noGrp="1"/>
          </p:cNvSpPr>
          <p:nvPr>
            <p:ph type="title" idx="4"/>
          </p:nvPr>
        </p:nvSpPr>
        <p:spPr>
          <a:xfrm>
            <a:off x="900950" y="3133350"/>
            <a:ext cx="2305500" cy="527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fr"/>
              <a:t>jupiter</a:t>
            </a:r>
            <a:endParaRPr/>
          </a:p>
        </p:txBody>
      </p:sp>
      <p:sp>
        <p:nvSpPr>
          <p:cNvPr id="2250" name="Google Shape;2250;p35"/>
          <p:cNvSpPr txBox="1">
            <a:spLocks noGrp="1"/>
          </p:cNvSpPr>
          <p:nvPr>
            <p:ph type="title" idx="6"/>
          </p:nvPr>
        </p:nvSpPr>
        <p:spPr>
          <a:xfrm>
            <a:off x="3428769" y="3133350"/>
            <a:ext cx="2305500" cy="527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fr"/>
              <a:t>saturne</a:t>
            </a:r>
            <a:endParaRPr/>
          </a:p>
        </p:txBody>
      </p:sp>
      <p:sp>
        <p:nvSpPr>
          <p:cNvPr id="2251" name="Google Shape;2251;p35"/>
          <p:cNvSpPr txBox="1">
            <a:spLocks noGrp="1"/>
          </p:cNvSpPr>
          <p:nvPr>
            <p:ph type="subTitle" idx="7"/>
          </p:nvPr>
        </p:nvSpPr>
        <p:spPr>
          <a:xfrm>
            <a:off x="3428769" y="3567475"/>
            <a:ext cx="2305500" cy="484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fr"/>
              <a:t>Elle est composée d'hydrogène et d'hélium</a:t>
            </a:r>
            <a:endParaRPr/>
          </a:p>
        </p:txBody>
      </p:sp>
      <p:sp>
        <p:nvSpPr>
          <p:cNvPr id="2252" name="Google Shape;2252;p35"/>
          <p:cNvSpPr txBox="1">
            <a:spLocks noGrp="1"/>
          </p:cNvSpPr>
          <p:nvPr>
            <p:ph type="title" idx="8"/>
          </p:nvPr>
        </p:nvSpPr>
        <p:spPr>
          <a:xfrm>
            <a:off x="5947070" y="1623750"/>
            <a:ext cx="2305500" cy="527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fr"/>
              <a:t>mars</a:t>
            </a:r>
            <a:endParaRPr/>
          </a:p>
        </p:txBody>
      </p:sp>
      <p:sp>
        <p:nvSpPr>
          <p:cNvPr id="2253" name="Google Shape;2253;p35"/>
          <p:cNvSpPr txBox="1">
            <a:spLocks noGrp="1"/>
          </p:cNvSpPr>
          <p:nvPr>
            <p:ph type="subTitle" idx="9"/>
          </p:nvPr>
        </p:nvSpPr>
        <p:spPr>
          <a:xfrm>
            <a:off x="5947070" y="2057875"/>
            <a:ext cx="2305500" cy="4848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fr"/>
              <a:t>Mars est en fait un endroit très froid</a:t>
            </a:r>
            <a:endParaRPr/>
          </a:p>
        </p:txBody>
      </p:sp>
      <p:sp>
        <p:nvSpPr>
          <p:cNvPr id="2254" name="Google Shape;2254;p35"/>
          <p:cNvSpPr txBox="1">
            <a:spLocks noGrp="1"/>
          </p:cNvSpPr>
          <p:nvPr>
            <p:ph type="title" idx="13"/>
          </p:nvPr>
        </p:nvSpPr>
        <p:spPr>
          <a:xfrm>
            <a:off x="5947070" y="3133350"/>
            <a:ext cx="2305500" cy="527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fr"/>
              <a:t>Neptune</a:t>
            </a:r>
            <a:endParaRPr/>
          </a:p>
        </p:txBody>
      </p:sp>
      <p:sp>
        <p:nvSpPr>
          <p:cNvPr id="2255" name="Google Shape;2255;p35"/>
          <p:cNvSpPr txBox="1">
            <a:spLocks noGrp="1"/>
          </p:cNvSpPr>
          <p:nvPr>
            <p:ph type="subTitle" idx="14"/>
          </p:nvPr>
        </p:nvSpPr>
        <p:spPr>
          <a:xfrm>
            <a:off x="5947070" y="3567475"/>
            <a:ext cx="2305500" cy="4848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fr"/>
              <a:t>C’est la planète la plus éloignée du Soleil</a:t>
            </a:r>
            <a:endParaRPr/>
          </a:p>
        </p:txBody>
      </p:sp>
      <p:grpSp>
        <p:nvGrpSpPr>
          <p:cNvPr id="2256" name="Google Shape;2256;p35"/>
          <p:cNvGrpSpPr/>
          <p:nvPr/>
        </p:nvGrpSpPr>
        <p:grpSpPr>
          <a:xfrm>
            <a:off x="7634359" y="152097"/>
            <a:ext cx="1363896" cy="1471648"/>
            <a:chOff x="5070187" y="1911033"/>
            <a:chExt cx="1444805" cy="1558949"/>
          </a:xfrm>
        </p:grpSpPr>
        <p:sp>
          <p:nvSpPr>
            <p:cNvPr id="2257" name="Google Shape;2257;p35"/>
            <p:cNvSpPr/>
            <p:nvPr/>
          </p:nvSpPr>
          <p:spPr>
            <a:xfrm>
              <a:off x="5070187" y="1911033"/>
              <a:ext cx="1444805" cy="1558949"/>
            </a:xfrm>
            <a:custGeom>
              <a:avLst/>
              <a:gdLst/>
              <a:ahLst/>
              <a:cxnLst/>
              <a:rect l="l" t="t" r="r" b="b"/>
              <a:pathLst>
                <a:path w="1952439" h="2106688" extrusionOk="0">
                  <a:moveTo>
                    <a:pt x="1071480" y="13132"/>
                  </a:moveTo>
                  <a:lnTo>
                    <a:pt x="1939308" y="1457803"/>
                  </a:lnTo>
                  <a:lnTo>
                    <a:pt x="880960" y="2093557"/>
                  </a:lnTo>
                  <a:lnTo>
                    <a:pt x="13132" y="648886"/>
                  </a:lnTo>
                  <a:lnTo>
                    <a:pt x="1071480" y="13132"/>
                  </a:lnTo>
                  <a:close/>
                  <a:moveTo>
                    <a:pt x="1074732" y="1"/>
                  </a:moveTo>
                  <a:lnTo>
                    <a:pt x="1" y="645603"/>
                  </a:lnTo>
                  <a:lnTo>
                    <a:pt x="875245" y="2102584"/>
                  </a:lnTo>
                  <a:lnTo>
                    <a:pt x="877707" y="2106688"/>
                  </a:lnTo>
                  <a:lnTo>
                    <a:pt x="1948335" y="1463609"/>
                  </a:lnTo>
                  <a:lnTo>
                    <a:pt x="1952438" y="1461146"/>
                  </a:lnTo>
                  <a:lnTo>
                    <a:pt x="1077225" y="4104"/>
                  </a:lnTo>
                  <a:lnTo>
                    <a:pt x="107473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8" name="Google Shape;2258;p35"/>
            <p:cNvSpPr/>
            <p:nvPr/>
          </p:nvSpPr>
          <p:spPr>
            <a:xfrm>
              <a:off x="5170299" y="2070181"/>
              <a:ext cx="787564" cy="477274"/>
            </a:xfrm>
            <a:custGeom>
              <a:avLst/>
              <a:gdLst/>
              <a:ahLst/>
              <a:cxnLst/>
              <a:rect l="l" t="t" r="r" b="b"/>
              <a:pathLst>
                <a:path w="1064276" h="644965" extrusionOk="0">
                  <a:moveTo>
                    <a:pt x="1059352" y="1"/>
                  </a:moveTo>
                  <a:lnTo>
                    <a:pt x="1" y="636758"/>
                  </a:lnTo>
                  <a:lnTo>
                    <a:pt x="4925" y="644965"/>
                  </a:lnTo>
                  <a:lnTo>
                    <a:pt x="1064276" y="8208"/>
                  </a:lnTo>
                  <a:lnTo>
                    <a:pt x="105935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9" name="Google Shape;2259;p35"/>
            <p:cNvSpPr/>
            <p:nvPr/>
          </p:nvSpPr>
          <p:spPr>
            <a:xfrm>
              <a:off x="5264515" y="2227011"/>
              <a:ext cx="787609" cy="477296"/>
            </a:xfrm>
            <a:custGeom>
              <a:avLst/>
              <a:gdLst/>
              <a:ahLst/>
              <a:cxnLst/>
              <a:rect l="l" t="t" r="r" b="b"/>
              <a:pathLst>
                <a:path w="1064337" h="644995" extrusionOk="0">
                  <a:moveTo>
                    <a:pt x="1059382" y="0"/>
                  </a:moveTo>
                  <a:lnTo>
                    <a:pt x="0" y="636788"/>
                  </a:lnTo>
                  <a:lnTo>
                    <a:pt x="4955" y="644994"/>
                  </a:lnTo>
                  <a:lnTo>
                    <a:pt x="1064336" y="8207"/>
                  </a:lnTo>
                  <a:lnTo>
                    <a:pt x="105938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0" name="Google Shape;2260;p35"/>
            <p:cNvSpPr/>
            <p:nvPr/>
          </p:nvSpPr>
          <p:spPr>
            <a:xfrm>
              <a:off x="5075049" y="1915984"/>
              <a:ext cx="1434998" cy="1549165"/>
            </a:xfrm>
            <a:custGeom>
              <a:avLst/>
              <a:gdLst/>
              <a:ahLst/>
              <a:cxnLst/>
              <a:rect l="l" t="t" r="r" b="b"/>
              <a:pathLst>
                <a:path w="1939186" h="2093466" extrusionOk="0">
                  <a:moveTo>
                    <a:pt x="1066494" y="1"/>
                  </a:moveTo>
                  <a:lnTo>
                    <a:pt x="0" y="640618"/>
                  </a:lnTo>
                  <a:lnTo>
                    <a:pt x="872691" y="2093466"/>
                  </a:lnTo>
                  <a:lnTo>
                    <a:pt x="1939185" y="1452849"/>
                  </a:lnTo>
                  <a:lnTo>
                    <a:pt x="1066494" y="1"/>
                  </a:lnTo>
                  <a:close/>
                </a:path>
              </a:pathLst>
            </a:custGeom>
            <a:solidFill>
              <a:srgbClr val="FFFFFF"/>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1" name="Google Shape;2261;p35"/>
            <p:cNvSpPr/>
            <p:nvPr/>
          </p:nvSpPr>
          <p:spPr>
            <a:xfrm>
              <a:off x="5358754" y="2383908"/>
              <a:ext cx="787609" cy="477274"/>
            </a:xfrm>
            <a:custGeom>
              <a:avLst/>
              <a:gdLst/>
              <a:ahLst/>
              <a:cxnLst/>
              <a:rect l="l" t="t" r="r" b="b"/>
              <a:pathLst>
                <a:path w="1064336" h="644965" extrusionOk="0">
                  <a:moveTo>
                    <a:pt x="1059382" y="1"/>
                  </a:moveTo>
                  <a:lnTo>
                    <a:pt x="0" y="636788"/>
                  </a:lnTo>
                  <a:lnTo>
                    <a:pt x="4955" y="644965"/>
                  </a:lnTo>
                  <a:lnTo>
                    <a:pt x="1064336" y="8208"/>
                  </a:lnTo>
                  <a:lnTo>
                    <a:pt x="105938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2" name="Google Shape;2262;p35"/>
            <p:cNvSpPr/>
            <p:nvPr/>
          </p:nvSpPr>
          <p:spPr>
            <a:xfrm>
              <a:off x="5446352" y="2530970"/>
              <a:ext cx="787609" cy="477296"/>
            </a:xfrm>
            <a:custGeom>
              <a:avLst/>
              <a:gdLst/>
              <a:ahLst/>
              <a:cxnLst/>
              <a:rect l="l" t="t" r="r" b="b"/>
              <a:pathLst>
                <a:path w="1064336" h="644995" extrusionOk="0">
                  <a:moveTo>
                    <a:pt x="1059382" y="0"/>
                  </a:moveTo>
                  <a:lnTo>
                    <a:pt x="0" y="636788"/>
                  </a:lnTo>
                  <a:lnTo>
                    <a:pt x="4955" y="644995"/>
                  </a:lnTo>
                  <a:lnTo>
                    <a:pt x="1064336" y="8207"/>
                  </a:lnTo>
                  <a:lnTo>
                    <a:pt x="105938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3" name="Google Shape;2263;p35"/>
            <p:cNvSpPr/>
            <p:nvPr/>
          </p:nvSpPr>
          <p:spPr>
            <a:xfrm>
              <a:off x="5540590" y="2687823"/>
              <a:ext cx="787564" cy="477296"/>
            </a:xfrm>
            <a:custGeom>
              <a:avLst/>
              <a:gdLst/>
              <a:ahLst/>
              <a:cxnLst/>
              <a:rect l="l" t="t" r="r" b="b"/>
              <a:pathLst>
                <a:path w="1064275" h="644995" extrusionOk="0">
                  <a:moveTo>
                    <a:pt x="1059321" y="0"/>
                  </a:moveTo>
                  <a:lnTo>
                    <a:pt x="0" y="636788"/>
                  </a:lnTo>
                  <a:lnTo>
                    <a:pt x="4924" y="644994"/>
                  </a:lnTo>
                  <a:lnTo>
                    <a:pt x="1064275" y="8207"/>
                  </a:lnTo>
                  <a:lnTo>
                    <a:pt x="105932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4" name="Google Shape;2264;p35"/>
            <p:cNvSpPr/>
            <p:nvPr/>
          </p:nvSpPr>
          <p:spPr>
            <a:xfrm>
              <a:off x="5634806" y="2844675"/>
              <a:ext cx="787586" cy="477297"/>
            </a:xfrm>
            <a:custGeom>
              <a:avLst/>
              <a:gdLst/>
              <a:ahLst/>
              <a:cxnLst/>
              <a:rect l="l" t="t" r="r" b="b"/>
              <a:pathLst>
                <a:path w="1064306" h="644996" extrusionOk="0">
                  <a:moveTo>
                    <a:pt x="1059382" y="1"/>
                  </a:moveTo>
                  <a:lnTo>
                    <a:pt x="0" y="636788"/>
                  </a:lnTo>
                  <a:lnTo>
                    <a:pt x="4925" y="644995"/>
                  </a:lnTo>
                  <a:lnTo>
                    <a:pt x="1064306" y="8208"/>
                  </a:lnTo>
                  <a:lnTo>
                    <a:pt x="105938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5" name="Google Shape;2265;p35"/>
            <p:cNvSpPr/>
            <p:nvPr/>
          </p:nvSpPr>
          <p:spPr>
            <a:xfrm>
              <a:off x="5218690" y="2150712"/>
              <a:ext cx="787609" cy="477296"/>
            </a:xfrm>
            <a:custGeom>
              <a:avLst/>
              <a:gdLst/>
              <a:ahLst/>
              <a:cxnLst/>
              <a:rect l="l" t="t" r="r" b="b"/>
              <a:pathLst>
                <a:path w="1064337" h="644995" extrusionOk="0">
                  <a:moveTo>
                    <a:pt x="1059382" y="0"/>
                  </a:moveTo>
                  <a:lnTo>
                    <a:pt x="1" y="636788"/>
                  </a:lnTo>
                  <a:lnTo>
                    <a:pt x="4955" y="644994"/>
                  </a:lnTo>
                  <a:lnTo>
                    <a:pt x="1064337" y="8207"/>
                  </a:lnTo>
                  <a:lnTo>
                    <a:pt x="105938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6" name="Google Shape;2266;p35"/>
            <p:cNvSpPr/>
            <p:nvPr/>
          </p:nvSpPr>
          <p:spPr>
            <a:xfrm>
              <a:off x="5312929" y="2307564"/>
              <a:ext cx="787586" cy="477297"/>
            </a:xfrm>
            <a:custGeom>
              <a:avLst/>
              <a:gdLst/>
              <a:ahLst/>
              <a:cxnLst/>
              <a:rect l="l" t="t" r="r" b="b"/>
              <a:pathLst>
                <a:path w="1064306" h="644996" extrusionOk="0">
                  <a:moveTo>
                    <a:pt x="1059382" y="1"/>
                  </a:moveTo>
                  <a:lnTo>
                    <a:pt x="1" y="636788"/>
                  </a:lnTo>
                  <a:lnTo>
                    <a:pt x="4925" y="644995"/>
                  </a:lnTo>
                  <a:lnTo>
                    <a:pt x="1064306" y="8208"/>
                  </a:lnTo>
                  <a:lnTo>
                    <a:pt x="105938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7" name="Google Shape;2267;p35"/>
            <p:cNvSpPr/>
            <p:nvPr/>
          </p:nvSpPr>
          <p:spPr>
            <a:xfrm>
              <a:off x="5400527" y="2454649"/>
              <a:ext cx="787609" cy="477296"/>
            </a:xfrm>
            <a:custGeom>
              <a:avLst/>
              <a:gdLst/>
              <a:ahLst/>
              <a:cxnLst/>
              <a:rect l="l" t="t" r="r" b="b"/>
              <a:pathLst>
                <a:path w="1064337" h="644995" extrusionOk="0">
                  <a:moveTo>
                    <a:pt x="1059382" y="0"/>
                  </a:moveTo>
                  <a:lnTo>
                    <a:pt x="1" y="636787"/>
                  </a:lnTo>
                  <a:lnTo>
                    <a:pt x="4955" y="644994"/>
                  </a:lnTo>
                  <a:lnTo>
                    <a:pt x="1064337" y="8207"/>
                  </a:lnTo>
                  <a:lnTo>
                    <a:pt x="105938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8" name="Google Shape;2268;p35"/>
            <p:cNvSpPr/>
            <p:nvPr/>
          </p:nvSpPr>
          <p:spPr>
            <a:xfrm>
              <a:off x="5494765" y="2611501"/>
              <a:ext cx="787586" cy="477296"/>
            </a:xfrm>
            <a:custGeom>
              <a:avLst/>
              <a:gdLst/>
              <a:ahLst/>
              <a:cxnLst/>
              <a:rect l="l" t="t" r="r" b="b"/>
              <a:pathLst>
                <a:path w="1064306" h="644995" extrusionOk="0">
                  <a:moveTo>
                    <a:pt x="1059382" y="1"/>
                  </a:moveTo>
                  <a:lnTo>
                    <a:pt x="0" y="636788"/>
                  </a:lnTo>
                  <a:lnTo>
                    <a:pt x="4925" y="644995"/>
                  </a:lnTo>
                  <a:lnTo>
                    <a:pt x="1064306" y="8208"/>
                  </a:lnTo>
                  <a:lnTo>
                    <a:pt x="105938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9" name="Google Shape;2269;p35"/>
            <p:cNvSpPr/>
            <p:nvPr/>
          </p:nvSpPr>
          <p:spPr>
            <a:xfrm>
              <a:off x="5588981" y="2768353"/>
              <a:ext cx="787587" cy="477296"/>
            </a:xfrm>
            <a:custGeom>
              <a:avLst/>
              <a:gdLst/>
              <a:ahLst/>
              <a:cxnLst/>
              <a:rect l="l" t="t" r="r" b="b"/>
              <a:pathLst>
                <a:path w="1064307" h="644995" extrusionOk="0">
                  <a:moveTo>
                    <a:pt x="1059382" y="1"/>
                  </a:moveTo>
                  <a:lnTo>
                    <a:pt x="1" y="636788"/>
                  </a:lnTo>
                  <a:lnTo>
                    <a:pt x="4925" y="644995"/>
                  </a:lnTo>
                  <a:lnTo>
                    <a:pt x="1064306" y="8207"/>
                  </a:lnTo>
                  <a:lnTo>
                    <a:pt x="105938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0" name="Google Shape;2270;p35"/>
            <p:cNvSpPr/>
            <p:nvPr/>
          </p:nvSpPr>
          <p:spPr>
            <a:xfrm>
              <a:off x="5470817" y="2479397"/>
              <a:ext cx="41658" cy="43972"/>
            </a:xfrm>
            <a:custGeom>
              <a:avLst/>
              <a:gdLst/>
              <a:ahLst/>
              <a:cxnLst/>
              <a:rect l="l" t="t" r="r" b="b"/>
              <a:pathLst>
                <a:path w="56294" h="59421" extrusionOk="0">
                  <a:moveTo>
                    <a:pt x="21285" y="1"/>
                  </a:moveTo>
                  <a:cubicBezTo>
                    <a:pt x="18406" y="1"/>
                    <a:pt x="15629" y="650"/>
                    <a:pt x="13101" y="2019"/>
                  </a:cubicBezTo>
                  <a:cubicBezTo>
                    <a:pt x="2158" y="7977"/>
                    <a:pt x="0" y="25211"/>
                    <a:pt x="8298" y="40470"/>
                  </a:cubicBezTo>
                  <a:cubicBezTo>
                    <a:pt x="14691" y="52229"/>
                    <a:pt x="25382" y="59421"/>
                    <a:pt x="34955" y="59421"/>
                  </a:cubicBezTo>
                  <a:cubicBezTo>
                    <a:pt x="37853" y="59421"/>
                    <a:pt x="40649" y="58761"/>
                    <a:pt x="43193" y="57370"/>
                  </a:cubicBezTo>
                  <a:cubicBezTo>
                    <a:pt x="54135" y="51412"/>
                    <a:pt x="56293" y="34208"/>
                    <a:pt x="47965" y="18919"/>
                  </a:cubicBezTo>
                  <a:cubicBezTo>
                    <a:pt x="41561" y="7187"/>
                    <a:pt x="30862" y="1"/>
                    <a:pt x="21285"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1" name="Google Shape;2271;p35"/>
            <p:cNvSpPr/>
            <p:nvPr/>
          </p:nvSpPr>
          <p:spPr>
            <a:xfrm>
              <a:off x="5467779" y="2474568"/>
              <a:ext cx="50318" cy="53668"/>
            </a:xfrm>
            <a:custGeom>
              <a:avLst/>
              <a:gdLst/>
              <a:ahLst/>
              <a:cxnLst/>
              <a:rect l="l" t="t" r="r" b="b"/>
              <a:pathLst>
                <a:path w="67997" h="72524" extrusionOk="0">
                  <a:moveTo>
                    <a:pt x="25412" y="13070"/>
                  </a:moveTo>
                  <a:cubicBezTo>
                    <a:pt x="28330" y="13070"/>
                    <a:pt x="31065" y="14134"/>
                    <a:pt x="32768" y="14955"/>
                  </a:cubicBezTo>
                  <a:cubicBezTo>
                    <a:pt x="38056" y="17508"/>
                    <a:pt x="43011" y="22493"/>
                    <a:pt x="46294" y="28602"/>
                  </a:cubicBezTo>
                  <a:cubicBezTo>
                    <a:pt x="52768" y="40487"/>
                    <a:pt x="51765" y="54013"/>
                    <a:pt x="44136" y="58177"/>
                  </a:cubicBezTo>
                  <a:cubicBezTo>
                    <a:pt x="42574" y="59023"/>
                    <a:pt x="40835" y="59424"/>
                    <a:pt x="39000" y="59424"/>
                  </a:cubicBezTo>
                  <a:cubicBezTo>
                    <a:pt x="31869" y="59424"/>
                    <a:pt x="23297" y="53374"/>
                    <a:pt x="18147" y="43922"/>
                  </a:cubicBezTo>
                  <a:cubicBezTo>
                    <a:pt x="14834" y="37812"/>
                    <a:pt x="13375" y="30912"/>
                    <a:pt x="14074" y="25107"/>
                  </a:cubicBezTo>
                  <a:cubicBezTo>
                    <a:pt x="14439" y="22159"/>
                    <a:pt x="15746" y="16779"/>
                    <a:pt x="20305" y="14316"/>
                  </a:cubicBezTo>
                  <a:cubicBezTo>
                    <a:pt x="21977" y="13405"/>
                    <a:pt x="23740" y="13070"/>
                    <a:pt x="25412" y="13070"/>
                  </a:cubicBezTo>
                  <a:close/>
                  <a:moveTo>
                    <a:pt x="25382" y="1"/>
                  </a:moveTo>
                  <a:cubicBezTo>
                    <a:pt x="21368" y="1"/>
                    <a:pt x="17515" y="929"/>
                    <a:pt x="14074" y="2797"/>
                  </a:cubicBezTo>
                  <a:cubicBezTo>
                    <a:pt x="6962" y="6687"/>
                    <a:pt x="2220" y="14195"/>
                    <a:pt x="1095" y="23466"/>
                  </a:cubicBezTo>
                  <a:cubicBezTo>
                    <a:pt x="1" y="32098"/>
                    <a:pt x="1946" y="41551"/>
                    <a:pt x="6627" y="50153"/>
                  </a:cubicBezTo>
                  <a:cubicBezTo>
                    <a:pt x="14287" y="64165"/>
                    <a:pt x="26992" y="72524"/>
                    <a:pt x="38938" y="72524"/>
                  </a:cubicBezTo>
                  <a:cubicBezTo>
                    <a:pt x="42920" y="72524"/>
                    <a:pt x="46780" y="71612"/>
                    <a:pt x="50397" y="69636"/>
                  </a:cubicBezTo>
                  <a:cubicBezTo>
                    <a:pt x="64713" y="61855"/>
                    <a:pt x="67996" y="41065"/>
                    <a:pt x="57814" y="22341"/>
                  </a:cubicBezTo>
                  <a:cubicBezTo>
                    <a:pt x="53133" y="13739"/>
                    <a:pt x="46294" y="6961"/>
                    <a:pt x="38482" y="3161"/>
                  </a:cubicBezTo>
                  <a:cubicBezTo>
                    <a:pt x="34135" y="1058"/>
                    <a:pt x="29667" y="1"/>
                    <a:pt x="2538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2" name="Google Shape;2272;p35"/>
            <p:cNvSpPr/>
            <p:nvPr/>
          </p:nvSpPr>
          <p:spPr>
            <a:xfrm>
              <a:off x="5790354" y="2291495"/>
              <a:ext cx="41635" cy="44009"/>
            </a:xfrm>
            <a:custGeom>
              <a:avLst/>
              <a:gdLst/>
              <a:ahLst/>
              <a:cxnLst/>
              <a:rect l="l" t="t" r="r" b="b"/>
              <a:pathLst>
                <a:path w="56263" h="59471" extrusionOk="0">
                  <a:moveTo>
                    <a:pt x="21364" y="0"/>
                  </a:moveTo>
                  <a:cubicBezTo>
                    <a:pt x="18504" y="0"/>
                    <a:pt x="15741" y="645"/>
                    <a:pt x="13222" y="2006"/>
                  </a:cubicBezTo>
                  <a:cubicBezTo>
                    <a:pt x="2249" y="7902"/>
                    <a:pt x="0" y="25106"/>
                    <a:pt x="8237" y="40426"/>
                  </a:cubicBezTo>
                  <a:cubicBezTo>
                    <a:pt x="14609" y="52232"/>
                    <a:pt x="25314" y="59471"/>
                    <a:pt x="34911" y="59471"/>
                  </a:cubicBezTo>
                  <a:cubicBezTo>
                    <a:pt x="37767" y="59471"/>
                    <a:pt x="40524" y="58830"/>
                    <a:pt x="43041" y="57478"/>
                  </a:cubicBezTo>
                  <a:cubicBezTo>
                    <a:pt x="54044" y="51611"/>
                    <a:pt x="56263" y="34377"/>
                    <a:pt x="48025" y="19088"/>
                  </a:cubicBezTo>
                  <a:cubicBezTo>
                    <a:pt x="41679" y="7262"/>
                    <a:pt x="30966" y="0"/>
                    <a:pt x="21364"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3" name="Google Shape;2273;p35"/>
            <p:cNvSpPr/>
            <p:nvPr/>
          </p:nvSpPr>
          <p:spPr>
            <a:xfrm>
              <a:off x="5784704" y="2286585"/>
              <a:ext cx="50295" cy="53760"/>
            </a:xfrm>
            <a:custGeom>
              <a:avLst/>
              <a:gdLst/>
              <a:ahLst/>
              <a:cxnLst/>
              <a:rect l="l" t="t" r="r" b="b"/>
              <a:pathLst>
                <a:path w="67966" h="72649" extrusionOk="0">
                  <a:moveTo>
                    <a:pt x="29029" y="13165"/>
                  </a:moveTo>
                  <a:cubicBezTo>
                    <a:pt x="36202" y="13165"/>
                    <a:pt x="44804" y="19274"/>
                    <a:pt x="49850" y="28788"/>
                  </a:cubicBezTo>
                  <a:cubicBezTo>
                    <a:pt x="53163" y="34897"/>
                    <a:pt x="54592" y="41767"/>
                    <a:pt x="53832" y="47603"/>
                  </a:cubicBezTo>
                  <a:cubicBezTo>
                    <a:pt x="53467" y="50551"/>
                    <a:pt x="52130" y="55870"/>
                    <a:pt x="47540" y="58332"/>
                  </a:cubicBezTo>
                  <a:cubicBezTo>
                    <a:pt x="45892" y="59233"/>
                    <a:pt x="44157" y="59570"/>
                    <a:pt x="42488" y="59570"/>
                  </a:cubicBezTo>
                  <a:cubicBezTo>
                    <a:pt x="39539" y="59570"/>
                    <a:pt x="36797" y="58518"/>
                    <a:pt x="35108" y="57664"/>
                  </a:cubicBezTo>
                  <a:cubicBezTo>
                    <a:pt x="29819" y="55080"/>
                    <a:pt x="24925" y="50065"/>
                    <a:pt x="21612" y="43955"/>
                  </a:cubicBezTo>
                  <a:cubicBezTo>
                    <a:pt x="15229" y="32010"/>
                    <a:pt x="16293" y="18484"/>
                    <a:pt x="23922" y="14380"/>
                  </a:cubicBezTo>
                  <a:cubicBezTo>
                    <a:pt x="25503" y="13560"/>
                    <a:pt x="27205" y="13165"/>
                    <a:pt x="29029" y="13165"/>
                  </a:cubicBezTo>
                  <a:close/>
                  <a:moveTo>
                    <a:pt x="29095" y="1"/>
                  </a:moveTo>
                  <a:cubicBezTo>
                    <a:pt x="25161" y="1"/>
                    <a:pt x="21310" y="912"/>
                    <a:pt x="17752" y="2830"/>
                  </a:cubicBezTo>
                  <a:cubicBezTo>
                    <a:pt x="3375" y="10581"/>
                    <a:pt x="1" y="31341"/>
                    <a:pt x="10092" y="50126"/>
                  </a:cubicBezTo>
                  <a:cubicBezTo>
                    <a:pt x="14743" y="58728"/>
                    <a:pt x="21582" y="65567"/>
                    <a:pt x="29363" y="69396"/>
                  </a:cubicBezTo>
                  <a:cubicBezTo>
                    <a:pt x="33740" y="71585"/>
                    <a:pt x="38208" y="72649"/>
                    <a:pt x="42555" y="72649"/>
                  </a:cubicBezTo>
                  <a:cubicBezTo>
                    <a:pt x="46506" y="72649"/>
                    <a:pt x="50336" y="71706"/>
                    <a:pt x="53710" y="69822"/>
                  </a:cubicBezTo>
                  <a:cubicBezTo>
                    <a:pt x="60853" y="66023"/>
                    <a:pt x="65625" y="58515"/>
                    <a:pt x="66841" y="49244"/>
                  </a:cubicBezTo>
                  <a:cubicBezTo>
                    <a:pt x="67966" y="40642"/>
                    <a:pt x="66020" y="31128"/>
                    <a:pt x="61400" y="22557"/>
                  </a:cubicBezTo>
                  <a:cubicBezTo>
                    <a:pt x="53784" y="8422"/>
                    <a:pt x="41055" y="1"/>
                    <a:pt x="290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4" name="Google Shape;2274;p35"/>
            <p:cNvSpPr/>
            <p:nvPr/>
          </p:nvSpPr>
          <p:spPr>
            <a:xfrm>
              <a:off x="5607550" y="2375693"/>
              <a:ext cx="87430" cy="78208"/>
            </a:xfrm>
            <a:custGeom>
              <a:avLst/>
              <a:gdLst/>
              <a:ahLst/>
              <a:cxnLst/>
              <a:rect l="l" t="t" r="r" b="b"/>
              <a:pathLst>
                <a:path w="118149" h="105686" extrusionOk="0">
                  <a:moveTo>
                    <a:pt x="97297" y="0"/>
                  </a:moveTo>
                  <a:lnTo>
                    <a:pt x="85503" y="5745"/>
                  </a:lnTo>
                  <a:lnTo>
                    <a:pt x="88361" y="11642"/>
                  </a:lnTo>
                  <a:cubicBezTo>
                    <a:pt x="103376" y="42615"/>
                    <a:pt x="102343" y="76202"/>
                    <a:pt x="85959" y="88117"/>
                  </a:cubicBezTo>
                  <a:cubicBezTo>
                    <a:pt x="81283" y="91536"/>
                    <a:pt x="75983" y="92605"/>
                    <a:pt x="71211" y="92605"/>
                  </a:cubicBezTo>
                  <a:cubicBezTo>
                    <a:pt x="68602" y="92605"/>
                    <a:pt x="66150" y="92286"/>
                    <a:pt x="64044" y="91856"/>
                  </a:cubicBezTo>
                  <a:cubicBezTo>
                    <a:pt x="46415" y="88239"/>
                    <a:pt x="27448" y="72646"/>
                    <a:pt x="14621" y="51187"/>
                  </a:cubicBezTo>
                  <a:lnTo>
                    <a:pt x="11247" y="45563"/>
                  </a:lnTo>
                  <a:lnTo>
                    <a:pt x="0" y="52281"/>
                  </a:lnTo>
                  <a:lnTo>
                    <a:pt x="3374" y="57904"/>
                  </a:lnTo>
                  <a:cubicBezTo>
                    <a:pt x="18268" y="82798"/>
                    <a:pt x="40001" y="100275"/>
                    <a:pt x="61430" y="104652"/>
                  </a:cubicBezTo>
                  <a:cubicBezTo>
                    <a:pt x="64834" y="105321"/>
                    <a:pt x="68117" y="105686"/>
                    <a:pt x="71309" y="105686"/>
                  </a:cubicBezTo>
                  <a:cubicBezTo>
                    <a:pt x="79698" y="105686"/>
                    <a:pt x="87297" y="103315"/>
                    <a:pt x="93680" y="98695"/>
                  </a:cubicBezTo>
                  <a:cubicBezTo>
                    <a:pt x="115382" y="82828"/>
                    <a:pt x="118148" y="42980"/>
                    <a:pt x="100154" y="5897"/>
                  </a:cubicBezTo>
                  <a:lnTo>
                    <a:pt x="9729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5" name="Google Shape;2275;p35"/>
            <p:cNvSpPr/>
            <p:nvPr/>
          </p:nvSpPr>
          <p:spPr>
            <a:xfrm>
              <a:off x="5701000" y="2011691"/>
              <a:ext cx="193911" cy="190868"/>
            </a:xfrm>
            <a:custGeom>
              <a:avLst/>
              <a:gdLst/>
              <a:ahLst/>
              <a:cxnLst/>
              <a:rect l="l" t="t" r="r" b="b"/>
              <a:pathLst>
                <a:path w="262042" h="257930" extrusionOk="0">
                  <a:moveTo>
                    <a:pt x="129972" y="9598"/>
                  </a:moveTo>
                  <a:cubicBezTo>
                    <a:pt x="159365" y="9598"/>
                    <a:pt x="188788" y="20297"/>
                    <a:pt x="211828" y="41999"/>
                  </a:cubicBezTo>
                  <a:cubicBezTo>
                    <a:pt x="259762" y="87137"/>
                    <a:pt x="262042" y="162852"/>
                    <a:pt x="216904" y="210816"/>
                  </a:cubicBezTo>
                  <a:cubicBezTo>
                    <a:pt x="193444" y="235730"/>
                    <a:pt x="161723" y="248311"/>
                    <a:pt x="129936" y="248311"/>
                  </a:cubicBezTo>
                  <a:cubicBezTo>
                    <a:pt x="100565" y="248311"/>
                    <a:pt x="71137" y="237570"/>
                    <a:pt x="48117" y="215893"/>
                  </a:cubicBezTo>
                  <a:cubicBezTo>
                    <a:pt x="24894" y="194008"/>
                    <a:pt x="11551" y="164433"/>
                    <a:pt x="10608" y="132548"/>
                  </a:cubicBezTo>
                  <a:cubicBezTo>
                    <a:pt x="9605" y="100663"/>
                    <a:pt x="21125" y="70298"/>
                    <a:pt x="43010" y="47106"/>
                  </a:cubicBezTo>
                  <a:cubicBezTo>
                    <a:pt x="66445" y="22182"/>
                    <a:pt x="98178" y="9598"/>
                    <a:pt x="129972" y="9598"/>
                  </a:cubicBezTo>
                  <a:close/>
                  <a:moveTo>
                    <a:pt x="129793" y="0"/>
                  </a:moveTo>
                  <a:cubicBezTo>
                    <a:pt x="128538" y="0"/>
                    <a:pt x="127281" y="18"/>
                    <a:pt x="126021" y="54"/>
                  </a:cubicBezTo>
                  <a:cubicBezTo>
                    <a:pt x="91613" y="1087"/>
                    <a:pt x="59606" y="15495"/>
                    <a:pt x="36019" y="40571"/>
                  </a:cubicBezTo>
                  <a:cubicBezTo>
                    <a:pt x="12432" y="65647"/>
                    <a:pt x="0" y="98414"/>
                    <a:pt x="1034" y="132852"/>
                  </a:cubicBezTo>
                  <a:cubicBezTo>
                    <a:pt x="2067" y="167260"/>
                    <a:pt x="16444" y="199266"/>
                    <a:pt x="41521" y="222853"/>
                  </a:cubicBezTo>
                  <a:cubicBezTo>
                    <a:pt x="65625" y="245528"/>
                    <a:pt x="96841" y="257930"/>
                    <a:pt x="129820" y="257930"/>
                  </a:cubicBezTo>
                  <a:cubicBezTo>
                    <a:pt x="131158" y="257930"/>
                    <a:pt x="132495" y="257899"/>
                    <a:pt x="133832" y="257869"/>
                  </a:cubicBezTo>
                  <a:cubicBezTo>
                    <a:pt x="168240" y="256835"/>
                    <a:pt x="200217" y="242428"/>
                    <a:pt x="223834" y="217352"/>
                  </a:cubicBezTo>
                  <a:cubicBezTo>
                    <a:pt x="247421" y="192275"/>
                    <a:pt x="259853" y="159478"/>
                    <a:pt x="258820" y="125071"/>
                  </a:cubicBezTo>
                  <a:cubicBezTo>
                    <a:pt x="257786" y="90632"/>
                    <a:pt x="243379" y="58687"/>
                    <a:pt x="218302" y="35039"/>
                  </a:cubicBezTo>
                  <a:cubicBezTo>
                    <a:pt x="194142" y="12314"/>
                    <a:pt x="162873" y="0"/>
                    <a:pt x="12979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6" name="Google Shape;2276;p35"/>
            <p:cNvSpPr/>
            <p:nvPr/>
          </p:nvSpPr>
          <p:spPr>
            <a:xfrm>
              <a:off x="5744934" y="2076010"/>
              <a:ext cx="103153" cy="101330"/>
            </a:xfrm>
            <a:custGeom>
              <a:avLst/>
              <a:gdLst/>
              <a:ahLst/>
              <a:cxnLst/>
              <a:rect l="l" t="t" r="r" b="b"/>
              <a:pathLst>
                <a:path w="139396" h="136933" extrusionOk="0">
                  <a:moveTo>
                    <a:pt x="19028" y="18785"/>
                  </a:moveTo>
                  <a:lnTo>
                    <a:pt x="81248" y="45138"/>
                  </a:lnTo>
                  <a:lnTo>
                    <a:pt x="49120" y="79242"/>
                  </a:lnTo>
                  <a:lnTo>
                    <a:pt x="19028" y="18785"/>
                  </a:lnTo>
                  <a:close/>
                  <a:moveTo>
                    <a:pt x="13405" y="0"/>
                  </a:moveTo>
                  <a:lnTo>
                    <a:pt x="1" y="14225"/>
                  </a:lnTo>
                  <a:lnTo>
                    <a:pt x="59363" y="136932"/>
                  </a:lnTo>
                  <a:lnTo>
                    <a:pt x="71826" y="123680"/>
                  </a:lnTo>
                  <a:lnTo>
                    <a:pt x="55990" y="92859"/>
                  </a:lnTo>
                  <a:lnTo>
                    <a:pt x="95352" y="51035"/>
                  </a:lnTo>
                  <a:lnTo>
                    <a:pt x="127116" y="64986"/>
                  </a:lnTo>
                  <a:lnTo>
                    <a:pt x="139395" y="51946"/>
                  </a:lnTo>
                  <a:lnTo>
                    <a:pt x="1340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7" name="Google Shape;2277;p35"/>
            <p:cNvSpPr/>
            <p:nvPr/>
          </p:nvSpPr>
          <p:spPr>
            <a:xfrm>
              <a:off x="5823372" y="2013238"/>
              <a:ext cx="66265" cy="66309"/>
            </a:xfrm>
            <a:custGeom>
              <a:avLst/>
              <a:gdLst/>
              <a:ahLst/>
              <a:cxnLst/>
              <a:rect l="l" t="t" r="r" b="b"/>
              <a:pathLst>
                <a:path w="89547" h="89607" extrusionOk="0">
                  <a:moveTo>
                    <a:pt x="76993" y="0"/>
                  </a:moveTo>
                  <a:lnTo>
                    <a:pt x="44409" y="34621"/>
                  </a:lnTo>
                  <a:lnTo>
                    <a:pt x="9819" y="2067"/>
                  </a:lnTo>
                  <a:lnTo>
                    <a:pt x="1" y="12493"/>
                  </a:lnTo>
                  <a:lnTo>
                    <a:pt x="34591" y="45046"/>
                  </a:lnTo>
                  <a:lnTo>
                    <a:pt x="2007" y="79667"/>
                  </a:lnTo>
                  <a:lnTo>
                    <a:pt x="12554" y="89606"/>
                  </a:lnTo>
                  <a:lnTo>
                    <a:pt x="45138" y="54986"/>
                  </a:lnTo>
                  <a:lnTo>
                    <a:pt x="79729" y="87570"/>
                  </a:lnTo>
                  <a:lnTo>
                    <a:pt x="89546" y="77114"/>
                  </a:lnTo>
                  <a:lnTo>
                    <a:pt x="54956" y="44560"/>
                  </a:lnTo>
                  <a:lnTo>
                    <a:pt x="87540" y="9939"/>
                  </a:lnTo>
                  <a:lnTo>
                    <a:pt x="7699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8" name="Google Shape;2278;p35"/>
            <p:cNvSpPr/>
            <p:nvPr/>
          </p:nvSpPr>
          <p:spPr>
            <a:xfrm>
              <a:off x="5200977" y="2315059"/>
              <a:ext cx="649683" cy="1074996"/>
            </a:xfrm>
            <a:custGeom>
              <a:avLst/>
              <a:gdLst/>
              <a:ahLst/>
              <a:cxnLst/>
              <a:rect l="l" t="t" r="r" b="b"/>
              <a:pathLst>
                <a:path w="877950" h="1452697" extrusionOk="0">
                  <a:moveTo>
                    <a:pt x="8238" y="1"/>
                  </a:moveTo>
                  <a:lnTo>
                    <a:pt x="0" y="4925"/>
                  </a:lnTo>
                  <a:lnTo>
                    <a:pt x="869743" y="1452696"/>
                  </a:lnTo>
                  <a:lnTo>
                    <a:pt x="877950" y="1447772"/>
                  </a:lnTo>
                  <a:lnTo>
                    <a:pt x="823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282"/>
        <p:cNvGrpSpPr/>
        <p:nvPr/>
      </p:nvGrpSpPr>
      <p:grpSpPr>
        <a:xfrm>
          <a:off x="0" y="0"/>
          <a:ext cx="0" cy="0"/>
          <a:chOff x="0" y="0"/>
          <a:chExt cx="0" cy="0"/>
        </a:xfrm>
      </p:grpSpPr>
      <p:sp>
        <p:nvSpPr>
          <p:cNvPr id="2283" name="Google Shape;2283;p36"/>
          <p:cNvSpPr txBox="1">
            <a:spLocks noGrp="1"/>
          </p:cNvSpPr>
          <p:nvPr>
            <p:ph type="title"/>
          </p:nvPr>
        </p:nvSpPr>
        <p:spPr>
          <a:xfrm>
            <a:off x="904875" y="597425"/>
            <a:ext cx="73344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fr"/>
              <a:t>VOICI UNE </a:t>
            </a:r>
            <a:r>
              <a:rPr lang="fr">
                <a:solidFill>
                  <a:schemeClr val="lt1"/>
                </a:solidFill>
              </a:rPr>
              <a:t>CARTE</a:t>
            </a:r>
            <a:endParaRPr b="1">
              <a:solidFill>
                <a:schemeClr val="lt1"/>
              </a:solidFill>
            </a:endParaRPr>
          </a:p>
        </p:txBody>
      </p:sp>
      <p:grpSp>
        <p:nvGrpSpPr>
          <p:cNvPr id="2284" name="Google Shape;2284;p36"/>
          <p:cNvGrpSpPr/>
          <p:nvPr/>
        </p:nvGrpSpPr>
        <p:grpSpPr>
          <a:xfrm>
            <a:off x="3690941" y="1482091"/>
            <a:ext cx="4295934" cy="2824892"/>
            <a:chOff x="235800" y="830650"/>
            <a:chExt cx="6978450" cy="4588844"/>
          </a:xfrm>
        </p:grpSpPr>
        <p:sp>
          <p:nvSpPr>
            <p:cNvPr id="2285" name="Google Shape;2285;p36"/>
            <p:cNvSpPr/>
            <p:nvPr/>
          </p:nvSpPr>
          <p:spPr>
            <a:xfrm>
              <a:off x="235800" y="1224769"/>
              <a:ext cx="2592225" cy="4194725"/>
            </a:xfrm>
            <a:custGeom>
              <a:avLst/>
              <a:gdLst/>
              <a:ahLst/>
              <a:cxnLst/>
              <a:rect l="l" t="t" r="r" b="b"/>
              <a:pathLst>
                <a:path w="103689" h="167789" extrusionOk="0">
                  <a:moveTo>
                    <a:pt x="13807" y="0"/>
                  </a:moveTo>
                  <a:cubicBezTo>
                    <a:pt x="11526" y="0"/>
                    <a:pt x="9194" y="921"/>
                    <a:pt x="7431" y="2357"/>
                  </a:cubicBezTo>
                  <a:cubicBezTo>
                    <a:pt x="6418" y="3183"/>
                    <a:pt x="7559" y="5231"/>
                    <a:pt x="8433" y="6203"/>
                  </a:cubicBezTo>
                  <a:cubicBezTo>
                    <a:pt x="9308" y="7175"/>
                    <a:pt x="10393" y="8259"/>
                    <a:pt x="10189" y="9549"/>
                  </a:cubicBezTo>
                  <a:cubicBezTo>
                    <a:pt x="9355" y="9975"/>
                    <a:pt x="8287" y="10084"/>
                    <a:pt x="7292" y="10084"/>
                  </a:cubicBezTo>
                  <a:cubicBezTo>
                    <a:pt x="7024" y="10084"/>
                    <a:pt x="6762" y="10076"/>
                    <a:pt x="6511" y="10065"/>
                  </a:cubicBezTo>
                  <a:cubicBezTo>
                    <a:pt x="6102" y="10046"/>
                    <a:pt x="5686" y="9992"/>
                    <a:pt x="5277" y="9992"/>
                  </a:cubicBezTo>
                  <a:cubicBezTo>
                    <a:pt x="4990" y="9992"/>
                    <a:pt x="4705" y="10019"/>
                    <a:pt x="4430" y="10104"/>
                  </a:cubicBezTo>
                  <a:cubicBezTo>
                    <a:pt x="3763" y="10310"/>
                    <a:pt x="3182" y="11034"/>
                    <a:pt x="3440" y="11683"/>
                  </a:cubicBezTo>
                  <a:cubicBezTo>
                    <a:pt x="2981" y="12481"/>
                    <a:pt x="2431" y="12899"/>
                    <a:pt x="2962" y="13650"/>
                  </a:cubicBezTo>
                  <a:cubicBezTo>
                    <a:pt x="3377" y="14235"/>
                    <a:pt x="4081" y="14716"/>
                    <a:pt x="4076" y="15434"/>
                  </a:cubicBezTo>
                  <a:cubicBezTo>
                    <a:pt x="4071" y="16003"/>
                    <a:pt x="3591" y="16462"/>
                    <a:pt x="3082" y="16719"/>
                  </a:cubicBezTo>
                  <a:cubicBezTo>
                    <a:pt x="2572" y="16973"/>
                    <a:pt x="2000" y="17102"/>
                    <a:pt x="1518" y="17408"/>
                  </a:cubicBezTo>
                  <a:cubicBezTo>
                    <a:pt x="13" y="18366"/>
                    <a:pt x="0" y="20519"/>
                    <a:pt x="159" y="22295"/>
                  </a:cubicBezTo>
                  <a:cubicBezTo>
                    <a:pt x="1133" y="23491"/>
                    <a:pt x="1285" y="25550"/>
                    <a:pt x="817" y="27017"/>
                  </a:cubicBezTo>
                  <a:cubicBezTo>
                    <a:pt x="639" y="27577"/>
                    <a:pt x="351" y="28172"/>
                    <a:pt x="552" y="28724"/>
                  </a:cubicBezTo>
                  <a:cubicBezTo>
                    <a:pt x="782" y="29356"/>
                    <a:pt x="1526" y="29605"/>
                    <a:pt x="2177" y="29773"/>
                  </a:cubicBezTo>
                  <a:cubicBezTo>
                    <a:pt x="2891" y="29958"/>
                    <a:pt x="3669" y="30130"/>
                    <a:pt x="4408" y="30130"/>
                  </a:cubicBezTo>
                  <a:cubicBezTo>
                    <a:pt x="5109" y="30130"/>
                    <a:pt x="5775" y="29975"/>
                    <a:pt x="6314" y="29528"/>
                  </a:cubicBezTo>
                  <a:cubicBezTo>
                    <a:pt x="7583" y="28478"/>
                    <a:pt x="9157" y="28121"/>
                    <a:pt x="10834" y="28121"/>
                  </a:cubicBezTo>
                  <a:cubicBezTo>
                    <a:pt x="13016" y="28121"/>
                    <a:pt x="15374" y="28725"/>
                    <a:pt x="17464" y="29196"/>
                  </a:cubicBezTo>
                  <a:cubicBezTo>
                    <a:pt x="18740" y="29482"/>
                    <a:pt x="20083" y="29952"/>
                    <a:pt x="20830" y="31028"/>
                  </a:cubicBezTo>
                  <a:cubicBezTo>
                    <a:pt x="21824" y="32461"/>
                    <a:pt x="21400" y="34451"/>
                    <a:pt x="20580" y="35993"/>
                  </a:cubicBezTo>
                  <a:cubicBezTo>
                    <a:pt x="19762" y="37533"/>
                    <a:pt x="18587" y="38903"/>
                    <a:pt x="18068" y="40567"/>
                  </a:cubicBezTo>
                  <a:cubicBezTo>
                    <a:pt x="17582" y="42129"/>
                    <a:pt x="17717" y="43806"/>
                    <a:pt x="17859" y="45436"/>
                  </a:cubicBezTo>
                  <a:cubicBezTo>
                    <a:pt x="18032" y="47441"/>
                    <a:pt x="18242" y="49554"/>
                    <a:pt x="19405" y="51198"/>
                  </a:cubicBezTo>
                  <a:cubicBezTo>
                    <a:pt x="20624" y="52922"/>
                    <a:pt x="21392" y="55494"/>
                    <a:pt x="21294" y="57601"/>
                  </a:cubicBezTo>
                  <a:cubicBezTo>
                    <a:pt x="21216" y="59294"/>
                    <a:pt x="20619" y="60958"/>
                    <a:pt x="20775" y="62645"/>
                  </a:cubicBezTo>
                  <a:cubicBezTo>
                    <a:pt x="21057" y="65704"/>
                    <a:pt x="23699" y="67999"/>
                    <a:pt x="26397" y="69471"/>
                  </a:cubicBezTo>
                  <a:cubicBezTo>
                    <a:pt x="29219" y="71013"/>
                    <a:pt x="31651" y="73637"/>
                    <a:pt x="32623" y="76701"/>
                  </a:cubicBezTo>
                  <a:cubicBezTo>
                    <a:pt x="33112" y="78241"/>
                    <a:pt x="33257" y="79868"/>
                    <a:pt x="33688" y="81425"/>
                  </a:cubicBezTo>
                  <a:cubicBezTo>
                    <a:pt x="34432" y="84119"/>
                    <a:pt x="36051" y="86565"/>
                    <a:pt x="38239" y="88307"/>
                  </a:cubicBezTo>
                  <a:cubicBezTo>
                    <a:pt x="39834" y="89575"/>
                    <a:pt x="42451" y="90023"/>
                    <a:pt x="44455" y="90388"/>
                  </a:cubicBezTo>
                  <a:cubicBezTo>
                    <a:pt x="45495" y="90578"/>
                    <a:pt x="46617" y="90728"/>
                    <a:pt x="47400" y="91437"/>
                  </a:cubicBezTo>
                  <a:cubicBezTo>
                    <a:pt x="47762" y="91764"/>
                    <a:pt x="48023" y="92187"/>
                    <a:pt x="48369" y="92530"/>
                  </a:cubicBezTo>
                  <a:cubicBezTo>
                    <a:pt x="50044" y="94188"/>
                    <a:pt x="53127" y="93507"/>
                    <a:pt x="54821" y="95145"/>
                  </a:cubicBezTo>
                  <a:cubicBezTo>
                    <a:pt x="55259" y="95566"/>
                    <a:pt x="55558" y="96107"/>
                    <a:pt x="55941" y="96579"/>
                  </a:cubicBezTo>
                  <a:cubicBezTo>
                    <a:pt x="56887" y="97736"/>
                    <a:pt x="58370" y="98428"/>
                    <a:pt x="59861" y="98428"/>
                  </a:cubicBezTo>
                  <a:cubicBezTo>
                    <a:pt x="60003" y="98428"/>
                    <a:pt x="60145" y="98421"/>
                    <a:pt x="60286" y="98409"/>
                  </a:cubicBezTo>
                  <a:lnTo>
                    <a:pt x="60286" y="98409"/>
                  </a:lnTo>
                  <a:cubicBezTo>
                    <a:pt x="59905" y="99653"/>
                    <a:pt x="61397" y="101114"/>
                    <a:pt x="60936" y="102330"/>
                  </a:cubicBezTo>
                  <a:cubicBezTo>
                    <a:pt x="60565" y="103312"/>
                    <a:pt x="59445" y="103741"/>
                    <a:pt x="58674" y="104452"/>
                  </a:cubicBezTo>
                  <a:cubicBezTo>
                    <a:pt x="57337" y="105685"/>
                    <a:pt x="57129" y="107795"/>
                    <a:pt x="57705" y="109521"/>
                  </a:cubicBezTo>
                  <a:cubicBezTo>
                    <a:pt x="58282" y="111246"/>
                    <a:pt x="59498" y="112671"/>
                    <a:pt x="60717" y="114022"/>
                  </a:cubicBezTo>
                  <a:cubicBezTo>
                    <a:pt x="62978" y="116530"/>
                    <a:pt x="65696" y="117746"/>
                    <a:pt x="68148" y="120066"/>
                  </a:cubicBezTo>
                  <a:cubicBezTo>
                    <a:pt x="70420" y="122216"/>
                    <a:pt x="70937" y="125696"/>
                    <a:pt x="70438" y="128784"/>
                  </a:cubicBezTo>
                  <a:cubicBezTo>
                    <a:pt x="69938" y="131872"/>
                    <a:pt x="68585" y="134744"/>
                    <a:pt x="67620" y="137718"/>
                  </a:cubicBezTo>
                  <a:cubicBezTo>
                    <a:pt x="65814" y="143276"/>
                    <a:pt x="65376" y="149382"/>
                    <a:pt x="67102" y="154963"/>
                  </a:cubicBezTo>
                  <a:cubicBezTo>
                    <a:pt x="68828" y="160546"/>
                    <a:pt x="72869" y="165522"/>
                    <a:pt x="78283" y="167717"/>
                  </a:cubicBezTo>
                  <a:cubicBezTo>
                    <a:pt x="78404" y="167766"/>
                    <a:pt x="78530" y="167788"/>
                    <a:pt x="78658" y="167788"/>
                  </a:cubicBezTo>
                  <a:cubicBezTo>
                    <a:pt x="79167" y="167788"/>
                    <a:pt x="79705" y="167444"/>
                    <a:pt x="80056" y="167066"/>
                  </a:cubicBezTo>
                  <a:cubicBezTo>
                    <a:pt x="80495" y="166591"/>
                    <a:pt x="80589" y="165833"/>
                    <a:pt x="80281" y="165265"/>
                  </a:cubicBezTo>
                  <a:cubicBezTo>
                    <a:pt x="79304" y="163467"/>
                    <a:pt x="77566" y="161932"/>
                    <a:pt x="76298" y="160326"/>
                  </a:cubicBezTo>
                  <a:cubicBezTo>
                    <a:pt x="75898" y="159821"/>
                    <a:pt x="75478" y="159248"/>
                    <a:pt x="75530" y="158607"/>
                  </a:cubicBezTo>
                  <a:cubicBezTo>
                    <a:pt x="75589" y="157886"/>
                    <a:pt x="76208" y="157367"/>
                    <a:pt x="76666" y="156807"/>
                  </a:cubicBezTo>
                  <a:cubicBezTo>
                    <a:pt x="77361" y="155947"/>
                    <a:pt x="77729" y="154867"/>
                    <a:pt x="77704" y="153762"/>
                  </a:cubicBezTo>
                  <a:cubicBezTo>
                    <a:pt x="77674" y="152733"/>
                    <a:pt x="77075" y="151726"/>
                    <a:pt x="77111" y="150697"/>
                  </a:cubicBezTo>
                  <a:cubicBezTo>
                    <a:pt x="77146" y="149667"/>
                    <a:pt x="77701" y="148583"/>
                    <a:pt x="78676" y="148251"/>
                  </a:cubicBezTo>
                  <a:cubicBezTo>
                    <a:pt x="79120" y="148100"/>
                    <a:pt x="79614" y="148115"/>
                    <a:pt x="80042" y="147926"/>
                  </a:cubicBezTo>
                  <a:cubicBezTo>
                    <a:pt x="81453" y="147303"/>
                    <a:pt x="81228" y="145153"/>
                    <a:pt x="82249" y="143996"/>
                  </a:cubicBezTo>
                  <a:cubicBezTo>
                    <a:pt x="82722" y="143460"/>
                    <a:pt x="83419" y="143193"/>
                    <a:pt x="84064" y="142883"/>
                  </a:cubicBezTo>
                  <a:cubicBezTo>
                    <a:pt x="86792" y="141571"/>
                    <a:pt x="89035" y="138972"/>
                    <a:pt x="89283" y="135957"/>
                  </a:cubicBezTo>
                  <a:cubicBezTo>
                    <a:pt x="89483" y="133544"/>
                    <a:pt x="88605" y="130615"/>
                    <a:pt x="90438" y="129034"/>
                  </a:cubicBezTo>
                  <a:cubicBezTo>
                    <a:pt x="91238" y="128344"/>
                    <a:pt x="92244" y="128199"/>
                    <a:pt x="93314" y="128199"/>
                  </a:cubicBezTo>
                  <a:cubicBezTo>
                    <a:pt x="94087" y="128199"/>
                    <a:pt x="94894" y="128275"/>
                    <a:pt x="95682" y="128275"/>
                  </a:cubicBezTo>
                  <a:cubicBezTo>
                    <a:pt x="96098" y="128275"/>
                    <a:pt x="96509" y="128254"/>
                    <a:pt x="96908" y="128189"/>
                  </a:cubicBezTo>
                  <a:cubicBezTo>
                    <a:pt x="97800" y="128044"/>
                    <a:pt x="98396" y="127214"/>
                    <a:pt x="98814" y="126412"/>
                  </a:cubicBezTo>
                  <a:cubicBezTo>
                    <a:pt x="99231" y="125609"/>
                    <a:pt x="99280" y="124658"/>
                    <a:pt x="99129" y="123766"/>
                  </a:cubicBezTo>
                  <a:cubicBezTo>
                    <a:pt x="98945" y="122668"/>
                    <a:pt x="98473" y="121597"/>
                    <a:pt x="98577" y="120489"/>
                  </a:cubicBezTo>
                  <a:cubicBezTo>
                    <a:pt x="98723" y="118930"/>
                    <a:pt x="99942" y="117730"/>
                    <a:pt x="100886" y="116480"/>
                  </a:cubicBezTo>
                  <a:cubicBezTo>
                    <a:pt x="102003" y="114998"/>
                    <a:pt x="102797" y="113297"/>
                    <a:pt x="103214" y="111488"/>
                  </a:cubicBezTo>
                  <a:cubicBezTo>
                    <a:pt x="103689" y="109429"/>
                    <a:pt x="102371" y="106997"/>
                    <a:pt x="100524" y="105970"/>
                  </a:cubicBezTo>
                  <a:cubicBezTo>
                    <a:pt x="98677" y="104943"/>
                    <a:pt x="96462" y="104915"/>
                    <a:pt x="94350" y="104853"/>
                  </a:cubicBezTo>
                  <a:cubicBezTo>
                    <a:pt x="92237" y="104794"/>
                    <a:pt x="89999" y="104633"/>
                    <a:pt x="88273" y="103414"/>
                  </a:cubicBezTo>
                  <a:cubicBezTo>
                    <a:pt x="86692" y="102296"/>
                    <a:pt x="85799" y="100469"/>
                    <a:pt x="84550" y="98991"/>
                  </a:cubicBezTo>
                  <a:cubicBezTo>
                    <a:pt x="82441" y="96497"/>
                    <a:pt x="79375" y="95057"/>
                    <a:pt x="76410" y="93690"/>
                  </a:cubicBezTo>
                  <a:cubicBezTo>
                    <a:pt x="75559" y="93298"/>
                    <a:pt x="74630" y="92901"/>
                    <a:pt x="73720" y="92901"/>
                  </a:cubicBezTo>
                  <a:cubicBezTo>
                    <a:pt x="73431" y="92901"/>
                    <a:pt x="73144" y="92941"/>
                    <a:pt x="72862" y="93034"/>
                  </a:cubicBezTo>
                  <a:cubicBezTo>
                    <a:pt x="72400" y="93185"/>
                    <a:pt x="71985" y="93473"/>
                    <a:pt x="71508" y="93564"/>
                  </a:cubicBezTo>
                  <a:cubicBezTo>
                    <a:pt x="71390" y="93586"/>
                    <a:pt x="71274" y="93597"/>
                    <a:pt x="71159" y="93597"/>
                  </a:cubicBezTo>
                  <a:cubicBezTo>
                    <a:pt x="70006" y="93597"/>
                    <a:pt x="69033" y="92520"/>
                    <a:pt x="67966" y="91944"/>
                  </a:cubicBezTo>
                  <a:cubicBezTo>
                    <a:pt x="67424" y="91651"/>
                    <a:pt x="66830" y="91518"/>
                    <a:pt x="66231" y="91518"/>
                  </a:cubicBezTo>
                  <a:cubicBezTo>
                    <a:pt x="64138" y="91518"/>
                    <a:pt x="61986" y="93147"/>
                    <a:pt x="61817" y="95293"/>
                  </a:cubicBezTo>
                  <a:cubicBezTo>
                    <a:pt x="61476" y="95410"/>
                    <a:pt x="61056" y="95468"/>
                    <a:pt x="60611" y="95468"/>
                  </a:cubicBezTo>
                  <a:cubicBezTo>
                    <a:pt x="59413" y="95468"/>
                    <a:pt x="58031" y="95047"/>
                    <a:pt x="57510" y="94228"/>
                  </a:cubicBezTo>
                  <a:cubicBezTo>
                    <a:pt x="56995" y="93419"/>
                    <a:pt x="56789" y="92287"/>
                    <a:pt x="55904" y="91918"/>
                  </a:cubicBezTo>
                  <a:cubicBezTo>
                    <a:pt x="55432" y="91722"/>
                    <a:pt x="54840" y="91796"/>
                    <a:pt x="54455" y="91458"/>
                  </a:cubicBezTo>
                  <a:cubicBezTo>
                    <a:pt x="53818" y="90898"/>
                    <a:pt x="54313" y="89881"/>
                    <a:pt x="54428" y="89040"/>
                  </a:cubicBezTo>
                  <a:cubicBezTo>
                    <a:pt x="54609" y="87696"/>
                    <a:pt x="53607" y="86419"/>
                    <a:pt x="52383" y="85834"/>
                  </a:cubicBezTo>
                  <a:cubicBezTo>
                    <a:pt x="51161" y="85249"/>
                    <a:pt x="49761" y="85202"/>
                    <a:pt x="48407" y="85159"/>
                  </a:cubicBezTo>
                  <a:cubicBezTo>
                    <a:pt x="47051" y="85115"/>
                    <a:pt x="45649" y="85054"/>
                    <a:pt x="44436" y="84447"/>
                  </a:cubicBezTo>
                  <a:cubicBezTo>
                    <a:pt x="42077" y="83264"/>
                    <a:pt x="41111" y="80063"/>
                    <a:pt x="42146" y="77635"/>
                  </a:cubicBezTo>
                  <a:cubicBezTo>
                    <a:pt x="43156" y="75267"/>
                    <a:pt x="45760" y="73783"/>
                    <a:pt x="48337" y="73783"/>
                  </a:cubicBezTo>
                  <a:cubicBezTo>
                    <a:pt x="48401" y="73783"/>
                    <a:pt x="48464" y="73784"/>
                    <a:pt x="48528" y="73786"/>
                  </a:cubicBezTo>
                  <a:cubicBezTo>
                    <a:pt x="51112" y="73862"/>
                    <a:pt x="53842" y="75749"/>
                    <a:pt x="53870" y="78335"/>
                  </a:cubicBezTo>
                  <a:cubicBezTo>
                    <a:pt x="53875" y="78746"/>
                    <a:pt x="54287" y="78928"/>
                    <a:pt x="54735" y="78928"/>
                  </a:cubicBezTo>
                  <a:cubicBezTo>
                    <a:pt x="55004" y="78928"/>
                    <a:pt x="55285" y="78863"/>
                    <a:pt x="55498" y="78741"/>
                  </a:cubicBezTo>
                  <a:cubicBezTo>
                    <a:pt x="56067" y="78416"/>
                    <a:pt x="56365" y="77760"/>
                    <a:pt x="56505" y="77119"/>
                  </a:cubicBezTo>
                  <a:cubicBezTo>
                    <a:pt x="56645" y="76478"/>
                    <a:pt x="56664" y="75812"/>
                    <a:pt x="56860" y="75186"/>
                  </a:cubicBezTo>
                  <a:cubicBezTo>
                    <a:pt x="57310" y="73749"/>
                    <a:pt x="58757" y="72690"/>
                    <a:pt x="60261" y="72690"/>
                  </a:cubicBezTo>
                  <a:cubicBezTo>
                    <a:pt x="60273" y="72690"/>
                    <a:pt x="60285" y="72690"/>
                    <a:pt x="60297" y="72690"/>
                  </a:cubicBezTo>
                  <a:cubicBezTo>
                    <a:pt x="60306" y="72690"/>
                    <a:pt x="60314" y="72690"/>
                    <a:pt x="60323" y="72690"/>
                  </a:cubicBezTo>
                  <a:cubicBezTo>
                    <a:pt x="61893" y="72690"/>
                    <a:pt x="62998" y="71122"/>
                    <a:pt x="64116" y="70013"/>
                  </a:cubicBezTo>
                  <a:cubicBezTo>
                    <a:pt x="65241" y="68896"/>
                    <a:pt x="65913" y="67214"/>
                    <a:pt x="65469" y="65693"/>
                  </a:cubicBezTo>
                  <a:cubicBezTo>
                    <a:pt x="65229" y="64873"/>
                    <a:pt x="64683" y="64046"/>
                    <a:pt x="64956" y="63238"/>
                  </a:cubicBezTo>
                  <a:cubicBezTo>
                    <a:pt x="65170" y="62604"/>
                    <a:pt x="65822" y="62237"/>
                    <a:pt x="66438" y="61978"/>
                  </a:cubicBezTo>
                  <a:cubicBezTo>
                    <a:pt x="67992" y="61328"/>
                    <a:pt x="69657" y="60995"/>
                    <a:pt x="71338" y="60995"/>
                  </a:cubicBezTo>
                  <a:cubicBezTo>
                    <a:pt x="71514" y="60995"/>
                    <a:pt x="71689" y="60998"/>
                    <a:pt x="71865" y="61005"/>
                  </a:cubicBezTo>
                  <a:cubicBezTo>
                    <a:pt x="71916" y="61008"/>
                    <a:pt x="71966" y="61009"/>
                    <a:pt x="72016" y="61009"/>
                  </a:cubicBezTo>
                  <a:cubicBezTo>
                    <a:pt x="73530" y="61009"/>
                    <a:pt x="74333" y="60016"/>
                    <a:pt x="75129" y="58671"/>
                  </a:cubicBezTo>
                  <a:cubicBezTo>
                    <a:pt x="75724" y="57667"/>
                    <a:pt x="75988" y="56400"/>
                    <a:pt x="76935" y="55719"/>
                  </a:cubicBezTo>
                  <a:cubicBezTo>
                    <a:pt x="77461" y="55341"/>
                    <a:pt x="78061" y="55227"/>
                    <a:pt x="78697" y="55227"/>
                  </a:cubicBezTo>
                  <a:cubicBezTo>
                    <a:pt x="79669" y="55227"/>
                    <a:pt x="80723" y="55493"/>
                    <a:pt x="81724" y="55493"/>
                  </a:cubicBezTo>
                  <a:cubicBezTo>
                    <a:pt x="81835" y="55493"/>
                    <a:pt x="81945" y="55490"/>
                    <a:pt x="82055" y="55483"/>
                  </a:cubicBezTo>
                  <a:cubicBezTo>
                    <a:pt x="84597" y="55311"/>
                    <a:pt x="86582" y="52458"/>
                    <a:pt x="85860" y="50015"/>
                  </a:cubicBezTo>
                  <a:cubicBezTo>
                    <a:pt x="85517" y="48852"/>
                    <a:pt x="84704" y="47901"/>
                    <a:pt x="84043" y="46884"/>
                  </a:cubicBezTo>
                  <a:cubicBezTo>
                    <a:pt x="83131" y="45481"/>
                    <a:pt x="82492" y="43918"/>
                    <a:pt x="82159" y="42277"/>
                  </a:cubicBezTo>
                  <a:cubicBezTo>
                    <a:pt x="81854" y="40773"/>
                    <a:pt x="81767" y="39118"/>
                    <a:pt x="80776" y="37947"/>
                  </a:cubicBezTo>
                  <a:cubicBezTo>
                    <a:pt x="79227" y="38020"/>
                    <a:pt x="77350" y="37975"/>
                    <a:pt x="75971" y="38686"/>
                  </a:cubicBezTo>
                  <a:cubicBezTo>
                    <a:pt x="75699" y="37108"/>
                    <a:pt x="75398" y="35461"/>
                    <a:pt x="74423" y="34192"/>
                  </a:cubicBezTo>
                  <a:cubicBezTo>
                    <a:pt x="73732" y="33291"/>
                    <a:pt x="72587" y="32657"/>
                    <a:pt x="71488" y="32657"/>
                  </a:cubicBezTo>
                  <a:cubicBezTo>
                    <a:pt x="71039" y="32657"/>
                    <a:pt x="70597" y="32763"/>
                    <a:pt x="70198" y="32999"/>
                  </a:cubicBezTo>
                  <a:cubicBezTo>
                    <a:pt x="68851" y="33794"/>
                    <a:pt x="68559" y="35642"/>
                    <a:pt x="68807" y="37187"/>
                  </a:cubicBezTo>
                  <a:cubicBezTo>
                    <a:pt x="69057" y="38731"/>
                    <a:pt x="69698" y="40227"/>
                    <a:pt x="69655" y="41791"/>
                  </a:cubicBezTo>
                  <a:cubicBezTo>
                    <a:pt x="69615" y="43336"/>
                    <a:pt x="68552" y="45042"/>
                    <a:pt x="67017" y="45042"/>
                  </a:cubicBezTo>
                  <a:cubicBezTo>
                    <a:pt x="66998" y="45042"/>
                    <a:pt x="66979" y="45041"/>
                    <a:pt x="66960" y="45041"/>
                  </a:cubicBezTo>
                  <a:cubicBezTo>
                    <a:pt x="66146" y="45019"/>
                    <a:pt x="65416" y="44522"/>
                    <a:pt x="64843" y="43941"/>
                  </a:cubicBezTo>
                  <a:cubicBezTo>
                    <a:pt x="64022" y="43112"/>
                    <a:pt x="63372" y="42052"/>
                    <a:pt x="62317" y="41553"/>
                  </a:cubicBezTo>
                  <a:cubicBezTo>
                    <a:pt x="61507" y="41171"/>
                    <a:pt x="60577" y="41179"/>
                    <a:pt x="59704" y="40982"/>
                  </a:cubicBezTo>
                  <a:cubicBezTo>
                    <a:pt x="56728" y="40316"/>
                    <a:pt x="54688" y="36902"/>
                    <a:pt x="55510" y="33965"/>
                  </a:cubicBezTo>
                  <a:cubicBezTo>
                    <a:pt x="56182" y="31564"/>
                    <a:pt x="58657" y="29882"/>
                    <a:pt x="61117" y="29882"/>
                  </a:cubicBezTo>
                  <a:cubicBezTo>
                    <a:pt x="61664" y="29882"/>
                    <a:pt x="62211" y="29966"/>
                    <a:pt x="62737" y="30143"/>
                  </a:cubicBezTo>
                  <a:cubicBezTo>
                    <a:pt x="66237" y="28861"/>
                    <a:pt x="67660" y="24447"/>
                    <a:pt x="66265" y="20991"/>
                  </a:cubicBezTo>
                  <a:cubicBezTo>
                    <a:pt x="64868" y="17535"/>
                    <a:pt x="61115" y="15389"/>
                    <a:pt x="57392" y="15226"/>
                  </a:cubicBezTo>
                  <a:cubicBezTo>
                    <a:pt x="56302" y="15179"/>
                    <a:pt x="55191" y="15275"/>
                    <a:pt x="54134" y="15007"/>
                  </a:cubicBezTo>
                  <a:cubicBezTo>
                    <a:pt x="51145" y="14251"/>
                    <a:pt x="49582" y="10965"/>
                    <a:pt x="46980" y="9310"/>
                  </a:cubicBezTo>
                  <a:cubicBezTo>
                    <a:pt x="46287" y="8869"/>
                    <a:pt x="45224" y="8778"/>
                    <a:pt x="44079" y="8778"/>
                  </a:cubicBezTo>
                  <a:cubicBezTo>
                    <a:pt x="43277" y="8778"/>
                    <a:pt x="42435" y="8823"/>
                    <a:pt x="41651" y="8823"/>
                  </a:cubicBezTo>
                  <a:cubicBezTo>
                    <a:pt x="40795" y="8823"/>
                    <a:pt x="40007" y="8769"/>
                    <a:pt x="39418" y="8547"/>
                  </a:cubicBezTo>
                  <a:cubicBezTo>
                    <a:pt x="38499" y="8200"/>
                    <a:pt x="37525" y="8023"/>
                    <a:pt x="36546" y="8023"/>
                  </a:cubicBezTo>
                  <a:cubicBezTo>
                    <a:pt x="36275" y="8023"/>
                    <a:pt x="36003" y="8037"/>
                    <a:pt x="35731" y="8064"/>
                  </a:cubicBezTo>
                  <a:cubicBezTo>
                    <a:pt x="34635" y="9104"/>
                    <a:pt x="32585" y="9398"/>
                    <a:pt x="31077" y="9499"/>
                  </a:cubicBezTo>
                  <a:cubicBezTo>
                    <a:pt x="29526" y="7990"/>
                    <a:pt x="27655" y="6585"/>
                    <a:pt x="25725" y="5605"/>
                  </a:cubicBezTo>
                  <a:cubicBezTo>
                    <a:pt x="24435" y="4951"/>
                    <a:pt x="22930" y="4260"/>
                    <a:pt x="22532" y="2870"/>
                  </a:cubicBezTo>
                  <a:cubicBezTo>
                    <a:pt x="22012" y="1053"/>
                    <a:pt x="19376" y="125"/>
                    <a:pt x="17200" y="125"/>
                  </a:cubicBezTo>
                  <a:cubicBezTo>
                    <a:pt x="16716" y="125"/>
                    <a:pt x="16254" y="171"/>
                    <a:pt x="15844" y="263"/>
                  </a:cubicBezTo>
                  <a:cubicBezTo>
                    <a:pt x="15181" y="84"/>
                    <a:pt x="14496" y="0"/>
                    <a:pt x="13807" y="0"/>
                  </a:cubicBezTo>
                  <a:close/>
                </a:path>
              </a:pathLst>
            </a:custGeom>
            <a:solidFill>
              <a:schemeClr val="accent3"/>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6" name="Google Shape;2286;p36"/>
            <p:cNvSpPr/>
            <p:nvPr/>
          </p:nvSpPr>
          <p:spPr>
            <a:xfrm>
              <a:off x="2370225" y="830650"/>
              <a:ext cx="1016975" cy="1158500"/>
            </a:xfrm>
            <a:custGeom>
              <a:avLst/>
              <a:gdLst/>
              <a:ahLst/>
              <a:cxnLst/>
              <a:rect l="l" t="t" r="r" b="b"/>
              <a:pathLst>
                <a:path w="40679" h="46340" extrusionOk="0">
                  <a:moveTo>
                    <a:pt x="15780" y="0"/>
                  </a:moveTo>
                  <a:cubicBezTo>
                    <a:pt x="14989" y="0"/>
                    <a:pt x="14213" y="109"/>
                    <a:pt x="13470" y="421"/>
                  </a:cubicBezTo>
                  <a:cubicBezTo>
                    <a:pt x="9879" y="1928"/>
                    <a:pt x="10933" y="5468"/>
                    <a:pt x="8580" y="7572"/>
                  </a:cubicBezTo>
                  <a:cubicBezTo>
                    <a:pt x="6546" y="9390"/>
                    <a:pt x="2788" y="7963"/>
                    <a:pt x="1150" y="10460"/>
                  </a:cubicBezTo>
                  <a:cubicBezTo>
                    <a:pt x="0" y="12215"/>
                    <a:pt x="1289" y="14606"/>
                    <a:pt x="2962" y="15871"/>
                  </a:cubicBezTo>
                  <a:cubicBezTo>
                    <a:pt x="4636" y="17135"/>
                    <a:pt x="6731" y="17894"/>
                    <a:pt x="8056" y="19522"/>
                  </a:cubicBezTo>
                  <a:cubicBezTo>
                    <a:pt x="10183" y="22136"/>
                    <a:pt x="9577" y="26004"/>
                    <a:pt x="8413" y="29169"/>
                  </a:cubicBezTo>
                  <a:cubicBezTo>
                    <a:pt x="7247" y="32332"/>
                    <a:pt x="5603" y="35532"/>
                    <a:pt x="6005" y="38881"/>
                  </a:cubicBezTo>
                  <a:cubicBezTo>
                    <a:pt x="6193" y="40459"/>
                    <a:pt x="6837" y="41956"/>
                    <a:pt x="7675" y="43307"/>
                  </a:cubicBezTo>
                  <a:cubicBezTo>
                    <a:pt x="8488" y="44615"/>
                    <a:pt x="9597" y="45873"/>
                    <a:pt x="11095" y="46235"/>
                  </a:cubicBezTo>
                  <a:cubicBezTo>
                    <a:pt x="11391" y="46306"/>
                    <a:pt x="11688" y="46339"/>
                    <a:pt x="11983" y="46339"/>
                  </a:cubicBezTo>
                  <a:cubicBezTo>
                    <a:pt x="13586" y="46339"/>
                    <a:pt x="15150" y="45367"/>
                    <a:pt x="16368" y="44250"/>
                  </a:cubicBezTo>
                  <a:cubicBezTo>
                    <a:pt x="17812" y="42927"/>
                    <a:pt x="19065" y="41325"/>
                    <a:pt x="20822" y="40465"/>
                  </a:cubicBezTo>
                  <a:cubicBezTo>
                    <a:pt x="23353" y="39224"/>
                    <a:pt x="26610" y="39686"/>
                    <a:pt x="28815" y="37929"/>
                  </a:cubicBezTo>
                  <a:cubicBezTo>
                    <a:pt x="31544" y="35754"/>
                    <a:pt x="31140" y="31606"/>
                    <a:pt x="31890" y="28199"/>
                  </a:cubicBezTo>
                  <a:cubicBezTo>
                    <a:pt x="33150" y="22476"/>
                    <a:pt x="38102" y="18249"/>
                    <a:pt x="40038" y="12718"/>
                  </a:cubicBezTo>
                  <a:cubicBezTo>
                    <a:pt x="40418" y="11636"/>
                    <a:pt x="40679" y="10499"/>
                    <a:pt x="40652" y="9352"/>
                  </a:cubicBezTo>
                  <a:cubicBezTo>
                    <a:pt x="40569" y="5649"/>
                    <a:pt x="37449" y="2571"/>
                    <a:pt x="33956" y="1339"/>
                  </a:cubicBezTo>
                  <a:cubicBezTo>
                    <a:pt x="31938" y="627"/>
                    <a:pt x="29911" y="457"/>
                    <a:pt x="27871" y="457"/>
                  </a:cubicBezTo>
                  <a:cubicBezTo>
                    <a:pt x="26007" y="457"/>
                    <a:pt x="24132" y="599"/>
                    <a:pt x="22245" y="599"/>
                  </a:cubicBezTo>
                  <a:cubicBezTo>
                    <a:pt x="21785" y="599"/>
                    <a:pt x="21325" y="591"/>
                    <a:pt x="20863" y="570"/>
                  </a:cubicBezTo>
                  <a:cubicBezTo>
                    <a:pt x="19225" y="496"/>
                    <a:pt x="17470" y="0"/>
                    <a:pt x="15780" y="0"/>
                  </a:cubicBezTo>
                  <a:close/>
                </a:path>
              </a:pathLst>
            </a:custGeom>
            <a:solidFill>
              <a:schemeClr val="accent3"/>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7" name="Google Shape;2287;p36"/>
            <p:cNvSpPr/>
            <p:nvPr/>
          </p:nvSpPr>
          <p:spPr>
            <a:xfrm>
              <a:off x="3143325" y="1089650"/>
              <a:ext cx="4064350" cy="3503975"/>
            </a:xfrm>
            <a:custGeom>
              <a:avLst/>
              <a:gdLst/>
              <a:ahLst/>
              <a:cxnLst/>
              <a:rect l="l" t="t" r="r" b="b"/>
              <a:pathLst>
                <a:path w="162574" h="140159" extrusionOk="0">
                  <a:moveTo>
                    <a:pt x="149391" y="0"/>
                  </a:moveTo>
                  <a:cubicBezTo>
                    <a:pt x="148360" y="0"/>
                    <a:pt x="147330" y="156"/>
                    <a:pt x="146349" y="477"/>
                  </a:cubicBezTo>
                  <a:cubicBezTo>
                    <a:pt x="145329" y="812"/>
                    <a:pt x="144363" y="1309"/>
                    <a:pt x="143326" y="1583"/>
                  </a:cubicBezTo>
                  <a:cubicBezTo>
                    <a:pt x="142494" y="1801"/>
                    <a:pt x="141638" y="1870"/>
                    <a:pt x="140776" y="1870"/>
                  </a:cubicBezTo>
                  <a:cubicBezTo>
                    <a:pt x="140050" y="1870"/>
                    <a:pt x="139319" y="1821"/>
                    <a:pt x="138596" y="1772"/>
                  </a:cubicBezTo>
                  <a:lnTo>
                    <a:pt x="130106" y="1191"/>
                  </a:lnTo>
                  <a:cubicBezTo>
                    <a:pt x="129237" y="1132"/>
                    <a:pt x="128350" y="1076"/>
                    <a:pt x="127469" y="1076"/>
                  </a:cubicBezTo>
                  <a:cubicBezTo>
                    <a:pt x="125783" y="1076"/>
                    <a:pt x="124119" y="1281"/>
                    <a:pt x="122644" y="2056"/>
                  </a:cubicBezTo>
                  <a:cubicBezTo>
                    <a:pt x="119360" y="3782"/>
                    <a:pt x="117499" y="8084"/>
                    <a:pt x="113816" y="8529"/>
                  </a:cubicBezTo>
                  <a:cubicBezTo>
                    <a:pt x="113611" y="8554"/>
                    <a:pt x="113408" y="8566"/>
                    <a:pt x="113207" y="8566"/>
                  </a:cubicBezTo>
                  <a:cubicBezTo>
                    <a:pt x="110853" y="8566"/>
                    <a:pt x="108715" y="6973"/>
                    <a:pt x="106473" y="6087"/>
                  </a:cubicBezTo>
                  <a:cubicBezTo>
                    <a:pt x="105100" y="5543"/>
                    <a:pt x="103627" y="5279"/>
                    <a:pt x="102152" y="5279"/>
                  </a:cubicBezTo>
                  <a:cubicBezTo>
                    <a:pt x="99404" y="5279"/>
                    <a:pt x="96647" y="6196"/>
                    <a:pt x="94512" y="7933"/>
                  </a:cubicBezTo>
                  <a:cubicBezTo>
                    <a:pt x="93279" y="7304"/>
                    <a:pt x="93660" y="5468"/>
                    <a:pt x="93225" y="4153"/>
                  </a:cubicBezTo>
                  <a:cubicBezTo>
                    <a:pt x="92771" y="2782"/>
                    <a:pt x="91297" y="1954"/>
                    <a:pt x="89858" y="1828"/>
                  </a:cubicBezTo>
                  <a:cubicBezTo>
                    <a:pt x="89687" y="1813"/>
                    <a:pt x="89517" y="1806"/>
                    <a:pt x="89348" y="1806"/>
                  </a:cubicBezTo>
                  <a:cubicBezTo>
                    <a:pt x="88082" y="1806"/>
                    <a:pt x="86834" y="2194"/>
                    <a:pt x="85623" y="2590"/>
                  </a:cubicBezTo>
                  <a:cubicBezTo>
                    <a:pt x="82664" y="3556"/>
                    <a:pt x="79224" y="5204"/>
                    <a:pt x="78950" y="8303"/>
                  </a:cubicBezTo>
                  <a:cubicBezTo>
                    <a:pt x="78873" y="9176"/>
                    <a:pt x="79068" y="10104"/>
                    <a:pt x="78702" y="10900"/>
                  </a:cubicBezTo>
                  <a:cubicBezTo>
                    <a:pt x="78178" y="12033"/>
                    <a:pt x="76762" y="12408"/>
                    <a:pt x="75881" y="13291"/>
                  </a:cubicBezTo>
                  <a:cubicBezTo>
                    <a:pt x="74831" y="14345"/>
                    <a:pt x="74664" y="15971"/>
                    <a:pt x="74621" y="17458"/>
                  </a:cubicBezTo>
                  <a:cubicBezTo>
                    <a:pt x="74577" y="18944"/>
                    <a:pt x="74563" y="20541"/>
                    <a:pt x="73703" y="21754"/>
                  </a:cubicBezTo>
                  <a:cubicBezTo>
                    <a:pt x="73148" y="22537"/>
                    <a:pt x="71069" y="23068"/>
                    <a:pt x="69376" y="23068"/>
                  </a:cubicBezTo>
                  <a:cubicBezTo>
                    <a:pt x="68445" y="23068"/>
                    <a:pt x="67630" y="22907"/>
                    <a:pt x="67252" y="22539"/>
                  </a:cubicBezTo>
                  <a:cubicBezTo>
                    <a:pt x="66636" y="21940"/>
                    <a:pt x="65905" y="21693"/>
                    <a:pt x="65124" y="21693"/>
                  </a:cubicBezTo>
                  <a:cubicBezTo>
                    <a:pt x="63293" y="21693"/>
                    <a:pt x="61194" y="23048"/>
                    <a:pt x="59696" y="24392"/>
                  </a:cubicBezTo>
                  <a:lnTo>
                    <a:pt x="53326" y="30110"/>
                  </a:lnTo>
                  <a:cubicBezTo>
                    <a:pt x="51731" y="31541"/>
                    <a:pt x="50013" y="33034"/>
                    <a:pt x="47899" y="33389"/>
                  </a:cubicBezTo>
                  <a:cubicBezTo>
                    <a:pt x="47672" y="33427"/>
                    <a:pt x="47440" y="33446"/>
                    <a:pt x="47206" y="33446"/>
                  </a:cubicBezTo>
                  <a:cubicBezTo>
                    <a:pt x="45267" y="33446"/>
                    <a:pt x="43232" y="32171"/>
                    <a:pt x="43155" y="30259"/>
                  </a:cubicBezTo>
                  <a:cubicBezTo>
                    <a:pt x="43563" y="29875"/>
                    <a:pt x="44085" y="29761"/>
                    <a:pt x="44655" y="29761"/>
                  </a:cubicBezTo>
                  <a:cubicBezTo>
                    <a:pt x="45498" y="29761"/>
                    <a:pt x="46445" y="30012"/>
                    <a:pt x="47276" y="30012"/>
                  </a:cubicBezTo>
                  <a:cubicBezTo>
                    <a:pt x="47872" y="30012"/>
                    <a:pt x="48409" y="29883"/>
                    <a:pt x="48805" y="29438"/>
                  </a:cubicBezTo>
                  <a:cubicBezTo>
                    <a:pt x="49977" y="28121"/>
                    <a:pt x="48243" y="26238"/>
                    <a:pt x="46718" y="25356"/>
                  </a:cubicBezTo>
                  <a:cubicBezTo>
                    <a:pt x="43929" y="23744"/>
                    <a:pt x="41047" y="22101"/>
                    <a:pt x="37854" y="21667"/>
                  </a:cubicBezTo>
                  <a:cubicBezTo>
                    <a:pt x="37395" y="21605"/>
                    <a:pt x="36928" y="21573"/>
                    <a:pt x="36459" y="21573"/>
                  </a:cubicBezTo>
                  <a:cubicBezTo>
                    <a:pt x="33662" y="21573"/>
                    <a:pt x="30804" y="22696"/>
                    <a:pt x="29384" y="25062"/>
                  </a:cubicBezTo>
                  <a:cubicBezTo>
                    <a:pt x="27966" y="27426"/>
                    <a:pt x="28225" y="30512"/>
                    <a:pt x="26820" y="32884"/>
                  </a:cubicBezTo>
                  <a:cubicBezTo>
                    <a:pt x="25941" y="34369"/>
                    <a:pt x="24491" y="35431"/>
                    <a:pt x="23493" y="36839"/>
                  </a:cubicBezTo>
                  <a:cubicBezTo>
                    <a:pt x="22495" y="38247"/>
                    <a:pt x="22067" y="40372"/>
                    <a:pt x="23291" y="41591"/>
                  </a:cubicBezTo>
                  <a:cubicBezTo>
                    <a:pt x="24277" y="42574"/>
                    <a:pt x="25957" y="42576"/>
                    <a:pt x="26934" y="43568"/>
                  </a:cubicBezTo>
                  <a:cubicBezTo>
                    <a:pt x="27686" y="44334"/>
                    <a:pt x="27942" y="45612"/>
                    <a:pt x="28928" y="46032"/>
                  </a:cubicBezTo>
                  <a:cubicBezTo>
                    <a:pt x="29116" y="46112"/>
                    <a:pt x="29308" y="46149"/>
                    <a:pt x="29499" y="46149"/>
                  </a:cubicBezTo>
                  <a:cubicBezTo>
                    <a:pt x="30453" y="46149"/>
                    <a:pt x="31375" y="45228"/>
                    <a:pt x="31599" y="44232"/>
                  </a:cubicBezTo>
                  <a:cubicBezTo>
                    <a:pt x="31870" y="43035"/>
                    <a:pt x="31491" y="41803"/>
                    <a:pt x="31294" y="40594"/>
                  </a:cubicBezTo>
                  <a:cubicBezTo>
                    <a:pt x="30707" y="36976"/>
                    <a:pt x="32524" y="32527"/>
                    <a:pt x="36153" y="32010"/>
                  </a:cubicBezTo>
                  <a:cubicBezTo>
                    <a:pt x="36979" y="32041"/>
                    <a:pt x="37253" y="33221"/>
                    <a:pt x="36881" y="33960"/>
                  </a:cubicBezTo>
                  <a:cubicBezTo>
                    <a:pt x="36512" y="34700"/>
                    <a:pt x="35790" y="35213"/>
                    <a:pt x="35400" y="35941"/>
                  </a:cubicBezTo>
                  <a:cubicBezTo>
                    <a:pt x="34663" y="37314"/>
                    <a:pt x="35518" y="39272"/>
                    <a:pt x="37026" y="39667"/>
                  </a:cubicBezTo>
                  <a:cubicBezTo>
                    <a:pt x="38598" y="40078"/>
                    <a:pt x="41223" y="39748"/>
                    <a:pt x="41017" y="41358"/>
                  </a:cubicBezTo>
                  <a:cubicBezTo>
                    <a:pt x="40797" y="43068"/>
                    <a:pt x="37630" y="41948"/>
                    <a:pt x="36606" y="43336"/>
                  </a:cubicBezTo>
                  <a:cubicBezTo>
                    <a:pt x="36002" y="44155"/>
                    <a:pt x="36537" y="45296"/>
                    <a:pt x="36521" y="46313"/>
                  </a:cubicBezTo>
                  <a:cubicBezTo>
                    <a:pt x="36494" y="48303"/>
                    <a:pt x="34299" y="49599"/>
                    <a:pt x="32313" y="49739"/>
                  </a:cubicBezTo>
                  <a:cubicBezTo>
                    <a:pt x="32097" y="49755"/>
                    <a:pt x="31880" y="49762"/>
                    <a:pt x="31663" y="49762"/>
                  </a:cubicBezTo>
                  <a:cubicBezTo>
                    <a:pt x="30164" y="49762"/>
                    <a:pt x="28664" y="49439"/>
                    <a:pt x="27166" y="49439"/>
                  </a:cubicBezTo>
                  <a:cubicBezTo>
                    <a:pt x="26898" y="49439"/>
                    <a:pt x="26629" y="49449"/>
                    <a:pt x="26361" y="49474"/>
                  </a:cubicBezTo>
                  <a:cubicBezTo>
                    <a:pt x="24379" y="49654"/>
                    <a:pt x="22222" y="51058"/>
                    <a:pt x="22312" y="53044"/>
                  </a:cubicBezTo>
                  <a:cubicBezTo>
                    <a:pt x="19567" y="54331"/>
                    <a:pt x="16715" y="55374"/>
                    <a:pt x="13788" y="56164"/>
                  </a:cubicBezTo>
                  <a:cubicBezTo>
                    <a:pt x="13912" y="58317"/>
                    <a:pt x="17975" y="58517"/>
                    <a:pt x="17960" y="60675"/>
                  </a:cubicBezTo>
                  <a:cubicBezTo>
                    <a:pt x="17949" y="61887"/>
                    <a:pt x="16542" y="62556"/>
                    <a:pt x="15302" y="62556"/>
                  </a:cubicBezTo>
                  <a:cubicBezTo>
                    <a:pt x="15219" y="62556"/>
                    <a:pt x="15137" y="62553"/>
                    <a:pt x="15056" y="62547"/>
                  </a:cubicBezTo>
                  <a:cubicBezTo>
                    <a:pt x="14072" y="62475"/>
                    <a:pt x="13082" y="62160"/>
                    <a:pt x="12113" y="62160"/>
                  </a:cubicBezTo>
                  <a:cubicBezTo>
                    <a:pt x="11810" y="62160"/>
                    <a:pt x="11508" y="62191"/>
                    <a:pt x="11210" y="62270"/>
                  </a:cubicBezTo>
                  <a:cubicBezTo>
                    <a:pt x="9047" y="62839"/>
                    <a:pt x="8290" y="65880"/>
                    <a:pt x="9487" y="67769"/>
                  </a:cubicBezTo>
                  <a:cubicBezTo>
                    <a:pt x="10572" y="69481"/>
                    <a:pt x="12694" y="70258"/>
                    <a:pt x="14741" y="70258"/>
                  </a:cubicBezTo>
                  <a:cubicBezTo>
                    <a:pt x="14954" y="70258"/>
                    <a:pt x="15165" y="70249"/>
                    <a:pt x="15375" y="70233"/>
                  </a:cubicBezTo>
                  <a:cubicBezTo>
                    <a:pt x="16269" y="70162"/>
                    <a:pt x="17225" y="69924"/>
                    <a:pt x="17785" y="69223"/>
                  </a:cubicBezTo>
                  <a:cubicBezTo>
                    <a:pt x="18318" y="68554"/>
                    <a:pt x="18362" y="67634"/>
                    <a:pt x="18586" y="66808"/>
                  </a:cubicBezTo>
                  <a:cubicBezTo>
                    <a:pt x="19089" y="64960"/>
                    <a:pt x="20667" y="63445"/>
                    <a:pt x="22534" y="63019"/>
                  </a:cubicBezTo>
                  <a:cubicBezTo>
                    <a:pt x="23588" y="62778"/>
                    <a:pt x="24878" y="62758"/>
                    <a:pt x="25444" y="61839"/>
                  </a:cubicBezTo>
                  <a:cubicBezTo>
                    <a:pt x="27854" y="63143"/>
                    <a:pt x="29550" y="65685"/>
                    <a:pt x="29826" y="68413"/>
                  </a:cubicBezTo>
                  <a:cubicBezTo>
                    <a:pt x="30020" y="68663"/>
                    <a:pt x="30274" y="68770"/>
                    <a:pt x="30543" y="68770"/>
                  </a:cubicBezTo>
                  <a:cubicBezTo>
                    <a:pt x="31347" y="68770"/>
                    <a:pt x="32287" y="67809"/>
                    <a:pt x="32159" y="66868"/>
                  </a:cubicBezTo>
                  <a:cubicBezTo>
                    <a:pt x="31991" y="65614"/>
                    <a:pt x="30882" y="64743"/>
                    <a:pt x="30003" y="63834"/>
                  </a:cubicBezTo>
                  <a:cubicBezTo>
                    <a:pt x="29122" y="62923"/>
                    <a:pt x="28387" y="61510"/>
                    <a:pt x="29078" y="60448"/>
                  </a:cubicBezTo>
                  <a:lnTo>
                    <a:pt x="29078" y="60448"/>
                  </a:lnTo>
                  <a:cubicBezTo>
                    <a:pt x="33197" y="61658"/>
                    <a:pt x="36527" y="65238"/>
                    <a:pt x="37435" y="69435"/>
                  </a:cubicBezTo>
                  <a:cubicBezTo>
                    <a:pt x="38871" y="69149"/>
                    <a:pt x="39664" y="67205"/>
                    <a:pt x="38838" y="65997"/>
                  </a:cubicBezTo>
                  <a:cubicBezTo>
                    <a:pt x="39003" y="65628"/>
                    <a:pt x="39328" y="65472"/>
                    <a:pt x="39697" y="65472"/>
                  </a:cubicBezTo>
                  <a:cubicBezTo>
                    <a:pt x="40331" y="65472"/>
                    <a:pt x="41094" y="65932"/>
                    <a:pt x="41391" y="66558"/>
                  </a:cubicBezTo>
                  <a:cubicBezTo>
                    <a:pt x="41862" y="67549"/>
                    <a:pt x="41819" y="68770"/>
                    <a:pt x="42492" y="69636"/>
                  </a:cubicBezTo>
                  <a:cubicBezTo>
                    <a:pt x="43175" y="70517"/>
                    <a:pt x="44261" y="70711"/>
                    <a:pt x="45451" y="70711"/>
                  </a:cubicBezTo>
                  <a:cubicBezTo>
                    <a:pt x="46388" y="70711"/>
                    <a:pt x="47390" y="70590"/>
                    <a:pt x="48312" y="70590"/>
                  </a:cubicBezTo>
                  <a:cubicBezTo>
                    <a:pt x="49551" y="70590"/>
                    <a:pt x="50643" y="70808"/>
                    <a:pt x="51235" y="71828"/>
                  </a:cubicBezTo>
                  <a:cubicBezTo>
                    <a:pt x="52336" y="73723"/>
                    <a:pt x="49909" y="75927"/>
                    <a:pt x="47711" y="75927"/>
                  </a:cubicBezTo>
                  <a:cubicBezTo>
                    <a:pt x="47678" y="75927"/>
                    <a:pt x="47645" y="75926"/>
                    <a:pt x="47613" y="75925"/>
                  </a:cubicBezTo>
                  <a:cubicBezTo>
                    <a:pt x="45391" y="75856"/>
                    <a:pt x="43361" y="74585"/>
                    <a:pt x="41147" y="74365"/>
                  </a:cubicBezTo>
                  <a:cubicBezTo>
                    <a:pt x="40897" y="74340"/>
                    <a:pt x="40647" y="74329"/>
                    <a:pt x="40397" y="74329"/>
                  </a:cubicBezTo>
                  <a:cubicBezTo>
                    <a:pt x="38218" y="74329"/>
                    <a:pt x="36082" y="75200"/>
                    <a:pt x="33896" y="75455"/>
                  </a:cubicBezTo>
                  <a:cubicBezTo>
                    <a:pt x="33619" y="75487"/>
                    <a:pt x="33335" y="75503"/>
                    <a:pt x="33048" y="75503"/>
                  </a:cubicBezTo>
                  <a:cubicBezTo>
                    <a:pt x="30807" y="75503"/>
                    <a:pt x="28395" y="74514"/>
                    <a:pt x="27939" y="72388"/>
                  </a:cubicBezTo>
                  <a:cubicBezTo>
                    <a:pt x="27802" y="71741"/>
                    <a:pt x="27855" y="71030"/>
                    <a:pt x="27514" y="70464"/>
                  </a:cubicBezTo>
                  <a:cubicBezTo>
                    <a:pt x="27109" y="69793"/>
                    <a:pt x="26279" y="69553"/>
                    <a:pt x="25473" y="69553"/>
                  </a:cubicBezTo>
                  <a:cubicBezTo>
                    <a:pt x="25313" y="69553"/>
                    <a:pt x="25154" y="69562"/>
                    <a:pt x="24999" y="69580"/>
                  </a:cubicBezTo>
                  <a:cubicBezTo>
                    <a:pt x="21817" y="69942"/>
                    <a:pt x="18598" y="72595"/>
                    <a:pt x="15740" y="72595"/>
                  </a:cubicBezTo>
                  <a:cubicBezTo>
                    <a:pt x="14956" y="72595"/>
                    <a:pt x="14199" y="72395"/>
                    <a:pt x="13478" y="71894"/>
                  </a:cubicBezTo>
                  <a:cubicBezTo>
                    <a:pt x="11337" y="76062"/>
                    <a:pt x="6101" y="77629"/>
                    <a:pt x="3179" y="81294"/>
                  </a:cubicBezTo>
                  <a:cubicBezTo>
                    <a:pt x="0" y="85282"/>
                    <a:pt x="268" y="91440"/>
                    <a:pt x="3354" y="95500"/>
                  </a:cubicBezTo>
                  <a:cubicBezTo>
                    <a:pt x="6050" y="99045"/>
                    <a:pt x="10552" y="100957"/>
                    <a:pt x="15019" y="100957"/>
                  </a:cubicBezTo>
                  <a:cubicBezTo>
                    <a:pt x="15667" y="100957"/>
                    <a:pt x="16314" y="100917"/>
                    <a:pt x="16954" y="100836"/>
                  </a:cubicBezTo>
                  <a:cubicBezTo>
                    <a:pt x="17630" y="100750"/>
                    <a:pt x="18327" y="100626"/>
                    <a:pt x="19005" y="100626"/>
                  </a:cubicBezTo>
                  <a:cubicBezTo>
                    <a:pt x="19489" y="100626"/>
                    <a:pt x="19963" y="100690"/>
                    <a:pt x="20413" y="100875"/>
                  </a:cubicBezTo>
                  <a:cubicBezTo>
                    <a:pt x="21482" y="101317"/>
                    <a:pt x="22166" y="102352"/>
                    <a:pt x="23058" y="103088"/>
                  </a:cubicBezTo>
                  <a:cubicBezTo>
                    <a:pt x="23580" y="103519"/>
                    <a:pt x="24303" y="103823"/>
                    <a:pt x="24961" y="103823"/>
                  </a:cubicBezTo>
                  <a:cubicBezTo>
                    <a:pt x="25427" y="103823"/>
                    <a:pt x="25861" y="103670"/>
                    <a:pt x="26168" y="103301"/>
                  </a:cubicBezTo>
                  <a:lnTo>
                    <a:pt x="26168" y="103301"/>
                  </a:lnTo>
                  <a:cubicBezTo>
                    <a:pt x="25321" y="105399"/>
                    <a:pt x="25557" y="107902"/>
                    <a:pt x="26779" y="109805"/>
                  </a:cubicBezTo>
                  <a:cubicBezTo>
                    <a:pt x="28099" y="111859"/>
                    <a:pt x="30559" y="113484"/>
                    <a:pt x="30509" y="115926"/>
                  </a:cubicBezTo>
                  <a:cubicBezTo>
                    <a:pt x="30482" y="117190"/>
                    <a:pt x="29748" y="118318"/>
                    <a:pt x="29403" y="119536"/>
                  </a:cubicBezTo>
                  <a:cubicBezTo>
                    <a:pt x="27829" y="125109"/>
                    <a:pt x="34415" y="129657"/>
                    <a:pt x="35455" y="135354"/>
                  </a:cubicBezTo>
                  <a:cubicBezTo>
                    <a:pt x="35736" y="136888"/>
                    <a:pt x="35735" y="138735"/>
                    <a:pt x="37029" y="139601"/>
                  </a:cubicBezTo>
                  <a:cubicBezTo>
                    <a:pt x="37625" y="139999"/>
                    <a:pt x="38374" y="140081"/>
                    <a:pt x="39090" y="140127"/>
                  </a:cubicBezTo>
                  <a:cubicBezTo>
                    <a:pt x="39409" y="140148"/>
                    <a:pt x="39736" y="140158"/>
                    <a:pt x="40067" y="140158"/>
                  </a:cubicBezTo>
                  <a:cubicBezTo>
                    <a:pt x="43538" y="140158"/>
                    <a:pt x="47454" y="138962"/>
                    <a:pt x="48151" y="135675"/>
                  </a:cubicBezTo>
                  <a:cubicBezTo>
                    <a:pt x="48366" y="134657"/>
                    <a:pt x="48212" y="133602"/>
                    <a:pt x="48243" y="132560"/>
                  </a:cubicBezTo>
                  <a:cubicBezTo>
                    <a:pt x="48336" y="129451"/>
                    <a:pt x="50239" y="126459"/>
                    <a:pt x="53017" y="125056"/>
                  </a:cubicBezTo>
                  <a:cubicBezTo>
                    <a:pt x="53771" y="124675"/>
                    <a:pt x="54600" y="124390"/>
                    <a:pt x="55202" y="123799"/>
                  </a:cubicBezTo>
                  <a:cubicBezTo>
                    <a:pt x="56528" y="122495"/>
                    <a:pt x="56234" y="120283"/>
                    <a:pt x="55553" y="118553"/>
                  </a:cubicBezTo>
                  <a:cubicBezTo>
                    <a:pt x="54872" y="116821"/>
                    <a:pt x="53881" y="115076"/>
                    <a:pt x="54120" y="113231"/>
                  </a:cubicBezTo>
                  <a:cubicBezTo>
                    <a:pt x="54502" y="110269"/>
                    <a:pt x="57681" y="108706"/>
                    <a:pt x="60090" y="106941"/>
                  </a:cubicBezTo>
                  <a:cubicBezTo>
                    <a:pt x="63716" y="104284"/>
                    <a:pt x="66206" y="100125"/>
                    <a:pt x="66835" y="95675"/>
                  </a:cubicBezTo>
                  <a:lnTo>
                    <a:pt x="66835" y="95675"/>
                  </a:lnTo>
                  <a:cubicBezTo>
                    <a:pt x="65061" y="96232"/>
                    <a:pt x="63075" y="96745"/>
                    <a:pt x="61220" y="96745"/>
                  </a:cubicBezTo>
                  <a:cubicBezTo>
                    <a:pt x="59581" y="96745"/>
                    <a:pt x="58045" y="96344"/>
                    <a:pt x="56849" y="95215"/>
                  </a:cubicBezTo>
                  <a:cubicBezTo>
                    <a:pt x="55965" y="94380"/>
                    <a:pt x="55421" y="93259"/>
                    <a:pt x="54897" y="92162"/>
                  </a:cubicBezTo>
                  <a:lnTo>
                    <a:pt x="50173" y="82291"/>
                  </a:lnTo>
                  <a:cubicBezTo>
                    <a:pt x="49966" y="81857"/>
                    <a:pt x="49755" y="81362"/>
                    <a:pt x="49925" y="80912"/>
                  </a:cubicBezTo>
                  <a:cubicBezTo>
                    <a:pt x="50074" y="80517"/>
                    <a:pt x="50366" y="80356"/>
                    <a:pt x="50717" y="80356"/>
                  </a:cubicBezTo>
                  <a:cubicBezTo>
                    <a:pt x="51453" y="80356"/>
                    <a:pt x="52449" y="81064"/>
                    <a:pt x="52928" y="81807"/>
                  </a:cubicBezTo>
                  <a:cubicBezTo>
                    <a:pt x="55452" y="85724"/>
                    <a:pt x="57718" y="89804"/>
                    <a:pt x="59707" y="94020"/>
                  </a:cubicBezTo>
                  <a:cubicBezTo>
                    <a:pt x="63791" y="93273"/>
                    <a:pt x="67648" y="91596"/>
                    <a:pt x="70980" y="89118"/>
                  </a:cubicBezTo>
                  <a:cubicBezTo>
                    <a:pt x="72037" y="88329"/>
                    <a:pt x="73088" y="87386"/>
                    <a:pt x="73445" y="86117"/>
                  </a:cubicBezTo>
                  <a:cubicBezTo>
                    <a:pt x="73802" y="84846"/>
                    <a:pt x="73146" y="83218"/>
                    <a:pt x="71846" y="82993"/>
                  </a:cubicBezTo>
                  <a:cubicBezTo>
                    <a:pt x="71723" y="82971"/>
                    <a:pt x="71600" y="82963"/>
                    <a:pt x="71476" y="82963"/>
                  </a:cubicBezTo>
                  <a:cubicBezTo>
                    <a:pt x="71093" y="82963"/>
                    <a:pt x="70708" y="83045"/>
                    <a:pt x="70324" y="83086"/>
                  </a:cubicBezTo>
                  <a:cubicBezTo>
                    <a:pt x="70133" y="83106"/>
                    <a:pt x="69943" y="83115"/>
                    <a:pt x="69755" y="83115"/>
                  </a:cubicBezTo>
                  <a:cubicBezTo>
                    <a:pt x="66927" y="83115"/>
                    <a:pt x="64468" y="80925"/>
                    <a:pt x="62588" y="78727"/>
                  </a:cubicBezTo>
                  <a:cubicBezTo>
                    <a:pt x="63132" y="78118"/>
                    <a:pt x="63852" y="77890"/>
                    <a:pt x="64640" y="77890"/>
                  </a:cubicBezTo>
                  <a:cubicBezTo>
                    <a:pt x="65842" y="77890"/>
                    <a:pt x="67201" y="78421"/>
                    <a:pt x="68334" y="78941"/>
                  </a:cubicBezTo>
                  <a:cubicBezTo>
                    <a:pt x="71699" y="80486"/>
                    <a:pt x="75249" y="81588"/>
                    <a:pt x="78895" y="82221"/>
                  </a:cubicBezTo>
                  <a:cubicBezTo>
                    <a:pt x="79803" y="82378"/>
                    <a:pt x="80736" y="82513"/>
                    <a:pt x="81554" y="82936"/>
                  </a:cubicBezTo>
                  <a:cubicBezTo>
                    <a:pt x="82126" y="83232"/>
                    <a:pt x="82622" y="83658"/>
                    <a:pt x="83095" y="84096"/>
                  </a:cubicBezTo>
                  <a:cubicBezTo>
                    <a:pt x="87298" y="87967"/>
                    <a:pt x="90407" y="93013"/>
                    <a:pt x="91975" y="98509"/>
                  </a:cubicBezTo>
                  <a:cubicBezTo>
                    <a:pt x="92104" y="98538"/>
                    <a:pt x="92231" y="98552"/>
                    <a:pt x="92354" y="98552"/>
                  </a:cubicBezTo>
                  <a:cubicBezTo>
                    <a:pt x="93754" y="98552"/>
                    <a:pt x="94717" y="96760"/>
                    <a:pt x="94833" y="95252"/>
                  </a:cubicBezTo>
                  <a:cubicBezTo>
                    <a:pt x="94960" y="93612"/>
                    <a:pt x="94769" y="91722"/>
                    <a:pt x="95948" y="90578"/>
                  </a:cubicBezTo>
                  <a:cubicBezTo>
                    <a:pt x="96875" y="89678"/>
                    <a:pt x="98399" y="89556"/>
                    <a:pt x="99214" y="88552"/>
                  </a:cubicBezTo>
                  <a:cubicBezTo>
                    <a:pt x="100238" y="87289"/>
                    <a:pt x="99703" y="85157"/>
                    <a:pt x="100900" y="84056"/>
                  </a:cubicBezTo>
                  <a:cubicBezTo>
                    <a:pt x="101284" y="83704"/>
                    <a:pt x="101728" y="83552"/>
                    <a:pt x="102190" y="83552"/>
                  </a:cubicBezTo>
                  <a:cubicBezTo>
                    <a:pt x="103537" y="83552"/>
                    <a:pt x="105034" y="84844"/>
                    <a:pt x="105630" y="86240"/>
                  </a:cubicBezTo>
                  <a:cubicBezTo>
                    <a:pt x="106431" y="88116"/>
                    <a:pt x="106723" y="90422"/>
                    <a:pt x="108410" y="91569"/>
                  </a:cubicBezTo>
                  <a:lnTo>
                    <a:pt x="111137" y="91176"/>
                  </a:lnTo>
                  <a:cubicBezTo>
                    <a:pt x="111152" y="95778"/>
                    <a:pt x="112750" y="100362"/>
                    <a:pt x="115602" y="103975"/>
                  </a:cubicBezTo>
                  <a:cubicBezTo>
                    <a:pt x="117157" y="103161"/>
                    <a:pt x="116453" y="100795"/>
                    <a:pt x="115480" y="99330"/>
                  </a:cubicBezTo>
                  <a:cubicBezTo>
                    <a:pt x="114508" y="97866"/>
                    <a:pt x="113554" y="95681"/>
                    <a:pt x="114936" y="94596"/>
                  </a:cubicBezTo>
                  <a:lnTo>
                    <a:pt x="114936" y="94596"/>
                  </a:lnTo>
                  <a:cubicBezTo>
                    <a:pt x="116854" y="94614"/>
                    <a:pt x="117747" y="97259"/>
                    <a:pt x="119611" y="97712"/>
                  </a:cubicBezTo>
                  <a:cubicBezTo>
                    <a:pt x="119777" y="97752"/>
                    <a:pt x="119940" y="97771"/>
                    <a:pt x="120101" y="97771"/>
                  </a:cubicBezTo>
                  <a:cubicBezTo>
                    <a:pt x="121744" y="97771"/>
                    <a:pt x="123089" y="95790"/>
                    <a:pt x="122784" y="94080"/>
                  </a:cubicBezTo>
                  <a:cubicBezTo>
                    <a:pt x="122451" y="92201"/>
                    <a:pt x="120835" y="90820"/>
                    <a:pt x="119169" y="89895"/>
                  </a:cubicBezTo>
                  <a:cubicBezTo>
                    <a:pt x="117675" y="88258"/>
                    <a:pt x="119833" y="85644"/>
                    <a:pt x="122018" y="85274"/>
                  </a:cubicBezTo>
                  <a:cubicBezTo>
                    <a:pt x="122730" y="85153"/>
                    <a:pt x="123464" y="85138"/>
                    <a:pt x="124199" y="85138"/>
                  </a:cubicBezTo>
                  <a:cubicBezTo>
                    <a:pt x="124443" y="85138"/>
                    <a:pt x="124686" y="85140"/>
                    <a:pt x="124930" y="85140"/>
                  </a:cubicBezTo>
                  <a:cubicBezTo>
                    <a:pt x="126201" y="85140"/>
                    <a:pt x="127452" y="85095"/>
                    <a:pt x="128573" y="84531"/>
                  </a:cubicBezTo>
                  <a:cubicBezTo>
                    <a:pt x="130946" y="83339"/>
                    <a:pt x="131739" y="80207"/>
                    <a:pt x="131200" y="77607"/>
                  </a:cubicBezTo>
                  <a:cubicBezTo>
                    <a:pt x="130659" y="75007"/>
                    <a:pt x="129117" y="72748"/>
                    <a:pt x="127857" y="70410"/>
                  </a:cubicBezTo>
                  <a:cubicBezTo>
                    <a:pt x="126781" y="68413"/>
                    <a:pt x="126249" y="65298"/>
                    <a:pt x="128341" y="64420"/>
                  </a:cubicBezTo>
                  <a:cubicBezTo>
                    <a:pt x="128900" y="64186"/>
                    <a:pt x="129528" y="64195"/>
                    <a:pt x="130135" y="64170"/>
                  </a:cubicBezTo>
                  <a:cubicBezTo>
                    <a:pt x="138047" y="63837"/>
                    <a:pt x="144592" y="55459"/>
                    <a:pt x="143005" y="47701"/>
                  </a:cubicBezTo>
                  <a:cubicBezTo>
                    <a:pt x="142706" y="46238"/>
                    <a:pt x="142140" y="44786"/>
                    <a:pt x="141097" y="43719"/>
                  </a:cubicBezTo>
                  <a:cubicBezTo>
                    <a:pt x="139216" y="41800"/>
                    <a:pt x="136024" y="41349"/>
                    <a:pt x="134619" y="39057"/>
                  </a:cubicBezTo>
                  <a:cubicBezTo>
                    <a:pt x="132900" y="36255"/>
                    <a:pt x="135025" y="32537"/>
                    <a:pt x="137778" y="30737"/>
                  </a:cubicBezTo>
                  <a:cubicBezTo>
                    <a:pt x="140529" y="28938"/>
                    <a:pt x="143891" y="28156"/>
                    <a:pt x="146461" y="26105"/>
                  </a:cubicBezTo>
                  <a:cubicBezTo>
                    <a:pt x="147145" y="26087"/>
                    <a:pt x="147512" y="25417"/>
                    <a:pt x="147638" y="24743"/>
                  </a:cubicBezTo>
                  <a:cubicBezTo>
                    <a:pt x="147716" y="24319"/>
                    <a:pt x="147611" y="23887"/>
                    <a:pt x="147608" y="23456"/>
                  </a:cubicBezTo>
                  <a:cubicBezTo>
                    <a:pt x="147598" y="22276"/>
                    <a:pt x="148442" y="21139"/>
                    <a:pt x="149574" y="20805"/>
                  </a:cubicBezTo>
                  <a:cubicBezTo>
                    <a:pt x="149811" y="20736"/>
                    <a:pt x="150056" y="20702"/>
                    <a:pt x="150302" y="20702"/>
                  </a:cubicBezTo>
                  <a:cubicBezTo>
                    <a:pt x="151231" y="20702"/>
                    <a:pt x="152165" y="21179"/>
                    <a:pt x="152664" y="21968"/>
                  </a:cubicBezTo>
                  <a:cubicBezTo>
                    <a:pt x="153442" y="23198"/>
                    <a:pt x="153129" y="24821"/>
                    <a:pt x="152563" y="26163"/>
                  </a:cubicBezTo>
                  <a:cubicBezTo>
                    <a:pt x="151998" y="27505"/>
                    <a:pt x="151199" y="28790"/>
                    <a:pt x="151051" y="30239"/>
                  </a:cubicBezTo>
                  <a:cubicBezTo>
                    <a:pt x="150905" y="31687"/>
                    <a:pt x="151726" y="33391"/>
                    <a:pt x="153173" y="33553"/>
                  </a:cubicBezTo>
                  <a:cubicBezTo>
                    <a:pt x="153252" y="33562"/>
                    <a:pt x="153330" y="33566"/>
                    <a:pt x="153406" y="33566"/>
                  </a:cubicBezTo>
                  <a:cubicBezTo>
                    <a:pt x="155043" y="33566"/>
                    <a:pt x="156090" y="31574"/>
                    <a:pt x="156201" y="29877"/>
                  </a:cubicBezTo>
                  <a:cubicBezTo>
                    <a:pt x="156318" y="28099"/>
                    <a:pt x="155972" y="26160"/>
                    <a:pt x="156925" y="24659"/>
                  </a:cubicBezTo>
                  <a:cubicBezTo>
                    <a:pt x="158377" y="22374"/>
                    <a:pt x="162385" y="21839"/>
                    <a:pt x="162490" y="19133"/>
                  </a:cubicBezTo>
                  <a:cubicBezTo>
                    <a:pt x="162574" y="16945"/>
                    <a:pt x="159821" y="15661"/>
                    <a:pt x="159327" y="13530"/>
                  </a:cubicBezTo>
                  <a:cubicBezTo>
                    <a:pt x="159129" y="12668"/>
                    <a:pt x="159325" y="11773"/>
                    <a:pt x="159405" y="10894"/>
                  </a:cubicBezTo>
                  <a:cubicBezTo>
                    <a:pt x="159709" y="7612"/>
                    <a:pt x="158263" y="4218"/>
                    <a:pt x="155688" y="2163"/>
                  </a:cubicBezTo>
                  <a:cubicBezTo>
                    <a:pt x="153919" y="751"/>
                    <a:pt x="151652" y="0"/>
                    <a:pt x="149391" y="0"/>
                  </a:cubicBezTo>
                  <a:close/>
                </a:path>
              </a:pathLst>
            </a:custGeom>
            <a:solidFill>
              <a:schemeClr val="accent3"/>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8" name="Google Shape;2288;p36"/>
            <p:cNvSpPr/>
            <p:nvPr/>
          </p:nvSpPr>
          <p:spPr>
            <a:xfrm>
              <a:off x="6146600" y="3671525"/>
              <a:ext cx="342925" cy="189500"/>
            </a:xfrm>
            <a:custGeom>
              <a:avLst/>
              <a:gdLst/>
              <a:ahLst/>
              <a:cxnLst/>
              <a:rect l="l" t="t" r="r" b="b"/>
              <a:pathLst>
                <a:path w="13717" h="7580" extrusionOk="0">
                  <a:moveTo>
                    <a:pt x="9951" y="0"/>
                  </a:moveTo>
                  <a:cubicBezTo>
                    <a:pt x="6355" y="0"/>
                    <a:pt x="1" y="1281"/>
                    <a:pt x="2486" y="4894"/>
                  </a:cubicBezTo>
                  <a:cubicBezTo>
                    <a:pt x="3169" y="5885"/>
                    <a:pt x="4297" y="6467"/>
                    <a:pt x="5404" y="6938"/>
                  </a:cubicBezTo>
                  <a:cubicBezTo>
                    <a:pt x="6217" y="7282"/>
                    <a:pt x="7136" y="7580"/>
                    <a:pt x="8003" y="7580"/>
                  </a:cubicBezTo>
                  <a:cubicBezTo>
                    <a:pt x="8565" y="7580"/>
                    <a:pt x="9106" y="7454"/>
                    <a:pt x="9581" y="7134"/>
                  </a:cubicBezTo>
                  <a:cubicBezTo>
                    <a:pt x="10406" y="6577"/>
                    <a:pt x="13156" y="2774"/>
                    <a:pt x="13348" y="1948"/>
                  </a:cubicBezTo>
                  <a:cubicBezTo>
                    <a:pt x="13716" y="358"/>
                    <a:pt x="13186" y="447"/>
                    <a:pt x="11597" y="126"/>
                  </a:cubicBezTo>
                  <a:cubicBezTo>
                    <a:pt x="11194" y="44"/>
                    <a:pt x="10620" y="0"/>
                    <a:pt x="9951" y="0"/>
                  </a:cubicBezTo>
                  <a:close/>
                </a:path>
              </a:pathLst>
            </a:custGeom>
            <a:solidFill>
              <a:schemeClr val="accent3"/>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9" name="Google Shape;2289;p36"/>
            <p:cNvSpPr/>
            <p:nvPr/>
          </p:nvSpPr>
          <p:spPr>
            <a:xfrm>
              <a:off x="5901600" y="3652500"/>
              <a:ext cx="558700" cy="402875"/>
            </a:xfrm>
            <a:custGeom>
              <a:avLst/>
              <a:gdLst/>
              <a:ahLst/>
              <a:cxnLst/>
              <a:rect l="l" t="t" r="r" b="b"/>
              <a:pathLst>
                <a:path w="22348" h="16115" extrusionOk="0">
                  <a:moveTo>
                    <a:pt x="946" y="1"/>
                  </a:moveTo>
                  <a:cubicBezTo>
                    <a:pt x="616" y="1"/>
                    <a:pt x="299" y="66"/>
                    <a:pt x="1" y="208"/>
                  </a:cubicBezTo>
                  <a:cubicBezTo>
                    <a:pt x="742" y="1762"/>
                    <a:pt x="2032" y="3475"/>
                    <a:pt x="2935" y="5119"/>
                  </a:cubicBezTo>
                  <a:cubicBezTo>
                    <a:pt x="6575" y="11745"/>
                    <a:pt x="13987" y="16115"/>
                    <a:pt x="21544" y="16115"/>
                  </a:cubicBezTo>
                  <a:cubicBezTo>
                    <a:pt x="21635" y="16115"/>
                    <a:pt x="21726" y="16114"/>
                    <a:pt x="21817" y="16113"/>
                  </a:cubicBezTo>
                  <a:cubicBezTo>
                    <a:pt x="22347" y="15571"/>
                    <a:pt x="21564" y="14744"/>
                    <a:pt x="20866" y="14448"/>
                  </a:cubicBezTo>
                  <a:cubicBezTo>
                    <a:pt x="18934" y="13634"/>
                    <a:pt x="16857" y="13226"/>
                    <a:pt x="14879" y="12532"/>
                  </a:cubicBezTo>
                  <a:cubicBezTo>
                    <a:pt x="12900" y="11839"/>
                    <a:pt x="10943" y="10790"/>
                    <a:pt x="9769" y="9051"/>
                  </a:cubicBezTo>
                  <a:cubicBezTo>
                    <a:pt x="9280" y="8326"/>
                    <a:pt x="8945" y="7508"/>
                    <a:pt x="8542" y="6731"/>
                  </a:cubicBezTo>
                  <a:cubicBezTo>
                    <a:pt x="7503" y="4729"/>
                    <a:pt x="3759" y="1"/>
                    <a:pt x="946" y="1"/>
                  </a:cubicBezTo>
                  <a:close/>
                </a:path>
              </a:pathLst>
            </a:custGeom>
            <a:solidFill>
              <a:schemeClr val="accent3"/>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0" name="Google Shape;2290;p36"/>
            <p:cNvSpPr/>
            <p:nvPr/>
          </p:nvSpPr>
          <p:spPr>
            <a:xfrm>
              <a:off x="6249675" y="4061675"/>
              <a:ext cx="964575" cy="811125"/>
            </a:xfrm>
            <a:custGeom>
              <a:avLst/>
              <a:gdLst/>
              <a:ahLst/>
              <a:cxnLst/>
              <a:rect l="l" t="t" r="r" b="b"/>
              <a:pathLst>
                <a:path w="38583" h="32445" extrusionOk="0">
                  <a:moveTo>
                    <a:pt x="17573" y="0"/>
                  </a:moveTo>
                  <a:cubicBezTo>
                    <a:pt x="14431" y="0"/>
                    <a:pt x="10968" y="2180"/>
                    <a:pt x="9011" y="4369"/>
                  </a:cubicBezTo>
                  <a:cubicBezTo>
                    <a:pt x="8028" y="5468"/>
                    <a:pt x="7111" y="6810"/>
                    <a:pt x="5676" y="7153"/>
                  </a:cubicBezTo>
                  <a:cubicBezTo>
                    <a:pt x="4830" y="7356"/>
                    <a:pt x="3925" y="7164"/>
                    <a:pt x="3076" y="7361"/>
                  </a:cubicBezTo>
                  <a:cubicBezTo>
                    <a:pt x="581" y="7938"/>
                    <a:pt x="1" y="11293"/>
                    <a:pt x="569" y="13791"/>
                  </a:cubicBezTo>
                  <a:cubicBezTo>
                    <a:pt x="1136" y="16289"/>
                    <a:pt x="2307" y="18910"/>
                    <a:pt x="1374" y="21296"/>
                  </a:cubicBezTo>
                  <a:cubicBezTo>
                    <a:pt x="1185" y="21776"/>
                    <a:pt x="913" y="22246"/>
                    <a:pt x="921" y="22762"/>
                  </a:cubicBezTo>
                  <a:cubicBezTo>
                    <a:pt x="932" y="23380"/>
                    <a:pt x="1355" y="23921"/>
                    <a:pt x="1849" y="24293"/>
                  </a:cubicBezTo>
                  <a:cubicBezTo>
                    <a:pt x="2646" y="24890"/>
                    <a:pt x="3559" y="25128"/>
                    <a:pt x="4517" y="25128"/>
                  </a:cubicBezTo>
                  <a:cubicBezTo>
                    <a:pt x="6301" y="25128"/>
                    <a:pt x="8239" y="24301"/>
                    <a:pt x="9868" y="23418"/>
                  </a:cubicBezTo>
                  <a:cubicBezTo>
                    <a:pt x="11665" y="22444"/>
                    <a:pt x="13735" y="21414"/>
                    <a:pt x="15685" y="21414"/>
                  </a:cubicBezTo>
                  <a:cubicBezTo>
                    <a:pt x="16453" y="21414"/>
                    <a:pt x="17203" y="21574"/>
                    <a:pt x="17910" y="21960"/>
                  </a:cubicBezTo>
                  <a:cubicBezTo>
                    <a:pt x="20585" y="23420"/>
                    <a:pt x="20837" y="27119"/>
                    <a:pt x="22486" y="29685"/>
                  </a:cubicBezTo>
                  <a:cubicBezTo>
                    <a:pt x="23522" y="31296"/>
                    <a:pt x="25450" y="32445"/>
                    <a:pt x="27291" y="32445"/>
                  </a:cubicBezTo>
                  <a:cubicBezTo>
                    <a:pt x="28027" y="32445"/>
                    <a:pt x="28749" y="32261"/>
                    <a:pt x="29394" y="31851"/>
                  </a:cubicBezTo>
                  <a:cubicBezTo>
                    <a:pt x="30163" y="31362"/>
                    <a:pt x="30731" y="30624"/>
                    <a:pt x="31285" y="29900"/>
                  </a:cubicBezTo>
                  <a:lnTo>
                    <a:pt x="34684" y="25460"/>
                  </a:lnTo>
                  <a:cubicBezTo>
                    <a:pt x="36183" y="23501"/>
                    <a:pt x="37736" y="21414"/>
                    <a:pt x="38025" y="18965"/>
                  </a:cubicBezTo>
                  <a:cubicBezTo>
                    <a:pt x="38582" y="14235"/>
                    <a:pt x="34390" y="10436"/>
                    <a:pt x="30609" y="7540"/>
                  </a:cubicBezTo>
                  <a:cubicBezTo>
                    <a:pt x="30407" y="6031"/>
                    <a:pt x="30190" y="4479"/>
                    <a:pt x="29421" y="3165"/>
                  </a:cubicBezTo>
                  <a:cubicBezTo>
                    <a:pt x="28683" y="1906"/>
                    <a:pt x="27576" y="1186"/>
                    <a:pt x="26718" y="1186"/>
                  </a:cubicBezTo>
                  <a:cubicBezTo>
                    <a:pt x="25783" y="1186"/>
                    <a:pt x="25141" y="2039"/>
                    <a:pt x="25589" y="3982"/>
                  </a:cubicBezTo>
                  <a:cubicBezTo>
                    <a:pt x="25561" y="3983"/>
                    <a:pt x="25533" y="3983"/>
                    <a:pt x="25505" y="3983"/>
                  </a:cubicBezTo>
                  <a:cubicBezTo>
                    <a:pt x="23077" y="3983"/>
                    <a:pt x="21095" y="399"/>
                    <a:pt x="18382" y="51"/>
                  </a:cubicBezTo>
                  <a:cubicBezTo>
                    <a:pt x="18115" y="17"/>
                    <a:pt x="17846" y="0"/>
                    <a:pt x="17573" y="0"/>
                  </a:cubicBezTo>
                  <a:close/>
                </a:path>
              </a:pathLst>
            </a:custGeom>
            <a:solidFill>
              <a:schemeClr val="accent3"/>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291" name="Google Shape;2291;p36"/>
          <p:cNvSpPr txBox="1"/>
          <p:nvPr/>
        </p:nvSpPr>
        <p:spPr>
          <a:xfrm>
            <a:off x="1118425" y="1848550"/>
            <a:ext cx="2047800" cy="5727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fr">
                <a:solidFill>
                  <a:srgbClr val="191919"/>
                </a:solidFill>
                <a:latin typeface="Barlow"/>
                <a:ea typeface="Barlow"/>
                <a:cs typeface="Barlow"/>
                <a:sym typeface="Barlow"/>
              </a:rPr>
              <a:t>Elle a un beau nom, mais il y fait très chaud</a:t>
            </a:r>
            <a:endParaRPr>
              <a:solidFill>
                <a:srgbClr val="191919"/>
              </a:solidFill>
              <a:latin typeface="Barlow"/>
              <a:ea typeface="Barlow"/>
              <a:cs typeface="Barlow"/>
              <a:sym typeface="Barlow"/>
            </a:endParaRPr>
          </a:p>
        </p:txBody>
      </p:sp>
      <p:sp>
        <p:nvSpPr>
          <p:cNvPr id="2292" name="Google Shape;2292;p36"/>
          <p:cNvSpPr txBox="1"/>
          <p:nvPr/>
        </p:nvSpPr>
        <p:spPr>
          <a:xfrm>
            <a:off x="1118425" y="1481375"/>
            <a:ext cx="2047800" cy="5160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fr" sz="2000">
                <a:solidFill>
                  <a:schemeClr val="lt1"/>
                </a:solidFill>
                <a:latin typeface="Barrio"/>
                <a:ea typeface="Barrio"/>
                <a:cs typeface="Barrio"/>
                <a:sym typeface="Barrio"/>
              </a:rPr>
              <a:t>VÉNUS</a:t>
            </a:r>
            <a:endParaRPr sz="2000">
              <a:solidFill>
                <a:schemeClr val="lt1"/>
              </a:solidFill>
              <a:latin typeface="Barrio"/>
              <a:ea typeface="Barrio"/>
              <a:cs typeface="Barrio"/>
              <a:sym typeface="Barrio"/>
            </a:endParaRPr>
          </a:p>
        </p:txBody>
      </p:sp>
      <p:sp>
        <p:nvSpPr>
          <p:cNvPr id="2293" name="Google Shape;2293;p36"/>
          <p:cNvSpPr txBox="1"/>
          <p:nvPr/>
        </p:nvSpPr>
        <p:spPr>
          <a:xfrm>
            <a:off x="1118425" y="3448479"/>
            <a:ext cx="2047800" cy="5727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fr">
                <a:solidFill>
                  <a:srgbClr val="191919"/>
                </a:solidFill>
                <a:latin typeface="Barlow"/>
                <a:ea typeface="Barlow"/>
                <a:cs typeface="Barlow"/>
                <a:sym typeface="Barlow"/>
              </a:rPr>
              <a:t>C’est la planète la plus éloignée du Soleil</a:t>
            </a:r>
            <a:endParaRPr>
              <a:solidFill>
                <a:srgbClr val="191919"/>
              </a:solidFill>
              <a:latin typeface="Barlow"/>
              <a:ea typeface="Barlow"/>
              <a:cs typeface="Barlow"/>
              <a:sym typeface="Barlow"/>
            </a:endParaRPr>
          </a:p>
        </p:txBody>
      </p:sp>
      <p:sp>
        <p:nvSpPr>
          <p:cNvPr id="2294" name="Google Shape;2294;p36"/>
          <p:cNvSpPr txBox="1"/>
          <p:nvPr/>
        </p:nvSpPr>
        <p:spPr>
          <a:xfrm>
            <a:off x="1118425" y="3081321"/>
            <a:ext cx="2047800" cy="5160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fr" sz="2000">
                <a:solidFill>
                  <a:schemeClr val="lt1"/>
                </a:solidFill>
                <a:latin typeface="Barrio"/>
                <a:ea typeface="Barrio"/>
                <a:cs typeface="Barrio"/>
                <a:sym typeface="Barrio"/>
              </a:rPr>
              <a:t>NEPTUNE</a:t>
            </a:r>
            <a:endParaRPr sz="2000">
              <a:solidFill>
                <a:schemeClr val="lt1"/>
              </a:solidFill>
              <a:latin typeface="Barrio"/>
              <a:ea typeface="Barrio"/>
              <a:cs typeface="Barrio"/>
              <a:sym typeface="Barrio"/>
            </a:endParaRPr>
          </a:p>
        </p:txBody>
      </p:sp>
      <p:cxnSp>
        <p:nvCxnSpPr>
          <p:cNvPr id="2295" name="Google Shape;2295;p36"/>
          <p:cNvCxnSpPr>
            <a:endCxn id="2292" idx="3"/>
          </p:cNvCxnSpPr>
          <p:nvPr/>
        </p:nvCxnSpPr>
        <p:spPr>
          <a:xfrm rot="10800000">
            <a:off x="3166225" y="1739375"/>
            <a:ext cx="3249900" cy="775200"/>
          </a:xfrm>
          <a:prstGeom prst="bentConnector3">
            <a:avLst>
              <a:gd name="adj1" fmla="val 50000"/>
            </a:avLst>
          </a:prstGeom>
          <a:noFill/>
          <a:ln w="19050" cap="flat" cmpd="sng">
            <a:solidFill>
              <a:schemeClr val="dk1"/>
            </a:solidFill>
            <a:prstDash val="solid"/>
            <a:round/>
            <a:headEnd type="oval" w="med" len="med"/>
            <a:tailEnd type="oval" w="med" len="med"/>
          </a:ln>
        </p:spPr>
      </p:cxnSp>
      <p:cxnSp>
        <p:nvCxnSpPr>
          <p:cNvPr id="2296" name="Google Shape;2296;p36"/>
          <p:cNvCxnSpPr>
            <a:endCxn id="2294" idx="3"/>
          </p:cNvCxnSpPr>
          <p:nvPr/>
        </p:nvCxnSpPr>
        <p:spPr>
          <a:xfrm flipH="1">
            <a:off x="3166225" y="3338721"/>
            <a:ext cx="1622100" cy="600"/>
          </a:xfrm>
          <a:prstGeom prst="bentConnector3">
            <a:avLst>
              <a:gd name="adj1" fmla="val 50000"/>
            </a:avLst>
          </a:prstGeom>
          <a:noFill/>
          <a:ln w="19050" cap="flat" cmpd="sng">
            <a:solidFill>
              <a:schemeClr val="dk1"/>
            </a:solidFill>
            <a:prstDash val="solid"/>
            <a:round/>
            <a:headEnd type="oval" w="med" len="med"/>
            <a:tailEnd type="oval" w="med" len="med"/>
          </a:ln>
        </p:spPr>
      </p:cxnSp>
      <p:grpSp>
        <p:nvGrpSpPr>
          <p:cNvPr id="2297" name="Google Shape;2297;p36"/>
          <p:cNvGrpSpPr/>
          <p:nvPr/>
        </p:nvGrpSpPr>
        <p:grpSpPr>
          <a:xfrm>
            <a:off x="7660523" y="216413"/>
            <a:ext cx="1235702" cy="836174"/>
            <a:chOff x="17457275" y="-43887000"/>
            <a:chExt cx="43819225" cy="29651550"/>
          </a:xfrm>
        </p:grpSpPr>
        <p:sp>
          <p:nvSpPr>
            <p:cNvPr id="2298" name="Google Shape;2298;p36"/>
            <p:cNvSpPr/>
            <p:nvPr/>
          </p:nvSpPr>
          <p:spPr>
            <a:xfrm>
              <a:off x="17703475" y="-43761150"/>
              <a:ext cx="43440825" cy="29364600"/>
            </a:xfrm>
            <a:custGeom>
              <a:avLst/>
              <a:gdLst/>
              <a:ahLst/>
              <a:cxnLst/>
              <a:rect l="l" t="t" r="r" b="b"/>
              <a:pathLst>
                <a:path w="1737633" h="1174584" extrusionOk="0">
                  <a:moveTo>
                    <a:pt x="1596470" y="1"/>
                  </a:moveTo>
                  <a:cubicBezTo>
                    <a:pt x="1580937" y="1"/>
                    <a:pt x="1565216" y="2796"/>
                    <a:pt x="1550060" y="8640"/>
                  </a:cubicBezTo>
                  <a:cubicBezTo>
                    <a:pt x="1085036" y="312991"/>
                    <a:pt x="620073" y="617342"/>
                    <a:pt x="155049" y="921692"/>
                  </a:cubicBezTo>
                  <a:lnTo>
                    <a:pt x="1" y="1174584"/>
                  </a:lnTo>
                  <a:lnTo>
                    <a:pt x="293046" y="1132516"/>
                  </a:lnTo>
                  <a:lnTo>
                    <a:pt x="1688057" y="219464"/>
                  </a:lnTo>
                  <a:cubicBezTo>
                    <a:pt x="1730489" y="176606"/>
                    <a:pt x="1737632" y="109675"/>
                    <a:pt x="1705382" y="59248"/>
                  </a:cubicBezTo>
                  <a:cubicBezTo>
                    <a:pt x="1681270" y="21550"/>
                    <a:pt x="1639595" y="1"/>
                    <a:pt x="1596470" y="1"/>
                  </a:cubicBezTo>
                  <a:close/>
                </a:path>
              </a:pathLst>
            </a:custGeom>
            <a:solidFill>
              <a:srgbClr val="FFC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9" name="Google Shape;2299;p36"/>
            <p:cNvSpPr/>
            <p:nvPr/>
          </p:nvSpPr>
          <p:spPr>
            <a:xfrm>
              <a:off x="17703475" y="-21114750"/>
              <a:ext cx="8040450" cy="6718200"/>
            </a:xfrm>
            <a:custGeom>
              <a:avLst/>
              <a:gdLst/>
              <a:ahLst/>
              <a:cxnLst/>
              <a:rect l="l" t="t" r="r" b="b"/>
              <a:pathLst>
                <a:path w="321618" h="268728" extrusionOk="0">
                  <a:moveTo>
                    <a:pt x="179305" y="0"/>
                  </a:moveTo>
                  <a:lnTo>
                    <a:pt x="155049" y="15867"/>
                  </a:lnTo>
                  <a:lnTo>
                    <a:pt x="1" y="268728"/>
                  </a:lnTo>
                  <a:lnTo>
                    <a:pt x="293046" y="226660"/>
                  </a:lnTo>
                  <a:lnTo>
                    <a:pt x="321618" y="207967"/>
                  </a:lnTo>
                  <a:lnTo>
                    <a:pt x="179305" y="0"/>
                  </a:lnTo>
                  <a:close/>
                </a:path>
              </a:pathLst>
            </a:custGeom>
            <a:solidFill>
              <a:srgbClr val="FAF9E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0" name="Google Shape;2300;p36"/>
            <p:cNvSpPr/>
            <p:nvPr/>
          </p:nvSpPr>
          <p:spPr>
            <a:xfrm>
              <a:off x="17457275" y="-21219625"/>
              <a:ext cx="8355050" cy="6984175"/>
            </a:xfrm>
            <a:custGeom>
              <a:avLst/>
              <a:gdLst/>
              <a:ahLst/>
              <a:cxnLst/>
              <a:rect l="l" t="t" r="r" b="b"/>
              <a:pathLst>
                <a:path w="334202" h="279367" extrusionOk="0">
                  <a:moveTo>
                    <a:pt x="186417" y="1"/>
                  </a:moveTo>
                  <a:lnTo>
                    <a:pt x="161250" y="16506"/>
                  </a:lnTo>
                  <a:lnTo>
                    <a:pt x="1" y="279366"/>
                  </a:lnTo>
                  <a:lnTo>
                    <a:pt x="1" y="279366"/>
                  </a:lnTo>
                  <a:lnTo>
                    <a:pt x="303623" y="235840"/>
                  </a:lnTo>
                  <a:lnTo>
                    <a:pt x="304718" y="235688"/>
                  </a:lnTo>
                  <a:lnTo>
                    <a:pt x="334201" y="216356"/>
                  </a:lnTo>
                  <a:lnTo>
                    <a:pt x="328730" y="207998"/>
                  </a:lnTo>
                  <a:lnTo>
                    <a:pt x="301070" y="226083"/>
                  </a:lnTo>
                  <a:lnTo>
                    <a:pt x="19697" y="266448"/>
                  </a:lnTo>
                  <a:lnTo>
                    <a:pt x="168575" y="23649"/>
                  </a:lnTo>
                  <a:lnTo>
                    <a:pt x="191889" y="8360"/>
                  </a:lnTo>
                  <a:lnTo>
                    <a:pt x="186417" y="1"/>
                  </a:lnTo>
                  <a:close/>
                </a:path>
              </a:pathLst>
            </a:custGeom>
            <a:solidFill>
              <a:srgbClr val="252C3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1" name="Google Shape;2301;p36"/>
            <p:cNvSpPr/>
            <p:nvPr/>
          </p:nvSpPr>
          <p:spPr>
            <a:xfrm>
              <a:off x="17457275" y="-17477925"/>
              <a:ext cx="3495525" cy="3242475"/>
            </a:xfrm>
            <a:custGeom>
              <a:avLst/>
              <a:gdLst/>
              <a:ahLst/>
              <a:cxnLst/>
              <a:rect l="l" t="t" r="r" b="b"/>
              <a:pathLst>
                <a:path w="139821" h="129699" extrusionOk="0">
                  <a:moveTo>
                    <a:pt x="79121" y="19910"/>
                  </a:moveTo>
                  <a:lnTo>
                    <a:pt x="124106" y="101795"/>
                  </a:lnTo>
                  <a:lnTo>
                    <a:pt x="19697" y="116780"/>
                  </a:lnTo>
                  <a:lnTo>
                    <a:pt x="79121" y="19910"/>
                  </a:lnTo>
                  <a:close/>
                  <a:moveTo>
                    <a:pt x="79577" y="1"/>
                  </a:moveTo>
                  <a:lnTo>
                    <a:pt x="1" y="129698"/>
                  </a:lnTo>
                  <a:lnTo>
                    <a:pt x="1" y="129698"/>
                  </a:lnTo>
                  <a:lnTo>
                    <a:pt x="139821" y="109637"/>
                  </a:lnTo>
                  <a:lnTo>
                    <a:pt x="79577" y="1"/>
                  </a:lnTo>
                  <a:close/>
                </a:path>
              </a:pathLst>
            </a:custGeom>
            <a:solidFill>
              <a:srgbClr val="252C3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2" name="Google Shape;2302;p36"/>
            <p:cNvSpPr/>
            <p:nvPr/>
          </p:nvSpPr>
          <p:spPr>
            <a:xfrm>
              <a:off x="17703475" y="-17229450"/>
              <a:ext cx="3052525" cy="2832900"/>
            </a:xfrm>
            <a:custGeom>
              <a:avLst/>
              <a:gdLst/>
              <a:ahLst/>
              <a:cxnLst/>
              <a:rect l="l" t="t" r="r" b="b"/>
              <a:pathLst>
                <a:path w="122101" h="113316" extrusionOk="0">
                  <a:moveTo>
                    <a:pt x="69485" y="1"/>
                  </a:moveTo>
                  <a:lnTo>
                    <a:pt x="1" y="113316"/>
                  </a:lnTo>
                  <a:lnTo>
                    <a:pt x="122100" y="95808"/>
                  </a:lnTo>
                  <a:lnTo>
                    <a:pt x="69485" y="1"/>
                  </a:lnTo>
                  <a:close/>
                </a:path>
              </a:pathLst>
            </a:custGeom>
            <a:solidFill>
              <a:srgbClr val="252C3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3" name="Google Shape;2303;p36"/>
            <p:cNvSpPr/>
            <p:nvPr/>
          </p:nvSpPr>
          <p:spPr>
            <a:xfrm>
              <a:off x="17457275" y="-43887000"/>
              <a:ext cx="43819225" cy="29651550"/>
            </a:xfrm>
            <a:custGeom>
              <a:avLst/>
              <a:gdLst/>
              <a:ahLst/>
              <a:cxnLst/>
              <a:rect l="l" t="t" r="r" b="b"/>
              <a:pathLst>
                <a:path w="1752769" h="1186062" extrusionOk="0">
                  <a:moveTo>
                    <a:pt x="1606403" y="10064"/>
                  </a:moveTo>
                  <a:cubicBezTo>
                    <a:pt x="1647821" y="10064"/>
                    <a:pt x="1687885" y="30735"/>
                    <a:pt x="1711066" y="67018"/>
                  </a:cubicBezTo>
                  <a:cubicBezTo>
                    <a:pt x="1741826" y="115195"/>
                    <a:pt x="1734957" y="179725"/>
                    <a:pt x="1694744" y="220668"/>
                  </a:cubicBezTo>
                  <a:lnTo>
                    <a:pt x="301100" y="1132808"/>
                  </a:lnTo>
                  <a:lnTo>
                    <a:pt x="19697" y="1173204"/>
                  </a:lnTo>
                  <a:lnTo>
                    <a:pt x="168575" y="930344"/>
                  </a:lnTo>
                  <a:lnTo>
                    <a:pt x="1562218" y="18203"/>
                  </a:lnTo>
                  <a:cubicBezTo>
                    <a:pt x="1576648" y="12700"/>
                    <a:pt x="1591611" y="10064"/>
                    <a:pt x="1606403" y="10064"/>
                  </a:cubicBezTo>
                  <a:close/>
                  <a:moveTo>
                    <a:pt x="1606347" y="1"/>
                  </a:moveTo>
                  <a:cubicBezTo>
                    <a:pt x="1590191" y="1"/>
                    <a:pt x="1573841" y="2913"/>
                    <a:pt x="1558084" y="8993"/>
                  </a:cubicBezTo>
                  <a:lnTo>
                    <a:pt x="1557598" y="9206"/>
                  </a:lnTo>
                  <a:lnTo>
                    <a:pt x="162162" y="922562"/>
                  </a:lnTo>
                  <a:lnTo>
                    <a:pt x="161219" y="923170"/>
                  </a:lnTo>
                  <a:lnTo>
                    <a:pt x="1" y="1186062"/>
                  </a:lnTo>
                  <a:lnTo>
                    <a:pt x="303563" y="1142505"/>
                  </a:lnTo>
                  <a:lnTo>
                    <a:pt x="304687" y="1142353"/>
                  </a:lnTo>
                  <a:lnTo>
                    <a:pt x="1700610" y="228692"/>
                  </a:lnTo>
                  <a:lnTo>
                    <a:pt x="1701400" y="227993"/>
                  </a:lnTo>
                  <a:cubicBezTo>
                    <a:pt x="1745200" y="183767"/>
                    <a:pt x="1752769" y="113766"/>
                    <a:pt x="1719425" y="61547"/>
                  </a:cubicBezTo>
                  <a:cubicBezTo>
                    <a:pt x="1694346" y="22332"/>
                    <a:pt x="1651088" y="1"/>
                    <a:pt x="1606347" y="1"/>
                  </a:cubicBezTo>
                  <a:close/>
                </a:path>
              </a:pathLst>
            </a:custGeom>
            <a:solidFill>
              <a:srgbClr val="252C3C"/>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4" name="Google Shape;2304;p36"/>
            <p:cNvSpPr/>
            <p:nvPr/>
          </p:nvSpPr>
          <p:spPr>
            <a:xfrm>
              <a:off x="53809775" y="-43760375"/>
              <a:ext cx="7334500" cy="7389350"/>
            </a:xfrm>
            <a:custGeom>
              <a:avLst/>
              <a:gdLst/>
              <a:ahLst/>
              <a:cxnLst/>
              <a:rect l="l" t="t" r="r" b="b"/>
              <a:pathLst>
                <a:path w="293380" h="295574" extrusionOk="0">
                  <a:moveTo>
                    <a:pt x="152218" y="0"/>
                  </a:moveTo>
                  <a:cubicBezTo>
                    <a:pt x="136685" y="0"/>
                    <a:pt x="120964" y="2796"/>
                    <a:pt x="105808" y="8639"/>
                  </a:cubicBezTo>
                  <a:cubicBezTo>
                    <a:pt x="70549" y="31740"/>
                    <a:pt x="35290" y="54810"/>
                    <a:pt x="1" y="77911"/>
                  </a:cubicBezTo>
                  <a:lnTo>
                    <a:pt x="127511" y="295573"/>
                  </a:lnTo>
                  <a:lnTo>
                    <a:pt x="243805" y="219493"/>
                  </a:lnTo>
                  <a:cubicBezTo>
                    <a:pt x="286237" y="176636"/>
                    <a:pt x="293380" y="109674"/>
                    <a:pt x="261130" y="59248"/>
                  </a:cubicBezTo>
                  <a:cubicBezTo>
                    <a:pt x="237018" y="21549"/>
                    <a:pt x="195343" y="0"/>
                    <a:pt x="152218" y="0"/>
                  </a:cubicBezTo>
                  <a:close/>
                </a:path>
              </a:pathLst>
            </a:custGeom>
            <a:solidFill>
              <a:srgbClr val="FF89A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5" name="Google Shape;2305;p36"/>
            <p:cNvSpPr/>
            <p:nvPr/>
          </p:nvSpPr>
          <p:spPr>
            <a:xfrm>
              <a:off x="53741400" y="-43885925"/>
              <a:ext cx="7535100" cy="7619750"/>
            </a:xfrm>
            <a:custGeom>
              <a:avLst/>
              <a:gdLst/>
              <a:ahLst/>
              <a:cxnLst/>
              <a:rect l="l" t="t" r="r" b="b"/>
              <a:pathLst>
                <a:path w="301404" h="304790" extrusionOk="0">
                  <a:moveTo>
                    <a:pt x="155013" y="1"/>
                  </a:moveTo>
                  <a:cubicBezTo>
                    <a:pt x="138847" y="1"/>
                    <a:pt x="122487" y="2918"/>
                    <a:pt x="106719" y="9011"/>
                  </a:cubicBezTo>
                  <a:lnTo>
                    <a:pt x="0" y="78738"/>
                  </a:lnTo>
                  <a:lnTo>
                    <a:pt x="5471" y="87097"/>
                  </a:lnTo>
                  <a:lnTo>
                    <a:pt x="110823" y="18129"/>
                  </a:lnTo>
                  <a:cubicBezTo>
                    <a:pt x="125252" y="12626"/>
                    <a:pt x="140214" y="9990"/>
                    <a:pt x="155002" y="9990"/>
                  </a:cubicBezTo>
                  <a:cubicBezTo>
                    <a:pt x="196411" y="9990"/>
                    <a:pt x="236459" y="30661"/>
                    <a:pt x="259640" y="66945"/>
                  </a:cubicBezTo>
                  <a:cubicBezTo>
                    <a:pt x="290431" y="115122"/>
                    <a:pt x="283562" y="179621"/>
                    <a:pt x="243348" y="220594"/>
                  </a:cubicBezTo>
                  <a:lnTo>
                    <a:pt x="127510" y="296431"/>
                  </a:lnTo>
                  <a:lnTo>
                    <a:pt x="132981" y="304790"/>
                  </a:lnTo>
                  <a:lnTo>
                    <a:pt x="249245" y="228679"/>
                  </a:lnTo>
                  <a:lnTo>
                    <a:pt x="250035" y="228011"/>
                  </a:lnTo>
                  <a:cubicBezTo>
                    <a:pt x="293835" y="183785"/>
                    <a:pt x="301404" y="113754"/>
                    <a:pt x="268060" y="61565"/>
                  </a:cubicBezTo>
                  <a:cubicBezTo>
                    <a:pt x="242987" y="22337"/>
                    <a:pt x="199744" y="1"/>
                    <a:pt x="155013" y="1"/>
                  </a:cubicBezTo>
                  <a:close/>
                </a:path>
              </a:pathLst>
            </a:custGeom>
            <a:solidFill>
              <a:srgbClr val="252C3C"/>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6" name="Google Shape;2306;p36"/>
            <p:cNvSpPr/>
            <p:nvPr/>
          </p:nvSpPr>
          <p:spPr>
            <a:xfrm>
              <a:off x="21961925" y="-21025850"/>
              <a:ext cx="3832150" cy="5269850"/>
            </a:xfrm>
            <a:custGeom>
              <a:avLst/>
              <a:gdLst/>
              <a:ahLst/>
              <a:cxnLst/>
              <a:rect l="l" t="t" r="r" b="b"/>
              <a:pathLst>
                <a:path w="153286" h="210794" extrusionOk="0">
                  <a:moveTo>
                    <a:pt x="0" y="1"/>
                  </a:moveTo>
                  <a:lnTo>
                    <a:pt x="137997" y="210794"/>
                  </a:lnTo>
                  <a:lnTo>
                    <a:pt x="153286" y="125504"/>
                  </a:lnTo>
                  <a:lnTo>
                    <a:pt x="69029" y="105443"/>
                  </a:lnTo>
                  <a:lnTo>
                    <a:pt x="84288" y="20122"/>
                  </a:lnTo>
                  <a:lnTo>
                    <a:pt x="0" y="1"/>
                  </a:lnTo>
                  <a:close/>
                </a:path>
              </a:pathLst>
            </a:custGeom>
            <a:solidFill>
              <a:srgbClr val="FAF9E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7" name="Google Shape;2307;p36"/>
            <p:cNvSpPr/>
            <p:nvPr/>
          </p:nvSpPr>
          <p:spPr>
            <a:xfrm>
              <a:off x="21933050" y="-21147425"/>
              <a:ext cx="4005425" cy="5414225"/>
            </a:xfrm>
            <a:custGeom>
              <a:avLst/>
              <a:gdLst/>
              <a:ahLst/>
              <a:cxnLst/>
              <a:rect l="l" t="t" r="r" b="b"/>
              <a:pathLst>
                <a:path w="160217" h="216569" extrusionOk="0">
                  <a:moveTo>
                    <a:pt x="2310" y="0"/>
                  </a:moveTo>
                  <a:lnTo>
                    <a:pt x="0" y="9727"/>
                  </a:lnTo>
                  <a:lnTo>
                    <a:pt x="79728" y="28724"/>
                  </a:lnTo>
                  <a:lnTo>
                    <a:pt x="64409" y="114075"/>
                  </a:lnTo>
                  <a:lnTo>
                    <a:pt x="148727" y="134166"/>
                  </a:lnTo>
                  <a:lnTo>
                    <a:pt x="134197" y="214775"/>
                  </a:lnTo>
                  <a:lnTo>
                    <a:pt x="144076" y="216569"/>
                  </a:lnTo>
                  <a:lnTo>
                    <a:pt x="160216" y="126598"/>
                  </a:lnTo>
                  <a:lnTo>
                    <a:pt x="75929" y="106537"/>
                  </a:lnTo>
                  <a:lnTo>
                    <a:pt x="91218" y="21216"/>
                  </a:lnTo>
                  <a:lnTo>
                    <a:pt x="2310" y="0"/>
                  </a:lnTo>
                  <a:close/>
                </a:path>
              </a:pathLst>
            </a:custGeom>
            <a:solidFill>
              <a:srgbClr val="252C3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8" name="Google Shape;2308;p36"/>
            <p:cNvSpPr/>
            <p:nvPr/>
          </p:nvSpPr>
          <p:spPr>
            <a:xfrm>
              <a:off x="53700350" y="-41877975"/>
              <a:ext cx="3378500" cy="5583700"/>
            </a:xfrm>
            <a:custGeom>
              <a:avLst/>
              <a:gdLst/>
              <a:ahLst/>
              <a:cxnLst/>
              <a:rect l="l" t="t" r="r" b="b"/>
              <a:pathLst>
                <a:path w="135140" h="223348" extrusionOk="0">
                  <a:moveTo>
                    <a:pt x="8633" y="1"/>
                  </a:moveTo>
                  <a:lnTo>
                    <a:pt x="1" y="5016"/>
                  </a:lnTo>
                  <a:lnTo>
                    <a:pt x="126477" y="223347"/>
                  </a:lnTo>
                  <a:lnTo>
                    <a:pt x="135140" y="218332"/>
                  </a:lnTo>
                  <a:lnTo>
                    <a:pt x="8633" y="1"/>
                  </a:lnTo>
                  <a:close/>
                </a:path>
              </a:pathLst>
            </a:custGeom>
            <a:solidFill>
              <a:srgbClr val="252C3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9" name="Google Shape;2309;p36"/>
            <p:cNvSpPr/>
            <p:nvPr/>
          </p:nvSpPr>
          <p:spPr>
            <a:xfrm>
              <a:off x="52573425" y="-41138600"/>
              <a:ext cx="3427150" cy="5553300"/>
            </a:xfrm>
            <a:custGeom>
              <a:avLst/>
              <a:gdLst/>
              <a:ahLst/>
              <a:cxnLst/>
              <a:rect l="l" t="t" r="r" b="b"/>
              <a:pathLst>
                <a:path w="137086" h="222132" extrusionOk="0">
                  <a:moveTo>
                    <a:pt x="8603" y="1"/>
                  </a:moveTo>
                  <a:lnTo>
                    <a:pt x="1" y="5107"/>
                  </a:lnTo>
                  <a:lnTo>
                    <a:pt x="128484" y="222131"/>
                  </a:lnTo>
                  <a:lnTo>
                    <a:pt x="137086" y="217025"/>
                  </a:lnTo>
                  <a:lnTo>
                    <a:pt x="8603" y="1"/>
                  </a:lnTo>
                  <a:close/>
                </a:path>
              </a:pathLst>
            </a:custGeom>
            <a:solidFill>
              <a:srgbClr val="252C3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0" name="Google Shape;2310;p36"/>
            <p:cNvSpPr/>
            <p:nvPr/>
          </p:nvSpPr>
          <p:spPr>
            <a:xfrm>
              <a:off x="25799375" y="-37178825"/>
              <a:ext cx="29286275" cy="19590750"/>
            </a:xfrm>
            <a:custGeom>
              <a:avLst/>
              <a:gdLst/>
              <a:ahLst/>
              <a:cxnLst/>
              <a:rect l="l" t="t" r="r" b="b"/>
              <a:pathLst>
                <a:path w="1171451" h="783630" extrusionOk="0">
                  <a:moveTo>
                    <a:pt x="1167287" y="1"/>
                  </a:moveTo>
                  <a:lnTo>
                    <a:pt x="1" y="777398"/>
                  </a:lnTo>
                  <a:lnTo>
                    <a:pt x="4134" y="783629"/>
                  </a:lnTo>
                  <a:lnTo>
                    <a:pt x="1171451" y="6232"/>
                  </a:lnTo>
                  <a:lnTo>
                    <a:pt x="1167287" y="1"/>
                  </a:lnTo>
                  <a:close/>
                </a:path>
              </a:pathLst>
            </a:custGeom>
            <a:solidFill>
              <a:srgbClr val="252C3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1" name="Google Shape;2311;p36"/>
            <p:cNvSpPr/>
            <p:nvPr/>
          </p:nvSpPr>
          <p:spPr>
            <a:xfrm>
              <a:off x="23826700" y="-38491150"/>
              <a:ext cx="30479300" cy="20125700"/>
            </a:xfrm>
            <a:custGeom>
              <a:avLst/>
              <a:gdLst/>
              <a:ahLst/>
              <a:cxnLst/>
              <a:rect l="l" t="t" r="r" b="b"/>
              <a:pathLst>
                <a:path w="1219172" h="805028" extrusionOk="0">
                  <a:moveTo>
                    <a:pt x="1215038" y="1"/>
                  </a:moveTo>
                  <a:lnTo>
                    <a:pt x="0" y="798736"/>
                  </a:lnTo>
                  <a:lnTo>
                    <a:pt x="4134" y="805028"/>
                  </a:lnTo>
                  <a:lnTo>
                    <a:pt x="1219172" y="6293"/>
                  </a:lnTo>
                  <a:lnTo>
                    <a:pt x="1215038" y="1"/>
                  </a:lnTo>
                  <a:close/>
                </a:path>
              </a:pathLst>
            </a:custGeom>
            <a:solidFill>
              <a:srgbClr val="252C3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2" name="Google Shape;2312;p36"/>
            <p:cNvSpPr/>
            <p:nvPr/>
          </p:nvSpPr>
          <p:spPr>
            <a:xfrm>
              <a:off x="23884450" y="-39741150"/>
              <a:ext cx="29683700" cy="19369600"/>
            </a:xfrm>
            <a:custGeom>
              <a:avLst/>
              <a:gdLst/>
              <a:ahLst/>
              <a:cxnLst/>
              <a:rect l="l" t="t" r="r" b="b"/>
              <a:pathLst>
                <a:path w="1187348" h="774784" extrusionOk="0">
                  <a:moveTo>
                    <a:pt x="1183245" y="0"/>
                  </a:moveTo>
                  <a:lnTo>
                    <a:pt x="1" y="768491"/>
                  </a:lnTo>
                  <a:lnTo>
                    <a:pt x="4104" y="774783"/>
                  </a:lnTo>
                  <a:lnTo>
                    <a:pt x="1187348" y="6322"/>
                  </a:lnTo>
                  <a:lnTo>
                    <a:pt x="1183245" y="0"/>
                  </a:lnTo>
                  <a:close/>
                </a:path>
              </a:pathLst>
            </a:custGeom>
            <a:solidFill>
              <a:srgbClr val="252C3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3" name="Google Shape;2313;p36"/>
            <p:cNvSpPr/>
            <p:nvPr/>
          </p:nvSpPr>
          <p:spPr>
            <a:xfrm>
              <a:off x="30959050" y="-26676500"/>
              <a:ext cx="1020550" cy="826250"/>
            </a:xfrm>
            <a:custGeom>
              <a:avLst/>
              <a:gdLst/>
              <a:ahLst/>
              <a:cxnLst/>
              <a:rect l="l" t="t" r="r" b="b"/>
              <a:pathLst>
                <a:path w="40822" h="33050" extrusionOk="0">
                  <a:moveTo>
                    <a:pt x="25995" y="0"/>
                  </a:moveTo>
                  <a:cubicBezTo>
                    <a:pt x="21403" y="0"/>
                    <a:pt x="16208" y="1802"/>
                    <a:pt x="11642" y="5355"/>
                  </a:cubicBezTo>
                  <a:cubicBezTo>
                    <a:pt x="3070" y="12072"/>
                    <a:pt x="1" y="22559"/>
                    <a:pt x="4803" y="28729"/>
                  </a:cubicBezTo>
                  <a:cubicBezTo>
                    <a:pt x="7080" y="31621"/>
                    <a:pt x="10698" y="33050"/>
                    <a:pt x="14789" y="33050"/>
                  </a:cubicBezTo>
                  <a:cubicBezTo>
                    <a:pt x="19382" y="33050"/>
                    <a:pt x="24570" y="31249"/>
                    <a:pt x="29120" y="27695"/>
                  </a:cubicBezTo>
                  <a:cubicBezTo>
                    <a:pt x="37752" y="20948"/>
                    <a:pt x="40822" y="10492"/>
                    <a:pt x="35959" y="4321"/>
                  </a:cubicBezTo>
                  <a:cubicBezTo>
                    <a:pt x="33696" y="1429"/>
                    <a:pt x="30085" y="0"/>
                    <a:pt x="25995"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4" name="Google Shape;2314;p36"/>
            <p:cNvSpPr/>
            <p:nvPr/>
          </p:nvSpPr>
          <p:spPr>
            <a:xfrm>
              <a:off x="30899025" y="-26781375"/>
              <a:ext cx="1140625" cy="1033600"/>
            </a:xfrm>
            <a:custGeom>
              <a:avLst/>
              <a:gdLst/>
              <a:ahLst/>
              <a:cxnLst/>
              <a:rect l="l" t="t" r="r" b="b"/>
              <a:pathLst>
                <a:path w="45625" h="41344" extrusionOk="0">
                  <a:moveTo>
                    <a:pt x="28420" y="8273"/>
                  </a:moveTo>
                  <a:cubicBezTo>
                    <a:pt x="31277" y="8273"/>
                    <a:pt x="33709" y="9185"/>
                    <a:pt x="35138" y="11009"/>
                  </a:cubicBezTo>
                  <a:cubicBezTo>
                    <a:pt x="37144" y="13592"/>
                    <a:pt x="36597" y="16997"/>
                    <a:pt x="36050" y="18790"/>
                  </a:cubicBezTo>
                  <a:cubicBezTo>
                    <a:pt x="34986" y="22316"/>
                    <a:pt x="32432" y="25903"/>
                    <a:pt x="28998" y="28577"/>
                  </a:cubicBezTo>
                  <a:cubicBezTo>
                    <a:pt x="25563" y="31283"/>
                    <a:pt x="21460" y="32924"/>
                    <a:pt x="17782" y="33076"/>
                  </a:cubicBezTo>
                  <a:cubicBezTo>
                    <a:pt x="17560" y="33090"/>
                    <a:pt x="17316" y="33099"/>
                    <a:pt x="17054" y="33099"/>
                  </a:cubicBezTo>
                  <a:cubicBezTo>
                    <a:pt x="15121" y="33099"/>
                    <a:pt x="12223" y="32616"/>
                    <a:pt x="10456" y="30340"/>
                  </a:cubicBezTo>
                  <a:cubicBezTo>
                    <a:pt x="8420" y="27757"/>
                    <a:pt x="8997" y="24322"/>
                    <a:pt x="9545" y="22559"/>
                  </a:cubicBezTo>
                  <a:cubicBezTo>
                    <a:pt x="10548" y="19003"/>
                    <a:pt x="13101" y="15447"/>
                    <a:pt x="16566" y="12741"/>
                  </a:cubicBezTo>
                  <a:cubicBezTo>
                    <a:pt x="20365" y="9823"/>
                    <a:pt x="24742" y="8273"/>
                    <a:pt x="28420" y="8273"/>
                  </a:cubicBezTo>
                  <a:close/>
                  <a:moveTo>
                    <a:pt x="28407" y="1"/>
                  </a:moveTo>
                  <a:cubicBezTo>
                    <a:pt x="22932" y="1"/>
                    <a:pt x="16898" y="2106"/>
                    <a:pt x="11551" y="6297"/>
                  </a:cubicBezTo>
                  <a:cubicBezTo>
                    <a:pt x="6718" y="10097"/>
                    <a:pt x="3192" y="15021"/>
                    <a:pt x="1672" y="20279"/>
                  </a:cubicBezTo>
                  <a:cubicBezTo>
                    <a:pt x="0" y="25903"/>
                    <a:pt x="882" y="31435"/>
                    <a:pt x="3982" y="35416"/>
                  </a:cubicBezTo>
                  <a:cubicBezTo>
                    <a:pt x="6961" y="39216"/>
                    <a:pt x="11733" y="41344"/>
                    <a:pt x="17235" y="41344"/>
                  </a:cubicBezTo>
                  <a:lnTo>
                    <a:pt x="18116" y="41344"/>
                  </a:lnTo>
                  <a:cubicBezTo>
                    <a:pt x="23587" y="41131"/>
                    <a:pt x="29241" y="38912"/>
                    <a:pt x="34074" y="35112"/>
                  </a:cubicBezTo>
                  <a:cubicBezTo>
                    <a:pt x="38907" y="31313"/>
                    <a:pt x="42433" y="26389"/>
                    <a:pt x="43952" y="21130"/>
                  </a:cubicBezTo>
                  <a:cubicBezTo>
                    <a:pt x="45624" y="15507"/>
                    <a:pt x="44743" y="9975"/>
                    <a:pt x="41642" y="5993"/>
                  </a:cubicBezTo>
                  <a:cubicBezTo>
                    <a:pt x="38525" y="1992"/>
                    <a:pt x="33731" y="1"/>
                    <a:pt x="28407"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5" name="Google Shape;2315;p36"/>
            <p:cNvSpPr/>
            <p:nvPr/>
          </p:nvSpPr>
          <p:spPr>
            <a:xfrm>
              <a:off x="33922625" y="-22997025"/>
              <a:ext cx="1022850" cy="825325"/>
            </a:xfrm>
            <a:custGeom>
              <a:avLst/>
              <a:gdLst/>
              <a:ahLst/>
              <a:cxnLst/>
              <a:rect l="l" t="t" r="r" b="b"/>
              <a:pathLst>
                <a:path w="40914" h="33013" extrusionOk="0">
                  <a:moveTo>
                    <a:pt x="25999" y="0"/>
                  </a:moveTo>
                  <a:cubicBezTo>
                    <a:pt x="21425" y="0"/>
                    <a:pt x="16269" y="1777"/>
                    <a:pt x="11734" y="5290"/>
                  </a:cubicBezTo>
                  <a:cubicBezTo>
                    <a:pt x="3101" y="11977"/>
                    <a:pt x="1" y="22433"/>
                    <a:pt x="4773" y="28634"/>
                  </a:cubicBezTo>
                  <a:cubicBezTo>
                    <a:pt x="7067" y="31563"/>
                    <a:pt x="10730" y="33012"/>
                    <a:pt x="14865" y="33012"/>
                  </a:cubicBezTo>
                  <a:cubicBezTo>
                    <a:pt x="19443" y="33012"/>
                    <a:pt x="24600" y="31236"/>
                    <a:pt x="29120" y="27722"/>
                  </a:cubicBezTo>
                  <a:cubicBezTo>
                    <a:pt x="37783" y="21035"/>
                    <a:pt x="40913" y="10579"/>
                    <a:pt x="36080" y="4378"/>
                  </a:cubicBezTo>
                  <a:cubicBezTo>
                    <a:pt x="33787" y="1450"/>
                    <a:pt x="30131" y="0"/>
                    <a:pt x="25999"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6" name="Google Shape;2316;p36"/>
            <p:cNvSpPr/>
            <p:nvPr/>
          </p:nvSpPr>
          <p:spPr>
            <a:xfrm>
              <a:off x="33805600" y="-23100700"/>
              <a:ext cx="1198375" cy="1033075"/>
            </a:xfrm>
            <a:custGeom>
              <a:avLst/>
              <a:gdLst/>
              <a:ahLst/>
              <a:cxnLst/>
              <a:rect l="l" t="t" r="r" b="b"/>
              <a:pathLst>
                <a:path w="47935" h="41323" extrusionOk="0">
                  <a:moveTo>
                    <a:pt x="30700" y="8222"/>
                  </a:moveTo>
                  <a:cubicBezTo>
                    <a:pt x="32646" y="8222"/>
                    <a:pt x="35685" y="8647"/>
                    <a:pt x="37540" y="10988"/>
                  </a:cubicBezTo>
                  <a:cubicBezTo>
                    <a:pt x="39546" y="13571"/>
                    <a:pt x="38938" y="17006"/>
                    <a:pt x="38391" y="18799"/>
                  </a:cubicBezTo>
                  <a:cubicBezTo>
                    <a:pt x="37357" y="22325"/>
                    <a:pt x="34743" y="25881"/>
                    <a:pt x="31308" y="28556"/>
                  </a:cubicBezTo>
                  <a:cubicBezTo>
                    <a:pt x="27510" y="31482"/>
                    <a:pt x="23164" y="33001"/>
                    <a:pt x="19487" y="33001"/>
                  </a:cubicBezTo>
                  <a:cubicBezTo>
                    <a:pt x="16632" y="33001"/>
                    <a:pt x="14181" y="32084"/>
                    <a:pt x="12706" y="30198"/>
                  </a:cubicBezTo>
                  <a:cubicBezTo>
                    <a:pt x="9393" y="25881"/>
                    <a:pt x="12220" y="17827"/>
                    <a:pt x="18968" y="12629"/>
                  </a:cubicBezTo>
                  <a:cubicBezTo>
                    <a:pt x="22402" y="9984"/>
                    <a:pt x="26506" y="8373"/>
                    <a:pt x="30184" y="8222"/>
                  </a:cubicBezTo>
                  <a:close/>
                  <a:moveTo>
                    <a:pt x="30671" y="1"/>
                  </a:moveTo>
                  <a:cubicBezTo>
                    <a:pt x="30419" y="1"/>
                    <a:pt x="30165" y="5"/>
                    <a:pt x="29910" y="15"/>
                  </a:cubicBezTo>
                  <a:cubicBezTo>
                    <a:pt x="24469" y="258"/>
                    <a:pt x="18816" y="2416"/>
                    <a:pt x="13952" y="6185"/>
                  </a:cubicBezTo>
                  <a:cubicBezTo>
                    <a:pt x="3344" y="14392"/>
                    <a:pt x="1" y="27158"/>
                    <a:pt x="6262" y="35274"/>
                  </a:cubicBezTo>
                  <a:cubicBezTo>
                    <a:pt x="9393" y="39316"/>
                    <a:pt x="14196" y="41322"/>
                    <a:pt x="19576" y="41322"/>
                  </a:cubicBezTo>
                  <a:cubicBezTo>
                    <a:pt x="24986" y="41322"/>
                    <a:pt x="31004" y="39225"/>
                    <a:pt x="36324" y="35091"/>
                  </a:cubicBezTo>
                  <a:cubicBezTo>
                    <a:pt x="41187" y="31322"/>
                    <a:pt x="44713" y="26398"/>
                    <a:pt x="46263" y="21140"/>
                  </a:cubicBezTo>
                  <a:cubicBezTo>
                    <a:pt x="47935" y="15516"/>
                    <a:pt x="47145" y="10015"/>
                    <a:pt x="44044" y="5972"/>
                  </a:cubicBezTo>
                  <a:cubicBezTo>
                    <a:pt x="41053" y="2168"/>
                    <a:pt x="36092" y="1"/>
                    <a:pt x="30671"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7" name="Google Shape;2317;p36"/>
            <p:cNvSpPr/>
            <p:nvPr/>
          </p:nvSpPr>
          <p:spPr>
            <a:xfrm>
              <a:off x="31563175" y="-24935475"/>
              <a:ext cx="1719650" cy="1758400"/>
            </a:xfrm>
            <a:custGeom>
              <a:avLst/>
              <a:gdLst/>
              <a:ahLst/>
              <a:cxnLst/>
              <a:rect l="l" t="t" r="r" b="b"/>
              <a:pathLst>
                <a:path w="68786" h="70336" extrusionOk="0">
                  <a:moveTo>
                    <a:pt x="26323" y="0"/>
                  </a:moveTo>
                  <a:lnTo>
                    <a:pt x="23192" y="2675"/>
                  </a:lnTo>
                  <a:cubicBezTo>
                    <a:pt x="9301" y="14469"/>
                    <a:pt x="760" y="29758"/>
                    <a:pt x="243" y="43527"/>
                  </a:cubicBezTo>
                  <a:cubicBezTo>
                    <a:pt x="0" y="51430"/>
                    <a:pt x="2432" y="58117"/>
                    <a:pt x="7325" y="62889"/>
                  </a:cubicBezTo>
                  <a:cubicBezTo>
                    <a:pt x="12402" y="67904"/>
                    <a:pt x="19909" y="70336"/>
                    <a:pt x="28420" y="70336"/>
                  </a:cubicBezTo>
                  <a:cubicBezTo>
                    <a:pt x="39910" y="70336"/>
                    <a:pt x="53375" y="65898"/>
                    <a:pt x="65442" y="57266"/>
                  </a:cubicBezTo>
                  <a:lnTo>
                    <a:pt x="68786" y="54864"/>
                  </a:lnTo>
                  <a:lnTo>
                    <a:pt x="64013" y="48147"/>
                  </a:lnTo>
                  <a:lnTo>
                    <a:pt x="60670" y="50548"/>
                  </a:lnTo>
                  <a:cubicBezTo>
                    <a:pt x="49976" y="58140"/>
                    <a:pt x="38047" y="62184"/>
                    <a:pt x="28286" y="62184"/>
                  </a:cubicBezTo>
                  <a:cubicBezTo>
                    <a:pt x="21985" y="62184"/>
                    <a:pt x="16587" y="60498"/>
                    <a:pt x="13009" y="56992"/>
                  </a:cubicBezTo>
                  <a:cubicBezTo>
                    <a:pt x="8997" y="53041"/>
                    <a:pt x="8298" y="47661"/>
                    <a:pt x="8420" y="43831"/>
                  </a:cubicBezTo>
                  <a:cubicBezTo>
                    <a:pt x="8845" y="32493"/>
                    <a:pt x="16505" y="19150"/>
                    <a:pt x="28481" y="8937"/>
                  </a:cubicBezTo>
                  <a:lnTo>
                    <a:pt x="31642" y="6262"/>
                  </a:lnTo>
                  <a:lnTo>
                    <a:pt x="26323"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318" name="Google Shape;2318;p36"/>
          <p:cNvGrpSpPr/>
          <p:nvPr/>
        </p:nvGrpSpPr>
        <p:grpSpPr>
          <a:xfrm>
            <a:off x="7997075" y="2737338"/>
            <a:ext cx="1061100" cy="314400"/>
            <a:chOff x="7997075" y="4289600"/>
            <a:chExt cx="1061100" cy="314400"/>
          </a:xfrm>
        </p:grpSpPr>
        <p:sp>
          <p:nvSpPr>
            <p:cNvPr id="2319" name="Google Shape;2319;p36"/>
            <p:cNvSpPr/>
            <p:nvPr/>
          </p:nvSpPr>
          <p:spPr>
            <a:xfrm>
              <a:off x="7997075" y="4289600"/>
              <a:ext cx="1061100" cy="314400"/>
            </a:xfrm>
            <a:prstGeom prst="rect">
              <a:avLst/>
            </a:prstGeom>
            <a:solidFill>
              <a:schemeClr val="accent2"/>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0" name="Google Shape;2320;p36"/>
            <p:cNvSpPr/>
            <p:nvPr/>
          </p:nvSpPr>
          <p:spPr>
            <a:xfrm>
              <a:off x="7997075" y="4289600"/>
              <a:ext cx="426900" cy="314400"/>
            </a:xfrm>
            <a:prstGeom prst="rect">
              <a:avLst/>
            </a:prstGeom>
            <a:solidFill>
              <a:srgbClr val="000000">
                <a:alpha val="78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324"/>
        <p:cNvGrpSpPr/>
        <p:nvPr/>
      </p:nvGrpSpPr>
      <p:grpSpPr>
        <a:xfrm>
          <a:off x="0" y="0"/>
          <a:ext cx="0" cy="0"/>
          <a:chOff x="0" y="0"/>
          <a:chExt cx="0" cy="0"/>
        </a:xfrm>
      </p:grpSpPr>
      <p:sp>
        <p:nvSpPr>
          <p:cNvPr id="2325" name="Google Shape;2325;p37"/>
          <p:cNvSpPr txBox="1">
            <a:spLocks noGrp="1"/>
          </p:cNvSpPr>
          <p:nvPr>
            <p:ph type="title"/>
          </p:nvPr>
        </p:nvSpPr>
        <p:spPr>
          <a:xfrm>
            <a:off x="904875" y="597425"/>
            <a:ext cx="73344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fr"/>
              <a:t>VOICI UNE </a:t>
            </a:r>
            <a:r>
              <a:rPr lang="fr">
                <a:solidFill>
                  <a:schemeClr val="lt1"/>
                </a:solidFill>
              </a:rPr>
              <a:t>table</a:t>
            </a:r>
            <a:endParaRPr>
              <a:solidFill>
                <a:schemeClr val="lt1"/>
              </a:solidFill>
            </a:endParaRPr>
          </a:p>
        </p:txBody>
      </p:sp>
      <p:graphicFrame>
        <p:nvGraphicFramePr>
          <p:cNvPr id="2326" name="Google Shape;2326;p37"/>
          <p:cNvGraphicFramePr/>
          <p:nvPr/>
        </p:nvGraphicFramePr>
        <p:xfrm>
          <a:off x="1104900" y="1238250"/>
          <a:ext cx="3000000" cy="3000000"/>
        </p:xfrm>
        <a:graphic>
          <a:graphicData uri="http://schemas.openxmlformats.org/drawingml/2006/table">
            <a:tbl>
              <a:tblPr>
                <a:noFill/>
                <a:tableStyleId>{D5F98F06-4884-49F3-945D-AF289A128153}</a:tableStyleId>
              </a:tblPr>
              <a:tblGrid>
                <a:gridCol w="1407650">
                  <a:extLst>
                    <a:ext uri="{9D8B030D-6E8A-4147-A177-3AD203B41FA5}">
                      <a16:colId xmlns:a16="http://schemas.microsoft.com/office/drawing/2014/main" val="20000"/>
                    </a:ext>
                  </a:extLst>
                </a:gridCol>
                <a:gridCol w="1407650">
                  <a:extLst>
                    <a:ext uri="{9D8B030D-6E8A-4147-A177-3AD203B41FA5}">
                      <a16:colId xmlns:a16="http://schemas.microsoft.com/office/drawing/2014/main" val="20001"/>
                    </a:ext>
                  </a:extLst>
                </a:gridCol>
                <a:gridCol w="1407650">
                  <a:extLst>
                    <a:ext uri="{9D8B030D-6E8A-4147-A177-3AD203B41FA5}">
                      <a16:colId xmlns:a16="http://schemas.microsoft.com/office/drawing/2014/main" val="20002"/>
                    </a:ext>
                  </a:extLst>
                </a:gridCol>
                <a:gridCol w="1407650">
                  <a:extLst>
                    <a:ext uri="{9D8B030D-6E8A-4147-A177-3AD203B41FA5}">
                      <a16:colId xmlns:a16="http://schemas.microsoft.com/office/drawing/2014/main" val="20003"/>
                    </a:ext>
                  </a:extLst>
                </a:gridCol>
                <a:gridCol w="1407650">
                  <a:extLst>
                    <a:ext uri="{9D8B030D-6E8A-4147-A177-3AD203B41FA5}">
                      <a16:colId xmlns:a16="http://schemas.microsoft.com/office/drawing/2014/main" val="20004"/>
                    </a:ext>
                  </a:extLst>
                </a:gridCol>
              </a:tblGrid>
              <a:tr h="484150">
                <a:tc>
                  <a:txBody>
                    <a:bodyPr/>
                    <a:lstStyle/>
                    <a:p>
                      <a:pPr marL="0" lvl="0" indent="0" algn="ctr" rtl="0">
                        <a:spcBef>
                          <a:spcPts val="0"/>
                        </a:spcBef>
                        <a:spcAft>
                          <a:spcPts val="0"/>
                        </a:spcAft>
                        <a:buNone/>
                      </a:pPr>
                      <a:r>
                        <a:rPr lang="fr" sz="2000">
                          <a:latin typeface="Barrio"/>
                          <a:ea typeface="Barrio"/>
                          <a:cs typeface="Barrio"/>
                          <a:sym typeface="Barrio"/>
                        </a:rPr>
                        <a:t>LUNDI</a:t>
                      </a:r>
                      <a:endParaRPr sz="2000">
                        <a:latin typeface="Barrio"/>
                        <a:ea typeface="Barrio"/>
                        <a:cs typeface="Barrio"/>
                        <a:sym typeface="Barrio"/>
                      </a:endParaRPr>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chemeClr val="accent2"/>
                    </a:solidFill>
                  </a:tcPr>
                </a:tc>
                <a:tc>
                  <a:txBody>
                    <a:bodyPr/>
                    <a:lstStyle/>
                    <a:p>
                      <a:pPr marL="0" lvl="0" indent="0" algn="ctr" rtl="0">
                        <a:spcBef>
                          <a:spcPts val="0"/>
                        </a:spcBef>
                        <a:spcAft>
                          <a:spcPts val="0"/>
                        </a:spcAft>
                        <a:buNone/>
                      </a:pPr>
                      <a:r>
                        <a:rPr lang="fr" sz="2000">
                          <a:latin typeface="Barrio"/>
                          <a:ea typeface="Barrio"/>
                          <a:cs typeface="Barrio"/>
                          <a:sym typeface="Barrio"/>
                        </a:rPr>
                        <a:t>MARDI</a:t>
                      </a:r>
                      <a:endParaRPr sz="2000">
                        <a:latin typeface="Barrio"/>
                        <a:ea typeface="Barrio"/>
                        <a:cs typeface="Barrio"/>
                        <a:sym typeface="Barrio"/>
                      </a:endParaRPr>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chemeClr val="accent2"/>
                    </a:solidFill>
                  </a:tcPr>
                </a:tc>
                <a:tc>
                  <a:txBody>
                    <a:bodyPr/>
                    <a:lstStyle/>
                    <a:p>
                      <a:pPr marL="0" lvl="0" indent="0" algn="ctr" rtl="0">
                        <a:spcBef>
                          <a:spcPts val="0"/>
                        </a:spcBef>
                        <a:spcAft>
                          <a:spcPts val="0"/>
                        </a:spcAft>
                        <a:buNone/>
                      </a:pPr>
                      <a:r>
                        <a:rPr lang="fr" sz="2000">
                          <a:latin typeface="Barrio"/>
                          <a:ea typeface="Barrio"/>
                          <a:cs typeface="Barrio"/>
                          <a:sym typeface="Barrio"/>
                        </a:rPr>
                        <a:t>MERCREDI</a:t>
                      </a:r>
                      <a:endParaRPr sz="2000">
                        <a:latin typeface="Barrio"/>
                        <a:ea typeface="Barrio"/>
                        <a:cs typeface="Barrio"/>
                        <a:sym typeface="Barrio"/>
                      </a:endParaRPr>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chemeClr val="accent2"/>
                    </a:solidFill>
                  </a:tcPr>
                </a:tc>
                <a:tc>
                  <a:txBody>
                    <a:bodyPr/>
                    <a:lstStyle/>
                    <a:p>
                      <a:pPr marL="0" lvl="0" indent="0" algn="ctr" rtl="0">
                        <a:spcBef>
                          <a:spcPts val="0"/>
                        </a:spcBef>
                        <a:spcAft>
                          <a:spcPts val="0"/>
                        </a:spcAft>
                        <a:buNone/>
                      </a:pPr>
                      <a:r>
                        <a:rPr lang="fr" sz="2000">
                          <a:latin typeface="Barrio"/>
                          <a:ea typeface="Barrio"/>
                          <a:cs typeface="Barrio"/>
                          <a:sym typeface="Barrio"/>
                        </a:rPr>
                        <a:t>JEUDI</a:t>
                      </a:r>
                      <a:endParaRPr sz="2000">
                        <a:latin typeface="Barrio"/>
                        <a:ea typeface="Barrio"/>
                        <a:cs typeface="Barrio"/>
                        <a:sym typeface="Barrio"/>
                      </a:endParaRPr>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chemeClr val="accent2"/>
                    </a:solidFill>
                  </a:tcPr>
                </a:tc>
                <a:tc>
                  <a:txBody>
                    <a:bodyPr/>
                    <a:lstStyle/>
                    <a:p>
                      <a:pPr marL="0" lvl="0" indent="0" algn="ctr" rtl="0">
                        <a:spcBef>
                          <a:spcPts val="0"/>
                        </a:spcBef>
                        <a:spcAft>
                          <a:spcPts val="0"/>
                        </a:spcAft>
                        <a:buNone/>
                      </a:pPr>
                      <a:r>
                        <a:rPr lang="fr" sz="2000">
                          <a:latin typeface="Barrio"/>
                          <a:ea typeface="Barrio"/>
                          <a:cs typeface="Barrio"/>
                          <a:sym typeface="Barrio"/>
                        </a:rPr>
                        <a:t>VENDREDI</a:t>
                      </a:r>
                      <a:endParaRPr sz="2000">
                        <a:latin typeface="Barrio"/>
                        <a:ea typeface="Barrio"/>
                        <a:cs typeface="Barrio"/>
                        <a:sym typeface="Barrio"/>
                      </a:endParaRPr>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chemeClr val="accent2"/>
                    </a:solidFill>
                  </a:tcPr>
                </a:tc>
                <a:extLst>
                  <a:ext uri="{0D108BD9-81ED-4DB2-BD59-A6C34878D82A}">
                    <a16:rowId xmlns:a16="http://schemas.microsoft.com/office/drawing/2014/main" val="10000"/>
                  </a:ext>
                </a:extLst>
              </a:tr>
              <a:tr h="467275">
                <a:tc>
                  <a:txBody>
                    <a:bodyPr/>
                    <a:lstStyle/>
                    <a:p>
                      <a:pPr marL="0" lvl="0" indent="0" algn="ctr" rtl="0">
                        <a:spcBef>
                          <a:spcPts val="0"/>
                        </a:spcBef>
                        <a:spcAft>
                          <a:spcPts val="0"/>
                        </a:spcAft>
                        <a:buNone/>
                      </a:pPr>
                      <a:r>
                        <a:rPr lang="fr">
                          <a:latin typeface="Barlow"/>
                          <a:ea typeface="Barlow"/>
                          <a:cs typeface="Barlow"/>
                          <a:sym typeface="Barlow"/>
                        </a:rPr>
                        <a:t>Langue</a:t>
                      </a:r>
                      <a:endParaRPr>
                        <a:latin typeface="Barlow"/>
                        <a:ea typeface="Barlow"/>
                        <a:cs typeface="Barlow"/>
                        <a:sym typeface="Barlow"/>
                      </a:endParaRPr>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fr">
                          <a:latin typeface="Barlow"/>
                          <a:ea typeface="Barlow"/>
                          <a:cs typeface="Barlow"/>
                          <a:sym typeface="Barlow"/>
                        </a:rPr>
                        <a:t>Mathématiques</a:t>
                      </a:r>
                      <a:endParaRPr>
                        <a:latin typeface="Barlow"/>
                        <a:ea typeface="Barlow"/>
                        <a:cs typeface="Barlow"/>
                        <a:sym typeface="Barlow"/>
                      </a:endParaRPr>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fr">
                          <a:latin typeface="Barlow"/>
                          <a:ea typeface="Barlow"/>
                          <a:cs typeface="Barlow"/>
                          <a:sym typeface="Barlow"/>
                        </a:rPr>
                        <a:t>Langue</a:t>
                      </a:r>
                      <a:endParaRPr>
                        <a:latin typeface="Barlow"/>
                        <a:ea typeface="Barlow"/>
                        <a:cs typeface="Barlow"/>
                        <a:sym typeface="Barlow"/>
                      </a:endParaRPr>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fr">
                          <a:latin typeface="Barlow"/>
                          <a:ea typeface="Barlow"/>
                          <a:cs typeface="Barlow"/>
                          <a:sym typeface="Barlow"/>
                        </a:rPr>
                        <a:t>Matematiques</a:t>
                      </a:r>
                      <a:endParaRPr>
                        <a:latin typeface="Barlow"/>
                        <a:ea typeface="Barlow"/>
                        <a:cs typeface="Barlow"/>
                        <a:sym typeface="Barlow"/>
                      </a:endParaRPr>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fr">
                          <a:solidFill>
                            <a:schemeClr val="dk1"/>
                          </a:solidFill>
                          <a:latin typeface="Barlow"/>
                          <a:ea typeface="Barlow"/>
                          <a:cs typeface="Barlow"/>
                          <a:sym typeface="Barlow"/>
                        </a:rPr>
                        <a:t>Musique</a:t>
                      </a:r>
                      <a:endParaRPr>
                        <a:latin typeface="Barlow"/>
                        <a:ea typeface="Barlow"/>
                        <a:cs typeface="Barlow"/>
                        <a:sym typeface="Barlow"/>
                      </a:endParaRPr>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467275">
                <a:tc>
                  <a:txBody>
                    <a:bodyPr/>
                    <a:lstStyle/>
                    <a:p>
                      <a:pPr marL="0" lvl="0" indent="0" algn="ctr" rtl="0">
                        <a:spcBef>
                          <a:spcPts val="0"/>
                        </a:spcBef>
                        <a:spcAft>
                          <a:spcPts val="0"/>
                        </a:spcAft>
                        <a:buNone/>
                      </a:pPr>
                      <a:r>
                        <a:rPr lang="fr">
                          <a:latin typeface="Barlow"/>
                          <a:ea typeface="Barlow"/>
                          <a:cs typeface="Barlow"/>
                          <a:sym typeface="Barlow"/>
                        </a:rPr>
                        <a:t>Mathématiques</a:t>
                      </a:r>
                      <a:endParaRPr>
                        <a:latin typeface="Barlow"/>
                        <a:ea typeface="Barlow"/>
                        <a:cs typeface="Barlow"/>
                        <a:sym typeface="Barlow"/>
                      </a:endParaRPr>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fr">
                          <a:latin typeface="Barlow"/>
                          <a:ea typeface="Barlow"/>
                          <a:cs typeface="Barlow"/>
                          <a:sym typeface="Barlow"/>
                        </a:rPr>
                        <a:t>Science</a:t>
                      </a:r>
                      <a:endParaRPr>
                        <a:latin typeface="Barlow"/>
                        <a:ea typeface="Barlow"/>
                        <a:cs typeface="Barlow"/>
                        <a:sym typeface="Barlow"/>
                      </a:endParaRPr>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fr">
                          <a:latin typeface="Barlow"/>
                          <a:ea typeface="Barlow"/>
                          <a:cs typeface="Barlow"/>
                          <a:sym typeface="Barlow"/>
                        </a:rPr>
                        <a:t>Matematiques</a:t>
                      </a:r>
                      <a:endParaRPr>
                        <a:latin typeface="Barlow"/>
                        <a:ea typeface="Barlow"/>
                        <a:cs typeface="Barlow"/>
                        <a:sym typeface="Barlow"/>
                      </a:endParaRPr>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fr">
                          <a:latin typeface="Barlow"/>
                          <a:ea typeface="Barlow"/>
                          <a:cs typeface="Barlow"/>
                          <a:sym typeface="Barlow"/>
                        </a:rPr>
                        <a:t>Science</a:t>
                      </a:r>
                      <a:endParaRPr>
                        <a:latin typeface="Barlow"/>
                        <a:ea typeface="Barlow"/>
                        <a:cs typeface="Barlow"/>
                        <a:sym typeface="Barlow"/>
                      </a:endParaRPr>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fr">
                          <a:solidFill>
                            <a:schemeClr val="dk1"/>
                          </a:solidFill>
                          <a:latin typeface="Barlow"/>
                          <a:ea typeface="Barlow"/>
                          <a:cs typeface="Barlow"/>
                          <a:sym typeface="Barlow"/>
                        </a:rPr>
                        <a:t>Science</a:t>
                      </a:r>
                      <a:endParaRPr>
                        <a:latin typeface="Barlow"/>
                        <a:ea typeface="Barlow"/>
                        <a:cs typeface="Barlow"/>
                        <a:sym typeface="Barlow"/>
                      </a:endParaRPr>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467275">
                <a:tc>
                  <a:txBody>
                    <a:bodyPr/>
                    <a:lstStyle/>
                    <a:p>
                      <a:pPr marL="0" lvl="0" indent="0" algn="ctr" rtl="0">
                        <a:spcBef>
                          <a:spcPts val="0"/>
                        </a:spcBef>
                        <a:spcAft>
                          <a:spcPts val="0"/>
                        </a:spcAft>
                        <a:buNone/>
                      </a:pPr>
                      <a:r>
                        <a:rPr lang="fr">
                          <a:latin typeface="Barlow"/>
                          <a:ea typeface="Barlow"/>
                          <a:cs typeface="Barlow"/>
                          <a:sym typeface="Barlow"/>
                        </a:rPr>
                        <a:t>Science</a:t>
                      </a:r>
                      <a:endParaRPr>
                        <a:latin typeface="Barlow"/>
                        <a:ea typeface="Barlow"/>
                        <a:cs typeface="Barlow"/>
                        <a:sym typeface="Barlow"/>
                      </a:endParaRPr>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fr">
                          <a:latin typeface="Barlow"/>
                          <a:ea typeface="Barlow"/>
                          <a:cs typeface="Barlow"/>
                          <a:sym typeface="Barlow"/>
                        </a:rPr>
                        <a:t>É.Physique</a:t>
                      </a:r>
                      <a:endParaRPr>
                        <a:latin typeface="Barlow"/>
                        <a:ea typeface="Barlow"/>
                        <a:cs typeface="Barlow"/>
                        <a:sym typeface="Barlow"/>
                      </a:endParaRPr>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fr">
                          <a:latin typeface="Barlow"/>
                          <a:ea typeface="Barlow"/>
                          <a:cs typeface="Barlow"/>
                          <a:sym typeface="Barlow"/>
                        </a:rPr>
                        <a:t>Science</a:t>
                      </a:r>
                      <a:endParaRPr>
                        <a:latin typeface="Barlow"/>
                        <a:ea typeface="Barlow"/>
                        <a:cs typeface="Barlow"/>
                        <a:sym typeface="Barlow"/>
                      </a:endParaRPr>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fr">
                          <a:latin typeface="Barlow"/>
                          <a:ea typeface="Barlow"/>
                          <a:cs typeface="Barlow"/>
                          <a:sym typeface="Barlow"/>
                        </a:rPr>
                        <a:t>É.Physique</a:t>
                      </a:r>
                      <a:endParaRPr>
                        <a:latin typeface="Barlow"/>
                        <a:ea typeface="Barlow"/>
                        <a:cs typeface="Barlow"/>
                        <a:sym typeface="Barlow"/>
                      </a:endParaRPr>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fr">
                          <a:solidFill>
                            <a:schemeClr val="dk1"/>
                          </a:solidFill>
                          <a:latin typeface="Barlow"/>
                          <a:ea typeface="Barlow"/>
                          <a:cs typeface="Barlow"/>
                          <a:sym typeface="Barlow"/>
                        </a:rPr>
                        <a:t>É.Physique</a:t>
                      </a:r>
                      <a:endParaRPr>
                        <a:latin typeface="Barlow"/>
                        <a:ea typeface="Barlow"/>
                        <a:cs typeface="Barlow"/>
                        <a:sym typeface="Barlow"/>
                      </a:endParaRPr>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r h="467275">
                <a:tc>
                  <a:txBody>
                    <a:bodyPr/>
                    <a:lstStyle/>
                    <a:p>
                      <a:pPr marL="0" lvl="0" indent="0" algn="ctr" rtl="0">
                        <a:spcBef>
                          <a:spcPts val="0"/>
                        </a:spcBef>
                        <a:spcAft>
                          <a:spcPts val="0"/>
                        </a:spcAft>
                        <a:buNone/>
                      </a:pPr>
                      <a:r>
                        <a:rPr lang="fr">
                          <a:latin typeface="Barlow"/>
                          <a:ea typeface="Barlow"/>
                          <a:cs typeface="Barlow"/>
                          <a:sym typeface="Barlow"/>
                        </a:rPr>
                        <a:t>É.Physique</a:t>
                      </a:r>
                      <a:endParaRPr>
                        <a:latin typeface="Barlow"/>
                        <a:ea typeface="Barlow"/>
                        <a:cs typeface="Barlow"/>
                        <a:sym typeface="Barlow"/>
                      </a:endParaRPr>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fr">
                          <a:latin typeface="Barlow"/>
                          <a:ea typeface="Barlow"/>
                          <a:cs typeface="Barlow"/>
                          <a:sym typeface="Barlow"/>
                        </a:rPr>
                        <a:t>Histoire</a:t>
                      </a:r>
                      <a:endParaRPr>
                        <a:latin typeface="Barlow"/>
                        <a:ea typeface="Barlow"/>
                        <a:cs typeface="Barlow"/>
                        <a:sym typeface="Barlow"/>
                      </a:endParaRPr>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fr">
                          <a:latin typeface="Barlow"/>
                          <a:ea typeface="Barlow"/>
                          <a:cs typeface="Barlow"/>
                          <a:sym typeface="Barlow"/>
                        </a:rPr>
                        <a:t>É.Physique</a:t>
                      </a:r>
                      <a:endParaRPr>
                        <a:latin typeface="Barlow"/>
                        <a:ea typeface="Barlow"/>
                        <a:cs typeface="Barlow"/>
                        <a:sym typeface="Barlow"/>
                      </a:endParaRPr>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fr">
                          <a:latin typeface="Barlow"/>
                          <a:ea typeface="Barlow"/>
                          <a:cs typeface="Barlow"/>
                          <a:sym typeface="Barlow"/>
                        </a:rPr>
                        <a:t>Histoire</a:t>
                      </a:r>
                      <a:endParaRPr>
                        <a:latin typeface="Barlow"/>
                        <a:ea typeface="Barlow"/>
                        <a:cs typeface="Barlow"/>
                        <a:sym typeface="Barlow"/>
                      </a:endParaRPr>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fr">
                          <a:solidFill>
                            <a:schemeClr val="dk1"/>
                          </a:solidFill>
                          <a:latin typeface="Barlow"/>
                          <a:ea typeface="Barlow"/>
                          <a:cs typeface="Barlow"/>
                          <a:sym typeface="Barlow"/>
                        </a:rPr>
                        <a:t>Matematiques</a:t>
                      </a:r>
                      <a:endParaRPr>
                        <a:latin typeface="Barlow"/>
                        <a:ea typeface="Barlow"/>
                        <a:cs typeface="Barlow"/>
                        <a:sym typeface="Barlow"/>
                      </a:endParaRPr>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extLst>
                  <a:ext uri="{0D108BD9-81ED-4DB2-BD59-A6C34878D82A}">
                    <a16:rowId xmlns:a16="http://schemas.microsoft.com/office/drawing/2014/main" val="10004"/>
                  </a:ext>
                </a:extLst>
              </a:tr>
              <a:tr h="467275">
                <a:tc>
                  <a:txBody>
                    <a:bodyPr/>
                    <a:lstStyle/>
                    <a:p>
                      <a:pPr marL="0" lvl="0" indent="0" algn="ctr" rtl="0">
                        <a:spcBef>
                          <a:spcPts val="0"/>
                        </a:spcBef>
                        <a:spcAft>
                          <a:spcPts val="0"/>
                        </a:spcAft>
                        <a:buNone/>
                      </a:pPr>
                      <a:r>
                        <a:rPr lang="fr">
                          <a:latin typeface="Barlow"/>
                          <a:ea typeface="Barlow"/>
                          <a:cs typeface="Barlow"/>
                          <a:sym typeface="Barlow"/>
                        </a:rPr>
                        <a:t>Histoire</a:t>
                      </a:r>
                      <a:endParaRPr>
                        <a:latin typeface="Barlow"/>
                        <a:ea typeface="Barlow"/>
                        <a:cs typeface="Barlow"/>
                        <a:sym typeface="Barlow"/>
                      </a:endParaRPr>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fr">
                          <a:latin typeface="Barlow"/>
                          <a:ea typeface="Barlow"/>
                          <a:cs typeface="Barlow"/>
                          <a:sym typeface="Barlow"/>
                        </a:rPr>
                        <a:t>Musique</a:t>
                      </a:r>
                      <a:endParaRPr>
                        <a:latin typeface="Barlow"/>
                        <a:ea typeface="Barlow"/>
                        <a:cs typeface="Barlow"/>
                        <a:sym typeface="Barlow"/>
                      </a:endParaRPr>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fr">
                          <a:latin typeface="Barlow"/>
                          <a:ea typeface="Barlow"/>
                          <a:cs typeface="Barlow"/>
                          <a:sym typeface="Barlow"/>
                        </a:rPr>
                        <a:t>Histoire</a:t>
                      </a:r>
                      <a:endParaRPr>
                        <a:latin typeface="Barlow"/>
                        <a:ea typeface="Barlow"/>
                        <a:cs typeface="Barlow"/>
                        <a:sym typeface="Barlow"/>
                      </a:endParaRPr>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fr">
                          <a:latin typeface="Barlow"/>
                          <a:ea typeface="Barlow"/>
                          <a:cs typeface="Barlow"/>
                          <a:sym typeface="Barlow"/>
                        </a:rPr>
                        <a:t>Musique</a:t>
                      </a:r>
                      <a:endParaRPr>
                        <a:latin typeface="Barlow"/>
                        <a:ea typeface="Barlow"/>
                        <a:cs typeface="Barlow"/>
                        <a:sym typeface="Barlow"/>
                      </a:endParaRPr>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Clr>
                          <a:schemeClr val="dk1"/>
                        </a:buClr>
                        <a:buSzPts val="1100"/>
                        <a:buFont typeface="Arial"/>
                        <a:buNone/>
                      </a:pPr>
                      <a:r>
                        <a:rPr lang="fr">
                          <a:solidFill>
                            <a:schemeClr val="dk1"/>
                          </a:solidFill>
                          <a:latin typeface="Barlow"/>
                          <a:ea typeface="Barlow"/>
                          <a:cs typeface="Barlow"/>
                          <a:sym typeface="Barlow"/>
                        </a:rPr>
                        <a:t>Langue</a:t>
                      </a:r>
                      <a:endParaRPr>
                        <a:latin typeface="Barlow"/>
                        <a:ea typeface="Barlow"/>
                        <a:cs typeface="Barlow"/>
                        <a:sym typeface="Barlow"/>
                      </a:endParaRPr>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extLst>
                  <a:ext uri="{0D108BD9-81ED-4DB2-BD59-A6C34878D82A}">
                    <a16:rowId xmlns:a16="http://schemas.microsoft.com/office/drawing/2014/main" val="10005"/>
                  </a:ext>
                </a:extLst>
              </a:tr>
              <a:tr h="467275">
                <a:tc>
                  <a:txBody>
                    <a:bodyPr/>
                    <a:lstStyle/>
                    <a:p>
                      <a:pPr marL="0" lvl="0" indent="0" algn="ctr" rtl="0">
                        <a:spcBef>
                          <a:spcPts val="0"/>
                        </a:spcBef>
                        <a:spcAft>
                          <a:spcPts val="0"/>
                        </a:spcAft>
                        <a:buNone/>
                      </a:pPr>
                      <a:r>
                        <a:rPr lang="fr">
                          <a:latin typeface="Barlow"/>
                          <a:ea typeface="Barlow"/>
                          <a:cs typeface="Barlow"/>
                          <a:sym typeface="Barlow"/>
                        </a:rPr>
                        <a:t>Musique</a:t>
                      </a:r>
                      <a:endParaRPr>
                        <a:latin typeface="Barlow"/>
                        <a:ea typeface="Barlow"/>
                        <a:cs typeface="Barlow"/>
                        <a:sym typeface="Barlow"/>
                      </a:endParaRPr>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Clr>
                          <a:schemeClr val="dk1"/>
                        </a:buClr>
                        <a:buSzPts val="1100"/>
                        <a:buFont typeface="Arial"/>
                        <a:buNone/>
                      </a:pPr>
                      <a:r>
                        <a:rPr lang="fr">
                          <a:solidFill>
                            <a:schemeClr val="dk1"/>
                          </a:solidFill>
                          <a:latin typeface="Barlow"/>
                          <a:ea typeface="Barlow"/>
                          <a:cs typeface="Barlow"/>
                          <a:sym typeface="Barlow"/>
                        </a:rPr>
                        <a:t>Langue</a:t>
                      </a:r>
                      <a:endParaRPr>
                        <a:latin typeface="Barlow"/>
                        <a:ea typeface="Barlow"/>
                        <a:cs typeface="Barlow"/>
                        <a:sym typeface="Barlow"/>
                      </a:endParaRPr>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fr">
                          <a:latin typeface="Barlow"/>
                          <a:ea typeface="Barlow"/>
                          <a:cs typeface="Barlow"/>
                          <a:sym typeface="Barlow"/>
                        </a:rPr>
                        <a:t>Musique</a:t>
                      </a:r>
                      <a:endParaRPr>
                        <a:latin typeface="Barlow"/>
                        <a:ea typeface="Barlow"/>
                        <a:cs typeface="Barlow"/>
                        <a:sym typeface="Barlow"/>
                      </a:endParaRPr>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fr">
                          <a:solidFill>
                            <a:schemeClr val="dk1"/>
                          </a:solidFill>
                          <a:latin typeface="Barlow"/>
                          <a:ea typeface="Barlow"/>
                          <a:cs typeface="Barlow"/>
                          <a:sym typeface="Barlow"/>
                        </a:rPr>
                        <a:t>Langue</a:t>
                      </a:r>
                      <a:endParaRPr>
                        <a:latin typeface="Barlow"/>
                        <a:ea typeface="Barlow"/>
                        <a:cs typeface="Barlow"/>
                        <a:sym typeface="Barlow"/>
                      </a:endParaRPr>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Clr>
                          <a:schemeClr val="dk1"/>
                        </a:buClr>
                        <a:buSzPts val="1100"/>
                        <a:buFont typeface="Arial"/>
                        <a:buNone/>
                      </a:pPr>
                      <a:r>
                        <a:rPr lang="fr">
                          <a:solidFill>
                            <a:schemeClr val="dk1"/>
                          </a:solidFill>
                          <a:latin typeface="Barlow"/>
                          <a:ea typeface="Barlow"/>
                          <a:cs typeface="Barlow"/>
                          <a:sym typeface="Barlow"/>
                        </a:rPr>
                        <a:t>Histoire</a:t>
                      </a:r>
                      <a:endParaRPr>
                        <a:latin typeface="Barlow"/>
                        <a:ea typeface="Barlow"/>
                        <a:cs typeface="Barlow"/>
                        <a:sym typeface="Barlow"/>
                      </a:endParaRPr>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extLst>
                  <a:ext uri="{0D108BD9-81ED-4DB2-BD59-A6C34878D82A}">
                    <a16:rowId xmlns:a16="http://schemas.microsoft.com/office/drawing/2014/main" val="10006"/>
                  </a:ext>
                </a:extLst>
              </a:tr>
            </a:tbl>
          </a:graphicData>
        </a:graphic>
      </p:graphicFrame>
      <p:grpSp>
        <p:nvGrpSpPr>
          <p:cNvPr id="2327" name="Google Shape;2327;p37"/>
          <p:cNvGrpSpPr/>
          <p:nvPr/>
        </p:nvGrpSpPr>
        <p:grpSpPr>
          <a:xfrm rot="2099136">
            <a:off x="8199072" y="4139044"/>
            <a:ext cx="463417" cy="620909"/>
            <a:chOff x="4717160" y="2424399"/>
            <a:chExt cx="253540" cy="339731"/>
          </a:xfrm>
        </p:grpSpPr>
        <p:sp>
          <p:nvSpPr>
            <p:cNvPr id="2328" name="Google Shape;2328;p37"/>
            <p:cNvSpPr/>
            <p:nvPr/>
          </p:nvSpPr>
          <p:spPr>
            <a:xfrm>
              <a:off x="4719860" y="2426874"/>
              <a:ext cx="248569" cy="334760"/>
            </a:xfrm>
            <a:custGeom>
              <a:avLst/>
              <a:gdLst/>
              <a:ahLst/>
              <a:cxnLst/>
              <a:rect l="l" t="t" r="r" b="b"/>
              <a:pathLst>
                <a:path w="335904" h="452379" extrusionOk="0">
                  <a:moveTo>
                    <a:pt x="94531" y="1"/>
                  </a:moveTo>
                  <a:lnTo>
                    <a:pt x="1" y="408183"/>
                  </a:lnTo>
                  <a:lnTo>
                    <a:pt x="315417" y="452378"/>
                  </a:lnTo>
                  <a:lnTo>
                    <a:pt x="335904" y="33831"/>
                  </a:lnTo>
                  <a:lnTo>
                    <a:pt x="9453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9" name="Google Shape;2329;p37"/>
            <p:cNvSpPr/>
            <p:nvPr/>
          </p:nvSpPr>
          <p:spPr>
            <a:xfrm>
              <a:off x="4717160" y="2424399"/>
              <a:ext cx="253540" cy="339731"/>
            </a:xfrm>
            <a:custGeom>
              <a:avLst/>
              <a:gdLst/>
              <a:ahLst/>
              <a:cxnLst/>
              <a:rect l="l" t="t" r="r" b="b"/>
              <a:pathLst>
                <a:path w="342621" h="459096" extrusionOk="0">
                  <a:moveTo>
                    <a:pt x="100458" y="6657"/>
                  </a:moveTo>
                  <a:lnTo>
                    <a:pt x="336420" y="39697"/>
                  </a:lnTo>
                  <a:lnTo>
                    <a:pt x="316207" y="452287"/>
                  </a:lnTo>
                  <a:lnTo>
                    <a:pt x="7234" y="409034"/>
                  </a:lnTo>
                  <a:lnTo>
                    <a:pt x="100458" y="6657"/>
                  </a:lnTo>
                  <a:close/>
                  <a:moveTo>
                    <a:pt x="95899" y="0"/>
                  </a:moveTo>
                  <a:lnTo>
                    <a:pt x="0" y="413988"/>
                  </a:lnTo>
                  <a:lnTo>
                    <a:pt x="321891" y="459095"/>
                  </a:lnTo>
                  <a:lnTo>
                    <a:pt x="342621" y="34591"/>
                  </a:lnTo>
                  <a:lnTo>
                    <a:pt x="95899" y="0"/>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0" name="Google Shape;2330;p37"/>
            <p:cNvSpPr/>
            <p:nvPr/>
          </p:nvSpPr>
          <p:spPr>
            <a:xfrm>
              <a:off x="4779190" y="2517463"/>
              <a:ext cx="140829" cy="235930"/>
            </a:xfrm>
            <a:custGeom>
              <a:avLst/>
              <a:gdLst/>
              <a:ahLst/>
              <a:cxnLst/>
              <a:rect l="l" t="t" r="r" b="b"/>
              <a:pathLst>
                <a:path w="190309" h="318824" extrusionOk="0">
                  <a:moveTo>
                    <a:pt x="109706" y="1"/>
                  </a:moveTo>
                  <a:cubicBezTo>
                    <a:pt x="71237" y="1"/>
                    <a:pt x="37664" y="28356"/>
                    <a:pt x="32190" y="67482"/>
                  </a:cubicBezTo>
                  <a:lnTo>
                    <a:pt x="1" y="297090"/>
                  </a:lnTo>
                  <a:lnTo>
                    <a:pt x="155140" y="318823"/>
                  </a:lnTo>
                  <a:lnTo>
                    <a:pt x="187299" y="89185"/>
                  </a:lnTo>
                  <a:cubicBezTo>
                    <a:pt x="190308" y="67756"/>
                    <a:pt x="184351" y="47148"/>
                    <a:pt x="172314" y="31220"/>
                  </a:cubicBezTo>
                  <a:cubicBezTo>
                    <a:pt x="160217" y="15172"/>
                    <a:pt x="142070" y="3773"/>
                    <a:pt x="120641" y="764"/>
                  </a:cubicBezTo>
                  <a:cubicBezTo>
                    <a:pt x="116966" y="250"/>
                    <a:pt x="113314" y="1"/>
                    <a:pt x="109706"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1" name="Google Shape;2331;p37"/>
            <p:cNvSpPr/>
            <p:nvPr/>
          </p:nvSpPr>
          <p:spPr>
            <a:xfrm>
              <a:off x="4776714" y="2515212"/>
              <a:ext cx="145462" cy="240653"/>
            </a:xfrm>
            <a:custGeom>
              <a:avLst/>
              <a:gdLst/>
              <a:ahLst/>
              <a:cxnLst/>
              <a:rect l="l" t="t" r="r" b="b"/>
              <a:pathLst>
                <a:path w="196570" h="325207" extrusionOk="0">
                  <a:moveTo>
                    <a:pt x="113075" y="5961"/>
                  </a:moveTo>
                  <a:cubicBezTo>
                    <a:pt x="116535" y="5961"/>
                    <a:pt x="120036" y="6200"/>
                    <a:pt x="123559" y="6692"/>
                  </a:cubicBezTo>
                  <a:cubicBezTo>
                    <a:pt x="143468" y="9518"/>
                    <a:pt x="161128" y="19883"/>
                    <a:pt x="173256" y="35963"/>
                  </a:cubicBezTo>
                  <a:cubicBezTo>
                    <a:pt x="185323" y="52072"/>
                    <a:pt x="190460" y="71890"/>
                    <a:pt x="187694" y="91799"/>
                  </a:cubicBezTo>
                  <a:lnTo>
                    <a:pt x="155930" y="318489"/>
                  </a:lnTo>
                  <a:lnTo>
                    <a:pt x="6687" y="297577"/>
                  </a:lnTo>
                  <a:lnTo>
                    <a:pt x="38451" y="70857"/>
                  </a:lnTo>
                  <a:cubicBezTo>
                    <a:pt x="43732" y="33249"/>
                    <a:pt x="76084" y="5961"/>
                    <a:pt x="113075" y="5961"/>
                  </a:cubicBezTo>
                  <a:close/>
                  <a:moveTo>
                    <a:pt x="113018" y="0"/>
                  </a:moveTo>
                  <a:cubicBezTo>
                    <a:pt x="73184" y="0"/>
                    <a:pt x="38250" y="29470"/>
                    <a:pt x="32554" y="70066"/>
                  </a:cubicBezTo>
                  <a:lnTo>
                    <a:pt x="0" y="302653"/>
                  </a:lnTo>
                  <a:lnTo>
                    <a:pt x="161006" y="325207"/>
                  </a:lnTo>
                  <a:lnTo>
                    <a:pt x="193530" y="92589"/>
                  </a:lnTo>
                  <a:cubicBezTo>
                    <a:pt x="196569" y="71130"/>
                    <a:pt x="191037" y="49732"/>
                    <a:pt x="177967" y="32376"/>
                  </a:cubicBezTo>
                  <a:cubicBezTo>
                    <a:pt x="164897" y="15020"/>
                    <a:pt x="145839" y="3804"/>
                    <a:pt x="124349" y="795"/>
                  </a:cubicBezTo>
                  <a:cubicBezTo>
                    <a:pt x="120542" y="260"/>
                    <a:pt x="116759" y="0"/>
                    <a:pt x="11301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2" name="Google Shape;2332;p37"/>
            <p:cNvSpPr/>
            <p:nvPr/>
          </p:nvSpPr>
          <p:spPr>
            <a:xfrm>
              <a:off x="4816485" y="2608589"/>
              <a:ext cx="45436" cy="42591"/>
            </a:xfrm>
            <a:custGeom>
              <a:avLst/>
              <a:gdLst/>
              <a:ahLst/>
              <a:cxnLst/>
              <a:rect l="l" t="t" r="r" b="b"/>
              <a:pathLst>
                <a:path w="61400" h="57555" extrusionOk="0">
                  <a:moveTo>
                    <a:pt x="30661" y="0"/>
                  </a:moveTo>
                  <a:cubicBezTo>
                    <a:pt x="16541" y="0"/>
                    <a:pt x="4219" y="10401"/>
                    <a:pt x="2219" y="24784"/>
                  </a:cubicBezTo>
                  <a:cubicBezTo>
                    <a:pt x="0" y="40499"/>
                    <a:pt x="10973" y="55058"/>
                    <a:pt x="26718" y="57277"/>
                  </a:cubicBezTo>
                  <a:cubicBezTo>
                    <a:pt x="28064" y="57464"/>
                    <a:pt x="29401" y="57555"/>
                    <a:pt x="30722" y="57555"/>
                  </a:cubicBezTo>
                  <a:cubicBezTo>
                    <a:pt x="44857" y="57555"/>
                    <a:pt x="57182" y="47147"/>
                    <a:pt x="59211" y="32748"/>
                  </a:cubicBezTo>
                  <a:cubicBezTo>
                    <a:pt x="61400" y="17003"/>
                    <a:pt x="50457" y="2443"/>
                    <a:pt x="34712" y="285"/>
                  </a:cubicBezTo>
                  <a:cubicBezTo>
                    <a:pt x="33351" y="93"/>
                    <a:pt x="31998" y="0"/>
                    <a:pt x="30661"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3" name="Google Shape;2333;p37"/>
            <p:cNvSpPr/>
            <p:nvPr/>
          </p:nvSpPr>
          <p:spPr>
            <a:xfrm>
              <a:off x="4815089" y="2606365"/>
              <a:ext cx="49238" cy="46992"/>
            </a:xfrm>
            <a:custGeom>
              <a:avLst/>
              <a:gdLst/>
              <a:ahLst/>
              <a:cxnLst/>
              <a:rect l="l" t="t" r="r" b="b"/>
              <a:pathLst>
                <a:path w="66538" h="63503" extrusionOk="0">
                  <a:moveTo>
                    <a:pt x="32585" y="5934"/>
                  </a:moveTo>
                  <a:cubicBezTo>
                    <a:pt x="33771" y="5934"/>
                    <a:pt x="34986" y="6025"/>
                    <a:pt x="36202" y="6207"/>
                  </a:cubicBezTo>
                  <a:cubicBezTo>
                    <a:pt x="43041" y="7180"/>
                    <a:pt x="49090" y="10736"/>
                    <a:pt x="53224" y="16238"/>
                  </a:cubicBezTo>
                  <a:cubicBezTo>
                    <a:pt x="57358" y="21739"/>
                    <a:pt x="59121" y="28518"/>
                    <a:pt x="58178" y="35357"/>
                  </a:cubicBezTo>
                  <a:cubicBezTo>
                    <a:pt x="57175" y="42196"/>
                    <a:pt x="53649" y="48244"/>
                    <a:pt x="48148" y="52378"/>
                  </a:cubicBezTo>
                  <a:cubicBezTo>
                    <a:pt x="43611" y="55768"/>
                    <a:pt x="38257" y="57564"/>
                    <a:pt x="32705" y="57564"/>
                  </a:cubicBezTo>
                  <a:cubicBezTo>
                    <a:pt x="31487" y="57564"/>
                    <a:pt x="30259" y="57477"/>
                    <a:pt x="29029" y="57302"/>
                  </a:cubicBezTo>
                  <a:cubicBezTo>
                    <a:pt x="22190" y="56330"/>
                    <a:pt x="16141" y="52804"/>
                    <a:pt x="12007" y="47272"/>
                  </a:cubicBezTo>
                  <a:cubicBezTo>
                    <a:pt x="7843" y="41770"/>
                    <a:pt x="6110" y="34992"/>
                    <a:pt x="7053" y="28153"/>
                  </a:cubicBezTo>
                  <a:cubicBezTo>
                    <a:pt x="8846" y="15296"/>
                    <a:pt x="19941" y="5934"/>
                    <a:pt x="32585" y="5934"/>
                  </a:cubicBezTo>
                  <a:close/>
                  <a:moveTo>
                    <a:pt x="32620" y="1"/>
                  </a:moveTo>
                  <a:cubicBezTo>
                    <a:pt x="17016" y="1"/>
                    <a:pt x="3410" y="11522"/>
                    <a:pt x="1186" y="27363"/>
                  </a:cubicBezTo>
                  <a:cubicBezTo>
                    <a:pt x="1" y="35752"/>
                    <a:pt x="2159" y="44111"/>
                    <a:pt x="7266" y="50889"/>
                  </a:cubicBezTo>
                  <a:cubicBezTo>
                    <a:pt x="12342" y="57637"/>
                    <a:pt x="19789" y="62014"/>
                    <a:pt x="28178" y="63199"/>
                  </a:cubicBezTo>
                  <a:cubicBezTo>
                    <a:pt x="29698" y="63381"/>
                    <a:pt x="31187" y="63503"/>
                    <a:pt x="32676" y="63503"/>
                  </a:cubicBezTo>
                  <a:cubicBezTo>
                    <a:pt x="39515" y="63503"/>
                    <a:pt x="46172" y="61284"/>
                    <a:pt x="51795" y="57120"/>
                  </a:cubicBezTo>
                  <a:cubicBezTo>
                    <a:pt x="58543" y="52013"/>
                    <a:pt x="62920" y="44567"/>
                    <a:pt x="64105" y="36177"/>
                  </a:cubicBezTo>
                  <a:cubicBezTo>
                    <a:pt x="66537" y="18821"/>
                    <a:pt x="54379" y="2742"/>
                    <a:pt x="37053" y="311"/>
                  </a:cubicBezTo>
                  <a:cubicBezTo>
                    <a:pt x="35563" y="102"/>
                    <a:pt x="34083" y="1"/>
                    <a:pt x="3262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4" name="Google Shape;2334;p37"/>
            <p:cNvSpPr/>
            <p:nvPr/>
          </p:nvSpPr>
          <p:spPr>
            <a:xfrm>
              <a:off x="4831610" y="2626671"/>
              <a:ext cx="16128" cy="6546"/>
            </a:xfrm>
            <a:custGeom>
              <a:avLst/>
              <a:gdLst/>
              <a:ahLst/>
              <a:cxnLst/>
              <a:rect l="l" t="t" r="r" b="b"/>
              <a:pathLst>
                <a:path w="21795" h="8846" extrusionOk="0">
                  <a:moveTo>
                    <a:pt x="821" y="0"/>
                  </a:moveTo>
                  <a:lnTo>
                    <a:pt x="0" y="5928"/>
                  </a:lnTo>
                  <a:lnTo>
                    <a:pt x="20973" y="8846"/>
                  </a:lnTo>
                  <a:lnTo>
                    <a:pt x="21794" y="2949"/>
                  </a:lnTo>
                  <a:lnTo>
                    <a:pt x="821" y="0"/>
                  </a:lnTo>
                  <a:close/>
                </a:path>
              </a:pathLst>
            </a:custGeom>
            <a:solidFill>
              <a:srgbClr val="FAF9E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5" name="Google Shape;2335;p37"/>
            <p:cNvSpPr/>
            <p:nvPr/>
          </p:nvSpPr>
          <p:spPr>
            <a:xfrm>
              <a:off x="4836223" y="2620279"/>
              <a:ext cx="6974" cy="19096"/>
            </a:xfrm>
            <a:custGeom>
              <a:avLst/>
              <a:gdLst/>
              <a:ahLst/>
              <a:cxnLst/>
              <a:rect l="l" t="t" r="r" b="b"/>
              <a:pathLst>
                <a:path w="9424" h="25806" extrusionOk="0">
                  <a:moveTo>
                    <a:pt x="3496" y="0"/>
                  </a:moveTo>
                  <a:lnTo>
                    <a:pt x="1" y="24985"/>
                  </a:lnTo>
                  <a:lnTo>
                    <a:pt x="5897" y="25806"/>
                  </a:lnTo>
                  <a:lnTo>
                    <a:pt x="9423" y="821"/>
                  </a:lnTo>
                  <a:lnTo>
                    <a:pt x="3496" y="0"/>
                  </a:lnTo>
                  <a:close/>
                </a:path>
              </a:pathLst>
            </a:custGeom>
            <a:solidFill>
              <a:srgbClr val="FAF9E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6" name="Google Shape;2336;p37"/>
            <p:cNvSpPr/>
            <p:nvPr/>
          </p:nvSpPr>
          <p:spPr>
            <a:xfrm>
              <a:off x="4861680" y="2526829"/>
              <a:ext cx="35539" cy="223083"/>
            </a:xfrm>
            <a:custGeom>
              <a:avLst/>
              <a:gdLst/>
              <a:ahLst/>
              <a:cxnLst/>
              <a:rect l="l" t="t" r="r" b="b"/>
              <a:pathLst>
                <a:path w="48026" h="301464" extrusionOk="0">
                  <a:moveTo>
                    <a:pt x="42128" y="1"/>
                  </a:moveTo>
                  <a:lnTo>
                    <a:pt x="0" y="300643"/>
                  </a:lnTo>
                  <a:lnTo>
                    <a:pt x="5927" y="301464"/>
                  </a:lnTo>
                  <a:lnTo>
                    <a:pt x="48025" y="821"/>
                  </a:lnTo>
                  <a:lnTo>
                    <a:pt x="4212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7" name="Google Shape;2337;p37"/>
            <p:cNvSpPr/>
            <p:nvPr/>
          </p:nvSpPr>
          <p:spPr>
            <a:xfrm>
              <a:off x="4831632" y="2466892"/>
              <a:ext cx="13092" cy="16489"/>
            </a:xfrm>
            <a:custGeom>
              <a:avLst/>
              <a:gdLst/>
              <a:ahLst/>
              <a:cxnLst/>
              <a:rect l="l" t="t" r="r" b="b"/>
              <a:pathLst>
                <a:path w="17692" h="22282" extrusionOk="0">
                  <a:moveTo>
                    <a:pt x="9671" y="1"/>
                  </a:moveTo>
                  <a:cubicBezTo>
                    <a:pt x="5597" y="1"/>
                    <a:pt x="1766" y="4226"/>
                    <a:pt x="913" y="9941"/>
                  </a:cubicBezTo>
                  <a:cubicBezTo>
                    <a:pt x="1" y="16050"/>
                    <a:pt x="2797" y="21582"/>
                    <a:pt x="7174" y="22220"/>
                  </a:cubicBezTo>
                  <a:cubicBezTo>
                    <a:pt x="7457" y="22262"/>
                    <a:pt x="7740" y="22282"/>
                    <a:pt x="8021" y="22282"/>
                  </a:cubicBezTo>
                  <a:cubicBezTo>
                    <a:pt x="12095" y="22282"/>
                    <a:pt x="15926" y="18056"/>
                    <a:pt x="16779" y="12342"/>
                  </a:cubicBezTo>
                  <a:cubicBezTo>
                    <a:pt x="17691" y="6232"/>
                    <a:pt x="14895" y="700"/>
                    <a:pt x="10518" y="62"/>
                  </a:cubicBezTo>
                  <a:cubicBezTo>
                    <a:pt x="10235" y="21"/>
                    <a:pt x="9952" y="1"/>
                    <a:pt x="9671"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8" name="Google Shape;2338;p37"/>
            <p:cNvSpPr/>
            <p:nvPr/>
          </p:nvSpPr>
          <p:spPr>
            <a:xfrm>
              <a:off x="4829741" y="2464702"/>
              <a:ext cx="16893" cy="20858"/>
            </a:xfrm>
            <a:custGeom>
              <a:avLst/>
              <a:gdLst/>
              <a:ahLst/>
              <a:cxnLst/>
              <a:rect l="l" t="t" r="r" b="b"/>
              <a:pathLst>
                <a:path w="22828" h="28187" extrusionOk="0">
                  <a:moveTo>
                    <a:pt x="12189" y="5907"/>
                  </a:moveTo>
                  <a:cubicBezTo>
                    <a:pt x="12341" y="5907"/>
                    <a:pt x="12463" y="5937"/>
                    <a:pt x="12615" y="5937"/>
                  </a:cubicBezTo>
                  <a:cubicBezTo>
                    <a:pt x="14165" y="6180"/>
                    <a:pt x="15138" y="7609"/>
                    <a:pt x="15533" y="8460"/>
                  </a:cubicBezTo>
                  <a:cubicBezTo>
                    <a:pt x="16414" y="10192"/>
                    <a:pt x="16718" y="12533"/>
                    <a:pt x="16384" y="14843"/>
                  </a:cubicBezTo>
                  <a:cubicBezTo>
                    <a:pt x="15783" y="18904"/>
                    <a:pt x="13272" y="22239"/>
                    <a:pt x="10648" y="22239"/>
                  </a:cubicBezTo>
                  <a:cubicBezTo>
                    <a:pt x="10483" y="22239"/>
                    <a:pt x="10318" y="22226"/>
                    <a:pt x="10153" y="22199"/>
                  </a:cubicBezTo>
                  <a:cubicBezTo>
                    <a:pt x="8603" y="21986"/>
                    <a:pt x="7630" y="20527"/>
                    <a:pt x="7235" y="19706"/>
                  </a:cubicBezTo>
                  <a:cubicBezTo>
                    <a:pt x="6353" y="17943"/>
                    <a:pt x="6049" y="15633"/>
                    <a:pt x="6384" y="13323"/>
                  </a:cubicBezTo>
                  <a:cubicBezTo>
                    <a:pt x="6992" y="9220"/>
                    <a:pt x="9666" y="5907"/>
                    <a:pt x="12189" y="5907"/>
                  </a:cubicBezTo>
                  <a:close/>
                  <a:moveTo>
                    <a:pt x="12182" y="0"/>
                  </a:moveTo>
                  <a:cubicBezTo>
                    <a:pt x="6621" y="0"/>
                    <a:pt x="1617" y="5153"/>
                    <a:pt x="548" y="12442"/>
                  </a:cubicBezTo>
                  <a:cubicBezTo>
                    <a:pt x="1" y="15998"/>
                    <a:pt x="487" y="19554"/>
                    <a:pt x="1976" y="22411"/>
                  </a:cubicBezTo>
                  <a:cubicBezTo>
                    <a:pt x="3587" y="25542"/>
                    <a:pt x="6262" y="27609"/>
                    <a:pt x="9302" y="28065"/>
                  </a:cubicBezTo>
                  <a:cubicBezTo>
                    <a:pt x="9727" y="28126"/>
                    <a:pt x="10183" y="28187"/>
                    <a:pt x="10639" y="28187"/>
                  </a:cubicBezTo>
                  <a:cubicBezTo>
                    <a:pt x="16201" y="28187"/>
                    <a:pt x="21156" y="23019"/>
                    <a:pt x="22311" y="15724"/>
                  </a:cubicBezTo>
                  <a:cubicBezTo>
                    <a:pt x="22828" y="12168"/>
                    <a:pt x="22341" y="8612"/>
                    <a:pt x="20852" y="5755"/>
                  </a:cubicBezTo>
                  <a:cubicBezTo>
                    <a:pt x="19271" y="2654"/>
                    <a:pt x="16566" y="557"/>
                    <a:pt x="13527" y="101"/>
                  </a:cubicBezTo>
                  <a:cubicBezTo>
                    <a:pt x="13076" y="33"/>
                    <a:pt x="12627" y="0"/>
                    <a:pt x="1218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9" name="Google Shape;2339;p37"/>
            <p:cNvSpPr/>
            <p:nvPr/>
          </p:nvSpPr>
          <p:spPr>
            <a:xfrm>
              <a:off x="4910115" y="2477583"/>
              <a:ext cx="13159" cy="16489"/>
            </a:xfrm>
            <a:custGeom>
              <a:avLst/>
              <a:gdLst/>
              <a:ahLst/>
              <a:cxnLst/>
              <a:rect l="l" t="t" r="r" b="b"/>
              <a:pathLst>
                <a:path w="17783" h="22283" extrusionOk="0">
                  <a:moveTo>
                    <a:pt x="9757" y="0"/>
                  </a:moveTo>
                  <a:cubicBezTo>
                    <a:pt x="5685" y="0"/>
                    <a:pt x="1854" y="4198"/>
                    <a:pt x="973" y="9910"/>
                  </a:cubicBezTo>
                  <a:cubicBezTo>
                    <a:pt x="1" y="16020"/>
                    <a:pt x="2827" y="21521"/>
                    <a:pt x="7204" y="22220"/>
                  </a:cubicBezTo>
                  <a:cubicBezTo>
                    <a:pt x="7487" y="22262"/>
                    <a:pt x="7770" y="22282"/>
                    <a:pt x="8051" y="22282"/>
                  </a:cubicBezTo>
                  <a:cubicBezTo>
                    <a:pt x="12102" y="22282"/>
                    <a:pt x="15959" y="18084"/>
                    <a:pt x="16840" y="12372"/>
                  </a:cubicBezTo>
                  <a:cubicBezTo>
                    <a:pt x="17782" y="6263"/>
                    <a:pt x="15016" y="761"/>
                    <a:pt x="10609" y="62"/>
                  </a:cubicBezTo>
                  <a:cubicBezTo>
                    <a:pt x="10324" y="20"/>
                    <a:pt x="10040" y="0"/>
                    <a:pt x="9757"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0" name="Google Shape;2340;p37"/>
            <p:cNvSpPr/>
            <p:nvPr/>
          </p:nvSpPr>
          <p:spPr>
            <a:xfrm>
              <a:off x="4908270" y="2475370"/>
              <a:ext cx="17410" cy="20881"/>
            </a:xfrm>
            <a:custGeom>
              <a:avLst/>
              <a:gdLst/>
              <a:ahLst/>
              <a:cxnLst/>
              <a:rect l="l" t="t" r="r" b="b"/>
              <a:pathLst>
                <a:path w="23527" h="28218" extrusionOk="0">
                  <a:moveTo>
                    <a:pt x="12219" y="5968"/>
                  </a:moveTo>
                  <a:cubicBezTo>
                    <a:pt x="12371" y="5968"/>
                    <a:pt x="12523" y="5968"/>
                    <a:pt x="12706" y="6029"/>
                  </a:cubicBezTo>
                  <a:cubicBezTo>
                    <a:pt x="15380" y="6424"/>
                    <a:pt x="17113" y="10588"/>
                    <a:pt x="16444" y="14904"/>
                  </a:cubicBezTo>
                  <a:cubicBezTo>
                    <a:pt x="16049" y="17184"/>
                    <a:pt x="15076" y="19312"/>
                    <a:pt x="13709" y="20710"/>
                  </a:cubicBezTo>
                  <a:cubicBezTo>
                    <a:pt x="13134" y="21339"/>
                    <a:pt x="12016" y="22265"/>
                    <a:pt x="10645" y="22265"/>
                  </a:cubicBezTo>
                  <a:cubicBezTo>
                    <a:pt x="10494" y="22265"/>
                    <a:pt x="10340" y="22254"/>
                    <a:pt x="10183" y="22230"/>
                  </a:cubicBezTo>
                  <a:cubicBezTo>
                    <a:pt x="8602" y="22017"/>
                    <a:pt x="7660" y="20558"/>
                    <a:pt x="7234" y="19737"/>
                  </a:cubicBezTo>
                  <a:cubicBezTo>
                    <a:pt x="6322" y="17974"/>
                    <a:pt x="6079" y="15664"/>
                    <a:pt x="6414" y="13354"/>
                  </a:cubicBezTo>
                  <a:cubicBezTo>
                    <a:pt x="7052" y="9281"/>
                    <a:pt x="9696" y="5968"/>
                    <a:pt x="12219" y="5968"/>
                  </a:cubicBezTo>
                  <a:close/>
                  <a:moveTo>
                    <a:pt x="12236" y="0"/>
                  </a:moveTo>
                  <a:cubicBezTo>
                    <a:pt x="6673" y="0"/>
                    <a:pt x="1642" y="5126"/>
                    <a:pt x="517" y="12412"/>
                  </a:cubicBezTo>
                  <a:cubicBezTo>
                    <a:pt x="0" y="15968"/>
                    <a:pt x="486" y="19494"/>
                    <a:pt x="1945" y="22382"/>
                  </a:cubicBezTo>
                  <a:cubicBezTo>
                    <a:pt x="3526" y="25543"/>
                    <a:pt x="6201" y="27640"/>
                    <a:pt x="9240" y="28096"/>
                  </a:cubicBezTo>
                  <a:cubicBezTo>
                    <a:pt x="9636" y="28157"/>
                    <a:pt x="10092" y="28217"/>
                    <a:pt x="10547" y="28217"/>
                  </a:cubicBezTo>
                  <a:cubicBezTo>
                    <a:pt x="13161" y="28217"/>
                    <a:pt x="15806" y="27062"/>
                    <a:pt x="17934" y="24874"/>
                  </a:cubicBezTo>
                  <a:cubicBezTo>
                    <a:pt x="20213" y="22594"/>
                    <a:pt x="21733" y="19342"/>
                    <a:pt x="22311" y="15786"/>
                  </a:cubicBezTo>
                  <a:cubicBezTo>
                    <a:pt x="23526" y="7913"/>
                    <a:pt x="19666" y="1044"/>
                    <a:pt x="13587" y="102"/>
                  </a:cubicBezTo>
                  <a:cubicBezTo>
                    <a:pt x="13134" y="34"/>
                    <a:pt x="12683" y="0"/>
                    <a:pt x="1223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1" name="Google Shape;2341;p37"/>
            <p:cNvSpPr/>
            <p:nvPr/>
          </p:nvSpPr>
          <p:spPr>
            <a:xfrm>
              <a:off x="4861927" y="2476683"/>
              <a:ext cx="30838" cy="25575"/>
            </a:xfrm>
            <a:custGeom>
              <a:avLst/>
              <a:gdLst/>
              <a:ahLst/>
              <a:cxnLst/>
              <a:rect l="l" t="t" r="r" b="b"/>
              <a:pathLst>
                <a:path w="41673" h="34561" extrusionOk="0">
                  <a:moveTo>
                    <a:pt x="1459" y="0"/>
                  </a:moveTo>
                  <a:lnTo>
                    <a:pt x="1155" y="2949"/>
                  </a:lnTo>
                  <a:cubicBezTo>
                    <a:pt x="0" y="13374"/>
                    <a:pt x="2462" y="23162"/>
                    <a:pt x="7751" y="29119"/>
                  </a:cubicBezTo>
                  <a:cubicBezTo>
                    <a:pt x="10821" y="32615"/>
                    <a:pt x="14590" y="34499"/>
                    <a:pt x="18663" y="34560"/>
                  </a:cubicBezTo>
                  <a:lnTo>
                    <a:pt x="18876" y="34560"/>
                  </a:lnTo>
                  <a:cubicBezTo>
                    <a:pt x="28816" y="34560"/>
                    <a:pt x="38117" y="23922"/>
                    <a:pt x="41126" y="9149"/>
                  </a:cubicBezTo>
                  <a:lnTo>
                    <a:pt x="41673" y="6231"/>
                  </a:lnTo>
                  <a:lnTo>
                    <a:pt x="35837" y="5076"/>
                  </a:lnTo>
                  <a:lnTo>
                    <a:pt x="35259" y="8025"/>
                  </a:lnTo>
                  <a:cubicBezTo>
                    <a:pt x="32949" y="19697"/>
                    <a:pt x="25685" y="28481"/>
                    <a:pt x="18815" y="28633"/>
                  </a:cubicBezTo>
                  <a:cubicBezTo>
                    <a:pt x="15837" y="28603"/>
                    <a:pt x="13618" y="26748"/>
                    <a:pt x="12250" y="25229"/>
                  </a:cubicBezTo>
                  <a:cubicBezTo>
                    <a:pt x="8086" y="20548"/>
                    <a:pt x="6110" y="12250"/>
                    <a:pt x="7083" y="3617"/>
                  </a:cubicBezTo>
                  <a:lnTo>
                    <a:pt x="7387" y="639"/>
                  </a:lnTo>
                  <a:lnTo>
                    <a:pt x="145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345"/>
        <p:cNvGrpSpPr/>
        <p:nvPr/>
      </p:nvGrpSpPr>
      <p:grpSpPr>
        <a:xfrm>
          <a:off x="0" y="0"/>
          <a:ext cx="0" cy="0"/>
          <a:chOff x="0" y="0"/>
          <a:chExt cx="0" cy="0"/>
        </a:xfrm>
      </p:grpSpPr>
      <p:sp>
        <p:nvSpPr>
          <p:cNvPr id="2346" name="Google Shape;2346;p38"/>
          <p:cNvSpPr/>
          <p:nvPr/>
        </p:nvSpPr>
        <p:spPr>
          <a:xfrm>
            <a:off x="2146825" y="1688141"/>
            <a:ext cx="344700" cy="344700"/>
          </a:xfrm>
          <a:prstGeom prst="ellipse">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7" name="Google Shape;2347;p38"/>
          <p:cNvSpPr/>
          <p:nvPr/>
        </p:nvSpPr>
        <p:spPr>
          <a:xfrm>
            <a:off x="4399625" y="1688141"/>
            <a:ext cx="344700" cy="344700"/>
          </a:xfrm>
          <a:prstGeom prst="ellipse">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8" name="Google Shape;2348;p38"/>
          <p:cNvSpPr/>
          <p:nvPr/>
        </p:nvSpPr>
        <p:spPr>
          <a:xfrm>
            <a:off x="6658988" y="1688141"/>
            <a:ext cx="344700" cy="344700"/>
          </a:xfrm>
          <a:prstGeom prst="ellipse">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9" name="Google Shape;2349;p38"/>
          <p:cNvSpPr txBox="1">
            <a:spLocks noGrp="1"/>
          </p:cNvSpPr>
          <p:nvPr>
            <p:ph type="title"/>
          </p:nvPr>
        </p:nvSpPr>
        <p:spPr>
          <a:xfrm>
            <a:off x="904875" y="597425"/>
            <a:ext cx="7334400" cy="572700"/>
          </a:xfrm>
          <a:prstGeom prst="rect">
            <a:avLst/>
          </a:prstGeom>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fr"/>
              <a:t>VOICI UNE </a:t>
            </a:r>
            <a:r>
              <a:rPr lang="fr">
                <a:solidFill>
                  <a:schemeClr val="lt1"/>
                </a:solidFill>
              </a:rPr>
              <a:t>InfographiE</a:t>
            </a:r>
            <a:endParaRPr>
              <a:solidFill>
                <a:schemeClr val="lt1"/>
              </a:solidFill>
            </a:endParaRPr>
          </a:p>
        </p:txBody>
      </p:sp>
      <p:sp>
        <p:nvSpPr>
          <p:cNvPr id="2350" name="Google Shape;2350;p38"/>
          <p:cNvSpPr txBox="1"/>
          <p:nvPr/>
        </p:nvSpPr>
        <p:spPr>
          <a:xfrm>
            <a:off x="1326212" y="3308363"/>
            <a:ext cx="1986000" cy="484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fr">
                <a:solidFill>
                  <a:schemeClr val="dk1"/>
                </a:solidFill>
                <a:latin typeface="Barlow"/>
                <a:ea typeface="Barlow"/>
                <a:cs typeface="Barlow"/>
                <a:sym typeface="Barlow"/>
              </a:rPr>
              <a:t>Mercure est la planète la plus petite</a:t>
            </a:r>
            <a:endParaRPr>
              <a:solidFill>
                <a:schemeClr val="dk1"/>
              </a:solidFill>
              <a:latin typeface="Barlow"/>
              <a:ea typeface="Barlow"/>
              <a:cs typeface="Barlow"/>
              <a:sym typeface="Barlow"/>
            </a:endParaRPr>
          </a:p>
        </p:txBody>
      </p:sp>
      <p:sp>
        <p:nvSpPr>
          <p:cNvPr id="2351" name="Google Shape;2351;p38"/>
          <p:cNvSpPr txBox="1"/>
          <p:nvPr/>
        </p:nvSpPr>
        <p:spPr>
          <a:xfrm>
            <a:off x="3582387" y="3308363"/>
            <a:ext cx="1986000" cy="484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fr">
                <a:solidFill>
                  <a:schemeClr val="dk1"/>
                </a:solidFill>
                <a:latin typeface="Barlow"/>
                <a:ea typeface="Barlow"/>
                <a:cs typeface="Barlow"/>
                <a:sym typeface="Barlow"/>
              </a:rPr>
              <a:t>Vénus a un beau nom, mais il y fait chaud</a:t>
            </a:r>
            <a:endParaRPr>
              <a:solidFill>
                <a:schemeClr val="dk1"/>
              </a:solidFill>
              <a:latin typeface="Barlow"/>
              <a:ea typeface="Barlow"/>
              <a:cs typeface="Barlow"/>
              <a:sym typeface="Barlow"/>
            </a:endParaRPr>
          </a:p>
        </p:txBody>
      </p:sp>
      <p:sp>
        <p:nvSpPr>
          <p:cNvPr id="2352" name="Google Shape;2352;p38"/>
          <p:cNvSpPr txBox="1"/>
          <p:nvPr/>
        </p:nvSpPr>
        <p:spPr>
          <a:xfrm>
            <a:off x="5838350" y="3308363"/>
            <a:ext cx="1986000" cy="484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fr">
                <a:solidFill>
                  <a:schemeClr val="dk1"/>
                </a:solidFill>
                <a:latin typeface="Barlow"/>
                <a:ea typeface="Barlow"/>
                <a:cs typeface="Barlow"/>
                <a:sym typeface="Barlow"/>
              </a:rPr>
              <a:t>Saturne possède plusieurs anneaux</a:t>
            </a:r>
            <a:endParaRPr>
              <a:solidFill>
                <a:schemeClr val="dk1"/>
              </a:solidFill>
              <a:latin typeface="Barlow"/>
              <a:ea typeface="Barlow"/>
              <a:cs typeface="Barlow"/>
              <a:sym typeface="Barlow"/>
            </a:endParaRPr>
          </a:p>
        </p:txBody>
      </p:sp>
      <p:sp>
        <p:nvSpPr>
          <p:cNvPr id="2353" name="Google Shape;2353;p38"/>
          <p:cNvSpPr txBox="1"/>
          <p:nvPr/>
        </p:nvSpPr>
        <p:spPr>
          <a:xfrm>
            <a:off x="1326212" y="3895375"/>
            <a:ext cx="1986000" cy="336900"/>
          </a:xfrm>
          <a:prstGeom prst="rect">
            <a:avLst/>
          </a:prstGeom>
          <a:solidFill>
            <a:schemeClr val="accent1"/>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2000">
              <a:solidFill>
                <a:srgbClr val="FFFFFF"/>
              </a:solidFill>
              <a:latin typeface="Fira Sans Extra Condensed SemiBold"/>
              <a:ea typeface="Fira Sans Extra Condensed SemiBold"/>
              <a:cs typeface="Fira Sans Extra Condensed SemiBold"/>
              <a:sym typeface="Fira Sans Extra Condensed SemiBold"/>
            </a:endParaRPr>
          </a:p>
        </p:txBody>
      </p:sp>
      <p:sp>
        <p:nvSpPr>
          <p:cNvPr id="2354" name="Google Shape;2354;p38"/>
          <p:cNvSpPr txBox="1"/>
          <p:nvPr/>
        </p:nvSpPr>
        <p:spPr>
          <a:xfrm>
            <a:off x="1335875" y="3905050"/>
            <a:ext cx="1679400" cy="3174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fr" sz="2000">
                <a:solidFill>
                  <a:srgbClr val="FFFFFF"/>
                </a:solidFill>
                <a:latin typeface="Barrio"/>
                <a:ea typeface="Barrio"/>
                <a:cs typeface="Barrio"/>
                <a:sym typeface="Barrio"/>
              </a:rPr>
              <a:t>80%</a:t>
            </a:r>
            <a:endParaRPr sz="2000">
              <a:solidFill>
                <a:srgbClr val="FFFFFF"/>
              </a:solidFill>
              <a:latin typeface="Barrio"/>
              <a:ea typeface="Barrio"/>
              <a:cs typeface="Barrio"/>
              <a:sym typeface="Barrio"/>
            </a:endParaRPr>
          </a:p>
        </p:txBody>
      </p:sp>
      <p:sp>
        <p:nvSpPr>
          <p:cNvPr id="2355" name="Google Shape;2355;p38"/>
          <p:cNvSpPr txBox="1"/>
          <p:nvPr/>
        </p:nvSpPr>
        <p:spPr>
          <a:xfrm>
            <a:off x="3582387" y="3895371"/>
            <a:ext cx="1986000" cy="336900"/>
          </a:xfrm>
          <a:prstGeom prst="rect">
            <a:avLst/>
          </a:prstGeom>
          <a:solidFill>
            <a:schemeClr val="accent1"/>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2000">
              <a:solidFill>
                <a:srgbClr val="FFFFFF"/>
              </a:solidFill>
              <a:latin typeface="Fira Sans Extra Condensed SemiBold"/>
              <a:ea typeface="Fira Sans Extra Condensed SemiBold"/>
              <a:cs typeface="Fira Sans Extra Condensed SemiBold"/>
              <a:sym typeface="Fira Sans Extra Condensed SemiBold"/>
            </a:endParaRPr>
          </a:p>
        </p:txBody>
      </p:sp>
      <p:sp>
        <p:nvSpPr>
          <p:cNvPr id="2356" name="Google Shape;2356;p38"/>
          <p:cNvSpPr txBox="1"/>
          <p:nvPr/>
        </p:nvSpPr>
        <p:spPr>
          <a:xfrm>
            <a:off x="3592700" y="3905050"/>
            <a:ext cx="982500" cy="3174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fr" sz="2000">
                <a:solidFill>
                  <a:srgbClr val="FFFFFF"/>
                </a:solidFill>
                <a:latin typeface="Barrio"/>
                <a:ea typeface="Barrio"/>
                <a:cs typeface="Barrio"/>
                <a:sym typeface="Barrio"/>
              </a:rPr>
              <a:t>50%</a:t>
            </a:r>
            <a:endParaRPr sz="2000">
              <a:solidFill>
                <a:srgbClr val="FFFFFF"/>
              </a:solidFill>
              <a:latin typeface="Barrio"/>
              <a:ea typeface="Barrio"/>
              <a:cs typeface="Barrio"/>
              <a:sym typeface="Barrio"/>
            </a:endParaRPr>
          </a:p>
        </p:txBody>
      </p:sp>
      <p:sp>
        <p:nvSpPr>
          <p:cNvPr id="2357" name="Google Shape;2357;p38"/>
          <p:cNvSpPr txBox="1"/>
          <p:nvPr/>
        </p:nvSpPr>
        <p:spPr>
          <a:xfrm>
            <a:off x="5838350" y="3895371"/>
            <a:ext cx="1986000" cy="336900"/>
          </a:xfrm>
          <a:prstGeom prst="rect">
            <a:avLst/>
          </a:prstGeom>
          <a:solidFill>
            <a:schemeClr val="accent1"/>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2000">
              <a:solidFill>
                <a:srgbClr val="FFFFFF"/>
              </a:solidFill>
              <a:latin typeface="Fira Sans Extra Condensed SemiBold"/>
              <a:ea typeface="Fira Sans Extra Condensed SemiBold"/>
              <a:cs typeface="Fira Sans Extra Condensed SemiBold"/>
              <a:sym typeface="Fira Sans Extra Condensed SemiBold"/>
            </a:endParaRPr>
          </a:p>
        </p:txBody>
      </p:sp>
      <p:sp>
        <p:nvSpPr>
          <p:cNvPr id="2358" name="Google Shape;2358;p38"/>
          <p:cNvSpPr txBox="1"/>
          <p:nvPr/>
        </p:nvSpPr>
        <p:spPr>
          <a:xfrm>
            <a:off x="5847250" y="3905050"/>
            <a:ext cx="694800" cy="3174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fr" sz="2000">
                <a:solidFill>
                  <a:srgbClr val="FFFFFF"/>
                </a:solidFill>
                <a:latin typeface="Barrio"/>
                <a:ea typeface="Barrio"/>
                <a:cs typeface="Barrio"/>
                <a:sym typeface="Barrio"/>
              </a:rPr>
              <a:t>40%</a:t>
            </a:r>
            <a:endParaRPr sz="2000">
              <a:solidFill>
                <a:srgbClr val="FFFFFF"/>
              </a:solidFill>
              <a:latin typeface="Barrio"/>
              <a:ea typeface="Barrio"/>
              <a:cs typeface="Barrio"/>
              <a:sym typeface="Barrio"/>
            </a:endParaRPr>
          </a:p>
        </p:txBody>
      </p:sp>
      <p:grpSp>
        <p:nvGrpSpPr>
          <p:cNvPr id="2359" name="Google Shape;2359;p38"/>
          <p:cNvGrpSpPr/>
          <p:nvPr/>
        </p:nvGrpSpPr>
        <p:grpSpPr>
          <a:xfrm>
            <a:off x="4374160" y="1478033"/>
            <a:ext cx="395673" cy="526237"/>
            <a:chOff x="7073468" y="3377423"/>
            <a:chExt cx="246510" cy="327833"/>
          </a:xfrm>
        </p:grpSpPr>
        <p:sp>
          <p:nvSpPr>
            <p:cNvPr id="2360" name="Google Shape;2360;p38"/>
            <p:cNvSpPr/>
            <p:nvPr/>
          </p:nvSpPr>
          <p:spPr>
            <a:xfrm>
              <a:off x="7078606" y="3382560"/>
              <a:ext cx="236895" cy="318182"/>
            </a:xfrm>
            <a:custGeom>
              <a:avLst/>
              <a:gdLst/>
              <a:ahLst/>
              <a:cxnLst/>
              <a:rect l="l" t="t" r="r" b="b"/>
              <a:pathLst>
                <a:path w="162535" h="218307" extrusionOk="0">
                  <a:moveTo>
                    <a:pt x="27173" y="0"/>
                  </a:moveTo>
                  <a:cubicBezTo>
                    <a:pt x="12170" y="0"/>
                    <a:pt x="0" y="12169"/>
                    <a:pt x="0" y="27172"/>
                  </a:cubicBezTo>
                  <a:lnTo>
                    <a:pt x="0" y="191134"/>
                  </a:lnTo>
                  <a:cubicBezTo>
                    <a:pt x="0" y="206137"/>
                    <a:pt x="12170" y="218306"/>
                    <a:pt x="27173" y="218306"/>
                  </a:cubicBezTo>
                  <a:lnTo>
                    <a:pt x="135338" y="218306"/>
                  </a:lnTo>
                  <a:cubicBezTo>
                    <a:pt x="150341" y="218306"/>
                    <a:pt x="162534" y="206137"/>
                    <a:pt x="162534" y="191134"/>
                  </a:cubicBezTo>
                  <a:lnTo>
                    <a:pt x="162534" y="27172"/>
                  </a:lnTo>
                  <a:cubicBezTo>
                    <a:pt x="162534" y="12169"/>
                    <a:pt x="150341" y="0"/>
                    <a:pt x="135386" y="0"/>
                  </a:cubicBezTo>
                  <a:close/>
                </a:path>
              </a:pathLst>
            </a:custGeom>
            <a:solidFill>
              <a:srgbClr val="3A48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1" name="Google Shape;2361;p38"/>
            <p:cNvSpPr/>
            <p:nvPr/>
          </p:nvSpPr>
          <p:spPr>
            <a:xfrm>
              <a:off x="7100993" y="3404982"/>
              <a:ext cx="192050" cy="63381"/>
            </a:xfrm>
            <a:custGeom>
              <a:avLst/>
              <a:gdLst/>
              <a:ahLst/>
              <a:cxnLst/>
              <a:rect l="l" t="t" r="r" b="b"/>
              <a:pathLst>
                <a:path w="131767" h="43486" extrusionOk="0">
                  <a:moveTo>
                    <a:pt x="11813" y="0"/>
                  </a:moveTo>
                  <a:cubicBezTo>
                    <a:pt x="5288" y="0"/>
                    <a:pt x="1" y="5311"/>
                    <a:pt x="1" y="11812"/>
                  </a:cubicBezTo>
                  <a:lnTo>
                    <a:pt x="1" y="31697"/>
                  </a:lnTo>
                  <a:cubicBezTo>
                    <a:pt x="1" y="38198"/>
                    <a:pt x="5288" y="43485"/>
                    <a:pt x="11789" y="43485"/>
                  </a:cubicBezTo>
                  <a:lnTo>
                    <a:pt x="119978" y="43485"/>
                  </a:lnTo>
                  <a:cubicBezTo>
                    <a:pt x="126479" y="43485"/>
                    <a:pt x="131766" y="38198"/>
                    <a:pt x="131766" y="31697"/>
                  </a:cubicBezTo>
                  <a:lnTo>
                    <a:pt x="131766" y="11812"/>
                  </a:lnTo>
                  <a:cubicBezTo>
                    <a:pt x="131766" y="5311"/>
                    <a:pt x="126479" y="0"/>
                    <a:pt x="119954" y="0"/>
                  </a:cubicBezTo>
                  <a:close/>
                </a:path>
              </a:pathLst>
            </a:custGeom>
            <a:solidFill>
              <a:srgbClr val="1CA8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2" name="Google Shape;2362;p38"/>
            <p:cNvSpPr/>
            <p:nvPr/>
          </p:nvSpPr>
          <p:spPr>
            <a:xfrm>
              <a:off x="7100993" y="3404947"/>
              <a:ext cx="36446" cy="63381"/>
            </a:xfrm>
            <a:custGeom>
              <a:avLst/>
              <a:gdLst/>
              <a:ahLst/>
              <a:cxnLst/>
              <a:rect l="l" t="t" r="r" b="b"/>
              <a:pathLst>
                <a:path w="25006" h="43486" extrusionOk="0">
                  <a:moveTo>
                    <a:pt x="11813" y="0"/>
                  </a:moveTo>
                  <a:cubicBezTo>
                    <a:pt x="5288" y="0"/>
                    <a:pt x="1" y="5287"/>
                    <a:pt x="1" y="11812"/>
                  </a:cubicBezTo>
                  <a:lnTo>
                    <a:pt x="1" y="31673"/>
                  </a:lnTo>
                  <a:cubicBezTo>
                    <a:pt x="1" y="38199"/>
                    <a:pt x="5288" y="43485"/>
                    <a:pt x="11813" y="43485"/>
                  </a:cubicBezTo>
                  <a:lnTo>
                    <a:pt x="24918" y="43485"/>
                  </a:lnTo>
                  <a:cubicBezTo>
                    <a:pt x="18433" y="43462"/>
                    <a:pt x="13170" y="38193"/>
                    <a:pt x="13170" y="31697"/>
                  </a:cubicBezTo>
                  <a:lnTo>
                    <a:pt x="13170" y="11788"/>
                  </a:lnTo>
                  <a:cubicBezTo>
                    <a:pt x="13170" y="5287"/>
                    <a:pt x="18481" y="0"/>
                    <a:pt x="25006" y="0"/>
                  </a:cubicBezTo>
                  <a:close/>
                  <a:moveTo>
                    <a:pt x="24918" y="43485"/>
                  </a:moveTo>
                  <a:cubicBezTo>
                    <a:pt x="24933" y="43485"/>
                    <a:pt x="24947" y="43485"/>
                    <a:pt x="24962" y="43485"/>
                  </a:cubicBezTo>
                  <a:cubicBezTo>
                    <a:pt x="24977" y="43485"/>
                    <a:pt x="24991" y="43485"/>
                    <a:pt x="25006" y="43485"/>
                  </a:cubicBezTo>
                  <a:close/>
                </a:path>
              </a:pathLst>
            </a:custGeom>
            <a:solidFill>
              <a:srgbClr val="000000">
                <a:alpha val="84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3" name="Google Shape;2363;p38"/>
            <p:cNvSpPr/>
            <p:nvPr/>
          </p:nvSpPr>
          <p:spPr>
            <a:xfrm>
              <a:off x="7101028" y="3492068"/>
              <a:ext cx="49879" cy="41549"/>
            </a:xfrm>
            <a:custGeom>
              <a:avLst/>
              <a:gdLst/>
              <a:ahLst/>
              <a:cxnLst/>
              <a:rect l="l" t="t" r="r" b="b"/>
              <a:pathLst>
                <a:path w="34222" h="28507" extrusionOk="0">
                  <a:moveTo>
                    <a:pt x="7026" y="0"/>
                  </a:moveTo>
                  <a:cubicBezTo>
                    <a:pt x="3120" y="0"/>
                    <a:pt x="1" y="3144"/>
                    <a:pt x="1" y="7026"/>
                  </a:cubicBezTo>
                  <a:lnTo>
                    <a:pt x="1" y="21481"/>
                  </a:lnTo>
                  <a:cubicBezTo>
                    <a:pt x="1" y="25387"/>
                    <a:pt x="3144" y="28506"/>
                    <a:pt x="7026" y="28506"/>
                  </a:cubicBezTo>
                  <a:lnTo>
                    <a:pt x="27197" y="28506"/>
                  </a:lnTo>
                  <a:cubicBezTo>
                    <a:pt x="31102" y="28506"/>
                    <a:pt x="34222" y="25363"/>
                    <a:pt x="34222" y="21481"/>
                  </a:cubicBezTo>
                  <a:lnTo>
                    <a:pt x="34222" y="7026"/>
                  </a:lnTo>
                  <a:cubicBezTo>
                    <a:pt x="34222" y="3120"/>
                    <a:pt x="31078" y="0"/>
                    <a:pt x="27197" y="0"/>
                  </a:cubicBezTo>
                  <a:close/>
                </a:path>
              </a:pathLst>
            </a:custGeom>
            <a:solidFill>
              <a:srgbClr val="D9D9D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4" name="Google Shape;2364;p38"/>
            <p:cNvSpPr/>
            <p:nvPr/>
          </p:nvSpPr>
          <p:spPr>
            <a:xfrm>
              <a:off x="7100993" y="3492068"/>
              <a:ext cx="29436" cy="41549"/>
            </a:xfrm>
            <a:custGeom>
              <a:avLst/>
              <a:gdLst/>
              <a:ahLst/>
              <a:cxnLst/>
              <a:rect l="l" t="t" r="r" b="b"/>
              <a:pathLst>
                <a:path w="20196" h="28507" extrusionOk="0">
                  <a:moveTo>
                    <a:pt x="7026" y="0"/>
                  </a:moveTo>
                  <a:cubicBezTo>
                    <a:pt x="3120" y="0"/>
                    <a:pt x="1" y="3144"/>
                    <a:pt x="1" y="7026"/>
                  </a:cubicBezTo>
                  <a:lnTo>
                    <a:pt x="1" y="21481"/>
                  </a:lnTo>
                  <a:cubicBezTo>
                    <a:pt x="1" y="25387"/>
                    <a:pt x="3144" y="28506"/>
                    <a:pt x="7026" y="28506"/>
                  </a:cubicBezTo>
                  <a:lnTo>
                    <a:pt x="20024" y="28506"/>
                  </a:lnTo>
                  <a:cubicBezTo>
                    <a:pt x="16244" y="28459"/>
                    <a:pt x="13170" y="25329"/>
                    <a:pt x="13170" y="21529"/>
                  </a:cubicBezTo>
                  <a:lnTo>
                    <a:pt x="13170" y="7026"/>
                  </a:lnTo>
                  <a:cubicBezTo>
                    <a:pt x="13170" y="3144"/>
                    <a:pt x="16337" y="0"/>
                    <a:pt x="20195" y="0"/>
                  </a:cubicBezTo>
                  <a:close/>
                  <a:moveTo>
                    <a:pt x="20024" y="28506"/>
                  </a:moveTo>
                  <a:lnTo>
                    <a:pt x="20024" y="28506"/>
                  </a:lnTo>
                  <a:cubicBezTo>
                    <a:pt x="20052" y="28507"/>
                    <a:pt x="20081" y="28507"/>
                    <a:pt x="20110" y="28507"/>
                  </a:cubicBezTo>
                  <a:cubicBezTo>
                    <a:pt x="20138" y="28507"/>
                    <a:pt x="20167" y="28507"/>
                    <a:pt x="20195" y="28506"/>
                  </a:cubicBezTo>
                  <a:close/>
                </a:path>
              </a:pathLst>
            </a:custGeom>
            <a:solidFill>
              <a:srgbClr val="000000">
                <a:alpha val="84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5" name="Google Shape;2365;p38"/>
            <p:cNvSpPr/>
            <p:nvPr/>
          </p:nvSpPr>
          <p:spPr>
            <a:xfrm>
              <a:off x="7172043" y="3492068"/>
              <a:ext cx="49949" cy="41549"/>
            </a:xfrm>
            <a:custGeom>
              <a:avLst/>
              <a:gdLst/>
              <a:ahLst/>
              <a:cxnLst/>
              <a:rect l="l" t="t" r="r" b="b"/>
              <a:pathLst>
                <a:path w="34270" h="28507" extrusionOk="0">
                  <a:moveTo>
                    <a:pt x="7026" y="0"/>
                  </a:moveTo>
                  <a:cubicBezTo>
                    <a:pt x="3121" y="0"/>
                    <a:pt x="1" y="3144"/>
                    <a:pt x="1" y="7026"/>
                  </a:cubicBezTo>
                  <a:lnTo>
                    <a:pt x="1" y="21481"/>
                  </a:lnTo>
                  <a:cubicBezTo>
                    <a:pt x="1" y="25387"/>
                    <a:pt x="3168" y="28506"/>
                    <a:pt x="7026" y="28506"/>
                  </a:cubicBezTo>
                  <a:lnTo>
                    <a:pt x="27221" y="28506"/>
                  </a:lnTo>
                  <a:cubicBezTo>
                    <a:pt x="31103" y="28506"/>
                    <a:pt x="34246" y="25363"/>
                    <a:pt x="34246" y="21481"/>
                  </a:cubicBezTo>
                  <a:lnTo>
                    <a:pt x="34246" y="6978"/>
                  </a:lnTo>
                  <a:cubicBezTo>
                    <a:pt x="34270" y="3120"/>
                    <a:pt x="31150" y="0"/>
                    <a:pt x="27269" y="0"/>
                  </a:cubicBezTo>
                  <a:close/>
                </a:path>
              </a:pathLst>
            </a:custGeom>
            <a:solidFill>
              <a:srgbClr val="D9D9D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6" name="Google Shape;2366;p38"/>
            <p:cNvSpPr/>
            <p:nvPr/>
          </p:nvSpPr>
          <p:spPr>
            <a:xfrm>
              <a:off x="7172043" y="3492068"/>
              <a:ext cx="29471" cy="41549"/>
            </a:xfrm>
            <a:custGeom>
              <a:avLst/>
              <a:gdLst/>
              <a:ahLst/>
              <a:cxnLst/>
              <a:rect l="l" t="t" r="r" b="b"/>
              <a:pathLst>
                <a:path w="20220" h="28507" extrusionOk="0">
                  <a:moveTo>
                    <a:pt x="7026" y="0"/>
                  </a:moveTo>
                  <a:cubicBezTo>
                    <a:pt x="3121" y="0"/>
                    <a:pt x="1" y="3144"/>
                    <a:pt x="1" y="7026"/>
                  </a:cubicBezTo>
                  <a:lnTo>
                    <a:pt x="1" y="21481"/>
                  </a:lnTo>
                  <a:cubicBezTo>
                    <a:pt x="1" y="25387"/>
                    <a:pt x="3168" y="28506"/>
                    <a:pt x="7026" y="28506"/>
                  </a:cubicBezTo>
                  <a:lnTo>
                    <a:pt x="20047" y="28506"/>
                  </a:lnTo>
                  <a:cubicBezTo>
                    <a:pt x="16245" y="28459"/>
                    <a:pt x="13194" y="25329"/>
                    <a:pt x="13194" y="21529"/>
                  </a:cubicBezTo>
                  <a:lnTo>
                    <a:pt x="13194" y="7026"/>
                  </a:lnTo>
                  <a:cubicBezTo>
                    <a:pt x="13194" y="3144"/>
                    <a:pt x="16338" y="0"/>
                    <a:pt x="20219" y="0"/>
                  </a:cubicBezTo>
                  <a:close/>
                  <a:moveTo>
                    <a:pt x="20047" y="28506"/>
                  </a:moveTo>
                  <a:cubicBezTo>
                    <a:pt x="20075" y="28507"/>
                    <a:pt x="20104" y="28507"/>
                    <a:pt x="20133" y="28507"/>
                  </a:cubicBezTo>
                  <a:cubicBezTo>
                    <a:pt x="20162" y="28507"/>
                    <a:pt x="20191" y="28507"/>
                    <a:pt x="20219" y="28506"/>
                  </a:cubicBezTo>
                  <a:close/>
                </a:path>
              </a:pathLst>
            </a:custGeom>
            <a:solidFill>
              <a:srgbClr val="000000">
                <a:alpha val="84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7" name="Google Shape;2367;p38"/>
            <p:cNvSpPr/>
            <p:nvPr/>
          </p:nvSpPr>
          <p:spPr>
            <a:xfrm>
              <a:off x="7243164" y="3492068"/>
              <a:ext cx="49880" cy="41549"/>
            </a:xfrm>
            <a:custGeom>
              <a:avLst/>
              <a:gdLst/>
              <a:ahLst/>
              <a:cxnLst/>
              <a:rect l="l" t="t" r="r" b="b"/>
              <a:pathLst>
                <a:path w="34223" h="28507" extrusionOk="0">
                  <a:moveTo>
                    <a:pt x="7026" y="0"/>
                  </a:moveTo>
                  <a:cubicBezTo>
                    <a:pt x="3121" y="0"/>
                    <a:pt x="1" y="3144"/>
                    <a:pt x="1" y="7026"/>
                  </a:cubicBezTo>
                  <a:lnTo>
                    <a:pt x="1" y="21481"/>
                  </a:lnTo>
                  <a:cubicBezTo>
                    <a:pt x="1" y="25387"/>
                    <a:pt x="3144" y="28506"/>
                    <a:pt x="7026" y="28506"/>
                  </a:cubicBezTo>
                  <a:lnTo>
                    <a:pt x="27197" y="28506"/>
                  </a:lnTo>
                  <a:cubicBezTo>
                    <a:pt x="31103" y="28506"/>
                    <a:pt x="34222" y="25363"/>
                    <a:pt x="34222" y="21481"/>
                  </a:cubicBezTo>
                  <a:lnTo>
                    <a:pt x="34222" y="7026"/>
                  </a:lnTo>
                  <a:cubicBezTo>
                    <a:pt x="34222" y="3120"/>
                    <a:pt x="31079" y="0"/>
                    <a:pt x="27197" y="0"/>
                  </a:cubicBezTo>
                  <a:close/>
                </a:path>
              </a:pathLst>
            </a:custGeom>
            <a:solidFill>
              <a:srgbClr val="D9D9D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8" name="Google Shape;2368;p38"/>
            <p:cNvSpPr/>
            <p:nvPr/>
          </p:nvSpPr>
          <p:spPr>
            <a:xfrm>
              <a:off x="7243130" y="3492068"/>
              <a:ext cx="29434" cy="41549"/>
            </a:xfrm>
            <a:custGeom>
              <a:avLst/>
              <a:gdLst/>
              <a:ahLst/>
              <a:cxnLst/>
              <a:rect l="l" t="t" r="r" b="b"/>
              <a:pathLst>
                <a:path w="20195" h="28507" extrusionOk="0">
                  <a:moveTo>
                    <a:pt x="7025" y="0"/>
                  </a:moveTo>
                  <a:cubicBezTo>
                    <a:pt x="3120" y="0"/>
                    <a:pt x="0" y="3144"/>
                    <a:pt x="0" y="7026"/>
                  </a:cubicBezTo>
                  <a:lnTo>
                    <a:pt x="0" y="21481"/>
                  </a:lnTo>
                  <a:cubicBezTo>
                    <a:pt x="0" y="25387"/>
                    <a:pt x="3144" y="28506"/>
                    <a:pt x="7025" y="28506"/>
                  </a:cubicBezTo>
                  <a:lnTo>
                    <a:pt x="20023" y="28506"/>
                  </a:lnTo>
                  <a:cubicBezTo>
                    <a:pt x="16243" y="28459"/>
                    <a:pt x="13169" y="25329"/>
                    <a:pt x="13169" y="21529"/>
                  </a:cubicBezTo>
                  <a:lnTo>
                    <a:pt x="13169" y="7026"/>
                  </a:lnTo>
                  <a:cubicBezTo>
                    <a:pt x="13169" y="3144"/>
                    <a:pt x="16337" y="0"/>
                    <a:pt x="20195" y="0"/>
                  </a:cubicBezTo>
                  <a:close/>
                  <a:moveTo>
                    <a:pt x="20023" y="28506"/>
                  </a:moveTo>
                  <a:lnTo>
                    <a:pt x="20023" y="28506"/>
                  </a:lnTo>
                  <a:cubicBezTo>
                    <a:pt x="20052" y="28507"/>
                    <a:pt x="20080" y="28507"/>
                    <a:pt x="20109" y="28507"/>
                  </a:cubicBezTo>
                  <a:cubicBezTo>
                    <a:pt x="20137" y="28507"/>
                    <a:pt x="20166" y="28507"/>
                    <a:pt x="20195" y="28506"/>
                  </a:cubicBezTo>
                  <a:close/>
                </a:path>
              </a:pathLst>
            </a:custGeom>
            <a:solidFill>
              <a:srgbClr val="000000">
                <a:alpha val="84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9" name="Google Shape;2369;p38"/>
            <p:cNvSpPr/>
            <p:nvPr/>
          </p:nvSpPr>
          <p:spPr>
            <a:xfrm>
              <a:off x="7101028" y="3558606"/>
              <a:ext cx="49879" cy="41584"/>
            </a:xfrm>
            <a:custGeom>
              <a:avLst/>
              <a:gdLst/>
              <a:ahLst/>
              <a:cxnLst/>
              <a:rect l="l" t="t" r="r" b="b"/>
              <a:pathLst>
                <a:path w="34222" h="28531" extrusionOk="0">
                  <a:moveTo>
                    <a:pt x="7026" y="1"/>
                  </a:moveTo>
                  <a:cubicBezTo>
                    <a:pt x="3120" y="1"/>
                    <a:pt x="1" y="3168"/>
                    <a:pt x="1" y="7026"/>
                  </a:cubicBezTo>
                  <a:lnTo>
                    <a:pt x="1" y="21505"/>
                  </a:lnTo>
                  <a:cubicBezTo>
                    <a:pt x="1" y="25387"/>
                    <a:pt x="3144" y="28530"/>
                    <a:pt x="7026" y="28530"/>
                  </a:cubicBezTo>
                  <a:lnTo>
                    <a:pt x="27197" y="28530"/>
                  </a:lnTo>
                  <a:cubicBezTo>
                    <a:pt x="31102" y="28530"/>
                    <a:pt x="34222" y="25363"/>
                    <a:pt x="34222" y="21505"/>
                  </a:cubicBezTo>
                  <a:lnTo>
                    <a:pt x="34222" y="7026"/>
                  </a:lnTo>
                  <a:cubicBezTo>
                    <a:pt x="34222" y="3168"/>
                    <a:pt x="31078" y="1"/>
                    <a:pt x="27197" y="1"/>
                  </a:cubicBezTo>
                  <a:close/>
                </a:path>
              </a:pathLst>
            </a:custGeom>
            <a:solidFill>
              <a:srgbClr val="D9D9D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0" name="Google Shape;2370;p38"/>
            <p:cNvSpPr/>
            <p:nvPr/>
          </p:nvSpPr>
          <p:spPr>
            <a:xfrm>
              <a:off x="7172043" y="3558606"/>
              <a:ext cx="49949" cy="41584"/>
            </a:xfrm>
            <a:custGeom>
              <a:avLst/>
              <a:gdLst/>
              <a:ahLst/>
              <a:cxnLst/>
              <a:rect l="l" t="t" r="r" b="b"/>
              <a:pathLst>
                <a:path w="34270" h="28531" extrusionOk="0">
                  <a:moveTo>
                    <a:pt x="7026" y="1"/>
                  </a:moveTo>
                  <a:cubicBezTo>
                    <a:pt x="3121" y="1"/>
                    <a:pt x="1" y="3168"/>
                    <a:pt x="1" y="7026"/>
                  </a:cubicBezTo>
                  <a:lnTo>
                    <a:pt x="1" y="21505"/>
                  </a:lnTo>
                  <a:cubicBezTo>
                    <a:pt x="1" y="25387"/>
                    <a:pt x="3168" y="28530"/>
                    <a:pt x="7026" y="28530"/>
                  </a:cubicBezTo>
                  <a:lnTo>
                    <a:pt x="27221" y="28530"/>
                  </a:lnTo>
                  <a:cubicBezTo>
                    <a:pt x="31103" y="28530"/>
                    <a:pt x="34246" y="25363"/>
                    <a:pt x="34246" y="21505"/>
                  </a:cubicBezTo>
                  <a:lnTo>
                    <a:pt x="34246" y="7002"/>
                  </a:lnTo>
                  <a:cubicBezTo>
                    <a:pt x="34270" y="3168"/>
                    <a:pt x="31150" y="1"/>
                    <a:pt x="27269" y="1"/>
                  </a:cubicBezTo>
                  <a:close/>
                </a:path>
              </a:pathLst>
            </a:custGeom>
            <a:solidFill>
              <a:srgbClr val="D9D9D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1" name="Google Shape;2371;p38"/>
            <p:cNvSpPr/>
            <p:nvPr/>
          </p:nvSpPr>
          <p:spPr>
            <a:xfrm>
              <a:off x="7243164" y="3558606"/>
              <a:ext cx="49880" cy="41584"/>
            </a:xfrm>
            <a:custGeom>
              <a:avLst/>
              <a:gdLst/>
              <a:ahLst/>
              <a:cxnLst/>
              <a:rect l="l" t="t" r="r" b="b"/>
              <a:pathLst>
                <a:path w="34223" h="28531" extrusionOk="0">
                  <a:moveTo>
                    <a:pt x="7026" y="1"/>
                  </a:moveTo>
                  <a:cubicBezTo>
                    <a:pt x="3121" y="1"/>
                    <a:pt x="1" y="3168"/>
                    <a:pt x="1" y="7026"/>
                  </a:cubicBezTo>
                  <a:lnTo>
                    <a:pt x="1" y="21505"/>
                  </a:lnTo>
                  <a:cubicBezTo>
                    <a:pt x="1" y="25387"/>
                    <a:pt x="3144" y="28530"/>
                    <a:pt x="7026" y="28530"/>
                  </a:cubicBezTo>
                  <a:lnTo>
                    <a:pt x="27197" y="28530"/>
                  </a:lnTo>
                  <a:cubicBezTo>
                    <a:pt x="31103" y="28530"/>
                    <a:pt x="34222" y="25363"/>
                    <a:pt x="34222" y="21505"/>
                  </a:cubicBezTo>
                  <a:lnTo>
                    <a:pt x="34222" y="7026"/>
                  </a:lnTo>
                  <a:cubicBezTo>
                    <a:pt x="34222" y="3168"/>
                    <a:pt x="31079" y="1"/>
                    <a:pt x="27197" y="1"/>
                  </a:cubicBezTo>
                  <a:close/>
                </a:path>
              </a:pathLst>
            </a:custGeom>
            <a:solidFill>
              <a:srgbClr val="1CA8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2" name="Google Shape;2372;p38"/>
            <p:cNvSpPr/>
            <p:nvPr/>
          </p:nvSpPr>
          <p:spPr>
            <a:xfrm>
              <a:off x="7101028" y="3624553"/>
              <a:ext cx="49879" cy="41584"/>
            </a:xfrm>
            <a:custGeom>
              <a:avLst/>
              <a:gdLst/>
              <a:ahLst/>
              <a:cxnLst/>
              <a:rect l="l" t="t" r="r" b="b"/>
              <a:pathLst>
                <a:path w="34222" h="28531" extrusionOk="0">
                  <a:moveTo>
                    <a:pt x="7026" y="1"/>
                  </a:moveTo>
                  <a:cubicBezTo>
                    <a:pt x="3120" y="1"/>
                    <a:pt x="1" y="3168"/>
                    <a:pt x="1" y="7026"/>
                  </a:cubicBezTo>
                  <a:lnTo>
                    <a:pt x="1" y="21505"/>
                  </a:lnTo>
                  <a:cubicBezTo>
                    <a:pt x="1" y="25387"/>
                    <a:pt x="3144" y="28530"/>
                    <a:pt x="7026" y="28530"/>
                  </a:cubicBezTo>
                  <a:lnTo>
                    <a:pt x="27197" y="28530"/>
                  </a:lnTo>
                  <a:cubicBezTo>
                    <a:pt x="31102" y="28530"/>
                    <a:pt x="34222" y="25363"/>
                    <a:pt x="34222" y="21505"/>
                  </a:cubicBezTo>
                  <a:lnTo>
                    <a:pt x="34222" y="7026"/>
                  </a:lnTo>
                  <a:cubicBezTo>
                    <a:pt x="34222" y="3168"/>
                    <a:pt x="31078" y="1"/>
                    <a:pt x="27197" y="1"/>
                  </a:cubicBezTo>
                  <a:close/>
                </a:path>
              </a:pathLst>
            </a:custGeom>
            <a:solidFill>
              <a:srgbClr val="D9D9D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3" name="Google Shape;2373;p38"/>
            <p:cNvSpPr/>
            <p:nvPr/>
          </p:nvSpPr>
          <p:spPr>
            <a:xfrm>
              <a:off x="7172043" y="3624553"/>
              <a:ext cx="49949" cy="41584"/>
            </a:xfrm>
            <a:custGeom>
              <a:avLst/>
              <a:gdLst/>
              <a:ahLst/>
              <a:cxnLst/>
              <a:rect l="l" t="t" r="r" b="b"/>
              <a:pathLst>
                <a:path w="34270" h="28531" extrusionOk="0">
                  <a:moveTo>
                    <a:pt x="7026" y="1"/>
                  </a:moveTo>
                  <a:cubicBezTo>
                    <a:pt x="3121" y="1"/>
                    <a:pt x="1" y="3168"/>
                    <a:pt x="1" y="7026"/>
                  </a:cubicBezTo>
                  <a:lnTo>
                    <a:pt x="1" y="21505"/>
                  </a:lnTo>
                  <a:cubicBezTo>
                    <a:pt x="1" y="25387"/>
                    <a:pt x="3168" y="28530"/>
                    <a:pt x="7026" y="28530"/>
                  </a:cubicBezTo>
                  <a:lnTo>
                    <a:pt x="27221" y="28530"/>
                  </a:lnTo>
                  <a:cubicBezTo>
                    <a:pt x="31103" y="28530"/>
                    <a:pt x="34246" y="25363"/>
                    <a:pt x="34246" y="21505"/>
                  </a:cubicBezTo>
                  <a:lnTo>
                    <a:pt x="34246" y="7002"/>
                  </a:lnTo>
                  <a:cubicBezTo>
                    <a:pt x="34270" y="3168"/>
                    <a:pt x="31150" y="1"/>
                    <a:pt x="27269" y="1"/>
                  </a:cubicBezTo>
                  <a:close/>
                </a:path>
              </a:pathLst>
            </a:custGeom>
            <a:solidFill>
              <a:srgbClr val="D9D9D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4" name="Google Shape;2374;p38"/>
            <p:cNvSpPr/>
            <p:nvPr/>
          </p:nvSpPr>
          <p:spPr>
            <a:xfrm>
              <a:off x="7243164" y="3624553"/>
              <a:ext cx="49880" cy="41584"/>
            </a:xfrm>
            <a:custGeom>
              <a:avLst/>
              <a:gdLst/>
              <a:ahLst/>
              <a:cxnLst/>
              <a:rect l="l" t="t" r="r" b="b"/>
              <a:pathLst>
                <a:path w="34223" h="28531" extrusionOk="0">
                  <a:moveTo>
                    <a:pt x="7026" y="1"/>
                  </a:moveTo>
                  <a:cubicBezTo>
                    <a:pt x="3121" y="1"/>
                    <a:pt x="1" y="3168"/>
                    <a:pt x="1" y="7026"/>
                  </a:cubicBezTo>
                  <a:lnTo>
                    <a:pt x="1" y="21505"/>
                  </a:lnTo>
                  <a:cubicBezTo>
                    <a:pt x="1" y="25387"/>
                    <a:pt x="3144" y="28530"/>
                    <a:pt x="7026" y="28530"/>
                  </a:cubicBezTo>
                  <a:lnTo>
                    <a:pt x="27197" y="28530"/>
                  </a:lnTo>
                  <a:cubicBezTo>
                    <a:pt x="31103" y="28530"/>
                    <a:pt x="34222" y="25363"/>
                    <a:pt x="34222" y="21505"/>
                  </a:cubicBezTo>
                  <a:lnTo>
                    <a:pt x="34222" y="7026"/>
                  </a:lnTo>
                  <a:cubicBezTo>
                    <a:pt x="34222" y="3168"/>
                    <a:pt x="31079" y="1"/>
                    <a:pt x="27197" y="1"/>
                  </a:cubicBezTo>
                  <a:close/>
                </a:path>
              </a:pathLst>
            </a:custGeom>
            <a:solidFill>
              <a:srgbClr val="FF89A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5" name="Google Shape;2375;p38"/>
            <p:cNvSpPr/>
            <p:nvPr/>
          </p:nvSpPr>
          <p:spPr>
            <a:xfrm>
              <a:off x="7100993" y="3558606"/>
              <a:ext cx="29436" cy="41584"/>
            </a:xfrm>
            <a:custGeom>
              <a:avLst/>
              <a:gdLst/>
              <a:ahLst/>
              <a:cxnLst/>
              <a:rect l="l" t="t" r="r" b="b"/>
              <a:pathLst>
                <a:path w="20196" h="28531" extrusionOk="0">
                  <a:moveTo>
                    <a:pt x="7026" y="1"/>
                  </a:moveTo>
                  <a:cubicBezTo>
                    <a:pt x="3120" y="1"/>
                    <a:pt x="1" y="3168"/>
                    <a:pt x="1" y="7026"/>
                  </a:cubicBezTo>
                  <a:lnTo>
                    <a:pt x="1" y="21505"/>
                  </a:lnTo>
                  <a:cubicBezTo>
                    <a:pt x="1" y="25410"/>
                    <a:pt x="3144" y="28530"/>
                    <a:pt x="7026" y="28530"/>
                  </a:cubicBezTo>
                  <a:lnTo>
                    <a:pt x="20108" y="28530"/>
                  </a:lnTo>
                  <a:cubicBezTo>
                    <a:pt x="16290" y="28507"/>
                    <a:pt x="13170" y="25405"/>
                    <a:pt x="13170" y="21529"/>
                  </a:cubicBezTo>
                  <a:lnTo>
                    <a:pt x="13170" y="7026"/>
                  </a:lnTo>
                  <a:cubicBezTo>
                    <a:pt x="13170" y="3168"/>
                    <a:pt x="16337" y="1"/>
                    <a:pt x="20195" y="1"/>
                  </a:cubicBezTo>
                  <a:close/>
                  <a:moveTo>
                    <a:pt x="20108" y="28530"/>
                  </a:moveTo>
                  <a:cubicBezTo>
                    <a:pt x="20122" y="28530"/>
                    <a:pt x="20137" y="28530"/>
                    <a:pt x="20152" y="28530"/>
                  </a:cubicBezTo>
                  <a:cubicBezTo>
                    <a:pt x="20166" y="28530"/>
                    <a:pt x="20181" y="28530"/>
                    <a:pt x="20195" y="28530"/>
                  </a:cubicBezTo>
                  <a:close/>
                </a:path>
              </a:pathLst>
            </a:custGeom>
            <a:solidFill>
              <a:srgbClr val="000000">
                <a:alpha val="84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6" name="Google Shape;2376;p38"/>
            <p:cNvSpPr/>
            <p:nvPr/>
          </p:nvSpPr>
          <p:spPr>
            <a:xfrm>
              <a:off x="7172043" y="3558606"/>
              <a:ext cx="29471" cy="41584"/>
            </a:xfrm>
            <a:custGeom>
              <a:avLst/>
              <a:gdLst/>
              <a:ahLst/>
              <a:cxnLst/>
              <a:rect l="l" t="t" r="r" b="b"/>
              <a:pathLst>
                <a:path w="20220" h="28531" extrusionOk="0">
                  <a:moveTo>
                    <a:pt x="7026" y="1"/>
                  </a:moveTo>
                  <a:cubicBezTo>
                    <a:pt x="3121" y="1"/>
                    <a:pt x="1" y="3168"/>
                    <a:pt x="1" y="7026"/>
                  </a:cubicBezTo>
                  <a:lnTo>
                    <a:pt x="1" y="21505"/>
                  </a:lnTo>
                  <a:cubicBezTo>
                    <a:pt x="1" y="25410"/>
                    <a:pt x="3168" y="28530"/>
                    <a:pt x="7026" y="28530"/>
                  </a:cubicBezTo>
                  <a:lnTo>
                    <a:pt x="20131" y="28530"/>
                  </a:lnTo>
                  <a:cubicBezTo>
                    <a:pt x="16290" y="28507"/>
                    <a:pt x="13194" y="25405"/>
                    <a:pt x="13194" y="21529"/>
                  </a:cubicBezTo>
                  <a:lnTo>
                    <a:pt x="13194" y="7026"/>
                  </a:lnTo>
                  <a:cubicBezTo>
                    <a:pt x="13194" y="3168"/>
                    <a:pt x="16338" y="1"/>
                    <a:pt x="20219" y="1"/>
                  </a:cubicBezTo>
                  <a:close/>
                  <a:moveTo>
                    <a:pt x="20131" y="28530"/>
                  </a:moveTo>
                  <a:cubicBezTo>
                    <a:pt x="20146" y="28530"/>
                    <a:pt x="20161" y="28530"/>
                    <a:pt x="20175" y="28530"/>
                  </a:cubicBezTo>
                  <a:cubicBezTo>
                    <a:pt x="20190" y="28530"/>
                    <a:pt x="20205" y="28530"/>
                    <a:pt x="20219" y="28530"/>
                  </a:cubicBezTo>
                  <a:close/>
                </a:path>
              </a:pathLst>
            </a:custGeom>
            <a:solidFill>
              <a:srgbClr val="000000">
                <a:alpha val="84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7" name="Google Shape;2377;p38"/>
            <p:cNvSpPr/>
            <p:nvPr/>
          </p:nvSpPr>
          <p:spPr>
            <a:xfrm>
              <a:off x="7243130" y="3558606"/>
              <a:ext cx="29434" cy="41584"/>
            </a:xfrm>
            <a:custGeom>
              <a:avLst/>
              <a:gdLst/>
              <a:ahLst/>
              <a:cxnLst/>
              <a:rect l="l" t="t" r="r" b="b"/>
              <a:pathLst>
                <a:path w="20195" h="28531" extrusionOk="0">
                  <a:moveTo>
                    <a:pt x="7025" y="1"/>
                  </a:moveTo>
                  <a:cubicBezTo>
                    <a:pt x="3120" y="1"/>
                    <a:pt x="0" y="3168"/>
                    <a:pt x="0" y="7026"/>
                  </a:cubicBezTo>
                  <a:lnTo>
                    <a:pt x="0" y="21505"/>
                  </a:lnTo>
                  <a:cubicBezTo>
                    <a:pt x="0" y="25410"/>
                    <a:pt x="3144" y="28530"/>
                    <a:pt x="7025" y="28530"/>
                  </a:cubicBezTo>
                  <a:lnTo>
                    <a:pt x="20107" y="28530"/>
                  </a:lnTo>
                  <a:cubicBezTo>
                    <a:pt x="16289" y="28507"/>
                    <a:pt x="13169" y="25405"/>
                    <a:pt x="13169" y="21529"/>
                  </a:cubicBezTo>
                  <a:lnTo>
                    <a:pt x="13169" y="7026"/>
                  </a:lnTo>
                  <a:cubicBezTo>
                    <a:pt x="13169" y="3168"/>
                    <a:pt x="16337" y="1"/>
                    <a:pt x="20195" y="1"/>
                  </a:cubicBezTo>
                  <a:close/>
                  <a:moveTo>
                    <a:pt x="20107" y="28530"/>
                  </a:moveTo>
                  <a:cubicBezTo>
                    <a:pt x="20122" y="28530"/>
                    <a:pt x="20136" y="28530"/>
                    <a:pt x="20151" y="28530"/>
                  </a:cubicBezTo>
                  <a:cubicBezTo>
                    <a:pt x="20165" y="28530"/>
                    <a:pt x="20180" y="28530"/>
                    <a:pt x="20195" y="28530"/>
                  </a:cubicBezTo>
                  <a:close/>
                </a:path>
              </a:pathLst>
            </a:custGeom>
            <a:solidFill>
              <a:srgbClr val="000000">
                <a:alpha val="84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8" name="Google Shape;2378;p38"/>
            <p:cNvSpPr/>
            <p:nvPr/>
          </p:nvSpPr>
          <p:spPr>
            <a:xfrm>
              <a:off x="7100993" y="3624553"/>
              <a:ext cx="29436" cy="41584"/>
            </a:xfrm>
            <a:custGeom>
              <a:avLst/>
              <a:gdLst/>
              <a:ahLst/>
              <a:cxnLst/>
              <a:rect l="l" t="t" r="r" b="b"/>
              <a:pathLst>
                <a:path w="20196" h="28531" extrusionOk="0">
                  <a:moveTo>
                    <a:pt x="7026" y="1"/>
                  </a:moveTo>
                  <a:cubicBezTo>
                    <a:pt x="3120" y="1"/>
                    <a:pt x="1" y="3168"/>
                    <a:pt x="1" y="7026"/>
                  </a:cubicBezTo>
                  <a:lnTo>
                    <a:pt x="1" y="21505"/>
                  </a:lnTo>
                  <a:cubicBezTo>
                    <a:pt x="1" y="25411"/>
                    <a:pt x="3144" y="28530"/>
                    <a:pt x="7026" y="28530"/>
                  </a:cubicBezTo>
                  <a:lnTo>
                    <a:pt x="20108" y="28530"/>
                  </a:lnTo>
                  <a:cubicBezTo>
                    <a:pt x="16290" y="28507"/>
                    <a:pt x="13170" y="25405"/>
                    <a:pt x="13170" y="21529"/>
                  </a:cubicBezTo>
                  <a:lnTo>
                    <a:pt x="13170" y="7026"/>
                  </a:lnTo>
                  <a:cubicBezTo>
                    <a:pt x="13170" y="3168"/>
                    <a:pt x="16337" y="1"/>
                    <a:pt x="20195" y="1"/>
                  </a:cubicBezTo>
                  <a:close/>
                  <a:moveTo>
                    <a:pt x="20108" y="28530"/>
                  </a:moveTo>
                  <a:cubicBezTo>
                    <a:pt x="20122" y="28531"/>
                    <a:pt x="20137" y="28531"/>
                    <a:pt x="20152" y="28531"/>
                  </a:cubicBezTo>
                  <a:cubicBezTo>
                    <a:pt x="20166" y="28531"/>
                    <a:pt x="20181" y="28531"/>
                    <a:pt x="20195" y="28530"/>
                  </a:cubicBezTo>
                  <a:close/>
                </a:path>
              </a:pathLst>
            </a:custGeom>
            <a:solidFill>
              <a:srgbClr val="000000">
                <a:alpha val="84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9" name="Google Shape;2379;p38"/>
            <p:cNvSpPr/>
            <p:nvPr/>
          </p:nvSpPr>
          <p:spPr>
            <a:xfrm>
              <a:off x="7172043" y="3624553"/>
              <a:ext cx="29471" cy="41584"/>
            </a:xfrm>
            <a:custGeom>
              <a:avLst/>
              <a:gdLst/>
              <a:ahLst/>
              <a:cxnLst/>
              <a:rect l="l" t="t" r="r" b="b"/>
              <a:pathLst>
                <a:path w="20220" h="28531" extrusionOk="0">
                  <a:moveTo>
                    <a:pt x="7026" y="1"/>
                  </a:moveTo>
                  <a:cubicBezTo>
                    <a:pt x="3121" y="1"/>
                    <a:pt x="1" y="3168"/>
                    <a:pt x="1" y="7026"/>
                  </a:cubicBezTo>
                  <a:lnTo>
                    <a:pt x="1" y="21505"/>
                  </a:lnTo>
                  <a:cubicBezTo>
                    <a:pt x="1" y="25411"/>
                    <a:pt x="3168" y="28530"/>
                    <a:pt x="7026" y="28530"/>
                  </a:cubicBezTo>
                  <a:lnTo>
                    <a:pt x="20131" y="28530"/>
                  </a:lnTo>
                  <a:cubicBezTo>
                    <a:pt x="16290" y="28507"/>
                    <a:pt x="13194" y="25405"/>
                    <a:pt x="13194" y="21529"/>
                  </a:cubicBezTo>
                  <a:lnTo>
                    <a:pt x="13194" y="7026"/>
                  </a:lnTo>
                  <a:cubicBezTo>
                    <a:pt x="13194" y="3168"/>
                    <a:pt x="16338" y="1"/>
                    <a:pt x="20219" y="1"/>
                  </a:cubicBezTo>
                  <a:close/>
                  <a:moveTo>
                    <a:pt x="20131" y="28530"/>
                  </a:moveTo>
                  <a:cubicBezTo>
                    <a:pt x="20146" y="28531"/>
                    <a:pt x="20161" y="28531"/>
                    <a:pt x="20175" y="28531"/>
                  </a:cubicBezTo>
                  <a:cubicBezTo>
                    <a:pt x="20190" y="28531"/>
                    <a:pt x="20205" y="28531"/>
                    <a:pt x="20219" y="28530"/>
                  </a:cubicBezTo>
                  <a:close/>
                </a:path>
              </a:pathLst>
            </a:custGeom>
            <a:solidFill>
              <a:srgbClr val="000000">
                <a:alpha val="84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0" name="Google Shape;2380;p38"/>
            <p:cNvSpPr/>
            <p:nvPr/>
          </p:nvSpPr>
          <p:spPr>
            <a:xfrm>
              <a:off x="7243130" y="3624553"/>
              <a:ext cx="29434" cy="41584"/>
            </a:xfrm>
            <a:custGeom>
              <a:avLst/>
              <a:gdLst/>
              <a:ahLst/>
              <a:cxnLst/>
              <a:rect l="l" t="t" r="r" b="b"/>
              <a:pathLst>
                <a:path w="20195" h="28531" extrusionOk="0">
                  <a:moveTo>
                    <a:pt x="7025" y="1"/>
                  </a:moveTo>
                  <a:cubicBezTo>
                    <a:pt x="3120" y="1"/>
                    <a:pt x="0" y="3168"/>
                    <a:pt x="0" y="7026"/>
                  </a:cubicBezTo>
                  <a:lnTo>
                    <a:pt x="0" y="21505"/>
                  </a:lnTo>
                  <a:cubicBezTo>
                    <a:pt x="0" y="25411"/>
                    <a:pt x="3144" y="28530"/>
                    <a:pt x="7025" y="28530"/>
                  </a:cubicBezTo>
                  <a:lnTo>
                    <a:pt x="20107" y="28530"/>
                  </a:lnTo>
                  <a:cubicBezTo>
                    <a:pt x="16289" y="28507"/>
                    <a:pt x="13169" y="25405"/>
                    <a:pt x="13169" y="21529"/>
                  </a:cubicBezTo>
                  <a:lnTo>
                    <a:pt x="13169" y="7026"/>
                  </a:lnTo>
                  <a:cubicBezTo>
                    <a:pt x="13169" y="3168"/>
                    <a:pt x="16337" y="1"/>
                    <a:pt x="20195" y="1"/>
                  </a:cubicBezTo>
                  <a:close/>
                  <a:moveTo>
                    <a:pt x="20107" y="28530"/>
                  </a:moveTo>
                  <a:cubicBezTo>
                    <a:pt x="20122" y="28531"/>
                    <a:pt x="20136" y="28531"/>
                    <a:pt x="20151" y="28531"/>
                  </a:cubicBezTo>
                  <a:cubicBezTo>
                    <a:pt x="20165" y="28531"/>
                    <a:pt x="20180" y="28531"/>
                    <a:pt x="20195" y="28530"/>
                  </a:cubicBezTo>
                  <a:close/>
                </a:path>
              </a:pathLst>
            </a:custGeom>
            <a:solidFill>
              <a:srgbClr val="000000">
                <a:alpha val="84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1" name="Google Shape;2381;p38"/>
            <p:cNvSpPr/>
            <p:nvPr/>
          </p:nvSpPr>
          <p:spPr>
            <a:xfrm>
              <a:off x="7073468" y="3377423"/>
              <a:ext cx="246510" cy="327833"/>
            </a:xfrm>
            <a:custGeom>
              <a:avLst/>
              <a:gdLst/>
              <a:ahLst/>
              <a:cxnLst/>
              <a:rect l="l" t="t" r="r" b="b"/>
              <a:pathLst>
                <a:path w="169132" h="224928" extrusionOk="0">
                  <a:moveTo>
                    <a:pt x="30483" y="1"/>
                  </a:moveTo>
                  <a:cubicBezTo>
                    <a:pt x="13670" y="1"/>
                    <a:pt x="1" y="13646"/>
                    <a:pt x="1" y="30483"/>
                  </a:cubicBezTo>
                  <a:lnTo>
                    <a:pt x="1" y="194445"/>
                  </a:lnTo>
                  <a:cubicBezTo>
                    <a:pt x="1" y="211258"/>
                    <a:pt x="13647" y="224927"/>
                    <a:pt x="30483" y="224927"/>
                  </a:cubicBezTo>
                  <a:lnTo>
                    <a:pt x="138673" y="224927"/>
                  </a:lnTo>
                  <a:cubicBezTo>
                    <a:pt x="155486" y="224927"/>
                    <a:pt x="169131" y="211305"/>
                    <a:pt x="169131" y="194445"/>
                  </a:cubicBezTo>
                  <a:lnTo>
                    <a:pt x="169131" y="30483"/>
                  </a:lnTo>
                  <a:cubicBezTo>
                    <a:pt x="169131" y="13694"/>
                    <a:pt x="155486" y="1"/>
                    <a:pt x="138673" y="1"/>
                  </a:cubicBezTo>
                  <a:lnTo>
                    <a:pt x="124503" y="1"/>
                  </a:lnTo>
                  <a:cubicBezTo>
                    <a:pt x="122788" y="1"/>
                    <a:pt x="121312" y="1215"/>
                    <a:pt x="121097" y="2882"/>
                  </a:cubicBezTo>
                  <a:cubicBezTo>
                    <a:pt x="120859" y="4883"/>
                    <a:pt x="122407" y="6621"/>
                    <a:pt x="124384" y="6621"/>
                  </a:cubicBezTo>
                  <a:lnTo>
                    <a:pt x="138625" y="6621"/>
                  </a:lnTo>
                  <a:cubicBezTo>
                    <a:pt x="151818" y="6621"/>
                    <a:pt x="162511" y="17314"/>
                    <a:pt x="162511" y="30483"/>
                  </a:cubicBezTo>
                  <a:lnTo>
                    <a:pt x="162511" y="194445"/>
                  </a:lnTo>
                  <a:cubicBezTo>
                    <a:pt x="162511" y="207638"/>
                    <a:pt x="151818" y="218331"/>
                    <a:pt x="138625" y="218331"/>
                  </a:cubicBezTo>
                  <a:lnTo>
                    <a:pt x="30460" y="218331"/>
                  </a:lnTo>
                  <a:cubicBezTo>
                    <a:pt x="17266" y="218331"/>
                    <a:pt x="6574" y="207638"/>
                    <a:pt x="6574" y="194445"/>
                  </a:cubicBezTo>
                  <a:lnTo>
                    <a:pt x="6574" y="30483"/>
                  </a:lnTo>
                  <a:cubicBezTo>
                    <a:pt x="6574" y="17337"/>
                    <a:pt x="17290" y="6621"/>
                    <a:pt x="30460" y="6621"/>
                  </a:cubicBezTo>
                  <a:lnTo>
                    <a:pt x="111405" y="6621"/>
                  </a:lnTo>
                  <a:cubicBezTo>
                    <a:pt x="113096" y="6621"/>
                    <a:pt x="114572" y="5383"/>
                    <a:pt x="114787" y="3716"/>
                  </a:cubicBezTo>
                  <a:cubicBezTo>
                    <a:pt x="115049" y="1715"/>
                    <a:pt x="113477" y="1"/>
                    <a:pt x="111548"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2" name="Google Shape;2382;p38"/>
            <p:cNvSpPr/>
            <p:nvPr/>
          </p:nvSpPr>
          <p:spPr>
            <a:xfrm>
              <a:off x="7095890" y="3399880"/>
              <a:ext cx="202289" cy="72967"/>
            </a:xfrm>
            <a:custGeom>
              <a:avLst/>
              <a:gdLst/>
              <a:ahLst/>
              <a:cxnLst/>
              <a:rect l="l" t="t" r="r" b="b"/>
              <a:pathLst>
                <a:path w="138792" h="50063" extrusionOk="0">
                  <a:moveTo>
                    <a:pt x="15099" y="0"/>
                  </a:moveTo>
                  <a:cubicBezTo>
                    <a:pt x="6764" y="0"/>
                    <a:pt x="1" y="6740"/>
                    <a:pt x="1" y="15075"/>
                  </a:cubicBezTo>
                  <a:lnTo>
                    <a:pt x="1" y="46605"/>
                  </a:lnTo>
                  <a:cubicBezTo>
                    <a:pt x="1" y="48510"/>
                    <a:pt x="1549" y="50058"/>
                    <a:pt x="3454" y="50058"/>
                  </a:cubicBezTo>
                  <a:lnTo>
                    <a:pt x="31793" y="50058"/>
                  </a:lnTo>
                  <a:cubicBezTo>
                    <a:pt x="32008" y="50058"/>
                    <a:pt x="32198" y="50011"/>
                    <a:pt x="32341" y="49844"/>
                  </a:cubicBezTo>
                  <a:cubicBezTo>
                    <a:pt x="35318" y="46986"/>
                    <a:pt x="33317" y="43485"/>
                    <a:pt x="30531" y="43485"/>
                  </a:cubicBezTo>
                  <a:lnTo>
                    <a:pt x="15099" y="43485"/>
                  </a:lnTo>
                  <a:cubicBezTo>
                    <a:pt x="10408" y="43485"/>
                    <a:pt x="6598" y="39675"/>
                    <a:pt x="6598" y="34960"/>
                  </a:cubicBezTo>
                  <a:lnTo>
                    <a:pt x="6598" y="15123"/>
                  </a:lnTo>
                  <a:cubicBezTo>
                    <a:pt x="6598" y="10407"/>
                    <a:pt x="10408" y="6597"/>
                    <a:pt x="15099" y="6597"/>
                  </a:cubicBezTo>
                  <a:lnTo>
                    <a:pt x="123241" y="6597"/>
                  </a:lnTo>
                  <a:cubicBezTo>
                    <a:pt x="127956" y="6597"/>
                    <a:pt x="131767" y="10407"/>
                    <a:pt x="131767" y="15123"/>
                  </a:cubicBezTo>
                  <a:lnTo>
                    <a:pt x="131767" y="34960"/>
                  </a:lnTo>
                  <a:cubicBezTo>
                    <a:pt x="131767" y="39675"/>
                    <a:pt x="127956" y="43485"/>
                    <a:pt x="123241" y="43485"/>
                  </a:cubicBezTo>
                  <a:lnTo>
                    <a:pt x="43748" y="43485"/>
                  </a:lnTo>
                  <a:cubicBezTo>
                    <a:pt x="43748" y="43485"/>
                    <a:pt x="40438" y="45033"/>
                    <a:pt x="40438" y="46843"/>
                  </a:cubicBezTo>
                  <a:cubicBezTo>
                    <a:pt x="40438" y="48599"/>
                    <a:pt x="41827" y="50063"/>
                    <a:pt x="43583" y="50063"/>
                  </a:cubicBezTo>
                  <a:cubicBezTo>
                    <a:pt x="43638" y="50063"/>
                    <a:pt x="43693" y="50061"/>
                    <a:pt x="43748" y="50058"/>
                  </a:cubicBezTo>
                  <a:lnTo>
                    <a:pt x="123527" y="50058"/>
                  </a:lnTo>
                  <a:cubicBezTo>
                    <a:pt x="123570" y="50059"/>
                    <a:pt x="123614" y="50059"/>
                    <a:pt x="123658" y="50059"/>
                  </a:cubicBezTo>
                  <a:cubicBezTo>
                    <a:pt x="131932" y="50059"/>
                    <a:pt x="138600" y="43323"/>
                    <a:pt x="138339" y="35031"/>
                  </a:cubicBezTo>
                  <a:lnTo>
                    <a:pt x="138792" y="15075"/>
                  </a:lnTo>
                  <a:cubicBezTo>
                    <a:pt x="138792" y="6740"/>
                    <a:pt x="132005" y="0"/>
                    <a:pt x="123670"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3" name="Google Shape;2383;p38"/>
            <p:cNvSpPr/>
            <p:nvPr/>
          </p:nvSpPr>
          <p:spPr>
            <a:xfrm>
              <a:off x="7140631" y="3425564"/>
              <a:ext cx="9652" cy="18885"/>
            </a:xfrm>
            <a:custGeom>
              <a:avLst/>
              <a:gdLst/>
              <a:ahLst/>
              <a:cxnLst/>
              <a:rect l="l" t="t" r="r" b="b"/>
              <a:pathLst>
                <a:path w="6622" h="12957" extrusionOk="0">
                  <a:moveTo>
                    <a:pt x="3293" y="1"/>
                  </a:moveTo>
                  <a:cubicBezTo>
                    <a:pt x="3158" y="1"/>
                    <a:pt x="3021" y="9"/>
                    <a:pt x="2882" y="25"/>
                  </a:cubicBezTo>
                  <a:cubicBezTo>
                    <a:pt x="1215" y="239"/>
                    <a:pt x="1" y="1716"/>
                    <a:pt x="1" y="3407"/>
                  </a:cubicBezTo>
                  <a:lnTo>
                    <a:pt x="1" y="9551"/>
                  </a:lnTo>
                  <a:cubicBezTo>
                    <a:pt x="1" y="11241"/>
                    <a:pt x="1215" y="12742"/>
                    <a:pt x="2882" y="12932"/>
                  </a:cubicBezTo>
                  <a:cubicBezTo>
                    <a:pt x="3019" y="12949"/>
                    <a:pt x="3155" y="12957"/>
                    <a:pt x="3289" y="12957"/>
                  </a:cubicBezTo>
                  <a:cubicBezTo>
                    <a:pt x="5113" y="12957"/>
                    <a:pt x="6621" y="11489"/>
                    <a:pt x="6621" y="9670"/>
                  </a:cubicBezTo>
                  <a:lnTo>
                    <a:pt x="6621" y="3287"/>
                  </a:lnTo>
                  <a:cubicBezTo>
                    <a:pt x="6621" y="1468"/>
                    <a:pt x="5133" y="1"/>
                    <a:pt x="3293"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4" name="Google Shape;2384;p38"/>
            <p:cNvSpPr/>
            <p:nvPr/>
          </p:nvSpPr>
          <p:spPr>
            <a:xfrm>
              <a:off x="7243719" y="3425599"/>
              <a:ext cx="9652" cy="18918"/>
            </a:xfrm>
            <a:custGeom>
              <a:avLst/>
              <a:gdLst/>
              <a:ahLst/>
              <a:cxnLst/>
              <a:rect l="l" t="t" r="r" b="b"/>
              <a:pathLst>
                <a:path w="6622" h="12980" extrusionOk="0">
                  <a:moveTo>
                    <a:pt x="3314" y="0"/>
                  </a:moveTo>
                  <a:cubicBezTo>
                    <a:pt x="1509" y="0"/>
                    <a:pt x="1" y="1470"/>
                    <a:pt x="1" y="3311"/>
                  </a:cubicBezTo>
                  <a:lnTo>
                    <a:pt x="1" y="9550"/>
                  </a:lnTo>
                  <a:cubicBezTo>
                    <a:pt x="1" y="11241"/>
                    <a:pt x="1215" y="12742"/>
                    <a:pt x="2882" y="12956"/>
                  </a:cubicBezTo>
                  <a:cubicBezTo>
                    <a:pt x="3018" y="12972"/>
                    <a:pt x="3151" y="12980"/>
                    <a:pt x="3283" y="12980"/>
                  </a:cubicBezTo>
                  <a:cubicBezTo>
                    <a:pt x="5128" y="12980"/>
                    <a:pt x="6621" y="11470"/>
                    <a:pt x="6621" y="9670"/>
                  </a:cubicBezTo>
                  <a:lnTo>
                    <a:pt x="6621" y="3430"/>
                  </a:lnTo>
                  <a:cubicBezTo>
                    <a:pt x="6621" y="1716"/>
                    <a:pt x="5383" y="239"/>
                    <a:pt x="3716" y="25"/>
                  </a:cubicBezTo>
                  <a:cubicBezTo>
                    <a:pt x="3581" y="8"/>
                    <a:pt x="3446" y="0"/>
                    <a:pt x="3314"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5" name="Google Shape;2385;p38"/>
            <p:cNvSpPr/>
            <p:nvPr/>
          </p:nvSpPr>
          <p:spPr>
            <a:xfrm>
              <a:off x="7178952" y="3434236"/>
              <a:ext cx="36064" cy="15210"/>
            </a:xfrm>
            <a:custGeom>
              <a:avLst/>
              <a:gdLst/>
              <a:ahLst/>
              <a:cxnLst/>
              <a:rect l="l" t="t" r="r" b="b"/>
              <a:pathLst>
                <a:path w="24744" h="10436" extrusionOk="0">
                  <a:moveTo>
                    <a:pt x="3689" y="0"/>
                  </a:moveTo>
                  <a:cubicBezTo>
                    <a:pt x="2918" y="0"/>
                    <a:pt x="2144" y="273"/>
                    <a:pt x="1524" y="838"/>
                  </a:cubicBezTo>
                  <a:cubicBezTo>
                    <a:pt x="143" y="2029"/>
                    <a:pt x="0" y="4101"/>
                    <a:pt x="1215" y="5482"/>
                  </a:cubicBezTo>
                  <a:cubicBezTo>
                    <a:pt x="3929" y="8625"/>
                    <a:pt x="8002" y="10435"/>
                    <a:pt x="12360" y="10435"/>
                  </a:cubicBezTo>
                  <a:cubicBezTo>
                    <a:pt x="16694" y="10435"/>
                    <a:pt x="20766" y="8625"/>
                    <a:pt x="23553" y="5482"/>
                  </a:cubicBezTo>
                  <a:cubicBezTo>
                    <a:pt x="24743" y="4101"/>
                    <a:pt x="24624" y="2029"/>
                    <a:pt x="23243" y="838"/>
                  </a:cubicBezTo>
                  <a:cubicBezTo>
                    <a:pt x="22618" y="290"/>
                    <a:pt x="21837" y="20"/>
                    <a:pt x="21059" y="20"/>
                  </a:cubicBezTo>
                  <a:cubicBezTo>
                    <a:pt x="20148" y="20"/>
                    <a:pt x="19242" y="391"/>
                    <a:pt x="18599" y="1124"/>
                  </a:cubicBezTo>
                  <a:cubicBezTo>
                    <a:pt x="17075" y="2862"/>
                    <a:pt x="14813" y="3863"/>
                    <a:pt x="12384" y="3863"/>
                  </a:cubicBezTo>
                  <a:cubicBezTo>
                    <a:pt x="9931" y="3863"/>
                    <a:pt x="7668" y="2886"/>
                    <a:pt x="6168" y="1124"/>
                  </a:cubicBezTo>
                  <a:cubicBezTo>
                    <a:pt x="5521" y="386"/>
                    <a:pt x="4607" y="0"/>
                    <a:pt x="3689"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6" name="Google Shape;2386;p38"/>
            <p:cNvSpPr/>
            <p:nvPr/>
          </p:nvSpPr>
          <p:spPr>
            <a:xfrm>
              <a:off x="7095857" y="3487556"/>
              <a:ext cx="60187" cy="51198"/>
            </a:xfrm>
            <a:custGeom>
              <a:avLst/>
              <a:gdLst/>
              <a:ahLst/>
              <a:cxnLst/>
              <a:rect l="l" t="t" r="r" b="b"/>
              <a:pathLst>
                <a:path w="41295" h="35127" extrusionOk="0">
                  <a:moveTo>
                    <a:pt x="30816" y="6573"/>
                  </a:moveTo>
                  <a:cubicBezTo>
                    <a:pt x="30816" y="6573"/>
                    <a:pt x="34555" y="8193"/>
                    <a:pt x="34293" y="10241"/>
                  </a:cubicBezTo>
                  <a:lnTo>
                    <a:pt x="34722" y="24767"/>
                  </a:lnTo>
                  <a:cubicBezTo>
                    <a:pt x="34531" y="26816"/>
                    <a:pt x="30816" y="28554"/>
                    <a:pt x="30816" y="28554"/>
                  </a:cubicBezTo>
                  <a:lnTo>
                    <a:pt x="10359" y="28554"/>
                  </a:lnTo>
                  <a:cubicBezTo>
                    <a:pt x="8311" y="28554"/>
                    <a:pt x="6621" y="26887"/>
                    <a:pt x="6621" y="24791"/>
                  </a:cubicBezTo>
                  <a:lnTo>
                    <a:pt x="6621" y="10336"/>
                  </a:lnTo>
                  <a:cubicBezTo>
                    <a:pt x="6621" y="8264"/>
                    <a:pt x="8288" y="6573"/>
                    <a:pt x="10359" y="6573"/>
                  </a:cubicBezTo>
                  <a:close/>
                  <a:moveTo>
                    <a:pt x="10336" y="1"/>
                  </a:moveTo>
                  <a:cubicBezTo>
                    <a:pt x="4620" y="1"/>
                    <a:pt x="0" y="4621"/>
                    <a:pt x="0" y="10336"/>
                  </a:cubicBezTo>
                  <a:lnTo>
                    <a:pt x="0" y="24791"/>
                  </a:lnTo>
                  <a:cubicBezTo>
                    <a:pt x="0" y="30507"/>
                    <a:pt x="4620" y="35127"/>
                    <a:pt x="10336" y="35127"/>
                  </a:cubicBezTo>
                  <a:lnTo>
                    <a:pt x="30792" y="35127"/>
                  </a:lnTo>
                  <a:cubicBezTo>
                    <a:pt x="30792" y="35127"/>
                    <a:pt x="41104" y="30459"/>
                    <a:pt x="40842" y="24744"/>
                  </a:cubicBezTo>
                  <a:lnTo>
                    <a:pt x="41294" y="10241"/>
                  </a:lnTo>
                  <a:cubicBezTo>
                    <a:pt x="41104" y="4549"/>
                    <a:pt x="30792" y="1"/>
                    <a:pt x="30792"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7" name="Google Shape;2387;p38"/>
            <p:cNvSpPr/>
            <p:nvPr/>
          </p:nvSpPr>
          <p:spPr>
            <a:xfrm>
              <a:off x="7166942" y="3487556"/>
              <a:ext cx="59527" cy="51198"/>
            </a:xfrm>
            <a:custGeom>
              <a:avLst/>
              <a:gdLst/>
              <a:ahLst/>
              <a:cxnLst/>
              <a:rect l="l" t="t" r="r" b="b"/>
              <a:pathLst>
                <a:path w="40842" h="35127" extrusionOk="0">
                  <a:moveTo>
                    <a:pt x="30507" y="6573"/>
                  </a:moveTo>
                  <a:cubicBezTo>
                    <a:pt x="32555" y="6573"/>
                    <a:pt x="34245" y="8240"/>
                    <a:pt x="34245" y="10336"/>
                  </a:cubicBezTo>
                  <a:lnTo>
                    <a:pt x="34245" y="24791"/>
                  </a:lnTo>
                  <a:cubicBezTo>
                    <a:pt x="34245" y="26887"/>
                    <a:pt x="32578" y="28554"/>
                    <a:pt x="30507" y="28554"/>
                  </a:cubicBezTo>
                  <a:lnTo>
                    <a:pt x="10312" y="28554"/>
                  </a:lnTo>
                  <a:cubicBezTo>
                    <a:pt x="8264" y="28554"/>
                    <a:pt x="6573" y="26887"/>
                    <a:pt x="6573" y="24791"/>
                  </a:cubicBezTo>
                  <a:lnTo>
                    <a:pt x="6573" y="10336"/>
                  </a:lnTo>
                  <a:cubicBezTo>
                    <a:pt x="6573" y="8264"/>
                    <a:pt x="8240" y="6573"/>
                    <a:pt x="10312" y="6573"/>
                  </a:cubicBezTo>
                  <a:close/>
                  <a:moveTo>
                    <a:pt x="10312" y="1"/>
                  </a:moveTo>
                  <a:cubicBezTo>
                    <a:pt x="4596" y="1"/>
                    <a:pt x="0" y="4621"/>
                    <a:pt x="0" y="10336"/>
                  </a:cubicBezTo>
                  <a:lnTo>
                    <a:pt x="0" y="24791"/>
                  </a:lnTo>
                  <a:cubicBezTo>
                    <a:pt x="0" y="30507"/>
                    <a:pt x="4596" y="35127"/>
                    <a:pt x="10312" y="35127"/>
                  </a:cubicBezTo>
                  <a:lnTo>
                    <a:pt x="30507" y="35127"/>
                  </a:lnTo>
                  <a:cubicBezTo>
                    <a:pt x="36222" y="35127"/>
                    <a:pt x="40842" y="30507"/>
                    <a:pt x="40842" y="24791"/>
                  </a:cubicBezTo>
                  <a:lnTo>
                    <a:pt x="40842" y="10336"/>
                  </a:lnTo>
                  <a:cubicBezTo>
                    <a:pt x="40842" y="4644"/>
                    <a:pt x="36222" y="1"/>
                    <a:pt x="30507"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8" name="Google Shape;2388;p38"/>
            <p:cNvSpPr/>
            <p:nvPr/>
          </p:nvSpPr>
          <p:spPr>
            <a:xfrm>
              <a:off x="7237992" y="3487556"/>
              <a:ext cx="59529" cy="51198"/>
            </a:xfrm>
            <a:custGeom>
              <a:avLst/>
              <a:gdLst/>
              <a:ahLst/>
              <a:cxnLst/>
              <a:rect l="l" t="t" r="r" b="b"/>
              <a:pathLst>
                <a:path w="40843" h="35127" extrusionOk="0">
                  <a:moveTo>
                    <a:pt x="30507" y="6573"/>
                  </a:moveTo>
                  <a:cubicBezTo>
                    <a:pt x="32579" y="6573"/>
                    <a:pt x="34270" y="8240"/>
                    <a:pt x="34270" y="10336"/>
                  </a:cubicBezTo>
                  <a:lnTo>
                    <a:pt x="34270" y="24791"/>
                  </a:lnTo>
                  <a:cubicBezTo>
                    <a:pt x="34270" y="26887"/>
                    <a:pt x="32603" y="28554"/>
                    <a:pt x="30507" y="28554"/>
                  </a:cubicBezTo>
                  <a:lnTo>
                    <a:pt x="10336" y="28554"/>
                  </a:lnTo>
                  <a:cubicBezTo>
                    <a:pt x="8288" y="28554"/>
                    <a:pt x="6573" y="26887"/>
                    <a:pt x="6573" y="24791"/>
                  </a:cubicBezTo>
                  <a:lnTo>
                    <a:pt x="6573" y="10336"/>
                  </a:lnTo>
                  <a:cubicBezTo>
                    <a:pt x="6573" y="8264"/>
                    <a:pt x="8240" y="6573"/>
                    <a:pt x="10336" y="6573"/>
                  </a:cubicBezTo>
                  <a:close/>
                  <a:moveTo>
                    <a:pt x="10336" y="1"/>
                  </a:moveTo>
                  <a:cubicBezTo>
                    <a:pt x="4620" y="1"/>
                    <a:pt x="0" y="4621"/>
                    <a:pt x="0" y="10336"/>
                  </a:cubicBezTo>
                  <a:lnTo>
                    <a:pt x="0" y="24791"/>
                  </a:lnTo>
                  <a:cubicBezTo>
                    <a:pt x="0" y="30507"/>
                    <a:pt x="4620" y="35127"/>
                    <a:pt x="10336" y="35127"/>
                  </a:cubicBezTo>
                  <a:lnTo>
                    <a:pt x="30507" y="35127"/>
                  </a:lnTo>
                  <a:cubicBezTo>
                    <a:pt x="36222" y="35127"/>
                    <a:pt x="40842" y="30507"/>
                    <a:pt x="40842" y="24791"/>
                  </a:cubicBezTo>
                  <a:lnTo>
                    <a:pt x="40842" y="10336"/>
                  </a:lnTo>
                  <a:cubicBezTo>
                    <a:pt x="40842" y="4644"/>
                    <a:pt x="36222" y="1"/>
                    <a:pt x="30507"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9" name="Google Shape;2389;p38"/>
            <p:cNvSpPr/>
            <p:nvPr/>
          </p:nvSpPr>
          <p:spPr>
            <a:xfrm>
              <a:off x="7095857" y="3553503"/>
              <a:ext cx="60187" cy="51198"/>
            </a:xfrm>
            <a:custGeom>
              <a:avLst/>
              <a:gdLst/>
              <a:ahLst/>
              <a:cxnLst/>
              <a:rect l="l" t="t" r="r" b="b"/>
              <a:pathLst>
                <a:path w="41295" h="35127" extrusionOk="0">
                  <a:moveTo>
                    <a:pt x="30816" y="6574"/>
                  </a:moveTo>
                  <a:cubicBezTo>
                    <a:pt x="30816" y="6574"/>
                    <a:pt x="34555" y="8383"/>
                    <a:pt x="34293" y="10455"/>
                  </a:cubicBezTo>
                  <a:lnTo>
                    <a:pt x="34722" y="25006"/>
                  </a:lnTo>
                  <a:cubicBezTo>
                    <a:pt x="34531" y="27054"/>
                    <a:pt x="30816" y="28578"/>
                    <a:pt x="30816" y="28578"/>
                  </a:cubicBezTo>
                  <a:lnTo>
                    <a:pt x="10359" y="28578"/>
                  </a:lnTo>
                  <a:cubicBezTo>
                    <a:pt x="8311" y="28578"/>
                    <a:pt x="6621" y="26911"/>
                    <a:pt x="6621" y="24815"/>
                  </a:cubicBezTo>
                  <a:lnTo>
                    <a:pt x="6621" y="10336"/>
                  </a:lnTo>
                  <a:cubicBezTo>
                    <a:pt x="6621" y="8264"/>
                    <a:pt x="8288" y="6574"/>
                    <a:pt x="10359" y="6574"/>
                  </a:cubicBezTo>
                  <a:close/>
                  <a:moveTo>
                    <a:pt x="10336" y="1"/>
                  </a:moveTo>
                  <a:cubicBezTo>
                    <a:pt x="4620" y="1"/>
                    <a:pt x="0" y="4621"/>
                    <a:pt x="0" y="10336"/>
                  </a:cubicBezTo>
                  <a:lnTo>
                    <a:pt x="0" y="24792"/>
                  </a:lnTo>
                  <a:cubicBezTo>
                    <a:pt x="0" y="30507"/>
                    <a:pt x="4620" y="35127"/>
                    <a:pt x="10336" y="35127"/>
                  </a:cubicBezTo>
                  <a:lnTo>
                    <a:pt x="30792" y="35127"/>
                  </a:lnTo>
                  <a:cubicBezTo>
                    <a:pt x="30792" y="35127"/>
                    <a:pt x="41104" y="30650"/>
                    <a:pt x="40842" y="24982"/>
                  </a:cubicBezTo>
                  <a:lnTo>
                    <a:pt x="41294" y="10479"/>
                  </a:lnTo>
                  <a:cubicBezTo>
                    <a:pt x="41104" y="4788"/>
                    <a:pt x="30792" y="1"/>
                    <a:pt x="30792"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0" name="Google Shape;2390;p38"/>
            <p:cNvSpPr/>
            <p:nvPr/>
          </p:nvSpPr>
          <p:spPr>
            <a:xfrm>
              <a:off x="7166942" y="3553503"/>
              <a:ext cx="59527" cy="51198"/>
            </a:xfrm>
            <a:custGeom>
              <a:avLst/>
              <a:gdLst/>
              <a:ahLst/>
              <a:cxnLst/>
              <a:rect l="l" t="t" r="r" b="b"/>
              <a:pathLst>
                <a:path w="40842" h="35127" extrusionOk="0">
                  <a:moveTo>
                    <a:pt x="30507" y="6574"/>
                  </a:moveTo>
                  <a:cubicBezTo>
                    <a:pt x="32555" y="6574"/>
                    <a:pt x="34245" y="8241"/>
                    <a:pt x="34245" y="10336"/>
                  </a:cubicBezTo>
                  <a:lnTo>
                    <a:pt x="34245" y="24792"/>
                  </a:lnTo>
                  <a:cubicBezTo>
                    <a:pt x="34245" y="26887"/>
                    <a:pt x="32578" y="28554"/>
                    <a:pt x="30507" y="28554"/>
                  </a:cubicBezTo>
                  <a:lnTo>
                    <a:pt x="10312" y="28554"/>
                  </a:lnTo>
                  <a:cubicBezTo>
                    <a:pt x="8264" y="28554"/>
                    <a:pt x="6573" y="26887"/>
                    <a:pt x="6573" y="24792"/>
                  </a:cubicBezTo>
                  <a:lnTo>
                    <a:pt x="6573" y="10336"/>
                  </a:lnTo>
                  <a:cubicBezTo>
                    <a:pt x="6573" y="8264"/>
                    <a:pt x="8240" y="6574"/>
                    <a:pt x="10312" y="6574"/>
                  </a:cubicBezTo>
                  <a:close/>
                  <a:moveTo>
                    <a:pt x="10312" y="1"/>
                  </a:moveTo>
                  <a:cubicBezTo>
                    <a:pt x="4596" y="1"/>
                    <a:pt x="0" y="4621"/>
                    <a:pt x="0" y="10336"/>
                  </a:cubicBezTo>
                  <a:lnTo>
                    <a:pt x="0" y="24792"/>
                  </a:lnTo>
                  <a:cubicBezTo>
                    <a:pt x="0" y="30507"/>
                    <a:pt x="4596" y="35127"/>
                    <a:pt x="10312" y="35127"/>
                  </a:cubicBezTo>
                  <a:lnTo>
                    <a:pt x="30507" y="35127"/>
                  </a:lnTo>
                  <a:cubicBezTo>
                    <a:pt x="36222" y="35127"/>
                    <a:pt x="40842" y="30507"/>
                    <a:pt x="40842" y="24792"/>
                  </a:cubicBezTo>
                  <a:lnTo>
                    <a:pt x="40842" y="10336"/>
                  </a:lnTo>
                  <a:cubicBezTo>
                    <a:pt x="40842" y="4645"/>
                    <a:pt x="36222" y="1"/>
                    <a:pt x="30507"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1" name="Google Shape;2391;p38"/>
            <p:cNvSpPr/>
            <p:nvPr/>
          </p:nvSpPr>
          <p:spPr>
            <a:xfrm>
              <a:off x="7237992" y="3553503"/>
              <a:ext cx="59529" cy="51198"/>
            </a:xfrm>
            <a:custGeom>
              <a:avLst/>
              <a:gdLst/>
              <a:ahLst/>
              <a:cxnLst/>
              <a:rect l="l" t="t" r="r" b="b"/>
              <a:pathLst>
                <a:path w="40843" h="35127" extrusionOk="0">
                  <a:moveTo>
                    <a:pt x="30507" y="6574"/>
                  </a:moveTo>
                  <a:cubicBezTo>
                    <a:pt x="32579" y="6574"/>
                    <a:pt x="34270" y="8241"/>
                    <a:pt x="34270" y="10336"/>
                  </a:cubicBezTo>
                  <a:lnTo>
                    <a:pt x="34270" y="24792"/>
                  </a:lnTo>
                  <a:cubicBezTo>
                    <a:pt x="34270" y="26887"/>
                    <a:pt x="32603" y="28554"/>
                    <a:pt x="30507" y="28554"/>
                  </a:cubicBezTo>
                  <a:lnTo>
                    <a:pt x="10336" y="28554"/>
                  </a:lnTo>
                  <a:cubicBezTo>
                    <a:pt x="8288" y="28554"/>
                    <a:pt x="6573" y="26887"/>
                    <a:pt x="6573" y="24792"/>
                  </a:cubicBezTo>
                  <a:lnTo>
                    <a:pt x="6573" y="10336"/>
                  </a:lnTo>
                  <a:cubicBezTo>
                    <a:pt x="6573" y="8264"/>
                    <a:pt x="8240" y="6574"/>
                    <a:pt x="10336" y="6574"/>
                  </a:cubicBezTo>
                  <a:close/>
                  <a:moveTo>
                    <a:pt x="10336" y="1"/>
                  </a:moveTo>
                  <a:cubicBezTo>
                    <a:pt x="4620" y="1"/>
                    <a:pt x="0" y="4621"/>
                    <a:pt x="0" y="10336"/>
                  </a:cubicBezTo>
                  <a:lnTo>
                    <a:pt x="0" y="24792"/>
                  </a:lnTo>
                  <a:cubicBezTo>
                    <a:pt x="0" y="30507"/>
                    <a:pt x="4620" y="35127"/>
                    <a:pt x="10336" y="35127"/>
                  </a:cubicBezTo>
                  <a:lnTo>
                    <a:pt x="30507" y="35127"/>
                  </a:lnTo>
                  <a:cubicBezTo>
                    <a:pt x="36222" y="35127"/>
                    <a:pt x="40842" y="30507"/>
                    <a:pt x="40842" y="24792"/>
                  </a:cubicBezTo>
                  <a:lnTo>
                    <a:pt x="40842" y="10336"/>
                  </a:lnTo>
                  <a:cubicBezTo>
                    <a:pt x="40842" y="4645"/>
                    <a:pt x="36222" y="1"/>
                    <a:pt x="30507"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2" name="Google Shape;2392;p38"/>
            <p:cNvSpPr/>
            <p:nvPr/>
          </p:nvSpPr>
          <p:spPr>
            <a:xfrm>
              <a:off x="7095857" y="3620111"/>
              <a:ext cx="59527" cy="51198"/>
            </a:xfrm>
            <a:custGeom>
              <a:avLst/>
              <a:gdLst/>
              <a:ahLst/>
              <a:cxnLst/>
              <a:rect l="l" t="t" r="r" b="b"/>
              <a:pathLst>
                <a:path w="40842" h="35127" extrusionOk="0">
                  <a:moveTo>
                    <a:pt x="30816" y="6573"/>
                  </a:moveTo>
                  <a:cubicBezTo>
                    <a:pt x="30816" y="6573"/>
                    <a:pt x="34555" y="8169"/>
                    <a:pt x="34293" y="10241"/>
                  </a:cubicBezTo>
                  <a:lnTo>
                    <a:pt x="34722" y="24768"/>
                  </a:lnTo>
                  <a:cubicBezTo>
                    <a:pt x="34531" y="26816"/>
                    <a:pt x="30816" y="28530"/>
                    <a:pt x="30816" y="28530"/>
                  </a:cubicBezTo>
                  <a:lnTo>
                    <a:pt x="10359" y="28530"/>
                  </a:lnTo>
                  <a:cubicBezTo>
                    <a:pt x="8311" y="28530"/>
                    <a:pt x="6621" y="26863"/>
                    <a:pt x="6621" y="24791"/>
                  </a:cubicBezTo>
                  <a:lnTo>
                    <a:pt x="6621" y="10312"/>
                  </a:lnTo>
                  <a:cubicBezTo>
                    <a:pt x="6621" y="8264"/>
                    <a:pt x="8288" y="6573"/>
                    <a:pt x="10359" y="6573"/>
                  </a:cubicBezTo>
                  <a:close/>
                  <a:moveTo>
                    <a:pt x="10336" y="1"/>
                  </a:moveTo>
                  <a:cubicBezTo>
                    <a:pt x="4620" y="1"/>
                    <a:pt x="0" y="4597"/>
                    <a:pt x="0" y="10312"/>
                  </a:cubicBezTo>
                  <a:lnTo>
                    <a:pt x="0" y="24791"/>
                  </a:lnTo>
                  <a:cubicBezTo>
                    <a:pt x="0" y="30507"/>
                    <a:pt x="4620" y="35127"/>
                    <a:pt x="10336" y="35127"/>
                  </a:cubicBezTo>
                  <a:lnTo>
                    <a:pt x="30507" y="35127"/>
                  </a:lnTo>
                  <a:cubicBezTo>
                    <a:pt x="36222" y="35127"/>
                    <a:pt x="40842" y="30507"/>
                    <a:pt x="40842" y="24791"/>
                  </a:cubicBezTo>
                  <a:lnTo>
                    <a:pt x="40842" y="10312"/>
                  </a:lnTo>
                  <a:cubicBezTo>
                    <a:pt x="40842" y="4597"/>
                    <a:pt x="36222" y="1"/>
                    <a:pt x="30507"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3" name="Google Shape;2393;p38"/>
            <p:cNvSpPr/>
            <p:nvPr/>
          </p:nvSpPr>
          <p:spPr>
            <a:xfrm>
              <a:off x="7166942" y="3620111"/>
              <a:ext cx="59527" cy="51198"/>
            </a:xfrm>
            <a:custGeom>
              <a:avLst/>
              <a:gdLst/>
              <a:ahLst/>
              <a:cxnLst/>
              <a:rect l="l" t="t" r="r" b="b"/>
              <a:pathLst>
                <a:path w="40842" h="35127" extrusionOk="0">
                  <a:moveTo>
                    <a:pt x="30507" y="6573"/>
                  </a:moveTo>
                  <a:cubicBezTo>
                    <a:pt x="32555" y="6573"/>
                    <a:pt x="34245" y="8240"/>
                    <a:pt x="34245" y="10312"/>
                  </a:cubicBezTo>
                  <a:lnTo>
                    <a:pt x="34245" y="24791"/>
                  </a:lnTo>
                  <a:cubicBezTo>
                    <a:pt x="34245" y="26863"/>
                    <a:pt x="32578" y="28530"/>
                    <a:pt x="30507" y="28530"/>
                  </a:cubicBezTo>
                  <a:lnTo>
                    <a:pt x="10312" y="28530"/>
                  </a:lnTo>
                  <a:cubicBezTo>
                    <a:pt x="8264" y="28530"/>
                    <a:pt x="6573" y="26863"/>
                    <a:pt x="6573" y="24791"/>
                  </a:cubicBezTo>
                  <a:lnTo>
                    <a:pt x="6573" y="10312"/>
                  </a:lnTo>
                  <a:cubicBezTo>
                    <a:pt x="6573" y="8264"/>
                    <a:pt x="8240" y="6573"/>
                    <a:pt x="10312" y="6573"/>
                  </a:cubicBezTo>
                  <a:close/>
                  <a:moveTo>
                    <a:pt x="10312" y="1"/>
                  </a:moveTo>
                  <a:cubicBezTo>
                    <a:pt x="4596" y="1"/>
                    <a:pt x="0" y="4597"/>
                    <a:pt x="0" y="10312"/>
                  </a:cubicBezTo>
                  <a:lnTo>
                    <a:pt x="0" y="24791"/>
                  </a:lnTo>
                  <a:cubicBezTo>
                    <a:pt x="0" y="30507"/>
                    <a:pt x="4596" y="35127"/>
                    <a:pt x="10312" y="35127"/>
                  </a:cubicBezTo>
                  <a:lnTo>
                    <a:pt x="30507" y="35127"/>
                  </a:lnTo>
                  <a:cubicBezTo>
                    <a:pt x="36222" y="35127"/>
                    <a:pt x="40842" y="30507"/>
                    <a:pt x="40842" y="24791"/>
                  </a:cubicBezTo>
                  <a:lnTo>
                    <a:pt x="40842" y="10288"/>
                  </a:lnTo>
                  <a:cubicBezTo>
                    <a:pt x="40842" y="4597"/>
                    <a:pt x="36246" y="1"/>
                    <a:pt x="30554"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4" name="Google Shape;2394;p38"/>
            <p:cNvSpPr/>
            <p:nvPr/>
          </p:nvSpPr>
          <p:spPr>
            <a:xfrm>
              <a:off x="7237992" y="3620111"/>
              <a:ext cx="59529" cy="51198"/>
            </a:xfrm>
            <a:custGeom>
              <a:avLst/>
              <a:gdLst/>
              <a:ahLst/>
              <a:cxnLst/>
              <a:rect l="l" t="t" r="r" b="b"/>
              <a:pathLst>
                <a:path w="40843" h="35127" extrusionOk="0">
                  <a:moveTo>
                    <a:pt x="30507" y="6573"/>
                  </a:moveTo>
                  <a:cubicBezTo>
                    <a:pt x="32579" y="6573"/>
                    <a:pt x="34270" y="8240"/>
                    <a:pt x="34270" y="10312"/>
                  </a:cubicBezTo>
                  <a:lnTo>
                    <a:pt x="34270" y="24791"/>
                  </a:lnTo>
                  <a:cubicBezTo>
                    <a:pt x="34270" y="26863"/>
                    <a:pt x="32603" y="28530"/>
                    <a:pt x="30507" y="28530"/>
                  </a:cubicBezTo>
                  <a:lnTo>
                    <a:pt x="10336" y="28530"/>
                  </a:lnTo>
                  <a:cubicBezTo>
                    <a:pt x="8288" y="28530"/>
                    <a:pt x="6573" y="26863"/>
                    <a:pt x="6573" y="24791"/>
                  </a:cubicBezTo>
                  <a:lnTo>
                    <a:pt x="6573" y="10312"/>
                  </a:lnTo>
                  <a:cubicBezTo>
                    <a:pt x="6573" y="8264"/>
                    <a:pt x="8240" y="6573"/>
                    <a:pt x="10336" y="6573"/>
                  </a:cubicBezTo>
                  <a:close/>
                  <a:moveTo>
                    <a:pt x="10336" y="1"/>
                  </a:moveTo>
                  <a:cubicBezTo>
                    <a:pt x="4620" y="1"/>
                    <a:pt x="0" y="4597"/>
                    <a:pt x="0" y="10312"/>
                  </a:cubicBezTo>
                  <a:lnTo>
                    <a:pt x="0" y="24791"/>
                  </a:lnTo>
                  <a:cubicBezTo>
                    <a:pt x="0" y="30507"/>
                    <a:pt x="4620" y="35127"/>
                    <a:pt x="10336" y="35127"/>
                  </a:cubicBezTo>
                  <a:lnTo>
                    <a:pt x="30507" y="35127"/>
                  </a:lnTo>
                  <a:cubicBezTo>
                    <a:pt x="36222" y="35127"/>
                    <a:pt x="40842" y="30507"/>
                    <a:pt x="40842" y="24791"/>
                  </a:cubicBezTo>
                  <a:lnTo>
                    <a:pt x="40842" y="10288"/>
                  </a:lnTo>
                  <a:cubicBezTo>
                    <a:pt x="40842" y="4597"/>
                    <a:pt x="36270" y="1"/>
                    <a:pt x="30578"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395" name="Google Shape;2395;p38"/>
          <p:cNvGrpSpPr/>
          <p:nvPr/>
        </p:nvGrpSpPr>
        <p:grpSpPr>
          <a:xfrm>
            <a:off x="6533136" y="1558576"/>
            <a:ext cx="596444" cy="445693"/>
            <a:chOff x="7738644" y="3382022"/>
            <a:chExt cx="328493" cy="245466"/>
          </a:xfrm>
        </p:grpSpPr>
        <p:sp>
          <p:nvSpPr>
            <p:cNvPr id="2396" name="Google Shape;2396;p38"/>
            <p:cNvSpPr/>
            <p:nvPr/>
          </p:nvSpPr>
          <p:spPr>
            <a:xfrm>
              <a:off x="7743746" y="3400852"/>
              <a:ext cx="318254" cy="221947"/>
            </a:xfrm>
            <a:custGeom>
              <a:avLst/>
              <a:gdLst/>
              <a:ahLst/>
              <a:cxnLst/>
              <a:rect l="l" t="t" r="r" b="b"/>
              <a:pathLst>
                <a:path w="218356" h="152279" extrusionOk="0">
                  <a:moveTo>
                    <a:pt x="58941" y="0"/>
                  </a:moveTo>
                  <a:cubicBezTo>
                    <a:pt x="42866" y="0"/>
                    <a:pt x="27792" y="3453"/>
                    <a:pt x="14099" y="10288"/>
                  </a:cubicBezTo>
                  <a:cubicBezTo>
                    <a:pt x="5406" y="14598"/>
                    <a:pt x="0" y="23291"/>
                    <a:pt x="0" y="32983"/>
                  </a:cubicBezTo>
                  <a:lnTo>
                    <a:pt x="0" y="120501"/>
                  </a:lnTo>
                  <a:cubicBezTo>
                    <a:pt x="0" y="134504"/>
                    <a:pt x="11384" y="145863"/>
                    <a:pt x="25339" y="145863"/>
                  </a:cubicBezTo>
                  <a:cubicBezTo>
                    <a:pt x="28292" y="145863"/>
                    <a:pt x="31174" y="145363"/>
                    <a:pt x="33984" y="144363"/>
                  </a:cubicBezTo>
                  <a:cubicBezTo>
                    <a:pt x="41723" y="141553"/>
                    <a:pt x="50130" y="140124"/>
                    <a:pt x="58989" y="140124"/>
                  </a:cubicBezTo>
                  <a:cubicBezTo>
                    <a:pt x="82399" y="140124"/>
                    <a:pt x="101545" y="150102"/>
                    <a:pt x="102331" y="150483"/>
                  </a:cubicBezTo>
                  <a:cubicBezTo>
                    <a:pt x="104467" y="151683"/>
                    <a:pt x="106838" y="152278"/>
                    <a:pt x="109208" y="152278"/>
                  </a:cubicBezTo>
                  <a:cubicBezTo>
                    <a:pt x="111542" y="152278"/>
                    <a:pt x="113874" y="151701"/>
                    <a:pt x="115977" y="150555"/>
                  </a:cubicBezTo>
                  <a:lnTo>
                    <a:pt x="116096" y="150483"/>
                  </a:lnTo>
                  <a:cubicBezTo>
                    <a:pt x="116287" y="150388"/>
                    <a:pt x="135672" y="140124"/>
                    <a:pt x="159415" y="140124"/>
                  </a:cubicBezTo>
                  <a:cubicBezTo>
                    <a:pt x="168250" y="140124"/>
                    <a:pt x="176656" y="141553"/>
                    <a:pt x="184420" y="144363"/>
                  </a:cubicBezTo>
                  <a:cubicBezTo>
                    <a:pt x="187230" y="145363"/>
                    <a:pt x="190111" y="145863"/>
                    <a:pt x="193064" y="145863"/>
                  </a:cubicBezTo>
                  <a:cubicBezTo>
                    <a:pt x="199685" y="145863"/>
                    <a:pt x="205972" y="143315"/>
                    <a:pt x="210735" y="138647"/>
                  </a:cubicBezTo>
                  <a:cubicBezTo>
                    <a:pt x="215641" y="133837"/>
                    <a:pt x="218355" y="127383"/>
                    <a:pt x="218355" y="120501"/>
                  </a:cubicBezTo>
                  <a:lnTo>
                    <a:pt x="218355" y="32983"/>
                  </a:lnTo>
                  <a:cubicBezTo>
                    <a:pt x="218355" y="23291"/>
                    <a:pt x="212950" y="14598"/>
                    <a:pt x="204257" y="10288"/>
                  </a:cubicBezTo>
                  <a:cubicBezTo>
                    <a:pt x="190564" y="3453"/>
                    <a:pt x="175466" y="0"/>
                    <a:pt x="159391" y="0"/>
                  </a:cubicBezTo>
                  <a:cubicBezTo>
                    <a:pt x="137458" y="0"/>
                    <a:pt x="118787" y="6525"/>
                    <a:pt x="109166" y="10645"/>
                  </a:cubicBezTo>
                  <a:cubicBezTo>
                    <a:pt x="99545" y="6502"/>
                    <a:pt x="80922" y="0"/>
                    <a:pt x="58941" y="0"/>
                  </a:cubicBezTo>
                  <a:close/>
                </a:path>
              </a:pathLst>
            </a:custGeom>
            <a:solidFill>
              <a:srgbClr val="1CA8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7" name="Google Shape;2397;p38"/>
            <p:cNvSpPr/>
            <p:nvPr/>
          </p:nvSpPr>
          <p:spPr>
            <a:xfrm>
              <a:off x="7753395" y="3400678"/>
              <a:ext cx="299615" cy="214089"/>
            </a:xfrm>
            <a:custGeom>
              <a:avLst/>
              <a:gdLst/>
              <a:ahLst/>
              <a:cxnLst/>
              <a:rect l="l" t="t" r="r" b="b"/>
              <a:pathLst>
                <a:path w="205568" h="146888" extrusionOk="0">
                  <a:moveTo>
                    <a:pt x="52512" y="0"/>
                  </a:moveTo>
                  <a:cubicBezTo>
                    <a:pt x="36437" y="0"/>
                    <a:pt x="21315" y="3453"/>
                    <a:pt x="7621" y="10288"/>
                  </a:cubicBezTo>
                  <a:cubicBezTo>
                    <a:pt x="4668" y="11741"/>
                    <a:pt x="2120" y="13717"/>
                    <a:pt x="1" y="16051"/>
                  </a:cubicBezTo>
                  <a:lnTo>
                    <a:pt x="1" y="120477"/>
                  </a:lnTo>
                  <a:cubicBezTo>
                    <a:pt x="1" y="130908"/>
                    <a:pt x="8479" y="139386"/>
                    <a:pt x="18862" y="139386"/>
                  </a:cubicBezTo>
                  <a:cubicBezTo>
                    <a:pt x="21077" y="139386"/>
                    <a:pt x="23220" y="139005"/>
                    <a:pt x="25292" y="138243"/>
                  </a:cubicBezTo>
                  <a:cubicBezTo>
                    <a:pt x="33746" y="135194"/>
                    <a:pt x="42915" y="133646"/>
                    <a:pt x="52512" y="133646"/>
                  </a:cubicBezTo>
                  <a:cubicBezTo>
                    <a:pt x="77993" y="133646"/>
                    <a:pt x="98545" y="144553"/>
                    <a:pt x="98974" y="144792"/>
                  </a:cubicBezTo>
                  <a:lnTo>
                    <a:pt x="102760" y="146887"/>
                  </a:lnTo>
                  <a:lnTo>
                    <a:pt x="106571" y="144792"/>
                  </a:lnTo>
                  <a:cubicBezTo>
                    <a:pt x="106785" y="144672"/>
                    <a:pt x="127218" y="133646"/>
                    <a:pt x="153033" y="133646"/>
                  </a:cubicBezTo>
                  <a:cubicBezTo>
                    <a:pt x="162630" y="133646"/>
                    <a:pt x="171799" y="135194"/>
                    <a:pt x="180253" y="138243"/>
                  </a:cubicBezTo>
                  <a:cubicBezTo>
                    <a:pt x="182325" y="139005"/>
                    <a:pt x="184492" y="139386"/>
                    <a:pt x="186683" y="139386"/>
                  </a:cubicBezTo>
                  <a:cubicBezTo>
                    <a:pt x="191612" y="139386"/>
                    <a:pt x="196280" y="137481"/>
                    <a:pt x="199852" y="134004"/>
                  </a:cubicBezTo>
                  <a:cubicBezTo>
                    <a:pt x="203543" y="130431"/>
                    <a:pt x="205567" y="125621"/>
                    <a:pt x="205567" y="120477"/>
                  </a:cubicBezTo>
                  <a:lnTo>
                    <a:pt x="205567" y="16051"/>
                  </a:lnTo>
                  <a:cubicBezTo>
                    <a:pt x="203472" y="13693"/>
                    <a:pt x="200900" y="11741"/>
                    <a:pt x="197923" y="10288"/>
                  </a:cubicBezTo>
                  <a:cubicBezTo>
                    <a:pt x="184230" y="3453"/>
                    <a:pt x="169107" y="0"/>
                    <a:pt x="153033" y="0"/>
                  </a:cubicBezTo>
                  <a:cubicBezTo>
                    <a:pt x="131076" y="0"/>
                    <a:pt x="112405" y="6525"/>
                    <a:pt x="102784" y="10645"/>
                  </a:cubicBezTo>
                  <a:cubicBezTo>
                    <a:pt x="93139" y="6502"/>
                    <a:pt x="74516" y="0"/>
                    <a:pt x="52512" y="0"/>
                  </a:cubicBezTo>
                  <a:close/>
                </a:path>
              </a:pathLst>
            </a:custGeom>
            <a:solidFill>
              <a:srgbClr val="000000">
                <a:alpha val="84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8" name="Google Shape;2398;p38"/>
            <p:cNvSpPr/>
            <p:nvPr/>
          </p:nvSpPr>
          <p:spPr>
            <a:xfrm>
              <a:off x="7862869" y="3386879"/>
              <a:ext cx="177993" cy="214872"/>
            </a:xfrm>
            <a:custGeom>
              <a:avLst/>
              <a:gdLst/>
              <a:ahLst/>
              <a:cxnLst/>
              <a:rect l="l" t="t" r="r" b="b"/>
              <a:pathLst>
                <a:path w="122122" h="147425" extrusionOk="0">
                  <a:moveTo>
                    <a:pt x="77546" y="1"/>
                  </a:moveTo>
                  <a:cubicBezTo>
                    <a:pt x="49449" y="1"/>
                    <a:pt x="27316" y="12135"/>
                    <a:pt x="27316" y="12135"/>
                  </a:cubicBezTo>
                  <a:lnTo>
                    <a:pt x="1" y="68409"/>
                  </a:lnTo>
                  <a:lnTo>
                    <a:pt x="27316" y="147425"/>
                  </a:lnTo>
                  <a:cubicBezTo>
                    <a:pt x="27316" y="147425"/>
                    <a:pt x="49466" y="135298"/>
                    <a:pt x="77565" y="135298"/>
                  </a:cubicBezTo>
                  <a:cubicBezTo>
                    <a:pt x="87049" y="135298"/>
                    <a:pt x="97211" y="136680"/>
                    <a:pt x="107428" y="140376"/>
                  </a:cubicBezTo>
                  <a:cubicBezTo>
                    <a:pt x="108670" y="140823"/>
                    <a:pt x="109925" y="141032"/>
                    <a:pt x="111149" y="141032"/>
                  </a:cubicBezTo>
                  <a:cubicBezTo>
                    <a:pt x="116969" y="141032"/>
                    <a:pt x="122121" y="136316"/>
                    <a:pt x="122121" y="130040"/>
                  </a:cubicBezTo>
                  <a:lnTo>
                    <a:pt x="122121" y="18589"/>
                  </a:lnTo>
                  <a:cubicBezTo>
                    <a:pt x="122121" y="14422"/>
                    <a:pt x="119740" y="10611"/>
                    <a:pt x="116001" y="8754"/>
                  </a:cubicBezTo>
                  <a:cubicBezTo>
                    <a:pt x="102939" y="2266"/>
                    <a:pt x="89686" y="1"/>
                    <a:pt x="77546" y="1"/>
                  </a:cubicBezTo>
                  <a:close/>
                </a:path>
              </a:pathLst>
            </a:custGeom>
            <a:solidFill>
              <a:srgbClr val="F0EBD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9" name="Google Shape;2399;p38"/>
            <p:cNvSpPr/>
            <p:nvPr/>
          </p:nvSpPr>
          <p:spPr>
            <a:xfrm>
              <a:off x="7764919" y="3386778"/>
              <a:ext cx="138283" cy="215111"/>
            </a:xfrm>
            <a:custGeom>
              <a:avLst/>
              <a:gdLst/>
              <a:ahLst/>
              <a:cxnLst/>
              <a:rect l="l" t="t" r="r" b="b"/>
              <a:pathLst>
                <a:path w="94877" h="147589" extrusionOk="0">
                  <a:moveTo>
                    <a:pt x="44632" y="0"/>
                  </a:moveTo>
                  <a:cubicBezTo>
                    <a:pt x="32475" y="0"/>
                    <a:pt x="19203" y="2271"/>
                    <a:pt x="6121" y="8775"/>
                  </a:cubicBezTo>
                  <a:cubicBezTo>
                    <a:pt x="2358" y="10609"/>
                    <a:pt x="0" y="14419"/>
                    <a:pt x="0" y="18634"/>
                  </a:cubicBezTo>
                  <a:lnTo>
                    <a:pt x="0" y="130205"/>
                  </a:lnTo>
                  <a:cubicBezTo>
                    <a:pt x="0" y="136472"/>
                    <a:pt x="5154" y="141183"/>
                    <a:pt x="10969" y="141183"/>
                  </a:cubicBezTo>
                  <a:cubicBezTo>
                    <a:pt x="12203" y="141183"/>
                    <a:pt x="13467" y="140971"/>
                    <a:pt x="14718" y="140516"/>
                  </a:cubicBezTo>
                  <a:cubicBezTo>
                    <a:pt x="24942" y="136816"/>
                    <a:pt x="35109" y="135432"/>
                    <a:pt x="44596" y="135432"/>
                  </a:cubicBezTo>
                  <a:cubicBezTo>
                    <a:pt x="72720" y="135432"/>
                    <a:pt x="94877" y="147589"/>
                    <a:pt x="94877" y="147589"/>
                  </a:cubicBezTo>
                  <a:lnTo>
                    <a:pt x="94877" y="12133"/>
                  </a:lnTo>
                  <a:cubicBezTo>
                    <a:pt x="94199" y="11769"/>
                    <a:pt x="72308" y="0"/>
                    <a:pt x="44632" y="0"/>
                  </a:cubicBezTo>
                  <a:close/>
                </a:path>
              </a:pathLst>
            </a:custGeom>
            <a:solidFill>
              <a:srgbClr val="EFEDE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0" name="Google Shape;2400;p38"/>
            <p:cNvSpPr/>
            <p:nvPr/>
          </p:nvSpPr>
          <p:spPr>
            <a:xfrm>
              <a:off x="7738644" y="3382022"/>
              <a:ext cx="328493" cy="245466"/>
            </a:xfrm>
            <a:custGeom>
              <a:avLst/>
              <a:gdLst/>
              <a:ahLst/>
              <a:cxnLst/>
              <a:rect l="l" t="t" r="r" b="b"/>
              <a:pathLst>
                <a:path w="225381" h="168416" extrusionOk="0">
                  <a:moveTo>
                    <a:pt x="62485" y="6616"/>
                  </a:moveTo>
                  <a:cubicBezTo>
                    <a:pt x="85072" y="6616"/>
                    <a:pt x="103737" y="14717"/>
                    <a:pt x="109428" y="17492"/>
                  </a:cubicBezTo>
                  <a:lnTo>
                    <a:pt x="109428" y="145518"/>
                  </a:lnTo>
                  <a:cubicBezTo>
                    <a:pt x="107118" y="144494"/>
                    <a:pt x="104784" y="143541"/>
                    <a:pt x="102427" y="142684"/>
                  </a:cubicBezTo>
                  <a:cubicBezTo>
                    <a:pt x="90972" y="138492"/>
                    <a:pt x="78827" y="135873"/>
                    <a:pt x="66610" y="135397"/>
                  </a:cubicBezTo>
                  <a:cubicBezTo>
                    <a:pt x="65431" y="135343"/>
                    <a:pt x="64266" y="135316"/>
                    <a:pt x="63093" y="135316"/>
                  </a:cubicBezTo>
                  <a:cubicBezTo>
                    <a:pt x="62703" y="135316"/>
                    <a:pt x="62311" y="135319"/>
                    <a:pt x="61918" y="135325"/>
                  </a:cubicBezTo>
                  <a:cubicBezTo>
                    <a:pt x="60275" y="135325"/>
                    <a:pt x="58822" y="136468"/>
                    <a:pt x="58537" y="138064"/>
                  </a:cubicBezTo>
                  <a:cubicBezTo>
                    <a:pt x="58179" y="140278"/>
                    <a:pt x="60013" y="141945"/>
                    <a:pt x="61990" y="141945"/>
                  </a:cubicBezTo>
                  <a:cubicBezTo>
                    <a:pt x="62129" y="141945"/>
                    <a:pt x="62268" y="141945"/>
                    <a:pt x="62406" y="141945"/>
                  </a:cubicBezTo>
                  <a:cubicBezTo>
                    <a:pt x="88886" y="141945"/>
                    <a:pt x="110195" y="153188"/>
                    <a:pt x="111095" y="153662"/>
                  </a:cubicBezTo>
                  <a:lnTo>
                    <a:pt x="111119" y="153662"/>
                  </a:lnTo>
                  <a:cubicBezTo>
                    <a:pt x="111611" y="153935"/>
                    <a:pt x="112127" y="154058"/>
                    <a:pt x="112644" y="154058"/>
                  </a:cubicBezTo>
                  <a:cubicBezTo>
                    <a:pt x="113253" y="154058"/>
                    <a:pt x="113862" y="153887"/>
                    <a:pt x="114429" y="153591"/>
                  </a:cubicBezTo>
                  <a:cubicBezTo>
                    <a:pt x="116377" y="152558"/>
                    <a:pt x="137167" y="141954"/>
                    <a:pt x="163019" y="141954"/>
                  </a:cubicBezTo>
                  <a:cubicBezTo>
                    <a:pt x="168777" y="141954"/>
                    <a:pt x="174787" y="142480"/>
                    <a:pt x="180895" y="143755"/>
                  </a:cubicBezTo>
                  <a:cubicBezTo>
                    <a:pt x="184587" y="144541"/>
                    <a:pt x="188230" y="145541"/>
                    <a:pt x="191731" y="146827"/>
                  </a:cubicBezTo>
                  <a:cubicBezTo>
                    <a:pt x="193288" y="147391"/>
                    <a:pt x="194870" y="147654"/>
                    <a:pt x="196423" y="147654"/>
                  </a:cubicBezTo>
                  <a:cubicBezTo>
                    <a:pt x="203992" y="147654"/>
                    <a:pt x="210878" y="141418"/>
                    <a:pt x="210878" y="133396"/>
                  </a:cubicBezTo>
                  <a:lnTo>
                    <a:pt x="210878" y="28946"/>
                  </a:lnTo>
                  <a:cubicBezTo>
                    <a:pt x="215831" y="33138"/>
                    <a:pt x="218784" y="39329"/>
                    <a:pt x="218784" y="46021"/>
                  </a:cubicBezTo>
                  <a:lnTo>
                    <a:pt x="218784" y="133372"/>
                  </a:lnTo>
                  <a:cubicBezTo>
                    <a:pt x="218784" y="139374"/>
                    <a:pt x="216451" y="144970"/>
                    <a:pt x="212164" y="149185"/>
                  </a:cubicBezTo>
                  <a:cubicBezTo>
                    <a:pt x="207981" y="153252"/>
                    <a:pt x="202342" y="155436"/>
                    <a:pt x="196646" y="155436"/>
                  </a:cubicBezTo>
                  <a:cubicBezTo>
                    <a:pt x="194137" y="155436"/>
                    <a:pt x="191617" y="155012"/>
                    <a:pt x="189207" y="154138"/>
                  </a:cubicBezTo>
                  <a:cubicBezTo>
                    <a:pt x="181062" y="151209"/>
                    <a:pt x="172275" y="149709"/>
                    <a:pt x="163035" y="149709"/>
                  </a:cubicBezTo>
                  <a:cubicBezTo>
                    <a:pt x="138387" y="149709"/>
                    <a:pt x="118240" y="160402"/>
                    <a:pt x="118025" y="160497"/>
                  </a:cubicBezTo>
                  <a:cubicBezTo>
                    <a:pt x="116343" y="161416"/>
                    <a:pt x="114471" y="161893"/>
                    <a:pt x="112611" y="161893"/>
                  </a:cubicBezTo>
                  <a:cubicBezTo>
                    <a:pt x="110810" y="161893"/>
                    <a:pt x="109021" y="161446"/>
                    <a:pt x="107428" y="160521"/>
                  </a:cubicBezTo>
                  <a:cubicBezTo>
                    <a:pt x="107404" y="160521"/>
                    <a:pt x="107380" y="160497"/>
                    <a:pt x="107380" y="160497"/>
                  </a:cubicBezTo>
                  <a:cubicBezTo>
                    <a:pt x="106523" y="160044"/>
                    <a:pt x="86709" y="149709"/>
                    <a:pt x="62395" y="149709"/>
                  </a:cubicBezTo>
                  <a:cubicBezTo>
                    <a:pt x="53155" y="149709"/>
                    <a:pt x="44343" y="151209"/>
                    <a:pt x="36222" y="154138"/>
                  </a:cubicBezTo>
                  <a:cubicBezTo>
                    <a:pt x="33782" y="155027"/>
                    <a:pt x="31307" y="155441"/>
                    <a:pt x="28881" y="155441"/>
                  </a:cubicBezTo>
                  <a:cubicBezTo>
                    <a:pt x="17194" y="155441"/>
                    <a:pt x="6645" y="145835"/>
                    <a:pt x="6645" y="133372"/>
                  </a:cubicBezTo>
                  <a:lnTo>
                    <a:pt x="6645" y="46021"/>
                  </a:lnTo>
                  <a:cubicBezTo>
                    <a:pt x="6645" y="39306"/>
                    <a:pt x="9574" y="33138"/>
                    <a:pt x="14551" y="28923"/>
                  </a:cubicBezTo>
                  <a:lnTo>
                    <a:pt x="14551" y="133372"/>
                  </a:lnTo>
                  <a:cubicBezTo>
                    <a:pt x="14551" y="137087"/>
                    <a:pt x="16052" y="140731"/>
                    <a:pt x="18671" y="143398"/>
                  </a:cubicBezTo>
                  <a:cubicBezTo>
                    <a:pt x="21362" y="146139"/>
                    <a:pt x="25121" y="147625"/>
                    <a:pt x="28910" y="147625"/>
                  </a:cubicBezTo>
                  <a:cubicBezTo>
                    <a:pt x="30519" y="147625"/>
                    <a:pt x="32134" y="147357"/>
                    <a:pt x="33674" y="146804"/>
                  </a:cubicBezTo>
                  <a:cubicBezTo>
                    <a:pt x="38628" y="144970"/>
                    <a:pt x="43915" y="143660"/>
                    <a:pt x="49297" y="142874"/>
                  </a:cubicBezTo>
                  <a:cubicBezTo>
                    <a:pt x="51226" y="142565"/>
                    <a:pt x="52512" y="140660"/>
                    <a:pt x="51964" y="138731"/>
                  </a:cubicBezTo>
                  <a:cubicBezTo>
                    <a:pt x="51582" y="137266"/>
                    <a:pt x="50177" y="136331"/>
                    <a:pt x="48696" y="136331"/>
                  </a:cubicBezTo>
                  <a:cubicBezTo>
                    <a:pt x="48516" y="136331"/>
                    <a:pt x="48334" y="136345"/>
                    <a:pt x="48154" y="136373"/>
                  </a:cubicBezTo>
                  <a:cubicBezTo>
                    <a:pt x="42390" y="137230"/>
                    <a:pt x="36770" y="138659"/>
                    <a:pt x="31412" y="140612"/>
                  </a:cubicBezTo>
                  <a:cubicBezTo>
                    <a:pt x="30610" y="140900"/>
                    <a:pt x="29790" y="141035"/>
                    <a:pt x="28981" y="141035"/>
                  </a:cubicBezTo>
                  <a:cubicBezTo>
                    <a:pt x="24917" y="141035"/>
                    <a:pt x="21124" y="137643"/>
                    <a:pt x="21124" y="133372"/>
                  </a:cubicBezTo>
                  <a:lnTo>
                    <a:pt x="21124" y="21945"/>
                  </a:lnTo>
                  <a:cubicBezTo>
                    <a:pt x="21124" y="18992"/>
                    <a:pt x="22767" y="16349"/>
                    <a:pt x="25411" y="15039"/>
                  </a:cubicBezTo>
                  <a:cubicBezTo>
                    <a:pt x="37982" y="8798"/>
                    <a:pt x="50762" y="6616"/>
                    <a:pt x="62485" y="6616"/>
                  </a:cubicBezTo>
                  <a:close/>
                  <a:moveTo>
                    <a:pt x="162936" y="0"/>
                  </a:moveTo>
                  <a:cubicBezTo>
                    <a:pt x="138283" y="0"/>
                    <a:pt x="118305" y="8921"/>
                    <a:pt x="112667" y="11729"/>
                  </a:cubicBezTo>
                  <a:cubicBezTo>
                    <a:pt x="106954" y="8943"/>
                    <a:pt x="86807" y="12"/>
                    <a:pt x="62259" y="12"/>
                  </a:cubicBezTo>
                  <a:cubicBezTo>
                    <a:pt x="49659" y="12"/>
                    <a:pt x="35900" y="2364"/>
                    <a:pt x="22339" y="9109"/>
                  </a:cubicBezTo>
                  <a:cubicBezTo>
                    <a:pt x="17695" y="11419"/>
                    <a:pt x="14718" y="15944"/>
                    <a:pt x="14432" y="21016"/>
                  </a:cubicBezTo>
                  <a:cubicBezTo>
                    <a:pt x="5502" y="26136"/>
                    <a:pt x="1" y="35519"/>
                    <a:pt x="1" y="45902"/>
                  </a:cubicBezTo>
                  <a:lnTo>
                    <a:pt x="1" y="133325"/>
                  </a:lnTo>
                  <a:cubicBezTo>
                    <a:pt x="1" y="149481"/>
                    <a:pt x="13876" y="161968"/>
                    <a:pt x="29018" y="161968"/>
                  </a:cubicBezTo>
                  <a:cubicBezTo>
                    <a:pt x="32133" y="161968"/>
                    <a:pt x="35301" y="161440"/>
                    <a:pt x="38413" y="160306"/>
                  </a:cubicBezTo>
                  <a:cubicBezTo>
                    <a:pt x="45844" y="157615"/>
                    <a:pt x="53869" y="156258"/>
                    <a:pt x="62323" y="156258"/>
                  </a:cubicBezTo>
                  <a:cubicBezTo>
                    <a:pt x="84780" y="156258"/>
                    <a:pt x="103046" y="165665"/>
                    <a:pt x="104189" y="166260"/>
                  </a:cubicBezTo>
                  <a:cubicBezTo>
                    <a:pt x="106889" y="167676"/>
                    <a:pt x="109828" y="168416"/>
                    <a:pt x="112761" y="168416"/>
                  </a:cubicBezTo>
                  <a:cubicBezTo>
                    <a:pt x="115597" y="168416"/>
                    <a:pt x="118426" y="167724"/>
                    <a:pt x="121026" y="166284"/>
                  </a:cubicBezTo>
                  <a:lnTo>
                    <a:pt x="121121" y="166236"/>
                  </a:lnTo>
                  <a:cubicBezTo>
                    <a:pt x="121312" y="166141"/>
                    <a:pt x="140125" y="156258"/>
                    <a:pt x="162939" y="156258"/>
                  </a:cubicBezTo>
                  <a:cubicBezTo>
                    <a:pt x="171394" y="156258"/>
                    <a:pt x="179467" y="157615"/>
                    <a:pt x="186849" y="160306"/>
                  </a:cubicBezTo>
                  <a:cubicBezTo>
                    <a:pt x="190064" y="161497"/>
                    <a:pt x="193374" y="162069"/>
                    <a:pt x="196708" y="162069"/>
                  </a:cubicBezTo>
                  <a:cubicBezTo>
                    <a:pt x="212354" y="162069"/>
                    <a:pt x="225381" y="148971"/>
                    <a:pt x="225381" y="133372"/>
                  </a:cubicBezTo>
                  <a:lnTo>
                    <a:pt x="225381" y="46021"/>
                  </a:lnTo>
                  <a:cubicBezTo>
                    <a:pt x="225381" y="35591"/>
                    <a:pt x="219856" y="26160"/>
                    <a:pt x="210878" y="21016"/>
                  </a:cubicBezTo>
                  <a:cubicBezTo>
                    <a:pt x="210545" y="15896"/>
                    <a:pt x="207568" y="11371"/>
                    <a:pt x="202900" y="9061"/>
                  </a:cubicBezTo>
                  <a:cubicBezTo>
                    <a:pt x="196875" y="6085"/>
                    <a:pt x="190517" y="3775"/>
                    <a:pt x="183944" y="2274"/>
                  </a:cubicBezTo>
                  <a:cubicBezTo>
                    <a:pt x="183690" y="2215"/>
                    <a:pt x="183436" y="2187"/>
                    <a:pt x="183185" y="2187"/>
                  </a:cubicBezTo>
                  <a:cubicBezTo>
                    <a:pt x="181513" y="2187"/>
                    <a:pt x="180020" y="3449"/>
                    <a:pt x="179895" y="5251"/>
                  </a:cubicBezTo>
                  <a:cubicBezTo>
                    <a:pt x="179729" y="6870"/>
                    <a:pt x="180919" y="8371"/>
                    <a:pt x="182539" y="8752"/>
                  </a:cubicBezTo>
                  <a:cubicBezTo>
                    <a:pt x="188588" y="10157"/>
                    <a:pt x="194446" y="12276"/>
                    <a:pt x="199971" y="15015"/>
                  </a:cubicBezTo>
                  <a:cubicBezTo>
                    <a:pt x="202662" y="16349"/>
                    <a:pt x="204305" y="18992"/>
                    <a:pt x="204305" y="21945"/>
                  </a:cubicBezTo>
                  <a:lnTo>
                    <a:pt x="204305" y="133396"/>
                  </a:lnTo>
                  <a:cubicBezTo>
                    <a:pt x="204305" y="137711"/>
                    <a:pt x="200554" y="141072"/>
                    <a:pt x="196484" y="141072"/>
                  </a:cubicBezTo>
                  <a:cubicBezTo>
                    <a:pt x="195658" y="141072"/>
                    <a:pt x="194818" y="140933"/>
                    <a:pt x="193993" y="140636"/>
                  </a:cubicBezTo>
                  <a:cubicBezTo>
                    <a:pt x="183283" y="136756"/>
                    <a:pt x="172648" y="135372"/>
                    <a:pt x="162928" y="135372"/>
                  </a:cubicBezTo>
                  <a:cubicBezTo>
                    <a:pt x="152960" y="135372"/>
                    <a:pt x="143953" y="136828"/>
                    <a:pt x="136815" y="138540"/>
                  </a:cubicBezTo>
                  <a:cubicBezTo>
                    <a:pt x="130980" y="139945"/>
                    <a:pt x="125265" y="141755"/>
                    <a:pt x="119692" y="143970"/>
                  </a:cubicBezTo>
                  <a:cubicBezTo>
                    <a:pt x="119359" y="144089"/>
                    <a:pt x="116001" y="145518"/>
                    <a:pt x="115977" y="145518"/>
                  </a:cubicBezTo>
                  <a:lnTo>
                    <a:pt x="115977" y="17468"/>
                  </a:lnTo>
                  <a:cubicBezTo>
                    <a:pt x="121611" y="14770"/>
                    <a:pt x="140450" y="6594"/>
                    <a:pt x="163044" y="6594"/>
                  </a:cubicBezTo>
                  <a:cubicBezTo>
                    <a:pt x="165378" y="6594"/>
                    <a:pt x="167752" y="6681"/>
                    <a:pt x="170155" y="6870"/>
                  </a:cubicBezTo>
                  <a:cubicBezTo>
                    <a:pt x="170255" y="6880"/>
                    <a:pt x="170353" y="6884"/>
                    <a:pt x="170451" y="6884"/>
                  </a:cubicBezTo>
                  <a:cubicBezTo>
                    <a:pt x="172133" y="6884"/>
                    <a:pt x="173545" y="5556"/>
                    <a:pt x="173680" y="3846"/>
                  </a:cubicBezTo>
                  <a:cubicBezTo>
                    <a:pt x="173846" y="2036"/>
                    <a:pt x="172465" y="441"/>
                    <a:pt x="170655" y="298"/>
                  </a:cubicBezTo>
                  <a:cubicBezTo>
                    <a:pt x="168040" y="94"/>
                    <a:pt x="165463" y="0"/>
                    <a:pt x="162936"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1" name="Google Shape;2401;p38"/>
            <p:cNvSpPr/>
            <p:nvPr/>
          </p:nvSpPr>
          <p:spPr>
            <a:xfrm>
              <a:off x="7785155" y="3430892"/>
              <a:ext cx="103504" cy="18994"/>
            </a:xfrm>
            <a:custGeom>
              <a:avLst/>
              <a:gdLst/>
              <a:ahLst/>
              <a:cxnLst/>
              <a:rect l="l" t="t" r="r" b="b"/>
              <a:pathLst>
                <a:path w="71015" h="13032" extrusionOk="0">
                  <a:moveTo>
                    <a:pt x="30632" y="0"/>
                  </a:moveTo>
                  <a:cubicBezTo>
                    <a:pt x="21709" y="0"/>
                    <a:pt x="12251" y="1192"/>
                    <a:pt x="2667" y="4251"/>
                  </a:cubicBezTo>
                  <a:cubicBezTo>
                    <a:pt x="953" y="4823"/>
                    <a:pt x="0" y="6657"/>
                    <a:pt x="524" y="8395"/>
                  </a:cubicBezTo>
                  <a:cubicBezTo>
                    <a:pt x="983" y="9811"/>
                    <a:pt x="2273" y="10704"/>
                    <a:pt x="3651" y="10704"/>
                  </a:cubicBezTo>
                  <a:cubicBezTo>
                    <a:pt x="3988" y="10704"/>
                    <a:pt x="4331" y="10651"/>
                    <a:pt x="4668" y="10538"/>
                  </a:cubicBezTo>
                  <a:cubicBezTo>
                    <a:pt x="13549" y="7701"/>
                    <a:pt x="22340" y="6593"/>
                    <a:pt x="30654" y="6593"/>
                  </a:cubicBezTo>
                  <a:cubicBezTo>
                    <a:pt x="44388" y="6593"/>
                    <a:pt x="56823" y="9615"/>
                    <a:pt x="66228" y="12848"/>
                  </a:cubicBezTo>
                  <a:cubicBezTo>
                    <a:pt x="66581" y="12973"/>
                    <a:pt x="66942" y="13031"/>
                    <a:pt x="67299" y="13031"/>
                  </a:cubicBezTo>
                  <a:cubicBezTo>
                    <a:pt x="68656" y="13031"/>
                    <a:pt x="69948" y="12182"/>
                    <a:pt x="70420" y="10824"/>
                  </a:cubicBezTo>
                  <a:cubicBezTo>
                    <a:pt x="71015" y="9110"/>
                    <a:pt x="70110" y="7228"/>
                    <a:pt x="68395" y="6633"/>
                  </a:cubicBezTo>
                  <a:cubicBezTo>
                    <a:pt x="58442" y="3202"/>
                    <a:pt x="45255" y="0"/>
                    <a:pt x="30632"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2" name="Google Shape;2402;p38"/>
            <p:cNvSpPr/>
            <p:nvPr/>
          </p:nvSpPr>
          <p:spPr>
            <a:xfrm>
              <a:off x="7785155" y="3461912"/>
              <a:ext cx="103504" cy="19001"/>
            </a:xfrm>
            <a:custGeom>
              <a:avLst/>
              <a:gdLst/>
              <a:ahLst/>
              <a:cxnLst/>
              <a:rect l="l" t="t" r="r" b="b"/>
              <a:pathLst>
                <a:path w="71015" h="13037" extrusionOk="0">
                  <a:moveTo>
                    <a:pt x="30665" y="1"/>
                  </a:moveTo>
                  <a:cubicBezTo>
                    <a:pt x="21732" y="1"/>
                    <a:pt x="12263" y="1195"/>
                    <a:pt x="2667" y="4259"/>
                  </a:cubicBezTo>
                  <a:cubicBezTo>
                    <a:pt x="953" y="4830"/>
                    <a:pt x="0" y="6664"/>
                    <a:pt x="524" y="8402"/>
                  </a:cubicBezTo>
                  <a:cubicBezTo>
                    <a:pt x="986" y="9808"/>
                    <a:pt x="2290" y="10700"/>
                    <a:pt x="3678" y="10700"/>
                  </a:cubicBezTo>
                  <a:cubicBezTo>
                    <a:pt x="4007" y="10700"/>
                    <a:pt x="4340" y="10650"/>
                    <a:pt x="4668" y="10545"/>
                  </a:cubicBezTo>
                  <a:cubicBezTo>
                    <a:pt x="13558" y="7696"/>
                    <a:pt x="22357" y="6584"/>
                    <a:pt x="30679" y="6584"/>
                  </a:cubicBezTo>
                  <a:cubicBezTo>
                    <a:pt x="44403" y="6584"/>
                    <a:pt x="56829" y="9609"/>
                    <a:pt x="66228" y="12855"/>
                  </a:cubicBezTo>
                  <a:cubicBezTo>
                    <a:pt x="66576" y="12978"/>
                    <a:pt x="66934" y="13036"/>
                    <a:pt x="67287" y="13036"/>
                  </a:cubicBezTo>
                  <a:cubicBezTo>
                    <a:pt x="68648" y="13036"/>
                    <a:pt x="69947" y="12174"/>
                    <a:pt x="70420" y="10831"/>
                  </a:cubicBezTo>
                  <a:cubicBezTo>
                    <a:pt x="71015" y="9117"/>
                    <a:pt x="70110" y="7235"/>
                    <a:pt x="68395" y="6640"/>
                  </a:cubicBezTo>
                  <a:cubicBezTo>
                    <a:pt x="58449" y="3197"/>
                    <a:pt x="45275" y="1"/>
                    <a:pt x="30665"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3" name="Google Shape;2403;p38"/>
            <p:cNvSpPr/>
            <p:nvPr/>
          </p:nvSpPr>
          <p:spPr>
            <a:xfrm>
              <a:off x="7785155" y="3492943"/>
              <a:ext cx="103504" cy="19001"/>
            </a:xfrm>
            <a:custGeom>
              <a:avLst/>
              <a:gdLst/>
              <a:ahLst/>
              <a:cxnLst/>
              <a:rect l="l" t="t" r="r" b="b"/>
              <a:pathLst>
                <a:path w="71015" h="13037" extrusionOk="0">
                  <a:moveTo>
                    <a:pt x="30665" y="1"/>
                  </a:moveTo>
                  <a:cubicBezTo>
                    <a:pt x="21732" y="1"/>
                    <a:pt x="12263" y="1195"/>
                    <a:pt x="2667" y="4259"/>
                  </a:cubicBezTo>
                  <a:cubicBezTo>
                    <a:pt x="953" y="4806"/>
                    <a:pt x="0" y="6664"/>
                    <a:pt x="524" y="8378"/>
                  </a:cubicBezTo>
                  <a:cubicBezTo>
                    <a:pt x="967" y="9784"/>
                    <a:pt x="2282" y="10676"/>
                    <a:pt x="3676" y="10676"/>
                  </a:cubicBezTo>
                  <a:cubicBezTo>
                    <a:pt x="4006" y="10676"/>
                    <a:pt x="4340" y="10626"/>
                    <a:pt x="4668" y="10522"/>
                  </a:cubicBezTo>
                  <a:cubicBezTo>
                    <a:pt x="13544" y="7686"/>
                    <a:pt x="22329" y="6578"/>
                    <a:pt x="30640" y="6578"/>
                  </a:cubicBezTo>
                  <a:cubicBezTo>
                    <a:pt x="44379" y="6578"/>
                    <a:pt x="56820" y="9606"/>
                    <a:pt x="66228" y="12856"/>
                  </a:cubicBezTo>
                  <a:cubicBezTo>
                    <a:pt x="66576" y="12978"/>
                    <a:pt x="66934" y="13036"/>
                    <a:pt x="67287" y="13036"/>
                  </a:cubicBezTo>
                  <a:cubicBezTo>
                    <a:pt x="68648" y="13036"/>
                    <a:pt x="69947" y="12174"/>
                    <a:pt x="70420" y="10831"/>
                  </a:cubicBezTo>
                  <a:cubicBezTo>
                    <a:pt x="71015" y="9093"/>
                    <a:pt x="70110" y="7235"/>
                    <a:pt x="68395" y="6640"/>
                  </a:cubicBezTo>
                  <a:cubicBezTo>
                    <a:pt x="58449" y="3197"/>
                    <a:pt x="45275" y="1"/>
                    <a:pt x="30665"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4" name="Google Shape;2404;p38"/>
            <p:cNvSpPr/>
            <p:nvPr/>
          </p:nvSpPr>
          <p:spPr>
            <a:xfrm>
              <a:off x="7785155" y="3523913"/>
              <a:ext cx="103504" cy="18994"/>
            </a:xfrm>
            <a:custGeom>
              <a:avLst/>
              <a:gdLst/>
              <a:ahLst/>
              <a:cxnLst/>
              <a:rect l="l" t="t" r="r" b="b"/>
              <a:pathLst>
                <a:path w="71015" h="13032" extrusionOk="0">
                  <a:moveTo>
                    <a:pt x="30632" y="1"/>
                  </a:moveTo>
                  <a:cubicBezTo>
                    <a:pt x="21709" y="1"/>
                    <a:pt x="12251" y="1193"/>
                    <a:pt x="2667" y="4252"/>
                  </a:cubicBezTo>
                  <a:cubicBezTo>
                    <a:pt x="953" y="4824"/>
                    <a:pt x="0" y="6657"/>
                    <a:pt x="524" y="8396"/>
                  </a:cubicBezTo>
                  <a:cubicBezTo>
                    <a:pt x="970" y="9792"/>
                    <a:pt x="2300" y="10683"/>
                    <a:pt x="3704" y="10683"/>
                  </a:cubicBezTo>
                  <a:cubicBezTo>
                    <a:pt x="4025" y="10683"/>
                    <a:pt x="4349" y="10636"/>
                    <a:pt x="4668" y="10539"/>
                  </a:cubicBezTo>
                  <a:cubicBezTo>
                    <a:pt x="13549" y="7701"/>
                    <a:pt x="22340" y="6594"/>
                    <a:pt x="30654" y="6594"/>
                  </a:cubicBezTo>
                  <a:cubicBezTo>
                    <a:pt x="44388" y="6594"/>
                    <a:pt x="56823" y="9615"/>
                    <a:pt x="66228" y="12849"/>
                  </a:cubicBezTo>
                  <a:cubicBezTo>
                    <a:pt x="66581" y="12973"/>
                    <a:pt x="66942" y="13032"/>
                    <a:pt x="67299" y="13032"/>
                  </a:cubicBezTo>
                  <a:cubicBezTo>
                    <a:pt x="68656" y="13032"/>
                    <a:pt x="69948" y="12182"/>
                    <a:pt x="70420" y="10825"/>
                  </a:cubicBezTo>
                  <a:cubicBezTo>
                    <a:pt x="71015" y="9110"/>
                    <a:pt x="70110" y="7229"/>
                    <a:pt x="68395" y="6633"/>
                  </a:cubicBezTo>
                  <a:cubicBezTo>
                    <a:pt x="58442" y="3202"/>
                    <a:pt x="45255" y="1"/>
                    <a:pt x="30632"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5" name="Google Shape;2405;p38"/>
            <p:cNvSpPr/>
            <p:nvPr/>
          </p:nvSpPr>
          <p:spPr>
            <a:xfrm>
              <a:off x="7917260" y="3430942"/>
              <a:ext cx="103539" cy="18980"/>
            </a:xfrm>
            <a:custGeom>
              <a:avLst/>
              <a:gdLst/>
              <a:ahLst/>
              <a:cxnLst/>
              <a:rect l="l" t="t" r="r" b="b"/>
              <a:pathLst>
                <a:path w="71039" h="13022" extrusionOk="0">
                  <a:moveTo>
                    <a:pt x="40391" y="0"/>
                  </a:moveTo>
                  <a:cubicBezTo>
                    <a:pt x="25775" y="0"/>
                    <a:pt x="12586" y="3192"/>
                    <a:pt x="2620" y="6623"/>
                  </a:cubicBezTo>
                  <a:cubicBezTo>
                    <a:pt x="905" y="7218"/>
                    <a:pt x="0" y="9099"/>
                    <a:pt x="595" y="10814"/>
                  </a:cubicBezTo>
                  <a:cubicBezTo>
                    <a:pt x="1067" y="12171"/>
                    <a:pt x="2359" y="13021"/>
                    <a:pt x="3715" y="13021"/>
                  </a:cubicBezTo>
                  <a:cubicBezTo>
                    <a:pt x="4073" y="13021"/>
                    <a:pt x="4434" y="12962"/>
                    <a:pt x="4787" y="12838"/>
                  </a:cubicBezTo>
                  <a:cubicBezTo>
                    <a:pt x="14192" y="9604"/>
                    <a:pt x="26636" y="6583"/>
                    <a:pt x="40371" y="6583"/>
                  </a:cubicBezTo>
                  <a:cubicBezTo>
                    <a:pt x="48686" y="6583"/>
                    <a:pt x="57474" y="7690"/>
                    <a:pt x="66347" y="10528"/>
                  </a:cubicBezTo>
                  <a:cubicBezTo>
                    <a:pt x="66689" y="10641"/>
                    <a:pt x="67036" y="10694"/>
                    <a:pt x="67377" y="10694"/>
                  </a:cubicBezTo>
                  <a:cubicBezTo>
                    <a:pt x="68773" y="10694"/>
                    <a:pt x="70070" y="9801"/>
                    <a:pt x="70491" y="8385"/>
                  </a:cubicBezTo>
                  <a:cubicBezTo>
                    <a:pt x="71039" y="6670"/>
                    <a:pt x="70086" y="4789"/>
                    <a:pt x="68348" y="4241"/>
                  </a:cubicBezTo>
                  <a:cubicBezTo>
                    <a:pt x="58769" y="1190"/>
                    <a:pt x="49314" y="0"/>
                    <a:pt x="40391"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6" name="Google Shape;2406;p38"/>
            <p:cNvSpPr/>
            <p:nvPr/>
          </p:nvSpPr>
          <p:spPr>
            <a:xfrm>
              <a:off x="7917260" y="3461912"/>
              <a:ext cx="103539" cy="19001"/>
            </a:xfrm>
            <a:custGeom>
              <a:avLst/>
              <a:gdLst/>
              <a:ahLst/>
              <a:cxnLst/>
              <a:rect l="l" t="t" r="r" b="b"/>
              <a:pathLst>
                <a:path w="71039" h="13037" extrusionOk="0">
                  <a:moveTo>
                    <a:pt x="40367" y="1"/>
                  </a:moveTo>
                  <a:cubicBezTo>
                    <a:pt x="25760" y="1"/>
                    <a:pt x="12580" y="3197"/>
                    <a:pt x="2620" y="6640"/>
                  </a:cubicBezTo>
                  <a:cubicBezTo>
                    <a:pt x="905" y="7235"/>
                    <a:pt x="0" y="9117"/>
                    <a:pt x="595" y="10831"/>
                  </a:cubicBezTo>
                  <a:cubicBezTo>
                    <a:pt x="1068" y="12174"/>
                    <a:pt x="2367" y="13036"/>
                    <a:pt x="3728" y="13036"/>
                  </a:cubicBezTo>
                  <a:cubicBezTo>
                    <a:pt x="4081" y="13036"/>
                    <a:pt x="4439" y="12978"/>
                    <a:pt x="4787" y="12855"/>
                  </a:cubicBezTo>
                  <a:cubicBezTo>
                    <a:pt x="14186" y="9609"/>
                    <a:pt x="26621" y="6584"/>
                    <a:pt x="40347" y="6584"/>
                  </a:cubicBezTo>
                  <a:cubicBezTo>
                    <a:pt x="48669" y="6584"/>
                    <a:pt x="57466" y="7696"/>
                    <a:pt x="66347" y="10545"/>
                  </a:cubicBezTo>
                  <a:cubicBezTo>
                    <a:pt x="66680" y="10650"/>
                    <a:pt x="67017" y="10700"/>
                    <a:pt x="67350" y="10700"/>
                  </a:cubicBezTo>
                  <a:cubicBezTo>
                    <a:pt x="68756" y="10700"/>
                    <a:pt x="70067" y="9808"/>
                    <a:pt x="70491" y="8402"/>
                  </a:cubicBezTo>
                  <a:cubicBezTo>
                    <a:pt x="71039" y="6664"/>
                    <a:pt x="70086" y="4830"/>
                    <a:pt x="68348" y="4259"/>
                  </a:cubicBezTo>
                  <a:cubicBezTo>
                    <a:pt x="58761" y="1195"/>
                    <a:pt x="49297" y="1"/>
                    <a:pt x="40367"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7" name="Google Shape;2407;p38"/>
            <p:cNvSpPr/>
            <p:nvPr/>
          </p:nvSpPr>
          <p:spPr>
            <a:xfrm>
              <a:off x="7917260" y="3492943"/>
              <a:ext cx="103539" cy="19001"/>
            </a:xfrm>
            <a:custGeom>
              <a:avLst/>
              <a:gdLst/>
              <a:ahLst/>
              <a:cxnLst/>
              <a:rect l="l" t="t" r="r" b="b"/>
              <a:pathLst>
                <a:path w="71039" h="13037" extrusionOk="0">
                  <a:moveTo>
                    <a:pt x="40367" y="1"/>
                  </a:moveTo>
                  <a:cubicBezTo>
                    <a:pt x="25760" y="1"/>
                    <a:pt x="12580" y="3197"/>
                    <a:pt x="2620" y="6640"/>
                  </a:cubicBezTo>
                  <a:cubicBezTo>
                    <a:pt x="905" y="7235"/>
                    <a:pt x="0" y="9093"/>
                    <a:pt x="595" y="10831"/>
                  </a:cubicBezTo>
                  <a:cubicBezTo>
                    <a:pt x="1068" y="12174"/>
                    <a:pt x="2367" y="13036"/>
                    <a:pt x="3728" y="13036"/>
                  </a:cubicBezTo>
                  <a:cubicBezTo>
                    <a:pt x="4081" y="13036"/>
                    <a:pt x="4439" y="12978"/>
                    <a:pt x="4787" y="12856"/>
                  </a:cubicBezTo>
                  <a:cubicBezTo>
                    <a:pt x="14195" y="9606"/>
                    <a:pt x="26645" y="6578"/>
                    <a:pt x="40386" y="6578"/>
                  </a:cubicBezTo>
                  <a:cubicBezTo>
                    <a:pt x="48697" y="6578"/>
                    <a:pt x="57480" y="7686"/>
                    <a:pt x="66347" y="10522"/>
                  </a:cubicBezTo>
                  <a:cubicBezTo>
                    <a:pt x="66689" y="10634"/>
                    <a:pt x="67036" y="10688"/>
                    <a:pt x="67377" y="10688"/>
                  </a:cubicBezTo>
                  <a:cubicBezTo>
                    <a:pt x="68773" y="10688"/>
                    <a:pt x="70070" y="9794"/>
                    <a:pt x="70491" y="8378"/>
                  </a:cubicBezTo>
                  <a:cubicBezTo>
                    <a:pt x="71039" y="6664"/>
                    <a:pt x="70086" y="4782"/>
                    <a:pt x="68348" y="4259"/>
                  </a:cubicBezTo>
                  <a:cubicBezTo>
                    <a:pt x="58761" y="1195"/>
                    <a:pt x="49297" y="1"/>
                    <a:pt x="40367"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8" name="Google Shape;2408;p38"/>
            <p:cNvSpPr/>
            <p:nvPr/>
          </p:nvSpPr>
          <p:spPr>
            <a:xfrm>
              <a:off x="7917260" y="3523913"/>
              <a:ext cx="103504" cy="18994"/>
            </a:xfrm>
            <a:custGeom>
              <a:avLst/>
              <a:gdLst/>
              <a:ahLst/>
              <a:cxnLst/>
              <a:rect l="l" t="t" r="r" b="b"/>
              <a:pathLst>
                <a:path w="71015" h="13032" extrusionOk="0">
                  <a:moveTo>
                    <a:pt x="40400" y="1"/>
                  </a:moveTo>
                  <a:cubicBezTo>
                    <a:pt x="25780" y="1"/>
                    <a:pt x="12588" y="3202"/>
                    <a:pt x="2620" y="6633"/>
                  </a:cubicBezTo>
                  <a:cubicBezTo>
                    <a:pt x="905" y="7229"/>
                    <a:pt x="0" y="9110"/>
                    <a:pt x="595" y="10825"/>
                  </a:cubicBezTo>
                  <a:cubicBezTo>
                    <a:pt x="1067" y="12182"/>
                    <a:pt x="2359" y="13032"/>
                    <a:pt x="3715" y="13032"/>
                  </a:cubicBezTo>
                  <a:cubicBezTo>
                    <a:pt x="4073" y="13032"/>
                    <a:pt x="4434" y="12973"/>
                    <a:pt x="4787" y="12849"/>
                  </a:cubicBezTo>
                  <a:cubicBezTo>
                    <a:pt x="14192" y="9615"/>
                    <a:pt x="26636" y="6594"/>
                    <a:pt x="40371" y="6594"/>
                  </a:cubicBezTo>
                  <a:cubicBezTo>
                    <a:pt x="48686" y="6594"/>
                    <a:pt x="57474" y="7701"/>
                    <a:pt x="66347" y="10539"/>
                  </a:cubicBezTo>
                  <a:cubicBezTo>
                    <a:pt x="66689" y="10651"/>
                    <a:pt x="67036" y="10705"/>
                    <a:pt x="67377" y="10705"/>
                  </a:cubicBezTo>
                  <a:cubicBezTo>
                    <a:pt x="68773" y="10705"/>
                    <a:pt x="70070" y="9812"/>
                    <a:pt x="70491" y="8396"/>
                  </a:cubicBezTo>
                  <a:cubicBezTo>
                    <a:pt x="71015" y="6633"/>
                    <a:pt x="70086" y="4824"/>
                    <a:pt x="68348" y="4252"/>
                  </a:cubicBezTo>
                  <a:cubicBezTo>
                    <a:pt x="58772" y="1193"/>
                    <a:pt x="49320" y="1"/>
                    <a:pt x="40400"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409" name="Google Shape;2409;p38"/>
          <p:cNvGrpSpPr/>
          <p:nvPr/>
        </p:nvGrpSpPr>
        <p:grpSpPr>
          <a:xfrm>
            <a:off x="2146816" y="1388371"/>
            <a:ext cx="344748" cy="615898"/>
            <a:chOff x="1146872" y="3909276"/>
            <a:chExt cx="183406" cy="327658"/>
          </a:xfrm>
        </p:grpSpPr>
        <p:sp>
          <p:nvSpPr>
            <p:cNvPr id="2410" name="Google Shape;2410;p38"/>
            <p:cNvSpPr/>
            <p:nvPr/>
          </p:nvSpPr>
          <p:spPr>
            <a:xfrm>
              <a:off x="1146872" y="4005628"/>
              <a:ext cx="183406" cy="226863"/>
            </a:xfrm>
            <a:custGeom>
              <a:avLst/>
              <a:gdLst/>
              <a:ahLst/>
              <a:cxnLst/>
              <a:rect l="l" t="t" r="r" b="b"/>
              <a:pathLst>
                <a:path w="125836" h="155652" extrusionOk="0">
                  <a:moveTo>
                    <a:pt x="62942" y="1"/>
                  </a:moveTo>
                  <a:lnTo>
                    <a:pt x="47343" y="8907"/>
                  </a:lnTo>
                  <a:lnTo>
                    <a:pt x="47343" y="16218"/>
                  </a:lnTo>
                  <a:lnTo>
                    <a:pt x="49534" y="19528"/>
                  </a:lnTo>
                  <a:lnTo>
                    <a:pt x="47343" y="22839"/>
                  </a:lnTo>
                  <a:lnTo>
                    <a:pt x="47343" y="27768"/>
                  </a:lnTo>
                  <a:lnTo>
                    <a:pt x="49939" y="31078"/>
                  </a:lnTo>
                  <a:lnTo>
                    <a:pt x="47343" y="34389"/>
                  </a:lnTo>
                  <a:lnTo>
                    <a:pt x="47343" y="37961"/>
                  </a:lnTo>
                  <a:cubicBezTo>
                    <a:pt x="47343" y="38389"/>
                    <a:pt x="47343" y="38866"/>
                    <a:pt x="47320" y="39318"/>
                  </a:cubicBezTo>
                  <a:lnTo>
                    <a:pt x="49534" y="42628"/>
                  </a:lnTo>
                  <a:lnTo>
                    <a:pt x="46891" y="45891"/>
                  </a:lnTo>
                  <a:cubicBezTo>
                    <a:pt x="46724" y="47558"/>
                    <a:pt x="46462" y="49201"/>
                    <a:pt x="46153" y="50844"/>
                  </a:cubicBezTo>
                  <a:lnTo>
                    <a:pt x="47415" y="54155"/>
                  </a:lnTo>
                  <a:lnTo>
                    <a:pt x="44629" y="57322"/>
                  </a:lnTo>
                  <a:cubicBezTo>
                    <a:pt x="44152" y="59036"/>
                    <a:pt x="43581" y="60727"/>
                    <a:pt x="42985" y="62394"/>
                  </a:cubicBezTo>
                  <a:lnTo>
                    <a:pt x="44009" y="65705"/>
                  </a:lnTo>
                  <a:lnTo>
                    <a:pt x="40342" y="68705"/>
                  </a:lnTo>
                  <a:cubicBezTo>
                    <a:pt x="39532" y="70396"/>
                    <a:pt x="38675" y="72063"/>
                    <a:pt x="37722" y="73706"/>
                  </a:cubicBezTo>
                  <a:lnTo>
                    <a:pt x="7811" y="125383"/>
                  </a:lnTo>
                  <a:cubicBezTo>
                    <a:pt x="0" y="138838"/>
                    <a:pt x="9740" y="155651"/>
                    <a:pt x="25339" y="155651"/>
                  </a:cubicBezTo>
                  <a:lnTo>
                    <a:pt x="100545" y="155651"/>
                  </a:lnTo>
                  <a:cubicBezTo>
                    <a:pt x="116096" y="155604"/>
                    <a:pt x="125836" y="138791"/>
                    <a:pt x="118049" y="125336"/>
                  </a:cubicBezTo>
                  <a:lnTo>
                    <a:pt x="88114" y="73659"/>
                  </a:lnTo>
                  <a:cubicBezTo>
                    <a:pt x="81851" y="62775"/>
                    <a:pt x="78540" y="50463"/>
                    <a:pt x="78540" y="37937"/>
                  </a:cubicBezTo>
                  <a:lnTo>
                    <a:pt x="78540" y="8907"/>
                  </a:lnTo>
                  <a:lnTo>
                    <a:pt x="62942" y="1"/>
                  </a:lnTo>
                  <a:close/>
                </a:path>
              </a:pathLst>
            </a:custGeom>
            <a:solidFill>
              <a:srgbClr val="9CEC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1" name="Google Shape;2411;p38"/>
            <p:cNvSpPr/>
            <p:nvPr/>
          </p:nvSpPr>
          <p:spPr>
            <a:xfrm>
              <a:off x="1171828" y="4140231"/>
              <a:ext cx="132974" cy="72961"/>
            </a:xfrm>
            <a:custGeom>
              <a:avLst/>
              <a:gdLst/>
              <a:ahLst/>
              <a:cxnLst/>
              <a:rect l="l" t="t" r="r" b="b"/>
              <a:pathLst>
                <a:path w="91234" h="50059" extrusionOk="0">
                  <a:moveTo>
                    <a:pt x="24530" y="1"/>
                  </a:moveTo>
                  <a:lnTo>
                    <a:pt x="1906" y="39128"/>
                  </a:lnTo>
                  <a:cubicBezTo>
                    <a:pt x="1" y="42414"/>
                    <a:pt x="1287" y="45320"/>
                    <a:pt x="1906" y="46439"/>
                  </a:cubicBezTo>
                  <a:cubicBezTo>
                    <a:pt x="2549" y="47534"/>
                    <a:pt x="4407" y="50059"/>
                    <a:pt x="8217" y="50059"/>
                  </a:cubicBezTo>
                  <a:lnTo>
                    <a:pt x="83018" y="50059"/>
                  </a:lnTo>
                  <a:cubicBezTo>
                    <a:pt x="86805" y="50059"/>
                    <a:pt x="88710" y="47510"/>
                    <a:pt x="89329" y="46439"/>
                  </a:cubicBezTo>
                  <a:cubicBezTo>
                    <a:pt x="89972" y="45320"/>
                    <a:pt x="91234" y="42438"/>
                    <a:pt x="89329" y="39128"/>
                  </a:cubicBezTo>
                  <a:lnTo>
                    <a:pt x="66705" y="1"/>
                  </a:lnTo>
                  <a:close/>
                </a:path>
              </a:pathLst>
            </a:custGeom>
            <a:solidFill>
              <a:srgbClr val="FF89A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2" name="Google Shape;2412;p38"/>
            <p:cNvSpPr/>
            <p:nvPr/>
          </p:nvSpPr>
          <p:spPr>
            <a:xfrm>
              <a:off x="1171759" y="4140231"/>
              <a:ext cx="48490" cy="72961"/>
            </a:xfrm>
            <a:custGeom>
              <a:avLst/>
              <a:gdLst/>
              <a:ahLst/>
              <a:cxnLst/>
              <a:rect l="l" t="t" r="r" b="b"/>
              <a:pathLst>
                <a:path w="33269" h="50059" extrusionOk="0">
                  <a:moveTo>
                    <a:pt x="24529" y="1"/>
                  </a:moveTo>
                  <a:lnTo>
                    <a:pt x="1905" y="39128"/>
                  </a:lnTo>
                  <a:cubicBezTo>
                    <a:pt x="0" y="42414"/>
                    <a:pt x="1262" y="45320"/>
                    <a:pt x="1905" y="46439"/>
                  </a:cubicBezTo>
                  <a:cubicBezTo>
                    <a:pt x="2525" y="47534"/>
                    <a:pt x="4406" y="50059"/>
                    <a:pt x="8216" y="50059"/>
                  </a:cubicBezTo>
                  <a:lnTo>
                    <a:pt x="16850" y="50059"/>
                  </a:lnTo>
                  <a:cubicBezTo>
                    <a:pt x="13111" y="50035"/>
                    <a:pt x="11259" y="47524"/>
                    <a:pt x="10645" y="46439"/>
                  </a:cubicBezTo>
                  <a:cubicBezTo>
                    <a:pt x="10026" y="45320"/>
                    <a:pt x="8740" y="42438"/>
                    <a:pt x="10645" y="39128"/>
                  </a:cubicBezTo>
                  <a:lnTo>
                    <a:pt x="33269" y="1"/>
                  </a:lnTo>
                  <a:close/>
                  <a:moveTo>
                    <a:pt x="16850" y="50059"/>
                  </a:moveTo>
                  <a:cubicBezTo>
                    <a:pt x="16868" y="50059"/>
                    <a:pt x="16886" y="50059"/>
                    <a:pt x="16903" y="50059"/>
                  </a:cubicBezTo>
                  <a:cubicBezTo>
                    <a:pt x="16921" y="50059"/>
                    <a:pt x="16938" y="50059"/>
                    <a:pt x="16956" y="50059"/>
                  </a:cubicBezTo>
                  <a:close/>
                </a:path>
              </a:pathLst>
            </a:custGeom>
            <a:solidFill>
              <a:srgbClr val="000000">
                <a:alpha val="84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3" name="Google Shape;2413;p38"/>
            <p:cNvSpPr/>
            <p:nvPr/>
          </p:nvSpPr>
          <p:spPr>
            <a:xfrm>
              <a:off x="1250966" y="3933573"/>
              <a:ext cx="22737" cy="22736"/>
            </a:xfrm>
            <a:custGeom>
              <a:avLst/>
              <a:gdLst/>
              <a:ahLst/>
              <a:cxnLst/>
              <a:rect l="l" t="t" r="r" b="b"/>
              <a:pathLst>
                <a:path w="15600" h="15599" extrusionOk="0">
                  <a:moveTo>
                    <a:pt x="7812" y="0"/>
                  </a:moveTo>
                  <a:cubicBezTo>
                    <a:pt x="3502" y="0"/>
                    <a:pt x="1" y="3477"/>
                    <a:pt x="1" y="7787"/>
                  </a:cubicBezTo>
                  <a:cubicBezTo>
                    <a:pt x="1" y="12098"/>
                    <a:pt x="3502" y="15598"/>
                    <a:pt x="7812" y="15598"/>
                  </a:cubicBezTo>
                  <a:cubicBezTo>
                    <a:pt x="12122" y="15598"/>
                    <a:pt x="15599" y="12098"/>
                    <a:pt x="15599" y="7787"/>
                  </a:cubicBezTo>
                  <a:cubicBezTo>
                    <a:pt x="15599" y="3477"/>
                    <a:pt x="12122" y="0"/>
                    <a:pt x="7812" y="0"/>
                  </a:cubicBezTo>
                  <a:close/>
                </a:path>
              </a:pathLst>
            </a:custGeom>
            <a:solidFill>
              <a:srgbClr val="FF89A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4" name="Google Shape;2414;p38"/>
            <p:cNvSpPr/>
            <p:nvPr/>
          </p:nvSpPr>
          <p:spPr>
            <a:xfrm>
              <a:off x="1250932" y="3934335"/>
              <a:ext cx="21902" cy="21938"/>
            </a:xfrm>
            <a:custGeom>
              <a:avLst/>
              <a:gdLst/>
              <a:ahLst/>
              <a:cxnLst/>
              <a:rect l="l" t="t" r="r" b="b"/>
              <a:pathLst>
                <a:path w="15027" h="15052" extrusionOk="0">
                  <a:moveTo>
                    <a:pt x="4930" y="1"/>
                  </a:moveTo>
                  <a:lnTo>
                    <a:pt x="4930" y="1"/>
                  </a:lnTo>
                  <a:cubicBezTo>
                    <a:pt x="2048" y="1144"/>
                    <a:pt x="0" y="3978"/>
                    <a:pt x="0" y="7241"/>
                  </a:cubicBezTo>
                  <a:cubicBezTo>
                    <a:pt x="0" y="11527"/>
                    <a:pt x="3477" y="15052"/>
                    <a:pt x="7787" y="15052"/>
                  </a:cubicBezTo>
                  <a:cubicBezTo>
                    <a:pt x="11098" y="15052"/>
                    <a:pt x="13908" y="12980"/>
                    <a:pt x="15027" y="10098"/>
                  </a:cubicBezTo>
                  <a:lnTo>
                    <a:pt x="15027" y="10098"/>
                  </a:lnTo>
                  <a:cubicBezTo>
                    <a:pt x="14170" y="10456"/>
                    <a:pt x="13217" y="10670"/>
                    <a:pt x="12193" y="10670"/>
                  </a:cubicBezTo>
                  <a:cubicBezTo>
                    <a:pt x="7883" y="10670"/>
                    <a:pt x="4406" y="7193"/>
                    <a:pt x="4406" y="2859"/>
                  </a:cubicBezTo>
                  <a:cubicBezTo>
                    <a:pt x="4406" y="1859"/>
                    <a:pt x="4620" y="906"/>
                    <a:pt x="4930" y="1"/>
                  </a:cubicBezTo>
                  <a:close/>
                </a:path>
              </a:pathLst>
            </a:custGeom>
            <a:solidFill>
              <a:srgbClr val="000000">
                <a:alpha val="84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5" name="Google Shape;2415;p38"/>
            <p:cNvSpPr/>
            <p:nvPr/>
          </p:nvSpPr>
          <p:spPr>
            <a:xfrm>
              <a:off x="1219900" y="3914065"/>
              <a:ext cx="18051" cy="18050"/>
            </a:xfrm>
            <a:custGeom>
              <a:avLst/>
              <a:gdLst/>
              <a:ahLst/>
              <a:cxnLst/>
              <a:rect l="l" t="t" r="r" b="b"/>
              <a:pathLst>
                <a:path w="12385" h="12384" extrusionOk="0">
                  <a:moveTo>
                    <a:pt x="6193" y="0"/>
                  </a:moveTo>
                  <a:cubicBezTo>
                    <a:pt x="2787" y="0"/>
                    <a:pt x="1" y="2787"/>
                    <a:pt x="1" y="6192"/>
                  </a:cubicBezTo>
                  <a:cubicBezTo>
                    <a:pt x="1" y="9621"/>
                    <a:pt x="2787" y="12384"/>
                    <a:pt x="6193" y="12384"/>
                  </a:cubicBezTo>
                  <a:cubicBezTo>
                    <a:pt x="9622" y="12384"/>
                    <a:pt x="12384" y="9621"/>
                    <a:pt x="12384" y="6192"/>
                  </a:cubicBezTo>
                  <a:cubicBezTo>
                    <a:pt x="12384" y="2787"/>
                    <a:pt x="9622" y="0"/>
                    <a:pt x="6193" y="0"/>
                  </a:cubicBezTo>
                  <a:close/>
                </a:path>
              </a:pathLst>
            </a:custGeom>
            <a:solidFill>
              <a:srgbClr val="FF89A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6" name="Google Shape;2416;p38"/>
            <p:cNvSpPr/>
            <p:nvPr/>
          </p:nvSpPr>
          <p:spPr>
            <a:xfrm>
              <a:off x="1198207" y="3949261"/>
              <a:ext cx="26381" cy="26381"/>
            </a:xfrm>
            <a:custGeom>
              <a:avLst/>
              <a:gdLst/>
              <a:ahLst/>
              <a:cxnLst/>
              <a:rect l="l" t="t" r="r" b="b"/>
              <a:pathLst>
                <a:path w="18100" h="18100" extrusionOk="0">
                  <a:moveTo>
                    <a:pt x="9050" y="0"/>
                  </a:moveTo>
                  <a:cubicBezTo>
                    <a:pt x="4049" y="0"/>
                    <a:pt x="1" y="4049"/>
                    <a:pt x="1" y="9050"/>
                  </a:cubicBezTo>
                  <a:cubicBezTo>
                    <a:pt x="1" y="14051"/>
                    <a:pt x="4049" y="18099"/>
                    <a:pt x="9050" y="18099"/>
                  </a:cubicBezTo>
                  <a:cubicBezTo>
                    <a:pt x="14051" y="18099"/>
                    <a:pt x="18100" y="14051"/>
                    <a:pt x="18100" y="9050"/>
                  </a:cubicBezTo>
                  <a:cubicBezTo>
                    <a:pt x="18100" y="4049"/>
                    <a:pt x="14051" y="0"/>
                    <a:pt x="9050" y="0"/>
                  </a:cubicBezTo>
                  <a:close/>
                </a:path>
              </a:pathLst>
            </a:custGeom>
            <a:solidFill>
              <a:srgbClr val="FF89A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7" name="Google Shape;2417;p38"/>
            <p:cNvSpPr/>
            <p:nvPr/>
          </p:nvSpPr>
          <p:spPr>
            <a:xfrm>
              <a:off x="1198207" y="3950475"/>
              <a:ext cx="25132" cy="25132"/>
            </a:xfrm>
            <a:custGeom>
              <a:avLst/>
              <a:gdLst/>
              <a:ahLst/>
              <a:cxnLst/>
              <a:rect l="l" t="t" r="r" b="b"/>
              <a:pathLst>
                <a:path w="17243" h="17243" extrusionOk="0">
                  <a:moveTo>
                    <a:pt x="5240" y="1"/>
                  </a:moveTo>
                  <a:lnTo>
                    <a:pt x="5240" y="1"/>
                  </a:lnTo>
                  <a:cubicBezTo>
                    <a:pt x="2144" y="1430"/>
                    <a:pt x="1" y="4573"/>
                    <a:pt x="1" y="8193"/>
                  </a:cubicBezTo>
                  <a:cubicBezTo>
                    <a:pt x="1" y="13194"/>
                    <a:pt x="4049" y="17242"/>
                    <a:pt x="9050" y="17242"/>
                  </a:cubicBezTo>
                  <a:cubicBezTo>
                    <a:pt x="12694" y="17242"/>
                    <a:pt x="15814" y="15099"/>
                    <a:pt x="17243" y="12003"/>
                  </a:cubicBezTo>
                  <a:lnTo>
                    <a:pt x="17243" y="12003"/>
                  </a:lnTo>
                  <a:cubicBezTo>
                    <a:pt x="16076" y="12575"/>
                    <a:pt x="14790" y="12860"/>
                    <a:pt x="13456" y="12860"/>
                  </a:cubicBezTo>
                  <a:cubicBezTo>
                    <a:pt x="8455" y="12860"/>
                    <a:pt x="4407" y="8812"/>
                    <a:pt x="4407" y="3811"/>
                  </a:cubicBezTo>
                  <a:cubicBezTo>
                    <a:pt x="4407" y="2454"/>
                    <a:pt x="4716" y="1168"/>
                    <a:pt x="5240" y="1"/>
                  </a:cubicBezTo>
                  <a:close/>
                </a:path>
              </a:pathLst>
            </a:custGeom>
            <a:solidFill>
              <a:srgbClr val="000000">
                <a:alpha val="84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8" name="Google Shape;2418;p38"/>
            <p:cNvSpPr/>
            <p:nvPr/>
          </p:nvSpPr>
          <p:spPr>
            <a:xfrm>
              <a:off x="1203101" y="3992960"/>
              <a:ext cx="70428" cy="25617"/>
            </a:xfrm>
            <a:custGeom>
              <a:avLst/>
              <a:gdLst/>
              <a:ahLst/>
              <a:cxnLst/>
              <a:rect l="l" t="t" r="r" b="b"/>
              <a:pathLst>
                <a:path w="48321" h="17576" extrusionOk="0">
                  <a:moveTo>
                    <a:pt x="8788" y="0"/>
                  </a:moveTo>
                  <a:cubicBezTo>
                    <a:pt x="3930" y="0"/>
                    <a:pt x="1" y="3930"/>
                    <a:pt x="1" y="8788"/>
                  </a:cubicBezTo>
                  <a:cubicBezTo>
                    <a:pt x="1" y="13646"/>
                    <a:pt x="3930" y="17575"/>
                    <a:pt x="8788" y="17575"/>
                  </a:cubicBezTo>
                  <a:lnTo>
                    <a:pt x="39533" y="17575"/>
                  </a:lnTo>
                  <a:cubicBezTo>
                    <a:pt x="44391" y="17575"/>
                    <a:pt x="48320" y="13646"/>
                    <a:pt x="48320" y="8788"/>
                  </a:cubicBezTo>
                  <a:cubicBezTo>
                    <a:pt x="48320" y="3930"/>
                    <a:pt x="44391" y="0"/>
                    <a:pt x="39533" y="0"/>
                  </a:cubicBezTo>
                  <a:close/>
                </a:path>
              </a:pathLst>
            </a:custGeom>
            <a:solidFill>
              <a:srgbClr val="00B2B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9" name="Google Shape;2419;p38"/>
            <p:cNvSpPr/>
            <p:nvPr/>
          </p:nvSpPr>
          <p:spPr>
            <a:xfrm>
              <a:off x="1167629" y="4135754"/>
              <a:ext cx="141338" cy="82576"/>
            </a:xfrm>
            <a:custGeom>
              <a:avLst/>
              <a:gdLst/>
              <a:ahLst/>
              <a:cxnLst/>
              <a:rect l="l" t="t" r="r" b="b"/>
              <a:pathLst>
                <a:path w="96973" h="56656" extrusionOk="0">
                  <a:moveTo>
                    <a:pt x="67729" y="6573"/>
                  </a:moveTo>
                  <a:lnTo>
                    <a:pt x="89400" y="44081"/>
                  </a:lnTo>
                  <a:cubicBezTo>
                    <a:pt x="90352" y="45843"/>
                    <a:pt x="89781" y="47320"/>
                    <a:pt x="89352" y="48082"/>
                  </a:cubicBezTo>
                  <a:cubicBezTo>
                    <a:pt x="88947" y="48820"/>
                    <a:pt x="87900" y="50059"/>
                    <a:pt x="85899" y="50059"/>
                  </a:cubicBezTo>
                  <a:lnTo>
                    <a:pt x="11122" y="50059"/>
                  </a:lnTo>
                  <a:cubicBezTo>
                    <a:pt x="9145" y="50059"/>
                    <a:pt x="8097" y="48820"/>
                    <a:pt x="7669" y="48082"/>
                  </a:cubicBezTo>
                  <a:cubicBezTo>
                    <a:pt x="7264" y="47320"/>
                    <a:pt x="6668" y="45820"/>
                    <a:pt x="7669" y="44081"/>
                  </a:cubicBezTo>
                  <a:lnTo>
                    <a:pt x="29340" y="6573"/>
                  </a:lnTo>
                  <a:close/>
                  <a:moveTo>
                    <a:pt x="27387" y="1"/>
                  </a:moveTo>
                  <a:cubicBezTo>
                    <a:pt x="26220" y="1"/>
                    <a:pt x="25125" y="620"/>
                    <a:pt x="24529" y="1644"/>
                  </a:cubicBezTo>
                  <a:lnTo>
                    <a:pt x="2025" y="40604"/>
                  </a:lnTo>
                  <a:cubicBezTo>
                    <a:pt x="215" y="43724"/>
                    <a:pt x="0" y="47606"/>
                    <a:pt x="1596" y="50821"/>
                  </a:cubicBezTo>
                  <a:cubicBezTo>
                    <a:pt x="3453" y="54440"/>
                    <a:pt x="7026" y="56655"/>
                    <a:pt x="11074" y="56655"/>
                  </a:cubicBezTo>
                  <a:lnTo>
                    <a:pt x="85899" y="56655"/>
                  </a:lnTo>
                  <a:cubicBezTo>
                    <a:pt x="89710" y="56655"/>
                    <a:pt x="93139" y="54678"/>
                    <a:pt x="95068" y="51344"/>
                  </a:cubicBezTo>
                  <a:cubicBezTo>
                    <a:pt x="96973" y="48034"/>
                    <a:pt x="96973" y="44081"/>
                    <a:pt x="95068" y="40771"/>
                  </a:cubicBezTo>
                  <a:lnTo>
                    <a:pt x="72444" y="1596"/>
                  </a:lnTo>
                  <a:cubicBezTo>
                    <a:pt x="71849" y="620"/>
                    <a:pt x="70777" y="1"/>
                    <a:pt x="69586"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0" name="Google Shape;2420;p38"/>
            <p:cNvSpPr/>
            <p:nvPr/>
          </p:nvSpPr>
          <p:spPr>
            <a:xfrm>
              <a:off x="1206226" y="4171365"/>
              <a:ext cx="9650" cy="14616"/>
            </a:xfrm>
            <a:custGeom>
              <a:avLst/>
              <a:gdLst/>
              <a:ahLst/>
              <a:cxnLst/>
              <a:rect l="l" t="t" r="r" b="b"/>
              <a:pathLst>
                <a:path w="6621" h="10028" extrusionOk="0">
                  <a:moveTo>
                    <a:pt x="3316" y="1"/>
                  </a:moveTo>
                  <a:cubicBezTo>
                    <a:pt x="3181" y="1"/>
                    <a:pt x="3044" y="9"/>
                    <a:pt x="2905" y="25"/>
                  </a:cubicBezTo>
                  <a:cubicBezTo>
                    <a:pt x="1238" y="239"/>
                    <a:pt x="0" y="1764"/>
                    <a:pt x="0" y="3454"/>
                  </a:cubicBezTo>
                  <a:lnTo>
                    <a:pt x="0" y="6622"/>
                  </a:lnTo>
                  <a:cubicBezTo>
                    <a:pt x="0" y="8312"/>
                    <a:pt x="1238" y="9789"/>
                    <a:pt x="2905" y="10003"/>
                  </a:cubicBezTo>
                  <a:cubicBezTo>
                    <a:pt x="3041" y="10020"/>
                    <a:pt x="3175" y="10028"/>
                    <a:pt x="3308" y="10028"/>
                  </a:cubicBezTo>
                  <a:cubicBezTo>
                    <a:pt x="5112" y="10028"/>
                    <a:pt x="6620" y="8560"/>
                    <a:pt x="6620" y="6741"/>
                  </a:cubicBezTo>
                  <a:lnTo>
                    <a:pt x="6620" y="3311"/>
                  </a:lnTo>
                  <a:cubicBezTo>
                    <a:pt x="6620" y="1470"/>
                    <a:pt x="5153" y="1"/>
                    <a:pt x="3316"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1" name="Google Shape;2421;p38"/>
            <p:cNvSpPr/>
            <p:nvPr/>
          </p:nvSpPr>
          <p:spPr>
            <a:xfrm>
              <a:off x="1261310" y="4171422"/>
              <a:ext cx="9615" cy="14559"/>
            </a:xfrm>
            <a:custGeom>
              <a:avLst/>
              <a:gdLst/>
              <a:ahLst/>
              <a:cxnLst/>
              <a:rect l="l" t="t" r="r" b="b"/>
              <a:pathLst>
                <a:path w="6597" h="9989" extrusionOk="0">
                  <a:moveTo>
                    <a:pt x="3246" y="0"/>
                  </a:moveTo>
                  <a:cubicBezTo>
                    <a:pt x="1436" y="0"/>
                    <a:pt x="1" y="1495"/>
                    <a:pt x="1" y="3272"/>
                  </a:cubicBezTo>
                  <a:lnTo>
                    <a:pt x="1" y="6583"/>
                  </a:lnTo>
                  <a:cubicBezTo>
                    <a:pt x="1" y="8273"/>
                    <a:pt x="1215" y="9750"/>
                    <a:pt x="2882" y="9964"/>
                  </a:cubicBezTo>
                  <a:cubicBezTo>
                    <a:pt x="3019" y="9981"/>
                    <a:pt x="3155" y="9989"/>
                    <a:pt x="3289" y="9989"/>
                  </a:cubicBezTo>
                  <a:cubicBezTo>
                    <a:pt x="5109" y="9989"/>
                    <a:pt x="6597" y="8521"/>
                    <a:pt x="6597" y="6702"/>
                  </a:cubicBezTo>
                  <a:lnTo>
                    <a:pt x="6597" y="3415"/>
                  </a:lnTo>
                  <a:cubicBezTo>
                    <a:pt x="6597" y="1725"/>
                    <a:pt x="5383" y="224"/>
                    <a:pt x="3716" y="34"/>
                  </a:cubicBezTo>
                  <a:cubicBezTo>
                    <a:pt x="3557" y="11"/>
                    <a:pt x="3400" y="0"/>
                    <a:pt x="3246"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2" name="Google Shape;2422;p38"/>
            <p:cNvSpPr/>
            <p:nvPr/>
          </p:nvSpPr>
          <p:spPr>
            <a:xfrm>
              <a:off x="1226184" y="4176025"/>
              <a:ext cx="24263" cy="12628"/>
            </a:xfrm>
            <a:custGeom>
              <a:avLst/>
              <a:gdLst/>
              <a:ahLst/>
              <a:cxnLst/>
              <a:rect l="l" t="t" r="r" b="b"/>
              <a:pathLst>
                <a:path w="16647" h="8664" extrusionOk="0">
                  <a:moveTo>
                    <a:pt x="3708" y="1"/>
                  </a:moveTo>
                  <a:cubicBezTo>
                    <a:pt x="2936" y="1"/>
                    <a:pt x="2158" y="272"/>
                    <a:pt x="1525" y="829"/>
                  </a:cubicBezTo>
                  <a:cubicBezTo>
                    <a:pt x="167" y="2020"/>
                    <a:pt x="0" y="4091"/>
                    <a:pt x="1239" y="5473"/>
                  </a:cubicBezTo>
                  <a:cubicBezTo>
                    <a:pt x="3025" y="7497"/>
                    <a:pt x="5597" y="8664"/>
                    <a:pt x="8383" y="8664"/>
                  </a:cubicBezTo>
                  <a:cubicBezTo>
                    <a:pt x="11146" y="8664"/>
                    <a:pt x="13741" y="7497"/>
                    <a:pt x="15527" y="5473"/>
                  </a:cubicBezTo>
                  <a:cubicBezTo>
                    <a:pt x="16647" y="4091"/>
                    <a:pt x="16528" y="2020"/>
                    <a:pt x="15170" y="829"/>
                  </a:cubicBezTo>
                  <a:cubicBezTo>
                    <a:pt x="14534" y="281"/>
                    <a:pt x="13752" y="10"/>
                    <a:pt x="12977" y="10"/>
                  </a:cubicBezTo>
                  <a:cubicBezTo>
                    <a:pt x="12068" y="10"/>
                    <a:pt x="11169" y="382"/>
                    <a:pt x="10526" y="1115"/>
                  </a:cubicBezTo>
                  <a:cubicBezTo>
                    <a:pt x="10002" y="1710"/>
                    <a:pt x="9217" y="2043"/>
                    <a:pt x="8335" y="2043"/>
                  </a:cubicBezTo>
                  <a:cubicBezTo>
                    <a:pt x="7478" y="2043"/>
                    <a:pt x="6668" y="1710"/>
                    <a:pt x="6168" y="1115"/>
                  </a:cubicBezTo>
                  <a:cubicBezTo>
                    <a:pt x="5523" y="380"/>
                    <a:pt x="4620" y="1"/>
                    <a:pt x="3708"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3" name="Google Shape;2423;p38"/>
            <p:cNvSpPr/>
            <p:nvPr/>
          </p:nvSpPr>
          <p:spPr>
            <a:xfrm>
              <a:off x="1147566" y="3987789"/>
              <a:ext cx="181358" cy="249145"/>
            </a:xfrm>
            <a:custGeom>
              <a:avLst/>
              <a:gdLst/>
              <a:ahLst/>
              <a:cxnLst/>
              <a:rect l="l" t="t" r="r" b="b"/>
              <a:pathLst>
                <a:path w="124431" h="170940" extrusionOk="0">
                  <a:moveTo>
                    <a:pt x="77350" y="6644"/>
                  </a:moveTo>
                  <a:cubicBezTo>
                    <a:pt x="80208" y="6644"/>
                    <a:pt x="82732" y="8764"/>
                    <a:pt x="82994" y="11622"/>
                  </a:cubicBezTo>
                  <a:cubicBezTo>
                    <a:pt x="83304" y="14860"/>
                    <a:pt x="80732" y="17599"/>
                    <a:pt x="77541" y="17599"/>
                  </a:cubicBezTo>
                  <a:lnTo>
                    <a:pt x="46987" y="17599"/>
                  </a:lnTo>
                  <a:cubicBezTo>
                    <a:pt x="43795" y="17599"/>
                    <a:pt x="41223" y="14860"/>
                    <a:pt x="41509" y="11622"/>
                  </a:cubicBezTo>
                  <a:cubicBezTo>
                    <a:pt x="41771" y="8764"/>
                    <a:pt x="44296" y="6644"/>
                    <a:pt x="47201" y="6644"/>
                  </a:cubicBezTo>
                  <a:close/>
                  <a:moveTo>
                    <a:pt x="46867" y="0"/>
                  </a:moveTo>
                  <a:cubicBezTo>
                    <a:pt x="40533" y="0"/>
                    <a:pt x="35008" y="4763"/>
                    <a:pt x="34484" y="11121"/>
                  </a:cubicBezTo>
                  <a:cubicBezTo>
                    <a:pt x="33936" y="17146"/>
                    <a:pt x="37866" y="22362"/>
                    <a:pt x="43343" y="23910"/>
                  </a:cubicBezTo>
                  <a:lnTo>
                    <a:pt x="43343" y="50058"/>
                  </a:lnTo>
                  <a:cubicBezTo>
                    <a:pt x="43343" y="61989"/>
                    <a:pt x="40199" y="73753"/>
                    <a:pt x="34222" y="84065"/>
                  </a:cubicBezTo>
                  <a:lnTo>
                    <a:pt x="4287" y="135694"/>
                  </a:lnTo>
                  <a:cubicBezTo>
                    <a:pt x="1" y="143077"/>
                    <a:pt x="1" y="151864"/>
                    <a:pt x="4263" y="159199"/>
                  </a:cubicBezTo>
                  <a:cubicBezTo>
                    <a:pt x="8526" y="166558"/>
                    <a:pt x="16147" y="170940"/>
                    <a:pt x="24625" y="170940"/>
                  </a:cubicBezTo>
                  <a:lnTo>
                    <a:pt x="99378" y="170940"/>
                  </a:lnTo>
                  <a:cubicBezTo>
                    <a:pt x="107571" y="170940"/>
                    <a:pt x="115334" y="166867"/>
                    <a:pt x="119645" y="159890"/>
                  </a:cubicBezTo>
                  <a:cubicBezTo>
                    <a:pt x="124288" y="152388"/>
                    <a:pt x="124431" y="143315"/>
                    <a:pt x="120073" y="135718"/>
                  </a:cubicBezTo>
                  <a:lnTo>
                    <a:pt x="108571" y="115809"/>
                  </a:lnTo>
                  <a:cubicBezTo>
                    <a:pt x="107969" y="114757"/>
                    <a:pt x="106834" y="114090"/>
                    <a:pt x="105656" y="114090"/>
                  </a:cubicBezTo>
                  <a:cubicBezTo>
                    <a:pt x="105341" y="114090"/>
                    <a:pt x="105024" y="114137"/>
                    <a:pt x="104713" y="114238"/>
                  </a:cubicBezTo>
                  <a:cubicBezTo>
                    <a:pt x="102617" y="114904"/>
                    <a:pt x="101784" y="117238"/>
                    <a:pt x="102832" y="119024"/>
                  </a:cubicBezTo>
                  <a:lnTo>
                    <a:pt x="114262" y="138790"/>
                  </a:lnTo>
                  <a:cubicBezTo>
                    <a:pt x="117215" y="143886"/>
                    <a:pt x="117454" y="150197"/>
                    <a:pt x="114667" y="155389"/>
                  </a:cubicBezTo>
                  <a:cubicBezTo>
                    <a:pt x="111690" y="160985"/>
                    <a:pt x="106070" y="164367"/>
                    <a:pt x="99759" y="164367"/>
                  </a:cubicBezTo>
                  <a:lnTo>
                    <a:pt x="25077" y="164367"/>
                  </a:lnTo>
                  <a:cubicBezTo>
                    <a:pt x="19171" y="164367"/>
                    <a:pt x="13551" y="161438"/>
                    <a:pt x="10431" y="156413"/>
                  </a:cubicBezTo>
                  <a:cubicBezTo>
                    <a:pt x="7073" y="151031"/>
                    <a:pt x="6978" y="144434"/>
                    <a:pt x="10122" y="139005"/>
                  </a:cubicBezTo>
                  <a:lnTo>
                    <a:pt x="40009" y="87256"/>
                  </a:lnTo>
                  <a:cubicBezTo>
                    <a:pt x="41200" y="85184"/>
                    <a:pt x="42319" y="83065"/>
                    <a:pt x="43295" y="80897"/>
                  </a:cubicBezTo>
                  <a:lnTo>
                    <a:pt x="58870" y="80897"/>
                  </a:lnTo>
                  <a:cubicBezTo>
                    <a:pt x="60561" y="80897"/>
                    <a:pt x="62037" y="79659"/>
                    <a:pt x="62252" y="77992"/>
                  </a:cubicBezTo>
                  <a:cubicBezTo>
                    <a:pt x="62490" y="76016"/>
                    <a:pt x="60942" y="74277"/>
                    <a:pt x="58989" y="74277"/>
                  </a:cubicBezTo>
                  <a:lnTo>
                    <a:pt x="45915" y="74277"/>
                  </a:lnTo>
                  <a:cubicBezTo>
                    <a:pt x="46486" y="72682"/>
                    <a:pt x="46963" y="71062"/>
                    <a:pt x="47391" y="69467"/>
                  </a:cubicBezTo>
                  <a:lnTo>
                    <a:pt x="58870" y="69467"/>
                  </a:lnTo>
                  <a:cubicBezTo>
                    <a:pt x="60561" y="69467"/>
                    <a:pt x="62037" y="68228"/>
                    <a:pt x="62252" y="66561"/>
                  </a:cubicBezTo>
                  <a:cubicBezTo>
                    <a:pt x="62490" y="64585"/>
                    <a:pt x="60942" y="62846"/>
                    <a:pt x="58989" y="62846"/>
                  </a:cubicBezTo>
                  <a:lnTo>
                    <a:pt x="48892" y="62846"/>
                  </a:lnTo>
                  <a:cubicBezTo>
                    <a:pt x="49154" y="61251"/>
                    <a:pt x="49392" y="59631"/>
                    <a:pt x="49582" y="58036"/>
                  </a:cubicBezTo>
                  <a:lnTo>
                    <a:pt x="58775" y="58036"/>
                  </a:lnTo>
                  <a:cubicBezTo>
                    <a:pt x="60466" y="58036"/>
                    <a:pt x="61966" y="56797"/>
                    <a:pt x="62156" y="55130"/>
                  </a:cubicBezTo>
                  <a:cubicBezTo>
                    <a:pt x="62395" y="53154"/>
                    <a:pt x="60847" y="51415"/>
                    <a:pt x="58894" y="51415"/>
                  </a:cubicBezTo>
                  <a:lnTo>
                    <a:pt x="49892" y="51415"/>
                  </a:lnTo>
                  <a:cubicBezTo>
                    <a:pt x="49892" y="50963"/>
                    <a:pt x="49940" y="50487"/>
                    <a:pt x="49940" y="50058"/>
                  </a:cubicBezTo>
                  <a:lnTo>
                    <a:pt x="49940" y="46605"/>
                  </a:lnTo>
                  <a:lnTo>
                    <a:pt x="58775" y="46605"/>
                  </a:lnTo>
                  <a:cubicBezTo>
                    <a:pt x="60466" y="46605"/>
                    <a:pt x="61966" y="45366"/>
                    <a:pt x="62156" y="43699"/>
                  </a:cubicBezTo>
                  <a:cubicBezTo>
                    <a:pt x="62395" y="41723"/>
                    <a:pt x="60847" y="39984"/>
                    <a:pt x="58894" y="39984"/>
                  </a:cubicBezTo>
                  <a:lnTo>
                    <a:pt x="49940" y="39984"/>
                  </a:lnTo>
                  <a:lnTo>
                    <a:pt x="49940" y="35174"/>
                  </a:lnTo>
                  <a:lnTo>
                    <a:pt x="59584" y="35174"/>
                  </a:lnTo>
                  <a:cubicBezTo>
                    <a:pt x="60942" y="35174"/>
                    <a:pt x="62228" y="34364"/>
                    <a:pt x="62728" y="33102"/>
                  </a:cubicBezTo>
                  <a:cubicBezTo>
                    <a:pt x="63776" y="30578"/>
                    <a:pt x="61918" y="28149"/>
                    <a:pt x="59513" y="28149"/>
                  </a:cubicBezTo>
                  <a:lnTo>
                    <a:pt x="49963" y="28149"/>
                  </a:lnTo>
                  <a:lnTo>
                    <a:pt x="49963" y="24172"/>
                  </a:lnTo>
                  <a:lnTo>
                    <a:pt x="74540" y="24172"/>
                  </a:lnTo>
                  <a:lnTo>
                    <a:pt x="74540" y="49891"/>
                  </a:lnTo>
                  <a:cubicBezTo>
                    <a:pt x="74540" y="62989"/>
                    <a:pt x="77993" y="75920"/>
                    <a:pt x="84542" y="87256"/>
                  </a:cubicBezTo>
                  <a:lnTo>
                    <a:pt x="96306" y="107593"/>
                  </a:lnTo>
                  <a:cubicBezTo>
                    <a:pt x="96927" y="108646"/>
                    <a:pt x="98052" y="109313"/>
                    <a:pt x="99236" y="109313"/>
                  </a:cubicBezTo>
                  <a:cubicBezTo>
                    <a:pt x="99552" y="109313"/>
                    <a:pt x="99872" y="109265"/>
                    <a:pt x="100188" y="109165"/>
                  </a:cubicBezTo>
                  <a:cubicBezTo>
                    <a:pt x="102260" y="108475"/>
                    <a:pt x="103093" y="106165"/>
                    <a:pt x="102046" y="104378"/>
                  </a:cubicBezTo>
                  <a:lnTo>
                    <a:pt x="90257" y="83946"/>
                  </a:lnTo>
                  <a:cubicBezTo>
                    <a:pt x="84280" y="73634"/>
                    <a:pt x="81137" y="61846"/>
                    <a:pt x="81137" y="49891"/>
                  </a:cubicBezTo>
                  <a:lnTo>
                    <a:pt x="81137" y="23910"/>
                  </a:lnTo>
                  <a:cubicBezTo>
                    <a:pt x="86566" y="22386"/>
                    <a:pt x="90496" y="17146"/>
                    <a:pt x="89996" y="11121"/>
                  </a:cubicBezTo>
                  <a:cubicBezTo>
                    <a:pt x="89472" y="4763"/>
                    <a:pt x="83947" y="0"/>
                    <a:pt x="77612"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4" name="Google Shape;2424;p38"/>
            <p:cNvSpPr/>
            <p:nvPr/>
          </p:nvSpPr>
          <p:spPr>
            <a:xfrm>
              <a:off x="1246211" y="3928782"/>
              <a:ext cx="32281" cy="32281"/>
            </a:xfrm>
            <a:custGeom>
              <a:avLst/>
              <a:gdLst/>
              <a:ahLst/>
              <a:cxnLst/>
              <a:rect l="l" t="t" r="r" b="b"/>
              <a:pathLst>
                <a:path w="22148" h="22148" extrusionOk="0">
                  <a:moveTo>
                    <a:pt x="11074" y="6597"/>
                  </a:moveTo>
                  <a:cubicBezTo>
                    <a:pt x="13527" y="6597"/>
                    <a:pt x="15575" y="8621"/>
                    <a:pt x="15575" y="11074"/>
                  </a:cubicBezTo>
                  <a:cubicBezTo>
                    <a:pt x="15575" y="13551"/>
                    <a:pt x="13527" y="15575"/>
                    <a:pt x="11074" y="15575"/>
                  </a:cubicBezTo>
                  <a:cubicBezTo>
                    <a:pt x="8597" y="15575"/>
                    <a:pt x="6573" y="13551"/>
                    <a:pt x="6573" y="11074"/>
                  </a:cubicBezTo>
                  <a:cubicBezTo>
                    <a:pt x="6573" y="8621"/>
                    <a:pt x="8597" y="6597"/>
                    <a:pt x="11074" y="6597"/>
                  </a:cubicBezTo>
                  <a:close/>
                  <a:moveTo>
                    <a:pt x="11074" y="1"/>
                  </a:moveTo>
                  <a:cubicBezTo>
                    <a:pt x="4954" y="1"/>
                    <a:pt x="0" y="4978"/>
                    <a:pt x="0" y="11074"/>
                  </a:cubicBezTo>
                  <a:cubicBezTo>
                    <a:pt x="0" y="17195"/>
                    <a:pt x="4954" y="22148"/>
                    <a:pt x="11074" y="22148"/>
                  </a:cubicBezTo>
                  <a:cubicBezTo>
                    <a:pt x="17171" y="22148"/>
                    <a:pt x="22148" y="17195"/>
                    <a:pt x="22148" y="11074"/>
                  </a:cubicBezTo>
                  <a:cubicBezTo>
                    <a:pt x="22148" y="4978"/>
                    <a:pt x="17171" y="1"/>
                    <a:pt x="11074"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5" name="Google Shape;2425;p38"/>
            <p:cNvSpPr/>
            <p:nvPr/>
          </p:nvSpPr>
          <p:spPr>
            <a:xfrm>
              <a:off x="1215111" y="3909276"/>
              <a:ext cx="27665" cy="27665"/>
            </a:xfrm>
            <a:custGeom>
              <a:avLst/>
              <a:gdLst/>
              <a:ahLst/>
              <a:cxnLst/>
              <a:rect l="l" t="t" r="r" b="b"/>
              <a:pathLst>
                <a:path w="18981" h="18981" extrusionOk="0">
                  <a:moveTo>
                    <a:pt x="9479" y="6597"/>
                  </a:moveTo>
                  <a:cubicBezTo>
                    <a:pt x="11050" y="6597"/>
                    <a:pt x="12360" y="7906"/>
                    <a:pt x="12360" y="9478"/>
                  </a:cubicBezTo>
                  <a:cubicBezTo>
                    <a:pt x="12360" y="11098"/>
                    <a:pt x="11050" y="12383"/>
                    <a:pt x="9479" y="12383"/>
                  </a:cubicBezTo>
                  <a:cubicBezTo>
                    <a:pt x="7907" y="12383"/>
                    <a:pt x="6597" y="11074"/>
                    <a:pt x="6597" y="9478"/>
                  </a:cubicBezTo>
                  <a:cubicBezTo>
                    <a:pt x="6597" y="7883"/>
                    <a:pt x="7907" y="6597"/>
                    <a:pt x="9479" y="6597"/>
                  </a:cubicBezTo>
                  <a:close/>
                  <a:moveTo>
                    <a:pt x="9479" y="0"/>
                  </a:moveTo>
                  <a:cubicBezTo>
                    <a:pt x="4240" y="0"/>
                    <a:pt x="1" y="4263"/>
                    <a:pt x="1" y="9478"/>
                  </a:cubicBezTo>
                  <a:cubicBezTo>
                    <a:pt x="1" y="14741"/>
                    <a:pt x="4240" y="18980"/>
                    <a:pt x="9479" y="18980"/>
                  </a:cubicBezTo>
                  <a:cubicBezTo>
                    <a:pt x="14718" y="18956"/>
                    <a:pt x="18981" y="14693"/>
                    <a:pt x="18981" y="9478"/>
                  </a:cubicBezTo>
                  <a:cubicBezTo>
                    <a:pt x="18981" y="4263"/>
                    <a:pt x="14718" y="0"/>
                    <a:pt x="9479"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6" name="Google Shape;2426;p38"/>
            <p:cNvSpPr/>
            <p:nvPr/>
          </p:nvSpPr>
          <p:spPr>
            <a:xfrm>
              <a:off x="1193453" y="3944505"/>
              <a:ext cx="35926" cy="35926"/>
            </a:xfrm>
            <a:custGeom>
              <a:avLst/>
              <a:gdLst/>
              <a:ahLst/>
              <a:cxnLst/>
              <a:rect l="l" t="t" r="r" b="b"/>
              <a:pathLst>
                <a:path w="24649" h="24649" extrusionOk="0">
                  <a:moveTo>
                    <a:pt x="12312" y="6573"/>
                  </a:moveTo>
                  <a:cubicBezTo>
                    <a:pt x="15480" y="6573"/>
                    <a:pt x="18052" y="9145"/>
                    <a:pt x="18052" y="12313"/>
                  </a:cubicBezTo>
                  <a:cubicBezTo>
                    <a:pt x="18052" y="15480"/>
                    <a:pt x="15480" y="18076"/>
                    <a:pt x="12312" y="18076"/>
                  </a:cubicBezTo>
                  <a:cubicBezTo>
                    <a:pt x="9169" y="18076"/>
                    <a:pt x="6573" y="15480"/>
                    <a:pt x="6573" y="12313"/>
                  </a:cubicBezTo>
                  <a:cubicBezTo>
                    <a:pt x="6573" y="9169"/>
                    <a:pt x="9169" y="6573"/>
                    <a:pt x="12312" y="6573"/>
                  </a:cubicBezTo>
                  <a:close/>
                  <a:moveTo>
                    <a:pt x="12312" y="1"/>
                  </a:moveTo>
                  <a:cubicBezTo>
                    <a:pt x="5525" y="1"/>
                    <a:pt x="0" y="5502"/>
                    <a:pt x="0" y="12313"/>
                  </a:cubicBezTo>
                  <a:cubicBezTo>
                    <a:pt x="0" y="19100"/>
                    <a:pt x="5525" y="24648"/>
                    <a:pt x="12312" y="24648"/>
                  </a:cubicBezTo>
                  <a:cubicBezTo>
                    <a:pt x="19100" y="24648"/>
                    <a:pt x="24648" y="19100"/>
                    <a:pt x="24648" y="12313"/>
                  </a:cubicBezTo>
                  <a:cubicBezTo>
                    <a:pt x="24648" y="5526"/>
                    <a:pt x="19100" y="1"/>
                    <a:pt x="12312"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2427" name="Google Shape;2427;p38"/>
          <p:cNvCxnSpPr>
            <a:stCxn id="2346" idx="4"/>
          </p:cNvCxnSpPr>
          <p:nvPr/>
        </p:nvCxnSpPr>
        <p:spPr>
          <a:xfrm>
            <a:off x="2319175" y="2032841"/>
            <a:ext cx="0" cy="861000"/>
          </a:xfrm>
          <a:prstGeom prst="straightConnector1">
            <a:avLst/>
          </a:prstGeom>
          <a:noFill/>
          <a:ln w="19050" cap="flat" cmpd="sng">
            <a:solidFill>
              <a:schemeClr val="dk1"/>
            </a:solidFill>
            <a:prstDash val="solid"/>
            <a:round/>
            <a:headEnd type="none" w="med" len="med"/>
            <a:tailEnd type="none" w="med" len="med"/>
          </a:ln>
        </p:spPr>
      </p:cxnSp>
      <p:cxnSp>
        <p:nvCxnSpPr>
          <p:cNvPr id="2428" name="Google Shape;2428;p38"/>
          <p:cNvCxnSpPr>
            <a:stCxn id="2347" idx="4"/>
            <a:endCxn id="2429" idx="0"/>
          </p:cNvCxnSpPr>
          <p:nvPr/>
        </p:nvCxnSpPr>
        <p:spPr>
          <a:xfrm>
            <a:off x="4571975" y="2032841"/>
            <a:ext cx="3300" cy="832200"/>
          </a:xfrm>
          <a:prstGeom prst="straightConnector1">
            <a:avLst/>
          </a:prstGeom>
          <a:noFill/>
          <a:ln w="19050" cap="flat" cmpd="sng">
            <a:solidFill>
              <a:schemeClr val="dk1"/>
            </a:solidFill>
            <a:prstDash val="solid"/>
            <a:round/>
            <a:headEnd type="none" w="med" len="med"/>
            <a:tailEnd type="none" w="med" len="med"/>
          </a:ln>
        </p:spPr>
      </p:cxnSp>
      <p:cxnSp>
        <p:nvCxnSpPr>
          <p:cNvPr id="2430" name="Google Shape;2430;p38"/>
          <p:cNvCxnSpPr>
            <a:stCxn id="2348" idx="4"/>
            <a:endCxn id="2431" idx="0"/>
          </p:cNvCxnSpPr>
          <p:nvPr/>
        </p:nvCxnSpPr>
        <p:spPr>
          <a:xfrm>
            <a:off x="6831338" y="2032841"/>
            <a:ext cx="0" cy="832200"/>
          </a:xfrm>
          <a:prstGeom prst="straightConnector1">
            <a:avLst/>
          </a:prstGeom>
          <a:noFill/>
          <a:ln w="19050" cap="flat" cmpd="sng">
            <a:solidFill>
              <a:schemeClr val="dk1"/>
            </a:solidFill>
            <a:prstDash val="solid"/>
            <a:round/>
            <a:headEnd type="none" w="med" len="med"/>
            <a:tailEnd type="none" w="med" len="med"/>
          </a:ln>
        </p:spPr>
      </p:cxnSp>
      <p:sp>
        <p:nvSpPr>
          <p:cNvPr id="2432" name="Google Shape;2432;p38"/>
          <p:cNvSpPr txBox="1"/>
          <p:nvPr/>
        </p:nvSpPr>
        <p:spPr>
          <a:xfrm>
            <a:off x="1326212" y="2865171"/>
            <a:ext cx="1986000" cy="336900"/>
          </a:xfrm>
          <a:prstGeom prst="rect">
            <a:avLst/>
          </a:prstGeom>
          <a:solidFill>
            <a:schemeClr val="accent4"/>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fr" sz="2000">
                <a:solidFill>
                  <a:srgbClr val="FFFFFF"/>
                </a:solidFill>
                <a:latin typeface="Barrio"/>
                <a:ea typeface="Barrio"/>
                <a:cs typeface="Barrio"/>
                <a:sym typeface="Barrio"/>
              </a:rPr>
              <a:t>Science</a:t>
            </a:r>
            <a:endParaRPr sz="2000">
              <a:solidFill>
                <a:srgbClr val="FFFFFF"/>
              </a:solidFill>
              <a:latin typeface="Barrio"/>
              <a:ea typeface="Barrio"/>
              <a:cs typeface="Barrio"/>
              <a:sym typeface="Barrio"/>
            </a:endParaRPr>
          </a:p>
        </p:txBody>
      </p:sp>
      <p:sp>
        <p:nvSpPr>
          <p:cNvPr id="2429" name="Google Shape;2429;p38"/>
          <p:cNvSpPr txBox="1"/>
          <p:nvPr/>
        </p:nvSpPr>
        <p:spPr>
          <a:xfrm>
            <a:off x="3582387" y="2865171"/>
            <a:ext cx="1986000" cy="336900"/>
          </a:xfrm>
          <a:prstGeom prst="rect">
            <a:avLst/>
          </a:prstGeom>
          <a:solidFill>
            <a:schemeClr val="dk2"/>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fr" sz="2000">
                <a:solidFill>
                  <a:srgbClr val="FFFFFF"/>
                </a:solidFill>
                <a:latin typeface="Barrio"/>
                <a:ea typeface="Barrio"/>
                <a:cs typeface="Barrio"/>
                <a:sym typeface="Barrio"/>
              </a:rPr>
              <a:t>MatHS</a:t>
            </a:r>
            <a:endParaRPr sz="2000">
              <a:solidFill>
                <a:srgbClr val="FFFFFF"/>
              </a:solidFill>
              <a:latin typeface="Barrio"/>
              <a:ea typeface="Barrio"/>
              <a:cs typeface="Barrio"/>
              <a:sym typeface="Barrio"/>
            </a:endParaRPr>
          </a:p>
        </p:txBody>
      </p:sp>
      <p:sp>
        <p:nvSpPr>
          <p:cNvPr id="2431" name="Google Shape;2431;p38"/>
          <p:cNvSpPr txBox="1"/>
          <p:nvPr/>
        </p:nvSpPr>
        <p:spPr>
          <a:xfrm>
            <a:off x="5838350" y="2865171"/>
            <a:ext cx="1986000" cy="336900"/>
          </a:xfrm>
          <a:prstGeom prst="rect">
            <a:avLst/>
          </a:prstGeom>
          <a:solidFill>
            <a:schemeClr val="accent2"/>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fr" sz="2000">
                <a:solidFill>
                  <a:srgbClr val="FFFFFF"/>
                </a:solidFill>
                <a:latin typeface="Barrio"/>
                <a:ea typeface="Barrio"/>
                <a:cs typeface="Barrio"/>
                <a:sym typeface="Barrio"/>
              </a:rPr>
              <a:t>Langue</a:t>
            </a:r>
            <a:endParaRPr sz="2000">
              <a:solidFill>
                <a:srgbClr val="FFFFFF"/>
              </a:solidFill>
              <a:latin typeface="Barrio"/>
              <a:ea typeface="Barrio"/>
              <a:cs typeface="Barrio"/>
              <a:sym typeface="Barrio"/>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436"/>
        <p:cNvGrpSpPr/>
        <p:nvPr/>
      </p:nvGrpSpPr>
      <p:grpSpPr>
        <a:xfrm>
          <a:off x="0" y="0"/>
          <a:ext cx="0" cy="0"/>
          <a:chOff x="0" y="0"/>
          <a:chExt cx="0" cy="0"/>
        </a:xfrm>
      </p:grpSpPr>
      <p:sp>
        <p:nvSpPr>
          <p:cNvPr id="2437" name="Google Shape;2437;p39"/>
          <p:cNvSpPr txBox="1">
            <a:spLocks noGrp="1"/>
          </p:cNvSpPr>
          <p:nvPr>
            <p:ph type="title"/>
          </p:nvPr>
        </p:nvSpPr>
        <p:spPr>
          <a:xfrm>
            <a:off x="904875" y="597425"/>
            <a:ext cx="7334400" cy="572700"/>
          </a:xfrm>
          <a:prstGeom prst="rect">
            <a:avLst/>
          </a:prstGeom>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fr"/>
              <a:t>NOTRE </a:t>
            </a:r>
            <a:r>
              <a:rPr lang="fr">
                <a:solidFill>
                  <a:schemeClr val="lt1"/>
                </a:solidFill>
              </a:rPr>
              <a:t>méthode </a:t>
            </a:r>
            <a:endParaRPr b="1">
              <a:solidFill>
                <a:schemeClr val="lt1"/>
              </a:solidFill>
            </a:endParaRPr>
          </a:p>
        </p:txBody>
      </p:sp>
      <p:sp>
        <p:nvSpPr>
          <p:cNvPr id="2438" name="Google Shape;2438;p39"/>
          <p:cNvSpPr/>
          <p:nvPr/>
        </p:nvSpPr>
        <p:spPr>
          <a:xfrm>
            <a:off x="3192461" y="1489572"/>
            <a:ext cx="886800" cy="886500"/>
          </a:xfrm>
          <a:prstGeom prst="rect">
            <a:avLst/>
          </a:prstGeom>
          <a:solidFill>
            <a:schemeClr val="accent3"/>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fr" sz="2000">
                <a:solidFill>
                  <a:srgbClr val="FFFFFF"/>
                </a:solidFill>
                <a:latin typeface="Barrio"/>
                <a:ea typeface="Barrio"/>
                <a:cs typeface="Barrio"/>
                <a:sym typeface="Barrio"/>
              </a:rPr>
              <a:t>ÉTAPE 01</a:t>
            </a:r>
            <a:endParaRPr sz="2000">
              <a:solidFill>
                <a:srgbClr val="FFFFFF"/>
              </a:solidFill>
              <a:latin typeface="Barrio"/>
              <a:ea typeface="Barrio"/>
              <a:cs typeface="Barrio"/>
              <a:sym typeface="Barrio"/>
            </a:endParaRPr>
          </a:p>
        </p:txBody>
      </p:sp>
      <p:sp>
        <p:nvSpPr>
          <p:cNvPr id="2439" name="Google Shape;2439;p39"/>
          <p:cNvSpPr/>
          <p:nvPr/>
        </p:nvSpPr>
        <p:spPr>
          <a:xfrm>
            <a:off x="3192489" y="3006975"/>
            <a:ext cx="886800" cy="886500"/>
          </a:xfrm>
          <a:prstGeom prst="rect">
            <a:avLst/>
          </a:prstGeom>
          <a:solidFill>
            <a:schemeClr val="accent3"/>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fr" sz="2000">
                <a:solidFill>
                  <a:srgbClr val="FFFFFF"/>
                </a:solidFill>
                <a:latin typeface="Barrio"/>
                <a:ea typeface="Barrio"/>
                <a:cs typeface="Barrio"/>
                <a:sym typeface="Barrio"/>
              </a:rPr>
              <a:t>ÉTAPE 03</a:t>
            </a:r>
            <a:endParaRPr sz="2000">
              <a:solidFill>
                <a:srgbClr val="FFFFFF"/>
              </a:solidFill>
              <a:latin typeface="Barrio"/>
              <a:ea typeface="Barrio"/>
              <a:cs typeface="Barrio"/>
              <a:sym typeface="Barrio"/>
            </a:endParaRPr>
          </a:p>
        </p:txBody>
      </p:sp>
      <p:sp>
        <p:nvSpPr>
          <p:cNvPr id="2440" name="Google Shape;2440;p39"/>
          <p:cNvSpPr/>
          <p:nvPr/>
        </p:nvSpPr>
        <p:spPr>
          <a:xfrm>
            <a:off x="5064789" y="1489572"/>
            <a:ext cx="886800" cy="886500"/>
          </a:xfrm>
          <a:prstGeom prst="rect">
            <a:avLst/>
          </a:prstGeom>
          <a:solidFill>
            <a:schemeClr val="accent3"/>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fr" sz="2000">
                <a:solidFill>
                  <a:srgbClr val="FFFFFF"/>
                </a:solidFill>
                <a:latin typeface="Barrio"/>
                <a:ea typeface="Barrio"/>
                <a:cs typeface="Barrio"/>
                <a:sym typeface="Barrio"/>
              </a:rPr>
              <a:t>ÉTAPE 02</a:t>
            </a:r>
            <a:endParaRPr sz="2000">
              <a:solidFill>
                <a:srgbClr val="FFFFFF"/>
              </a:solidFill>
              <a:latin typeface="Barrio"/>
              <a:ea typeface="Barrio"/>
              <a:cs typeface="Barrio"/>
              <a:sym typeface="Barrio"/>
            </a:endParaRPr>
          </a:p>
        </p:txBody>
      </p:sp>
      <p:sp>
        <p:nvSpPr>
          <p:cNvPr id="2441" name="Google Shape;2441;p39"/>
          <p:cNvSpPr/>
          <p:nvPr/>
        </p:nvSpPr>
        <p:spPr>
          <a:xfrm>
            <a:off x="5064789" y="3006947"/>
            <a:ext cx="886800" cy="886500"/>
          </a:xfrm>
          <a:prstGeom prst="rect">
            <a:avLst/>
          </a:prstGeom>
          <a:solidFill>
            <a:schemeClr val="accent3"/>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fr" sz="2000">
                <a:solidFill>
                  <a:srgbClr val="FFFFFF"/>
                </a:solidFill>
                <a:latin typeface="Barrio"/>
                <a:ea typeface="Barrio"/>
                <a:cs typeface="Barrio"/>
                <a:sym typeface="Barrio"/>
              </a:rPr>
              <a:t>ÉTAPE 04</a:t>
            </a:r>
            <a:endParaRPr sz="2000">
              <a:solidFill>
                <a:srgbClr val="FFFFFF"/>
              </a:solidFill>
              <a:latin typeface="Barrio"/>
              <a:ea typeface="Barrio"/>
              <a:cs typeface="Barrio"/>
              <a:sym typeface="Barrio"/>
            </a:endParaRPr>
          </a:p>
        </p:txBody>
      </p:sp>
      <p:cxnSp>
        <p:nvCxnSpPr>
          <p:cNvPr id="2442" name="Google Shape;2442;p39"/>
          <p:cNvCxnSpPr>
            <a:stCxn id="2438" idx="3"/>
            <a:endCxn id="2440" idx="1"/>
          </p:cNvCxnSpPr>
          <p:nvPr/>
        </p:nvCxnSpPr>
        <p:spPr>
          <a:xfrm>
            <a:off x="4079261" y="1932822"/>
            <a:ext cx="985500" cy="600"/>
          </a:xfrm>
          <a:prstGeom prst="bentConnector3">
            <a:avLst>
              <a:gd name="adj1" fmla="val 50001"/>
            </a:avLst>
          </a:prstGeom>
          <a:noFill/>
          <a:ln w="19050" cap="flat" cmpd="sng">
            <a:solidFill>
              <a:srgbClr val="181717"/>
            </a:solidFill>
            <a:prstDash val="solid"/>
            <a:round/>
            <a:headEnd type="oval" w="med" len="med"/>
            <a:tailEnd type="oval" w="med" len="med"/>
          </a:ln>
        </p:spPr>
      </p:cxnSp>
      <p:cxnSp>
        <p:nvCxnSpPr>
          <p:cNvPr id="2443" name="Google Shape;2443;p39"/>
          <p:cNvCxnSpPr>
            <a:stCxn id="2440" idx="2"/>
            <a:endCxn id="2439" idx="0"/>
          </p:cNvCxnSpPr>
          <p:nvPr/>
        </p:nvCxnSpPr>
        <p:spPr>
          <a:xfrm rot="5400000">
            <a:off x="4256589" y="1755372"/>
            <a:ext cx="630900" cy="1872300"/>
          </a:xfrm>
          <a:prstGeom prst="bentConnector3">
            <a:avLst>
              <a:gd name="adj1" fmla="val 50000"/>
            </a:avLst>
          </a:prstGeom>
          <a:noFill/>
          <a:ln w="19050" cap="flat" cmpd="sng">
            <a:solidFill>
              <a:srgbClr val="181717"/>
            </a:solidFill>
            <a:prstDash val="solid"/>
            <a:round/>
            <a:headEnd type="oval" w="med" len="med"/>
            <a:tailEnd type="oval" w="med" len="med"/>
          </a:ln>
        </p:spPr>
      </p:cxnSp>
      <p:cxnSp>
        <p:nvCxnSpPr>
          <p:cNvPr id="2444" name="Google Shape;2444;p39"/>
          <p:cNvCxnSpPr>
            <a:stCxn id="2439" idx="3"/>
            <a:endCxn id="2441" idx="1"/>
          </p:cNvCxnSpPr>
          <p:nvPr/>
        </p:nvCxnSpPr>
        <p:spPr>
          <a:xfrm>
            <a:off x="4079289" y="3450225"/>
            <a:ext cx="985500" cy="600"/>
          </a:xfrm>
          <a:prstGeom prst="bentConnector3">
            <a:avLst>
              <a:gd name="adj1" fmla="val 50000"/>
            </a:avLst>
          </a:prstGeom>
          <a:noFill/>
          <a:ln w="19050" cap="flat" cmpd="sng">
            <a:solidFill>
              <a:srgbClr val="181717"/>
            </a:solidFill>
            <a:prstDash val="solid"/>
            <a:round/>
            <a:headEnd type="oval" w="med" len="med"/>
            <a:tailEnd type="oval" w="med" len="med"/>
          </a:ln>
        </p:spPr>
      </p:cxnSp>
      <p:sp>
        <p:nvSpPr>
          <p:cNvPr id="2445" name="Google Shape;2445;p39"/>
          <p:cNvSpPr txBox="1"/>
          <p:nvPr/>
        </p:nvSpPr>
        <p:spPr>
          <a:xfrm flipH="1">
            <a:off x="960924" y="1631225"/>
            <a:ext cx="2115900" cy="6309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fr">
                <a:solidFill>
                  <a:schemeClr val="dk1"/>
                </a:solidFill>
                <a:latin typeface="Barlow"/>
                <a:ea typeface="Barlow"/>
                <a:cs typeface="Barlow"/>
                <a:sym typeface="Barlow"/>
              </a:rPr>
              <a:t>Vénus est la deuxième planète partant du Soleil</a:t>
            </a:r>
            <a:endParaRPr>
              <a:solidFill>
                <a:schemeClr val="dk1"/>
              </a:solidFill>
              <a:latin typeface="Barlow"/>
              <a:ea typeface="Barlow"/>
              <a:cs typeface="Barlow"/>
              <a:sym typeface="Barlow"/>
            </a:endParaRPr>
          </a:p>
        </p:txBody>
      </p:sp>
      <p:sp>
        <p:nvSpPr>
          <p:cNvPr id="2446" name="Google Shape;2446;p39"/>
          <p:cNvSpPr txBox="1"/>
          <p:nvPr/>
        </p:nvSpPr>
        <p:spPr>
          <a:xfrm flipH="1">
            <a:off x="960924" y="3148674"/>
            <a:ext cx="2115900" cy="6309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fr">
                <a:solidFill>
                  <a:schemeClr val="dk1"/>
                </a:solidFill>
                <a:latin typeface="Barlow"/>
                <a:ea typeface="Barlow"/>
                <a:cs typeface="Barlow"/>
                <a:sym typeface="Barlow"/>
              </a:rPr>
              <a:t>Malgré sa couleur rouge, Mars est froide</a:t>
            </a:r>
            <a:endParaRPr>
              <a:solidFill>
                <a:schemeClr val="dk1"/>
              </a:solidFill>
              <a:latin typeface="Barlow"/>
              <a:ea typeface="Barlow"/>
              <a:cs typeface="Barlow"/>
              <a:sym typeface="Barlow"/>
            </a:endParaRPr>
          </a:p>
        </p:txBody>
      </p:sp>
      <p:sp>
        <p:nvSpPr>
          <p:cNvPr id="2447" name="Google Shape;2447;p39"/>
          <p:cNvSpPr txBox="1"/>
          <p:nvPr/>
        </p:nvSpPr>
        <p:spPr>
          <a:xfrm flipH="1">
            <a:off x="6067326" y="1631150"/>
            <a:ext cx="2115900" cy="6309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fr">
                <a:solidFill>
                  <a:schemeClr val="dk1"/>
                </a:solidFill>
                <a:latin typeface="Barlow"/>
                <a:ea typeface="Barlow"/>
                <a:cs typeface="Barlow"/>
                <a:sym typeface="Barlow"/>
              </a:rPr>
              <a:t>Jupiter a été nommée d'après un dieu romain</a:t>
            </a:r>
            <a:endParaRPr>
              <a:solidFill>
                <a:schemeClr val="dk1"/>
              </a:solidFill>
              <a:latin typeface="Barlow"/>
              <a:ea typeface="Barlow"/>
              <a:cs typeface="Barlow"/>
              <a:sym typeface="Barlow"/>
            </a:endParaRPr>
          </a:p>
        </p:txBody>
      </p:sp>
      <p:sp>
        <p:nvSpPr>
          <p:cNvPr id="2448" name="Google Shape;2448;p39"/>
          <p:cNvSpPr txBox="1"/>
          <p:nvPr/>
        </p:nvSpPr>
        <p:spPr>
          <a:xfrm flipH="1">
            <a:off x="6067226" y="3148775"/>
            <a:ext cx="2115900" cy="6309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fr">
                <a:solidFill>
                  <a:schemeClr val="dk1"/>
                </a:solidFill>
                <a:latin typeface="Barlow"/>
                <a:ea typeface="Barlow"/>
                <a:cs typeface="Barlow"/>
                <a:sym typeface="Barlow"/>
              </a:rPr>
              <a:t>Saturne est composée d'hydrogène et d'hélium</a:t>
            </a:r>
            <a:endParaRPr>
              <a:solidFill>
                <a:schemeClr val="dk1"/>
              </a:solidFill>
              <a:latin typeface="Barlow"/>
              <a:ea typeface="Barlow"/>
              <a:cs typeface="Barlow"/>
              <a:sym typeface="Barlow"/>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452"/>
        <p:cNvGrpSpPr/>
        <p:nvPr/>
      </p:nvGrpSpPr>
      <p:grpSpPr>
        <a:xfrm>
          <a:off x="0" y="0"/>
          <a:ext cx="0" cy="0"/>
          <a:chOff x="0" y="0"/>
          <a:chExt cx="0" cy="0"/>
        </a:xfrm>
      </p:grpSpPr>
      <p:sp>
        <p:nvSpPr>
          <p:cNvPr id="2453" name="Google Shape;2453;p40"/>
          <p:cNvSpPr txBox="1">
            <a:spLocks noGrp="1"/>
          </p:cNvSpPr>
          <p:nvPr>
            <p:ph type="title"/>
          </p:nvPr>
        </p:nvSpPr>
        <p:spPr>
          <a:xfrm>
            <a:off x="904875" y="597425"/>
            <a:ext cx="7334400" cy="572700"/>
          </a:xfrm>
          <a:prstGeom prst="rect">
            <a:avLst/>
          </a:prstGeom>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fr"/>
              <a:t>VOICI UN </a:t>
            </a:r>
            <a:r>
              <a:rPr lang="fr">
                <a:solidFill>
                  <a:schemeClr val="lt1"/>
                </a:solidFill>
              </a:rPr>
              <a:t>g</a:t>
            </a:r>
            <a:r>
              <a:rPr lang="fr" b="1">
                <a:solidFill>
                  <a:schemeClr val="lt1"/>
                </a:solidFill>
              </a:rPr>
              <a:t>raphIQUE</a:t>
            </a:r>
            <a:endParaRPr b="1">
              <a:solidFill>
                <a:schemeClr val="lt1"/>
              </a:solidFill>
            </a:endParaRPr>
          </a:p>
        </p:txBody>
      </p:sp>
      <p:sp>
        <p:nvSpPr>
          <p:cNvPr id="2454" name="Google Shape;2454;p40"/>
          <p:cNvSpPr txBox="1"/>
          <p:nvPr/>
        </p:nvSpPr>
        <p:spPr>
          <a:xfrm>
            <a:off x="5672344" y="3613363"/>
            <a:ext cx="2305500" cy="5277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fr" sz="2000">
                <a:solidFill>
                  <a:srgbClr val="191919"/>
                </a:solidFill>
                <a:latin typeface="Barrio"/>
                <a:ea typeface="Barrio"/>
                <a:cs typeface="Barrio"/>
                <a:sym typeface="Barrio"/>
              </a:rPr>
              <a:t>SaturnE</a:t>
            </a:r>
            <a:endParaRPr sz="2000">
              <a:solidFill>
                <a:srgbClr val="191919"/>
              </a:solidFill>
              <a:latin typeface="Barrio"/>
              <a:ea typeface="Barrio"/>
              <a:cs typeface="Barrio"/>
              <a:sym typeface="Barrio"/>
            </a:endParaRPr>
          </a:p>
        </p:txBody>
      </p:sp>
      <p:sp>
        <p:nvSpPr>
          <p:cNvPr id="2455" name="Google Shape;2455;p40"/>
          <p:cNvSpPr txBox="1"/>
          <p:nvPr/>
        </p:nvSpPr>
        <p:spPr>
          <a:xfrm>
            <a:off x="5672344" y="3971288"/>
            <a:ext cx="2305500" cy="4848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fr">
                <a:solidFill>
                  <a:schemeClr val="dk1"/>
                </a:solidFill>
                <a:latin typeface="Barlow"/>
                <a:ea typeface="Barlow"/>
                <a:cs typeface="Barlow"/>
                <a:sym typeface="Barlow"/>
              </a:rPr>
              <a:t>Elle est composée d'hydrogène et d'hélium</a:t>
            </a:r>
            <a:endParaRPr>
              <a:solidFill>
                <a:schemeClr val="dk1"/>
              </a:solidFill>
              <a:latin typeface="Barlow"/>
              <a:ea typeface="Barlow"/>
              <a:cs typeface="Barlow"/>
              <a:sym typeface="Barlow"/>
            </a:endParaRPr>
          </a:p>
        </p:txBody>
      </p:sp>
      <p:sp>
        <p:nvSpPr>
          <p:cNvPr id="2456" name="Google Shape;2456;p40"/>
          <p:cNvSpPr txBox="1"/>
          <p:nvPr/>
        </p:nvSpPr>
        <p:spPr>
          <a:xfrm>
            <a:off x="5672344" y="1302750"/>
            <a:ext cx="2305500" cy="5277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fr" sz="2000">
                <a:solidFill>
                  <a:srgbClr val="191919"/>
                </a:solidFill>
                <a:latin typeface="Barrio"/>
                <a:ea typeface="Barrio"/>
                <a:cs typeface="Barrio"/>
                <a:sym typeface="Barrio"/>
              </a:rPr>
              <a:t>Mars</a:t>
            </a:r>
            <a:endParaRPr sz="2000">
              <a:solidFill>
                <a:srgbClr val="191919"/>
              </a:solidFill>
              <a:latin typeface="Barrio"/>
              <a:ea typeface="Barrio"/>
              <a:cs typeface="Barrio"/>
              <a:sym typeface="Barrio"/>
            </a:endParaRPr>
          </a:p>
        </p:txBody>
      </p:sp>
      <p:sp>
        <p:nvSpPr>
          <p:cNvPr id="2457" name="Google Shape;2457;p40"/>
          <p:cNvSpPr txBox="1"/>
          <p:nvPr/>
        </p:nvSpPr>
        <p:spPr>
          <a:xfrm>
            <a:off x="5672344" y="1660675"/>
            <a:ext cx="2305500" cy="4848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fr">
                <a:solidFill>
                  <a:schemeClr val="dk1"/>
                </a:solidFill>
                <a:latin typeface="Barlow"/>
                <a:ea typeface="Barlow"/>
                <a:cs typeface="Barlow"/>
                <a:sym typeface="Barlow"/>
              </a:rPr>
              <a:t>Malgré sa couleur rouge, il y fait froid</a:t>
            </a:r>
            <a:endParaRPr>
              <a:solidFill>
                <a:schemeClr val="dk1"/>
              </a:solidFill>
              <a:latin typeface="Barlow"/>
              <a:ea typeface="Barlow"/>
              <a:cs typeface="Barlow"/>
              <a:sym typeface="Barlow"/>
            </a:endParaRPr>
          </a:p>
        </p:txBody>
      </p:sp>
      <p:sp>
        <p:nvSpPr>
          <p:cNvPr id="2458" name="Google Shape;2458;p40"/>
          <p:cNvSpPr txBox="1"/>
          <p:nvPr/>
        </p:nvSpPr>
        <p:spPr>
          <a:xfrm>
            <a:off x="5672344" y="2517613"/>
            <a:ext cx="2305500" cy="5277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fr" sz="2000">
                <a:solidFill>
                  <a:srgbClr val="191919"/>
                </a:solidFill>
                <a:latin typeface="Barrio"/>
                <a:ea typeface="Barrio"/>
                <a:cs typeface="Barrio"/>
                <a:sym typeface="Barrio"/>
              </a:rPr>
              <a:t>Neptune</a:t>
            </a:r>
            <a:endParaRPr sz="2000">
              <a:solidFill>
                <a:srgbClr val="191919"/>
              </a:solidFill>
              <a:latin typeface="Barrio"/>
              <a:ea typeface="Barrio"/>
              <a:cs typeface="Barrio"/>
              <a:sym typeface="Barrio"/>
            </a:endParaRPr>
          </a:p>
        </p:txBody>
      </p:sp>
      <p:sp>
        <p:nvSpPr>
          <p:cNvPr id="2459" name="Google Shape;2459;p40"/>
          <p:cNvSpPr txBox="1"/>
          <p:nvPr/>
        </p:nvSpPr>
        <p:spPr>
          <a:xfrm>
            <a:off x="5672344" y="2875538"/>
            <a:ext cx="2305500" cy="4848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fr">
                <a:solidFill>
                  <a:schemeClr val="dk1"/>
                </a:solidFill>
                <a:latin typeface="Barlow"/>
                <a:ea typeface="Barlow"/>
                <a:cs typeface="Barlow"/>
                <a:sym typeface="Barlow"/>
              </a:rPr>
              <a:t>Elle a été nommée d'après un dieu romain</a:t>
            </a:r>
            <a:endParaRPr>
              <a:solidFill>
                <a:schemeClr val="dk1"/>
              </a:solidFill>
              <a:latin typeface="Barlow"/>
              <a:ea typeface="Barlow"/>
              <a:cs typeface="Barlow"/>
              <a:sym typeface="Barlow"/>
            </a:endParaRPr>
          </a:p>
        </p:txBody>
      </p:sp>
      <p:sp>
        <p:nvSpPr>
          <p:cNvPr id="2460" name="Google Shape;2460;p40"/>
          <p:cNvSpPr txBox="1">
            <a:spLocks noGrp="1"/>
          </p:cNvSpPr>
          <p:nvPr>
            <p:ph type="subTitle" idx="4294967295"/>
          </p:nvPr>
        </p:nvSpPr>
        <p:spPr>
          <a:xfrm>
            <a:off x="1066800" y="4069814"/>
            <a:ext cx="4409100" cy="362100"/>
          </a:xfrm>
          <a:prstGeom prst="rect">
            <a:avLst/>
          </a:prstGeom>
        </p:spPr>
        <p:txBody>
          <a:bodyPr spcFirstLastPara="1" wrap="square" lIns="91425" tIns="91425" rIns="91425" bIns="91425" anchor="ctr" anchorCtr="0">
            <a:noAutofit/>
          </a:bodyPr>
          <a:lstStyle/>
          <a:p>
            <a:pPr marL="0" lvl="0" indent="0" algn="l" rtl="0">
              <a:lnSpc>
                <a:spcPct val="100000"/>
              </a:lnSpc>
              <a:spcBef>
                <a:spcPts val="0"/>
              </a:spcBef>
              <a:spcAft>
                <a:spcPts val="0"/>
              </a:spcAft>
              <a:buNone/>
            </a:pPr>
            <a:r>
              <a:rPr lang="fr" sz="1200"/>
              <a:t>Suivez le lien dans le graphique pour modifier ses données, puis collez le nouveau ici. Pour</a:t>
            </a:r>
            <a:r>
              <a:rPr lang="fr" sz="1200" b="1"/>
              <a:t> </a:t>
            </a:r>
            <a:r>
              <a:rPr lang="fr" sz="1200" b="1">
                <a:solidFill>
                  <a:schemeClr val="hlink"/>
                </a:solidFill>
                <a:uFill>
                  <a:noFill/>
                </a:uFill>
                <a:hlinkClick r:id="rId3"/>
              </a:rPr>
              <a:t>plus d'informations, cliquez ici</a:t>
            </a:r>
            <a:endParaRPr sz="1200" b="1"/>
          </a:p>
        </p:txBody>
      </p:sp>
      <p:pic>
        <p:nvPicPr>
          <p:cNvPr id="2461" name="Google Shape;2461;p40" title="Chart">
            <a:hlinkClick r:id="rId4"/>
          </p:cNvPr>
          <p:cNvPicPr preferRelativeResize="0"/>
          <p:nvPr/>
        </p:nvPicPr>
        <p:blipFill rotWithShape="1">
          <a:blip r:embed="rId5">
            <a:alphaModFix/>
          </a:blip>
          <a:srcRect b="9024"/>
          <a:stretch/>
        </p:blipFill>
        <p:spPr>
          <a:xfrm>
            <a:off x="1066800" y="1302750"/>
            <a:ext cx="4453758" cy="2505350"/>
          </a:xfrm>
          <a:prstGeom prst="rect">
            <a:avLst/>
          </a:prstGeom>
          <a:noFill/>
          <a:ln>
            <a:noFill/>
          </a:ln>
        </p:spPr>
      </p:pic>
      <p:sp>
        <p:nvSpPr>
          <p:cNvPr id="2462" name="Google Shape;2462;p40"/>
          <p:cNvSpPr/>
          <p:nvPr/>
        </p:nvSpPr>
        <p:spPr>
          <a:xfrm>
            <a:off x="8020875" y="1457325"/>
            <a:ext cx="218400" cy="2184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3" name="Google Shape;2463;p40"/>
          <p:cNvSpPr/>
          <p:nvPr/>
        </p:nvSpPr>
        <p:spPr>
          <a:xfrm>
            <a:off x="8020875" y="2672275"/>
            <a:ext cx="218400" cy="2184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4" name="Google Shape;2464;p40"/>
          <p:cNvSpPr/>
          <p:nvPr/>
        </p:nvSpPr>
        <p:spPr>
          <a:xfrm>
            <a:off x="8020875" y="3768025"/>
            <a:ext cx="218400" cy="2184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468"/>
        <p:cNvGrpSpPr/>
        <p:nvPr/>
      </p:nvGrpSpPr>
      <p:grpSpPr>
        <a:xfrm>
          <a:off x="0" y="0"/>
          <a:ext cx="0" cy="0"/>
          <a:chOff x="0" y="0"/>
          <a:chExt cx="0" cy="0"/>
        </a:xfrm>
      </p:grpSpPr>
      <p:sp>
        <p:nvSpPr>
          <p:cNvPr id="2469" name="Google Shape;2469;p41"/>
          <p:cNvSpPr txBox="1">
            <a:spLocks noGrp="1"/>
          </p:cNvSpPr>
          <p:nvPr>
            <p:ph type="title"/>
          </p:nvPr>
        </p:nvSpPr>
        <p:spPr>
          <a:xfrm>
            <a:off x="2196275" y="1459475"/>
            <a:ext cx="4751400" cy="15111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fr">
                <a:solidFill>
                  <a:schemeClr val="lt1"/>
                </a:solidFill>
              </a:rPr>
              <a:t>315</a:t>
            </a:r>
            <a:r>
              <a:rPr lang="fr"/>
              <a:t> Millions</a:t>
            </a:r>
            <a:endParaRPr/>
          </a:p>
        </p:txBody>
      </p:sp>
      <p:sp>
        <p:nvSpPr>
          <p:cNvPr id="2470" name="Google Shape;2470;p41"/>
          <p:cNvSpPr txBox="1">
            <a:spLocks noGrp="1"/>
          </p:cNvSpPr>
          <p:nvPr>
            <p:ph type="subTitle" idx="1"/>
          </p:nvPr>
        </p:nvSpPr>
        <p:spPr>
          <a:xfrm>
            <a:off x="2674400" y="2970625"/>
            <a:ext cx="3795000" cy="713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fr"/>
              <a:t>Les grands chiffres attirent l'attention de votre public</a:t>
            </a:r>
            <a:endParaRPr/>
          </a:p>
        </p:txBody>
      </p:sp>
      <p:grpSp>
        <p:nvGrpSpPr>
          <p:cNvPr id="2471" name="Google Shape;2471;p41"/>
          <p:cNvGrpSpPr/>
          <p:nvPr/>
        </p:nvGrpSpPr>
        <p:grpSpPr>
          <a:xfrm rot="1554390">
            <a:off x="7298961" y="1246873"/>
            <a:ext cx="1603348" cy="1100405"/>
            <a:chOff x="6747920" y="3169430"/>
            <a:chExt cx="1603362" cy="1100415"/>
          </a:xfrm>
        </p:grpSpPr>
        <p:sp>
          <p:nvSpPr>
            <p:cNvPr id="2472" name="Google Shape;2472;p41"/>
            <p:cNvSpPr/>
            <p:nvPr/>
          </p:nvSpPr>
          <p:spPr>
            <a:xfrm>
              <a:off x="6747920" y="3172089"/>
              <a:ext cx="1600442" cy="1094741"/>
            </a:xfrm>
            <a:custGeom>
              <a:avLst/>
              <a:gdLst/>
              <a:ahLst/>
              <a:cxnLst/>
              <a:rect l="l" t="t" r="r" b="b"/>
              <a:pathLst>
                <a:path w="613196" h="419441" extrusionOk="0">
                  <a:moveTo>
                    <a:pt x="303424" y="96145"/>
                  </a:moveTo>
                  <a:cubicBezTo>
                    <a:pt x="399722" y="96145"/>
                    <a:pt x="481400" y="178778"/>
                    <a:pt x="491526" y="286567"/>
                  </a:cubicBezTo>
                  <a:lnTo>
                    <a:pt x="120051" y="329358"/>
                  </a:lnTo>
                  <a:lnTo>
                    <a:pt x="118967" y="316190"/>
                  </a:lnTo>
                  <a:cubicBezTo>
                    <a:pt x="112764" y="200330"/>
                    <a:pt x="191286" y="101925"/>
                    <a:pt x="294358" y="96389"/>
                  </a:cubicBezTo>
                  <a:cubicBezTo>
                    <a:pt x="297393" y="96226"/>
                    <a:pt x="300416" y="96145"/>
                    <a:pt x="303424" y="96145"/>
                  </a:cubicBezTo>
                  <a:close/>
                  <a:moveTo>
                    <a:pt x="305635" y="1"/>
                  </a:moveTo>
                  <a:cubicBezTo>
                    <a:pt x="301278" y="1"/>
                    <a:pt x="296903" y="117"/>
                    <a:pt x="292513" y="353"/>
                  </a:cubicBezTo>
                  <a:cubicBezTo>
                    <a:pt x="125944" y="9283"/>
                    <a:pt x="0" y="186257"/>
                    <a:pt x="11228" y="395628"/>
                  </a:cubicBezTo>
                  <a:lnTo>
                    <a:pt x="13121" y="419441"/>
                  </a:lnTo>
                  <a:lnTo>
                    <a:pt x="613196" y="345932"/>
                  </a:lnTo>
                  <a:cubicBezTo>
                    <a:pt x="595659" y="150450"/>
                    <a:pt x="461979" y="1"/>
                    <a:pt x="305635" y="1"/>
                  </a:cubicBezTo>
                  <a:close/>
                </a:path>
              </a:pathLst>
            </a:custGeom>
            <a:solidFill>
              <a:srgbClr val="00B2B7"/>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3" name="Google Shape;2473;p41"/>
            <p:cNvSpPr/>
            <p:nvPr/>
          </p:nvSpPr>
          <p:spPr>
            <a:xfrm>
              <a:off x="6760349" y="3169430"/>
              <a:ext cx="1590933" cy="1100415"/>
            </a:xfrm>
            <a:custGeom>
              <a:avLst/>
              <a:gdLst/>
              <a:ahLst/>
              <a:cxnLst/>
              <a:rect l="l" t="t" r="r" b="b"/>
              <a:pathLst>
                <a:path w="609553" h="421615" extrusionOk="0">
                  <a:moveTo>
                    <a:pt x="298705" y="98194"/>
                  </a:moveTo>
                  <a:cubicBezTo>
                    <a:pt x="394014" y="98194"/>
                    <a:pt x="475084" y="179120"/>
                    <a:pt x="485657" y="286681"/>
                  </a:cubicBezTo>
                  <a:lnTo>
                    <a:pt x="116229" y="329234"/>
                  </a:lnTo>
                  <a:lnTo>
                    <a:pt x="115229" y="317149"/>
                  </a:lnTo>
                  <a:cubicBezTo>
                    <a:pt x="112229" y="261357"/>
                    <a:pt x="128743" y="207874"/>
                    <a:pt x="161711" y="166559"/>
                  </a:cubicBezTo>
                  <a:cubicBezTo>
                    <a:pt x="194668" y="125292"/>
                    <a:pt x="240090" y="101099"/>
                    <a:pt x="289644" y="98432"/>
                  </a:cubicBezTo>
                  <a:cubicBezTo>
                    <a:pt x="292680" y="98265"/>
                    <a:pt x="295704" y="98194"/>
                    <a:pt x="298705" y="98194"/>
                  </a:cubicBezTo>
                  <a:close/>
                  <a:moveTo>
                    <a:pt x="298671" y="96127"/>
                  </a:moveTo>
                  <a:cubicBezTo>
                    <a:pt x="295636" y="96127"/>
                    <a:pt x="292587" y="96208"/>
                    <a:pt x="289525" y="96372"/>
                  </a:cubicBezTo>
                  <a:cubicBezTo>
                    <a:pt x="239388" y="99075"/>
                    <a:pt x="193418" y="123542"/>
                    <a:pt x="160104" y="165285"/>
                  </a:cubicBezTo>
                  <a:cubicBezTo>
                    <a:pt x="126826" y="207005"/>
                    <a:pt x="110157" y="260964"/>
                    <a:pt x="113181" y="317280"/>
                  </a:cubicBezTo>
                  <a:lnTo>
                    <a:pt x="114360" y="331520"/>
                  </a:lnTo>
                  <a:lnTo>
                    <a:pt x="487871" y="288479"/>
                  </a:lnTo>
                  <a:lnTo>
                    <a:pt x="487776" y="287479"/>
                  </a:lnTo>
                  <a:cubicBezTo>
                    <a:pt x="477525" y="178355"/>
                    <a:pt x="395340" y="96127"/>
                    <a:pt x="298671" y="96127"/>
                  </a:cubicBezTo>
                  <a:close/>
                  <a:moveTo>
                    <a:pt x="300943" y="2039"/>
                  </a:moveTo>
                  <a:cubicBezTo>
                    <a:pt x="456212" y="2039"/>
                    <a:pt x="589360" y="150153"/>
                    <a:pt x="607338" y="346046"/>
                  </a:cubicBezTo>
                  <a:lnTo>
                    <a:pt x="9311" y="419305"/>
                  </a:lnTo>
                  <a:lnTo>
                    <a:pt x="7513" y="396576"/>
                  </a:lnTo>
                  <a:cubicBezTo>
                    <a:pt x="2096" y="295551"/>
                    <a:pt x="28290" y="198909"/>
                    <a:pt x="81285" y="124435"/>
                  </a:cubicBezTo>
                  <a:cubicBezTo>
                    <a:pt x="134220" y="50045"/>
                    <a:pt x="207562" y="6694"/>
                    <a:pt x="287810" y="2396"/>
                  </a:cubicBezTo>
                  <a:cubicBezTo>
                    <a:pt x="292204" y="2158"/>
                    <a:pt x="296585" y="2039"/>
                    <a:pt x="300943" y="2039"/>
                  </a:cubicBezTo>
                  <a:close/>
                  <a:moveTo>
                    <a:pt x="300763" y="0"/>
                  </a:moveTo>
                  <a:cubicBezTo>
                    <a:pt x="296414" y="0"/>
                    <a:pt x="292056" y="116"/>
                    <a:pt x="287691" y="348"/>
                  </a:cubicBezTo>
                  <a:cubicBezTo>
                    <a:pt x="206812" y="4682"/>
                    <a:pt x="132898" y="48331"/>
                    <a:pt x="79594" y="123256"/>
                  </a:cubicBezTo>
                  <a:cubicBezTo>
                    <a:pt x="26325" y="198099"/>
                    <a:pt x="1" y="295206"/>
                    <a:pt x="5442" y="396731"/>
                  </a:cubicBezTo>
                  <a:lnTo>
                    <a:pt x="7418" y="421615"/>
                  </a:lnTo>
                  <a:lnTo>
                    <a:pt x="608565" y="347998"/>
                  </a:lnTo>
                  <a:lnTo>
                    <a:pt x="609553" y="347879"/>
                  </a:lnTo>
                  <a:lnTo>
                    <a:pt x="609458" y="346879"/>
                  </a:lnTo>
                  <a:cubicBezTo>
                    <a:pt x="600707" y="249272"/>
                    <a:pt x="562833" y="159773"/>
                    <a:pt x="502814" y="94872"/>
                  </a:cubicBezTo>
                  <a:cubicBezTo>
                    <a:pt x="445908" y="33346"/>
                    <a:pt x="374594" y="0"/>
                    <a:pt x="300763" y="0"/>
                  </a:cubicBezTo>
                  <a:close/>
                </a:path>
              </a:pathLst>
            </a:custGeom>
            <a:solidFill>
              <a:srgbClr val="252C3C"/>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4" name="Google Shape;2474;p41"/>
            <p:cNvSpPr/>
            <p:nvPr/>
          </p:nvSpPr>
          <p:spPr>
            <a:xfrm>
              <a:off x="6953886" y="4153713"/>
              <a:ext cx="11500" cy="92733"/>
            </a:xfrm>
            <a:custGeom>
              <a:avLst/>
              <a:gdLst/>
              <a:ahLst/>
              <a:cxnLst/>
              <a:rect l="l" t="t" r="r" b="b"/>
              <a:pathLst>
                <a:path w="4406" h="35530" extrusionOk="0">
                  <a:moveTo>
                    <a:pt x="4406" y="35529"/>
                  </a:moveTo>
                  <a:lnTo>
                    <a:pt x="1" y="1"/>
                  </a:lnTo>
                </a:path>
              </a:pathLst>
            </a:custGeom>
            <a:solidFill>
              <a:srgbClr val="FF5D3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5" name="Google Shape;2475;p41"/>
            <p:cNvSpPr/>
            <p:nvPr/>
          </p:nvSpPr>
          <p:spPr>
            <a:xfrm>
              <a:off x="6951276" y="4153280"/>
              <a:ext cx="16814" cy="93321"/>
            </a:xfrm>
            <a:custGeom>
              <a:avLst/>
              <a:gdLst/>
              <a:ahLst/>
              <a:cxnLst/>
              <a:rect l="l" t="t" r="r" b="b"/>
              <a:pathLst>
                <a:path w="6442" h="35755" extrusionOk="0">
                  <a:moveTo>
                    <a:pt x="2037" y="0"/>
                  </a:moveTo>
                  <a:lnTo>
                    <a:pt x="1" y="250"/>
                  </a:lnTo>
                  <a:lnTo>
                    <a:pt x="4406" y="35755"/>
                  </a:lnTo>
                  <a:lnTo>
                    <a:pt x="6442" y="35505"/>
                  </a:lnTo>
                  <a:lnTo>
                    <a:pt x="2037" y="0"/>
                  </a:lnTo>
                  <a:close/>
                </a:path>
              </a:pathLst>
            </a:custGeom>
            <a:solidFill>
              <a:srgbClr val="252C3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6" name="Google Shape;2476;p41"/>
            <p:cNvSpPr/>
            <p:nvPr/>
          </p:nvSpPr>
          <p:spPr>
            <a:xfrm>
              <a:off x="7159760" y="4128231"/>
              <a:ext cx="11468" cy="92702"/>
            </a:xfrm>
            <a:custGeom>
              <a:avLst/>
              <a:gdLst/>
              <a:ahLst/>
              <a:cxnLst/>
              <a:rect l="l" t="t" r="r" b="b"/>
              <a:pathLst>
                <a:path w="4394" h="35518" extrusionOk="0">
                  <a:moveTo>
                    <a:pt x="4394" y="35517"/>
                  </a:moveTo>
                  <a:lnTo>
                    <a:pt x="1" y="1"/>
                  </a:lnTo>
                </a:path>
              </a:pathLst>
            </a:custGeom>
            <a:solidFill>
              <a:srgbClr val="FF5D3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7" name="Google Shape;2477;p41"/>
            <p:cNvSpPr/>
            <p:nvPr/>
          </p:nvSpPr>
          <p:spPr>
            <a:xfrm>
              <a:off x="7157056" y="4127921"/>
              <a:ext cx="16785" cy="93323"/>
            </a:xfrm>
            <a:custGeom>
              <a:avLst/>
              <a:gdLst/>
              <a:ahLst/>
              <a:cxnLst/>
              <a:rect l="l" t="t" r="r" b="b"/>
              <a:pathLst>
                <a:path w="6431" h="35756" extrusionOk="0">
                  <a:moveTo>
                    <a:pt x="2037" y="1"/>
                  </a:moveTo>
                  <a:lnTo>
                    <a:pt x="1" y="251"/>
                  </a:lnTo>
                  <a:lnTo>
                    <a:pt x="4394" y="35755"/>
                  </a:lnTo>
                  <a:lnTo>
                    <a:pt x="6430" y="35505"/>
                  </a:lnTo>
                  <a:lnTo>
                    <a:pt x="2037" y="1"/>
                  </a:lnTo>
                  <a:close/>
                </a:path>
              </a:pathLst>
            </a:custGeom>
            <a:solidFill>
              <a:srgbClr val="252C3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8" name="Google Shape;2478;p41"/>
            <p:cNvSpPr/>
            <p:nvPr/>
          </p:nvSpPr>
          <p:spPr>
            <a:xfrm>
              <a:off x="7358799" y="4103590"/>
              <a:ext cx="11500" cy="92699"/>
            </a:xfrm>
            <a:custGeom>
              <a:avLst/>
              <a:gdLst/>
              <a:ahLst/>
              <a:cxnLst/>
              <a:rect l="l" t="t" r="r" b="b"/>
              <a:pathLst>
                <a:path w="4406" h="35517" extrusionOk="0">
                  <a:moveTo>
                    <a:pt x="4406" y="35516"/>
                  </a:moveTo>
                  <a:lnTo>
                    <a:pt x="0" y="0"/>
                  </a:lnTo>
                </a:path>
              </a:pathLst>
            </a:custGeom>
            <a:solidFill>
              <a:srgbClr val="FF5D3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9" name="Google Shape;2479;p41"/>
            <p:cNvSpPr/>
            <p:nvPr/>
          </p:nvSpPr>
          <p:spPr>
            <a:xfrm>
              <a:off x="7356095" y="4103248"/>
              <a:ext cx="16782" cy="93321"/>
            </a:xfrm>
            <a:custGeom>
              <a:avLst/>
              <a:gdLst/>
              <a:ahLst/>
              <a:cxnLst/>
              <a:rect l="l" t="t" r="r" b="b"/>
              <a:pathLst>
                <a:path w="6430" h="35755" extrusionOk="0">
                  <a:moveTo>
                    <a:pt x="2036" y="0"/>
                  </a:moveTo>
                  <a:lnTo>
                    <a:pt x="0" y="250"/>
                  </a:lnTo>
                  <a:lnTo>
                    <a:pt x="4394" y="35755"/>
                  </a:lnTo>
                  <a:lnTo>
                    <a:pt x="6430" y="35505"/>
                  </a:lnTo>
                  <a:lnTo>
                    <a:pt x="2036" y="0"/>
                  </a:lnTo>
                  <a:close/>
                </a:path>
              </a:pathLst>
            </a:custGeom>
            <a:solidFill>
              <a:srgbClr val="252C3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0" name="Google Shape;2480;p41"/>
            <p:cNvSpPr/>
            <p:nvPr/>
          </p:nvSpPr>
          <p:spPr>
            <a:xfrm>
              <a:off x="7564673" y="4078078"/>
              <a:ext cx="11468" cy="92699"/>
            </a:xfrm>
            <a:custGeom>
              <a:avLst/>
              <a:gdLst/>
              <a:ahLst/>
              <a:cxnLst/>
              <a:rect l="l" t="t" r="r" b="b"/>
              <a:pathLst>
                <a:path w="4394" h="35517" extrusionOk="0">
                  <a:moveTo>
                    <a:pt x="4394" y="35516"/>
                  </a:moveTo>
                  <a:lnTo>
                    <a:pt x="0" y="0"/>
                  </a:lnTo>
                </a:path>
              </a:pathLst>
            </a:custGeom>
            <a:solidFill>
              <a:srgbClr val="FF5D3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1" name="Google Shape;2481;p41"/>
            <p:cNvSpPr/>
            <p:nvPr/>
          </p:nvSpPr>
          <p:spPr>
            <a:xfrm>
              <a:off x="7561906" y="4077767"/>
              <a:ext cx="16814" cy="93352"/>
            </a:xfrm>
            <a:custGeom>
              <a:avLst/>
              <a:gdLst/>
              <a:ahLst/>
              <a:cxnLst/>
              <a:rect l="l" t="t" r="r" b="b"/>
              <a:pathLst>
                <a:path w="6442" h="35767" extrusionOk="0">
                  <a:moveTo>
                    <a:pt x="2048" y="0"/>
                  </a:moveTo>
                  <a:lnTo>
                    <a:pt x="0" y="250"/>
                  </a:lnTo>
                  <a:lnTo>
                    <a:pt x="4406" y="35766"/>
                  </a:lnTo>
                  <a:lnTo>
                    <a:pt x="6442" y="35505"/>
                  </a:lnTo>
                  <a:lnTo>
                    <a:pt x="2048" y="0"/>
                  </a:lnTo>
                  <a:close/>
                </a:path>
              </a:pathLst>
            </a:custGeom>
            <a:solidFill>
              <a:srgbClr val="252C3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2" name="Google Shape;2482;p41"/>
            <p:cNvSpPr/>
            <p:nvPr/>
          </p:nvSpPr>
          <p:spPr>
            <a:xfrm>
              <a:off x="7773405" y="4052254"/>
              <a:ext cx="11437" cy="92699"/>
            </a:xfrm>
            <a:custGeom>
              <a:avLst/>
              <a:gdLst/>
              <a:ahLst/>
              <a:cxnLst/>
              <a:rect l="l" t="t" r="r" b="b"/>
              <a:pathLst>
                <a:path w="4382" h="35517" extrusionOk="0">
                  <a:moveTo>
                    <a:pt x="4382" y="35516"/>
                  </a:moveTo>
                  <a:lnTo>
                    <a:pt x="0" y="0"/>
                  </a:lnTo>
                </a:path>
              </a:pathLst>
            </a:custGeom>
            <a:solidFill>
              <a:srgbClr val="FF5D3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3" name="Google Shape;2483;p41"/>
            <p:cNvSpPr/>
            <p:nvPr/>
          </p:nvSpPr>
          <p:spPr>
            <a:xfrm>
              <a:off x="7770670" y="4051912"/>
              <a:ext cx="16782" cy="93321"/>
            </a:xfrm>
            <a:custGeom>
              <a:avLst/>
              <a:gdLst/>
              <a:ahLst/>
              <a:cxnLst/>
              <a:rect l="l" t="t" r="r" b="b"/>
              <a:pathLst>
                <a:path w="6430" h="35755" extrusionOk="0">
                  <a:moveTo>
                    <a:pt x="2037" y="0"/>
                  </a:moveTo>
                  <a:lnTo>
                    <a:pt x="1" y="250"/>
                  </a:lnTo>
                  <a:lnTo>
                    <a:pt x="4394" y="35755"/>
                  </a:lnTo>
                  <a:lnTo>
                    <a:pt x="6430" y="35505"/>
                  </a:lnTo>
                  <a:lnTo>
                    <a:pt x="2037" y="0"/>
                  </a:lnTo>
                  <a:close/>
                </a:path>
              </a:pathLst>
            </a:custGeom>
            <a:solidFill>
              <a:srgbClr val="252C3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4" name="Google Shape;2484;p41"/>
            <p:cNvSpPr/>
            <p:nvPr/>
          </p:nvSpPr>
          <p:spPr>
            <a:xfrm>
              <a:off x="7979217" y="4026741"/>
              <a:ext cx="11500" cy="92668"/>
            </a:xfrm>
            <a:custGeom>
              <a:avLst/>
              <a:gdLst/>
              <a:ahLst/>
              <a:cxnLst/>
              <a:rect l="l" t="t" r="r" b="b"/>
              <a:pathLst>
                <a:path w="4406" h="35505" extrusionOk="0">
                  <a:moveTo>
                    <a:pt x="4406" y="35504"/>
                  </a:moveTo>
                  <a:lnTo>
                    <a:pt x="1" y="0"/>
                  </a:lnTo>
                </a:path>
              </a:pathLst>
            </a:custGeom>
            <a:solidFill>
              <a:srgbClr val="FF5D3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5" name="Google Shape;2485;p41"/>
            <p:cNvSpPr/>
            <p:nvPr/>
          </p:nvSpPr>
          <p:spPr>
            <a:xfrm>
              <a:off x="7976481" y="4026431"/>
              <a:ext cx="16814" cy="93321"/>
            </a:xfrm>
            <a:custGeom>
              <a:avLst/>
              <a:gdLst/>
              <a:ahLst/>
              <a:cxnLst/>
              <a:rect l="l" t="t" r="r" b="b"/>
              <a:pathLst>
                <a:path w="6442" h="35755" extrusionOk="0">
                  <a:moveTo>
                    <a:pt x="2049" y="0"/>
                  </a:moveTo>
                  <a:lnTo>
                    <a:pt x="1" y="250"/>
                  </a:lnTo>
                  <a:lnTo>
                    <a:pt x="4406" y="35754"/>
                  </a:lnTo>
                  <a:lnTo>
                    <a:pt x="6442" y="35504"/>
                  </a:lnTo>
                  <a:lnTo>
                    <a:pt x="2049" y="0"/>
                  </a:lnTo>
                  <a:close/>
                </a:path>
              </a:pathLst>
            </a:custGeom>
            <a:solidFill>
              <a:srgbClr val="252C3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6" name="Google Shape;2486;p41"/>
            <p:cNvSpPr/>
            <p:nvPr/>
          </p:nvSpPr>
          <p:spPr>
            <a:xfrm>
              <a:off x="8178315" y="4002098"/>
              <a:ext cx="11440" cy="92699"/>
            </a:xfrm>
            <a:custGeom>
              <a:avLst/>
              <a:gdLst/>
              <a:ahLst/>
              <a:cxnLst/>
              <a:rect l="l" t="t" r="r" b="b"/>
              <a:pathLst>
                <a:path w="4383" h="35517" extrusionOk="0">
                  <a:moveTo>
                    <a:pt x="4382" y="35517"/>
                  </a:moveTo>
                  <a:lnTo>
                    <a:pt x="1" y="1"/>
                  </a:lnTo>
                </a:path>
              </a:pathLst>
            </a:custGeom>
            <a:solidFill>
              <a:srgbClr val="FF5D3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7" name="Google Shape;2487;p41"/>
            <p:cNvSpPr/>
            <p:nvPr/>
          </p:nvSpPr>
          <p:spPr>
            <a:xfrm>
              <a:off x="8175520" y="4001756"/>
              <a:ext cx="16814" cy="93352"/>
            </a:xfrm>
            <a:custGeom>
              <a:avLst/>
              <a:gdLst/>
              <a:ahLst/>
              <a:cxnLst/>
              <a:rect l="l" t="t" r="r" b="b"/>
              <a:pathLst>
                <a:path w="6442" h="35767" extrusionOk="0">
                  <a:moveTo>
                    <a:pt x="2036" y="1"/>
                  </a:moveTo>
                  <a:lnTo>
                    <a:pt x="0" y="251"/>
                  </a:lnTo>
                  <a:lnTo>
                    <a:pt x="4406" y="35767"/>
                  </a:lnTo>
                  <a:lnTo>
                    <a:pt x="6442" y="35505"/>
                  </a:lnTo>
                  <a:lnTo>
                    <a:pt x="2036" y="1"/>
                  </a:lnTo>
                  <a:close/>
                </a:path>
              </a:pathLst>
            </a:custGeom>
            <a:solidFill>
              <a:srgbClr val="252C3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8" name="Google Shape;2488;p41"/>
            <p:cNvSpPr/>
            <p:nvPr/>
          </p:nvSpPr>
          <p:spPr>
            <a:xfrm>
              <a:off x="7073030" y="4186032"/>
              <a:ext cx="5750" cy="46367"/>
            </a:xfrm>
            <a:custGeom>
              <a:avLst/>
              <a:gdLst/>
              <a:ahLst/>
              <a:cxnLst/>
              <a:rect l="l" t="t" r="r" b="b"/>
              <a:pathLst>
                <a:path w="2203" h="17765" extrusionOk="0">
                  <a:moveTo>
                    <a:pt x="2203" y="17765"/>
                  </a:moveTo>
                  <a:lnTo>
                    <a:pt x="0" y="0"/>
                  </a:lnTo>
                </a:path>
              </a:pathLst>
            </a:custGeom>
            <a:solidFill>
              <a:srgbClr val="FF5D3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9" name="Google Shape;2489;p41"/>
            <p:cNvSpPr/>
            <p:nvPr/>
          </p:nvSpPr>
          <p:spPr>
            <a:xfrm>
              <a:off x="7070326" y="4185659"/>
              <a:ext cx="11066" cy="47019"/>
            </a:xfrm>
            <a:custGeom>
              <a:avLst/>
              <a:gdLst/>
              <a:ahLst/>
              <a:cxnLst/>
              <a:rect l="l" t="t" r="r" b="b"/>
              <a:pathLst>
                <a:path w="4240" h="18015" extrusionOk="0">
                  <a:moveTo>
                    <a:pt x="2036" y="1"/>
                  </a:moveTo>
                  <a:lnTo>
                    <a:pt x="0" y="263"/>
                  </a:lnTo>
                  <a:lnTo>
                    <a:pt x="2191" y="18015"/>
                  </a:lnTo>
                  <a:lnTo>
                    <a:pt x="4239" y="17753"/>
                  </a:lnTo>
                  <a:lnTo>
                    <a:pt x="2036" y="1"/>
                  </a:lnTo>
                  <a:close/>
                </a:path>
              </a:pathLst>
            </a:custGeom>
            <a:solidFill>
              <a:srgbClr val="252C3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0" name="Google Shape;2490;p41"/>
            <p:cNvSpPr/>
            <p:nvPr/>
          </p:nvSpPr>
          <p:spPr>
            <a:xfrm>
              <a:off x="7278873" y="4160551"/>
              <a:ext cx="5750" cy="46367"/>
            </a:xfrm>
            <a:custGeom>
              <a:avLst/>
              <a:gdLst/>
              <a:ahLst/>
              <a:cxnLst/>
              <a:rect l="l" t="t" r="r" b="b"/>
              <a:pathLst>
                <a:path w="2203" h="17765" extrusionOk="0">
                  <a:moveTo>
                    <a:pt x="2203" y="17764"/>
                  </a:moveTo>
                  <a:lnTo>
                    <a:pt x="0" y="0"/>
                  </a:lnTo>
                </a:path>
              </a:pathLst>
            </a:custGeom>
            <a:solidFill>
              <a:srgbClr val="FF5D3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1" name="Google Shape;2491;p41"/>
            <p:cNvSpPr/>
            <p:nvPr/>
          </p:nvSpPr>
          <p:spPr>
            <a:xfrm>
              <a:off x="7276169" y="4160178"/>
              <a:ext cx="11035" cy="47019"/>
            </a:xfrm>
            <a:custGeom>
              <a:avLst/>
              <a:gdLst/>
              <a:ahLst/>
              <a:cxnLst/>
              <a:rect l="l" t="t" r="r" b="b"/>
              <a:pathLst>
                <a:path w="4228" h="18015" extrusionOk="0">
                  <a:moveTo>
                    <a:pt x="2036" y="0"/>
                  </a:moveTo>
                  <a:lnTo>
                    <a:pt x="0" y="262"/>
                  </a:lnTo>
                  <a:lnTo>
                    <a:pt x="2191" y="18015"/>
                  </a:lnTo>
                  <a:lnTo>
                    <a:pt x="4227" y="17765"/>
                  </a:lnTo>
                  <a:lnTo>
                    <a:pt x="2036" y="0"/>
                  </a:lnTo>
                  <a:close/>
                </a:path>
              </a:pathLst>
            </a:custGeom>
            <a:solidFill>
              <a:srgbClr val="252C3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2" name="Google Shape;2492;p41"/>
            <p:cNvSpPr/>
            <p:nvPr/>
          </p:nvSpPr>
          <p:spPr>
            <a:xfrm>
              <a:off x="7477940" y="4135907"/>
              <a:ext cx="5721" cy="46335"/>
            </a:xfrm>
            <a:custGeom>
              <a:avLst/>
              <a:gdLst/>
              <a:ahLst/>
              <a:cxnLst/>
              <a:rect l="l" t="t" r="r" b="b"/>
              <a:pathLst>
                <a:path w="2192" h="17753" extrusionOk="0">
                  <a:moveTo>
                    <a:pt x="2192" y="17753"/>
                  </a:moveTo>
                  <a:lnTo>
                    <a:pt x="1" y="1"/>
                  </a:lnTo>
                </a:path>
              </a:pathLst>
            </a:custGeom>
            <a:solidFill>
              <a:srgbClr val="FF5D3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3" name="Google Shape;2493;p41"/>
            <p:cNvSpPr/>
            <p:nvPr/>
          </p:nvSpPr>
          <p:spPr>
            <a:xfrm>
              <a:off x="7475176" y="4135534"/>
              <a:ext cx="11064" cy="46988"/>
            </a:xfrm>
            <a:custGeom>
              <a:avLst/>
              <a:gdLst/>
              <a:ahLst/>
              <a:cxnLst/>
              <a:rect l="l" t="t" r="r" b="b"/>
              <a:pathLst>
                <a:path w="4239" h="18003" extrusionOk="0">
                  <a:moveTo>
                    <a:pt x="2048" y="1"/>
                  </a:moveTo>
                  <a:lnTo>
                    <a:pt x="0" y="251"/>
                  </a:lnTo>
                  <a:lnTo>
                    <a:pt x="2203" y="18003"/>
                  </a:lnTo>
                  <a:lnTo>
                    <a:pt x="4239" y="17753"/>
                  </a:lnTo>
                  <a:lnTo>
                    <a:pt x="2048" y="1"/>
                  </a:lnTo>
                  <a:close/>
                </a:path>
              </a:pathLst>
            </a:custGeom>
            <a:solidFill>
              <a:srgbClr val="252C3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4" name="Google Shape;2494;p41"/>
            <p:cNvSpPr/>
            <p:nvPr/>
          </p:nvSpPr>
          <p:spPr>
            <a:xfrm>
              <a:off x="7683783" y="4110426"/>
              <a:ext cx="5752" cy="46335"/>
            </a:xfrm>
            <a:custGeom>
              <a:avLst/>
              <a:gdLst/>
              <a:ahLst/>
              <a:cxnLst/>
              <a:rect l="l" t="t" r="r" b="b"/>
              <a:pathLst>
                <a:path w="2204" h="17753" extrusionOk="0">
                  <a:moveTo>
                    <a:pt x="2203" y="17753"/>
                  </a:moveTo>
                  <a:lnTo>
                    <a:pt x="1" y="1"/>
                  </a:lnTo>
                </a:path>
              </a:pathLst>
            </a:custGeom>
            <a:solidFill>
              <a:srgbClr val="FF5D3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5" name="Google Shape;2495;p41"/>
            <p:cNvSpPr/>
            <p:nvPr/>
          </p:nvSpPr>
          <p:spPr>
            <a:xfrm>
              <a:off x="7681050" y="4110053"/>
              <a:ext cx="11064" cy="46988"/>
            </a:xfrm>
            <a:custGeom>
              <a:avLst/>
              <a:gdLst/>
              <a:ahLst/>
              <a:cxnLst/>
              <a:rect l="l" t="t" r="r" b="b"/>
              <a:pathLst>
                <a:path w="4239" h="18003" extrusionOk="0">
                  <a:moveTo>
                    <a:pt x="2036" y="1"/>
                  </a:moveTo>
                  <a:lnTo>
                    <a:pt x="0" y="251"/>
                  </a:lnTo>
                  <a:lnTo>
                    <a:pt x="2203" y="18003"/>
                  </a:lnTo>
                  <a:lnTo>
                    <a:pt x="4239" y="17753"/>
                  </a:lnTo>
                  <a:lnTo>
                    <a:pt x="2036" y="1"/>
                  </a:lnTo>
                  <a:close/>
                </a:path>
              </a:pathLst>
            </a:custGeom>
            <a:solidFill>
              <a:srgbClr val="252C3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6" name="Google Shape;2496;p41"/>
            <p:cNvSpPr/>
            <p:nvPr/>
          </p:nvSpPr>
          <p:spPr>
            <a:xfrm>
              <a:off x="7892486" y="4084540"/>
              <a:ext cx="5750" cy="46335"/>
            </a:xfrm>
            <a:custGeom>
              <a:avLst/>
              <a:gdLst/>
              <a:ahLst/>
              <a:cxnLst/>
              <a:rect l="l" t="t" r="r" b="b"/>
              <a:pathLst>
                <a:path w="2203" h="17753" extrusionOk="0">
                  <a:moveTo>
                    <a:pt x="2203" y="17753"/>
                  </a:moveTo>
                  <a:lnTo>
                    <a:pt x="0" y="1"/>
                  </a:lnTo>
                </a:path>
              </a:pathLst>
            </a:custGeom>
            <a:solidFill>
              <a:srgbClr val="FF5D3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7" name="Google Shape;2497;p41"/>
            <p:cNvSpPr/>
            <p:nvPr/>
          </p:nvSpPr>
          <p:spPr>
            <a:xfrm>
              <a:off x="7889782" y="4084229"/>
              <a:ext cx="11032" cy="46988"/>
            </a:xfrm>
            <a:custGeom>
              <a:avLst/>
              <a:gdLst/>
              <a:ahLst/>
              <a:cxnLst/>
              <a:rect l="l" t="t" r="r" b="b"/>
              <a:pathLst>
                <a:path w="4227" h="18003" extrusionOk="0">
                  <a:moveTo>
                    <a:pt x="2036" y="1"/>
                  </a:moveTo>
                  <a:lnTo>
                    <a:pt x="0" y="251"/>
                  </a:lnTo>
                  <a:lnTo>
                    <a:pt x="2191" y="18003"/>
                  </a:lnTo>
                  <a:lnTo>
                    <a:pt x="4227" y="17753"/>
                  </a:lnTo>
                  <a:lnTo>
                    <a:pt x="2036" y="1"/>
                  </a:lnTo>
                  <a:close/>
                </a:path>
              </a:pathLst>
            </a:custGeom>
            <a:solidFill>
              <a:srgbClr val="252C3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8" name="Google Shape;2498;p41"/>
            <p:cNvSpPr/>
            <p:nvPr/>
          </p:nvSpPr>
          <p:spPr>
            <a:xfrm>
              <a:off x="8098361" y="4059059"/>
              <a:ext cx="5750" cy="46335"/>
            </a:xfrm>
            <a:custGeom>
              <a:avLst/>
              <a:gdLst/>
              <a:ahLst/>
              <a:cxnLst/>
              <a:rect l="l" t="t" r="r" b="b"/>
              <a:pathLst>
                <a:path w="2203" h="17753" extrusionOk="0">
                  <a:moveTo>
                    <a:pt x="2203" y="17753"/>
                  </a:moveTo>
                  <a:lnTo>
                    <a:pt x="0" y="1"/>
                  </a:lnTo>
                </a:path>
              </a:pathLst>
            </a:custGeom>
            <a:solidFill>
              <a:srgbClr val="FF5D3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9" name="Google Shape;2499;p41"/>
            <p:cNvSpPr/>
            <p:nvPr/>
          </p:nvSpPr>
          <p:spPr>
            <a:xfrm>
              <a:off x="8095625" y="4058685"/>
              <a:ext cx="11064" cy="47019"/>
            </a:xfrm>
            <a:custGeom>
              <a:avLst/>
              <a:gdLst/>
              <a:ahLst/>
              <a:cxnLst/>
              <a:rect l="l" t="t" r="r" b="b"/>
              <a:pathLst>
                <a:path w="4239" h="18015" extrusionOk="0">
                  <a:moveTo>
                    <a:pt x="2036" y="1"/>
                  </a:moveTo>
                  <a:lnTo>
                    <a:pt x="0" y="263"/>
                  </a:lnTo>
                  <a:lnTo>
                    <a:pt x="2203" y="18015"/>
                  </a:lnTo>
                  <a:lnTo>
                    <a:pt x="4239" y="17753"/>
                  </a:lnTo>
                  <a:lnTo>
                    <a:pt x="2036" y="1"/>
                  </a:lnTo>
                  <a:close/>
                </a:path>
              </a:pathLst>
            </a:custGeom>
            <a:solidFill>
              <a:srgbClr val="252C3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0" name="Google Shape;2500;p41"/>
            <p:cNvSpPr/>
            <p:nvPr/>
          </p:nvSpPr>
          <p:spPr>
            <a:xfrm>
              <a:off x="7236019" y="3317970"/>
              <a:ext cx="51555" cy="67388"/>
            </a:xfrm>
            <a:custGeom>
              <a:avLst/>
              <a:gdLst/>
              <a:ahLst/>
              <a:cxnLst/>
              <a:rect l="l" t="t" r="r" b="b"/>
              <a:pathLst>
                <a:path w="19753" h="25819" extrusionOk="0">
                  <a:moveTo>
                    <a:pt x="9324" y="0"/>
                  </a:moveTo>
                  <a:cubicBezTo>
                    <a:pt x="9126" y="0"/>
                    <a:pt x="8927" y="9"/>
                    <a:pt x="8728" y="27"/>
                  </a:cubicBezTo>
                  <a:cubicBezTo>
                    <a:pt x="3620" y="491"/>
                    <a:pt x="1" y="6611"/>
                    <a:pt x="644" y="13731"/>
                  </a:cubicBezTo>
                  <a:cubicBezTo>
                    <a:pt x="1261" y="20571"/>
                    <a:pt x="5572" y="25818"/>
                    <a:pt x="10428" y="25818"/>
                  </a:cubicBezTo>
                  <a:cubicBezTo>
                    <a:pt x="10627" y="25818"/>
                    <a:pt x="10826" y="25810"/>
                    <a:pt x="11026" y="25792"/>
                  </a:cubicBezTo>
                  <a:cubicBezTo>
                    <a:pt x="16134" y="25328"/>
                    <a:pt x="19753" y="19196"/>
                    <a:pt x="19110" y="12076"/>
                  </a:cubicBezTo>
                  <a:cubicBezTo>
                    <a:pt x="18492" y="5258"/>
                    <a:pt x="14181" y="0"/>
                    <a:pt x="9324" y="0"/>
                  </a:cubicBezTo>
                  <a:close/>
                </a:path>
              </a:pathLst>
            </a:custGeom>
            <a:solidFill>
              <a:srgbClr val="252C3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1" name="Google Shape;2501;p41"/>
            <p:cNvSpPr/>
            <p:nvPr/>
          </p:nvSpPr>
          <p:spPr>
            <a:xfrm>
              <a:off x="7234156" y="3315316"/>
              <a:ext cx="56185" cy="72707"/>
            </a:xfrm>
            <a:custGeom>
              <a:avLst/>
              <a:gdLst/>
              <a:ahLst/>
              <a:cxnLst/>
              <a:rect l="l" t="t" r="r" b="b"/>
              <a:pathLst>
                <a:path w="21527" h="27857" extrusionOk="0">
                  <a:moveTo>
                    <a:pt x="10049" y="2056"/>
                  </a:moveTo>
                  <a:cubicBezTo>
                    <a:pt x="14359" y="2056"/>
                    <a:pt x="18229" y="6902"/>
                    <a:pt x="18788" y="13188"/>
                  </a:cubicBezTo>
                  <a:cubicBezTo>
                    <a:pt x="19360" y="19725"/>
                    <a:pt x="16169" y="25380"/>
                    <a:pt x="11645" y="25773"/>
                  </a:cubicBezTo>
                  <a:cubicBezTo>
                    <a:pt x="11472" y="25788"/>
                    <a:pt x="11300" y="25796"/>
                    <a:pt x="11129" y="25796"/>
                  </a:cubicBezTo>
                  <a:cubicBezTo>
                    <a:pt x="6796" y="25796"/>
                    <a:pt x="2919" y="20941"/>
                    <a:pt x="2370" y="14664"/>
                  </a:cubicBezTo>
                  <a:cubicBezTo>
                    <a:pt x="2084" y="11426"/>
                    <a:pt x="2715" y="8318"/>
                    <a:pt x="4120" y="5925"/>
                  </a:cubicBezTo>
                  <a:cubicBezTo>
                    <a:pt x="5477" y="3627"/>
                    <a:pt x="7394" y="2258"/>
                    <a:pt x="9525" y="2068"/>
                  </a:cubicBezTo>
                  <a:cubicBezTo>
                    <a:pt x="9704" y="2068"/>
                    <a:pt x="9882" y="2056"/>
                    <a:pt x="10049" y="2056"/>
                  </a:cubicBezTo>
                  <a:close/>
                  <a:moveTo>
                    <a:pt x="10025" y="0"/>
                  </a:moveTo>
                  <a:cubicBezTo>
                    <a:pt x="9796" y="0"/>
                    <a:pt x="9566" y="11"/>
                    <a:pt x="9335" y="32"/>
                  </a:cubicBezTo>
                  <a:cubicBezTo>
                    <a:pt x="6537" y="270"/>
                    <a:pt x="4048" y="1996"/>
                    <a:pt x="2358" y="4878"/>
                  </a:cubicBezTo>
                  <a:cubicBezTo>
                    <a:pt x="727" y="7652"/>
                    <a:pt x="0" y="11188"/>
                    <a:pt x="334" y="14843"/>
                  </a:cubicBezTo>
                  <a:cubicBezTo>
                    <a:pt x="1000" y="22201"/>
                    <a:pt x="5763" y="27857"/>
                    <a:pt x="11144" y="27857"/>
                  </a:cubicBezTo>
                  <a:cubicBezTo>
                    <a:pt x="11371" y="27857"/>
                    <a:pt x="11609" y="27845"/>
                    <a:pt x="11823" y="27845"/>
                  </a:cubicBezTo>
                  <a:cubicBezTo>
                    <a:pt x="17479" y="27345"/>
                    <a:pt x="21527" y="20689"/>
                    <a:pt x="20836" y="13021"/>
                  </a:cubicBezTo>
                  <a:cubicBezTo>
                    <a:pt x="20185" y="5668"/>
                    <a:pt x="15395" y="0"/>
                    <a:pt x="10025" y="0"/>
                  </a:cubicBezTo>
                  <a:close/>
                </a:path>
              </a:pathLst>
            </a:custGeom>
            <a:solidFill>
              <a:srgbClr val="252C3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2" name="Google Shape;2502;p41"/>
            <p:cNvSpPr/>
            <p:nvPr/>
          </p:nvSpPr>
          <p:spPr>
            <a:xfrm>
              <a:off x="7638787" y="3270142"/>
              <a:ext cx="53296" cy="67163"/>
            </a:xfrm>
            <a:custGeom>
              <a:avLst/>
              <a:gdLst/>
              <a:ahLst/>
              <a:cxnLst/>
              <a:rect l="l" t="t" r="r" b="b"/>
              <a:pathLst>
                <a:path w="20420" h="25733" extrusionOk="0">
                  <a:moveTo>
                    <a:pt x="9326" y="1"/>
                  </a:moveTo>
                  <a:cubicBezTo>
                    <a:pt x="8993" y="1"/>
                    <a:pt x="8658" y="25"/>
                    <a:pt x="8323" y="76"/>
                  </a:cubicBezTo>
                  <a:cubicBezTo>
                    <a:pt x="3251" y="826"/>
                    <a:pt x="1" y="7160"/>
                    <a:pt x="1048" y="14220"/>
                  </a:cubicBezTo>
                  <a:cubicBezTo>
                    <a:pt x="2017" y="20826"/>
                    <a:pt x="6426" y="25733"/>
                    <a:pt x="11134" y="25733"/>
                  </a:cubicBezTo>
                  <a:cubicBezTo>
                    <a:pt x="11458" y="25733"/>
                    <a:pt x="11783" y="25710"/>
                    <a:pt x="12109" y="25662"/>
                  </a:cubicBezTo>
                  <a:cubicBezTo>
                    <a:pt x="17169" y="24900"/>
                    <a:pt x="20420" y="18578"/>
                    <a:pt x="19384" y="11506"/>
                  </a:cubicBezTo>
                  <a:cubicBezTo>
                    <a:pt x="18406" y="4902"/>
                    <a:pt x="14022" y="1"/>
                    <a:pt x="9326" y="1"/>
                  </a:cubicBezTo>
                  <a:close/>
                </a:path>
              </a:pathLst>
            </a:custGeom>
            <a:solidFill>
              <a:srgbClr val="252C3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3" name="Google Shape;2503;p41"/>
            <p:cNvSpPr/>
            <p:nvPr/>
          </p:nvSpPr>
          <p:spPr>
            <a:xfrm>
              <a:off x="7635929" y="3267440"/>
              <a:ext cx="59075" cy="72508"/>
            </a:xfrm>
            <a:custGeom>
              <a:avLst/>
              <a:gdLst/>
              <a:ahLst/>
              <a:cxnLst/>
              <a:rect l="l" t="t" r="r" b="b"/>
              <a:pathLst>
                <a:path w="22634" h="27781" extrusionOk="0">
                  <a:moveTo>
                    <a:pt x="10406" y="2063"/>
                  </a:moveTo>
                  <a:cubicBezTo>
                    <a:pt x="12252" y="2063"/>
                    <a:pt x="14109" y="2944"/>
                    <a:pt x="15716" y="4611"/>
                  </a:cubicBezTo>
                  <a:cubicBezTo>
                    <a:pt x="17657" y="6611"/>
                    <a:pt x="18991" y="9493"/>
                    <a:pt x="19467" y="12684"/>
                  </a:cubicBezTo>
                  <a:cubicBezTo>
                    <a:pt x="20419" y="19172"/>
                    <a:pt x="17538" y="24995"/>
                    <a:pt x="13049" y="25661"/>
                  </a:cubicBezTo>
                  <a:cubicBezTo>
                    <a:pt x="12760" y="25705"/>
                    <a:pt x="12472" y="25726"/>
                    <a:pt x="12185" y="25726"/>
                  </a:cubicBezTo>
                  <a:cubicBezTo>
                    <a:pt x="7976" y="25726"/>
                    <a:pt x="4058" y="21175"/>
                    <a:pt x="3155" y="15101"/>
                  </a:cubicBezTo>
                  <a:cubicBezTo>
                    <a:pt x="2203" y="8612"/>
                    <a:pt x="5072" y="2789"/>
                    <a:pt x="9573" y="2123"/>
                  </a:cubicBezTo>
                  <a:cubicBezTo>
                    <a:pt x="9835" y="2075"/>
                    <a:pt x="10120" y="2063"/>
                    <a:pt x="10406" y="2063"/>
                  </a:cubicBezTo>
                  <a:close/>
                  <a:moveTo>
                    <a:pt x="10433" y="0"/>
                  </a:moveTo>
                  <a:cubicBezTo>
                    <a:pt x="10047" y="0"/>
                    <a:pt x="9661" y="29"/>
                    <a:pt x="9275" y="87"/>
                  </a:cubicBezTo>
                  <a:cubicBezTo>
                    <a:pt x="3655" y="920"/>
                    <a:pt x="0" y="7790"/>
                    <a:pt x="1131" y="15398"/>
                  </a:cubicBezTo>
                  <a:cubicBezTo>
                    <a:pt x="2191" y="22494"/>
                    <a:pt x="7025" y="27781"/>
                    <a:pt x="12228" y="27781"/>
                  </a:cubicBezTo>
                  <a:cubicBezTo>
                    <a:pt x="12609" y="27781"/>
                    <a:pt x="12978" y="27745"/>
                    <a:pt x="13359" y="27709"/>
                  </a:cubicBezTo>
                  <a:cubicBezTo>
                    <a:pt x="18967" y="26876"/>
                    <a:pt x="22634" y="20006"/>
                    <a:pt x="21503" y="12386"/>
                  </a:cubicBezTo>
                  <a:cubicBezTo>
                    <a:pt x="20967" y="8755"/>
                    <a:pt x="19431" y="5480"/>
                    <a:pt x="17205" y="3182"/>
                  </a:cubicBezTo>
                  <a:cubicBezTo>
                    <a:pt x="15195" y="1101"/>
                    <a:pt x="12824" y="0"/>
                    <a:pt x="10433" y="0"/>
                  </a:cubicBezTo>
                  <a:close/>
                </a:path>
              </a:pathLst>
            </a:custGeom>
            <a:solidFill>
              <a:srgbClr val="252C3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4" name="Google Shape;2504;p41"/>
            <p:cNvSpPr/>
            <p:nvPr/>
          </p:nvSpPr>
          <p:spPr>
            <a:xfrm>
              <a:off x="7428066" y="3317137"/>
              <a:ext cx="91084" cy="72347"/>
            </a:xfrm>
            <a:custGeom>
              <a:avLst/>
              <a:gdLst/>
              <a:ahLst/>
              <a:cxnLst/>
              <a:rect l="l" t="t" r="r" b="b"/>
              <a:pathLst>
                <a:path w="34898" h="27719" extrusionOk="0">
                  <a:moveTo>
                    <a:pt x="34183" y="0"/>
                  </a:moveTo>
                  <a:lnTo>
                    <a:pt x="32135" y="108"/>
                  </a:lnTo>
                  <a:lnTo>
                    <a:pt x="32171" y="1132"/>
                  </a:lnTo>
                  <a:cubicBezTo>
                    <a:pt x="32790" y="13288"/>
                    <a:pt x="27813" y="23730"/>
                    <a:pt x="20610" y="25408"/>
                  </a:cubicBezTo>
                  <a:cubicBezTo>
                    <a:pt x="19962" y="25560"/>
                    <a:pt x="19306" y="25635"/>
                    <a:pt x="18646" y="25635"/>
                  </a:cubicBezTo>
                  <a:cubicBezTo>
                    <a:pt x="16608" y="25635"/>
                    <a:pt x="14524" y="24921"/>
                    <a:pt x="12502" y="23527"/>
                  </a:cubicBezTo>
                  <a:cubicBezTo>
                    <a:pt x="7311" y="19955"/>
                    <a:pt x="3358" y="12431"/>
                    <a:pt x="2167" y="3870"/>
                  </a:cubicBezTo>
                  <a:lnTo>
                    <a:pt x="2036" y="2858"/>
                  </a:lnTo>
                  <a:lnTo>
                    <a:pt x="0" y="3144"/>
                  </a:lnTo>
                  <a:lnTo>
                    <a:pt x="155" y="4168"/>
                  </a:lnTo>
                  <a:cubicBezTo>
                    <a:pt x="1417" y="13431"/>
                    <a:pt x="5608" y="21301"/>
                    <a:pt x="11347" y="25242"/>
                  </a:cubicBezTo>
                  <a:cubicBezTo>
                    <a:pt x="13704" y="26885"/>
                    <a:pt x="16205" y="27718"/>
                    <a:pt x="18645" y="27718"/>
                  </a:cubicBezTo>
                  <a:cubicBezTo>
                    <a:pt x="19467" y="27718"/>
                    <a:pt x="20277" y="27611"/>
                    <a:pt x="21086" y="27397"/>
                  </a:cubicBezTo>
                  <a:cubicBezTo>
                    <a:pt x="29242" y="25516"/>
                    <a:pt x="34897" y="14169"/>
                    <a:pt x="34243" y="1024"/>
                  </a:cubicBezTo>
                  <a:lnTo>
                    <a:pt x="34183" y="0"/>
                  </a:lnTo>
                  <a:close/>
                </a:path>
              </a:pathLst>
            </a:custGeom>
            <a:solidFill>
              <a:srgbClr val="252C3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505" name="Google Shape;2505;p41"/>
          <p:cNvGrpSpPr/>
          <p:nvPr/>
        </p:nvGrpSpPr>
        <p:grpSpPr>
          <a:xfrm>
            <a:off x="997354" y="3092865"/>
            <a:ext cx="1006888" cy="1511133"/>
            <a:chOff x="5494771" y="859415"/>
            <a:chExt cx="1259082" cy="1889624"/>
          </a:xfrm>
        </p:grpSpPr>
        <p:sp>
          <p:nvSpPr>
            <p:cNvPr id="2506" name="Google Shape;2506;p41"/>
            <p:cNvSpPr/>
            <p:nvPr/>
          </p:nvSpPr>
          <p:spPr>
            <a:xfrm>
              <a:off x="5500305" y="868518"/>
              <a:ext cx="1247614" cy="1873622"/>
            </a:xfrm>
            <a:custGeom>
              <a:avLst/>
              <a:gdLst/>
              <a:ahLst/>
              <a:cxnLst/>
              <a:rect l="l" t="t" r="r" b="b"/>
              <a:pathLst>
                <a:path w="478013" h="717863" extrusionOk="0">
                  <a:moveTo>
                    <a:pt x="0" y="1"/>
                  </a:moveTo>
                  <a:lnTo>
                    <a:pt x="14133" y="134767"/>
                  </a:lnTo>
                  <a:lnTo>
                    <a:pt x="372273" y="717863"/>
                  </a:lnTo>
                  <a:lnTo>
                    <a:pt x="372332" y="717767"/>
                  </a:lnTo>
                  <a:lnTo>
                    <a:pt x="372368" y="717803"/>
                  </a:lnTo>
                  <a:lnTo>
                    <a:pt x="478012" y="649509"/>
                  </a:lnTo>
                  <a:lnTo>
                    <a:pt x="476238" y="646711"/>
                  </a:lnTo>
                  <a:lnTo>
                    <a:pt x="115657" y="77189"/>
                  </a:lnTo>
                  <a:lnTo>
                    <a:pt x="0"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7" name="Google Shape;2507;p41"/>
            <p:cNvSpPr/>
            <p:nvPr/>
          </p:nvSpPr>
          <p:spPr>
            <a:xfrm>
              <a:off x="5495053" y="859879"/>
              <a:ext cx="1258800" cy="1889160"/>
            </a:xfrm>
            <a:custGeom>
              <a:avLst/>
              <a:gdLst/>
              <a:ahLst/>
              <a:cxnLst/>
              <a:rect l="l" t="t" r="r" b="b"/>
              <a:pathLst>
                <a:path w="482299" h="723816" extrusionOk="0">
                  <a:moveTo>
                    <a:pt x="4024" y="6644"/>
                  </a:moveTo>
                  <a:lnTo>
                    <a:pt x="116467" y="81677"/>
                  </a:lnTo>
                  <a:lnTo>
                    <a:pt x="476845" y="650914"/>
                  </a:lnTo>
                  <a:lnTo>
                    <a:pt x="477762" y="652319"/>
                  </a:lnTo>
                  <a:lnTo>
                    <a:pt x="374821" y="718887"/>
                  </a:lnTo>
                  <a:lnTo>
                    <a:pt x="17752" y="137530"/>
                  </a:lnTo>
                  <a:lnTo>
                    <a:pt x="4024" y="6644"/>
                  </a:lnTo>
                  <a:close/>
                  <a:moveTo>
                    <a:pt x="0" y="1"/>
                  </a:moveTo>
                  <a:lnTo>
                    <a:pt x="14502" y="138256"/>
                  </a:lnTo>
                  <a:lnTo>
                    <a:pt x="14549" y="138625"/>
                  </a:lnTo>
                  <a:lnTo>
                    <a:pt x="372868" y="722030"/>
                  </a:lnTo>
                  <a:lnTo>
                    <a:pt x="374082" y="723816"/>
                  </a:lnTo>
                  <a:lnTo>
                    <a:pt x="375309" y="722494"/>
                  </a:lnTo>
                  <a:lnTo>
                    <a:pt x="482298" y="653319"/>
                  </a:lnTo>
                  <a:lnTo>
                    <a:pt x="119074" y="79618"/>
                  </a:lnTo>
                  <a:lnTo>
                    <a:pt x="0" y="1"/>
                  </a:lnTo>
                  <a:close/>
                </a:path>
              </a:pathLst>
            </a:custGeom>
            <a:solidFill>
              <a:srgbClr val="252C3C"/>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8" name="Google Shape;2508;p41"/>
            <p:cNvSpPr/>
            <p:nvPr/>
          </p:nvSpPr>
          <p:spPr>
            <a:xfrm>
              <a:off x="5500305" y="868518"/>
              <a:ext cx="297391" cy="351434"/>
            </a:xfrm>
            <a:custGeom>
              <a:avLst/>
              <a:gdLst/>
              <a:ahLst/>
              <a:cxnLst/>
              <a:rect l="l" t="t" r="r" b="b"/>
              <a:pathLst>
                <a:path w="113943" h="134649" extrusionOk="0">
                  <a:moveTo>
                    <a:pt x="0" y="1"/>
                  </a:moveTo>
                  <a:lnTo>
                    <a:pt x="18026" y="134648"/>
                  </a:lnTo>
                  <a:lnTo>
                    <a:pt x="113943" y="79356"/>
                  </a:lnTo>
                  <a:lnTo>
                    <a:pt x="0" y="1"/>
                  </a:lnTo>
                  <a:close/>
                </a:path>
              </a:pathLst>
            </a:custGeom>
            <a:solidFill>
              <a:srgbClr val="FAF9E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9" name="Google Shape;2509;p41"/>
            <p:cNvSpPr/>
            <p:nvPr/>
          </p:nvSpPr>
          <p:spPr>
            <a:xfrm>
              <a:off x="5494771" y="859415"/>
              <a:ext cx="310974" cy="367498"/>
            </a:xfrm>
            <a:custGeom>
              <a:avLst/>
              <a:gdLst/>
              <a:ahLst/>
              <a:cxnLst/>
              <a:rect l="l" t="t" r="r" b="b"/>
              <a:pathLst>
                <a:path w="119147" h="140804" extrusionOk="0">
                  <a:moveTo>
                    <a:pt x="4251" y="6989"/>
                  </a:moveTo>
                  <a:lnTo>
                    <a:pt x="112979" y="82713"/>
                  </a:lnTo>
                  <a:lnTo>
                    <a:pt x="21456" y="135469"/>
                  </a:lnTo>
                  <a:lnTo>
                    <a:pt x="4251" y="6989"/>
                  </a:lnTo>
                  <a:close/>
                  <a:moveTo>
                    <a:pt x="1" y="0"/>
                  </a:moveTo>
                  <a:lnTo>
                    <a:pt x="18837" y="140803"/>
                  </a:lnTo>
                  <a:lnTo>
                    <a:pt x="119147" y="82987"/>
                  </a:lnTo>
                  <a:lnTo>
                    <a:pt x="1" y="0"/>
                  </a:lnTo>
                  <a:close/>
                </a:path>
              </a:pathLst>
            </a:custGeom>
            <a:solidFill>
              <a:srgbClr val="252C3C"/>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0" name="Google Shape;2510;p41"/>
            <p:cNvSpPr/>
            <p:nvPr/>
          </p:nvSpPr>
          <p:spPr>
            <a:xfrm>
              <a:off x="5500305" y="868518"/>
              <a:ext cx="125700" cy="149443"/>
            </a:xfrm>
            <a:custGeom>
              <a:avLst/>
              <a:gdLst/>
              <a:ahLst/>
              <a:cxnLst/>
              <a:rect l="l" t="t" r="r" b="b"/>
              <a:pathLst>
                <a:path w="48161" h="57258" extrusionOk="0">
                  <a:moveTo>
                    <a:pt x="0" y="1"/>
                  </a:moveTo>
                  <a:lnTo>
                    <a:pt x="6001" y="57258"/>
                  </a:lnTo>
                  <a:lnTo>
                    <a:pt x="48161" y="32147"/>
                  </a:lnTo>
                  <a:lnTo>
                    <a:pt x="0"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1" name="Google Shape;2511;p41"/>
            <p:cNvSpPr/>
            <p:nvPr/>
          </p:nvSpPr>
          <p:spPr>
            <a:xfrm>
              <a:off x="5495082" y="859879"/>
              <a:ext cx="139003" cy="165231"/>
            </a:xfrm>
            <a:custGeom>
              <a:avLst/>
              <a:gdLst/>
              <a:ahLst/>
              <a:cxnLst/>
              <a:rect l="l" t="t" r="r" b="b"/>
              <a:pathLst>
                <a:path w="53258" h="63307" extrusionOk="0">
                  <a:moveTo>
                    <a:pt x="4013" y="6644"/>
                  </a:moveTo>
                  <a:lnTo>
                    <a:pt x="47066" y="35386"/>
                  </a:lnTo>
                  <a:lnTo>
                    <a:pt x="9383" y="57829"/>
                  </a:lnTo>
                  <a:lnTo>
                    <a:pt x="4013" y="6644"/>
                  </a:lnTo>
                  <a:close/>
                  <a:moveTo>
                    <a:pt x="1" y="1"/>
                  </a:moveTo>
                  <a:lnTo>
                    <a:pt x="6633" y="63306"/>
                  </a:lnTo>
                  <a:lnTo>
                    <a:pt x="53258" y="35541"/>
                  </a:lnTo>
                  <a:lnTo>
                    <a:pt x="1" y="1"/>
                  </a:lnTo>
                  <a:close/>
                </a:path>
              </a:pathLst>
            </a:custGeom>
            <a:solidFill>
              <a:srgbClr val="252C3C"/>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2" name="Google Shape;2512;p41"/>
            <p:cNvSpPr/>
            <p:nvPr/>
          </p:nvSpPr>
          <p:spPr>
            <a:xfrm>
              <a:off x="6438871" y="2505983"/>
              <a:ext cx="309047" cy="236004"/>
            </a:xfrm>
            <a:custGeom>
              <a:avLst/>
              <a:gdLst/>
              <a:ahLst/>
              <a:cxnLst/>
              <a:rect l="l" t="t" r="r" b="b"/>
              <a:pathLst>
                <a:path w="118409" h="90423" extrusionOk="0">
                  <a:moveTo>
                    <a:pt x="70743" y="1"/>
                  </a:moveTo>
                  <a:cubicBezTo>
                    <a:pt x="58378" y="1"/>
                    <a:pt x="45888" y="3588"/>
                    <a:pt x="34898" y="11079"/>
                  </a:cubicBezTo>
                  <a:cubicBezTo>
                    <a:pt x="8764" y="28879"/>
                    <a:pt x="1" y="62573"/>
                    <a:pt x="12717" y="90386"/>
                  </a:cubicBezTo>
                  <a:lnTo>
                    <a:pt x="12764" y="90422"/>
                  </a:lnTo>
                  <a:lnTo>
                    <a:pt x="118408" y="22128"/>
                  </a:lnTo>
                  <a:lnTo>
                    <a:pt x="116634" y="19330"/>
                  </a:lnTo>
                  <a:cubicBezTo>
                    <a:pt x="104342" y="6715"/>
                    <a:pt x="87659" y="1"/>
                    <a:pt x="70743" y="1"/>
                  </a:cubicBezTo>
                  <a:close/>
                </a:path>
              </a:pathLst>
            </a:custGeom>
            <a:solidFill>
              <a:srgbClr val="FAF9E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3" name="Google Shape;2513;p41"/>
            <p:cNvSpPr/>
            <p:nvPr/>
          </p:nvSpPr>
          <p:spPr>
            <a:xfrm>
              <a:off x="6433434" y="2501582"/>
              <a:ext cx="320388" cy="245718"/>
            </a:xfrm>
            <a:custGeom>
              <a:avLst/>
              <a:gdLst/>
              <a:ahLst/>
              <a:cxnLst/>
              <a:rect l="l" t="t" r="r" b="b"/>
              <a:pathLst>
                <a:path w="122754" h="94145" extrusionOk="0">
                  <a:moveTo>
                    <a:pt x="72926" y="3311"/>
                  </a:moveTo>
                  <a:cubicBezTo>
                    <a:pt x="89190" y="3311"/>
                    <a:pt x="105311" y="9681"/>
                    <a:pt x="117408" y="22040"/>
                  </a:cubicBezTo>
                  <a:lnTo>
                    <a:pt x="118217" y="23314"/>
                  </a:lnTo>
                  <a:lnTo>
                    <a:pt x="15562" y="89679"/>
                  </a:lnTo>
                  <a:cubicBezTo>
                    <a:pt x="4048" y="62426"/>
                    <a:pt x="13264" y="30922"/>
                    <a:pt x="37921" y="14134"/>
                  </a:cubicBezTo>
                  <a:cubicBezTo>
                    <a:pt x="48578" y="6871"/>
                    <a:pt x="60793" y="3311"/>
                    <a:pt x="72926" y="3311"/>
                  </a:cubicBezTo>
                  <a:close/>
                  <a:moveTo>
                    <a:pt x="72934" y="1"/>
                  </a:moveTo>
                  <a:cubicBezTo>
                    <a:pt x="60152" y="1"/>
                    <a:pt x="47294" y="3743"/>
                    <a:pt x="36064" y="11396"/>
                  </a:cubicBezTo>
                  <a:cubicBezTo>
                    <a:pt x="9573" y="29458"/>
                    <a:pt x="0" y="63664"/>
                    <a:pt x="13323" y="92763"/>
                  </a:cubicBezTo>
                  <a:lnTo>
                    <a:pt x="14752" y="94144"/>
                  </a:lnTo>
                  <a:lnTo>
                    <a:pt x="122753" y="24302"/>
                  </a:lnTo>
                  <a:lnTo>
                    <a:pt x="120098" y="20123"/>
                  </a:lnTo>
                  <a:lnTo>
                    <a:pt x="119896" y="19849"/>
                  </a:lnTo>
                  <a:cubicBezTo>
                    <a:pt x="107133" y="6752"/>
                    <a:pt x="90103" y="1"/>
                    <a:pt x="7293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4" name="Google Shape;2514;p41"/>
            <p:cNvSpPr/>
            <p:nvPr/>
          </p:nvSpPr>
          <p:spPr>
            <a:xfrm>
              <a:off x="6525074" y="2578890"/>
              <a:ext cx="154509" cy="118006"/>
            </a:xfrm>
            <a:custGeom>
              <a:avLst/>
              <a:gdLst/>
              <a:ahLst/>
              <a:cxnLst/>
              <a:rect l="l" t="t" r="r" b="b"/>
              <a:pathLst>
                <a:path w="59199" h="45213" extrusionOk="0">
                  <a:moveTo>
                    <a:pt x="35383" y="1"/>
                  </a:moveTo>
                  <a:cubicBezTo>
                    <a:pt x="29198" y="1"/>
                    <a:pt x="22951" y="1798"/>
                    <a:pt x="17455" y="5553"/>
                  </a:cubicBezTo>
                  <a:cubicBezTo>
                    <a:pt x="4382" y="14435"/>
                    <a:pt x="1" y="31294"/>
                    <a:pt x="6370" y="45188"/>
                  </a:cubicBezTo>
                  <a:lnTo>
                    <a:pt x="6382" y="45212"/>
                  </a:lnTo>
                  <a:lnTo>
                    <a:pt x="59198" y="11053"/>
                  </a:lnTo>
                  <a:lnTo>
                    <a:pt x="58305" y="9648"/>
                  </a:lnTo>
                  <a:cubicBezTo>
                    <a:pt x="52161" y="3352"/>
                    <a:pt x="43830" y="1"/>
                    <a:pt x="35383"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5" name="Google Shape;2515;p41"/>
            <p:cNvSpPr/>
            <p:nvPr/>
          </p:nvSpPr>
          <p:spPr>
            <a:xfrm>
              <a:off x="6519948" y="2574529"/>
              <a:ext cx="165571" cy="127587"/>
            </a:xfrm>
            <a:custGeom>
              <a:avLst/>
              <a:gdLst/>
              <a:ahLst/>
              <a:cxnLst/>
              <a:rect l="l" t="t" r="r" b="b"/>
              <a:pathLst>
                <a:path w="63437" h="48884" extrusionOk="0">
                  <a:moveTo>
                    <a:pt x="37386" y="3306"/>
                  </a:moveTo>
                  <a:cubicBezTo>
                    <a:pt x="45208" y="3306"/>
                    <a:pt x="52983" y="6354"/>
                    <a:pt x="58853" y="12248"/>
                  </a:cubicBezTo>
                  <a:lnTo>
                    <a:pt x="9085" y="44430"/>
                  </a:lnTo>
                  <a:cubicBezTo>
                    <a:pt x="4060" y="31381"/>
                    <a:pt x="8608" y="16546"/>
                    <a:pt x="20336" y="8569"/>
                  </a:cubicBezTo>
                  <a:cubicBezTo>
                    <a:pt x="25539" y="5033"/>
                    <a:pt x="31468" y="3306"/>
                    <a:pt x="37386" y="3306"/>
                  </a:cubicBezTo>
                  <a:close/>
                  <a:moveTo>
                    <a:pt x="37404" y="0"/>
                  </a:moveTo>
                  <a:cubicBezTo>
                    <a:pt x="30849" y="0"/>
                    <a:pt x="24253" y="1919"/>
                    <a:pt x="18490" y="5842"/>
                  </a:cubicBezTo>
                  <a:cubicBezTo>
                    <a:pt x="4905" y="15094"/>
                    <a:pt x="0" y="32631"/>
                    <a:pt x="6822" y="47550"/>
                  </a:cubicBezTo>
                  <a:lnTo>
                    <a:pt x="7025" y="47955"/>
                  </a:lnTo>
                  <a:lnTo>
                    <a:pt x="8275" y="48883"/>
                  </a:lnTo>
                  <a:lnTo>
                    <a:pt x="63437" y="13224"/>
                  </a:lnTo>
                  <a:lnTo>
                    <a:pt x="61686" y="10450"/>
                  </a:lnTo>
                  <a:lnTo>
                    <a:pt x="61472" y="10176"/>
                  </a:lnTo>
                  <a:cubicBezTo>
                    <a:pt x="54934" y="3461"/>
                    <a:pt x="46206" y="0"/>
                    <a:pt x="3740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6" name="Google Shape;2516;p41"/>
            <p:cNvSpPr/>
            <p:nvPr/>
          </p:nvSpPr>
          <p:spPr>
            <a:xfrm>
              <a:off x="5896795" y="1436047"/>
              <a:ext cx="460383" cy="592885"/>
            </a:xfrm>
            <a:custGeom>
              <a:avLst/>
              <a:gdLst/>
              <a:ahLst/>
              <a:cxnLst/>
              <a:rect l="l" t="t" r="r" b="b"/>
              <a:pathLst>
                <a:path w="176392" h="227159" extrusionOk="0">
                  <a:moveTo>
                    <a:pt x="52554" y="0"/>
                  </a:moveTo>
                  <a:lnTo>
                    <a:pt x="0" y="32314"/>
                  </a:lnTo>
                  <a:lnTo>
                    <a:pt x="123658" y="227159"/>
                  </a:lnTo>
                  <a:lnTo>
                    <a:pt x="176391" y="195619"/>
                  </a:lnTo>
                  <a:lnTo>
                    <a:pt x="52554" y="0"/>
                  </a:lnTo>
                  <a:close/>
                </a:path>
              </a:pathLst>
            </a:custGeom>
            <a:solidFill>
              <a:srgbClr val="FAF9E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7" name="Google Shape;2517;p41"/>
            <p:cNvSpPr/>
            <p:nvPr/>
          </p:nvSpPr>
          <p:spPr>
            <a:xfrm>
              <a:off x="5890829" y="1430141"/>
              <a:ext cx="472376" cy="604635"/>
            </a:xfrm>
            <a:custGeom>
              <a:avLst/>
              <a:gdLst/>
              <a:ahLst/>
              <a:cxnLst/>
              <a:rect l="l" t="t" r="r" b="b"/>
              <a:pathLst>
                <a:path w="180987" h="231661" extrusionOk="0">
                  <a:moveTo>
                    <a:pt x="54316" y="4525"/>
                  </a:moveTo>
                  <a:lnTo>
                    <a:pt x="176391" y="197335"/>
                  </a:lnTo>
                  <a:lnTo>
                    <a:pt x="126480" y="227184"/>
                  </a:lnTo>
                  <a:lnTo>
                    <a:pt x="4584" y="35112"/>
                  </a:lnTo>
                  <a:lnTo>
                    <a:pt x="54316" y="4525"/>
                  </a:lnTo>
                  <a:close/>
                  <a:moveTo>
                    <a:pt x="55364" y="1"/>
                  </a:moveTo>
                  <a:lnTo>
                    <a:pt x="0" y="34041"/>
                  </a:lnTo>
                  <a:lnTo>
                    <a:pt x="125409" y="231660"/>
                  </a:lnTo>
                  <a:lnTo>
                    <a:pt x="180987" y="198418"/>
                  </a:lnTo>
                  <a:lnTo>
                    <a:pt x="5536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8" name="Google Shape;2518;p41"/>
            <p:cNvSpPr/>
            <p:nvPr/>
          </p:nvSpPr>
          <p:spPr>
            <a:xfrm>
              <a:off x="5722027" y="1411114"/>
              <a:ext cx="34867" cy="35201"/>
            </a:xfrm>
            <a:custGeom>
              <a:avLst/>
              <a:gdLst/>
              <a:ahLst/>
              <a:cxnLst/>
              <a:rect l="l" t="t" r="r" b="b"/>
              <a:pathLst>
                <a:path w="13359" h="13487" extrusionOk="0">
                  <a:moveTo>
                    <a:pt x="4811" y="0"/>
                  </a:moveTo>
                  <a:cubicBezTo>
                    <a:pt x="3917" y="0"/>
                    <a:pt x="3077" y="242"/>
                    <a:pt x="2370" y="754"/>
                  </a:cubicBezTo>
                  <a:cubicBezTo>
                    <a:pt x="0" y="2457"/>
                    <a:pt x="0" y="6517"/>
                    <a:pt x="2382" y="9839"/>
                  </a:cubicBezTo>
                  <a:cubicBezTo>
                    <a:pt x="4051" y="12152"/>
                    <a:pt x="6441" y="13487"/>
                    <a:pt x="8542" y="13487"/>
                  </a:cubicBezTo>
                  <a:cubicBezTo>
                    <a:pt x="9436" y="13487"/>
                    <a:pt x="10278" y="13244"/>
                    <a:pt x="10990" y="12732"/>
                  </a:cubicBezTo>
                  <a:cubicBezTo>
                    <a:pt x="13359" y="11041"/>
                    <a:pt x="13359" y="6981"/>
                    <a:pt x="10978" y="3659"/>
                  </a:cubicBezTo>
                  <a:cubicBezTo>
                    <a:pt x="9307" y="1338"/>
                    <a:pt x="6911" y="0"/>
                    <a:pt x="481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9" name="Google Shape;2519;p41"/>
            <p:cNvSpPr/>
            <p:nvPr/>
          </p:nvSpPr>
          <p:spPr>
            <a:xfrm>
              <a:off x="5719229" y="1406833"/>
              <a:ext cx="42668" cy="43851"/>
            </a:xfrm>
            <a:custGeom>
              <a:avLst/>
              <a:gdLst/>
              <a:ahLst/>
              <a:cxnLst/>
              <a:rect l="l" t="t" r="r" b="b"/>
              <a:pathLst>
                <a:path w="16348" h="16801" extrusionOk="0">
                  <a:moveTo>
                    <a:pt x="5870" y="3287"/>
                  </a:moveTo>
                  <a:cubicBezTo>
                    <a:pt x="6394" y="3287"/>
                    <a:pt x="6883" y="3430"/>
                    <a:pt x="7204" y="3514"/>
                  </a:cubicBezTo>
                  <a:cubicBezTo>
                    <a:pt x="8490" y="3942"/>
                    <a:pt x="9764" y="4942"/>
                    <a:pt x="10704" y="6252"/>
                  </a:cubicBezTo>
                  <a:cubicBezTo>
                    <a:pt x="12526" y="8776"/>
                    <a:pt x="12693" y="11896"/>
                    <a:pt x="11085" y="13039"/>
                  </a:cubicBezTo>
                  <a:cubicBezTo>
                    <a:pt x="10668" y="13340"/>
                    <a:pt x="10159" y="13482"/>
                    <a:pt x="9602" y="13482"/>
                  </a:cubicBezTo>
                  <a:cubicBezTo>
                    <a:pt x="8047" y="13482"/>
                    <a:pt x="6120" y="12370"/>
                    <a:pt x="4787" y="10502"/>
                  </a:cubicBezTo>
                  <a:cubicBezTo>
                    <a:pt x="3846" y="9193"/>
                    <a:pt x="3311" y="7681"/>
                    <a:pt x="3311" y="6323"/>
                  </a:cubicBezTo>
                  <a:cubicBezTo>
                    <a:pt x="3311" y="5645"/>
                    <a:pt x="3442" y="4406"/>
                    <a:pt x="4394" y="3716"/>
                  </a:cubicBezTo>
                  <a:cubicBezTo>
                    <a:pt x="4858" y="3394"/>
                    <a:pt x="5382" y="3287"/>
                    <a:pt x="5870" y="3287"/>
                  </a:cubicBezTo>
                  <a:close/>
                  <a:moveTo>
                    <a:pt x="5885" y="1"/>
                  </a:moveTo>
                  <a:cubicBezTo>
                    <a:pt x="4624" y="1"/>
                    <a:pt x="3445" y="359"/>
                    <a:pt x="2477" y="1061"/>
                  </a:cubicBezTo>
                  <a:cubicBezTo>
                    <a:pt x="917" y="2192"/>
                    <a:pt x="1" y="4109"/>
                    <a:pt x="1" y="6335"/>
                  </a:cubicBezTo>
                  <a:cubicBezTo>
                    <a:pt x="1" y="8395"/>
                    <a:pt x="751" y="10562"/>
                    <a:pt x="2108" y="12443"/>
                  </a:cubicBezTo>
                  <a:cubicBezTo>
                    <a:pt x="4108" y="15241"/>
                    <a:pt x="6966" y="16801"/>
                    <a:pt x="9585" y="16801"/>
                  </a:cubicBezTo>
                  <a:cubicBezTo>
                    <a:pt x="10823" y="16801"/>
                    <a:pt x="12002" y="16444"/>
                    <a:pt x="13026" y="15729"/>
                  </a:cubicBezTo>
                  <a:cubicBezTo>
                    <a:pt x="16181" y="13455"/>
                    <a:pt x="16348" y="8455"/>
                    <a:pt x="13383" y="4347"/>
                  </a:cubicBezTo>
                  <a:cubicBezTo>
                    <a:pt x="12026" y="2454"/>
                    <a:pt x="10216" y="1061"/>
                    <a:pt x="8264" y="406"/>
                  </a:cubicBezTo>
                  <a:cubicBezTo>
                    <a:pt x="7459" y="135"/>
                    <a:pt x="6657" y="1"/>
                    <a:pt x="588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0" name="Google Shape;2520;p41"/>
            <p:cNvSpPr/>
            <p:nvPr/>
          </p:nvSpPr>
          <p:spPr>
            <a:xfrm>
              <a:off x="5882902" y="1304495"/>
              <a:ext cx="34838" cy="35245"/>
            </a:xfrm>
            <a:custGeom>
              <a:avLst/>
              <a:gdLst/>
              <a:ahLst/>
              <a:cxnLst/>
              <a:rect l="l" t="t" r="r" b="b"/>
              <a:pathLst>
                <a:path w="13348" h="13504" extrusionOk="0">
                  <a:moveTo>
                    <a:pt x="4812" y="1"/>
                  </a:moveTo>
                  <a:cubicBezTo>
                    <a:pt x="3929" y="1"/>
                    <a:pt x="3098" y="239"/>
                    <a:pt x="2394" y="742"/>
                  </a:cubicBezTo>
                  <a:cubicBezTo>
                    <a:pt x="13" y="2433"/>
                    <a:pt x="1" y="6493"/>
                    <a:pt x="2358" y="9815"/>
                  </a:cubicBezTo>
                  <a:cubicBezTo>
                    <a:pt x="4028" y="12156"/>
                    <a:pt x="6431" y="13503"/>
                    <a:pt x="8538" y="13503"/>
                  </a:cubicBezTo>
                  <a:cubicBezTo>
                    <a:pt x="9421" y="13503"/>
                    <a:pt x="10252" y="13267"/>
                    <a:pt x="10955" y="12767"/>
                  </a:cubicBezTo>
                  <a:cubicBezTo>
                    <a:pt x="13336" y="11065"/>
                    <a:pt x="13348" y="7005"/>
                    <a:pt x="10978" y="3683"/>
                  </a:cubicBezTo>
                  <a:cubicBezTo>
                    <a:pt x="9310" y="1352"/>
                    <a:pt x="6914" y="1"/>
                    <a:pt x="481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1" name="Google Shape;2521;p41"/>
            <p:cNvSpPr/>
            <p:nvPr/>
          </p:nvSpPr>
          <p:spPr>
            <a:xfrm>
              <a:off x="5880138" y="1300197"/>
              <a:ext cx="42512" cy="43869"/>
            </a:xfrm>
            <a:custGeom>
              <a:avLst/>
              <a:gdLst/>
              <a:ahLst/>
              <a:cxnLst/>
              <a:rect l="l" t="t" r="r" b="b"/>
              <a:pathLst>
                <a:path w="16288" h="16808" extrusionOk="0">
                  <a:moveTo>
                    <a:pt x="5858" y="3294"/>
                  </a:moveTo>
                  <a:cubicBezTo>
                    <a:pt x="6394" y="3294"/>
                    <a:pt x="6894" y="3425"/>
                    <a:pt x="7215" y="3520"/>
                  </a:cubicBezTo>
                  <a:cubicBezTo>
                    <a:pt x="8489" y="3961"/>
                    <a:pt x="9775" y="4961"/>
                    <a:pt x="10704" y="6271"/>
                  </a:cubicBezTo>
                  <a:cubicBezTo>
                    <a:pt x="12502" y="8795"/>
                    <a:pt x="12657" y="11914"/>
                    <a:pt x="11049" y="13057"/>
                  </a:cubicBezTo>
                  <a:cubicBezTo>
                    <a:pt x="10597" y="13383"/>
                    <a:pt x="10079" y="13492"/>
                    <a:pt x="9591" y="13492"/>
                  </a:cubicBezTo>
                  <a:cubicBezTo>
                    <a:pt x="9065" y="13492"/>
                    <a:pt x="8573" y="13365"/>
                    <a:pt x="8239" y="13248"/>
                  </a:cubicBezTo>
                  <a:cubicBezTo>
                    <a:pt x="6965" y="12807"/>
                    <a:pt x="5703" y="11807"/>
                    <a:pt x="4763" y="10497"/>
                  </a:cubicBezTo>
                  <a:cubicBezTo>
                    <a:pt x="3822" y="9200"/>
                    <a:pt x="3298" y="7664"/>
                    <a:pt x="3298" y="6318"/>
                  </a:cubicBezTo>
                  <a:cubicBezTo>
                    <a:pt x="3298" y="5640"/>
                    <a:pt x="3453" y="4413"/>
                    <a:pt x="4406" y="3723"/>
                  </a:cubicBezTo>
                  <a:cubicBezTo>
                    <a:pt x="4870" y="3401"/>
                    <a:pt x="5382" y="3294"/>
                    <a:pt x="5858" y="3294"/>
                  </a:cubicBezTo>
                  <a:close/>
                  <a:moveTo>
                    <a:pt x="5861" y="1"/>
                  </a:moveTo>
                  <a:cubicBezTo>
                    <a:pt x="4613" y="1"/>
                    <a:pt x="3447" y="356"/>
                    <a:pt x="2489" y="1044"/>
                  </a:cubicBezTo>
                  <a:cubicBezTo>
                    <a:pt x="905" y="2163"/>
                    <a:pt x="0" y="4080"/>
                    <a:pt x="0" y="6318"/>
                  </a:cubicBezTo>
                  <a:cubicBezTo>
                    <a:pt x="0" y="8366"/>
                    <a:pt x="727" y="10545"/>
                    <a:pt x="2072" y="12426"/>
                  </a:cubicBezTo>
                  <a:cubicBezTo>
                    <a:pt x="3405" y="14319"/>
                    <a:pt x="5215" y="15724"/>
                    <a:pt x="7168" y="16391"/>
                  </a:cubicBezTo>
                  <a:cubicBezTo>
                    <a:pt x="7989" y="16677"/>
                    <a:pt x="8811" y="16808"/>
                    <a:pt x="9585" y="16808"/>
                  </a:cubicBezTo>
                  <a:cubicBezTo>
                    <a:pt x="10835" y="16808"/>
                    <a:pt x="11990" y="16450"/>
                    <a:pt x="12942" y="15760"/>
                  </a:cubicBezTo>
                  <a:cubicBezTo>
                    <a:pt x="16109" y="13498"/>
                    <a:pt x="16288" y="8497"/>
                    <a:pt x="13359" y="4378"/>
                  </a:cubicBezTo>
                  <a:cubicBezTo>
                    <a:pt x="12037" y="2484"/>
                    <a:pt x="10228" y="1091"/>
                    <a:pt x="8275" y="425"/>
                  </a:cubicBezTo>
                  <a:cubicBezTo>
                    <a:pt x="7459" y="140"/>
                    <a:pt x="6644" y="1"/>
                    <a:pt x="586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2" name="Google Shape;2522;p41"/>
            <p:cNvSpPr/>
            <p:nvPr/>
          </p:nvSpPr>
          <p:spPr>
            <a:xfrm>
              <a:off x="5799559" y="1366749"/>
              <a:ext cx="66380" cy="60784"/>
            </a:xfrm>
            <a:custGeom>
              <a:avLst/>
              <a:gdLst/>
              <a:ahLst/>
              <a:cxnLst/>
              <a:rect l="l" t="t" r="r" b="b"/>
              <a:pathLst>
                <a:path w="25433" h="23289" extrusionOk="0">
                  <a:moveTo>
                    <a:pt x="19241" y="0"/>
                  </a:moveTo>
                  <a:lnTo>
                    <a:pt x="16479" y="1798"/>
                  </a:lnTo>
                  <a:lnTo>
                    <a:pt x="17383" y="3179"/>
                  </a:lnTo>
                  <a:cubicBezTo>
                    <a:pt x="21229" y="9085"/>
                    <a:pt x="21896" y="15907"/>
                    <a:pt x="18919" y="18705"/>
                  </a:cubicBezTo>
                  <a:cubicBezTo>
                    <a:pt x="17820" y="19743"/>
                    <a:pt x="16416" y="19998"/>
                    <a:pt x="15265" y="19998"/>
                  </a:cubicBezTo>
                  <a:cubicBezTo>
                    <a:pt x="15070" y="19998"/>
                    <a:pt x="14882" y="19991"/>
                    <a:pt x="14705" y="19979"/>
                  </a:cubicBezTo>
                  <a:cubicBezTo>
                    <a:pt x="11049" y="19705"/>
                    <a:pt x="6787" y="17014"/>
                    <a:pt x="3620" y="12966"/>
                  </a:cubicBezTo>
                  <a:lnTo>
                    <a:pt x="2596" y="11668"/>
                  </a:lnTo>
                  <a:lnTo>
                    <a:pt x="0" y="13704"/>
                  </a:lnTo>
                  <a:lnTo>
                    <a:pt x="1012" y="15002"/>
                  </a:lnTo>
                  <a:cubicBezTo>
                    <a:pt x="4810" y="19824"/>
                    <a:pt x="9823" y="22920"/>
                    <a:pt x="14455" y="23265"/>
                  </a:cubicBezTo>
                  <a:cubicBezTo>
                    <a:pt x="14752" y="23277"/>
                    <a:pt x="15038" y="23289"/>
                    <a:pt x="15324" y="23289"/>
                  </a:cubicBezTo>
                  <a:cubicBezTo>
                    <a:pt x="17634" y="23289"/>
                    <a:pt x="19669" y="22551"/>
                    <a:pt x="21193" y="21098"/>
                  </a:cubicBezTo>
                  <a:cubicBezTo>
                    <a:pt x="25432" y="17109"/>
                    <a:pt x="24992" y="8811"/>
                    <a:pt x="20158" y="1381"/>
                  </a:cubicBezTo>
                  <a:lnTo>
                    <a:pt x="1924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523" name="Google Shape;2523;p41"/>
          <p:cNvGrpSpPr/>
          <p:nvPr/>
        </p:nvGrpSpPr>
        <p:grpSpPr>
          <a:xfrm rot="-1402087">
            <a:off x="3297708" y="671728"/>
            <a:ext cx="835727" cy="817137"/>
            <a:chOff x="4073201" y="2636013"/>
            <a:chExt cx="804760" cy="786858"/>
          </a:xfrm>
        </p:grpSpPr>
        <p:sp>
          <p:nvSpPr>
            <p:cNvPr id="2524" name="Google Shape;2524;p41"/>
            <p:cNvSpPr/>
            <p:nvPr/>
          </p:nvSpPr>
          <p:spPr>
            <a:xfrm>
              <a:off x="4245328" y="2638445"/>
              <a:ext cx="609607" cy="647575"/>
            </a:xfrm>
            <a:custGeom>
              <a:avLst/>
              <a:gdLst/>
              <a:ahLst/>
              <a:cxnLst/>
              <a:rect l="l" t="t" r="r" b="b"/>
              <a:pathLst>
                <a:path w="233566" h="248113" extrusionOk="0">
                  <a:moveTo>
                    <a:pt x="19610" y="1"/>
                  </a:moveTo>
                  <a:cubicBezTo>
                    <a:pt x="17786" y="1"/>
                    <a:pt x="16086" y="484"/>
                    <a:pt x="14502" y="1463"/>
                  </a:cubicBezTo>
                  <a:cubicBezTo>
                    <a:pt x="0" y="10452"/>
                    <a:pt x="20169" y="69840"/>
                    <a:pt x="60008" y="138670"/>
                  </a:cubicBezTo>
                  <a:cubicBezTo>
                    <a:pt x="50161" y="145278"/>
                    <a:pt x="41946" y="151208"/>
                    <a:pt x="38100" y="155280"/>
                  </a:cubicBezTo>
                  <a:cubicBezTo>
                    <a:pt x="31754" y="162030"/>
                    <a:pt x="25753" y="168686"/>
                    <a:pt x="20217" y="175127"/>
                  </a:cubicBezTo>
                  <a:cubicBezTo>
                    <a:pt x="23789" y="176520"/>
                    <a:pt x="27182" y="178520"/>
                    <a:pt x="30218" y="181164"/>
                  </a:cubicBezTo>
                  <a:cubicBezTo>
                    <a:pt x="45565" y="194511"/>
                    <a:pt x="46077" y="219037"/>
                    <a:pt x="31373" y="235932"/>
                  </a:cubicBezTo>
                  <a:cubicBezTo>
                    <a:pt x="30635" y="236790"/>
                    <a:pt x="29861" y="237611"/>
                    <a:pt x="29051" y="238385"/>
                  </a:cubicBezTo>
                  <a:cubicBezTo>
                    <a:pt x="40231" y="231848"/>
                    <a:pt x="52733" y="223550"/>
                    <a:pt x="66056" y="213727"/>
                  </a:cubicBezTo>
                  <a:cubicBezTo>
                    <a:pt x="74998" y="207131"/>
                    <a:pt x="84296" y="199856"/>
                    <a:pt x="93821" y="192010"/>
                  </a:cubicBezTo>
                  <a:cubicBezTo>
                    <a:pt x="99977" y="200892"/>
                    <a:pt x="106097" y="209334"/>
                    <a:pt x="112098" y="217180"/>
                  </a:cubicBezTo>
                  <a:cubicBezTo>
                    <a:pt x="121003" y="228824"/>
                    <a:pt x="129647" y="239242"/>
                    <a:pt x="137744" y="248112"/>
                  </a:cubicBezTo>
                  <a:cubicBezTo>
                    <a:pt x="130040" y="228527"/>
                    <a:pt x="137386" y="206762"/>
                    <a:pt x="154948" y="198463"/>
                  </a:cubicBezTo>
                  <a:cubicBezTo>
                    <a:pt x="159473" y="196356"/>
                    <a:pt x="164235" y="195308"/>
                    <a:pt x="168998" y="195249"/>
                  </a:cubicBezTo>
                  <a:cubicBezTo>
                    <a:pt x="165354" y="187426"/>
                    <a:pt x="161318" y="179282"/>
                    <a:pt x="156913" y="170877"/>
                  </a:cubicBezTo>
                  <a:cubicBezTo>
                    <a:pt x="154055" y="165412"/>
                    <a:pt x="147959" y="157970"/>
                    <a:pt x="140827" y="149934"/>
                  </a:cubicBezTo>
                  <a:cubicBezTo>
                    <a:pt x="197942" y="94558"/>
                    <a:pt x="233565" y="42885"/>
                    <a:pt x="222052" y="30300"/>
                  </a:cubicBezTo>
                  <a:cubicBezTo>
                    <a:pt x="219576" y="27596"/>
                    <a:pt x="216694" y="26223"/>
                    <a:pt x="213156" y="26223"/>
                  </a:cubicBezTo>
                  <a:cubicBezTo>
                    <a:pt x="198639" y="26223"/>
                    <a:pt x="173079" y="49345"/>
                    <a:pt x="119277" y="98523"/>
                  </a:cubicBezTo>
                  <a:cubicBezTo>
                    <a:pt x="116241" y="101285"/>
                    <a:pt x="111431" y="104833"/>
                    <a:pt x="105644" y="108821"/>
                  </a:cubicBezTo>
                  <a:cubicBezTo>
                    <a:pt x="62702" y="39423"/>
                    <a:pt x="36089" y="1"/>
                    <a:pt x="19610" y="1"/>
                  </a:cubicBezTo>
                  <a:close/>
                </a:path>
              </a:pathLst>
            </a:custGeom>
            <a:solidFill>
              <a:srgbClr val="00B2B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5" name="Google Shape;2525;p41"/>
            <p:cNvSpPr/>
            <p:nvPr/>
          </p:nvSpPr>
          <p:spPr>
            <a:xfrm>
              <a:off x="4243214" y="2636013"/>
              <a:ext cx="614143" cy="661257"/>
            </a:xfrm>
            <a:custGeom>
              <a:avLst/>
              <a:gdLst/>
              <a:ahLst/>
              <a:cxnLst/>
              <a:rect l="l" t="t" r="r" b="b"/>
              <a:pathLst>
                <a:path w="235304" h="253355" extrusionOk="0">
                  <a:moveTo>
                    <a:pt x="20314" y="1911"/>
                  </a:moveTo>
                  <a:cubicBezTo>
                    <a:pt x="37234" y="1911"/>
                    <a:pt x="66788" y="47372"/>
                    <a:pt x="105716" y="110242"/>
                  </a:cubicBezTo>
                  <a:lnTo>
                    <a:pt x="106228" y="111051"/>
                  </a:lnTo>
                  <a:lnTo>
                    <a:pt x="107014" y="110504"/>
                  </a:lnTo>
                  <a:cubicBezTo>
                    <a:pt x="113455" y="106074"/>
                    <a:pt x="117956" y="102681"/>
                    <a:pt x="120742" y="100133"/>
                  </a:cubicBezTo>
                  <a:cubicBezTo>
                    <a:pt x="173578" y="51829"/>
                    <a:pt x="199524" y="28116"/>
                    <a:pt x="213928" y="28116"/>
                  </a:cubicBezTo>
                  <a:cubicBezTo>
                    <a:pt x="217234" y="28116"/>
                    <a:pt x="219931" y="29364"/>
                    <a:pt x="222207" y="31851"/>
                  </a:cubicBezTo>
                  <a:cubicBezTo>
                    <a:pt x="233161" y="43829"/>
                    <a:pt x="198252" y="94716"/>
                    <a:pt x="141018" y="150211"/>
                  </a:cubicBezTo>
                  <a:lnTo>
                    <a:pt x="140387" y="150830"/>
                  </a:lnTo>
                  <a:lnTo>
                    <a:pt x="140959" y="151485"/>
                  </a:lnTo>
                  <a:cubicBezTo>
                    <a:pt x="146769" y="158045"/>
                    <a:pt x="153841" y="166320"/>
                    <a:pt x="156925" y="172237"/>
                  </a:cubicBezTo>
                  <a:cubicBezTo>
                    <a:pt x="160961" y="179953"/>
                    <a:pt x="164819" y="187704"/>
                    <a:pt x="168391" y="195323"/>
                  </a:cubicBezTo>
                  <a:cubicBezTo>
                    <a:pt x="163854" y="195562"/>
                    <a:pt x="159473" y="196657"/>
                    <a:pt x="155365" y="198586"/>
                  </a:cubicBezTo>
                  <a:cubicBezTo>
                    <a:pt x="138804" y="206396"/>
                    <a:pt x="130934" y="226244"/>
                    <a:pt x="136280" y="245151"/>
                  </a:cubicBezTo>
                  <a:cubicBezTo>
                    <a:pt x="129041" y="237043"/>
                    <a:pt x="121444" y="227780"/>
                    <a:pt x="113646" y="217552"/>
                  </a:cubicBezTo>
                  <a:cubicBezTo>
                    <a:pt x="107728" y="209837"/>
                    <a:pt x="101597" y="201384"/>
                    <a:pt x="95393" y="192418"/>
                  </a:cubicBezTo>
                  <a:lnTo>
                    <a:pt x="94834" y="191597"/>
                  </a:lnTo>
                  <a:lnTo>
                    <a:pt x="94036" y="192228"/>
                  </a:lnTo>
                  <a:cubicBezTo>
                    <a:pt x="84630" y="199979"/>
                    <a:pt x="75308" y="207277"/>
                    <a:pt x="66318" y="213909"/>
                  </a:cubicBezTo>
                  <a:cubicBezTo>
                    <a:pt x="55079" y="222208"/>
                    <a:pt x="44411" y="229435"/>
                    <a:pt x="34505" y="235459"/>
                  </a:cubicBezTo>
                  <a:cubicBezTo>
                    <a:pt x="40708" y="227482"/>
                    <a:pt x="43982" y="217874"/>
                    <a:pt x="43780" y="208123"/>
                  </a:cubicBezTo>
                  <a:cubicBezTo>
                    <a:pt x="43554" y="197514"/>
                    <a:pt x="39244" y="188013"/>
                    <a:pt x="31624" y="181393"/>
                  </a:cubicBezTo>
                  <a:cubicBezTo>
                    <a:pt x="28897" y="179024"/>
                    <a:pt x="25849" y="177107"/>
                    <a:pt x="22539" y="175690"/>
                  </a:cubicBezTo>
                  <a:cubicBezTo>
                    <a:pt x="27837" y="169558"/>
                    <a:pt x="33588" y="163224"/>
                    <a:pt x="39601" y="156843"/>
                  </a:cubicBezTo>
                  <a:cubicBezTo>
                    <a:pt x="42923" y="153306"/>
                    <a:pt x="49828" y="148092"/>
                    <a:pt x="61354" y="140364"/>
                  </a:cubicBezTo>
                  <a:lnTo>
                    <a:pt x="62068" y="139888"/>
                  </a:lnTo>
                  <a:lnTo>
                    <a:pt x="61639" y="139138"/>
                  </a:lnTo>
                  <a:cubicBezTo>
                    <a:pt x="21730" y="70189"/>
                    <a:pt x="2025" y="11730"/>
                    <a:pt x="15812" y="3181"/>
                  </a:cubicBezTo>
                  <a:cubicBezTo>
                    <a:pt x="17195" y="2326"/>
                    <a:pt x="18697" y="1911"/>
                    <a:pt x="20314" y="1911"/>
                  </a:cubicBezTo>
                  <a:close/>
                  <a:moveTo>
                    <a:pt x="20435" y="0"/>
                  </a:moveTo>
                  <a:cubicBezTo>
                    <a:pt x="18441" y="0"/>
                    <a:pt x="16582" y="542"/>
                    <a:pt x="14836" y="1621"/>
                  </a:cubicBezTo>
                  <a:cubicBezTo>
                    <a:pt x="1" y="10825"/>
                    <a:pt x="18824" y="68677"/>
                    <a:pt x="59615" y="139317"/>
                  </a:cubicBezTo>
                  <a:cubicBezTo>
                    <a:pt x="48400" y="146853"/>
                    <a:pt x="41589" y="152032"/>
                    <a:pt x="38255" y="155569"/>
                  </a:cubicBezTo>
                  <a:cubicBezTo>
                    <a:pt x="31909" y="162296"/>
                    <a:pt x="25861" y="168999"/>
                    <a:pt x="20313" y="175452"/>
                  </a:cubicBezTo>
                  <a:lnTo>
                    <a:pt x="19467" y="176440"/>
                  </a:lnTo>
                  <a:lnTo>
                    <a:pt x="20682" y="176916"/>
                  </a:lnTo>
                  <a:cubicBezTo>
                    <a:pt x="24254" y="178298"/>
                    <a:pt x="27528" y="180262"/>
                    <a:pt x="30421" y="182774"/>
                  </a:cubicBezTo>
                  <a:cubicBezTo>
                    <a:pt x="37636" y="189061"/>
                    <a:pt x="41744" y="198062"/>
                    <a:pt x="41946" y="208158"/>
                  </a:cubicBezTo>
                  <a:cubicBezTo>
                    <a:pt x="42161" y="218267"/>
                    <a:pt x="38458" y="228244"/>
                    <a:pt x="31493" y="236233"/>
                  </a:cubicBezTo>
                  <a:cubicBezTo>
                    <a:pt x="30719" y="237126"/>
                    <a:pt x="29969" y="237912"/>
                    <a:pt x="29230" y="238650"/>
                  </a:cubicBezTo>
                  <a:lnTo>
                    <a:pt x="23825" y="243901"/>
                  </a:lnTo>
                  <a:lnTo>
                    <a:pt x="30326" y="240103"/>
                  </a:lnTo>
                  <a:cubicBezTo>
                    <a:pt x="41684" y="233483"/>
                    <a:pt x="54150" y="225160"/>
                    <a:pt x="67402" y="215397"/>
                  </a:cubicBezTo>
                  <a:cubicBezTo>
                    <a:pt x="76165" y="208920"/>
                    <a:pt x="85261" y="201824"/>
                    <a:pt x="94441" y="194276"/>
                  </a:cubicBezTo>
                  <a:cubicBezTo>
                    <a:pt x="100466" y="202967"/>
                    <a:pt x="106442" y="211171"/>
                    <a:pt x="112181" y="218672"/>
                  </a:cubicBezTo>
                  <a:cubicBezTo>
                    <a:pt x="121099" y="230340"/>
                    <a:pt x="129743" y="240770"/>
                    <a:pt x="137887" y="249687"/>
                  </a:cubicBezTo>
                  <a:lnTo>
                    <a:pt x="141233" y="253354"/>
                  </a:lnTo>
                  <a:lnTo>
                    <a:pt x="139423" y="248723"/>
                  </a:lnTo>
                  <a:cubicBezTo>
                    <a:pt x="131874" y="229518"/>
                    <a:pt x="139220" y="208230"/>
                    <a:pt x="156151" y="200253"/>
                  </a:cubicBezTo>
                  <a:cubicBezTo>
                    <a:pt x="160437" y="198229"/>
                    <a:pt x="165033" y="197181"/>
                    <a:pt x="169808" y="197109"/>
                  </a:cubicBezTo>
                  <a:lnTo>
                    <a:pt x="171236" y="197098"/>
                  </a:lnTo>
                  <a:lnTo>
                    <a:pt x="170641" y="195800"/>
                  </a:lnTo>
                  <a:cubicBezTo>
                    <a:pt x="166879" y="187751"/>
                    <a:pt x="162819" y="179536"/>
                    <a:pt x="158532" y="171380"/>
                  </a:cubicBezTo>
                  <a:cubicBezTo>
                    <a:pt x="155449" y="165486"/>
                    <a:pt x="148662" y="157438"/>
                    <a:pt x="142899" y="150913"/>
                  </a:cubicBezTo>
                  <a:cubicBezTo>
                    <a:pt x="201419" y="94049"/>
                    <a:pt x="235304" y="43507"/>
                    <a:pt x="223540" y="30601"/>
                  </a:cubicBezTo>
                  <a:cubicBezTo>
                    <a:pt x="220893" y="27707"/>
                    <a:pt x="217810" y="26259"/>
                    <a:pt x="214061" y="26259"/>
                  </a:cubicBezTo>
                  <a:cubicBezTo>
                    <a:pt x="198776" y="26259"/>
                    <a:pt x="172426" y="50345"/>
                    <a:pt x="119456" y="98764"/>
                  </a:cubicBezTo>
                  <a:cubicBezTo>
                    <a:pt x="116860" y="101157"/>
                    <a:pt x="112693" y="104336"/>
                    <a:pt x="106740" y="108444"/>
                  </a:cubicBezTo>
                  <a:cubicBezTo>
                    <a:pt x="61619" y="35605"/>
                    <a:pt x="36605" y="0"/>
                    <a:pt x="20435" y="0"/>
                  </a:cubicBezTo>
                  <a:close/>
                </a:path>
              </a:pathLst>
            </a:custGeom>
            <a:solidFill>
              <a:srgbClr val="252C3C"/>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6" name="Google Shape;2526;p41"/>
            <p:cNvSpPr/>
            <p:nvPr/>
          </p:nvSpPr>
          <p:spPr>
            <a:xfrm>
              <a:off x="4073201" y="3024561"/>
              <a:ext cx="350904" cy="333190"/>
            </a:xfrm>
            <a:custGeom>
              <a:avLst/>
              <a:gdLst/>
              <a:ahLst/>
              <a:cxnLst/>
              <a:rect l="l" t="t" r="r" b="b"/>
              <a:pathLst>
                <a:path w="134446" h="127659" extrusionOk="0">
                  <a:moveTo>
                    <a:pt x="73271" y="24828"/>
                  </a:moveTo>
                  <a:cubicBezTo>
                    <a:pt x="77699" y="24828"/>
                    <a:pt x="82069" y="25607"/>
                    <a:pt x="86166" y="27190"/>
                  </a:cubicBezTo>
                  <a:cubicBezTo>
                    <a:pt x="89738" y="28583"/>
                    <a:pt x="93131" y="30583"/>
                    <a:pt x="96167" y="33227"/>
                  </a:cubicBezTo>
                  <a:cubicBezTo>
                    <a:pt x="111514" y="46574"/>
                    <a:pt x="112026" y="71100"/>
                    <a:pt x="97322" y="87995"/>
                  </a:cubicBezTo>
                  <a:cubicBezTo>
                    <a:pt x="96572" y="88853"/>
                    <a:pt x="95810" y="89674"/>
                    <a:pt x="95000" y="90448"/>
                  </a:cubicBezTo>
                  <a:cubicBezTo>
                    <a:pt x="88142" y="97235"/>
                    <a:pt x="79606" y="101318"/>
                    <a:pt x="70950" y="102485"/>
                  </a:cubicBezTo>
                  <a:cubicBezTo>
                    <a:pt x="69234" y="102714"/>
                    <a:pt x="67514" y="102830"/>
                    <a:pt x="65803" y="102830"/>
                  </a:cubicBezTo>
                  <a:cubicBezTo>
                    <a:pt x="57826" y="102830"/>
                    <a:pt x="50035" y="100319"/>
                    <a:pt x="43673" y="95103"/>
                  </a:cubicBezTo>
                  <a:cubicBezTo>
                    <a:pt x="43411" y="94901"/>
                    <a:pt x="43173" y="94687"/>
                    <a:pt x="42899" y="94448"/>
                  </a:cubicBezTo>
                  <a:cubicBezTo>
                    <a:pt x="27575" y="81102"/>
                    <a:pt x="27063" y="56575"/>
                    <a:pt x="41768" y="39668"/>
                  </a:cubicBezTo>
                  <a:cubicBezTo>
                    <a:pt x="50250" y="29919"/>
                    <a:pt x="61949" y="24828"/>
                    <a:pt x="73271" y="24828"/>
                  </a:cubicBezTo>
                  <a:close/>
                  <a:moveTo>
                    <a:pt x="75628" y="0"/>
                  </a:moveTo>
                  <a:cubicBezTo>
                    <a:pt x="57106" y="0"/>
                    <a:pt x="37974" y="8327"/>
                    <a:pt x="24087" y="24273"/>
                  </a:cubicBezTo>
                  <a:cubicBezTo>
                    <a:pt x="1" y="51943"/>
                    <a:pt x="858" y="92079"/>
                    <a:pt x="25932" y="113939"/>
                  </a:cubicBezTo>
                  <a:cubicBezTo>
                    <a:pt x="36560" y="123175"/>
                    <a:pt x="49831" y="127658"/>
                    <a:pt x="63431" y="127658"/>
                  </a:cubicBezTo>
                  <a:cubicBezTo>
                    <a:pt x="81964" y="127658"/>
                    <a:pt x="101106" y="119333"/>
                    <a:pt x="114991" y="103366"/>
                  </a:cubicBezTo>
                  <a:cubicBezTo>
                    <a:pt x="124730" y="92186"/>
                    <a:pt x="130362" y="79006"/>
                    <a:pt x="132005" y="65790"/>
                  </a:cubicBezTo>
                  <a:cubicBezTo>
                    <a:pt x="134446" y="46276"/>
                    <a:pt x="128088" y="26750"/>
                    <a:pt x="113134" y="13724"/>
                  </a:cubicBezTo>
                  <a:cubicBezTo>
                    <a:pt x="110288" y="11272"/>
                    <a:pt x="107264" y="9128"/>
                    <a:pt x="104085" y="7343"/>
                  </a:cubicBezTo>
                  <a:cubicBezTo>
                    <a:pt x="95384" y="2411"/>
                    <a:pt x="85594" y="0"/>
                    <a:pt x="75628" y="0"/>
                  </a:cubicBezTo>
                  <a:close/>
                </a:path>
              </a:pathLst>
            </a:custGeom>
            <a:solidFill>
              <a:srgbClr val="FF89AC"/>
            </a:solidFill>
            <a:ln w="9525" cap="flat" cmpd="sng">
              <a:solidFill>
                <a:schemeClr val="dk1"/>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7" name="Google Shape;2527;p41"/>
            <p:cNvSpPr/>
            <p:nvPr/>
          </p:nvSpPr>
          <p:spPr>
            <a:xfrm>
              <a:off x="4530630" y="3081736"/>
              <a:ext cx="347331" cy="341135"/>
            </a:xfrm>
            <a:custGeom>
              <a:avLst/>
              <a:gdLst/>
              <a:ahLst/>
              <a:cxnLst/>
              <a:rect l="l" t="t" r="r" b="b"/>
              <a:pathLst>
                <a:path w="133077" h="130703" extrusionOk="0">
                  <a:moveTo>
                    <a:pt x="60111" y="25403"/>
                  </a:moveTo>
                  <a:cubicBezTo>
                    <a:pt x="74649" y="25403"/>
                    <a:pt x="89105" y="34483"/>
                    <a:pt x="96239" y="49659"/>
                  </a:cubicBezTo>
                  <a:cubicBezTo>
                    <a:pt x="105347" y="69042"/>
                    <a:pt x="99215" y="91354"/>
                    <a:pt x="82582" y="100808"/>
                  </a:cubicBezTo>
                  <a:cubicBezTo>
                    <a:pt x="81808" y="101260"/>
                    <a:pt x="81011" y="101653"/>
                    <a:pt x="80213" y="102046"/>
                  </a:cubicBezTo>
                  <a:cubicBezTo>
                    <a:pt x="75576" y="104230"/>
                    <a:pt x="70662" y="105269"/>
                    <a:pt x="65752" y="105269"/>
                  </a:cubicBezTo>
                  <a:cubicBezTo>
                    <a:pt x="62393" y="105269"/>
                    <a:pt x="59035" y="104782"/>
                    <a:pt x="55769" y="103844"/>
                  </a:cubicBezTo>
                  <a:cubicBezTo>
                    <a:pt x="44923" y="100736"/>
                    <a:pt x="35100" y="92652"/>
                    <a:pt x="29611" y="80996"/>
                  </a:cubicBezTo>
                  <a:cubicBezTo>
                    <a:pt x="29195" y="80091"/>
                    <a:pt x="28802" y="79198"/>
                    <a:pt x="28433" y="78281"/>
                  </a:cubicBezTo>
                  <a:cubicBezTo>
                    <a:pt x="20741" y="58696"/>
                    <a:pt x="28075" y="36907"/>
                    <a:pt x="45637" y="28620"/>
                  </a:cubicBezTo>
                  <a:cubicBezTo>
                    <a:pt x="50162" y="26513"/>
                    <a:pt x="54924" y="25489"/>
                    <a:pt x="59687" y="25406"/>
                  </a:cubicBezTo>
                  <a:cubicBezTo>
                    <a:pt x="59828" y="25404"/>
                    <a:pt x="59969" y="25403"/>
                    <a:pt x="60111" y="25403"/>
                  </a:cubicBezTo>
                  <a:close/>
                  <a:moveTo>
                    <a:pt x="58335" y="0"/>
                  </a:moveTo>
                  <a:cubicBezTo>
                    <a:pt x="54747" y="0"/>
                    <a:pt x="51156" y="339"/>
                    <a:pt x="47602" y="1034"/>
                  </a:cubicBezTo>
                  <a:cubicBezTo>
                    <a:pt x="43184" y="1867"/>
                    <a:pt x="38839" y="3284"/>
                    <a:pt x="34636" y="5260"/>
                  </a:cubicBezTo>
                  <a:cubicBezTo>
                    <a:pt x="17562" y="13297"/>
                    <a:pt x="6406" y="29097"/>
                    <a:pt x="2787" y="47349"/>
                  </a:cubicBezTo>
                  <a:cubicBezTo>
                    <a:pt x="1" y="61267"/>
                    <a:pt x="1644" y="76626"/>
                    <a:pt x="8418" y="90997"/>
                  </a:cubicBezTo>
                  <a:cubicBezTo>
                    <a:pt x="20100" y="115830"/>
                    <a:pt x="43775" y="130702"/>
                    <a:pt x="67570" y="130702"/>
                  </a:cubicBezTo>
                  <a:cubicBezTo>
                    <a:pt x="75594" y="130702"/>
                    <a:pt x="83631" y="129011"/>
                    <a:pt x="91226" y="125442"/>
                  </a:cubicBezTo>
                  <a:cubicBezTo>
                    <a:pt x="121337" y="111262"/>
                    <a:pt x="133077" y="72852"/>
                    <a:pt x="117444" y="39669"/>
                  </a:cubicBezTo>
                  <a:cubicBezTo>
                    <a:pt x="105753" y="14882"/>
                    <a:pt x="82117" y="0"/>
                    <a:pt x="58335" y="0"/>
                  </a:cubicBezTo>
                  <a:close/>
                </a:path>
              </a:pathLst>
            </a:custGeom>
            <a:solidFill>
              <a:srgbClr val="FF89AC"/>
            </a:solidFill>
            <a:ln w="9525" cap="flat" cmpd="sng">
              <a:solidFill>
                <a:schemeClr val="dk1"/>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8" name="Google Shape;2528;p41"/>
            <p:cNvSpPr/>
            <p:nvPr/>
          </p:nvSpPr>
          <p:spPr>
            <a:xfrm>
              <a:off x="4442469" y="2962492"/>
              <a:ext cx="19891" cy="25766"/>
            </a:xfrm>
            <a:custGeom>
              <a:avLst/>
              <a:gdLst/>
              <a:ahLst/>
              <a:cxnLst/>
              <a:rect l="l" t="t" r="r" b="b"/>
              <a:pathLst>
                <a:path w="7621" h="9872" extrusionOk="0">
                  <a:moveTo>
                    <a:pt x="4069" y="0"/>
                  </a:moveTo>
                  <a:cubicBezTo>
                    <a:pt x="2216" y="0"/>
                    <a:pt x="560" y="1976"/>
                    <a:pt x="286" y="4573"/>
                  </a:cubicBezTo>
                  <a:cubicBezTo>
                    <a:pt x="0" y="7299"/>
                    <a:pt x="1358" y="9669"/>
                    <a:pt x="3310" y="9859"/>
                  </a:cubicBezTo>
                  <a:cubicBezTo>
                    <a:pt x="3395" y="9867"/>
                    <a:pt x="3479" y="9871"/>
                    <a:pt x="3562" y="9871"/>
                  </a:cubicBezTo>
                  <a:cubicBezTo>
                    <a:pt x="5405" y="9871"/>
                    <a:pt x="7073" y="7896"/>
                    <a:pt x="7335" y="5299"/>
                  </a:cubicBezTo>
                  <a:cubicBezTo>
                    <a:pt x="7620" y="2572"/>
                    <a:pt x="6263" y="215"/>
                    <a:pt x="4322" y="13"/>
                  </a:cubicBezTo>
                  <a:cubicBezTo>
                    <a:pt x="4238" y="4"/>
                    <a:pt x="4153" y="0"/>
                    <a:pt x="4069" y="0"/>
                  </a:cubicBezTo>
                  <a:close/>
                </a:path>
              </a:pathLst>
            </a:custGeom>
            <a:solidFill>
              <a:srgbClr val="252C3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9" name="Google Shape;2529;p41"/>
            <p:cNvSpPr/>
            <p:nvPr/>
          </p:nvSpPr>
          <p:spPr>
            <a:xfrm>
              <a:off x="4439953" y="2960089"/>
              <a:ext cx="24427" cy="30529"/>
            </a:xfrm>
            <a:custGeom>
              <a:avLst/>
              <a:gdLst/>
              <a:ahLst/>
              <a:cxnLst/>
              <a:rect l="l" t="t" r="r" b="b"/>
              <a:pathLst>
                <a:path w="9359" h="11697" extrusionOk="0">
                  <a:moveTo>
                    <a:pt x="5013" y="1850"/>
                  </a:moveTo>
                  <a:cubicBezTo>
                    <a:pt x="5072" y="1850"/>
                    <a:pt x="5132" y="1850"/>
                    <a:pt x="5191" y="1862"/>
                  </a:cubicBezTo>
                  <a:cubicBezTo>
                    <a:pt x="5834" y="1922"/>
                    <a:pt x="6418" y="2374"/>
                    <a:pt x="6822" y="3101"/>
                  </a:cubicBezTo>
                  <a:cubicBezTo>
                    <a:pt x="7311" y="3934"/>
                    <a:pt x="7501" y="5017"/>
                    <a:pt x="7382" y="6137"/>
                  </a:cubicBezTo>
                  <a:cubicBezTo>
                    <a:pt x="7263" y="7268"/>
                    <a:pt x="6858" y="8280"/>
                    <a:pt x="6215" y="8994"/>
                  </a:cubicBezTo>
                  <a:cubicBezTo>
                    <a:pt x="5706" y="9558"/>
                    <a:pt x="5087" y="9885"/>
                    <a:pt x="4522" y="9885"/>
                  </a:cubicBezTo>
                  <a:cubicBezTo>
                    <a:pt x="4467" y="9885"/>
                    <a:pt x="4412" y="9882"/>
                    <a:pt x="4358" y="9875"/>
                  </a:cubicBezTo>
                  <a:cubicBezTo>
                    <a:pt x="2941" y="9720"/>
                    <a:pt x="1929" y="7768"/>
                    <a:pt x="2155" y="5601"/>
                  </a:cubicBezTo>
                  <a:cubicBezTo>
                    <a:pt x="2274" y="4470"/>
                    <a:pt x="2679" y="3458"/>
                    <a:pt x="3322" y="2743"/>
                  </a:cubicBezTo>
                  <a:cubicBezTo>
                    <a:pt x="3834" y="2160"/>
                    <a:pt x="4429" y="1850"/>
                    <a:pt x="5013" y="1850"/>
                  </a:cubicBezTo>
                  <a:close/>
                  <a:moveTo>
                    <a:pt x="5025" y="0"/>
                  </a:moveTo>
                  <a:cubicBezTo>
                    <a:pt x="3907" y="0"/>
                    <a:pt x="2827" y="523"/>
                    <a:pt x="1953" y="1505"/>
                  </a:cubicBezTo>
                  <a:cubicBezTo>
                    <a:pt x="1060" y="2505"/>
                    <a:pt x="476" y="3886"/>
                    <a:pt x="322" y="5387"/>
                  </a:cubicBezTo>
                  <a:cubicBezTo>
                    <a:pt x="0" y="8661"/>
                    <a:pt x="1679" y="11435"/>
                    <a:pt x="4167" y="11685"/>
                  </a:cubicBezTo>
                  <a:cubicBezTo>
                    <a:pt x="4298" y="11697"/>
                    <a:pt x="4417" y="11697"/>
                    <a:pt x="4536" y="11697"/>
                  </a:cubicBezTo>
                  <a:cubicBezTo>
                    <a:pt x="5656" y="11697"/>
                    <a:pt x="6727" y="11173"/>
                    <a:pt x="7584" y="10197"/>
                  </a:cubicBezTo>
                  <a:cubicBezTo>
                    <a:pt x="8477" y="9196"/>
                    <a:pt x="9061" y="7815"/>
                    <a:pt x="9216" y="6315"/>
                  </a:cubicBezTo>
                  <a:cubicBezTo>
                    <a:pt x="9358" y="4803"/>
                    <a:pt x="9096" y="3339"/>
                    <a:pt x="8418" y="2172"/>
                  </a:cubicBezTo>
                  <a:cubicBezTo>
                    <a:pt x="7692" y="910"/>
                    <a:pt x="6620" y="148"/>
                    <a:pt x="5370" y="17"/>
                  </a:cubicBezTo>
                  <a:cubicBezTo>
                    <a:pt x="5254" y="6"/>
                    <a:pt x="5139" y="0"/>
                    <a:pt x="5025" y="0"/>
                  </a:cubicBezTo>
                  <a:close/>
                </a:path>
              </a:pathLst>
            </a:custGeom>
            <a:solidFill>
              <a:srgbClr val="252C3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0" name="Google Shape;2530;p41"/>
            <p:cNvSpPr/>
            <p:nvPr/>
          </p:nvSpPr>
          <p:spPr>
            <a:xfrm>
              <a:off x="4570375" y="2980569"/>
              <a:ext cx="19953" cy="25748"/>
            </a:xfrm>
            <a:custGeom>
              <a:avLst/>
              <a:gdLst/>
              <a:ahLst/>
              <a:cxnLst/>
              <a:rect l="l" t="t" r="r" b="b"/>
              <a:pathLst>
                <a:path w="7645" h="9865" extrusionOk="0">
                  <a:moveTo>
                    <a:pt x="4067" y="1"/>
                  </a:moveTo>
                  <a:cubicBezTo>
                    <a:pt x="2245" y="1"/>
                    <a:pt x="581" y="1969"/>
                    <a:pt x="298" y="4552"/>
                  </a:cubicBezTo>
                  <a:cubicBezTo>
                    <a:pt x="1" y="7279"/>
                    <a:pt x="1346" y="9636"/>
                    <a:pt x="3287" y="9851"/>
                  </a:cubicBezTo>
                  <a:cubicBezTo>
                    <a:pt x="3376" y="9860"/>
                    <a:pt x="3465" y="9864"/>
                    <a:pt x="3553" y="9864"/>
                  </a:cubicBezTo>
                  <a:cubicBezTo>
                    <a:pt x="5392" y="9864"/>
                    <a:pt x="7063" y="7893"/>
                    <a:pt x="7347" y="5314"/>
                  </a:cubicBezTo>
                  <a:cubicBezTo>
                    <a:pt x="7644" y="2600"/>
                    <a:pt x="6299" y="230"/>
                    <a:pt x="4346" y="16"/>
                  </a:cubicBezTo>
                  <a:cubicBezTo>
                    <a:pt x="4253" y="6"/>
                    <a:pt x="4160" y="1"/>
                    <a:pt x="4067" y="1"/>
                  </a:cubicBezTo>
                  <a:close/>
                </a:path>
              </a:pathLst>
            </a:custGeom>
            <a:solidFill>
              <a:srgbClr val="252C3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1" name="Google Shape;2531;p41"/>
            <p:cNvSpPr/>
            <p:nvPr/>
          </p:nvSpPr>
          <p:spPr>
            <a:xfrm>
              <a:off x="4567859" y="2978166"/>
              <a:ext cx="24490" cy="30571"/>
            </a:xfrm>
            <a:custGeom>
              <a:avLst/>
              <a:gdLst/>
              <a:ahLst/>
              <a:cxnLst/>
              <a:rect l="l" t="t" r="r" b="b"/>
              <a:pathLst>
                <a:path w="9383" h="11713" extrusionOk="0">
                  <a:moveTo>
                    <a:pt x="5037" y="1842"/>
                  </a:moveTo>
                  <a:cubicBezTo>
                    <a:pt x="5096" y="1842"/>
                    <a:pt x="5144" y="1854"/>
                    <a:pt x="5215" y="1854"/>
                  </a:cubicBezTo>
                  <a:cubicBezTo>
                    <a:pt x="5846" y="1925"/>
                    <a:pt x="6430" y="2378"/>
                    <a:pt x="6846" y="3104"/>
                  </a:cubicBezTo>
                  <a:cubicBezTo>
                    <a:pt x="7311" y="3937"/>
                    <a:pt x="7501" y="5021"/>
                    <a:pt x="7382" y="6140"/>
                  </a:cubicBezTo>
                  <a:cubicBezTo>
                    <a:pt x="7263" y="7259"/>
                    <a:pt x="6846" y="8271"/>
                    <a:pt x="6203" y="8986"/>
                  </a:cubicBezTo>
                  <a:cubicBezTo>
                    <a:pt x="5691" y="9553"/>
                    <a:pt x="5098" y="9850"/>
                    <a:pt x="4508" y="9850"/>
                  </a:cubicBezTo>
                  <a:cubicBezTo>
                    <a:pt x="4454" y="9850"/>
                    <a:pt x="4400" y="9848"/>
                    <a:pt x="4346" y="9843"/>
                  </a:cubicBezTo>
                  <a:cubicBezTo>
                    <a:pt x="2929" y="9688"/>
                    <a:pt x="1941" y="7735"/>
                    <a:pt x="2167" y="5557"/>
                  </a:cubicBezTo>
                  <a:cubicBezTo>
                    <a:pt x="2298" y="4449"/>
                    <a:pt x="2715" y="3437"/>
                    <a:pt x="3346" y="2723"/>
                  </a:cubicBezTo>
                  <a:cubicBezTo>
                    <a:pt x="3858" y="2151"/>
                    <a:pt x="4453" y="1842"/>
                    <a:pt x="5037" y="1842"/>
                  </a:cubicBezTo>
                  <a:close/>
                  <a:moveTo>
                    <a:pt x="5035" y="0"/>
                  </a:moveTo>
                  <a:cubicBezTo>
                    <a:pt x="3935" y="0"/>
                    <a:pt x="2855" y="522"/>
                    <a:pt x="1977" y="1497"/>
                  </a:cubicBezTo>
                  <a:cubicBezTo>
                    <a:pt x="1084" y="2497"/>
                    <a:pt x="512" y="3878"/>
                    <a:pt x="345" y="5378"/>
                  </a:cubicBezTo>
                  <a:cubicBezTo>
                    <a:pt x="0" y="8652"/>
                    <a:pt x="1667" y="11426"/>
                    <a:pt x="4155" y="11688"/>
                  </a:cubicBezTo>
                  <a:cubicBezTo>
                    <a:pt x="4286" y="11712"/>
                    <a:pt x="4406" y="11712"/>
                    <a:pt x="4536" y="11712"/>
                  </a:cubicBezTo>
                  <a:cubicBezTo>
                    <a:pt x="5644" y="11712"/>
                    <a:pt x="6715" y="11188"/>
                    <a:pt x="7573" y="10224"/>
                  </a:cubicBezTo>
                  <a:cubicBezTo>
                    <a:pt x="8466" y="9212"/>
                    <a:pt x="9049" y="7843"/>
                    <a:pt x="9216" y="6331"/>
                  </a:cubicBezTo>
                  <a:cubicBezTo>
                    <a:pt x="9382" y="4830"/>
                    <a:pt x="9097" y="3354"/>
                    <a:pt x="8442" y="2199"/>
                  </a:cubicBezTo>
                  <a:cubicBezTo>
                    <a:pt x="7727" y="937"/>
                    <a:pt x="6656" y="163"/>
                    <a:pt x="5406" y="20"/>
                  </a:cubicBezTo>
                  <a:cubicBezTo>
                    <a:pt x="5282" y="7"/>
                    <a:pt x="5159" y="0"/>
                    <a:pt x="5035" y="0"/>
                  </a:cubicBezTo>
                  <a:close/>
                </a:path>
              </a:pathLst>
            </a:custGeom>
            <a:solidFill>
              <a:srgbClr val="252C3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2" name="Google Shape;2532;p41"/>
            <p:cNvSpPr/>
            <p:nvPr/>
          </p:nvSpPr>
          <p:spPr>
            <a:xfrm>
              <a:off x="4495930" y="2991983"/>
              <a:ext cx="36039" cy="28316"/>
            </a:xfrm>
            <a:custGeom>
              <a:avLst/>
              <a:gdLst/>
              <a:ahLst/>
              <a:cxnLst/>
              <a:rect l="l" t="t" r="r" b="b"/>
              <a:pathLst>
                <a:path w="13808" h="10849" extrusionOk="0">
                  <a:moveTo>
                    <a:pt x="365" y="1"/>
                  </a:moveTo>
                  <a:cubicBezTo>
                    <a:pt x="0" y="6065"/>
                    <a:pt x="2897" y="10849"/>
                    <a:pt x="6497" y="10849"/>
                  </a:cubicBezTo>
                  <a:cubicBezTo>
                    <a:pt x="6536" y="10849"/>
                    <a:pt x="6576" y="10848"/>
                    <a:pt x="6616" y="10847"/>
                  </a:cubicBezTo>
                  <a:cubicBezTo>
                    <a:pt x="9867" y="10740"/>
                    <a:pt x="13010" y="6799"/>
                    <a:pt x="13807" y="1453"/>
                  </a:cubicBezTo>
                  <a:lnTo>
                    <a:pt x="365" y="1"/>
                  </a:lnTo>
                  <a:close/>
                </a:path>
              </a:pathLst>
            </a:custGeom>
            <a:solidFill>
              <a:srgbClr val="252C3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3" name="Google Shape;2533;p41"/>
            <p:cNvSpPr/>
            <p:nvPr/>
          </p:nvSpPr>
          <p:spPr>
            <a:xfrm>
              <a:off x="4493899" y="2989310"/>
              <a:ext cx="40836" cy="33408"/>
            </a:xfrm>
            <a:custGeom>
              <a:avLst/>
              <a:gdLst/>
              <a:ahLst/>
              <a:cxnLst/>
              <a:rect l="l" t="t" r="r" b="b"/>
              <a:pathLst>
                <a:path w="15646" h="12800" extrusionOk="0">
                  <a:moveTo>
                    <a:pt x="2036" y="2049"/>
                  </a:moveTo>
                  <a:lnTo>
                    <a:pt x="13502" y="3287"/>
                  </a:lnTo>
                  <a:cubicBezTo>
                    <a:pt x="12585" y="7573"/>
                    <a:pt x="10002" y="10871"/>
                    <a:pt x="7370" y="10954"/>
                  </a:cubicBezTo>
                  <a:cubicBezTo>
                    <a:pt x="7324" y="10957"/>
                    <a:pt x="7278" y="10958"/>
                    <a:pt x="7232" y="10958"/>
                  </a:cubicBezTo>
                  <a:cubicBezTo>
                    <a:pt x="6058" y="10958"/>
                    <a:pt x="5122" y="10241"/>
                    <a:pt x="4560" y="9657"/>
                  </a:cubicBezTo>
                  <a:cubicBezTo>
                    <a:pt x="2977" y="8037"/>
                    <a:pt x="2036" y="5180"/>
                    <a:pt x="2036" y="2049"/>
                  </a:cubicBezTo>
                  <a:close/>
                  <a:moveTo>
                    <a:pt x="298" y="1"/>
                  </a:moveTo>
                  <a:lnTo>
                    <a:pt x="238" y="965"/>
                  </a:lnTo>
                  <a:cubicBezTo>
                    <a:pt x="0" y="5013"/>
                    <a:pt x="1120" y="8752"/>
                    <a:pt x="3251" y="10931"/>
                  </a:cubicBezTo>
                  <a:cubicBezTo>
                    <a:pt x="4418" y="12157"/>
                    <a:pt x="5822" y="12800"/>
                    <a:pt x="7275" y="12800"/>
                  </a:cubicBezTo>
                  <a:cubicBezTo>
                    <a:pt x="7323" y="12800"/>
                    <a:pt x="7370" y="12800"/>
                    <a:pt x="7430" y="12776"/>
                  </a:cubicBezTo>
                  <a:cubicBezTo>
                    <a:pt x="11180" y="12681"/>
                    <a:pt x="14645" y="8299"/>
                    <a:pt x="15490" y="2596"/>
                  </a:cubicBezTo>
                  <a:lnTo>
                    <a:pt x="15645" y="1644"/>
                  </a:lnTo>
                  <a:lnTo>
                    <a:pt x="298" y="1"/>
                  </a:lnTo>
                  <a:close/>
                </a:path>
              </a:pathLst>
            </a:custGeom>
            <a:solidFill>
              <a:srgbClr val="252C3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537"/>
        <p:cNvGrpSpPr/>
        <p:nvPr/>
      </p:nvGrpSpPr>
      <p:grpSpPr>
        <a:xfrm>
          <a:off x="0" y="0"/>
          <a:ext cx="0" cy="0"/>
          <a:chOff x="0" y="0"/>
          <a:chExt cx="0" cy="0"/>
        </a:xfrm>
      </p:grpSpPr>
      <p:sp>
        <p:nvSpPr>
          <p:cNvPr id="2538" name="Google Shape;2538;p42"/>
          <p:cNvSpPr txBox="1">
            <a:spLocks noGrp="1"/>
          </p:cNvSpPr>
          <p:nvPr>
            <p:ph type="title"/>
          </p:nvPr>
        </p:nvSpPr>
        <p:spPr>
          <a:xfrm>
            <a:off x="2766902" y="1183562"/>
            <a:ext cx="3610200" cy="8283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fr"/>
              <a:t>333 000</a:t>
            </a:r>
            <a:endParaRPr/>
          </a:p>
        </p:txBody>
      </p:sp>
      <p:sp>
        <p:nvSpPr>
          <p:cNvPr id="2539" name="Google Shape;2539;p42"/>
          <p:cNvSpPr txBox="1">
            <a:spLocks noGrp="1"/>
          </p:cNvSpPr>
          <p:nvPr>
            <p:ph type="subTitle" idx="1"/>
          </p:nvPr>
        </p:nvSpPr>
        <p:spPr>
          <a:xfrm>
            <a:off x="2766877" y="1859487"/>
            <a:ext cx="3610200" cy="540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fr"/>
              <a:t>terres est la masse du Soleil</a:t>
            </a:r>
            <a:endParaRPr/>
          </a:p>
        </p:txBody>
      </p:sp>
      <p:sp>
        <p:nvSpPr>
          <p:cNvPr id="2540" name="Google Shape;2540;p42"/>
          <p:cNvSpPr txBox="1">
            <a:spLocks noGrp="1"/>
          </p:cNvSpPr>
          <p:nvPr>
            <p:ph type="title" idx="2"/>
          </p:nvPr>
        </p:nvSpPr>
        <p:spPr>
          <a:xfrm>
            <a:off x="2766902" y="2743431"/>
            <a:ext cx="3610200" cy="8283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fr"/>
              <a:t>386 000 km</a:t>
            </a:r>
            <a:endParaRPr/>
          </a:p>
        </p:txBody>
      </p:sp>
      <p:sp>
        <p:nvSpPr>
          <p:cNvPr id="2541" name="Google Shape;2541;p42"/>
          <p:cNvSpPr txBox="1">
            <a:spLocks noGrp="1"/>
          </p:cNvSpPr>
          <p:nvPr>
            <p:ph type="subTitle" idx="3"/>
          </p:nvPr>
        </p:nvSpPr>
        <p:spPr>
          <a:xfrm>
            <a:off x="2766877" y="3419338"/>
            <a:ext cx="3610200" cy="540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fr"/>
              <a:t>C’est la distance entre la Terre et la Lune</a:t>
            </a:r>
            <a:endParaRPr/>
          </a:p>
        </p:txBody>
      </p:sp>
      <p:grpSp>
        <p:nvGrpSpPr>
          <p:cNvPr id="2542" name="Google Shape;2542;p42"/>
          <p:cNvGrpSpPr/>
          <p:nvPr/>
        </p:nvGrpSpPr>
        <p:grpSpPr>
          <a:xfrm>
            <a:off x="1018932" y="627764"/>
            <a:ext cx="1438390" cy="1142739"/>
            <a:chOff x="1403276" y="1015933"/>
            <a:chExt cx="1236049" cy="981987"/>
          </a:xfrm>
        </p:grpSpPr>
        <p:sp>
          <p:nvSpPr>
            <p:cNvPr id="2543" name="Google Shape;2543;p42"/>
            <p:cNvSpPr/>
            <p:nvPr/>
          </p:nvSpPr>
          <p:spPr>
            <a:xfrm>
              <a:off x="1408115" y="1020273"/>
              <a:ext cx="1227074" cy="973114"/>
            </a:xfrm>
            <a:custGeom>
              <a:avLst/>
              <a:gdLst/>
              <a:ahLst/>
              <a:cxnLst/>
              <a:rect l="l" t="t" r="r" b="b"/>
              <a:pathLst>
                <a:path w="1658208" h="1315019" extrusionOk="0">
                  <a:moveTo>
                    <a:pt x="557490" y="1030365"/>
                  </a:moveTo>
                  <a:cubicBezTo>
                    <a:pt x="604991" y="1030365"/>
                    <a:pt x="645337" y="1066815"/>
                    <a:pt x="649374" y="1114975"/>
                  </a:cubicBezTo>
                  <a:cubicBezTo>
                    <a:pt x="653569" y="1165766"/>
                    <a:pt x="615848" y="1210387"/>
                    <a:pt x="565057" y="1214612"/>
                  </a:cubicBezTo>
                  <a:cubicBezTo>
                    <a:pt x="562472" y="1214825"/>
                    <a:pt x="559903" y="1214930"/>
                    <a:pt x="557355" y="1214930"/>
                  </a:cubicBezTo>
                  <a:cubicBezTo>
                    <a:pt x="509831" y="1214930"/>
                    <a:pt x="469458" y="1178471"/>
                    <a:pt x="465420" y="1130294"/>
                  </a:cubicBezTo>
                  <a:cubicBezTo>
                    <a:pt x="461225" y="1079503"/>
                    <a:pt x="498976" y="1034913"/>
                    <a:pt x="549737" y="1030688"/>
                  </a:cubicBezTo>
                  <a:cubicBezTo>
                    <a:pt x="552339" y="1030471"/>
                    <a:pt x="554925" y="1030365"/>
                    <a:pt x="557490" y="1030365"/>
                  </a:cubicBezTo>
                  <a:close/>
                  <a:moveTo>
                    <a:pt x="1039862" y="1"/>
                  </a:moveTo>
                  <a:cubicBezTo>
                    <a:pt x="918862" y="1"/>
                    <a:pt x="796946" y="22561"/>
                    <a:pt x="685697" y="59367"/>
                  </a:cubicBezTo>
                  <a:cubicBezTo>
                    <a:pt x="264595" y="198731"/>
                    <a:pt x="1" y="543629"/>
                    <a:pt x="94683" y="829652"/>
                  </a:cubicBezTo>
                  <a:cubicBezTo>
                    <a:pt x="142009" y="972663"/>
                    <a:pt x="462137" y="913543"/>
                    <a:pt x="400464" y="1078044"/>
                  </a:cubicBezTo>
                  <a:cubicBezTo>
                    <a:pt x="382257" y="1126556"/>
                    <a:pt x="362773" y="1192210"/>
                    <a:pt x="389977" y="1241390"/>
                  </a:cubicBezTo>
                  <a:cubicBezTo>
                    <a:pt x="419841" y="1295337"/>
                    <a:pt x="478283" y="1315018"/>
                    <a:pt x="548479" y="1315018"/>
                  </a:cubicBezTo>
                  <a:cubicBezTo>
                    <a:pt x="702340" y="1315018"/>
                    <a:pt x="912671" y="1220461"/>
                    <a:pt x="1002299" y="1184915"/>
                  </a:cubicBezTo>
                  <a:cubicBezTo>
                    <a:pt x="1249993" y="1086737"/>
                    <a:pt x="1537081" y="917130"/>
                    <a:pt x="1623010" y="647612"/>
                  </a:cubicBezTo>
                  <a:cubicBezTo>
                    <a:pt x="1658208" y="537307"/>
                    <a:pt x="1654712" y="424691"/>
                    <a:pt x="1617356" y="325784"/>
                  </a:cubicBezTo>
                  <a:cubicBezTo>
                    <a:pt x="1578145" y="221983"/>
                    <a:pt x="1501609" y="133319"/>
                    <a:pt x="1393370" y="78425"/>
                  </a:cubicBezTo>
                  <a:cubicBezTo>
                    <a:pt x="1284554" y="23244"/>
                    <a:pt x="1162680" y="1"/>
                    <a:pt x="1039862" y="1"/>
                  </a:cubicBezTo>
                  <a:close/>
                </a:path>
              </a:pathLst>
            </a:custGeom>
            <a:solidFill>
              <a:srgbClr val="F0EBD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4" name="Google Shape;2544;p42"/>
            <p:cNvSpPr/>
            <p:nvPr/>
          </p:nvSpPr>
          <p:spPr>
            <a:xfrm>
              <a:off x="1403276" y="1015933"/>
              <a:ext cx="1236049" cy="981987"/>
            </a:xfrm>
            <a:custGeom>
              <a:avLst/>
              <a:gdLst/>
              <a:ahLst/>
              <a:cxnLst/>
              <a:rect l="l" t="t" r="r" b="b"/>
              <a:pathLst>
                <a:path w="1670336" h="1327010" extrusionOk="0">
                  <a:moveTo>
                    <a:pt x="564023" y="1042143"/>
                  </a:moveTo>
                  <a:cubicBezTo>
                    <a:pt x="608401" y="1042143"/>
                    <a:pt x="646244" y="1076307"/>
                    <a:pt x="649982" y="1121384"/>
                  </a:cubicBezTo>
                  <a:cubicBezTo>
                    <a:pt x="651867" y="1144363"/>
                    <a:pt x="644724" y="1166704"/>
                    <a:pt x="629830" y="1184303"/>
                  </a:cubicBezTo>
                  <a:cubicBezTo>
                    <a:pt x="614936" y="1201871"/>
                    <a:pt x="594084" y="1212631"/>
                    <a:pt x="571105" y="1214546"/>
                  </a:cubicBezTo>
                  <a:cubicBezTo>
                    <a:pt x="568662" y="1214750"/>
                    <a:pt x="566226" y="1214851"/>
                    <a:pt x="563802" y="1214851"/>
                  </a:cubicBezTo>
                  <a:cubicBezTo>
                    <a:pt x="543404" y="1214851"/>
                    <a:pt x="523889" y="1207706"/>
                    <a:pt x="508186" y="1194394"/>
                  </a:cubicBezTo>
                  <a:cubicBezTo>
                    <a:pt x="490587" y="1179500"/>
                    <a:pt x="479827" y="1158649"/>
                    <a:pt x="477943" y="1135670"/>
                  </a:cubicBezTo>
                  <a:cubicBezTo>
                    <a:pt x="473991" y="1088222"/>
                    <a:pt x="509341" y="1046428"/>
                    <a:pt x="556819" y="1042447"/>
                  </a:cubicBezTo>
                  <a:cubicBezTo>
                    <a:pt x="559251" y="1042264"/>
                    <a:pt x="561622" y="1042143"/>
                    <a:pt x="564023" y="1042143"/>
                  </a:cubicBezTo>
                  <a:close/>
                  <a:moveTo>
                    <a:pt x="564002" y="1030254"/>
                  </a:moveTo>
                  <a:cubicBezTo>
                    <a:pt x="561293" y="1030254"/>
                    <a:pt x="558563" y="1030365"/>
                    <a:pt x="555816" y="1030592"/>
                  </a:cubicBezTo>
                  <a:cubicBezTo>
                    <a:pt x="501864" y="1035091"/>
                    <a:pt x="461590" y="1082660"/>
                    <a:pt x="466088" y="1136643"/>
                  </a:cubicBezTo>
                  <a:cubicBezTo>
                    <a:pt x="468246" y="1162783"/>
                    <a:pt x="480465" y="1186522"/>
                    <a:pt x="500496" y="1203482"/>
                  </a:cubicBezTo>
                  <a:cubicBezTo>
                    <a:pt x="518399" y="1218589"/>
                    <a:pt x="540618" y="1226735"/>
                    <a:pt x="563810" y="1226735"/>
                  </a:cubicBezTo>
                  <a:cubicBezTo>
                    <a:pt x="566546" y="1226735"/>
                    <a:pt x="569312" y="1226613"/>
                    <a:pt x="572108" y="1226401"/>
                  </a:cubicBezTo>
                  <a:cubicBezTo>
                    <a:pt x="598249" y="1224212"/>
                    <a:pt x="622018" y="1211993"/>
                    <a:pt x="638949" y="1191962"/>
                  </a:cubicBezTo>
                  <a:cubicBezTo>
                    <a:pt x="655909" y="1171932"/>
                    <a:pt x="664025" y="1146491"/>
                    <a:pt x="661867" y="1120351"/>
                  </a:cubicBezTo>
                  <a:cubicBezTo>
                    <a:pt x="657597" y="1069141"/>
                    <a:pt x="614578" y="1030254"/>
                    <a:pt x="564002" y="1030254"/>
                  </a:cubicBezTo>
                  <a:close/>
                  <a:moveTo>
                    <a:pt x="1044853" y="11854"/>
                  </a:moveTo>
                  <a:cubicBezTo>
                    <a:pt x="1174369" y="11854"/>
                    <a:pt x="1295192" y="37842"/>
                    <a:pt x="1397261" y="89606"/>
                  </a:cubicBezTo>
                  <a:cubicBezTo>
                    <a:pt x="1500059" y="141735"/>
                    <a:pt x="1578601" y="228423"/>
                    <a:pt x="1618389" y="333743"/>
                  </a:cubicBezTo>
                  <a:cubicBezTo>
                    <a:pt x="1656354" y="434201"/>
                    <a:pt x="1658238" y="544111"/>
                    <a:pt x="1623982" y="651651"/>
                  </a:cubicBezTo>
                  <a:cubicBezTo>
                    <a:pt x="1536777" y="924968"/>
                    <a:pt x="1240176" y="1092691"/>
                    <a:pt x="1006706" y="1185245"/>
                  </a:cubicBezTo>
                  <a:cubicBezTo>
                    <a:pt x="996037" y="1189470"/>
                    <a:pt x="983636" y="1194516"/>
                    <a:pt x="969867" y="1200169"/>
                  </a:cubicBezTo>
                  <a:cubicBezTo>
                    <a:pt x="866144" y="1242611"/>
                    <a:pt x="688269" y="1315400"/>
                    <a:pt x="555123" y="1315400"/>
                  </a:cubicBezTo>
                  <a:cubicBezTo>
                    <a:pt x="486974" y="1315400"/>
                    <a:pt x="430543" y="1296331"/>
                    <a:pt x="401771" y="1244364"/>
                  </a:cubicBezTo>
                  <a:cubicBezTo>
                    <a:pt x="376117" y="1198042"/>
                    <a:pt x="394050" y="1135396"/>
                    <a:pt x="412592" y="1086004"/>
                  </a:cubicBezTo>
                  <a:cubicBezTo>
                    <a:pt x="423261" y="1057584"/>
                    <a:pt x="423595" y="1034057"/>
                    <a:pt x="413686" y="1014179"/>
                  </a:cubicBezTo>
                  <a:cubicBezTo>
                    <a:pt x="393929" y="974604"/>
                    <a:pt x="336694" y="957704"/>
                    <a:pt x="276115" y="939831"/>
                  </a:cubicBezTo>
                  <a:cubicBezTo>
                    <a:pt x="203044" y="918281"/>
                    <a:pt x="127511" y="896001"/>
                    <a:pt x="106872" y="833629"/>
                  </a:cubicBezTo>
                  <a:cubicBezTo>
                    <a:pt x="13405" y="551193"/>
                    <a:pt x="276814" y="209000"/>
                    <a:pt x="694117" y="70913"/>
                  </a:cubicBezTo>
                  <a:cubicBezTo>
                    <a:pt x="813207" y="31459"/>
                    <a:pt x="932297" y="11854"/>
                    <a:pt x="1044853" y="11854"/>
                  </a:cubicBezTo>
                  <a:close/>
                  <a:moveTo>
                    <a:pt x="1044770" y="1"/>
                  </a:moveTo>
                  <a:cubicBezTo>
                    <a:pt x="930964" y="1"/>
                    <a:pt x="810595" y="19816"/>
                    <a:pt x="690317" y="59636"/>
                  </a:cubicBezTo>
                  <a:cubicBezTo>
                    <a:pt x="266844" y="199820"/>
                    <a:pt x="1" y="548731"/>
                    <a:pt x="95565" y="837398"/>
                  </a:cubicBezTo>
                  <a:cubicBezTo>
                    <a:pt x="118149" y="905636"/>
                    <a:pt x="200217" y="929892"/>
                    <a:pt x="272680" y="951229"/>
                  </a:cubicBezTo>
                  <a:cubicBezTo>
                    <a:pt x="330736" y="968373"/>
                    <a:pt x="385570" y="984513"/>
                    <a:pt x="403017" y="1019498"/>
                  </a:cubicBezTo>
                  <a:cubicBezTo>
                    <a:pt x="411376" y="1036276"/>
                    <a:pt x="410829" y="1056672"/>
                    <a:pt x="401406" y="1081809"/>
                  </a:cubicBezTo>
                  <a:cubicBezTo>
                    <a:pt x="381983" y="1133603"/>
                    <a:pt x="363290" y="1199561"/>
                    <a:pt x="391315" y="1250140"/>
                  </a:cubicBezTo>
                  <a:cubicBezTo>
                    <a:pt x="422531" y="1306523"/>
                    <a:pt x="482836" y="1327010"/>
                    <a:pt x="555056" y="1327010"/>
                  </a:cubicBezTo>
                  <a:cubicBezTo>
                    <a:pt x="691320" y="1327010"/>
                    <a:pt x="869774" y="1253969"/>
                    <a:pt x="974213" y="1211233"/>
                  </a:cubicBezTo>
                  <a:cubicBezTo>
                    <a:pt x="987982" y="1205610"/>
                    <a:pt x="1000323" y="1200564"/>
                    <a:pt x="1010962" y="1196339"/>
                  </a:cubicBezTo>
                  <a:cubicBezTo>
                    <a:pt x="1246832" y="1102873"/>
                    <a:pt x="1546564" y="933083"/>
                    <a:pt x="1635168" y="655298"/>
                  </a:cubicBezTo>
                  <a:cubicBezTo>
                    <a:pt x="1670336" y="545205"/>
                    <a:pt x="1668299" y="432529"/>
                    <a:pt x="1629393" y="329579"/>
                  </a:cubicBezTo>
                  <a:cubicBezTo>
                    <a:pt x="1588571" y="221493"/>
                    <a:pt x="1508023" y="132464"/>
                    <a:pt x="1402549" y="78998"/>
                  </a:cubicBezTo>
                  <a:cubicBezTo>
                    <a:pt x="1298879" y="26430"/>
                    <a:pt x="1176202" y="1"/>
                    <a:pt x="1044770" y="1"/>
                  </a:cubicBezTo>
                  <a:close/>
                </a:path>
              </a:pathLst>
            </a:custGeom>
            <a:solidFill>
              <a:schemeClr val="dk1"/>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5" name="Google Shape;2545;p42"/>
            <p:cNvSpPr/>
            <p:nvPr/>
          </p:nvSpPr>
          <p:spPr>
            <a:xfrm>
              <a:off x="2066770" y="1071367"/>
              <a:ext cx="196520" cy="196542"/>
            </a:xfrm>
            <a:custGeom>
              <a:avLst/>
              <a:gdLst/>
              <a:ahLst/>
              <a:cxnLst/>
              <a:rect l="l" t="t" r="r" b="b"/>
              <a:pathLst>
                <a:path w="265568" h="265597" extrusionOk="0">
                  <a:moveTo>
                    <a:pt x="132769" y="0"/>
                  </a:moveTo>
                  <a:cubicBezTo>
                    <a:pt x="97571" y="0"/>
                    <a:pt x="63801" y="13982"/>
                    <a:pt x="38876" y="38907"/>
                  </a:cubicBezTo>
                  <a:cubicBezTo>
                    <a:pt x="13982" y="63801"/>
                    <a:pt x="0" y="97570"/>
                    <a:pt x="0" y="132799"/>
                  </a:cubicBezTo>
                  <a:cubicBezTo>
                    <a:pt x="0" y="167997"/>
                    <a:pt x="13982" y="201797"/>
                    <a:pt x="38876" y="226690"/>
                  </a:cubicBezTo>
                  <a:cubicBezTo>
                    <a:pt x="63801" y="251584"/>
                    <a:pt x="97571" y="265597"/>
                    <a:pt x="132769" y="265597"/>
                  </a:cubicBezTo>
                  <a:cubicBezTo>
                    <a:pt x="167997" y="265597"/>
                    <a:pt x="201767" y="251584"/>
                    <a:pt x="226692" y="226690"/>
                  </a:cubicBezTo>
                  <a:cubicBezTo>
                    <a:pt x="251586" y="201797"/>
                    <a:pt x="265568" y="167997"/>
                    <a:pt x="265568" y="132799"/>
                  </a:cubicBezTo>
                  <a:cubicBezTo>
                    <a:pt x="265568" y="97570"/>
                    <a:pt x="251586" y="63801"/>
                    <a:pt x="226692" y="38907"/>
                  </a:cubicBezTo>
                  <a:cubicBezTo>
                    <a:pt x="201767" y="13982"/>
                    <a:pt x="167997" y="0"/>
                    <a:pt x="13276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6" name="Google Shape;2546;p42"/>
            <p:cNvSpPr/>
            <p:nvPr/>
          </p:nvSpPr>
          <p:spPr>
            <a:xfrm>
              <a:off x="2058014" y="1066949"/>
              <a:ext cx="211636" cy="205321"/>
            </a:xfrm>
            <a:custGeom>
              <a:avLst/>
              <a:gdLst/>
              <a:ahLst/>
              <a:cxnLst/>
              <a:rect l="l" t="t" r="r" b="b"/>
              <a:pathLst>
                <a:path w="285994" h="277461" extrusionOk="0">
                  <a:moveTo>
                    <a:pt x="144806" y="11894"/>
                  </a:moveTo>
                  <a:cubicBezTo>
                    <a:pt x="174745" y="11894"/>
                    <a:pt x="203409" y="22381"/>
                    <a:pt x="226509" y="41895"/>
                  </a:cubicBezTo>
                  <a:cubicBezTo>
                    <a:pt x="252406" y="63810"/>
                    <a:pt x="268151" y="94449"/>
                    <a:pt x="270978" y="128218"/>
                  </a:cubicBezTo>
                  <a:cubicBezTo>
                    <a:pt x="276784" y="197915"/>
                    <a:pt x="224777" y="259345"/>
                    <a:pt x="155079" y="265120"/>
                  </a:cubicBezTo>
                  <a:cubicBezTo>
                    <a:pt x="151514" y="265417"/>
                    <a:pt x="147970" y="265562"/>
                    <a:pt x="144454" y="265562"/>
                  </a:cubicBezTo>
                  <a:cubicBezTo>
                    <a:pt x="79196" y="265562"/>
                    <a:pt x="23687" y="215356"/>
                    <a:pt x="18207" y="149222"/>
                  </a:cubicBezTo>
                  <a:cubicBezTo>
                    <a:pt x="12372" y="79555"/>
                    <a:pt x="64409" y="18126"/>
                    <a:pt x="134076" y="12350"/>
                  </a:cubicBezTo>
                  <a:cubicBezTo>
                    <a:pt x="137663" y="12046"/>
                    <a:pt x="141219" y="11894"/>
                    <a:pt x="144806" y="11894"/>
                  </a:cubicBezTo>
                  <a:close/>
                  <a:moveTo>
                    <a:pt x="144932" y="0"/>
                  </a:moveTo>
                  <a:cubicBezTo>
                    <a:pt x="141016" y="0"/>
                    <a:pt x="137081" y="165"/>
                    <a:pt x="133134" y="496"/>
                  </a:cubicBezTo>
                  <a:cubicBezTo>
                    <a:pt x="56871" y="6788"/>
                    <a:pt x="0" y="73962"/>
                    <a:pt x="6353" y="150225"/>
                  </a:cubicBezTo>
                  <a:cubicBezTo>
                    <a:pt x="12341" y="222566"/>
                    <a:pt x="73133" y="277461"/>
                    <a:pt x="144502" y="277461"/>
                  </a:cubicBezTo>
                  <a:cubicBezTo>
                    <a:pt x="148331" y="277461"/>
                    <a:pt x="152161" y="277309"/>
                    <a:pt x="156143" y="277035"/>
                  </a:cubicBezTo>
                  <a:cubicBezTo>
                    <a:pt x="193044" y="273965"/>
                    <a:pt x="226600" y="256670"/>
                    <a:pt x="250522" y="228402"/>
                  </a:cubicBezTo>
                  <a:cubicBezTo>
                    <a:pt x="274474" y="200104"/>
                    <a:pt x="285994" y="164207"/>
                    <a:pt x="282893" y="127276"/>
                  </a:cubicBezTo>
                  <a:cubicBezTo>
                    <a:pt x="279823" y="90345"/>
                    <a:pt x="262528" y="56789"/>
                    <a:pt x="234260" y="32867"/>
                  </a:cubicBezTo>
                  <a:cubicBezTo>
                    <a:pt x="208986" y="11476"/>
                    <a:pt x="177651" y="0"/>
                    <a:pt x="14493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7" name="Google Shape;2547;p42"/>
            <p:cNvSpPr/>
            <p:nvPr/>
          </p:nvSpPr>
          <p:spPr>
            <a:xfrm>
              <a:off x="1568435" y="1403371"/>
              <a:ext cx="196543" cy="196542"/>
            </a:xfrm>
            <a:custGeom>
              <a:avLst/>
              <a:gdLst/>
              <a:ahLst/>
              <a:cxnLst/>
              <a:rect l="l" t="t" r="r" b="b"/>
              <a:pathLst>
                <a:path w="265598" h="265597" extrusionOk="0">
                  <a:moveTo>
                    <a:pt x="132799" y="0"/>
                  </a:moveTo>
                  <a:cubicBezTo>
                    <a:pt x="97570" y="0"/>
                    <a:pt x="63801" y="14013"/>
                    <a:pt x="38907" y="38907"/>
                  </a:cubicBezTo>
                  <a:cubicBezTo>
                    <a:pt x="14013" y="63801"/>
                    <a:pt x="0" y="97570"/>
                    <a:pt x="0" y="132799"/>
                  </a:cubicBezTo>
                  <a:cubicBezTo>
                    <a:pt x="0" y="168027"/>
                    <a:pt x="14013" y="201797"/>
                    <a:pt x="38907" y="226691"/>
                  </a:cubicBezTo>
                  <a:cubicBezTo>
                    <a:pt x="63801" y="251585"/>
                    <a:pt x="97570" y="265597"/>
                    <a:pt x="132799" y="265597"/>
                  </a:cubicBezTo>
                  <a:cubicBezTo>
                    <a:pt x="168028" y="265597"/>
                    <a:pt x="201797" y="251585"/>
                    <a:pt x="226691" y="226691"/>
                  </a:cubicBezTo>
                  <a:cubicBezTo>
                    <a:pt x="251585" y="201797"/>
                    <a:pt x="265598" y="168027"/>
                    <a:pt x="265598" y="132799"/>
                  </a:cubicBezTo>
                  <a:cubicBezTo>
                    <a:pt x="265598" y="97570"/>
                    <a:pt x="251585" y="63801"/>
                    <a:pt x="226691" y="38907"/>
                  </a:cubicBezTo>
                  <a:cubicBezTo>
                    <a:pt x="201797" y="14013"/>
                    <a:pt x="168028" y="0"/>
                    <a:pt x="13279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8" name="Google Shape;2548;p42"/>
            <p:cNvSpPr/>
            <p:nvPr/>
          </p:nvSpPr>
          <p:spPr>
            <a:xfrm>
              <a:off x="1559680" y="1398987"/>
              <a:ext cx="211613" cy="205332"/>
            </a:xfrm>
            <a:custGeom>
              <a:avLst/>
              <a:gdLst/>
              <a:ahLst/>
              <a:cxnLst/>
              <a:rect l="l" t="t" r="r" b="b"/>
              <a:pathLst>
                <a:path w="285963" h="277475" extrusionOk="0">
                  <a:moveTo>
                    <a:pt x="144836" y="11878"/>
                  </a:moveTo>
                  <a:cubicBezTo>
                    <a:pt x="174776" y="11878"/>
                    <a:pt x="203439" y="22334"/>
                    <a:pt x="226539" y="41909"/>
                  </a:cubicBezTo>
                  <a:cubicBezTo>
                    <a:pt x="252437" y="63824"/>
                    <a:pt x="268212" y="94432"/>
                    <a:pt x="271008" y="128232"/>
                  </a:cubicBezTo>
                  <a:cubicBezTo>
                    <a:pt x="276814" y="197899"/>
                    <a:pt x="224807" y="259328"/>
                    <a:pt x="155110" y="265103"/>
                  </a:cubicBezTo>
                  <a:cubicBezTo>
                    <a:pt x="151533" y="265403"/>
                    <a:pt x="147978" y="265550"/>
                    <a:pt x="144452" y="265550"/>
                  </a:cubicBezTo>
                  <a:cubicBezTo>
                    <a:pt x="79282" y="265550"/>
                    <a:pt x="23716" y="215326"/>
                    <a:pt x="18238" y="149236"/>
                  </a:cubicBezTo>
                  <a:cubicBezTo>
                    <a:pt x="12402" y="79538"/>
                    <a:pt x="64439" y="18109"/>
                    <a:pt x="134106" y="12334"/>
                  </a:cubicBezTo>
                  <a:cubicBezTo>
                    <a:pt x="137693" y="12030"/>
                    <a:pt x="141249" y="11878"/>
                    <a:pt x="144836" y="11878"/>
                  </a:cubicBezTo>
                  <a:close/>
                  <a:moveTo>
                    <a:pt x="144769" y="0"/>
                  </a:moveTo>
                  <a:cubicBezTo>
                    <a:pt x="140907" y="0"/>
                    <a:pt x="137026" y="159"/>
                    <a:pt x="133133" y="480"/>
                  </a:cubicBezTo>
                  <a:cubicBezTo>
                    <a:pt x="56871" y="6832"/>
                    <a:pt x="0" y="74006"/>
                    <a:pt x="6323" y="150208"/>
                  </a:cubicBezTo>
                  <a:cubicBezTo>
                    <a:pt x="9423" y="187108"/>
                    <a:pt x="26688" y="220665"/>
                    <a:pt x="54956" y="244586"/>
                  </a:cubicBezTo>
                  <a:cubicBezTo>
                    <a:pt x="80245" y="265985"/>
                    <a:pt x="111613" y="277474"/>
                    <a:pt x="144380" y="277474"/>
                  </a:cubicBezTo>
                  <a:cubicBezTo>
                    <a:pt x="148271" y="277474"/>
                    <a:pt x="152192" y="277322"/>
                    <a:pt x="156143" y="277019"/>
                  </a:cubicBezTo>
                  <a:cubicBezTo>
                    <a:pt x="193043" y="273918"/>
                    <a:pt x="226600" y="256654"/>
                    <a:pt x="250522" y="228386"/>
                  </a:cubicBezTo>
                  <a:cubicBezTo>
                    <a:pt x="274473" y="200057"/>
                    <a:pt x="285963" y="164160"/>
                    <a:pt x="282893" y="127229"/>
                  </a:cubicBezTo>
                  <a:cubicBezTo>
                    <a:pt x="279823" y="90329"/>
                    <a:pt x="262528" y="56803"/>
                    <a:pt x="234260" y="32851"/>
                  </a:cubicBezTo>
                  <a:cubicBezTo>
                    <a:pt x="208944" y="11451"/>
                    <a:pt x="177547" y="0"/>
                    <a:pt x="14476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9" name="Google Shape;2549;p42"/>
            <p:cNvSpPr/>
            <p:nvPr/>
          </p:nvSpPr>
          <p:spPr>
            <a:xfrm>
              <a:off x="1759972" y="1157795"/>
              <a:ext cx="196520" cy="196520"/>
            </a:xfrm>
            <a:custGeom>
              <a:avLst/>
              <a:gdLst/>
              <a:ahLst/>
              <a:cxnLst/>
              <a:rect l="l" t="t" r="r" b="b"/>
              <a:pathLst>
                <a:path w="265568" h="265567" extrusionOk="0">
                  <a:moveTo>
                    <a:pt x="132769" y="0"/>
                  </a:moveTo>
                  <a:cubicBezTo>
                    <a:pt x="59424" y="0"/>
                    <a:pt x="1" y="59454"/>
                    <a:pt x="1" y="132768"/>
                  </a:cubicBezTo>
                  <a:cubicBezTo>
                    <a:pt x="1" y="206113"/>
                    <a:pt x="59424" y="265566"/>
                    <a:pt x="132769" y="265566"/>
                  </a:cubicBezTo>
                  <a:cubicBezTo>
                    <a:pt x="206114" y="265566"/>
                    <a:pt x="265568" y="206113"/>
                    <a:pt x="265568" y="132768"/>
                  </a:cubicBezTo>
                  <a:cubicBezTo>
                    <a:pt x="265568" y="59454"/>
                    <a:pt x="206114" y="0"/>
                    <a:pt x="13276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0" name="Google Shape;2550;p42"/>
            <p:cNvSpPr/>
            <p:nvPr/>
          </p:nvSpPr>
          <p:spPr>
            <a:xfrm>
              <a:off x="1753625" y="1153338"/>
              <a:ext cx="209184" cy="205360"/>
            </a:xfrm>
            <a:custGeom>
              <a:avLst/>
              <a:gdLst/>
              <a:ahLst/>
              <a:cxnLst/>
              <a:rect l="l" t="t" r="r" b="b"/>
              <a:pathLst>
                <a:path w="282681" h="277513" extrusionOk="0">
                  <a:moveTo>
                    <a:pt x="141523" y="11946"/>
                  </a:moveTo>
                  <a:cubicBezTo>
                    <a:pt x="171463" y="11946"/>
                    <a:pt x="200217" y="22433"/>
                    <a:pt x="223227" y="41947"/>
                  </a:cubicBezTo>
                  <a:cubicBezTo>
                    <a:pt x="249094" y="63862"/>
                    <a:pt x="264869" y="94501"/>
                    <a:pt x="267696" y="128270"/>
                  </a:cubicBezTo>
                  <a:cubicBezTo>
                    <a:pt x="273502" y="197967"/>
                    <a:pt x="221494" y="259397"/>
                    <a:pt x="151797" y="265172"/>
                  </a:cubicBezTo>
                  <a:cubicBezTo>
                    <a:pt x="148234" y="265469"/>
                    <a:pt x="144693" y="265614"/>
                    <a:pt x="141180" y="265614"/>
                  </a:cubicBezTo>
                  <a:cubicBezTo>
                    <a:pt x="75965" y="265614"/>
                    <a:pt x="20375" y="215408"/>
                    <a:pt x="14895" y="149274"/>
                  </a:cubicBezTo>
                  <a:cubicBezTo>
                    <a:pt x="12098" y="115535"/>
                    <a:pt x="22615" y="82707"/>
                    <a:pt x="44500" y="56841"/>
                  </a:cubicBezTo>
                  <a:cubicBezTo>
                    <a:pt x="66416" y="30974"/>
                    <a:pt x="97054" y="15199"/>
                    <a:pt x="130824" y="12402"/>
                  </a:cubicBezTo>
                  <a:cubicBezTo>
                    <a:pt x="134380" y="12098"/>
                    <a:pt x="137967" y="11946"/>
                    <a:pt x="141523" y="11946"/>
                  </a:cubicBezTo>
                  <a:close/>
                  <a:moveTo>
                    <a:pt x="141544" y="0"/>
                  </a:moveTo>
                  <a:cubicBezTo>
                    <a:pt x="137654" y="0"/>
                    <a:pt x="133744" y="162"/>
                    <a:pt x="129821" y="487"/>
                  </a:cubicBezTo>
                  <a:cubicBezTo>
                    <a:pt x="92951" y="3588"/>
                    <a:pt x="59394" y="20852"/>
                    <a:pt x="35442" y="49120"/>
                  </a:cubicBezTo>
                  <a:cubicBezTo>
                    <a:pt x="11521" y="77449"/>
                    <a:pt x="1" y="113346"/>
                    <a:pt x="3071" y="150277"/>
                  </a:cubicBezTo>
                  <a:cubicBezTo>
                    <a:pt x="9089" y="222618"/>
                    <a:pt x="69881" y="277513"/>
                    <a:pt x="141219" y="277513"/>
                  </a:cubicBezTo>
                  <a:cubicBezTo>
                    <a:pt x="145080" y="277513"/>
                    <a:pt x="148940" y="277361"/>
                    <a:pt x="152861" y="277026"/>
                  </a:cubicBezTo>
                  <a:cubicBezTo>
                    <a:pt x="189761" y="273956"/>
                    <a:pt x="223288" y="256661"/>
                    <a:pt x="247240" y="228393"/>
                  </a:cubicBezTo>
                  <a:cubicBezTo>
                    <a:pt x="271161" y="200095"/>
                    <a:pt x="282681" y="164167"/>
                    <a:pt x="279611" y="127237"/>
                  </a:cubicBezTo>
                  <a:cubicBezTo>
                    <a:pt x="276541" y="90367"/>
                    <a:pt x="259246" y="56810"/>
                    <a:pt x="230978" y="32859"/>
                  </a:cubicBezTo>
                  <a:cubicBezTo>
                    <a:pt x="205681" y="11474"/>
                    <a:pt x="174335" y="0"/>
                    <a:pt x="14154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1" name="Google Shape;2551;p42"/>
            <p:cNvSpPr/>
            <p:nvPr/>
          </p:nvSpPr>
          <p:spPr>
            <a:xfrm>
              <a:off x="2244960" y="1495470"/>
              <a:ext cx="196543" cy="196542"/>
            </a:xfrm>
            <a:custGeom>
              <a:avLst/>
              <a:gdLst/>
              <a:ahLst/>
              <a:cxnLst/>
              <a:rect l="l" t="t" r="r" b="b"/>
              <a:pathLst>
                <a:path w="265598" h="265597" extrusionOk="0">
                  <a:moveTo>
                    <a:pt x="132799" y="0"/>
                  </a:moveTo>
                  <a:cubicBezTo>
                    <a:pt x="97601" y="0"/>
                    <a:pt x="63801" y="14012"/>
                    <a:pt x="38907" y="38906"/>
                  </a:cubicBezTo>
                  <a:cubicBezTo>
                    <a:pt x="14013" y="63800"/>
                    <a:pt x="0" y="97570"/>
                    <a:pt x="0" y="132798"/>
                  </a:cubicBezTo>
                  <a:cubicBezTo>
                    <a:pt x="0" y="168027"/>
                    <a:pt x="14013" y="201796"/>
                    <a:pt x="38907" y="226690"/>
                  </a:cubicBezTo>
                  <a:cubicBezTo>
                    <a:pt x="63801" y="251584"/>
                    <a:pt x="97601" y="265597"/>
                    <a:pt x="132799" y="265597"/>
                  </a:cubicBezTo>
                  <a:cubicBezTo>
                    <a:pt x="168028" y="265597"/>
                    <a:pt x="201797" y="251584"/>
                    <a:pt x="226691" y="226690"/>
                  </a:cubicBezTo>
                  <a:cubicBezTo>
                    <a:pt x="251616" y="201796"/>
                    <a:pt x="265598" y="168027"/>
                    <a:pt x="265598" y="132798"/>
                  </a:cubicBezTo>
                  <a:cubicBezTo>
                    <a:pt x="265598" y="97570"/>
                    <a:pt x="251616" y="63800"/>
                    <a:pt x="226691" y="38906"/>
                  </a:cubicBezTo>
                  <a:cubicBezTo>
                    <a:pt x="201797" y="14012"/>
                    <a:pt x="168028" y="0"/>
                    <a:pt x="132799"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2" name="Google Shape;2552;p42"/>
            <p:cNvSpPr/>
            <p:nvPr/>
          </p:nvSpPr>
          <p:spPr>
            <a:xfrm>
              <a:off x="2238613" y="1491064"/>
              <a:ext cx="209184" cy="205354"/>
            </a:xfrm>
            <a:custGeom>
              <a:avLst/>
              <a:gdLst/>
              <a:ahLst/>
              <a:cxnLst/>
              <a:rect l="l" t="t" r="r" b="b"/>
              <a:pathLst>
                <a:path w="282681" h="277506" extrusionOk="0">
                  <a:moveTo>
                    <a:pt x="141553" y="11939"/>
                  </a:moveTo>
                  <a:cubicBezTo>
                    <a:pt x="171493" y="11939"/>
                    <a:pt x="200187" y="22365"/>
                    <a:pt x="223257" y="41939"/>
                  </a:cubicBezTo>
                  <a:cubicBezTo>
                    <a:pt x="249124" y="63855"/>
                    <a:pt x="264899" y="94493"/>
                    <a:pt x="267696" y="128263"/>
                  </a:cubicBezTo>
                  <a:cubicBezTo>
                    <a:pt x="273532" y="197960"/>
                    <a:pt x="221494" y="259389"/>
                    <a:pt x="151827" y="265165"/>
                  </a:cubicBezTo>
                  <a:cubicBezTo>
                    <a:pt x="148232" y="265467"/>
                    <a:pt x="144659" y="265616"/>
                    <a:pt x="141115" y="265616"/>
                  </a:cubicBezTo>
                  <a:cubicBezTo>
                    <a:pt x="75941" y="265616"/>
                    <a:pt x="20402" y="215397"/>
                    <a:pt x="14925" y="149266"/>
                  </a:cubicBezTo>
                  <a:cubicBezTo>
                    <a:pt x="12098" y="115527"/>
                    <a:pt x="22645" y="82700"/>
                    <a:pt x="44530" y="56833"/>
                  </a:cubicBezTo>
                  <a:cubicBezTo>
                    <a:pt x="66446" y="30967"/>
                    <a:pt x="97054" y="15191"/>
                    <a:pt x="130854" y="12395"/>
                  </a:cubicBezTo>
                  <a:cubicBezTo>
                    <a:pt x="134410" y="12091"/>
                    <a:pt x="137997" y="11939"/>
                    <a:pt x="141553" y="11939"/>
                  </a:cubicBezTo>
                  <a:close/>
                  <a:moveTo>
                    <a:pt x="141456" y="1"/>
                  </a:moveTo>
                  <a:cubicBezTo>
                    <a:pt x="137594" y="1"/>
                    <a:pt x="133713" y="160"/>
                    <a:pt x="129821" y="480"/>
                  </a:cubicBezTo>
                  <a:cubicBezTo>
                    <a:pt x="92920" y="3580"/>
                    <a:pt x="59363" y="20845"/>
                    <a:pt x="35442" y="49113"/>
                  </a:cubicBezTo>
                  <a:cubicBezTo>
                    <a:pt x="11490" y="77441"/>
                    <a:pt x="1" y="113339"/>
                    <a:pt x="3071" y="150269"/>
                  </a:cubicBezTo>
                  <a:cubicBezTo>
                    <a:pt x="6141" y="187169"/>
                    <a:pt x="23436" y="220696"/>
                    <a:pt x="51704" y="244648"/>
                  </a:cubicBezTo>
                  <a:cubicBezTo>
                    <a:pt x="76963" y="266046"/>
                    <a:pt x="108361" y="277505"/>
                    <a:pt x="141097" y="277505"/>
                  </a:cubicBezTo>
                  <a:cubicBezTo>
                    <a:pt x="145018" y="277505"/>
                    <a:pt x="148940" y="277353"/>
                    <a:pt x="152830" y="277019"/>
                  </a:cubicBezTo>
                  <a:cubicBezTo>
                    <a:pt x="189731" y="273949"/>
                    <a:pt x="223287" y="256654"/>
                    <a:pt x="247209" y="228386"/>
                  </a:cubicBezTo>
                  <a:cubicBezTo>
                    <a:pt x="271161" y="200088"/>
                    <a:pt x="282681" y="164130"/>
                    <a:pt x="279580" y="127229"/>
                  </a:cubicBezTo>
                  <a:cubicBezTo>
                    <a:pt x="276510" y="90360"/>
                    <a:pt x="259215" y="56803"/>
                    <a:pt x="230947" y="32851"/>
                  </a:cubicBezTo>
                  <a:cubicBezTo>
                    <a:pt x="205632" y="11451"/>
                    <a:pt x="174234" y="1"/>
                    <a:pt x="14145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3" name="Google Shape;2553;p42"/>
            <p:cNvSpPr/>
            <p:nvPr/>
          </p:nvSpPr>
          <p:spPr>
            <a:xfrm>
              <a:off x="1970641" y="1641676"/>
              <a:ext cx="196543" cy="196520"/>
            </a:xfrm>
            <a:custGeom>
              <a:avLst/>
              <a:gdLst/>
              <a:ahLst/>
              <a:cxnLst/>
              <a:rect l="l" t="t" r="r" b="b"/>
              <a:pathLst>
                <a:path w="265598" h="265567" extrusionOk="0">
                  <a:moveTo>
                    <a:pt x="132799" y="1"/>
                  </a:moveTo>
                  <a:cubicBezTo>
                    <a:pt x="97571" y="1"/>
                    <a:pt x="63801" y="13983"/>
                    <a:pt x="38907" y="38877"/>
                  </a:cubicBezTo>
                  <a:cubicBezTo>
                    <a:pt x="13982" y="63771"/>
                    <a:pt x="0" y="97571"/>
                    <a:pt x="0" y="132769"/>
                  </a:cubicBezTo>
                  <a:cubicBezTo>
                    <a:pt x="0" y="167997"/>
                    <a:pt x="13982" y="201767"/>
                    <a:pt x="38907" y="226661"/>
                  </a:cubicBezTo>
                  <a:cubicBezTo>
                    <a:pt x="63801" y="251585"/>
                    <a:pt x="97571" y="265567"/>
                    <a:pt x="132799" y="265567"/>
                  </a:cubicBezTo>
                  <a:cubicBezTo>
                    <a:pt x="168028" y="265567"/>
                    <a:pt x="201797" y="251585"/>
                    <a:pt x="226691" y="226661"/>
                  </a:cubicBezTo>
                  <a:cubicBezTo>
                    <a:pt x="251586" y="201767"/>
                    <a:pt x="265598" y="167997"/>
                    <a:pt x="265598" y="132769"/>
                  </a:cubicBezTo>
                  <a:cubicBezTo>
                    <a:pt x="265598" y="97571"/>
                    <a:pt x="251586" y="63771"/>
                    <a:pt x="226691" y="38877"/>
                  </a:cubicBezTo>
                  <a:cubicBezTo>
                    <a:pt x="201797" y="13983"/>
                    <a:pt x="168028" y="1"/>
                    <a:pt x="13279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4" name="Google Shape;2554;p42"/>
            <p:cNvSpPr/>
            <p:nvPr/>
          </p:nvSpPr>
          <p:spPr>
            <a:xfrm>
              <a:off x="1964294" y="1637248"/>
              <a:ext cx="209184" cy="205354"/>
            </a:xfrm>
            <a:custGeom>
              <a:avLst/>
              <a:gdLst/>
              <a:ahLst/>
              <a:cxnLst/>
              <a:rect l="l" t="t" r="r" b="b"/>
              <a:pathLst>
                <a:path w="282681" h="277506" extrusionOk="0">
                  <a:moveTo>
                    <a:pt x="141584" y="11878"/>
                  </a:moveTo>
                  <a:cubicBezTo>
                    <a:pt x="171524" y="11878"/>
                    <a:pt x="200187" y="22365"/>
                    <a:pt x="223348" y="41970"/>
                  </a:cubicBezTo>
                  <a:cubicBezTo>
                    <a:pt x="249215" y="63855"/>
                    <a:pt x="264990" y="94494"/>
                    <a:pt x="267787" y="128263"/>
                  </a:cubicBezTo>
                  <a:cubicBezTo>
                    <a:pt x="270614" y="162002"/>
                    <a:pt x="260097" y="194829"/>
                    <a:pt x="238212" y="220696"/>
                  </a:cubicBezTo>
                  <a:cubicBezTo>
                    <a:pt x="216266" y="246593"/>
                    <a:pt x="185658" y="262338"/>
                    <a:pt x="151888" y="265165"/>
                  </a:cubicBezTo>
                  <a:cubicBezTo>
                    <a:pt x="148317" y="265461"/>
                    <a:pt x="144756" y="265608"/>
                    <a:pt x="141213" y="265608"/>
                  </a:cubicBezTo>
                  <a:cubicBezTo>
                    <a:pt x="111278" y="265608"/>
                    <a:pt x="82581" y="255128"/>
                    <a:pt x="59424" y="235559"/>
                  </a:cubicBezTo>
                  <a:cubicBezTo>
                    <a:pt x="33558" y="213644"/>
                    <a:pt x="17782" y="183036"/>
                    <a:pt x="14986" y="149236"/>
                  </a:cubicBezTo>
                  <a:cubicBezTo>
                    <a:pt x="9180" y="79569"/>
                    <a:pt x="61187" y="18110"/>
                    <a:pt x="130854" y="12334"/>
                  </a:cubicBezTo>
                  <a:cubicBezTo>
                    <a:pt x="134441" y="12061"/>
                    <a:pt x="137997" y="11878"/>
                    <a:pt x="141584" y="11878"/>
                  </a:cubicBezTo>
                  <a:close/>
                  <a:moveTo>
                    <a:pt x="141458" y="1"/>
                  </a:moveTo>
                  <a:cubicBezTo>
                    <a:pt x="137595" y="1"/>
                    <a:pt x="133713" y="160"/>
                    <a:pt x="129821" y="480"/>
                  </a:cubicBezTo>
                  <a:cubicBezTo>
                    <a:pt x="92951" y="3580"/>
                    <a:pt x="59394" y="20845"/>
                    <a:pt x="35442" y="49113"/>
                  </a:cubicBezTo>
                  <a:cubicBezTo>
                    <a:pt x="11521" y="77442"/>
                    <a:pt x="1" y="113339"/>
                    <a:pt x="3071" y="150270"/>
                  </a:cubicBezTo>
                  <a:cubicBezTo>
                    <a:pt x="6171" y="187170"/>
                    <a:pt x="23436" y="220696"/>
                    <a:pt x="51704" y="244648"/>
                  </a:cubicBezTo>
                  <a:cubicBezTo>
                    <a:pt x="76993" y="266046"/>
                    <a:pt x="108361" y="277505"/>
                    <a:pt x="141128" y="277505"/>
                  </a:cubicBezTo>
                  <a:cubicBezTo>
                    <a:pt x="144988" y="277505"/>
                    <a:pt x="148909" y="277323"/>
                    <a:pt x="152861" y="277019"/>
                  </a:cubicBezTo>
                  <a:cubicBezTo>
                    <a:pt x="189761" y="273949"/>
                    <a:pt x="223288" y="256684"/>
                    <a:pt x="247239" y="228386"/>
                  </a:cubicBezTo>
                  <a:cubicBezTo>
                    <a:pt x="271161" y="200088"/>
                    <a:pt x="282681" y="164160"/>
                    <a:pt x="279611" y="127230"/>
                  </a:cubicBezTo>
                  <a:cubicBezTo>
                    <a:pt x="276541" y="90360"/>
                    <a:pt x="259246" y="56803"/>
                    <a:pt x="230978" y="32851"/>
                  </a:cubicBezTo>
                  <a:cubicBezTo>
                    <a:pt x="205662" y="11452"/>
                    <a:pt x="174241" y="1"/>
                    <a:pt x="14145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5" name="Google Shape;2555;p42"/>
            <p:cNvSpPr/>
            <p:nvPr/>
          </p:nvSpPr>
          <p:spPr>
            <a:xfrm>
              <a:off x="2336790" y="1208504"/>
              <a:ext cx="196543" cy="196542"/>
            </a:xfrm>
            <a:custGeom>
              <a:avLst/>
              <a:gdLst/>
              <a:ahLst/>
              <a:cxnLst/>
              <a:rect l="l" t="t" r="r" b="b"/>
              <a:pathLst>
                <a:path w="265599" h="265597" extrusionOk="0">
                  <a:moveTo>
                    <a:pt x="132799" y="1"/>
                  </a:moveTo>
                  <a:cubicBezTo>
                    <a:pt x="59455" y="1"/>
                    <a:pt x="1" y="59454"/>
                    <a:pt x="1" y="132799"/>
                  </a:cubicBezTo>
                  <a:cubicBezTo>
                    <a:pt x="1" y="206143"/>
                    <a:pt x="59455" y="265597"/>
                    <a:pt x="132799" y="265597"/>
                  </a:cubicBezTo>
                  <a:cubicBezTo>
                    <a:pt x="206144" y="265597"/>
                    <a:pt x="265598" y="206143"/>
                    <a:pt x="265598" y="132799"/>
                  </a:cubicBezTo>
                  <a:cubicBezTo>
                    <a:pt x="265598" y="59454"/>
                    <a:pt x="206144" y="1"/>
                    <a:pt x="13279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6" name="Google Shape;2556;p42"/>
            <p:cNvSpPr/>
            <p:nvPr/>
          </p:nvSpPr>
          <p:spPr>
            <a:xfrm>
              <a:off x="2328034" y="1204135"/>
              <a:ext cx="214020" cy="205316"/>
            </a:xfrm>
            <a:custGeom>
              <a:avLst/>
              <a:gdLst/>
              <a:ahLst/>
              <a:cxnLst/>
              <a:rect l="l" t="t" r="r" b="b"/>
              <a:pathLst>
                <a:path w="289216" h="277454" extrusionOk="0">
                  <a:moveTo>
                    <a:pt x="144684" y="11887"/>
                  </a:moveTo>
                  <a:cubicBezTo>
                    <a:pt x="209944" y="11887"/>
                    <a:pt x="265507" y="62071"/>
                    <a:pt x="271039" y="128211"/>
                  </a:cubicBezTo>
                  <a:cubicBezTo>
                    <a:pt x="276814" y="197908"/>
                    <a:pt x="224777" y="259338"/>
                    <a:pt x="155110" y="265113"/>
                  </a:cubicBezTo>
                  <a:cubicBezTo>
                    <a:pt x="151532" y="265413"/>
                    <a:pt x="147976" y="265560"/>
                    <a:pt x="144448" y="265560"/>
                  </a:cubicBezTo>
                  <a:cubicBezTo>
                    <a:pt x="79252" y="265560"/>
                    <a:pt x="23686" y="215334"/>
                    <a:pt x="18208" y="149215"/>
                  </a:cubicBezTo>
                  <a:cubicBezTo>
                    <a:pt x="12402" y="79548"/>
                    <a:pt x="64409" y="18119"/>
                    <a:pt x="134107" y="12343"/>
                  </a:cubicBezTo>
                  <a:cubicBezTo>
                    <a:pt x="137663" y="12039"/>
                    <a:pt x="141189" y="11887"/>
                    <a:pt x="144684" y="11887"/>
                  </a:cubicBezTo>
                  <a:close/>
                  <a:moveTo>
                    <a:pt x="144802" y="0"/>
                  </a:moveTo>
                  <a:cubicBezTo>
                    <a:pt x="140942" y="0"/>
                    <a:pt x="137050" y="161"/>
                    <a:pt x="133134" y="489"/>
                  </a:cubicBezTo>
                  <a:cubicBezTo>
                    <a:pt x="56901" y="6781"/>
                    <a:pt x="1" y="73955"/>
                    <a:pt x="6353" y="150218"/>
                  </a:cubicBezTo>
                  <a:cubicBezTo>
                    <a:pt x="12372" y="222559"/>
                    <a:pt x="73163" y="277454"/>
                    <a:pt x="144502" y="277454"/>
                  </a:cubicBezTo>
                  <a:cubicBezTo>
                    <a:pt x="148332" y="277454"/>
                    <a:pt x="152222" y="277302"/>
                    <a:pt x="156083" y="276998"/>
                  </a:cubicBezTo>
                  <a:cubicBezTo>
                    <a:pt x="232345" y="270645"/>
                    <a:pt x="289216" y="203471"/>
                    <a:pt x="282893" y="127269"/>
                  </a:cubicBezTo>
                  <a:cubicBezTo>
                    <a:pt x="276867" y="54922"/>
                    <a:pt x="216132" y="0"/>
                    <a:pt x="14480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7" name="Google Shape;2557;p42"/>
            <p:cNvSpPr/>
            <p:nvPr/>
          </p:nvSpPr>
          <p:spPr>
            <a:xfrm>
              <a:off x="1894161" y="1533477"/>
              <a:ext cx="37429" cy="39467"/>
            </a:xfrm>
            <a:custGeom>
              <a:avLst/>
              <a:gdLst/>
              <a:ahLst/>
              <a:cxnLst/>
              <a:rect l="l" t="t" r="r" b="b"/>
              <a:pathLst>
                <a:path w="50580" h="53334" extrusionOk="0">
                  <a:moveTo>
                    <a:pt x="19144" y="0"/>
                  </a:moveTo>
                  <a:cubicBezTo>
                    <a:pt x="16538" y="0"/>
                    <a:pt x="14023" y="590"/>
                    <a:pt x="11733" y="1834"/>
                  </a:cubicBezTo>
                  <a:cubicBezTo>
                    <a:pt x="1916" y="7184"/>
                    <a:pt x="1" y="22655"/>
                    <a:pt x="7478" y="36363"/>
                  </a:cubicBezTo>
                  <a:cubicBezTo>
                    <a:pt x="13240" y="46908"/>
                    <a:pt x="22834" y="53334"/>
                    <a:pt x="31436" y="53334"/>
                  </a:cubicBezTo>
                  <a:cubicBezTo>
                    <a:pt x="34042" y="53334"/>
                    <a:pt x="36557" y="52744"/>
                    <a:pt x="38846" y="51500"/>
                  </a:cubicBezTo>
                  <a:cubicBezTo>
                    <a:pt x="48664" y="46151"/>
                    <a:pt x="50579" y="30679"/>
                    <a:pt x="43102" y="16971"/>
                  </a:cubicBezTo>
                  <a:cubicBezTo>
                    <a:pt x="37340" y="6427"/>
                    <a:pt x="27746" y="0"/>
                    <a:pt x="19144"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8" name="Google Shape;2558;p42"/>
            <p:cNvSpPr/>
            <p:nvPr/>
          </p:nvSpPr>
          <p:spPr>
            <a:xfrm>
              <a:off x="1891460" y="1529148"/>
              <a:ext cx="45211" cy="48173"/>
            </a:xfrm>
            <a:custGeom>
              <a:avLst/>
              <a:gdLst/>
              <a:ahLst/>
              <a:cxnLst/>
              <a:rect l="l" t="t" r="r" b="b"/>
              <a:pathLst>
                <a:path w="61096" h="65099" extrusionOk="0">
                  <a:moveTo>
                    <a:pt x="22797" y="11754"/>
                  </a:moveTo>
                  <a:cubicBezTo>
                    <a:pt x="25411" y="11754"/>
                    <a:pt x="27843" y="12666"/>
                    <a:pt x="29363" y="13426"/>
                  </a:cubicBezTo>
                  <a:cubicBezTo>
                    <a:pt x="34104" y="15705"/>
                    <a:pt x="38572" y="20174"/>
                    <a:pt x="41551" y="25645"/>
                  </a:cubicBezTo>
                  <a:cubicBezTo>
                    <a:pt x="47387" y="36283"/>
                    <a:pt x="46506" y="48502"/>
                    <a:pt x="39667" y="52210"/>
                  </a:cubicBezTo>
                  <a:cubicBezTo>
                    <a:pt x="38163" y="53035"/>
                    <a:pt x="36582" y="53340"/>
                    <a:pt x="35066" y="53340"/>
                  </a:cubicBezTo>
                  <a:cubicBezTo>
                    <a:pt x="32443" y="53340"/>
                    <a:pt x="30014" y="52426"/>
                    <a:pt x="28511" y="51694"/>
                  </a:cubicBezTo>
                  <a:cubicBezTo>
                    <a:pt x="23739" y="49414"/>
                    <a:pt x="19302" y="44916"/>
                    <a:pt x="16292" y="39444"/>
                  </a:cubicBezTo>
                  <a:cubicBezTo>
                    <a:pt x="13314" y="33973"/>
                    <a:pt x="11976" y="27833"/>
                    <a:pt x="12614" y="22575"/>
                  </a:cubicBezTo>
                  <a:cubicBezTo>
                    <a:pt x="12918" y="19930"/>
                    <a:pt x="14104" y="15128"/>
                    <a:pt x="18207" y="12879"/>
                  </a:cubicBezTo>
                  <a:cubicBezTo>
                    <a:pt x="19727" y="12058"/>
                    <a:pt x="21277" y="11754"/>
                    <a:pt x="22797" y="11754"/>
                  </a:cubicBezTo>
                  <a:close/>
                  <a:moveTo>
                    <a:pt x="22764" y="0"/>
                  </a:moveTo>
                  <a:cubicBezTo>
                    <a:pt x="19134" y="0"/>
                    <a:pt x="15658" y="845"/>
                    <a:pt x="12584" y="2544"/>
                  </a:cubicBezTo>
                  <a:cubicBezTo>
                    <a:pt x="6231" y="6009"/>
                    <a:pt x="1976" y="12818"/>
                    <a:pt x="943" y="21146"/>
                  </a:cubicBezTo>
                  <a:cubicBezTo>
                    <a:pt x="0" y="28836"/>
                    <a:pt x="1794" y="37347"/>
                    <a:pt x="5988" y="45068"/>
                  </a:cubicBezTo>
                  <a:cubicBezTo>
                    <a:pt x="10213" y="52788"/>
                    <a:pt x="16384" y="58898"/>
                    <a:pt x="23405" y="62271"/>
                  </a:cubicBezTo>
                  <a:cubicBezTo>
                    <a:pt x="27265" y="64156"/>
                    <a:pt x="31277" y="65098"/>
                    <a:pt x="35107" y="65098"/>
                  </a:cubicBezTo>
                  <a:cubicBezTo>
                    <a:pt x="38724" y="65098"/>
                    <a:pt x="42220" y="64217"/>
                    <a:pt x="45290" y="62545"/>
                  </a:cubicBezTo>
                  <a:cubicBezTo>
                    <a:pt x="58178" y="55554"/>
                    <a:pt x="61096" y="36861"/>
                    <a:pt x="51886" y="20022"/>
                  </a:cubicBezTo>
                  <a:cubicBezTo>
                    <a:pt x="47691" y="12331"/>
                    <a:pt x="41521" y="6192"/>
                    <a:pt x="34499" y="2818"/>
                  </a:cubicBezTo>
                  <a:cubicBezTo>
                    <a:pt x="30610" y="944"/>
                    <a:pt x="26601" y="0"/>
                    <a:pt x="22764"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9" name="Google Shape;2559;p42"/>
            <p:cNvSpPr/>
            <p:nvPr/>
          </p:nvSpPr>
          <p:spPr>
            <a:xfrm>
              <a:off x="2181016" y="1364110"/>
              <a:ext cx="37362" cy="39537"/>
            </a:xfrm>
            <a:custGeom>
              <a:avLst/>
              <a:gdLst/>
              <a:ahLst/>
              <a:cxnLst/>
              <a:rect l="l" t="t" r="r" b="b"/>
              <a:pathLst>
                <a:path w="50489" h="53428" extrusionOk="0">
                  <a:moveTo>
                    <a:pt x="19144" y="0"/>
                  </a:moveTo>
                  <a:cubicBezTo>
                    <a:pt x="16569" y="0"/>
                    <a:pt x="14085" y="580"/>
                    <a:pt x="11825" y="1805"/>
                  </a:cubicBezTo>
                  <a:cubicBezTo>
                    <a:pt x="1977" y="7124"/>
                    <a:pt x="1" y="22595"/>
                    <a:pt x="7418" y="36334"/>
                  </a:cubicBezTo>
                  <a:cubicBezTo>
                    <a:pt x="13104" y="46935"/>
                    <a:pt x="22736" y="53428"/>
                    <a:pt x="31347" y="53428"/>
                  </a:cubicBezTo>
                  <a:cubicBezTo>
                    <a:pt x="33922" y="53428"/>
                    <a:pt x="36405" y="52847"/>
                    <a:pt x="38664" y="51623"/>
                  </a:cubicBezTo>
                  <a:cubicBezTo>
                    <a:pt x="48513" y="46304"/>
                    <a:pt x="50488" y="30833"/>
                    <a:pt x="43072" y="17063"/>
                  </a:cubicBezTo>
                  <a:cubicBezTo>
                    <a:pt x="37386" y="6487"/>
                    <a:pt x="27756" y="0"/>
                    <a:pt x="19144"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0" name="Google Shape;2560;p42"/>
            <p:cNvSpPr/>
            <p:nvPr/>
          </p:nvSpPr>
          <p:spPr>
            <a:xfrm>
              <a:off x="2175930" y="1359709"/>
              <a:ext cx="45166" cy="48290"/>
            </a:xfrm>
            <a:custGeom>
              <a:avLst/>
              <a:gdLst/>
              <a:ahLst/>
              <a:cxnLst/>
              <a:rect l="l" t="t" r="r" b="b"/>
              <a:pathLst>
                <a:path w="61035" h="65257" extrusionOk="0">
                  <a:moveTo>
                    <a:pt x="26050" y="11821"/>
                  </a:moveTo>
                  <a:cubicBezTo>
                    <a:pt x="32463" y="11821"/>
                    <a:pt x="40184" y="17292"/>
                    <a:pt x="44834" y="25742"/>
                  </a:cubicBezTo>
                  <a:cubicBezTo>
                    <a:pt x="47783" y="31274"/>
                    <a:pt x="49120" y="37414"/>
                    <a:pt x="48421" y="42672"/>
                  </a:cubicBezTo>
                  <a:cubicBezTo>
                    <a:pt x="48087" y="45317"/>
                    <a:pt x="46871" y="50150"/>
                    <a:pt x="42767" y="52338"/>
                  </a:cubicBezTo>
                  <a:cubicBezTo>
                    <a:pt x="41366" y="53101"/>
                    <a:pt x="39807" y="53461"/>
                    <a:pt x="38163" y="53461"/>
                  </a:cubicBezTo>
                  <a:cubicBezTo>
                    <a:pt x="31749" y="53461"/>
                    <a:pt x="24051" y="47973"/>
                    <a:pt x="19454" y="39481"/>
                  </a:cubicBezTo>
                  <a:cubicBezTo>
                    <a:pt x="13679" y="28782"/>
                    <a:pt x="14590" y="16623"/>
                    <a:pt x="21460" y="12915"/>
                  </a:cubicBezTo>
                  <a:cubicBezTo>
                    <a:pt x="22858" y="12155"/>
                    <a:pt x="24408" y="11821"/>
                    <a:pt x="26050" y="11821"/>
                  </a:cubicBezTo>
                  <a:close/>
                  <a:moveTo>
                    <a:pt x="26101" y="1"/>
                  </a:moveTo>
                  <a:cubicBezTo>
                    <a:pt x="22550" y="1"/>
                    <a:pt x="19075" y="822"/>
                    <a:pt x="15867" y="2550"/>
                  </a:cubicBezTo>
                  <a:cubicBezTo>
                    <a:pt x="2949" y="9541"/>
                    <a:pt x="1" y="28174"/>
                    <a:pt x="9058" y="45043"/>
                  </a:cubicBezTo>
                  <a:cubicBezTo>
                    <a:pt x="15898" y="57749"/>
                    <a:pt x="27357" y="65256"/>
                    <a:pt x="38086" y="65256"/>
                  </a:cubicBezTo>
                  <a:cubicBezTo>
                    <a:pt x="41673" y="65256"/>
                    <a:pt x="45138" y="64436"/>
                    <a:pt x="48330" y="62733"/>
                  </a:cubicBezTo>
                  <a:cubicBezTo>
                    <a:pt x="54713" y="59268"/>
                    <a:pt x="58999" y="52490"/>
                    <a:pt x="60062" y="44192"/>
                  </a:cubicBezTo>
                  <a:cubicBezTo>
                    <a:pt x="61035" y="36441"/>
                    <a:pt x="59303" y="27931"/>
                    <a:pt x="55108" y="20210"/>
                  </a:cubicBezTo>
                  <a:cubicBezTo>
                    <a:pt x="48299" y="7529"/>
                    <a:pt x="36853" y="1"/>
                    <a:pt x="26101"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1" name="Google Shape;2561;p42"/>
            <p:cNvSpPr/>
            <p:nvPr/>
          </p:nvSpPr>
          <p:spPr>
            <a:xfrm>
              <a:off x="2016916" y="1439945"/>
              <a:ext cx="78501" cy="70336"/>
            </a:xfrm>
            <a:custGeom>
              <a:avLst/>
              <a:gdLst/>
              <a:ahLst/>
              <a:cxnLst/>
              <a:rect l="l" t="t" r="r" b="b"/>
              <a:pathLst>
                <a:path w="106082" h="95048" extrusionOk="0">
                  <a:moveTo>
                    <a:pt x="87267" y="0"/>
                  </a:moveTo>
                  <a:lnTo>
                    <a:pt x="76720" y="5167"/>
                  </a:lnTo>
                  <a:lnTo>
                    <a:pt x="79303" y="10456"/>
                  </a:lnTo>
                  <a:cubicBezTo>
                    <a:pt x="92860" y="38207"/>
                    <a:pt x="91978" y="68421"/>
                    <a:pt x="77267" y="79181"/>
                  </a:cubicBezTo>
                  <a:cubicBezTo>
                    <a:pt x="73040" y="82281"/>
                    <a:pt x="68275" y="83265"/>
                    <a:pt x="63980" y="83265"/>
                  </a:cubicBezTo>
                  <a:cubicBezTo>
                    <a:pt x="61664" y="83265"/>
                    <a:pt x="59485" y="82979"/>
                    <a:pt x="57601" y="82585"/>
                  </a:cubicBezTo>
                  <a:cubicBezTo>
                    <a:pt x="41734" y="79393"/>
                    <a:pt x="24682" y="65472"/>
                    <a:pt x="13101" y="46171"/>
                  </a:cubicBezTo>
                  <a:lnTo>
                    <a:pt x="10062" y="41095"/>
                  </a:lnTo>
                  <a:lnTo>
                    <a:pt x="1" y="47174"/>
                  </a:lnTo>
                  <a:lnTo>
                    <a:pt x="3040" y="52250"/>
                  </a:lnTo>
                  <a:cubicBezTo>
                    <a:pt x="16475" y="74591"/>
                    <a:pt x="36020" y="90275"/>
                    <a:pt x="55260" y="94135"/>
                  </a:cubicBezTo>
                  <a:cubicBezTo>
                    <a:pt x="58269" y="94743"/>
                    <a:pt x="61218" y="95047"/>
                    <a:pt x="64045" y="95047"/>
                  </a:cubicBezTo>
                  <a:cubicBezTo>
                    <a:pt x="71613" y="95047"/>
                    <a:pt x="78483" y="92889"/>
                    <a:pt x="84197" y="88634"/>
                  </a:cubicBezTo>
                  <a:cubicBezTo>
                    <a:pt x="103681" y="74378"/>
                    <a:pt x="106082" y="38572"/>
                    <a:pt x="89851" y="5289"/>
                  </a:cubicBezTo>
                  <a:lnTo>
                    <a:pt x="87267"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562" name="Google Shape;2562;p42"/>
          <p:cNvGrpSpPr/>
          <p:nvPr/>
        </p:nvGrpSpPr>
        <p:grpSpPr>
          <a:xfrm rot="587125">
            <a:off x="6952093" y="2860396"/>
            <a:ext cx="1827654" cy="2025212"/>
            <a:chOff x="2848782" y="2866493"/>
            <a:chExt cx="1131606" cy="1254015"/>
          </a:xfrm>
        </p:grpSpPr>
        <p:sp>
          <p:nvSpPr>
            <p:cNvPr id="2563" name="Google Shape;2563;p42"/>
            <p:cNvSpPr/>
            <p:nvPr/>
          </p:nvSpPr>
          <p:spPr>
            <a:xfrm>
              <a:off x="2989407" y="3806685"/>
              <a:ext cx="12485" cy="50317"/>
            </a:xfrm>
            <a:custGeom>
              <a:avLst/>
              <a:gdLst/>
              <a:ahLst/>
              <a:cxnLst/>
              <a:rect l="l" t="t" r="r" b="b"/>
              <a:pathLst>
                <a:path w="16871" h="67996" extrusionOk="0">
                  <a:moveTo>
                    <a:pt x="5320" y="0"/>
                  </a:moveTo>
                  <a:lnTo>
                    <a:pt x="0" y="67083"/>
                  </a:lnTo>
                  <a:lnTo>
                    <a:pt x="11551" y="67995"/>
                  </a:lnTo>
                  <a:lnTo>
                    <a:pt x="16870" y="943"/>
                  </a:lnTo>
                  <a:lnTo>
                    <a:pt x="5320" y="0"/>
                  </a:lnTo>
                  <a:close/>
                </a:path>
              </a:pathLst>
            </a:custGeom>
            <a:solidFill>
              <a:srgbClr val="252C3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4" name="Google Shape;2564;p42"/>
            <p:cNvSpPr/>
            <p:nvPr/>
          </p:nvSpPr>
          <p:spPr>
            <a:xfrm>
              <a:off x="3012747" y="3360908"/>
              <a:ext cx="24361" cy="201063"/>
            </a:xfrm>
            <a:custGeom>
              <a:avLst/>
              <a:gdLst/>
              <a:ahLst/>
              <a:cxnLst/>
              <a:rect l="l" t="t" r="r" b="b"/>
              <a:pathLst>
                <a:path w="32920" h="271707" extrusionOk="0">
                  <a:moveTo>
                    <a:pt x="21339" y="0"/>
                  </a:moveTo>
                  <a:lnTo>
                    <a:pt x="1" y="270795"/>
                  </a:lnTo>
                  <a:lnTo>
                    <a:pt x="11551" y="271707"/>
                  </a:lnTo>
                  <a:lnTo>
                    <a:pt x="32919" y="912"/>
                  </a:lnTo>
                  <a:lnTo>
                    <a:pt x="21339" y="0"/>
                  </a:lnTo>
                  <a:close/>
                </a:path>
              </a:pathLst>
            </a:custGeom>
            <a:solidFill>
              <a:srgbClr val="252C3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5" name="Google Shape;2565;p42"/>
            <p:cNvSpPr/>
            <p:nvPr/>
          </p:nvSpPr>
          <p:spPr>
            <a:xfrm>
              <a:off x="3040274" y="3105609"/>
              <a:ext cx="17118" cy="108910"/>
            </a:xfrm>
            <a:custGeom>
              <a:avLst/>
              <a:gdLst/>
              <a:ahLst/>
              <a:cxnLst/>
              <a:rect l="l" t="t" r="r" b="b"/>
              <a:pathLst>
                <a:path w="23132" h="147176" extrusionOk="0">
                  <a:moveTo>
                    <a:pt x="11582" y="0"/>
                  </a:moveTo>
                  <a:lnTo>
                    <a:pt x="1" y="146234"/>
                  </a:lnTo>
                  <a:lnTo>
                    <a:pt x="11551" y="147176"/>
                  </a:lnTo>
                  <a:lnTo>
                    <a:pt x="23132" y="912"/>
                  </a:lnTo>
                  <a:lnTo>
                    <a:pt x="11582" y="0"/>
                  </a:lnTo>
                  <a:close/>
                </a:path>
              </a:pathLst>
            </a:custGeom>
            <a:solidFill>
              <a:srgbClr val="252C3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6" name="Google Shape;2566;p42"/>
            <p:cNvSpPr/>
            <p:nvPr/>
          </p:nvSpPr>
          <p:spPr>
            <a:xfrm>
              <a:off x="2993324" y="3706393"/>
              <a:ext cx="16510" cy="100903"/>
            </a:xfrm>
            <a:custGeom>
              <a:avLst/>
              <a:gdLst/>
              <a:ahLst/>
              <a:cxnLst/>
              <a:rect l="l" t="t" r="r" b="b"/>
              <a:pathLst>
                <a:path w="22311" h="136356" extrusionOk="0">
                  <a:moveTo>
                    <a:pt x="10760" y="1"/>
                  </a:moveTo>
                  <a:lnTo>
                    <a:pt x="0" y="135443"/>
                  </a:lnTo>
                  <a:lnTo>
                    <a:pt x="11551" y="136355"/>
                  </a:lnTo>
                  <a:lnTo>
                    <a:pt x="22311" y="912"/>
                  </a:lnTo>
                  <a:lnTo>
                    <a:pt x="10760" y="1"/>
                  </a:lnTo>
                  <a:close/>
                </a:path>
              </a:pathLst>
            </a:custGeom>
            <a:solidFill>
              <a:srgbClr val="252C3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7" name="Google Shape;2567;p42"/>
            <p:cNvSpPr/>
            <p:nvPr/>
          </p:nvSpPr>
          <p:spPr>
            <a:xfrm>
              <a:off x="2848782" y="3793416"/>
              <a:ext cx="151242" cy="217360"/>
            </a:xfrm>
            <a:custGeom>
              <a:avLst/>
              <a:gdLst/>
              <a:ahLst/>
              <a:cxnLst/>
              <a:rect l="l" t="t" r="r" b="b"/>
              <a:pathLst>
                <a:path w="204381" h="293730" extrusionOk="0">
                  <a:moveTo>
                    <a:pt x="149844" y="1"/>
                  </a:moveTo>
                  <a:cubicBezTo>
                    <a:pt x="117180" y="1"/>
                    <a:pt x="85616" y="10907"/>
                    <a:pt x="59636" y="31355"/>
                  </a:cubicBezTo>
                  <a:cubicBezTo>
                    <a:pt x="28055" y="55976"/>
                    <a:pt x="8389" y="91569"/>
                    <a:pt x="4134" y="131569"/>
                  </a:cubicBezTo>
                  <a:cubicBezTo>
                    <a:pt x="0" y="170567"/>
                    <a:pt x="11307" y="208804"/>
                    <a:pt x="35958" y="239322"/>
                  </a:cubicBezTo>
                  <a:cubicBezTo>
                    <a:pt x="60670" y="269808"/>
                    <a:pt x="95747" y="288866"/>
                    <a:pt x="134805" y="292939"/>
                  </a:cubicBezTo>
                  <a:cubicBezTo>
                    <a:pt x="140064" y="293487"/>
                    <a:pt x="145322" y="293730"/>
                    <a:pt x="150489" y="293730"/>
                  </a:cubicBezTo>
                  <a:cubicBezTo>
                    <a:pt x="161249" y="293730"/>
                    <a:pt x="171797" y="292575"/>
                    <a:pt x="181979" y="290265"/>
                  </a:cubicBezTo>
                  <a:lnTo>
                    <a:pt x="188210" y="288836"/>
                  </a:lnTo>
                  <a:lnTo>
                    <a:pt x="204381" y="86219"/>
                  </a:lnTo>
                  <a:lnTo>
                    <a:pt x="186994" y="84851"/>
                  </a:lnTo>
                  <a:lnTo>
                    <a:pt x="171888" y="274581"/>
                  </a:lnTo>
                  <a:cubicBezTo>
                    <a:pt x="164906" y="275794"/>
                    <a:pt x="157753" y="276411"/>
                    <a:pt x="150477" y="276411"/>
                  </a:cubicBezTo>
                  <a:cubicBezTo>
                    <a:pt x="145905" y="276411"/>
                    <a:pt x="141285" y="276167"/>
                    <a:pt x="136629" y="275675"/>
                  </a:cubicBezTo>
                  <a:cubicBezTo>
                    <a:pt x="102251" y="272088"/>
                    <a:pt x="71308" y="255279"/>
                    <a:pt x="49545" y="228410"/>
                  </a:cubicBezTo>
                  <a:cubicBezTo>
                    <a:pt x="27751" y="201510"/>
                    <a:pt x="17812" y="167831"/>
                    <a:pt x="21459" y="133423"/>
                  </a:cubicBezTo>
                  <a:cubicBezTo>
                    <a:pt x="25229" y="98165"/>
                    <a:pt x="42585" y="66796"/>
                    <a:pt x="70397" y="45064"/>
                  </a:cubicBezTo>
                  <a:cubicBezTo>
                    <a:pt x="93301" y="27007"/>
                    <a:pt x="121086" y="17424"/>
                    <a:pt x="149855" y="17424"/>
                  </a:cubicBezTo>
                  <a:cubicBezTo>
                    <a:pt x="154454" y="17424"/>
                    <a:pt x="159078" y="17669"/>
                    <a:pt x="163711" y="18163"/>
                  </a:cubicBezTo>
                  <a:cubicBezTo>
                    <a:pt x="175748" y="19440"/>
                    <a:pt x="187207" y="22267"/>
                    <a:pt x="197663" y="26522"/>
                  </a:cubicBezTo>
                  <a:lnTo>
                    <a:pt x="204198" y="10382"/>
                  </a:lnTo>
                  <a:cubicBezTo>
                    <a:pt x="192253" y="5519"/>
                    <a:pt x="179213" y="2267"/>
                    <a:pt x="165535" y="838"/>
                  </a:cubicBezTo>
                  <a:cubicBezTo>
                    <a:pt x="160289" y="278"/>
                    <a:pt x="155053" y="1"/>
                    <a:pt x="1498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8" name="Google Shape;2568;p42"/>
            <p:cNvSpPr/>
            <p:nvPr/>
          </p:nvSpPr>
          <p:spPr>
            <a:xfrm>
              <a:off x="2864109" y="3647325"/>
              <a:ext cx="147194" cy="217380"/>
            </a:xfrm>
            <a:custGeom>
              <a:avLst/>
              <a:gdLst/>
              <a:ahLst/>
              <a:cxnLst/>
              <a:rect l="l" t="t" r="r" b="b"/>
              <a:pathLst>
                <a:path w="198911" h="293757" extrusionOk="0">
                  <a:moveTo>
                    <a:pt x="150136" y="1"/>
                  </a:moveTo>
                  <a:cubicBezTo>
                    <a:pt x="119070" y="1"/>
                    <a:pt x="88816" y="9859"/>
                    <a:pt x="63558" y="28373"/>
                  </a:cubicBezTo>
                  <a:cubicBezTo>
                    <a:pt x="30244" y="52780"/>
                    <a:pt x="8633" y="90349"/>
                    <a:pt x="4256" y="131444"/>
                  </a:cubicBezTo>
                  <a:cubicBezTo>
                    <a:pt x="1" y="171414"/>
                    <a:pt x="11855" y="210321"/>
                    <a:pt x="37630" y="241020"/>
                  </a:cubicBezTo>
                  <a:cubicBezTo>
                    <a:pt x="62038" y="270443"/>
                    <a:pt x="96568" y="288893"/>
                    <a:pt x="134927" y="292966"/>
                  </a:cubicBezTo>
                  <a:cubicBezTo>
                    <a:pt x="140094" y="293513"/>
                    <a:pt x="145231" y="293756"/>
                    <a:pt x="150338" y="293756"/>
                  </a:cubicBezTo>
                  <a:cubicBezTo>
                    <a:pt x="159274" y="293756"/>
                    <a:pt x="168058" y="292936"/>
                    <a:pt x="176600" y="291386"/>
                  </a:cubicBezTo>
                  <a:lnTo>
                    <a:pt x="173347" y="274273"/>
                  </a:lnTo>
                  <a:cubicBezTo>
                    <a:pt x="165878" y="275678"/>
                    <a:pt x="158202" y="276388"/>
                    <a:pt x="150403" y="276388"/>
                  </a:cubicBezTo>
                  <a:cubicBezTo>
                    <a:pt x="145888" y="276388"/>
                    <a:pt x="141332" y="276150"/>
                    <a:pt x="136751" y="275671"/>
                  </a:cubicBezTo>
                  <a:cubicBezTo>
                    <a:pt x="102981" y="272115"/>
                    <a:pt x="72525" y="255853"/>
                    <a:pt x="51005" y="229895"/>
                  </a:cubicBezTo>
                  <a:cubicBezTo>
                    <a:pt x="28269" y="202813"/>
                    <a:pt x="17812" y="168527"/>
                    <a:pt x="21582" y="133298"/>
                  </a:cubicBezTo>
                  <a:cubicBezTo>
                    <a:pt x="25472" y="96520"/>
                    <a:pt x="44044" y="64239"/>
                    <a:pt x="73862" y="42415"/>
                  </a:cubicBezTo>
                  <a:cubicBezTo>
                    <a:pt x="96123" y="26117"/>
                    <a:pt x="122799" y="17423"/>
                    <a:pt x="150147" y="17423"/>
                  </a:cubicBezTo>
                  <a:cubicBezTo>
                    <a:pt x="154727" y="17423"/>
                    <a:pt x="159325" y="17667"/>
                    <a:pt x="163925" y="18160"/>
                  </a:cubicBezTo>
                  <a:cubicBezTo>
                    <a:pt x="174198" y="19254"/>
                    <a:pt x="184016" y="21503"/>
                    <a:pt x="192983" y="24725"/>
                  </a:cubicBezTo>
                  <a:lnTo>
                    <a:pt x="198910" y="8342"/>
                  </a:lnTo>
                  <a:cubicBezTo>
                    <a:pt x="188636" y="4634"/>
                    <a:pt x="177511" y="2081"/>
                    <a:pt x="165779" y="834"/>
                  </a:cubicBezTo>
                  <a:cubicBezTo>
                    <a:pt x="160555" y="277"/>
                    <a:pt x="155334" y="1"/>
                    <a:pt x="1501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9" name="Google Shape;2569;p42"/>
            <p:cNvSpPr/>
            <p:nvPr/>
          </p:nvSpPr>
          <p:spPr>
            <a:xfrm>
              <a:off x="2879909" y="3496630"/>
              <a:ext cx="147756" cy="217389"/>
            </a:xfrm>
            <a:custGeom>
              <a:avLst/>
              <a:gdLst/>
              <a:ahLst/>
              <a:cxnLst/>
              <a:rect l="l" t="t" r="r" b="b"/>
              <a:pathLst>
                <a:path w="199670" h="293769" extrusionOk="0">
                  <a:moveTo>
                    <a:pt x="150348" y="0"/>
                  </a:moveTo>
                  <a:cubicBezTo>
                    <a:pt x="117331" y="0"/>
                    <a:pt x="85356" y="11097"/>
                    <a:pt x="58907" y="31972"/>
                  </a:cubicBezTo>
                  <a:cubicBezTo>
                    <a:pt x="27812" y="56684"/>
                    <a:pt x="8481" y="92064"/>
                    <a:pt x="4377" y="131548"/>
                  </a:cubicBezTo>
                  <a:cubicBezTo>
                    <a:pt x="0" y="172734"/>
                    <a:pt x="13314" y="213981"/>
                    <a:pt x="40852" y="244680"/>
                  </a:cubicBezTo>
                  <a:cubicBezTo>
                    <a:pt x="65138" y="271945"/>
                    <a:pt x="98574" y="289058"/>
                    <a:pt x="135048" y="292948"/>
                  </a:cubicBezTo>
                  <a:cubicBezTo>
                    <a:pt x="140337" y="293526"/>
                    <a:pt x="145596" y="293769"/>
                    <a:pt x="150824" y="293769"/>
                  </a:cubicBezTo>
                  <a:cubicBezTo>
                    <a:pt x="157663" y="293769"/>
                    <a:pt x="164380" y="293283"/>
                    <a:pt x="170885" y="292401"/>
                  </a:cubicBezTo>
                  <a:lnTo>
                    <a:pt x="168362" y="275197"/>
                  </a:lnTo>
                  <a:cubicBezTo>
                    <a:pt x="162672" y="276020"/>
                    <a:pt x="156808" y="276437"/>
                    <a:pt x="150841" y="276437"/>
                  </a:cubicBezTo>
                  <a:cubicBezTo>
                    <a:pt x="146225" y="276437"/>
                    <a:pt x="141548" y="276187"/>
                    <a:pt x="136842" y="275684"/>
                  </a:cubicBezTo>
                  <a:cubicBezTo>
                    <a:pt x="104683" y="272279"/>
                    <a:pt x="75199" y="257142"/>
                    <a:pt x="53801" y="233130"/>
                  </a:cubicBezTo>
                  <a:cubicBezTo>
                    <a:pt x="29545" y="206047"/>
                    <a:pt x="17782" y="169725"/>
                    <a:pt x="21673" y="133402"/>
                  </a:cubicBezTo>
                  <a:cubicBezTo>
                    <a:pt x="25229" y="98599"/>
                    <a:pt x="42342" y="67413"/>
                    <a:pt x="69698" y="45650"/>
                  </a:cubicBezTo>
                  <a:cubicBezTo>
                    <a:pt x="93019" y="27193"/>
                    <a:pt x="121229" y="17424"/>
                    <a:pt x="150296" y="17424"/>
                  </a:cubicBezTo>
                  <a:cubicBezTo>
                    <a:pt x="154833" y="17424"/>
                    <a:pt x="159391" y="17662"/>
                    <a:pt x="163955" y="18142"/>
                  </a:cubicBezTo>
                  <a:cubicBezTo>
                    <a:pt x="172466" y="19084"/>
                    <a:pt x="180642" y="20756"/>
                    <a:pt x="188271" y="23066"/>
                  </a:cubicBezTo>
                  <a:lnTo>
                    <a:pt x="190794" y="14798"/>
                  </a:lnTo>
                  <a:lnTo>
                    <a:pt x="199518" y="14950"/>
                  </a:lnTo>
                  <a:lnTo>
                    <a:pt x="199670" y="8324"/>
                  </a:lnTo>
                  <a:lnTo>
                    <a:pt x="193317" y="6379"/>
                  </a:lnTo>
                  <a:cubicBezTo>
                    <a:pt x="184715" y="3765"/>
                    <a:pt x="175475" y="1911"/>
                    <a:pt x="165870" y="817"/>
                  </a:cubicBezTo>
                  <a:cubicBezTo>
                    <a:pt x="160682" y="271"/>
                    <a:pt x="155502" y="0"/>
                    <a:pt x="15034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0" name="Google Shape;2570;p42"/>
            <p:cNvSpPr/>
            <p:nvPr/>
          </p:nvSpPr>
          <p:spPr>
            <a:xfrm>
              <a:off x="2895147" y="3351254"/>
              <a:ext cx="139366" cy="217436"/>
            </a:xfrm>
            <a:custGeom>
              <a:avLst/>
              <a:gdLst/>
              <a:ahLst/>
              <a:cxnLst/>
              <a:rect l="l" t="t" r="r" b="b"/>
              <a:pathLst>
                <a:path w="188333" h="293832" extrusionOk="0">
                  <a:moveTo>
                    <a:pt x="149742" y="1"/>
                  </a:moveTo>
                  <a:cubicBezTo>
                    <a:pt x="116969" y="1"/>
                    <a:pt x="85432" y="10910"/>
                    <a:pt x="59606" y="31366"/>
                  </a:cubicBezTo>
                  <a:cubicBezTo>
                    <a:pt x="28056" y="56017"/>
                    <a:pt x="8359" y="91580"/>
                    <a:pt x="4104" y="131519"/>
                  </a:cubicBezTo>
                  <a:cubicBezTo>
                    <a:pt x="0" y="171186"/>
                    <a:pt x="11703" y="209940"/>
                    <a:pt x="37083" y="240670"/>
                  </a:cubicBezTo>
                  <a:cubicBezTo>
                    <a:pt x="61734" y="270336"/>
                    <a:pt x="96415" y="288938"/>
                    <a:pt x="134714" y="292981"/>
                  </a:cubicBezTo>
                  <a:cubicBezTo>
                    <a:pt x="140033" y="293558"/>
                    <a:pt x="145322" y="293832"/>
                    <a:pt x="150550" y="293832"/>
                  </a:cubicBezTo>
                  <a:cubicBezTo>
                    <a:pt x="155565" y="293832"/>
                    <a:pt x="160550" y="293558"/>
                    <a:pt x="165414" y="293072"/>
                  </a:cubicBezTo>
                  <a:lnTo>
                    <a:pt x="173043" y="292160"/>
                  </a:lnTo>
                  <a:lnTo>
                    <a:pt x="173256" y="284470"/>
                  </a:lnTo>
                  <a:lnTo>
                    <a:pt x="164532" y="284318"/>
                  </a:lnTo>
                  <a:lnTo>
                    <a:pt x="163620" y="275746"/>
                  </a:lnTo>
                  <a:cubicBezTo>
                    <a:pt x="159355" y="276188"/>
                    <a:pt x="155019" y="276408"/>
                    <a:pt x="150642" y="276408"/>
                  </a:cubicBezTo>
                  <a:cubicBezTo>
                    <a:pt x="145974" y="276408"/>
                    <a:pt x="141260" y="276157"/>
                    <a:pt x="136538" y="275655"/>
                  </a:cubicBezTo>
                  <a:cubicBezTo>
                    <a:pt x="102799" y="272099"/>
                    <a:pt x="72220" y="255716"/>
                    <a:pt x="50488" y="229545"/>
                  </a:cubicBezTo>
                  <a:cubicBezTo>
                    <a:pt x="28147" y="202463"/>
                    <a:pt x="17812" y="168268"/>
                    <a:pt x="21429" y="133313"/>
                  </a:cubicBezTo>
                  <a:cubicBezTo>
                    <a:pt x="25138" y="98115"/>
                    <a:pt x="42493" y="66777"/>
                    <a:pt x="70366" y="45044"/>
                  </a:cubicBezTo>
                  <a:cubicBezTo>
                    <a:pt x="93134" y="27039"/>
                    <a:pt x="120881" y="17416"/>
                    <a:pt x="149786" y="17416"/>
                  </a:cubicBezTo>
                  <a:cubicBezTo>
                    <a:pt x="154454" y="17416"/>
                    <a:pt x="159151" y="17667"/>
                    <a:pt x="163863" y="18174"/>
                  </a:cubicBezTo>
                  <a:cubicBezTo>
                    <a:pt x="170611" y="18873"/>
                    <a:pt x="177268" y="20120"/>
                    <a:pt x="183590" y="21913"/>
                  </a:cubicBezTo>
                  <a:lnTo>
                    <a:pt x="188332" y="5135"/>
                  </a:lnTo>
                  <a:cubicBezTo>
                    <a:pt x="181007" y="3068"/>
                    <a:pt x="173317" y="1609"/>
                    <a:pt x="165596" y="849"/>
                  </a:cubicBezTo>
                  <a:cubicBezTo>
                    <a:pt x="160292" y="281"/>
                    <a:pt x="155001" y="1"/>
                    <a:pt x="14974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1" name="Google Shape;2571;p42"/>
            <p:cNvSpPr/>
            <p:nvPr/>
          </p:nvSpPr>
          <p:spPr>
            <a:xfrm>
              <a:off x="2910564" y="3205208"/>
              <a:ext cx="135430" cy="217388"/>
            </a:xfrm>
            <a:custGeom>
              <a:avLst/>
              <a:gdLst/>
              <a:ahLst/>
              <a:cxnLst/>
              <a:rect l="l" t="t" r="r" b="b"/>
              <a:pathLst>
                <a:path w="183013" h="293768" extrusionOk="0">
                  <a:moveTo>
                    <a:pt x="150100" y="0"/>
                  </a:moveTo>
                  <a:cubicBezTo>
                    <a:pt x="119022" y="0"/>
                    <a:pt x="88697" y="9823"/>
                    <a:pt x="63406" y="28414"/>
                  </a:cubicBezTo>
                  <a:cubicBezTo>
                    <a:pt x="30092" y="52913"/>
                    <a:pt x="8450" y="90451"/>
                    <a:pt x="4104" y="131485"/>
                  </a:cubicBezTo>
                  <a:cubicBezTo>
                    <a:pt x="0" y="171303"/>
                    <a:pt x="11855" y="210179"/>
                    <a:pt x="37478" y="241061"/>
                  </a:cubicBezTo>
                  <a:cubicBezTo>
                    <a:pt x="62190" y="270515"/>
                    <a:pt x="96719" y="288934"/>
                    <a:pt x="134714" y="292946"/>
                  </a:cubicBezTo>
                  <a:cubicBezTo>
                    <a:pt x="139638" y="293494"/>
                    <a:pt x="144623" y="293767"/>
                    <a:pt x="149730" y="293767"/>
                  </a:cubicBezTo>
                  <a:cubicBezTo>
                    <a:pt x="153103" y="293767"/>
                    <a:pt x="156447" y="293646"/>
                    <a:pt x="159821" y="293402"/>
                  </a:cubicBezTo>
                  <a:lnTo>
                    <a:pt x="158666" y="276047"/>
                  </a:lnTo>
                  <a:cubicBezTo>
                    <a:pt x="155637" y="276266"/>
                    <a:pt x="152622" y="276373"/>
                    <a:pt x="149637" y="276373"/>
                  </a:cubicBezTo>
                  <a:cubicBezTo>
                    <a:pt x="145192" y="276373"/>
                    <a:pt x="140810" y="276136"/>
                    <a:pt x="136538" y="275682"/>
                  </a:cubicBezTo>
                  <a:cubicBezTo>
                    <a:pt x="103042" y="272125"/>
                    <a:pt x="72585" y="255864"/>
                    <a:pt x="50822" y="229936"/>
                  </a:cubicBezTo>
                  <a:cubicBezTo>
                    <a:pt x="28208" y="202732"/>
                    <a:pt x="17782" y="168385"/>
                    <a:pt x="21369" y="133309"/>
                  </a:cubicBezTo>
                  <a:cubicBezTo>
                    <a:pt x="25229" y="97138"/>
                    <a:pt x="44256" y="64037"/>
                    <a:pt x="73649" y="42426"/>
                  </a:cubicBezTo>
                  <a:cubicBezTo>
                    <a:pt x="95919" y="26069"/>
                    <a:pt x="122587" y="17412"/>
                    <a:pt x="150036" y="17412"/>
                  </a:cubicBezTo>
                  <a:cubicBezTo>
                    <a:pt x="154619" y="17412"/>
                    <a:pt x="159224" y="17653"/>
                    <a:pt x="163833" y="18140"/>
                  </a:cubicBezTo>
                  <a:cubicBezTo>
                    <a:pt x="169031" y="18626"/>
                    <a:pt x="174077" y="19477"/>
                    <a:pt x="178879" y="20663"/>
                  </a:cubicBezTo>
                  <a:lnTo>
                    <a:pt x="183013" y="3733"/>
                  </a:lnTo>
                  <a:cubicBezTo>
                    <a:pt x="177420" y="2365"/>
                    <a:pt x="171523" y="1392"/>
                    <a:pt x="165596" y="815"/>
                  </a:cubicBezTo>
                  <a:cubicBezTo>
                    <a:pt x="160423" y="270"/>
                    <a:pt x="155251" y="0"/>
                    <a:pt x="15010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2" name="Google Shape;2572;p42"/>
            <p:cNvSpPr/>
            <p:nvPr/>
          </p:nvSpPr>
          <p:spPr>
            <a:xfrm>
              <a:off x="2926365" y="3054502"/>
              <a:ext cx="131111" cy="217363"/>
            </a:xfrm>
            <a:custGeom>
              <a:avLst/>
              <a:gdLst/>
              <a:ahLst/>
              <a:cxnLst/>
              <a:rect l="l" t="t" r="r" b="b"/>
              <a:pathLst>
                <a:path w="177177" h="293734" extrusionOk="0">
                  <a:moveTo>
                    <a:pt x="150220" y="0"/>
                  </a:moveTo>
                  <a:cubicBezTo>
                    <a:pt x="118414" y="0"/>
                    <a:pt x="87596" y="10233"/>
                    <a:pt x="62068" y="29536"/>
                  </a:cubicBezTo>
                  <a:cubicBezTo>
                    <a:pt x="29636" y="53852"/>
                    <a:pt x="8602" y="90965"/>
                    <a:pt x="4225" y="131482"/>
                  </a:cubicBezTo>
                  <a:cubicBezTo>
                    <a:pt x="0" y="172577"/>
                    <a:pt x="13313" y="213885"/>
                    <a:pt x="40730" y="244767"/>
                  </a:cubicBezTo>
                  <a:cubicBezTo>
                    <a:pt x="65290" y="272001"/>
                    <a:pt x="98725" y="289144"/>
                    <a:pt x="134866" y="292974"/>
                  </a:cubicBezTo>
                  <a:cubicBezTo>
                    <a:pt x="139516" y="293491"/>
                    <a:pt x="144440" y="293734"/>
                    <a:pt x="149395" y="293734"/>
                  </a:cubicBezTo>
                  <a:cubicBezTo>
                    <a:pt x="151067" y="293734"/>
                    <a:pt x="152739" y="293704"/>
                    <a:pt x="154410" y="293673"/>
                  </a:cubicBezTo>
                  <a:lnTo>
                    <a:pt x="153802" y="276257"/>
                  </a:lnTo>
                  <a:cubicBezTo>
                    <a:pt x="152315" y="276310"/>
                    <a:pt x="150839" y="276337"/>
                    <a:pt x="149375" y="276337"/>
                  </a:cubicBezTo>
                  <a:cubicBezTo>
                    <a:pt x="145038" y="276337"/>
                    <a:pt x="140811" y="276103"/>
                    <a:pt x="136720" y="275649"/>
                  </a:cubicBezTo>
                  <a:cubicBezTo>
                    <a:pt x="104804" y="272244"/>
                    <a:pt x="75321" y="257168"/>
                    <a:pt x="53679" y="233156"/>
                  </a:cubicBezTo>
                  <a:cubicBezTo>
                    <a:pt x="29514" y="205952"/>
                    <a:pt x="17812" y="169507"/>
                    <a:pt x="21551" y="133306"/>
                  </a:cubicBezTo>
                  <a:cubicBezTo>
                    <a:pt x="25381" y="97622"/>
                    <a:pt x="43952" y="64855"/>
                    <a:pt x="72555" y="43426"/>
                  </a:cubicBezTo>
                  <a:cubicBezTo>
                    <a:pt x="95052" y="26443"/>
                    <a:pt x="122221" y="17410"/>
                    <a:pt x="150219" y="17410"/>
                  </a:cubicBezTo>
                  <a:cubicBezTo>
                    <a:pt x="154791" y="17410"/>
                    <a:pt x="159385" y="17651"/>
                    <a:pt x="163985" y="18137"/>
                  </a:cubicBezTo>
                  <a:cubicBezTo>
                    <a:pt x="167420" y="18472"/>
                    <a:pt x="170946" y="19049"/>
                    <a:pt x="174259" y="19627"/>
                  </a:cubicBezTo>
                  <a:lnTo>
                    <a:pt x="177177" y="2453"/>
                  </a:lnTo>
                  <a:cubicBezTo>
                    <a:pt x="173712" y="1876"/>
                    <a:pt x="169699" y="1177"/>
                    <a:pt x="165748" y="812"/>
                  </a:cubicBezTo>
                  <a:cubicBezTo>
                    <a:pt x="160558" y="269"/>
                    <a:pt x="155376" y="0"/>
                    <a:pt x="15022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3" name="Google Shape;2573;p42"/>
            <p:cNvSpPr/>
            <p:nvPr/>
          </p:nvSpPr>
          <p:spPr>
            <a:xfrm>
              <a:off x="2931159" y="2895398"/>
              <a:ext cx="144517" cy="217409"/>
            </a:xfrm>
            <a:custGeom>
              <a:avLst/>
              <a:gdLst/>
              <a:ahLst/>
              <a:cxnLst/>
              <a:rect l="l" t="t" r="r" b="b"/>
              <a:pathLst>
                <a:path w="195293" h="293796" extrusionOk="0">
                  <a:moveTo>
                    <a:pt x="150824" y="17408"/>
                  </a:moveTo>
                  <a:cubicBezTo>
                    <a:pt x="155414" y="17408"/>
                    <a:pt x="160064" y="17652"/>
                    <a:pt x="164745" y="18138"/>
                  </a:cubicBezTo>
                  <a:cubicBezTo>
                    <a:pt x="168757" y="18563"/>
                    <a:pt x="172830" y="19202"/>
                    <a:pt x="176843" y="20053"/>
                  </a:cubicBezTo>
                  <a:lnTo>
                    <a:pt x="156629" y="276288"/>
                  </a:lnTo>
                  <a:cubicBezTo>
                    <a:pt x="154867" y="276356"/>
                    <a:pt x="153095" y="276390"/>
                    <a:pt x="151316" y="276390"/>
                  </a:cubicBezTo>
                  <a:cubicBezTo>
                    <a:pt x="146742" y="276390"/>
                    <a:pt x="142119" y="276161"/>
                    <a:pt x="137480" y="275680"/>
                  </a:cubicBezTo>
                  <a:cubicBezTo>
                    <a:pt x="110945" y="272853"/>
                    <a:pt x="86385" y="262184"/>
                    <a:pt x="66506" y="244767"/>
                  </a:cubicBezTo>
                  <a:cubicBezTo>
                    <a:pt x="34500" y="217168"/>
                    <a:pt x="17964" y="175465"/>
                    <a:pt x="22341" y="133307"/>
                  </a:cubicBezTo>
                  <a:cubicBezTo>
                    <a:pt x="25989" y="98960"/>
                    <a:pt x="42798" y="68017"/>
                    <a:pt x="69698" y="46254"/>
                  </a:cubicBezTo>
                  <a:cubicBezTo>
                    <a:pt x="92950" y="27409"/>
                    <a:pt x="121340" y="17408"/>
                    <a:pt x="150824" y="17408"/>
                  </a:cubicBezTo>
                  <a:close/>
                  <a:moveTo>
                    <a:pt x="150708" y="0"/>
                  </a:moveTo>
                  <a:cubicBezTo>
                    <a:pt x="117285" y="0"/>
                    <a:pt x="85081" y="11387"/>
                    <a:pt x="58694" y="32728"/>
                  </a:cubicBezTo>
                  <a:cubicBezTo>
                    <a:pt x="28177" y="57379"/>
                    <a:pt x="9119" y="92455"/>
                    <a:pt x="4955" y="131483"/>
                  </a:cubicBezTo>
                  <a:cubicBezTo>
                    <a:pt x="0" y="179295"/>
                    <a:pt x="18755" y="226621"/>
                    <a:pt x="55047" y="257929"/>
                  </a:cubicBezTo>
                  <a:cubicBezTo>
                    <a:pt x="77601" y="277655"/>
                    <a:pt x="105473" y="289753"/>
                    <a:pt x="135596" y="292944"/>
                  </a:cubicBezTo>
                  <a:cubicBezTo>
                    <a:pt x="140732" y="293522"/>
                    <a:pt x="145839" y="293795"/>
                    <a:pt x="150945" y="293795"/>
                  </a:cubicBezTo>
                  <a:cubicBezTo>
                    <a:pt x="155870" y="293795"/>
                    <a:pt x="160824" y="293522"/>
                    <a:pt x="165566" y="293005"/>
                  </a:cubicBezTo>
                  <a:lnTo>
                    <a:pt x="172770" y="292245"/>
                  </a:lnTo>
                  <a:lnTo>
                    <a:pt x="195293" y="6861"/>
                  </a:lnTo>
                  <a:lnTo>
                    <a:pt x="188363" y="4946"/>
                  </a:lnTo>
                  <a:cubicBezTo>
                    <a:pt x="181098" y="2940"/>
                    <a:pt x="173742" y="1572"/>
                    <a:pt x="166478" y="843"/>
                  </a:cubicBezTo>
                  <a:cubicBezTo>
                    <a:pt x="161203" y="279"/>
                    <a:pt x="155941" y="0"/>
                    <a:pt x="15070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4" name="Google Shape;2574;p42"/>
            <p:cNvSpPr/>
            <p:nvPr/>
          </p:nvSpPr>
          <p:spPr>
            <a:xfrm>
              <a:off x="2979909" y="2871219"/>
              <a:ext cx="995871" cy="1244591"/>
            </a:xfrm>
            <a:custGeom>
              <a:avLst/>
              <a:gdLst/>
              <a:ahLst/>
              <a:cxnLst/>
              <a:rect l="l" t="t" r="r" b="b"/>
              <a:pathLst>
                <a:path w="1345771" h="1681880" extrusionOk="0">
                  <a:moveTo>
                    <a:pt x="123893" y="1"/>
                  </a:moveTo>
                  <a:lnTo>
                    <a:pt x="0" y="1565191"/>
                  </a:lnTo>
                  <a:lnTo>
                    <a:pt x="1221391" y="1681879"/>
                  </a:lnTo>
                  <a:lnTo>
                    <a:pt x="1345770" y="125656"/>
                  </a:lnTo>
                  <a:lnTo>
                    <a:pt x="123893" y="1"/>
                  </a:lnTo>
                  <a:close/>
                </a:path>
              </a:pathLst>
            </a:custGeom>
            <a:solidFill>
              <a:schemeClr val="accent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5" name="Google Shape;2575;p42"/>
            <p:cNvSpPr/>
            <p:nvPr/>
          </p:nvSpPr>
          <p:spPr>
            <a:xfrm>
              <a:off x="2975295" y="2866493"/>
              <a:ext cx="1005092" cy="1254015"/>
            </a:xfrm>
            <a:custGeom>
              <a:avLst/>
              <a:gdLst/>
              <a:ahLst/>
              <a:cxnLst/>
              <a:rect l="l" t="t" r="r" b="b"/>
              <a:pathLst>
                <a:path w="1358233" h="1694615" extrusionOk="0">
                  <a:moveTo>
                    <a:pt x="135444" y="12767"/>
                  </a:moveTo>
                  <a:lnTo>
                    <a:pt x="1345770" y="137237"/>
                  </a:lnTo>
                  <a:lnTo>
                    <a:pt x="1222333" y="1681940"/>
                  </a:lnTo>
                  <a:lnTo>
                    <a:pt x="12493" y="1566315"/>
                  </a:lnTo>
                  <a:lnTo>
                    <a:pt x="135444" y="12767"/>
                  </a:lnTo>
                  <a:close/>
                  <a:moveTo>
                    <a:pt x="124805" y="1"/>
                  </a:moveTo>
                  <a:lnTo>
                    <a:pt x="0" y="1576802"/>
                  </a:lnTo>
                  <a:lnTo>
                    <a:pt x="1227075" y="1694068"/>
                  </a:lnTo>
                  <a:lnTo>
                    <a:pt x="1232941" y="1694615"/>
                  </a:lnTo>
                  <a:lnTo>
                    <a:pt x="1358232" y="126842"/>
                  </a:lnTo>
                  <a:lnTo>
                    <a:pt x="130732" y="609"/>
                  </a:lnTo>
                  <a:lnTo>
                    <a:pt x="12480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6" name="Google Shape;2576;p42"/>
            <p:cNvSpPr/>
            <p:nvPr/>
          </p:nvSpPr>
          <p:spPr>
            <a:xfrm>
              <a:off x="3198771" y="3168455"/>
              <a:ext cx="613515" cy="276762"/>
            </a:xfrm>
            <a:custGeom>
              <a:avLst/>
              <a:gdLst/>
              <a:ahLst/>
              <a:cxnLst/>
              <a:rect l="l" t="t" r="r" b="b"/>
              <a:pathLst>
                <a:path w="829074" h="374003" extrusionOk="0">
                  <a:moveTo>
                    <a:pt x="135750" y="1"/>
                  </a:moveTo>
                  <a:cubicBezTo>
                    <a:pt x="75156" y="1"/>
                    <a:pt x="22302" y="46631"/>
                    <a:pt x="15988" y="107836"/>
                  </a:cubicBezTo>
                  <a:lnTo>
                    <a:pt x="6627" y="198506"/>
                  </a:lnTo>
                  <a:cubicBezTo>
                    <a:pt x="0" y="263036"/>
                    <a:pt x="47448" y="320241"/>
                    <a:pt x="112160" y="325682"/>
                  </a:cubicBezTo>
                  <a:lnTo>
                    <a:pt x="683357" y="373585"/>
                  </a:lnTo>
                  <a:cubicBezTo>
                    <a:pt x="686689" y="373865"/>
                    <a:pt x="690005" y="374003"/>
                    <a:pt x="693298" y="374003"/>
                  </a:cubicBezTo>
                  <a:cubicBezTo>
                    <a:pt x="753918" y="374003"/>
                    <a:pt x="806772" y="327372"/>
                    <a:pt x="813085" y="266167"/>
                  </a:cubicBezTo>
                  <a:lnTo>
                    <a:pt x="822417" y="175497"/>
                  </a:lnTo>
                  <a:cubicBezTo>
                    <a:pt x="829073" y="110967"/>
                    <a:pt x="781626" y="53763"/>
                    <a:pt x="716913" y="48322"/>
                  </a:cubicBezTo>
                  <a:lnTo>
                    <a:pt x="145687" y="418"/>
                  </a:lnTo>
                  <a:cubicBezTo>
                    <a:pt x="142356" y="138"/>
                    <a:pt x="139042" y="1"/>
                    <a:pt x="13575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7" name="Google Shape;2577;p42"/>
            <p:cNvSpPr/>
            <p:nvPr/>
          </p:nvSpPr>
          <p:spPr>
            <a:xfrm>
              <a:off x="3196880" y="3164196"/>
              <a:ext cx="617271" cy="285320"/>
            </a:xfrm>
            <a:custGeom>
              <a:avLst/>
              <a:gdLst/>
              <a:ahLst/>
              <a:cxnLst/>
              <a:rect l="l" t="t" r="r" b="b"/>
              <a:pathLst>
                <a:path w="834150" h="385567" extrusionOk="0">
                  <a:moveTo>
                    <a:pt x="138260" y="11578"/>
                  </a:moveTo>
                  <a:cubicBezTo>
                    <a:pt x="141403" y="11578"/>
                    <a:pt x="144570" y="11709"/>
                    <a:pt x="147754" y="11975"/>
                  </a:cubicBezTo>
                  <a:lnTo>
                    <a:pt x="718980" y="59848"/>
                  </a:lnTo>
                  <a:cubicBezTo>
                    <a:pt x="748737" y="62371"/>
                    <a:pt x="775546" y="76353"/>
                    <a:pt x="794544" y="99241"/>
                  </a:cubicBezTo>
                  <a:cubicBezTo>
                    <a:pt x="813511" y="122129"/>
                    <a:pt x="822234" y="151035"/>
                    <a:pt x="819195" y="180640"/>
                  </a:cubicBezTo>
                  <a:lnTo>
                    <a:pt x="809863" y="271340"/>
                  </a:lnTo>
                  <a:cubicBezTo>
                    <a:pt x="803837" y="329732"/>
                    <a:pt x="753768" y="373954"/>
                    <a:pt x="695832" y="373954"/>
                  </a:cubicBezTo>
                  <a:cubicBezTo>
                    <a:pt x="692698" y="373954"/>
                    <a:pt x="689540" y="373824"/>
                    <a:pt x="686365" y="373561"/>
                  </a:cubicBezTo>
                  <a:lnTo>
                    <a:pt x="115169" y="325657"/>
                  </a:lnTo>
                  <a:cubicBezTo>
                    <a:pt x="85412" y="323135"/>
                    <a:pt x="58573" y="309153"/>
                    <a:pt x="39575" y="286265"/>
                  </a:cubicBezTo>
                  <a:cubicBezTo>
                    <a:pt x="20639" y="263377"/>
                    <a:pt x="11885" y="234471"/>
                    <a:pt x="14924" y="204865"/>
                  </a:cubicBezTo>
                  <a:lnTo>
                    <a:pt x="24286" y="114226"/>
                  </a:lnTo>
                  <a:cubicBezTo>
                    <a:pt x="30340" y="55847"/>
                    <a:pt x="80416" y="11578"/>
                    <a:pt x="138260" y="11578"/>
                  </a:cubicBezTo>
                  <a:close/>
                  <a:moveTo>
                    <a:pt x="138396" y="1"/>
                  </a:moveTo>
                  <a:cubicBezTo>
                    <a:pt x="74671" y="1"/>
                    <a:pt x="19372" y="48702"/>
                    <a:pt x="12736" y="113040"/>
                  </a:cubicBezTo>
                  <a:lnTo>
                    <a:pt x="3374" y="203710"/>
                  </a:lnTo>
                  <a:cubicBezTo>
                    <a:pt x="0" y="236446"/>
                    <a:pt x="9696" y="268392"/>
                    <a:pt x="30669" y="293712"/>
                  </a:cubicBezTo>
                  <a:cubicBezTo>
                    <a:pt x="51673" y="319001"/>
                    <a:pt x="81339" y="334472"/>
                    <a:pt x="114197" y="337238"/>
                  </a:cubicBezTo>
                  <a:lnTo>
                    <a:pt x="685423" y="385172"/>
                  </a:lnTo>
                  <a:cubicBezTo>
                    <a:pt x="688919" y="385415"/>
                    <a:pt x="692414" y="385567"/>
                    <a:pt x="695879" y="385567"/>
                  </a:cubicBezTo>
                  <a:cubicBezTo>
                    <a:pt x="759558" y="385567"/>
                    <a:pt x="814757" y="336843"/>
                    <a:pt x="821414" y="272556"/>
                  </a:cubicBezTo>
                  <a:lnTo>
                    <a:pt x="830745" y="181856"/>
                  </a:lnTo>
                  <a:cubicBezTo>
                    <a:pt x="834149" y="149150"/>
                    <a:pt x="824453" y="117174"/>
                    <a:pt x="803480" y="91885"/>
                  </a:cubicBezTo>
                  <a:cubicBezTo>
                    <a:pt x="782477" y="66565"/>
                    <a:pt x="752780" y="51125"/>
                    <a:pt x="719922" y="48328"/>
                  </a:cubicBezTo>
                  <a:lnTo>
                    <a:pt x="148696" y="425"/>
                  </a:lnTo>
                  <a:cubicBezTo>
                    <a:pt x="145243" y="141"/>
                    <a:pt x="141807" y="1"/>
                    <a:pt x="13839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8" name="Google Shape;2578;p42"/>
            <p:cNvSpPr/>
            <p:nvPr/>
          </p:nvSpPr>
          <p:spPr>
            <a:xfrm>
              <a:off x="3361094" y="3267663"/>
              <a:ext cx="32570" cy="43497"/>
            </a:xfrm>
            <a:custGeom>
              <a:avLst/>
              <a:gdLst/>
              <a:ahLst/>
              <a:cxnLst/>
              <a:rect l="l" t="t" r="r" b="b"/>
              <a:pathLst>
                <a:path w="44014" h="58780" extrusionOk="0">
                  <a:moveTo>
                    <a:pt x="22845" y="0"/>
                  </a:moveTo>
                  <a:cubicBezTo>
                    <a:pt x="11592" y="0"/>
                    <a:pt x="1890" y="12344"/>
                    <a:pt x="973" y="28144"/>
                  </a:cubicBezTo>
                  <a:cubicBezTo>
                    <a:pt x="0" y="44375"/>
                    <a:pt x="8632" y="58084"/>
                    <a:pt x="20274" y="58752"/>
                  </a:cubicBezTo>
                  <a:cubicBezTo>
                    <a:pt x="20583" y="58771"/>
                    <a:pt x="20890" y="58780"/>
                    <a:pt x="21196" y="58780"/>
                  </a:cubicBezTo>
                  <a:cubicBezTo>
                    <a:pt x="32421" y="58780"/>
                    <a:pt x="42124" y="46436"/>
                    <a:pt x="43071" y="30636"/>
                  </a:cubicBezTo>
                  <a:cubicBezTo>
                    <a:pt x="44013" y="14436"/>
                    <a:pt x="35381" y="697"/>
                    <a:pt x="23770" y="28"/>
                  </a:cubicBezTo>
                  <a:cubicBezTo>
                    <a:pt x="23460" y="9"/>
                    <a:pt x="23152" y="0"/>
                    <a:pt x="2284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9" name="Google Shape;2579;p42"/>
            <p:cNvSpPr/>
            <p:nvPr/>
          </p:nvSpPr>
          <p:spPr>
            <a:xfrm>
              <a:off x="3356660" y="3263393"/>
              <a:ext cx="41433" cy="52086"/>
            </a:xfrm>
            <a:custGeom>
              <a:avLst/>
              <a:gdLst/>
              <a:ahLst/>
              <a:cxnLst/>
              <a:rect l="l" t="t" r="r" b="b"/>
              <a:pathLst>
                <a:path w="55990" h="70386" extrusionOk="0">
                  <a:moveTo>
                    <a:pt x="29393" y="11570"/>
                  </a:moveTo>
                  <a:cubicBezTo>
                    <a:pt x="37691" y="12057"/>
                    <a:pt x="44044" y="23303"/>
                    <a:pt x="43284" y="36069"/>
                  </a:cubicBezTo>
                  <a:cubicBezTo>
                    <a:pt x="42888" y="42634"/>
                    <a:pt x="40639" y="48835"/>
                    <a:pt x="37144" y="53182"/>
                  </a:cubicBezTo>
                  <a:cubicBezTo>
                    <a:pt x="35467" y="55263"/>
                    <a:pt x="32087" y="58773"/>
                    <a:pt x="27368" y="58773"/>
                  </a:cubicBezTo>
                  <a:cubicBezTo>
                    <a:pt x="27125" y="58773"/>
                    <a:pt x="26878" y="58764"/>
                    <a:pt x="26627" y="58744"/>
                  </a:cubicBezTo>
                  <a:cubicBezTo>
                    <a:pt x="18359" y="58227"/>
                    <a:pt x="12006" y="47011"/>
                    <a:pt x="12766" y="34245"/>
                  </a:cubicBezTo>
                  <a:cubicBezTo>
                    <a:pt x="13131" y="27589"/>
                    <a:pt x="15350" y="21510"/>
                    <a:pt x="18876" y="17133"/>
                  </a:cubicBezTo>
                  <a:cubicBezTo>
                    <a:pt x="20578" y="15005"/>
                    <a:pt x="24134" y="11570"/>
                    <a:pt x="28846" y="11570"/>
                  </a:cubicBezTo>
                  <a:close/>
                  <a:moveTo>
                    <a:pt x="28642" y="1"/>
                  </a:moveTo>
                  <a:cubicBezTo>
                    <a:pt x="21587" y="1"/>
                    <a:pt x="14997" y="3524"/>
                    <a:pt x="9818" y="9898"/>
                  </a:cubicBezTo>
                  <a:cubicBezTo>
                    <a:pt x="4742" y="16130"/>
                    <a:pt x="1672" y="24549"/>
                    <a:pt x="1125" y="33607"/>
                  </a:cubicBezTo>
                  <a:cubicBezTo>
                    <a:pt x="0" y="53273"/>
                    <a:pt x="10851" y="69443"/>
                    <a:pt x="25897" y="70355"/>
                  </a:cubicBezTo>
                  <a:cubicBezTo>
                    <a:pt x="26353" y="70386"/>
                    <a:pt x="26779" y="70386"/>
                    <a:pt x="27204" y="70386"/>
                  </a:cubicBezTo>
                  <a:cubicBezTo>
                    <a:pt x="34256" y="70386"/>
                    <a:pt x="40943" y="66890"/>
                    <a:pt x="46141" y="60507"/>
                  </a:cubicBezTo>
                  <a:cubicBezTo>
                    <a:pt x="51247" y="54276"/>
                    <a:pt x="54317" y="45826"/>
                    <a:pt x="54864" y="36799"/>
                  </a:cubicBezTo>
                  <a:cubicBezTo>
                    <a:pt x="55989" y="17102"/>
                    <a:pt x="45138" y="962"/>
                    <a:pt x="30092" y="50"/>
                  </a:cubicBezTo>
                  <a:cubicBezTo>
                    <a:pt x="29607" y="17"/>
                    <a:pt x="29123" y="1"/>
                    <a:pt x="2864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0" name="Google Shape;2580;p42"/>
            <p:cNvSpPr/>
            <p:nvPr/>
          </p:nvSpPr>
          <p:spPr>
            <a:xfrm>
              <a:off x="3628548" y="3283639"/>
              <a:ext cx="32683" cy="43482"/>
            </a:xfrm>
            <a:custGeom>
              <a:avLst/>
              <a:gdLst/>
              <a:ahLst/>
              <a:cxnLst/>
              <a:rect l="l" t="t" r="r" b="b"/>
              <a:pathLst>
                <a:path w="44166" h="58760" extrusionOk="0">
                  <a:moveTo>
                    <a:pt x="23007" y="0"/>
                  </a:moveTo>
                  <a:cubicBezTo>
                    <a:pt x="11785" y="0"/>
                    <a:pt x="2068" y="12265"/>
                    <a:pt x="1064" y="28027"/>
                  </a:cubicBezTo>
                  <a:cubicBezTo>
                    <a:pt x="0" y="44228"/>
                    <a:pt x="8572" y="57967"/>
                    <a:pt x="20213" y="58727"/>
                  </a:cubicBezTo>
                  <a:cubicBezTo>
                    <a:pt x="20548" y="58749"/>
                    <a:pt x="20882" y="58759"/>
                    <a:pt x="21215" y="58759"/>
                  </a:cubicBezTo>
                  <a:cubicBezTo>
                    <a:pt x="32411" y="58759"/>
                    <a:pt x="42158" y="46466"/>
                    <a:pt x="43162" y="30732"/>
                  </a:cubicBezTo>
                  <a:cubicBezTo>
                    <a:pt x="44165" y="14501"/>
                    <a:pt x="35594" y="793"/>
                    <a:pt x="24013" y="33"/>
                  </a:cubicBezTo>
                  <a:cubicBezTo>
                    <a:pt x="23676" y="11"/>
                    <a:pt x="23341" y="0"/>
                    <a:pt x="2300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1" name="Google Shape;2581;p42"/>
            <p:cNvSpPr/>
            <p:nvPr/>
          </p:nvSpPr>
          <p:spPr>
            <a:xfrm>
              <a:off x="3624091" y="3279334"/>
              <a:ext cx="41073" cy="52102"/>
            </a:xfrm>
            <a:custGeom>
              <a:avLst/>
              <a:gdLst/>
              <a:ahLst/>
              <a:cxnLst/>
              <a:rect l="l" t="t" r="r" b="b"/>
              <a:pathLst>
                <a:path w="55504" h="70408" extrusionOk="0">
                  <a:moveTo>
                    <a:pt x="29667" y="11622"/>
                  </a:moveTo>
                  <a:cubicBezTo>
                    <a:pt x="34652" y="11956"/>
                    <a:pt x="37935" y="16029"/>
                    <a:pt x="39455" y="18461"/>
                  </a:cubicBezTo>
                  <a:cubicBezTo>
                    <a:pt x="42403" y="23233"/>
                    <a:pt x="43831" y="29525"/>
                    <a:pt x="43406" y="36151"/>
                  </a:cubicBezTo>
                  <a:cubicBezTo>
                    <a:pt x="42980" y="42686"/>
                    <a:pt x="40731" y="48917"/>
                    <a:pt x="37205" y="53234"/>
                  </a:cubicBezTo>
                  <a:cubicBezTo>
                    <a:pt x="35477" y="55372"/>
                    <a:pt x="31970" y="58780"/>
                    <a:pt x="27202" y="58780"/>
                  </a:cubicBezTo>
                  <a:cubicBezTo>
                    <a:pt x="27023" y="58780"/>
                    <a:pt x="26841" y="58776"/>
                    <a:pt x="26658" y="58766"/>
                  </a:cubicBezTo>
                  <a:cubicBezTo>
                    <a:pt x="18360" y="58249"/>
                    <a:pt x="12068" y="47002"/>
                    <a:pt x="12889" y="34236"/>
                  </a:cubicBezTo>
                  <a:cubicBezTo>
                    <a:pt x="13679" y="21774"/>
                    <a:pt x="21035" y="11622"/>
                    <a:pt x="29029" y="11622"/>
                  </a:cubicBezTo>
                  <a:close/>
                  <a:moveTo>
                    <a:pt x="29032" y="1"/>
                  </a:moveTo>
                  <a:cubicBezTo>
                    <a:pt x="14543" y="1"/>
                    <a:pt x="2487" y="14335"/>
                    <a:pt x="1277" y="33476"/>
                  </a:cubicBezTo>
                  <a:cubicBezTo>
                    <a:pt x="1" y="53173"/>
                    <a:pt x="10791" y="69374"/>
                    <a:pt x="25837" y="70346"/>
                  </a:cubicBezTo>
                  <a:cubicBezTo>
                    <a:pt x="26354" y="70407"/>
                    <a:pt x="26810" y="70407"/>
                    <a:pt x="27266" y="70407"/>
                  </a:cubicBezTo>
                  <a:cubicBezTo>
                    <a:pt x="34287" y="70407"/>
                    <a:pt x="40944" y="66942"/>
                    <a:pt x="46142" y="60559"/>
                  </a:cubicBezTo>
                  <a:cubicBezTo>
                    <a:pt x="51218" y="54328"/>
                    <a:pt x="54379" y="45939"/>
                    <a:pt x="54956" y="36881"/>
                  </a:cubicBezTo>
                  <a:cubicBezTo>
                    <a:pt x="55503" y="27853"/>
                    <a:pt x="53497" y="19099"/>
                    <a:pt x="49242" y="12291"/>
                  </a:cubicBezTo>
                  <a:cubicBezTo>
                    <a:pt x="44622" y="4844"/>
                    <a:pt x="37874" y="528"/>
                    <a:pt x="30366" y="41"/>
                  </a:cubicBezTo>
                  <a:cubicBezTo>
                    <a:pt x="29919" y="14"/>
                    <a:pt x="29474" y="1"/>
                    <a:pt x="2903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2" name="Google Shape;2582;p42"/>
            <p:cNvSpPr/>
            <p:nvPr/>
          </p:nvSpPr>
          <p:spPr>
            <a:xfrm>
              <a:off x="3471604" y="3295389"/>
              <a:ext cx="76139" cy="61046"/>
            </a:xfrm>
            <a:custGeom>
              <a:avLst/>
              <a:gdLst/>
              <a:ahLst/>
              <a:cxnLst/>
              <a:rect l="l" t="t" r="r" b="b"/>
              <a:pathLst>
                <a:path w="102891" h="82495" extrusionOk="0">
                  <a:moveTo>
                    <a:pt x="609" y="1"/>
                  </a:moveTo>
                  <a:lnTo>
                    <a:pt x="487" y="5807"/>
                  </a:lnTo>
                  <a:cubicBezTo>
                    <a:pt x="1" y="32828"/>
                    <a:pt x="8573" y="57327"/>
                    <a:pt x="23345" y="71309"/>
                  </a:cubicBezTo>
                  <a:cubicBezTo>
                    <a:pt x="31096" y="78665"/>
                    <a:pt x="40002" y="82495"/>
                    <a:pt x="49212" y="82495"/>
                  </a:cubicBezTo>
                  <a:cubicBezTo>
                    <a:pt x="50002" y="82495"/>
                    <a:pt x="50823" y="82464"/>
                    <a:pt x="51643" y="82434"/>
                  </a:cubicBezTo>
                  <a:cubicBezTo>
                    <a:pt x="76507" y="80610"/>
                    <a:pt x="98270" y="50488"/>
                    <a:pt x="102283" y="12342"/>
                  </a:cubicBezTo>
                  <a:lnTo>
                    <a:pt x="102890" y="6566"/>
                  </a:lnTo>
                  <a:lnTo>
                    <a:pt x="91340" y="5351"/>
                  </a:lnTo>
                  <a:lnTo>
                    <a:pt x="90732" y="11126"/>
                  </a:lnTo>
                  <a:cubicBezTo>
                    <a:pt x="87358" y="43223"/>
                    <a:pt x="69820" y="69455"/>
                    <a:pt x="50762" y="70853"/>
                  </a:cubicBezTo>
                  <a:cubicBezTo>
                    <a:pt x="50222" y="70893"/>
                    <a:pt x="49691" y="70913"/>
                    <a:pt x="49166" y="70913"/>
                  </a:cubicBezTo>
                  <a:cubicBezTo>
                    <a:pt x="41359" y="70913"/>
                    <a:pt x="35239" y="66623"/>
                    <a:pt x="31309" y="62920"/>
                  </a:cubicBezTo>
                  <a:cubicBezTo>
                    <a:pt x="19029" y="51278"/>
                    <a:pt x="11673" y="29515"/>
                    <a:pt x="12098" y="6050"/>
                  </a:cubicBezTo>
                  <a:lnTo>
                    <a:pt x="12190" y="214"/>
                  </a:lnTo>
                  <a:lnTo>
                    <a:pt x="60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3" name="Google Shape;2583;p42"/>
            <p:cNvSpPr/>
            <p:nvPr/>
          </p:nvSpPr>
          <p:spPr>
            <a:xfrm>
              <a:off x="3741557" y="3025515"/>
              <a:ext cx="114016" cy="105370"/>
            </a:xfrm>
            <a:custGeom>
              <a:avLst/>
              <a:gdLst/>
              <a:ahLst/>
              <a:cxnLst/>
              <a:rect l="l" t="t" r="r" b="b"/>
              <a:pathLst>
                <a:path w="154076" h="142392" extrusionOk="0">
                  <a:moveTo>
                    <a:pt x="41528" y="0"/>
                  </a:moveTo>
                  <a:cubicBezTo>
                    <a:pt x="34670" y="0"/>
                    <a:pt x="28569" y="6018"/>
                    <a:pt x="29605" y="13697"/>
                  </a:cubicBezTo>
                  <a:lnTo>
                    <a:pt x="33648" y="43667"/>
                  </a:lnTo>
                  <a:cubicBezTo>
                    <a:pt x="34195" y="47619"/>
                    <a:pt x="32736" y="51570"/>
                    <a:pt x="29818" y="54245"/>
                  </a:cubicBezTo>
                  <a:lnTo>
                    <a:pt x="7417" y="74610"/>
                  </a:lnTo>
                  <a:cubicBezTo>
                    <a:pt x="0" y="81327"/>
                    <a:pt x="3526" y="93607"/>
                    <a:pt x="13374" y="95400"/>
                  </a:cubicBezTo>
                  <a:lnTo>
                    <a:pt x="43162" y="100780"/>
                  </a:lnTo>
                  <a:cubicBezTo>
                    <a:pt x="47083" y="101510"/>
                    <a:pt x="50396" y="104093"/>
                    <a:pt x="52007" y="107711"/>
                  </a:cubicBezTo>
                  <a:lnTo>
                    <a:pt x="64439" y="135279"/>
                  </a:lnTo>
                  <a:cubicBezTo>
                    <a:pt x="66560" y="139993"/>
                    <a:pt x="70996" y="142392"/>
                    <a:pt x="75442" y="142392"/>
                  </a:cubicBezTo>
                  <a:cubicBezTo>
                    <a:pt x="79597" y="142392"/>
                    <a:pt x="83760" y="140297"/>
                    <a:pt x="86050" y="136039"/>
                  </a:cubicBezTo>
                  <a:lnTo>
                    <a:pt x="100397" y="109382"/>
                  </a:lnTo>
                  <a:cubicBezTo>
                    <a:pt x="102282" y="105887"/>
                    <a:pt x="105747" y="103516"/>
                    <a:pt x="109698" y="103090"/>
                  </a:cubicBezTo>
                  <a:lnTo>
                    <a:pt x="139790" y="99808"/>
                  </a:lnTo>
                  <a:cubicBezTo>
                    <a:pt x="149699" y="98744"/>
                    <a:pt x="154076" y="86738"/>
                    <a:pt x="147237" y="79473"/>
                  </a:cubicBezTo>
                  <a:lnTo>
                    <a:pt x="126294" y="57588"/>
                  </a:lnTo>
                  <a:cubicBezTo>
                    <a:pt x="123559" y="54701"/>
                    <a:pt x="122404" y="50658"/>
                    <a:pt x="123224" y="46798"/>
                  </a:cubicBezTo>
                  <a:lnTo>
                    <a:pt x="129364" y="17162"/>
                  </a:lnTo>
                  <a:cubicBezTo>
                    <a:pt x="130984" y="9286"/>
                    <a:pt x="124740" y="2638"/>
                    <a:pt x="117540" y="2638"/>
                  </a:cubicBezTo>
                  <a:cubicBezTo>
                    <a:pt x="115820" y="2638"/>
                    <a:pt x="114047" y="3017"/>
                    <a:pt x="112312" y="3849"/>
                  </a:cubicBezTo>
                  <a:lnTo>
                    <a:pt x="85017" y="17010"/>
                  </a:lnTo>
                  <a:cubicBezTo>
                    <a:pt x="83370" y="17813"/>
                    <a:pt x="81586" y="18211"/>
                    <a:pt x="79804" y="18211"/>
                  </a:cubicBezTo>
                  <a:cubicBezTo>
                    <a:pt x="77738" y="18211"/>
                    <a:pt x="75675" y="17676"/>
                    <a:pt x="73831" y="16615"/>
                  </a:cubicBezTo>
                  <a:lnTo>
                    <a:pt x="47539" y="1630"/>
                  </a:lnTo>
                  <a:cubicBezTo>
                    <a:pt x="45576" y="508"/>
                    <a:pt x="43520" y="0"/>
                    <a:pt x="4152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4" name="Google Shape;2584;p42"/>
            <p:cNvSpPr/>
            <p:nvPr/>
          </p:nvSpPr>
          <p:spPr>
            <a:xfrm>
              <a:off x="3738834" y="3021119"/>
              <a:ext cx="119483" cy="114172"/>
            </a:xfrm>
            <a:custGeom>
              <a:avLst/>
              <a:gdLst/>
              <a:ahLst/>
              <a:cxnLst/>
              <a:rect l="l" t="t" r="r" b="b"/>
              <a:pathLst>
                <a:path w="161463" h="154286" extrusionOk="0">
                  <a:moveTo>
                    <a:pt x="45199" y="11882"/>
                  </a:moveTo>
                  <a:cubicBezTo>
                    <a:pt x="46232" y="11882"/>
                    <a:pt x="47266" y="12156"/>
                    <a:pt x="48238" y="12672"/>
                  </a:cubicBezTo>
                  <a:lnTo>
                    <a:pt x="74530" y="27688"/>
                  </a:lnTo>
                  <a:cubicBezTo>
                    <a:pt x="77307" y="29256"/>
                    <a:pt x="80407" y="30051"/>
                    <a:pt x="83507" y="30051"/>
                  </a:cubicBezTo>
                  <a:cubicBezTo>
                    <a:pt x="86178" y="30051"/>
                    <a:pt x="88847" y="29461"/>
                    <a:pt x="91309" y="28265"/>
                  </a:cubicBezTo>
                  <a:lnTo>
                    <a:pt x="118574" y="15104"/>
                  </a:lnTo>
                  <a:cubicBezTo>
                    <a:pt x="119439" y="14684"/>
                    <a:pt x="120355" y="14475"/>
                    <a:pt x="121262" y="14475"/>
                  </a:cubicBezTo>
                  <a:cubicBezTo>
                    <a:pt x="122584" y="14475"/>
                    <a:pt x="123887" y="14920"/>
                    <a:pt x="124987" y="15803"/>
                  </a:cubicBezTo>
                  <a:cubicBezTo>
                    <a:pt x="126872" y="17293"/>
                    <a:pt x="127693" y="19572"/>
                    <a:pt x="127206" y="21882"/>
                  </a:cubicBezTo>
                  <a:lnTo>
                    <a:pt x="121036" y="51518"/>
                  </a:lnTo>
                  <a:cubicBezTo>
                    <a:pt x="119881" y="57324"/>
                    <a:pt x="121583" y="63342"/>
                    <a:pt x="125686" y="67628"/>
                  </a:cubicBezTo>
                  <a:lnTo>
                    <a:pt x="146629" y="89512"/>
                  </a:lnTo>
                  <a:cubicBezTo>
                    <a:pt x="148240" y="91215"/>
                    <a:pt x="148757" y="93555"/>
                    <a:pt x="147936" y="95804"/>
                  </a:cubicBezTo>
                  <a:cubicBezTo>
                    <a:pt x="147115" y="98054"/>
                    <a:pt x="145200" y="99543"/>
                    <a:pt x="142860" y="99786"/>
                  </a:cubicBezTo>
                  <a:lnTo>
                    <a:pt x="112768" y="103099"/>
                  </a:lnTo>
                  <a:cubicBezTo>
                    <a:pt x="106871" y="103768"/>
                    <a:pt x="101674" y="107263"/>
                    <a:pt x="98847" y="112492"/>
                  </a:cubicBezTo>
                  <a:lnTo>
                    <a:pt x="84531" y="139179"/>
                  </a:lnTo>
                  <a:cubicBezTo>
                    <a:pt x="83451" y="141279"/>
                    <a:pt x="81246" y="142401"/>
                    <a:pt x="79027" y="142401"/>
                  </a:cubicBezTo>
                  <a:cubicBezTo>
                    <a:pt x="78997" y="142401"/>
                    <a:pt x="78967" y="142401"/>
                    <a:pt x="78938" y="142401"/>
                  </a:cubicBezTo>
                  <a:cubicBezTo>
                    <a:pt x="76567" y="142279"/>
                    <a:pt x="74591" y="140942"/>
                    <a:pt x="73588" y="138784"/>
                  </a:cubicBezTo>
                  <a:lnTo>
                    <a:pt x="61126" y="111215"/>
                  </a:lnTo>
                  <a:cubicBezTo>
                    <a:pt x="58694" y="105774"/>
                    <a:pt x="53770" y="101944"/>
                    <a:pt x="47934" y="100880"/>
                  </a:cubicBezTo>
                  <a:lnTo>
                    <a:pt x="18146" y="95470"/>
                  </a:lnTo>
                  <a:cubicBezTo>
                    <a:pt x="15806" y="95044"/>
                    <a:pt x="14013" y="93433"/>
                    <a:pt x="13374" y="91154"/>
                  </a:cubicBezTo>
                  <a:cubicBezTo>
                    <a:pt x="12675" y="88874"/>
                    <a:pt x="13374" y="86534"/>
                    <a:pt x="15107" y="84953"/>
                  </a:cubicBezTo>
                  <a:lnTo>
                    <a:pt x="37508" y="64588"/>
                  </a:lnTo>
                  <a:cubicBezTo>
                    <a:pt x="41916" y="60606"/>
                    <a:pt x="44013" y="54710"/>
                    <a:pt x="43223" y="48813"/>
                  </a:cubicBezTo>
                  <a:lnTo>
                    <a:pt x="39180" y="18843"/>
                  </a:lnTo>
                  <a:cubicBezTo>
                    <a:pt x="38815" y="16472"/>
                    <a:pt x="39819" y="14283"/>
                    <a:pt x="41794" y="12946"/>
                  </a:cubicBezTo>
                  <a:cubicBezTo>
                    <a:pt x="42858" y="12217"/>
                    <a:pt x="44044" y="11882"/>
                    <a:pt x="45199" y="11882"/>
                  </a:cubicBezTo>
                  <a:close/>
                  <a:moveTo>
                    <a:pt x="45202" y="1"/>
                  </a:moveTo>
                  <a:cubicBezTo>
                    <a:pt x="41697" y="1"/>
                    <a:pt x="38201" y="1039"/>
                    <a:pt x="35138" y="3098"/>
                  </a:cubicBezTo>
                  <a:cubicBezTo>
                    <a:pt x="29393" y="6988"/>
                    <a:pt x="26444" y="13645"/>
                    <a:pt x="27356" y="20484"/>
                  </a:cubicBezTo>
                  <a:lnTo>
                    <a:pt x="31429" y="50454"/>
                  </a:lnTo>
                  <a:cubicBezTo>
                    <a:pt x="31673" y="52460"/>
                    <a:pt x="30973" y="54436"/>
                    <a:pt x="29484" y="55804"/>
                  </a:cubicBezTo>
                  <a:lnTo>
                    <a:pt x="7113" y="76169"/>
                  </a:lnTo>
                  <a:cubicBezTo>
                    <a:pt x="1976" y="80789"/>
                    <a:pt x="0" y="87810"/>
                    <a:pt x="1885" y="94437"/>
                  </a:cubicBezTo>
                  <a:cubicBezTo>
                    <a:pt x="3800" y="101093"/>
                    <a:pt x="9180" y="105956"/>
                    <a:pt x="15988" y="107203"/>
                  </a:cubicBezTo>
                  <a:lnTo>
                    <a:pt x="45776" y="112613"/>
                  </a:lnTo>
                  <a:cubicBezTo>
                    <a:pt x="47752" y="112947"/>
                    <a:pt x="49424" y="114285"/>
                    <a:pt x="50275" y="116109"/>
                  </a:cubicBezTo>
                  <a:lnTo>
                    <a:pt x="62737" y="143677"/>
                  </a:lnTo>
                  <a:cubicBezTo>
                    <a:pt x="65533" y="150000"/>
                    <a:pt x="71582" y="154073"/>
                    <a:pt x="78482" y="154285"/>
                  </a:cubicBezTo>
                  <a:lnTo>
                    <a:pt x="79151" y="154285"/>
                  </a:lnTo>
                  <a:cubicBezTo>
                    <a:pt x="85777" y="154285"/>
                    <a:pt x="91795" y="150668"/>
                    <a:pt x="95017" y="144832"/>
                  </a:cubicBezTo>
                  <a:lnTo>
                    <a:pt x="109334" y="118145"/>
                  </a:lnTo>
                  <a:cubicBezTo>
                    <a:pt x="110276" y="116382"/>
                    <a:pt x="112039" y="115197"/>
                    <a:pt x="114045" y="114954"/>
                  </a:cubicBezTo>
                  <a:lnTo>
                    <a:pt x="144137" y="111671"/>
                  </a:lnTo>
                  <a:cubicBezTo>
                    <a:pt x="151006" y="110911"/>
                    <a:pt x="156751" y="106412"/>
                    <a:pt x="159122" y="99908"/>
                  </a:cubicBezTo>
                  <a:cubicBezTo>
                    <a:pt x="161462" y="93433"/>
                    <a:pt x="159973" y="86291"/>
                    <a:pt x="155201" y="81306"/>
                  </a:cubicBezTo>
                  <a:lnTo>
                    <a:pt x="134258" y="59421"/>
                  </a:lnTo>
                  <a:cubicBezTo>
                    <a:pt x="132890" y="57962"/>
                    <a:pt x="132282" y="55925"/>
                    <a:pt x="132708" y="53950"/>
                  </a:cubicBezTo>
                  <a:lnTo>
                    <a:pt x="138878" y="24314"/>
                  </a:lnTo>
                  <a:cubicBezTo>
                    <a:pt x="140276" y="17536"/>
                    <a:pt x="137754" y="10697"/>
                    <a:pt x="132343" y="6441"/>
                  </a:cubicBezTo>
                  <a:cubicBezTo>
                    <a:pt x="129092" y="3935"/>
                    <a:pt x="125190" y="2633"/>
                    <a:pt x="121247" y="2633"/>
                  </a:cubicBezTo>
                  <a:cubicBezTo>
                    <a:pt x="118590" y="2633"/>
                    <a:pt x="115915" y="3224"/>
                    <a:pt x="113407" y="4435"/>
                  </a:cubicBezTo>
                  <a:lnTo>
                    <a:pt x="86142" y="17597"/>
                  </a:lnTo>
                  <a:cubicBezTo>
                    <a:pt x="85297" y="17991"/>
                    <a:pt x="84387" y="18189"/>
                    <a:pt x="83479" y="18189"/>
                  </a:cubicBezTo>
                  <a:cubicBezTo>
                    <a:pt x="82425" y="18189"/>
                    <a:pt x="81374" y="17922"/>
                    <a:pt x="80427" y="17384"/>
                  </a:cubicBezTo>
                  <a:lnTo>
                    <a:pt x="54135" y="2399"/>
                  </a:lnTo>
                  <a:cubicBezTo>
                    <a:pt x="51340" y="796"/>
                    <a:pt x="48268" y="1"/>
                    <a:pt x="4520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585" name="Google Shape;2585;p42"/>
          <p:cNvGrpSpPr/>
          <p:nvPr/>
        </p:nvGrpSpPr>
        <p:grpSpPr>
          <a:xfrm>
            <a:off x="1313790" y="3697952"/>
            <a:ext cx="774439" cy="833827"/>
            <a:chOff x="3401787" y="2088659"/>
            <a:chExt cx="456546" cy="491556"/>
          </a:xfrm>
        </p:grpSpPr>
        <p:sp>
          <p:nvSpPr>
            <p:cNvPr id="2586" name="Google Shape;2586;p42"/>
            <p:cNvSpPr/>
            <p:nvPr/>
          </p:nvSpPr>
          <p:spPr>
            <a:xfrm>
              <a:off x="3403846" y="2162585"/>
              <a:ext cx="454487" cy="413163"/>
            </a:xfrm>
            <a:custGeom>
              <a:avLst/>
              <a:gdLst/>
              <a:ahLst/>
              <a:cxnLst/>
              <a:rect l="l" t="t" r="r" b="b"/>
              <a:pathLst>
                <a:path w="614172" h="558328" extrusionOk="0">
                  <a:moveTo>
                    <a:pt x="395735" y="1"/>
                  </a:moveTo>
                  <a:cubicBezTo>
                    <a:pt x="357620" y="1"/>
                    <a:pt x="313426" y="14493"/>
                    <a:pt x="263031" y="47645"/>
                  </a:cubicBezTo>
                  <a:cubicBezTo>
                    <a:pt x="263031" y="47645"/>
                    <a:pt x="260110" y="48225"/>
                    <a:pt x="257825" y="48225"/>
                  </a:cubicBezTo>
                  <a:cubicBezTo>
                    <a:pt x="257198" y="48225"/>
                    <a:pt x="256619" y="48182"/>
                    <a:pt x="256162" y="48071"/>
                  </a:cubicBezTo>
                  <a:cubicBezTo>
                    <a:pt x="225800" y="40350"/>
                    <a:pt x="198864" y="36776"/>
                    <a:pt x="175067" y="36776"/>
                  </a:cubicBezTo>
                  <a:cubicBezTo>
                    <a:pt x="25646" y="36776"/>
                    <a:pt x="1" y="177663"/>
                    <a:pt x="27191" y="317284"/>
                  </a:cubicBezTo>
                  <a:cubicBezTo>
                    <a:pt x="64351" y="507969"/>
                    <a:pt x="133370" y="558328"/>
                    <a:pt x="197655" y="558328"/>
                  </a:cubicBezTo>
                  <a:cubicBezTo>
                    <a:pt x="268611" y="558328"/>
                    <a:pt x="333799" y="496973"/>
                    <a:pt x="344005" y="495250"/>
                  </a:cubicBezTo>
                  <a:cubicBezTo>
                    <a:pt x="344634" y="495146"/>
                    <a:pt x="345382" y="495097"/>
                    <a:pt x="346245" y="495097"/>
                  </a:cubicBezTo>
                  <a:cubicBezTo>
                    <a:pt x="358570" y="495097"/>
                    <a:pt x="394116" y="505085"/>
                    <a:pt x="433939" y="505085"/>
                  </a:cubicBezTo>
                  <a:cubicBezTo>
                    <a:pt x="515159" y="505085"/>
                    <a:pt x="614171" y="463536"/>
                    <a:pt x="570271" y="210960"/>
                  </a:cubicBezTo>
                  <a:cubicBezTo>
                    <a:pt x="549726" y="92831"/>
                    <a:pt x="492200" y="1"/>
                    <a:pt x="39573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7" name="Google Shape;2587;p42"/>
            <p:cNvSpPr/>
            <p:nvPr/>
          </p:nvSpPr>
          <p:spPr>
            <a:xfrm>
              <a:off x="3401787" y="2158074"/>
              <a:ext cx="444887" cy="422141"/>
            </a:xfrm>
            <a:custGeom>
              <a:avLst/>
              <a:gdLst/>
              <a:ahLst/>
              <a:cxnLst/>
              <a:rect l="l" t="t" r="r" b="b"/>
              <a:pathLst>
                <a:path w="601198" h="570461" extrusionOk="0">
                  <a:moveTo>
                    <a:pt x="398340" y="11953"/>
                  </a:moveTo>
                  <a:cubicBezTo>
                    <a:pt x="416645" y="11953"/>
                    <a:pt x="433927" y="15450"/>
                    <a:pt x="450131" y="22459"/>
                  </a:cubicBezTo>
                  <a:cubicBezTo>
                    <a:pt x="508034" y="47535"/>
                    <a:pt x="549585" y="116989"/>
                    <a:pt x="567184" y="218085"/>
                  </a:cubicBezTo>
                  <a:cubicBezTo>
                    <a:pt x="588765" y="342129"/>
                    <a:pt x="577701" y="427085"/>
                    <a:pt x="534296" y="470550"/>
                  </a:cubicBezTo>
                  <a:cubicBezTo>
                    <a:pt x="506953" y="497893"/>
                    <a:pt x="470585" y="505262"/>
                    <a:pt x="436934" y="505262"/>
                  </a:cubicBezTo>
                  <a:cubicBezTo>
                    <a:pt x="411966" y="505262"/>
                    <a:pt x="388495" y="501206"/>
                    <a:pt x="371314" y="498241"/>
                  </a:cubicBezTo>
                  <a:cubicBezTo>
                    <a:pt x="361253" y="496499"/>
                    <a:pt x="353966" y="495252"/>
                    <a:pt x="348972" y="495252"/>
                  </a:cubicBezTo>
                  <a:cubicBezTo>
                    <a:pt x="347780" y="495252"/>
                    <a:pt x="346719" y="495323"/>
                    <a:pt x="345782" y="495475"/>
                  </a:cubicBezTo>
                  <a:cubicBezTo>
                    <a:pt x="342104" y="496113"/>
                    <a:pt x="337423" y="499244"/>
                    <a:pt x="326390" y="506904"/>
                  </a:cubicBezTo>
                  <a:cubicBezTo>
                    <a:pt x="300291" y="524977"/>
                    <a:pt x="251858" y="558508"/>
                    <a:pt x="200645" y="558508"/>
                  </a:cubicBezTo>
                  <a:cubicBezTo>
                    <a:pt x="187263" y="558508"/>
                    <a:pt x="173690" y="556218"/>
                    <a:pt x="160277" y="550764"/>
                  </a:cubicBezTo>
                  <a:cubicBezTo>
                    <a:pt x="102708" y="527360"/>
                    <a:pt x="60822" y="450459"/>
                    <a:pt x="35837" y="322250"/>
                  </a:cubicBezTo>
                  <a:cubicBezTo>
                    <a:pt x="14895" y="214802"/>
                    <a:pt x="29424" y="128084"/>
                    <a:pt x="75656" y="84405"/>
                  </a:cubicBezTo>
                  <a:cubicBezTo>
                    <a:pt x="100732" y="60697"/>
                    <a:pt x="134927" y="48812"/>
                    <a:pt x="177755" y="48812"/>
                  </a:cubicBezTo>
                  <a:cubicBezTo>
                    <a:pt x="201646" y="48812"/>
                    <a:pt x="228242" y="52520"/>
                    <a:pt x="257452" y="59937"/>
                  </a:cubicBezTo>
                  <a:cubicBezTo>
                    <a:pt x="258450" y="60188"/>
                    <a:pt x="259592" y="60283"/>
                    <a:pt x="260745" y="60283"/>
                  </a:cubicBezTo>
                  <a:cubicBezTo>
                    <a:pt x="263210" y="60283"/>
                    <a:pt x="265723" y="59851"/>
                    <a:pt x="266966" y="59602"/>
                  </a:cubicBezTo>
                  <a:lnTo>
                    <a:pt x="268091" y="59359"/>
                  </a:lnTo>
                  <a:lnTo>
                    <a:pt x="269033" y="58721"/>
                  </a:lnTo>
                  <a:cubicBezTo>
                    <a:pt x="316369" y="27583"/>
                    <a:pt x="359642" y="11953"/>
                    <a:pt x="398340" y="11953"/>
                  </a:cubicBezTo>
                  <a:close/>
                  <a:moveTo>
                    <a:pt x="398349" y="1"/>
                  </a:moveTo>
                  <a:cubicBezTo>
                    <a:pt x="357609" y="1"/>
                    <a:pt x="312497" y="16065"/>
                    <a:pt x="263531" y="48082"/>
                  </a:cubicBezTo>
                  <a:cubicBezTo>
                    <a:pt x="262303" y="48273"/>
                    <a:pt x="261050" y="48391"/>
                    <a:pt x="260521" y="48391"/>
                  </a:cubicBezTo>
                  <a:cubicBezTo>
                    <a:pt x="260461" y="48391"/>
                    <a:pt x="260411" y="48389"/>
                    <a:pt x="260370" y="48386"/>
                  </a:cubicBezTo>
                  <a:cubicBezTo>
                    <a:pt x="230198" y="40704"/>
                    <a:pt x="202606" y="36871"/>
                    <a:pt x="177672" y="36871"/>
                  </a:cubicBezTo>
                  <a:cubicBezTo>
                    <a:pt x="131770" y="36871"/>
                    <a:pt x="94877" y="49861"/>
                    <a:pt x="67479" y="75742"/>
                  </a:cubicBezTo>
                  <a:cubicBezTo>
                    <a:pt x="1" y="139482"/>
                    <a:pt x="11369" y="258936"/>
                    <a:pt x="24135" y="324500"/>
                  </a:cubicBezTo>
                  <a:cubicBezTo>
                    <a:pt x="49941" y="456903"/>
                    <a:pt x="94227" y="536722"/>
                    <a:pt x="155779" y="561768"/>
                  </a:cubicBezTo>
                  <a:cubicBezTo>
                    <a:pt x="170824" y="567908"/>
                    <a:pt x="185961" y="570461"/>
                    <a:pt x="200764" y="570461"/>
                  </a:cubicBezTo>
                  <a:cubicBezTo>
                    <a:pt x="255476" y="570461"/>
                    <a:pt x="305903" y="535597"/>
                    <a:pt x="333137" y="516661"/>
                  </a:cubicBezTo>
                  <a:cubicBezTo>
                    <a:pt x="339217" y="512496"/>
                    <a:pt x="346116" y="507755"/>
                    <a:pt x="347788" y="507208"/>
                  </a:cubicBezTo>
                  <a:cubicBezTo>
                    <a:pt x="348147" y="507146"/>
                    <a:pt x="348607" y="507117"/>
                    <a:pt x="349156" y="507117"/>
                  </a:cubicBezTo>
                  <a:cubicBezTo>
                    <a:pt x="352931" y="507117"/>
                    <a:pt x="360923" y="508484"/>
                    <a:pt x="369308" y="509943"/>
                  </a:cubicBezTo>
                  <a:cubicBezTo>
                    <a:pt x="385893" y="512805"/>
                    <a:pt x="409998" y="516967"/>
                    <a:pt x="436228" y="516967"/>
                  </a:cubicBezTo>
                  <a:cubicBezTo>
                    <a:pt x="472396" y="516967"/>
                    <a:pt x="512606" y="509054"/>
                    <a:pt x="542716" y="478909"/>
                  </a:cubicBezTo>
                  <a:cubicBezTo>
                    <a:pt x="589039" y="432556"/>
                    <a:pt x="601197" y="344105"/>
                    <a:pt x="578917" y="215988"/>
                  </a:cubicBezTo>
                  <a:cubicBezTo>
                    <a:pt x="560649" y="110849"/>
                    <a:pt x="516576" y="38234"/>
                    <a:pt x="454872" y="11517"/>
                  </a:cubicBezTo>
                  <a:cubicBezTo>
                    <a:pt x="437115" y="3835"/>
                    <a:pt x="418254" y="1"/>
                    <a:pt x="39834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8" name="Google Shape;2588;p42"/>
            <p:cNvSpPr/>
            <p:nvPr/>
          </p:nvSpPr>
          <p:spPr>
            <a:xfrm>
              <a:off x="3568251" y="2093836"/>
              <a:ext cx="36057" cy="131201"/>
            </a:xfrm>
            <a:custGeom>
              <a:avLst/>
              <a:gdLst/>
              <a:ahLst/>
              <a:cxnLst/>
              <a:rect l="l" t="t" r="r" b="b"/>
              <a:pathLst>
                <a:path w="48725" h="177298" extrusionOk="0">
                  <a:moveTo>
                    <a:pt x="14225" y="1"/>
                  </a:moveTo>
                  <a:lnTo>
                    <a:pt x="0" y="2767"/>
                  </a:lnTo>
                  <a:lnTo>
                    <a:pt x="43223" y="177298"/>
                  </a:lnTo>
                  <a:lnTo>
                    <a:pt x="48725" y="176234"/>
                  </a:lnTo>
                  <a:lnTo>
                    <a:pt x="14225" y="1"/>
                  </a:lnTo>
                  <a:close/>
                </a:path>
              </a:pathLst>
            </a:custGeom>
            <a:solidFill>
              <a:srgbClr val="00925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9" name="Google Shape;2589;p42"/>
            <p:cNvSpPr/>
            <p:nvPr/>
          </p:nvSpPr>
          <p:spPr>
            <a:xfrm>
              <a:off x="3562895" y="2088659"/>
              <a:ext cx="46583" cy="141525"/>
            </a:xfrm>
            <a:custGeom>
              <a:avLst/>
              <a:gdLst/>
              <a:ahLst/>
              <a:cxnLst/>
              <a:rect l="l" t="t" r="r" b="b"/>
              <a:pathLst>
                <a:path w="62950" h="191250" extrusionOk="0">
                  <a:moveTo>
                    <a:pt x="16748" y="13922"/>
                  </a:moveTo>
                  <a:lnTo>
                    <a:pt x="25593" y="59120"/>
                  </a:lnTo>
                  <a:lnTo>
                    <a:pt x="14560" y="14378"/>
                  </a:lnTo>
                  <a:lnTo>
                    <a:pt x="16748" y="13922"/>
                  </a:lnTo>
                  <a:close/>
                  <a:moveTo>
                    <a:pt x="26140" y="1"/>
                  </a:moveTo>
                  <a:lnTo>
                    <a:pt x="0" y="5107"/>
                  </a:lnTo>
                  <a:lnTo>
                    <a:pt x="45989" y="191250"/>
                  </a:lnTo>
                  <a:lnTo>
                    <a:pt x="62950" y="187906"/>
                  </a:lnTo>
                  <a:lnTo>
                    <a:pt x="26140" y="1"/>
                  </a:lnTo>
                  <a:close/>
                </a:path>
              </a:pathLst>
            </a:custGeom>
            <a:solidFill>
              <a:srgbClr val="00925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0" name="Google Shape;2590;p42"/>
            <p:cNvSpPr/>
            <p:nvPr/>
          </p:nvSpPr>
          <p:spPr>
            <a:xfrm>
              <a:off x="3584862" y="2217468"/>
              <a:ext cx="36821" cy="15363"/>
            </a:xfrm>
            <a:custGeom>
              <a:avLst/>
              <a:gdLst/>
              <a:ahLst/>
              <a:cxnLst/>
              <a:rect l="l" t="t" r="r" b="b"/>
              <a:pathLst>
                <a:path w="49758" h="20761" extrusionOk="0">
                  <a:moveTo>
                    <a:pt x="44074" y="1"/>
                  </a:moveTo>
                  <a:cubicBezTo>
                    <a:pt x="37387" y="3648"/>
                    <a:pt x="30214" y="6201"/>
                    <a:pt x="22767" y="7599"/>
                  </a:cubicBezTo>
                  <a:cubicBezTo>
                    <a:pt x="18392" y="8425"/>
                    <a:pt x="13983" y="8846"/>
                    <a:pt x="9567" y="8846"/>
                  </a:cubicBezTo>
                  <a:cubicBezTo>
                    <a:pt x="6834" y="8846"/>
                    <a:pt x="4099" y="8685"/>
                    <a:pt x="1368" y="8359"/>
                  </a:cubicBezTo>
                  <a:lnTo>
                    <a:pt x="0" y="20183"/>
                  </a:lnTo>
                  <a:cubicBezTo>
                    <a:pt x="3192" y="20578"/>
                    <a:pt x="6414" y="20761"/>
                    <a:pt x="9605" y="20761"/>
                  </a:cubicBezTo>
                  <a:cubicBezTo>
                    <a:pt x="14773" y="20761"/>
                    <a:pt x="19909" y="20274"/>
                    <a:pt x="24925" y="19363"/>
                  </a:cubicBezTo>
                  <a:cubicBezTo>
                    <a:pt x="33618" y="17721"/>
                    <a:pt x="41977" y="14712"/>
                    <a:pt x="49758" y="10457"/>
                  </a:cubicBezTo>
                  <a:lnTo>
                    <a:pt x="4407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1" name="Google Shape;2591;p42"/>
            <p:cNvSpPr/>
            <p:nvPr/>
          </p:nvSpPr>
          <p:spPr>
            <a:xfrm>
              <a:off x="3463615" y="2246947"/>
              <a:ext cx="86351" cy="78669"/>
            </a:xfrm>
            <a:custGeom>
              <a:avLst/>
              <a:gdLst/>
              <a:ahLst/>
              <a:cxnLst/>
              <a:rect l="l" t="t" r="r" b="b"/>
              <a:pathLst>
                <a:path w="116690" h="106309" extrusionOk="0">
                  <a:moveTo>
                    <a:pt x="58345" y="0"/>
                  </a:moveTo>
                  <a:cubicBezTo>
                    <a:pt x="44743" y="0"/>
                    <a:pt x="31141" y="5190"/>
                    <a:pt x="20761" y="15570"/>
                  </a:cubicBezTo>
                  <a:cubicBezTo>
                    <a:pt x="1" y="36300"/>
                    <a:pt x="1" y="69978"/>
                    <a:pt x="20761" y="90738"/>
                  </a:cubicBezTo>
                  <a:cubicBezTo>
                    <a:pt x="31141" y="101119"/>
                    <a:pt x="44743" y="106309"/>
                    <a:pt x="58345" y="106309"/>
                  </a:cubicBezTo>
                  <a:cubicBezTo>
                    <a:pt x="71947" y="106309"/>
                    <a:pt x="85549" y="101119"/>
                    <a:pt x="95929" y="90738"/>
                  </a:cubicBezTo>
                  <a:cubicBezTo>
                    <a:pt x="116690" y="69978"/>
                    <a:pt x="116690" y="36300"/>
                    <a:pt x="95929" y="15570"/>
                  </a:cubicBezTo>
                  <a:cubicBezTo>
                    <a:pt x="85549" y="5190"/>
                    <a:pt x="71947" y="0"/>
                    <a:pt x="5834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2" name="Google Shape;2592;p42"/>
            <p:cNvSpPr/>
            <p:nvPr/>
          </p:nvSpPr>
          <p:spPr>
            <a:xfrm>
              <a:off x="3461634" y="2242521"/>
              <a:ext cx="92716" cy="87495"/>
            </a:xfrm>
            <a:custGeom>
              <a:avLst/>
              <a:gdLst/>
              <a:ahLst/>
              <a:cxnLst/>
              <a:rect l="l" t="t" r="r" b="b"/>
              <a:pathLst>
                <a:path w="125292" h="118236" extrusionOk="0">
                  <a:moveTo>
                    <a:pt x="61127" y="11912"/>
                  </a:moveTo>
                  <a:cubicBezTo>
                    <a:pt x="70397" y="11912"/>
                    <a:pt x="79486" y="14647"/>
                    <a:pt x="87388" y="19967"/>
                  </a:cubicBezTo>
                  <a:cubicBezTo>
                    <a:pt x="97875" y="27018"/>
                    <a:pt x="104957" y="37687"/>
                    <a:pt x="107389" y="50058"/>
                  </a:cubicBezTo>
                  <a:cubicBezTo>
                    <a:pt x="112374" y="75591"/>
                    <a:pt x="95656" y="100454"/>
                    <a:pt x="70124" y="105469"/>
                  </a:cubicBezTo>
                  <a:cubicBezTo>
                    <a:pt x="67065" y="106069"/>
                    <a:pt x="64018" y="106358"/>
                    <a:pt x="61014" y="106358"/>
                  </a:cubicBezTo>
                  <a:cubicBezTo>
                    <a:pt x="38909" y="106358"/>
                    <a:pt x="19158" y="90712"/>
                    <a:pt x="14743" y="68235"/>
                  </a:cubicBezTo>
                  <a:cubicBezTo>
                    <a:pt x="12311" y="55833"/>
                    <a:pt x="14864" y="43280"/>
                    <a:pt x="21886" y="32824"/>
                  </a:cubicBezTo>
                  <a:cubicBezTo>
                    <a:pt x="28907" y="22338"/>
                    <a:pt x="39576" y="15286"/>
                    <a:pt x="51977" y="12824"/>
                  </a:cubicBezTo>
                  <a:cubicBezTo>
                    <a:pt x="55017" y="12216"/>
                    <a:pt x="58087" y="11912"/>
                    <a:pt x="61127" y="11912"/>
                  </a:cubicBezTo>
                  <a:close/>
                  <a:moveTo>
                    <a:pt x="61163" y="0"/>
                  </a:moveTo>
                  <a:cubicBezTo>
                    <a:pt x="57353" y="0"/>
                    <a:pt x="53517" y="371"/>
                    <a:pt x="49698" y="1121"/>
                  </a:cubicBezTo>
                  <a:cubicBezTo>
                    <a:pt x="34196" y="4131"/>
                    <a:pt x="20822" y="13036"/>
                    <a:pt x="12007" y="26137"/>
                  </a:cubicBezTo>
                  <a:cubicBezTo>
                    <a:pt x="3192" y="39237"/>
                    <a:pt x="1" y="54982"/>
                    <a:pt x="3040" y="70484"/>
                  </a:cubicBezTo>
                  <a:cubicBezTo>
                    <a:pt x="8542" y="98661"/>
                    <a:pt x="33314" y="118236"/>
                    <a:pt x="61005" y="118236"/>
                  </a:cubicBezTo>
                  <a:cubicBezTo>
                    <a:pt x="64744" y="118236"/>
                    <a:pt x="68573" y="117840"/>
                    <a:pt x="72403" y="117141"/>
                  </a:cubicBezTo>
                  <a:cubicBezTo>
                    <a:pt x="104380" y="110849"/>
                    <a:pt x="125292" y="79785"/>
                    <a:pt x="119030" y="47779"/>
                  </a:cubicBezTo>
                  <a:cubicBezTo>
                    <a:pt x="116021" y="32277"/>
                    <a:pt x="107146" y="18903"/>
                    <a:pt x="94045" y="10088"/>
                  </a:cubicBezTo>
                  <a:cubicBezTo>
                    <a:pt x="84156" y="3450"/>
                    <a:pt x="72784" y="0"/>
                    <a:pt x="61163"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3" name="Google Shape;2593;p42"/>
            <p:cNvSpPr/>
            <p:nvPr/>
          </p:nvSpPr>
          <p:spPr>
            <a:xfrm>
              <a:off x="3520986" y="2381747"/>
              <a:ext cx="22358" cy="27561"/>
            </a:xfrm>
            <a:custGeom>
              <a:avLst/>
              <a:gdLst/>
              <a:ahLst/>
              <a:cxnLst/>
              <a:rect l="l" t="t" r="r" b="b"/>
              <a:pathLst>
                <a:path w="30214" h="37245" extrusionOk="0">
                  <a:moveTo>
                    <a:pt x="13447" y="0"/>
                  </a:moveTo>
                  <a:cubicBezTo>
                    <a:pt x="12867" y="0"/>
                    <a:pt x="12284" y="50"/>
                    <a:pt x="11703" y="154"/>
                  </a:cubicBezTo>
                  <a:cubicBezTo>
                    <a:pt x="4408" y="1491"/>
                    <a:pt x="0" y="10883"/>
                    <a:pt x="1885" y="21066"/>
                  </a:cubicBezTo>
                  <a:cubicBezTo>
                    <a:pt x="3617" y="30427"/>
                    <a:pt x="10051" y="37245"/>
                    <a:pt x="16746" y="37245"/>
                  </a:cubicBezTo>
                  <a:cubicBezTo>
                    <a:pt x="17333" y="37245"/>
                    <a:pt x="17923" y="37192"/>
                    <a:pt x="18511" y="37084"/>
                  </a:cubicBezTo>
                  <a:cubicBezTo>
                    <a:pt x="25806" y="35747"/>
                    <a:pt x="30214" y="26385"/>
                    <a:pt x="28359" y="16203"/>
                  </a:cubicBezTo>
                  <a:cubicBezTo>
                    <a:pt x="26652" y="6825"/>
                    <a:pt x="20201" y="0"/>
                    <a:pt x="1344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4" name="Google Shape;2594;p42"/>
            <p:cNvSpPr/>
            <p:nvPr/>
          </p:nvSpPr>
          <p:spPr>
            <a:xfrm>
              <a:off x="3516191" y="2377340"/>
              <a:ext cx="30951" cy="36367"/>
            </a:xfrm>
            <a:custGeom>
              <a:avLst/>
              <a:gdLst/>
              <a:ahLst/>
              <a:cxnLst/>
              <a:rect l="l" t="t" r="r" b="b"/>
              <a:pathLst>
                <a:path w="41826" h="49145" extrusionOk="0">
                  <a:moveTo>
                    <a:pt x="19971" y="11880"/>
                  </a:moveTo>
                  <a:cubicBezTo>
                    <a:pt x="23345" y="11880"/>
                    <a:pt x="27691" y="16257"/>
                    <a:pt x="29029" y="23217"/>
                  </a:cubicBezTo>
                  <a:cubicBezTo>
                    <a:pt x="29667" y="26895"/>
                    <a:pt x="29333" y="30604"/>
                    <a:pt x="27995" y="33400"/>
                  </a:cubicBezTo>
                  <a:cubicBezTo>
                    <a:pt x="27387" y="34646"/>
                    <a:pt x="26080" y="36804"/>
                    <a:pt x="23922" y="37199"/>
                  </a:cubicBezTo>
                  <a:cubicBezTo>
                    <a:pt x="23708" y="37237"/>
                    <a:pt x="23488" y="37255"/>
                    <a:pt x="23265" y="37255"/>
                  </a:cubicBezTo>
                  <a:cubicBezTo>
                    <a:pt x="19843" y="37255"/>
                    <a:pt x="15480" y="32943"/>
                    <a:pt x="14196" y="25953"/>
                  </a:cubicBezTo>
                  <a:cubicBezTo>
                    <a:pt x="12858" y="18506"/>
                    <a:pt x="15807" y="12609"/>
                    <a:pt x="19302" y="11971"/>
                  </a:cubicBezTo>
                  <a:cubicBezTo>
                    <a:pt x="19515" y="11910"/>
                    <a:pt x="19758" y="11880"/>
                    <a:pt x="19971" y="11880"/>
                  </a:cubicBezTo>
                  <a:close/>
                  <a:moveTo>
                    <a:pt x="20029" y="1"/>
                  </a:moveTo>
                  <a:cubicBezTo>
                    <a:pt x="19064" y="1"/>
                    <a:pt x="18090" y="88"/>
                    <a:pt x="17114" y="269"/>
                  </a:cubicBezTo>
                  <a:cubicBezTo>
                    <a:pt x="6414" y="2214"/>
                    <a:pt x="1" y="14433"/>
                    <a:pt x="2493" y="28081"/>
                  </a:cubicBezTo>
                  <a:cubicBezTo>
                    <a:pt x="4773" y="40452"/>
                    <a:pt x="13557" y="49145"/>
                    <a:pt x="23162" y="49145"/>
                  </a:cubicBezTo>
                  <a:cubicBezTo>
                    <a:pt x="24105" y="49145"/>
                    <a:pt x="25108" y="49084"/>
                    <a:pt x="26080" y="48902"/>
                  </a:cubicBezTo>
                  <a:cubicBezTo>
                    <a:pt x="31460" y="47899"/>
                    <a:pt x="36081" y="44099"/>
                    <a:pt x="38755" y="38446"/>
                  </a:cubicBezTo>
                  <a:cubicBezTo>
                    <a:pt x="41126" y="33400"/>
                    <a:pt x="41825" y="27230"/>
                    <a:pt x="40670" y="21090"/>
                  </a:cubicBezTo>
                  <a:cubicBezTo>
                    <a:pt x="38405" y="8688"/>
                    <a:pt x="29640" y="1"/>
                    <a:pt x="2002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5" name="Google Shape;2595;p42"/>
            <p:cNvSpPr/>
            <p:nvPr/>
          </p:nvSpPr>
          <p:spPr>
            <a:xfrm>
              <a:off x="3736943" y="2334482"/>
              <a:ext cx="22336" cy="27579"/>
            </a:xfrm>
            <a:custGeom>
              <a:avLst/>
              <a:gdLst/>
              <a:ahLst/>
              <a:cxnLst/>
              <a:rect l="l" t="t" r="r" b="b"/>
              <a:pathLst>
                <a:path w="30184" h="37269" extrusionOk="0">
                  <a:moveTo>
                    <a:pt x="13525" y="1"/>
                  </a:moveTo>
                  <a:cubicBezTo>
                    <a:pt x="12949" y="1"/>
                    <a:pt x="12372" y="51"/>
                    <a:pt x="11795" y="154"/>
                  </a:cubicBezTo>
                  <a:cubicBezTo>
                    <a:pt x="4469" y="1491"/>
                    <a:pt x="1" y="10823"/>
                    <a:pt x="1825" y="21005"/>
                  </a:cubicBezTo>
                  <a:cubicBezTo>
                    <a:pt x="3505" y="30414"/>
                    <a:pt x="9931" y="37268"/>
                    <a:pt x="16660" y="37268"/>
                  </a:cubicBezTo>
                  <a:cubicBezTo>
                    <a:pt x="17235" y="37268"/>
                    <a:pt x="17813" y="37218"/>
                    <a:pt x="18390" y="37115"/>
                  </a:cubicBezTo>
                  <a:cubicBezTo>
                    <a:pt x="25746" y="35808"/>
                    <a:pt x="30184" y="26477"/>
                    <a:pt x="28360" y="16264"/>
                  </a:cubicBezTo>
                  <a:cubicBezTo>
                    <a:pt x="26680" y="6856"/>
                    <a:pt x="20254" y="1"/>
                    <a:pt x="1352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6" name="Google Shape;2596;p42"/>
            <p:cNvSpPr/>
            <p:nvPr/>
          </p:nvSpPr>
          <p:spPr>
            <a:xfrm>
              <a:off x="3732172" y="2330064"/>
              <a:ext cx="30860" cy="36379"/>
            </a:xfrm>
            <a:custGeom>
              <a:avLst/>
              <a:gdLst/>
              <a:ahLst/>
              <a:cxnLst/>
              <a:rect l="l" t="t" r="r" b="b"/>
              <a:pathLst>
                <a:path w="41703" h="49161" extrusionOk="0">
                  <a:moveTo>
                    <a:pt x="19940" y="11895"/>
                  </a:moveTo>
                  <a:cubicBezTo>
                    <a:pt x="23374" y="11895"/>
                    <a:pt x="27691" y="16303"/>
                    <a:pt x="28937" y="23263"/>
                  </a:cubicBezTo>
                  <a:cubicBezTo>
                    <a:pt x="29606" y="26911"/>
                    <a:pt x="29210" y="30619"/>
                    <a:pt x="27873" y="33415"/>
                  </a:cubicBezTo>
                  <a:cubicBezTo>
                    <a:pt x="27326" y="34662"/>
                    <a:pt x="25988" y="36820"/>
                    <a:pt x="23830" y="37215"/>
                  </a:cubicBezTo>
                  <a:cubicBezTo>
                    <a:pt x="23598" y="37258"/>
                    <a:pt x="23366" y="37278"/>
                    <a:pt x="23137" y="37278"/>
                  </a:cubicBezTo>
                  <a:cubicBezTo>
                    <a:pt x="21270" y="37278"/>
                    <a:pt x="19560" y="35953"/>
                    <a:pt x="18693" y="35087"/>
                  </a:cubicBezTo>
                  <a:cubicBezTo>
                    <a:pt x="16475" y="32959"/>
                    <a:pt x="14803" y="29616"/>
                    <a:pt x="14165" y="25908"/>
                  </a:cubicBezTo>
                  <a:cubicBezTo>
                    <a:pt x="12827" y="18461"/>
                    <a:pt x="15806" y="12625"/>
                    <a:pt x="19301" y="11986"/>
                  </a:cubicBezTo>
                  <a:cubicBezTo>
                    <a:pt x="19484" y="11926"/>
                    <a:pt x="19727" y="11895"/>
                    <a:pt x="19940" y="11895"/>
                  </a:cubicBezTo>
                  <a:close/>
                  <a:moveTo>
                    <a:pt x="20012" y="1"/>
                  </a:moveTo>
                  <a:cubicBezTo>
                    <a:pt x="19072" y="1"/>
                    <a:pt x="18125" y="84"/>
                    <a:pt x="17174" y="254"/>
                  </a:cubicBezTo>
                  <a:cubicBezTo>
                    <a:pt x="6444" y="2169"/>
                    <a:pt x="0" y="14357"/>
                    <a:pt x="2432" y="28005"/>
                  </a:cubicBezTo>
                  <a:cubicBezTo>
                    <a:pt x="3526" y="34175"/>
                    <a:pt x="6353" y="39677"/>
                    <a:pt x="10365" y="43598"/>
                  </a:cubicBezTo>
                  <a:cubicBezTo>
                    <a:pt x="14104" y="47245"/>
                    <a:pt x="18663" y="49160"/>
                    <a:pt x="23162" y="49160"/>
                  </a:cubicBezTo>
                  <a:cubicBezTo>
                    <a:pt x="24074" y="49160"/>
                    <a:pt x="24985" y="49099"/>
                    <a:pt x="25867" y="48917"/>
                  </a:cubicBezTo>
                  <a:cubicBezTo>
                    <a:pt x="31277" y="47944"/>
                    <a:pt x="35897" y="44145"/>
                    <a:pt x="38603" y="38522"/>
                  </a:cubicBezTo>
                  <a:cubicBezTo>
                    <a:pt x="41004" y="33476"/>
                    <a:pt x="41703" y="27336"/>
                    <a:pt x="40609" y="21166"/>
                  </a:cubicBezTo>
                  <a:cubicBezTo>
                    <a:pt x="38393" y="8703"/>
                    <a:pt x="29642" y="1"/>
                    <a:pt x="20012"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7" name="Google Shape;2597;p42"/>
            <p:cNvSpPr/>
            <p:nvPr/>
          </p:nvSpPr>
          <p:spPr>
            <a:xfrm>
              <a:off x="3612208" y="2357440"/>
              <a:ext cx="54275" cy="44874"/>
            </a:xfrm>
            <a:custGeom>
              <a:avLst/>
              <a:gdLst/>
              <a:ahLst/>
              <a:cxnLst/>
              <a:rect l="l" t="t" r="r" b="b"/>
              <a:pathLst>
                <a:path w="73345" h="60640" extrusionOk="0">
                  <a:moveTo>
                    <a:pt x="68998" y="1"/>
                  </a:moveTo>
                  <a:lnTo>
                    <a:pt x="57205" y="1612"/>
                  </a:lnTo>
                  <a:lnTo>
                    <a:pt x="58025" y="7508"/>
                  </a:lnTo>
                  <a:cubicBezTo>
                    <a:pt x="60974" y="29150"/>
                    <a:pt x="53162" y="45199"/>
                    <a:pt x="43891" y="48178"/>
                  </a:cubicBezTo>
                  <a:cubicBezTo>
                    <a:pt x="42705" y="48557"/>
                    <a:pt x="41525" y="48717"/>
                    <a:pt x="40380" y="48717"/>
                  </a:cubicBezTo>
                  <a:cubicBezTo>
                    <a:pt x="37298" y="48717"/>
                    <a:pt x="34462" y="47559"/>
                    <a:pt x="32402" y="46384"/>
                  </a:cubicBezTo>
                  <a:cubicBezTo>
                    <a:pt x="23557" y="41339"/>
                    <a:pt x="16110" y="29545"/>
                    <a:pt x="12918" y="15502"/>
                  </a:cubicBezTo>
                  <a:lnTo>
                    <a:pt x="11581" y="9697"/>
                  </a:lnTo>
                  <a:lnTo>
                    <a:pt x="0" y="12311"/>
                  </a:lnTo>
                  <a:lnTo>
                    <a:pt x="1337" y="18147"/>
                  </a:lnTo>
                  <a:cubicBezTo>
                    <a:pt x="5289" y="35563"/>
                    <a:pt x="14712" y="50001"/>
                    <a:pt x="26566" y="56749"/>
                  </a:cubicBezTo>
                  <a:cubicBezTo>
                    <a:pt x="31125" y="59363"/>
                    <a:pt x="35745" y="60640"/>
                    <a:pt x="40305" y="60640"/>
                  </a:cubicBezTo>
                  <a:cubicBezTo>
                    <a:pt x="42767" y="60640"/>
                    <a:pt x="45229" y="60275"/>
                    <a:pt x="47539" y="59515"/>
                  </a:cubicBezTo>
                  <a:cubicBezTo>
                    <a:pt x="63953" y="54196"/>
                    <a:pt x="73345" y="31612"/>
                    <a:pt x="69789" y="5897"/>
                  </a:cubicBezTo>
                  <a:lnTo>
                    <a:pt x="6899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601"/>
        <p:cNvGrpSpPr/>
        <p:nvPr/>
      </p:nvGrpSpPr>
      <p:grpSpPr>
        <a:xfrm>
          <a:off x="0" y="0"/>
          <a:ext cx="0" cy="0"/>
          <a:chOff x="0" y="0"/>
          <a:chExt cx="0" cy="0"/>
        </a:xfrm>
      </p:grpSpPr>
      <p:grpSp>
        <p:nvGrpSpPr>
          <p:cNvPr id="2602" name="Google Shape;2602;p43"/>
          <p:cNvGrpSpPr/>
          <p:nvPr/>
        </p:nvGrpSpPr>
        <p:grpSpPr>
          <a:xfrm>
            <a:off x="965523" y="1637569"/>
            <a:ext cx="3683573" cy="2211279"/>
            <a:chOff x="4854325" y="1936705"/>
            <a:chExt cx="3569700" cy="2142920"/>
          </a:xfrm>
        </p:grpSpPr>
        <p:sp>
          <p:nvSpPr>
            <p:cNvPr id="2603" name="Google Shape;2603;p43"/>
            <p:cNvSpPr/>
            <p:nvPr/>
          </p:nvSpPr>
          <p:spPr>
            <a:xfrm>
              <a:off x="5044081" y="1936705"/>
              <a:ext cx="3190200" cy="1990200"/>
            </a:xfrm>
            <a:prstGeom prst="round2SameRect">
              <a:avLst>
                <a:gd name="adj1" fmla="val 10910"/>
                <a:gd name="adj2" fmla="val 0"/>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4" name="Google Shape;2604;p43"/>
            <p:cNvSpPr/>
            <p:nvPr/>
          </p:nvSpPr>
          <p:spPr>
            <a:xfrm rot="10800000">
              <a:off x="4854325" y="3926925"/>
              <a:ext cx="3569700" cy="152700"/>
            </a:xfrm>
            <a:prstGeom prst="round2SameRect">
              <a:avLst>
                <a:gd name="adj1" fmla="val 50000"/>
                <a:gd name="adj2" fmla="val 0"/>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5" name="Google Shape;2605;p43"/>
            <p:cNvSpPr/>
            <p:nvPr/>
          </p:nvSpPr>
          <p:spPr>
            <a:xfrm>
              <a:off x="6606475" y="2008050"/>
              <a:ext cx="65400" cy="65400"/>
            </a:xfrm>
            <a:prstGeom prst="ellipse">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606" name="Google Shape;2606;p43"/>
          <p:cNvSpPr txBox="1">
            <a:spLocks noGrp="1"/>
          </p:cNvSpPr>
          <p:nvPr>
            <p:ph type="title"/>
          </p:nvPr>
        </p:nvSpPr>
        <p:spPr>
          <a:xfrm>
            <a:off x="904875" y="597425"/>
            <a:ext cx="73344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fr"/>
              <a:t>Demo DU</a:t>
            </a:r>
            <a:r>
              <a:rPr lang="fr">
                <a:solidFill>
                  <a:schemeClr val="lt1"/>
                </a:solidFill>
              </a:rPr>
              <a:t> PRODUIT</a:t>
            </a:r>
            <a:endParaRPr>
              <a:solidFill>
                <a:schemeClr val="lt1"/>
              </a:solidFill>
            </a:endParaRPr>
          </a:p>
        </p:txBody>
      </p:sp>
      <p:sp>
        <p:nvSpPr>
          <p:cNvPr id="2607" name="Google Shape;2607;p43"/>
          <p:cNvSpPr txBox="1">
            <a:spLocks noGrp="1"/>
          </p:cNvSpPr>
          <p:nvPr>
            <p:ph type="subTitle" idx="1"/>
          </p:nvPr>
        </p:nvSpPr>
        <p:spPr>
          <a:xfrm>
            <a:off x="5030725" y="2074950"/>
            <a:ext cx="2966400" cy="1301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fr"/>
              <a:t>Vous pouvez remplacer l'image à l'écran par votre propre travail. Faites un clic droit dessus et sélectionnez "Remplacer l'image"</a:t>
            </a:r>
            <a:endParaRPr/>
          </a:p>
        </p:txBody>
      </p:sp>
      <p:pic>
        <p:nvPicPr>
          <p:cNvPr id="2608" name="Google Shape;2608;p43"/>
          <p:cNvPicPr preferRelativeResize="0"/>
          <p:nvPr/>
        </p:nvPicPr>
        <p:blipFill rotWithShape="1">
          <a:blip r:embed="rId3">
            <a:alphaModFix/>
          </a:blip>
          <a:srcRect t="49" b="39"/>
          <a:stretch/>
        </p:blipFill>
        <p:spPr>
          <a:xfrm>
            <a:off x="1222600" y="1836897"/>
            <a:ext cx="3163500" cy="1777800"/>
          </a:xfrm>
          <a:prstGeom prst="round2SameRect">
            <a:avLst>
              <a:gd name="adj1" fmla="val 11814"/>
              <a:gd name="adj2" fmla="val 0"/>
            </a:avLst>
          </a:prstGeom>
          <a:noFill/>
          <a:ln w="9525" cap="flat" cmpd="sng">
            <a:solidFill>
              <a:schemeClr val="dk1"/>
            </a:solidFill>
            <a:prstDash val="solid"/>
            <a:round/>
            <a:headEnd type="none" w="sm" len="sm"/>
            <a:tailEnd type="none" w="sm" len="sm"/>
          </a:ln>
        </p:spPr>
      </p:pic>
      <p:grpSp>
        <p:nvGrpSpPr>
          <p:cNvPr id="2609" name="Google Shape;2609;p43"/>
          <p:cNvGrpSpPr/>
          <p:nvPr/>
        </p:nvGrpSpPr>
        <p:grpSpPr>
          <a:xfrm>
            <a:off x="7997075" y="1705200"/>
            <a:ext cx="1061100" cy="314400"/>
            <a:chOff x="7997075" y="4289600"/>
            <a:chExt cx="1061100" cy="314400"/>
          </a:xfrm>
        </p:grpSpPr>
        <p:sp>
          <p:nvSpPr>
            <p:cNvPr id="2610" name="Google Shape;2610;p43"/>
            <p:cNvSpPr/>
            <p:nvPr/>
          </p:nvSpPr>
          <p:spPr>
            <a:xfrm>
              <a:off x="7997075" y="4289600"/>
              <a:ext cx="1061100" cy="314400"/>
            </a:xfrm>
            <a:prstGeom prst="rect">
              <a:avLst/>
            </a:prstGeom>
            <a:solidFill>
              <a:schemeClr val="lt1"/>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1" name="Google Shape;2611;p43"/>
            <p:cNvSpPr/>
            <p:nvPr/>
          </p:nvSpPr>
          <p:spPr>
            <a:xfrm>
              <a:off x="7997075" y="4289600"/>
              <a:ext cx="426900" cy="314400"/>
            </a:xfrm>
            <a:prstGeom prst="rect">
              <a:avLst/>
            </a:prstGeom>
            <a:solidFill>
              <a:srgbClr val="000000">
                <a:alpha val="78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615"/>
        <p:cNvGrpSpPr/>
        <p:nvPr/>
      </p:nvGrpSpPr>
      <p:grpSpPr>
        <a:xfrm>
          <a:off x="0" y="0"/>
          <a:ext cx="0" cy="0"/>
          <a:chOff x="0" y="0"/>
          <a:chExt cx="0" cy="0"/>
        </a:xfrm>
      </p:grpSpPr>
      <p:sp>
        <p:nvSpPr>
          <p:cNvPr id="2616" name="Google Shape;2616;p44"/>
          <p:cNvSpPr txBox="1">
            <a:spLocks noGrp="1"/>
          </p:cNvSpPr>
          <p:nvPr>
            <p:ph type="title"/>
          </p:nvPr>
        </p:nvSpPr>
        <p:spPr>
          <a:xfrm>
            <a:off x="2196200" y="411777"/>
            <a:ext cx="4751400" cy="15111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fr" dirty="0"/>
              <a:t>merci !</a:t>
            </a:r>
            <a:endParaRPr dirty="0"/>
          </a:p>
        </p:txBody>
      </p:sp>
      <p:sp>
        <p:nvSpPr>
          <p:cNvPr id="2617" name="Google Shape;2617;p44"/>
          <p:cNvSpPr txBox="1">
            <a:spLocks noGrp="1"/>
          </p:cNvSpPr>
          <p:nvPr>
            <p:ph type="subTitle" idx="1"/>
          </p:nvPr>
        </p:nvSpPr>
        <p:spPr>
          <a:xfrm>
            <a:off x="2674400" y="1854118"/>
            <a:ext cx="3795000" cy="713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Clr>
                <a:schemeClr val="lt1"/>
              </a:buClr>
              <a:buSzPts val="1100"/>
              <a:buFont typeface="Arial"/>
              <a:buNone/>
            </a:pPr>
            <a:r>
              <a:rPr lang="fr" dirty="0"/>
              <a:t>Avez-vous des questions ?</a:t>
            </a:r>
            <a:endParaRPr dirty="0"/>
          </a:p>
          <a:p>
            <a:pPr marL="0" lvl="0" indent="0" algn="ctr" rtl="0">
              <a:spcBef>
                <a:spcPts val="0"/>
              </a:spcBef>
              <a:spcAft>
                <a:spcPts val="0"/>
              </a:spcAft>
              <a:buClr>
                <a:schemeClr val="lt1"/>
              </a:buClr>
              <a:buSzPts val="1100"/>
              <a:buFont typeface="Arial"/>
              <a:buNone/>
            </a:pPr>
            <a:endParaRPr dirty="0"/>
          </a:p>
          <a:p>
            <a:pPr marL="0" lvl="0" indent="0" algn="ctr" rtl="0">
              <a:spcBef>
                <a:spcPts val="0"/>
              </a:spcBef>
              <a:spcAft>
                <a:spcPts val="0"/>
              </a:spcAft>
              <a:buClr>
                <a:schemeClr val="lt1"/>
              </a:buClr>
              <a:buSzPts val="1100"/>
              <a:buFont typeface="Arial"/>
              <a:buNone/>
            </a:pPr>
            <a:r>
              <a:rPr lang="fr" dirty="0"/>
              <a:t>youremail@freepik.com </a:t>
            </a:r>
            <a:endParaRPr dirty="0"/>
          </a:p>
          <a:p>
            <a:pPr marL="0" lvl="0" indent="0" algn="ctr" rtl="0">
              <a:spcBef>
                <a:spcPts val="0"/>
              </a:spcBef>
              <a:spcAft>
                <a:spcPts val="0"/>
              </a:spcAft>
              <a:buClr>
                <a:schemeClr val="lt1"/>
              </a:buClr>
              <a:buSzPts val="1100"/>
              <a:buFont typeface="Arial"/>
              <a:buNone/>
            </a:pPr>
            <a:r>
              <a:rPr lang="fr" dirty="0"/>
              <a:t>+91  620 421 838 </a:t>
            </a:r>
            <a:endParaRPr dirty="0"/>
          </a:p>
          <a:p>
            <a:pPr marL="0" lvl="0" indent="0" algn="ctr" rtl="0">
              <a:spcBef>
                <a:spcPts val="0"/>
              </a:spcBef>
              <a:spcAft>
                <a:spcPts val="0"/>
              </a:spcAft>
              <a:buNone/>
            </a:pPr>
            <a:r>
              <a:rPr lang="fr" dirty="0"/>
              <a:t>yourcompany.com</a:t>
            </a:r>
            <a:endParaRPr dirty="0"/>
          </a:p>
        </p:txBody>
      </p:sp>
      <p:sp>
        <p:nvSpPr>
          <p:cNvPr id="2618" name="Google Shape;2618;p44"/>
          <p:cNvSpPr txBox="1">
            <a:spLocks noGrp="1"/>
          </p:cNvSpPr>
          <p:nvPr>
            <p:ph type="subTitle" idx="4294967295"/>
          </p:nvPr>
        </p:nvSpPr>
        <p:spPr>
          <a:xfrm>
            <a:off x="2429801" y="3621991"/>
            <a:ext cx="4292600" cy="455613"/>
          </a:xfrm>
          <a:prstGeom prst="rect">
            <a:avLst/>
          </a:prstGeom>
        </p:spPr>
        <p:txBody>
          <a:bodyPr spcFirstLastPara="1" wrap="square" lIns="91425" tIns="91425" rIns="91425" bIns="91425" anchor="t" anchorCtr="0">
            <a:noAutofit/>
          </a:bodyPr>
          <a:lstStyle/>
          <a:p>
            <a:pPr marL="0" lvl="0" indent="0" algn="ctr" rtl="0">
              <a:spcBef>
                <a:spcPts val="0"/>
              </a:spcBef>
              <a:spcAft>
                <a:spcPts val="1600"/>
              </a:spcAft>
              <a:buNone/>
            </a:pPr>
            <a:r>
              <a:rPr lang="fr" dirty="0"/>
              <a:t>Veuillez conserver cette diapositive pour l'attribution</a:t>
            </a:r>
            <a:endParaRPr dirty="0"/>
          </a:p>
        </p:txBody>
      </p:sp>
      <p:grpSp>
        <p:nvGrpSpPr>
          <p:cNvPr id="2619" name="Google Shape;2619;p44"/>
          <p:cNvGrpSpPr/>
          <p:nvPr/>
        </p:nvGrpSpPr>
        <p:grpSpPr>
          <a:xfrm>
            <a:off x="3241846" y="3100816"/>
            <a:ext cx="375421" cy="353610"/>
            <a:chOff x="2870687" y="3796508"/>
            <a:chExt cx="375421" cy="353610"/>
          </a:xfrm>
        </p:grpSpPr>
        <p:sp>
          <p:nvSpPr>
            <p:cNvPr id="2620" name="Google Shape;2620;p44"/>
            <p:cNvSpPr/>
            <p:nvPr/>
          </p:nvSpPr>
          <p:spPr>
            <a:xfrm>
              <a:off x="2884169" y="3802104"/>
              <a:ext cx="342522" cy="342418"/>
            </a:xfrm>
            <a:custGeom>
              <a:avLst/>
              <a:gdLst/>
              <a:ahLst/>
              <a:cxnLst/>
              <a:rect l="l" t="t" r="r" b="b"/>
              <a:pathLst>
                <a:path w="13160" h="13156" extrusionOk="0">
                  <a:moveTo>
                    <a:pt x="6580" y="1"/>
                  </a:moveTo>
                  <a:cubicBezTo>
                    <a:pt x="2949" y="1"/>
                    <a:pt x="0" y="2945"/>
                    <a:pt x="0" y="6580"/>
                  </a:cubicBezTo>
                  <a:cubicBezTo>
                    <a:pt x="0" y="10211"/>
                    <a:pt x="2949" y="13156"/>
                    <a:pt x="6580" y="13156"/>
                  </a:cubicBezTo>
                  <a:cubicBezTo>
                    <a:pt x="10214" y="13156"/>
                    <a:pt x="13159" y="10211"/>
                    <a:pt x="13159" y="6580"/>
                  </a:cubicBezTo>
                  <a:cubicBezTo>
                    <a:pt x="13159" y="2945"/>
                    <a:pt x="10214" y="1"/>
                    <a:pt x="658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1" name="Google Shape;2621;p44"/>
            <p:cNvSpPr/>
            <p:nvPr/>
          </p:nvSpPr>
          <p:spPr>
            <a:xfrm>
              <a:off x="3033072" y="3802104"/>
              <a:ext cx="199657" cy="342522"/>
            </a:xfrm>
            <a:custGeom>
              <a:avLst/>
              <a:gdLst/>
              <a:ahLst/>
              <a:cxnLst/>
              <a:rect l="l" t="t" r="r" b="b"/>
              <a:pathLst>
                <a:path w="7671" h="13160" extrusionOk="0">
                  <a:moveTo>
                    <a:pt x="859" y="1"/>
                  </a:moveTo>
                  <a:cubicBezTo>
                    <a:pt x="574" y="1"/>
                    <a:pt x="285" y="18"/>
                    <a:pt x="0" y="57"/>
                  </a:cubicBezTo>
                  <a:cubicBezTo>
                    <a:pt x="3276" y="486"/>
                    <a:pt x="5721" y="3276"/>
                    <a:pt x="5721" y="6580"/>
                  </a:cubicBezTo>
                  <a:cubicBezTo>
                    <a:pt x="5721" y="9880"/>
                    <a:pt x="3276" y="12670"/>
                    <a:pt x="0" y="13103"/>
                  </a:cubicBezTo>
                  <a:cubicBezTo>
                    <a:pt x="290" y="13141"/>
                    <a:pt x="578" y="13160"/>
                    <a:pt x="863" y="13160"/>
                  </a:cubicBezTo>
                  <a:cubicBezTo>
                    <a:pt x="4274" y="13160"/>
                    <a:pt x="7190" y="10510"/>
                    <a:pt x="7421" y="7009"/>
                  </a:cubicBezTo>
                  <a:cubicBezTo>
                    <a:pt x="7670" y="3216"/>
                    <a:pt x="4659" y="4"/>
                    <a:pt x="859" y="1"/>
                  </a:cubicBezTo>
                  <a:close/>
                </a:path>
              </a:pathLst>
            </a:custGeom>
            <a:solidFill>
              <a:srgbClr val="000000">
                <a:alpha val="7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2" name="Google Shape;2622;p44"/>
            <p:cNvSpPr/>
            <p:nvPr/>
          </p:nvSpPr>
          <p:spPr>
            <a:xfrm>
              <a:off x="2943772" y="3876569"/>
              <a:ext cx="186123" cy="267953"/>
            </a:xfrm>
            <a:custGeom>
              <a:avLst/>
              <a:gdLst/>
              <a:ahLst/>
              <a:cxnLst/>
              <a:rect l="l" t="t" r="r" b="b"/>
              <a:pathLst>
                <a:path w="7151" h="10295" extrusionOk="0">
                  <a:moveTo>
                    <a:pt x="6007" y="0"/>
                  </a:moveTo>
                  <a:cubicBezTo>
                    <a:pt x="3952" y="0"/>
                    <a:pt x="2003" y="1664"/>
                    <a:pt x="2003" y="3719"/>
                  </a:cubicBezTo>
                  <a:lnTo>
                    <a:pt x="2003" y="4008"/>
                  </a:lnTo>
                  <a:lnTo>
                    <a:pt x="1" y="4008"/>
                  </a:lnTo>
                  <a:lnTo>
                    <a:pt x="1" y="6010"/>
                  </a:lnTo>
                  <a:lnTo>
                    <a:pt x="2003" y="6010"/>
                  </a:lnTo>
                  <a:lnTo>
                    <a:pt x="2003" y="9894"/>
                  </a:lnTo>
                  <a:cubicBezTo>
                    <a:pt x="2643" y="10133"/>
                    <a:pt x="3318" y="10267"/>
                    <a:pt x="4005" y="10295"/>
                  </a:cubicBezTo>
                  <a:lnTo>
                    <a:pt x="4005" y="6010"/>
                  </a:lnTo>
                  <a:lnTo>
                    <a:pt x="7150" y="6010"/>
                  </a:lnTo>
                  <a:lnTo>
                    <a:pt x="7150" y="4008"/>
                  </a:lnTo>
                  <a:lnTo>
                    <a:pt x="4005" y="4008"/>
                  </a:lnTo>
                  <a:lnTo>
                    <a:pt x="4005" y="3719"/>
                  </a:lnTo>
                  <a:cubicBezTo>
                    <a:pt x="4005" y="2614"/>
                    <a:pt x="4898" y="2006"/>
                    <a:pt x="6007" y="2006"/>
                  </a:cubicBezTo>
                  <a:lnTo>
                    <a:pt x="7150" y="2006"/>
                  </a:lnTo>
                  <a:lnTo>
                    <a:pt x="7150" y="0"/>
                  </a:lnTo>
                  <a:close/>
                </a:path>
              </a:pathLst>
            </a:custGeom>
            <a:solidFill>
              <a:srgbClr val="FEFEF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3" name="Google Shape;2623;p44"/>
            <p:cNvSpPr/>
            <p:nvPr/>
          </p:nvSpPr>
          <p:spPr>
            <a:xfrm>
              <a:off x="2870687" y="3796508"/>
              <a:ext cx="375421" cy="353610"/>
            </a:xfrm>
            <a:custGeom>
              <a:avLst/>
              <a:gdLst/>
              <a:ahLst/>
              <a:cxnLst/>
              <a:rect l="l" t="t" r="r" b="b"/>
              <a:pathLst>
                <a:path w="14424" h="13586" extrusionOk="0">
                  <a:moveTo>
                    <a:pt x="7101" y="0"/>
                  </a:moveTo>
                  <a:cubicBezTo>
                    <a:pt x="6858" y="0"/>
                    <a:pt x="6614" y="13"/>
                    <a:pt x="6369" y="40"/>
                  </a:cubicBezTo>
                  <a:cubicBezTo>
                    <a:pt x="4325" y="261"/>
                    <a:pt x="2488" y="1394"/>
                    <a:pt x="1380" y="3125"/>
                  </a:cubicBezTo>
                  <a:cubicBezTo>
                    <a:pt x="268" y="4856"/>
                    <a:pt x="1" y="6996"/>
                    <a:pt x="655" y="8948"/>
                  </a:cubicBezTo>
                  <a:cubicBezTo>
                    <a:pt x="1306" y="10898"/>
                    <a:pt x="2809" y="12446"/>
                    <a:pt x="4737" y="13163"/>
                  </a:cubicBezTo>
                  <a:cubicBezTo>
                    <a:pt x="4761" y="13172"/>
                    <a:pt x="4785" y="13176"/>
                    <a:pt x="4810" y="13176"/>
                  </a:cubicBezTo>
                  <a:cubicBezTo>
                    <a:pt x="4875" y="13176"/>
                    <a:pt x="4938" y="13146"/>
                    <a:pt x="4979" y="13090"/>
                  </a:cubicBezTo>
                  <a:cubicBezTo>
                    <a:pt x="5011" y="13051"/>
                    <a:pt x="5025" y="13005"/>
                    <a:pt x="5025" y="12956"/>
                  </a:cubicBezTo>
                  <a:lnTo>
                    <a:pt x="5025" y="9078"/>
                  </a:lnTo>
                  <a:cubicBezTo>
                    <a:pt x="5025" y="8962"/>
                    <a:pt x="4930" y="8864"/>
                    <a:pt x="4811" y="8864"/>
                  </a:cubicBezTo>
                  <a:lnTo>
                    <a:pt x="3023" y="8864"/>
                  </a:lnTo>
                  <a:lnTo>
                    <a:pt x="3023" y="7291"/>
                  </a:lnTo>
                  <a:lnTo>
                    <a:pt x="4811" y="7291"/>
                  </a:lnTo>
                  <a:cubicBezTo>
                    <a:pt x="4927" y="7291"/>
                    <a:pt x="5025" y="7196"/>
                    <a:pt x="5025" y="7076"/>
                  </a:cubicBezTo>
                  <a:lnTo>
                    <a:pt x="5025" y="6791"/>
                  </a:lnTo>
                  <a:cubicBezTo>
                    <a:pt x="5025" y="4923"/>
                    <a:pt x="6795" y="3287"/>
                    <a:pt x="8815" y="3287"/>
                  </a:cubicBezTo>
                  <a:lnTo>
                    <a:pt x="9743" y="3287"/>
                  </a:lnTo>
                  <a:lnTo>
                    <a:pt x="9743" y="4860"/>
                  </a:lnTo>
                  <a:lnTo>
                    <a:pt x="8815" y="4860"/>
                  </a:lnTo>
                  <a:cubicBezTo>
                    <a:pt x="8209" y="4860"/>
                    <a:pt x="7657" y="5036"/>
                    <a:pt x="7263" y="5352"/>
                  </a:cubicBezTo>
                  <a:cubicBezTo>
                    <a:pt x="6827" y="5704"/>
                    <a:pt x="6598" y="6200"/>
                    <a:pt x="6598" y="6791"/>
                  </a:cubicBezTo>
                  <a:lnTo>
                    <a:pt x="6598" y="7076"/>
                  </a:lnTo>
                  <a:cubicBezTo>
                    <a:pt x="6598" y="7196"/>
                    <a:pt x="6693" y="7291"/>
                    <a:pt x="6813" y="7291"/>
                  </a:cubicBezTo>
                  <a:lnTo>
                    <a:pt x="7657" y="7291"/>
                  </a:lnTo>
                  <a:cubicBezTo>
                    <a:pt x="7777" y="7291"/>
                    <a:pt x="7872" y="7196"/>
                    <a:pt x="7872" y="7076"/>
                  </a:cubicBezTo>
                  <a:cubicBezTo>
                    <a:pt x="7872" y="6960"/>
                    <a:pt x="7777" y="6862"/>
                    <a:pt x="7657" y="6862"/>
                  </a:cubicBezTo>
                  <a:lnTo>
                    <a:pt x="7027" y="6862"/>
                  </a:lnTo>
                  <a:lnTo>
                    <a:pt x="7027" y="6791"/>
                  </a:lnTo>
                  <a:cubicBezTo>
                    <a:pt x="7027" y="5683"/>
                    <a:pt x="7988" y="5289"/>
                    <a:pt x="8815" y="5289"/>
                  </a:cubicBezTo>
                  <a:lnTo>
                    <a:pt x="9958" y="5289"/>
                  </a:lnTo>
                  <a:cubicBezTo>
                    <a:pt x="10074" y="5289"/>
                    <a:pt x="10173" y="5194"/>
                    <a:pt x="10173" y="5074"/>
                  </a:cubicBezTo>
                  <a:lnTo>
                    <a:pt x="10173" y="3072"/>
                  </a:lnTo>
                  <a:cubicBezTo>
                    <a:pt x="10173" y="2953"/>
                    <a:pt x="10074" y="2858"/>
                    <a:pt x="9958" y="2858"/>
                  </a:cubicBezTo>
                  <a:lnTo>
                    <a:pt x="8815" y="2858"/>
                  </a:lnTo>
                  <a:cubicBezTo>
                    <a:pt x="7766" y="2858"/>
                    <a:pt x="6704" y="3277"/>
                    <a:pt x="5898" y="4001"/>
                  </a:cubicBezTo>
                  <a:cubicBezTo>
                    <a:pt x="5057" y="4761"/>
                    <a:pt x="4596" y="5750"/>
                    <a:pt x="4596" y="6791"/>
                  </a:cubicBezTo>
                  <a:lnTo>
                    <a:pt x="4596" y="6862"/>
                  </a:lnTo>
                  <a:lnTo>
                    <a:pt x="2809" y="6862"/>
                  </a:lnTo>
                  <a:cubicBezTo>
                    <a:pt x="2689" y="6862"/>
                    <a:pt x="2594" y="6957"/>
                    <a:pt x="2594" y="7076"/>
                  </a:cubicBezTo>
                  <a:lnTo>
                    <a:pt x="2594" y="9078"/>
                  </a:lnTo>
                  <a:cubicBezTo>
                    <a:pt x="2594" y="9198"/>
                    <a:pt x="2689" y="9293"/>
                    <a:pt x="2809" y="9293"/>
                  </a:cubicBezTo>
                  <a:lnTo>
                    <a:pt x="4596" y="9293"/>
                  </a:lnTo>
                  <a:lnTo>
                    <a:pt x="4596" y="12643"/>
                  </a:lnTo>
                  <a:cubicBezTo>
                    <a:pt x="2256" y="11636"/>
                    <a:pt x="740" y="9335"/>
                    <a:pt x="733" y="6791"/>
                  </a:cubicBezTo>
                  <a:cubicBezTo>
                    <a:pt x="733" y="3280"/>
                    <a:pt x="3590" y="427"/>
                    <a:pt x="7098" y="427"/>
                  </a:cubicBezTo>
                  <a:cubicBezTo>
                    <a:pt x="10606" y="427"/>
                    <a:pt x="13459" y="3287"/>
                    <a:pt x="13459" y="6791"/>
                  </a:cubicBezTo>
                  <a:cubicBezTo>
                    <a:pt x="13459" y="10296"/>
                    <a:pt x="10606" y="13153"/>
                    <a:pt x="7098" y="13153"/>
                  </a:cubicBezTo>
                  <a:lnTo>
                    <a:pt x="7024" y="13153"/>
                  </a:lnTo>
                  <a:lnTo>
                    <a:pt x="7024" y="9297"/>
                  </a:lnTo>
                  <a:lnTo>
                    <a:pt x="9958" y="9297"/>
                  </a:lnTo>
                  <a:cubicBezTo>
                    <a:pt x="10074" y="9297"/>
                    <a:pt x="10173" y="9202"/>
                    <a:pt x="10173" y="9082"/>
                  </a:cubicBezTo>
                  <a:lnTo>
                    <a:pt x="10173" y="7080"/>
                  </a:lnTo>
                  <a:cubicBezTo>
                    <a:pt x="10173" y="6960"/>
                    <a:pt x="10074" y="6865"/>
                    <a:pt x="9958" y="6865"/>
                  </a:cubicBezTo>
                  <a:lnTo>
                    <a:pt x="8702" y="6865"/>
                  </a:lnTo>
                  <a:cubicBezTo>
                    <a:pt x="8582" y="6865"/>
                    <a:pt x="8487" y="6960"/>
                    <a:pt x="8487" y="7080"/>
                  </a:cubicBezTo>
                  <a:cubicBezTo>
                    <a:pt x="8487" y="7200"/>
                    <a:pt x="8582" y="7295"/>
                    <a:pt x="8702" y="7295"/>
                  </a:cubicBezTo>
                  <a:lnTo>
                    <a:pt x="9743" y="7295"/>
                  </a:lnTo>
                  <a:lnTo>
                    <a:pt x="9743" y="8867"/>
                  </a:lnTo>
                  <a:lnTo>
                    <a:pt x="6809" y="8867"/>
                  </a:lnTo>
                  <a:cubicBezTo>
                    <a:pt x="6693" y="8867"/>
                    <a:pt x="6594" y="8962"/>
                    <a:pt x="6594" y="9082"/>
                  </a:cubicBezTo>
                  <a:lnTo>
                    <a:pt x="6594" y="13367"/>
                  </a:lnTo>
                  <a:cubicBezTo>
                    <a:pt x="6594" y="13480"/>
                    <a:pt x="6686" y="13575"/>
                    <a:pt x="6802" y="13582"/>
                  </a:cubicBezTo>
                  <a:cubicBezTo>
                    <a:pt x="6908" y="13586"/>
                    <a:pt x="7003" y="13586"/>
                    <a:pt x="7098" y="13586"/>
                  </a:cubicBezTo>
                  <a:cubicBezTo>
                    <a:pt x="9842" y="13586"/>
                    <a:pt x="12319" y="11932"/>
                    <a:pt x="13371" y="9395"/>
                  </a:cubicBezTo>
                  <a:cubicBezTo>
                    <a:pt x="14423" y="6855"/>
                    <a:pt x="13843" y="3935"/>
                    <a:pt x="11900" y="1992"/>
                  </a:cubicBezTo>
                  <a:cubicBezTo>
                    <a:pt x="10621" y="710"/>
                    <a:pt x="8891" y="0"/>
                    <a:pt x="710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624" name="Google Shape;2624;p44"/>
          <p:cNvGrpSpPr/>
          <p:nvPr/>
        </p:nvGrpSpPr>
        <p:grpSpPr>
          <a:xfrm>
            <a:off x="3943946" y="3100816"/>
            <a:ext cx="372844" cy="353610"/>
            <a:chOff x="4021721" y="3063283"/>
            <a:chExt cx="372844" cy="353610"/>
          </a:xfrm>
        </p:grpSpPr>
        <p:sp>
          <p:nvSpPr>
            <p:cNvPr id="2625" name="Google Shape;2625;p44"/>
            <p:cNvSpPr/>
            <p:nvPr/>
          </p:nvSpPr>
          <p:spPr>
            <a:xfrm>
              <a:off x="4046082" y="3068853"/>
              <a:ext cx="342418" cy="342418"/>
            </a:xfrm>
            <a:custGeom>
              <a:avLst/>
              <a:gdLst/>
              <a:ahLst/>
              <a:cxnLst/>
              <a:rect l="l" t="t" r="r" b="b"/>
              <a:pathLst>
                <a:path w="13156" h="13156" extrusionOk="0">
                  <a:moveTo>
                    <a:pt x="6576" y="1"/>
                  </a:moveTo>
                  <a:cubicBezTo>
                    <a:pt x="2945" y="1"/>
                    <a:pt x="0" y="2945"/>
                    <a:pt x="0" y="6580"/>
                  </a:cubicBezTo>
                  <a:cubicBezTo>
                    <a:pt x="0" y="10211"/>
                    <a:pt x="2945" y="13156"/>
                    <a:pt x="6576" y="13156"/>
                  </a:cubicBezTo>
                  <a:cubicBezTo>
                    <a:pt x="10211" y="13156"/>
                    <a:pt x="13156" y="10211"/>
                    <a:pt x="13156" y="6580"/>
                  </a:cubicBezTo>
                  <a:cubicBezTo>
                    <a:pt x="13156" y="2945"/>
                    <a:pt x="10211" y="1"/>
                    <a:pt x="657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6" name="Google Shape;2626;p44"/>
            <p:cNvSpPr/>
            <p:nvPr/>
          </p:nvSpPr>
          <p:spPr>
            <a:xfrm>
              <a:off x="4194986" y="3068853"/>
              <a:ext cx="199579" cy="342522"/>
            </a:xfrm>
            <a:custGeom>
              <a:avLst/>
              <a:gdLst/>
              <a:ahLst/>
              <a:cxnLst/>
              <a:rect l="l" t="t" r="r" b="b"/>
              <a:pathLst>
                <a:path w="7668" h="13160" extrusionOk="0">
                  <a:moveTo>
                    <a:pt x="859" y="1"/>
                  </a:moveTo>
                  <a:cubicBezTo>
                    <a:pt x="570" y="1"/>
                    <a:pt x="282" y="18"/>
                    <a:pt x="0" y="57"/>
                  </a:cubicBezTo>
                  <a:cubicBezTo>
                    <a:pt x="3273" y="486"/>
                    <a:pt x="5721" y="3276"/>
                    <a:pt x="5721" y="6580"/>
                  </a:cubicBezTo>
                  <a:cubicBezTo>
                    <a:pt x="5721" y="9880"/>
                    <a:pt x="3273" y="12670"/>
                    <a:pt x="0" y="13103"/>
                  </a:cubicBezTo>
                  <a:cubicBezTo>
                    <a:pt x="291" y="13141"/>
                    <a:pt x="579" y="13160"/>
                    <a:pt x="863" y="13160"/>
                  </a:cubicBezTo>
                  <a:cubicBezTo>
                    <a:pt x="4274" y="13160"/>
                    <a:pt x="7190" y="10510"/>
                    <a:pt x="7417" y="7009"/>
                  </a:cubicBezTo>
                  <a:cubicBezTo>
                    <a:pt x="7667" y="3216"/>
                    <a:pt x="4659" y="4"/>
                    <a:pt x="859" y="1"/>
                  </a:cubicBezTo>
                  <a:close/>
                </a:path>
              </a:pathLst>
            </a:custGeom>
            <a:solidFill>
              <a:srgbClr val="000000">
                <a:alpha val="7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7" name="Google Shape;2627;p44"/>
            <p:cNvSpPr/>
            <p:nvPr/>
          </p:nvSpPr>
          <p:spPr>
            <a:xfrm>
              <a:off x="4107533" y="3130304"/>
              <a:ext cx="219620" cy="219620"/>
            </a:xfrm>
            <a:custGeom>
              <a:avLst/>
              <a:gdLst/>
              <a:ahLst/>
              <a:cxnLst/>
              <a:rect l="l" t="t" r="r" b="b"/>
              <a:pathLst>
                <a:path w="8438" h="8438" extrusionOk="0">
                  <a:moveTo>
                    <a:pt x="6654" y="430"/>
                  </a:moveTo>
                  <a:cubicBezTo>
                    <a:pt x="7400" y="430"/>
                    <a:pt x="8005" y="1035"/>
                    <a:pt x="8008" y="1781"/>
                  </a:cubicBezTo>
                  <a:lnTo>
                    <a:pt x="8008" y="6654"/>
                  </a:lnTo>
                  <a:cubicBezTo>
                    <a:pt x="8005" y="7403"/>
                    <a:pt x="7400" y="8005"/>
                    <a:pt x="6654" y="8008"/>
                  </a:cubicBezTo>
                  <a:lnTo>
                    <a:pt x="1781" y="8008"/>
                  </a:lnTo>
                  <a:cubicBezTo>
                    <a:pt x="1035" y="8005"/>
                    <a:pt x="429" y="7403"/>
                    <a:pt x="429" y="6654"/>
                  </a:cubicBezTo>
                  <a:lnTo>
                    <a:pt x="429" y="1781"/>
                  </a:lnTo>
                  <a:cubicBezTo>
                    <a:pt x="429" y="1035"/>
                    <a:pt x="1035" y="430"/>
                    <a:pt x="1781" y="430"/>
                  </a:cubicBezTo>
                  <a:close/>
                  <a:moveTo>
                    <a:pt x="1781" y="0"/>
                  </a:moveTo>
                  <a:cubicBezTo>
                    <a:pt x="795" y="0"/>
                    <a:pt x="0" y="799"/>
                    <a:pt x="0" y="1781"/>
                  </a:cubicBezTo>
                  <a:lnTo>
                    <a:pt x="0" y="6654"/>
                  </a:lnTo>
                  <a:cubicBezTo>
                    <a:pt x="0" y="7639"/>
                    <a:pt x="795" y="8434"/>
                    <a:pt x="1781" y="8438"/>
                  </a:cubicBezTo>
                  <a:lnTo>
                    <a:pt x="6654" y="8438"/>
                  </a:lnTo>
                  <a:cubicBezTo>
                    <a:pt x="7639" y="8434"/>
                    <a:pt x="8434" y="7639"/>
                    <a:pt x="8438" y="6654"/>
                  </a:cubicBezTo>
                  <a:lnTo>
                    <a:pt x="8438" y="1781"/>
                  </a:lnTo>
                  <a:cubicBezTo>
                    <a:pt x="8434" y="799"/>
                    <a:pt x="7639" y="0"/>
                    <a:pt x="6654"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8" name="Google Shape;2628;p44"/>
            <p:cNvSpPr/>
            <p:nvPr/>
          </p:nvSpPr>
          <p:spPr>
            <a:xfrm>
              <a:off x="4261928" y="3158127"/>
              <a:ext cx="29775" cy="29880"/>
            </a:xfrm>
            <a:custGeom>
              <a:avLst/>
              <a:gdLst/>
              <a:ahLst/>
              <a:cxnLst/>
              <a:rect l="l" t="t" r="r" b="b"/>
              <a:pathLst>
                <a:path w="1144" h="1148" extrusionOk="0">
                  <a:moveTo>
                    <a:pt x="574" y="1"/>
                  </a:moveTo>
                  <a:cubicBezTo>
                    <a:pt x="257" y="1"/>
                    <a:pt x="0" y="258"/>
                    <a:pt x="0" y="575"/>
                  </a:cubicBezTo>
                  <a:cubicBezTo>
                    <a:pt x="0" y="891"/>
                    <a:pt x="257" y="1148"/>
                    <a:pt x="574" y="1148"/>
                  </a:cubicBezTo>
                  <a:cubicBezTo>
                    <a:pt x="891" y="1148"/>
                    <a:pt x="1144" y="891"/>
                    <a:pt x="1144" y="575"/>
                  </a:cubicBezTo>
                  <a:cubicBezTo>
                    <a:pt x="1144" y="258"/>
                    <a:pt x="891" y="1"/>
                    <a:pt x="574"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9" name="Google Shape;2629;p44"/>
            <p:cNvSpPr/>
            <p:nvPr/>
          </p:nvSpPr>
          <p:spPr>
            <a:xfrm>
              <a:off x="4021721" y="3063283"/>
              <a:ext cx="372558" cy="353610"/>
            </a:xfrm>
            <a:custGeom>
              <a:avLst/>
              <a:gdLst/>
              <a:ahLst/>
              <a:cxnLst/>
              <a:rect l="l" t="t" r="r" b="b"/>
              <a:pathLst>
                <a:path w="14314" h="13586" extrusionOk="0">
                  <a:moveTo>
                    <a:pt x="7516" y="429"/>
                  </a:moveTo>
                  <a:cubicBezTo>
                    <a:pt x="11024" y="429"/>
                    <a:pt x="13877" y="3283"/>
                    <a:pt x="13877" y="6794"/>
                  </a:cubicBezTo>
                  <a:cubicBezTo>
                    <a:pt x="13877" y="10302"/>
                    <a:pt x="11024" y="13155"/>
                    <a:pt x="7516" y="13155"/>
                  </a:cubicBezTo>
                  <a:cubicBezTo>
                    <a:pt x="4004" y="13155"/>
                    <a:pt x="1151" y="10302"/>
                    <a:pt x="1151" y="6794"/>
                  </a:cubicBezTo>
                  <a:cubicBezTo>
                    <a:pt x="1151" y="3283"/>
                    <a:pt x="4004" y="429"/>
                    <a:pt x="7516" y="429"/>
                  </a:cubicBezTo>
                  <a:close/>
                  <a:moveTo>
                    <a:pt x="7514" y="1"/>
                  </a:moveTo>
                  <a:cubicBezTo>
                    <a:pt x="6207" y="1"/>
                    <a:pt x="4892" y="377"/>
                    <a:pt x="3741" y="1147"/>
                  </a:cubicBezTo>
                  <a:cubicBezTo>
                    <a:pt x="1045" y="2945"/>
                    <a:pt x="0" y="6400"/>
                    <a:pt x="1239" y="9391"/>
                  </a:cubicBezTo>
                  <a:cubicBezTo>
                    <a:pt x="2307" y="11966"/>
                    <a:pt x="4809" y="13586"/>
                    <a:pt x="7510" y="13586"/>
                  </a:cubicBezTo>
                  <a:cubicBezTo>
                    <a:pt x="7950" y="13586"/>
                    <a:pt x="8394" y="13543"/>
                    <a:pt x="8839" y="13454"/>
                  </a:cubicBezTo>
                  <a:cubicBezTo>
                    <a:pt x="12020" y="12825"/>
                    <a:pt x="14307" y="10035"/>
                    <a:pt x="14307" y="6794"/>
                  </a:cubicBezTo>
                  <a:cubicBezTo>
                    <a:pt x="14314" y="4989"/>
                    <a:pt x="13596" y="3261"/>
                    <a:pt x="12319" y="1991"/>
                  </a:cubicBezTo>
                  <a:cubicBezTo>
                    <a:pt x="11005" y="677"/>
                    <a:pt x="9266" y="1"/>
                    <a:pt x="751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0" name="Google Shape;2630;p44"/>
            <p:cNvSpPr/>
            <p:nvPr/>
          </p:nvSpPr>
          <p:spPr>
            <a:xfrm>
              <a:off x="4114775" y="3136450"/>
              <a:ext cx="207300" cy="207300"/>
            </a:xfrm>
            <a:prstGeom prst="roundRect">
              <a:avLst>
                <a:gd name="adj" fmla="val 16667"/>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1" name="Google Shape;2631;p44"/>
            <p:cNvSpPr/>
            <p:nvPr/>
          </p:nvSpPr>
          <p:spPr>
            <a:xfrm>
              <a:off x="4107533" y="3130304"/>
              <a:ext cx="219620" cy="219620"/>
            </a:xfrm>
            <a:custGeom>
              <a:avLst/>
              <a:gdLst/>
              <a:ahLst/>
              <a:cxnLst/>
              <a:rect l="l" t="t" r="r" b="b"/>
              <a:pathLst>
                <a:path w="8438" h="8438" extrusionOk="0">
                  <a:moveTo>
                    <a:pt x="6654" y="430"/>
                  </a:moveTo>
                  <a:cubicBezTo>
                    <a:pt x="7400" y="430"/>
                    <a:pt x="8005" y="1035"/>
                    <a:pt x="8008" y="1781"/>
                  </a:cubicBezTo>
                  <a:lnTo>
                    <a:pt x="8008" y="6654"/>
                  </a:lnTo>
                  <a:cubicBezTo>
                    <a:pt x="8005" y="7403"/>
                    <a:pt x="7400" y="8005"/>
                    <a:pt x="6654" y="8008"/>
                  </a:cubicBezTo>
                  <a:lnTo>
                    <a:pt x="1781" y="8008"/>
                  </a:lnTo>
                  <a:cubicBezTo>
                    <a:pt x="1035" y="8005"/>
                    <a:pt x="429" y="7403"/>
                    <a:pt x="429" y="6654"/>
                  </a:cubicBezTo>
                  <a:lnTo>
                    <a:pt x="429" y="1781"/>
                  </a:lnTo>
                  <a:cubicBezTo>
                    <a:pt x="429" y="1035"/>
                    <a:pt x="1035" y="430"/>
                    <a:pt x="1781" y="430"/>
                  </a:cubicBezTo>
                  <a:close/>
                  <a:moveTo>
                    <a:pt x="1781" y="0"/>
                  </a:moveTo>
                  <a:cubicBezTo>
                    <a:pt x="795" y="0"/>
                    <a:pt x="0" y="799"/>
                    <a:pt x="0" y="1781"/>
                  </a:cubicBezTo>
                  <a:lnTo>
                    <a:pt x="0" y="6654"/>
                  </a:lnTo>
                  <a:cubicBezTo>
                    <a:pt x="0" y="7639"/>
                    <a:pt x="795" y="8434"/>
                    <a:pt x="1781" y="8438"/>
                  </a:cubicBezTo>
                  <a:lnTo>
                    <a:pt x="6654" y="8438"/>
                  </a:lnTo>
                  <a:cubicBezTo>
                    <a:pt x="7639" y="8434"/>
                    <a:pt x="8434" y="7639"/>
                    <a:pt x="8438" y="6654"/>
                  </a:cubicBezTo>
                  <a:lnTo>
                    <a:pt x="8438" y="1781"/>
                  </a:lnTo>
                  <a:cubicBezTo>
                    <a:pt x="8434" y="799"/>
                    <a:pt x="7639" y="0"/>
                    <a:pt x="665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2" name="Google Shape;2632;p44"/>
            <p:cNvSpPr/>
            <p:nvPr/>
          </p:nvSpPr>
          <p:spPr>
            <a:xfrm>
              <a:off x="4154149" y="3182254"/>
              <a:ext cx="127665" cy="115562"/>
            </a:xfrm>
            <a:custGeom>
              <a:avLst/>
              <a:gdLst/>
              <a:ahLst/>
              <a:cxnLst/>
              <a:rect l="l" t="t" r="r" b="b"/>
              <a:pathLst>
                <a:path w="4905" h="4440" extrusionOk="0">
                  <a:moveTo>
                    <a:pt x="2426" y="0"/>
                  </a:moveTo>
                  <a:cubicBezTo>
                    <a:pt x="1830" y="0"/>
                    <a:pt x="1238" y="240"/>
                    <a:pt x="802" y="703"/>
                  </a:cubicBezTo>
                  <a:cubicBezTo>
                    <a:pt x="42" y="1516"/>
                    <a:pt x="0" y="2768"/>
                    <a:pt x="707" y="3627"/>
                  </a:cubicBezTo>
                  <a:cubicBezTo>
                    <a:pt x="1143" y="4158"/>
                    <a:pt x="1780" y="4440"/>
                    <a:pt x="2426" y="4440"/>
                  </a:cubicBezTo>
                  <a:cubicBezTo>
                    <a:pt x="2828" y="4440"/>
                    <a:pt x="3233" y="4331"/>
                    <a:pt x="3596" y="4105"/>
                  </a:cubicBezTo>
                  <a:cubicBezTo>
                    <a:pt x="3712" y="4032"/>
                    <a:pt x="3730" y="3870"/>
                    <a:pt x="3635" y="3775"/>
                  </a:cubicBezTo>
                  <a:lnTo>
                    <a:pt x="3631" y="3771"/>
                  </a:lnTo>
                  <a:cubicBezTo>
                    <a:pt x="3590" y="3730"/>
                    <a:pt x="3536" y="3708"/>
                    <a:pt x="3481" y="3708"/>
                  </a:cubicBezTo>
                  <a:cubicBezTo>
                    <a:pt x="3442" y="3708"/>
                    <a:pt x="3403" y="3719"/>
                    <a:pt x="3367" y="3743"/>
                  </a:cubicBezTo>
                  <a:cubicBezTo>
                    <a:pt x="3084" y="3916"/>
                    <a:pt x="2756" y="4010"/>
                    <a:pt x="2425" y="4010"/>
                  </a:cubicBezTo>
                  <a:cubicBezTo>
                    <a:pt x="2419" y="4010"/>
                    <a:pt x="2413" y="4010"/>
                    <a:pt x="2407" y="4010"/>
                  </a:cubicBezTo>
                  <a:cubicBezTo>
                    <a:pt x="1605" y="4003"/>
                    <a:pt x="904" y="3462"/>
                    <a:pt x="697" y="2687"/>
                  </a:cubicBezTo>
                  <a:cubicBezTo>
                    <a:pt x="489" y="1913"/>
                    <a:pt x="820" y="1094"/>
                    <a:pt x="1510" y="682"/>
                  </a:cubicBezTo>
                  <a:cubicBezTo>
                    <a:pt x="1793" y="514"/>
                    <a:pt x="2109" y="432"/>
                    <a:pt x="2422" y="432"/>
                  </a:cubicBezTo>
                  <a:cubicBezTo>
                    <a:pt x="2871" y="432"/>
                    <a:pt x="3316" y="600"/>
                    <a:pt x="3659" y="925"/>
                  </a:cubicBezTo>
                  <a:cubicBezTo>
                    <a:pt x="4240" y="1477"/>
                    <a:pt x="4381" y="2350"/>
                    <a:pt x="4008" y="3057"/>
                  </a:cubicBezTo>
                  <a:cubicBezTo>
                    <a:pt x="3962" y="3141"/>
                    <a:pt x="3976" y="3243"/>
                    <a:pt x="4043" y="3310"/>
                  </a:cubicBezTo>
                  <a:lnTo>
                    <a:pt x="4046" y="3314"/>
                  </a:lnTo>
                  <a:cubicBezTo>
                    <a:pt x="4087" y="3355"/>
                    <a:pt x="4141" y="3375"/>
                    <a:pt x="4194" y="3375"/>
                  </a:cubicBezTo>
                  <a:cubicBezTo>
                    <a:pt x="4268" y="3375"/>
                    <a:pt x="4342" y="3336"/>
                    <a:pt x="4381" y="3264"/>
                  </a:cubicBezTo>
                  <a:cubicBezTo>
                    <a:pt x="4905" y="2283"/>
                    <a:pt x="4620" y="1062"/>
                    <a:pt x="3716" y="415"/>
                  </a:cubicBezTo>
                  <a:cubicBezTo>
                    <a:pt x="3327" y="136"/>
                    <a:pt x="2875" y="0"/>
                    <a:pt x="242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3" name="Google Shape;2633;p44"/>
            <p:cNvSpPr/>
            <p:nvPr/>
          </p:nvSpPr>
          <p:spPr>
            <a:xfrm>
              <a:off x="4261928" y="3158127"/>
              <a:ext cx="29775" cy="29880"/>
            </a:xfrm>
            <a:custGeom>
              <a:avLst/>
              <a:gdLst/>
              <a:ahLst/>
              <a:cxnLst/>
              <a:rect l="l" t="t" r="r" b="b"/>
              <a:pathLst>
                <a:path w="1144" h="1148" extrusionOk="0">
                  <a:moveTo>
                    <a:pt x="574" y="1"/>
                  </a:moveTo>
                  <a:cubicBezTo>
                    <a:pt x="257" y="1"/>
                    <a:pt x="0" y="258"/>
                    <a:pt x="0" y="575"/>
                  </a:cubicBezTo>
                  <a:cubicBezTo>
                    <a:pt x="0" y="891"/>
                    <a:pt x="257" y="1148"/>
                    <a:pt x="574" y="1148"/>
                  </a:cubicBezTo>
                  <a:cubicBezTo>
                    <a:pt x="891" y="1148"/>
                    <a:pt x="1144" y="891"/>
                    <a:pt x="1144" y="575"/>
                  </a:cubicBezTo>
                  <a:cubicBezTo>
                    <a:pt x="1144" y="258"/>
                    <a:pt x="891" y="1"/>
                    <a:pt x="57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634" name="Google Shape;2634;p44"/>
          <p:cNvGrpSpPr/>
          <p:nvPr/>
        </p:nvGrpSpPr>
        <p:grpSpPr>
          <a:xfrm>
            <a:off x="5342992" y="3086449"/>
            <a:ext cx="403608" cy="382344"/>
            <a:chOff x="5535955" y="3354899"/>
            <a:chExt cx="403608" cy="382344"/>
          </a:xfrm>
        </p:grpSpPr>
        <p:sp>
          <p:nvSpPr>
            <p:cNvPr id="2635" name="Google Shape;2635;p44"/>
            <p:cNvSpPr/>
            <p:nvPr/>
          </p:nvSpPr>
          <p:spPr>
            <a:xfrm>
              <a:off x="5562347" y="3360990"/>
              <a:ext cx="370267" cy="370163"/>
            </a:xfrm>
            <a:custGeom>
              <a:avLst/>
              <a:gdLst/>
              <a:ahLst/>
              <a:cxnLst/>
              <a:rect l="l" t="t" r="r" b="b"/>
              <a:pathLst>
                <a:path w="14226" h="14222" extrusionOk="0">
                  <a:moveTo>
                    <a:pt x="7111" y="0"/>
                  </a:moveTo>
                  <a:cubicBezTo>
                    <a:pt x="3184" y="0"/>
                    <a:pt x="0" y="3184"/>
                    <a:pt x="0" y="7111"/>
                  </a:cubicBezTo>
                  <a:cubicBezTo>
                    <a:pt x="0" y="11037"/>
                    <a:pt x="3184" y="14222"/>
                    <a:pt x="7111" y="14222"/>
                  </a:cubicBezTo>
                  <a:cubicBezTo>
                    <a:pt x="11041" y="14222"/>
                    <a:pt x="14225" y="11037"/>
                    <a:pt x="14225" y="7111"/>
                  </a:cubicBezTo>
                  <a:cubicBezTo>
                    <a:pt x="14225" y="3184"/>
                    <a:pt x="11041" y="0"/>
                    <a:pt x="711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6" name="Google Shape;2636;p44"/>
            <p:cNvSpPr/>
            <p:nvPr/>
          </p:nvSpPr>
          <p:spPr>
            <a:xfrm>
              <a:off x="5723327" y="3360990"/>
              <a:ext cx="216236" cy="370267"/>
            </a:xfrm>
            <a:custGeom>
              <a:avLst/>
              <a:gdLst/>
              <a:ahLst/>
              <a:cxnLst/>
              <a:rect l="l" t="t" r="r" b="b"/>
              <a:pathLst>
                <a:path w="8308" h="14226" extrusionOk="0">
                  <a:moveTo>
                    <a:pt x="942" y="0"/>
                  </a:moveTo>
                  <a:cubicBezTo>
                    <a:pt x="938" y="0"/>
                    <a:pt x="934" y="0"/>
                    <a:pt x="929" y="0"/>
                  </a:cubicBezTo>
                  <a:cubicBezTo>
                    <a:pt x="616" y="0"/>
                    <a:pt x="307" y="18"/>
                    <a:pt x="1" y="60"/>
                  </a:cubicBezTo>
                  <a:cubicBezTo>
                    <a:pt x="3540" y="524"/>
                    <a:pt x="6186" y="3540"/>
                    <a:pt x="6186" y="7111"/>
                  </a:cubicBezTo>
                  <a:cubicBezTo>
                    <a:pt x="6186" y="10679"/>
                    <a:pt x="3540" y="13697"/>
                    <a:pt x="1" y="14162"/>
                  </a:cubicBezTo>
                  <a:cubicBezTo>
                    <a:pt x="321" y="14205"/>
                    <a:pt x="639" y="14226"/>
                    <a:pt x="953" y="14226"/>
                  </a:cubicBezTo>
                  <a:cubicBezTo>
                    <a:pt x="4637" y="14226"/>
                    <a:pt x="7790" y="11362"/>
                    <a:pt x="8037" y="7575"/>
                  </a:cubicBezTo>
                  <a:cubicBezTo>
                    <a:pt x="8307" y="3473"/>
                    <a:pt x="5049" y="0"/>
                    <a:pt x="942" y="0"/>
                  </a:cubicBezTo>
                  <a:close/>
                </a:path>
              </a:pathLst>
            </a:custGeom>
            <a:solidFill>
              <a:srgbClr val="000000">
                <a:alpha val="7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7" name="Google Shape;2637;p44"/>
            <p:cNvSpPr/>
            <p:nvPr/>
          </p:nvSpPr>
          <p:spPr>
            <a:xfrm>
              <a:off x="5642459" y="3416923"/>
              <a:ext cx="171651" cy="250228"/>
            </a:xfrm>
            <a:custGeom>
              <a:avLst/>
              <a:gdLst/>
              <a:ahLst/>
              <a:cxnLst/>
              <a:rect l="l" t="t" r="r" b="b"/>
              <a:pathLst>
                <a:path w="6595" h="9614" extrusionOk="0">
                  <a:moveTo>
                    <a:pt x="2284" y="1"/>
                  </a:moveTo>
                  <a:cubicBezTo>
                    <a:pt x="2224" y="1"/>
                    <a:pt x="2172" y="47"/>
                    <a:pt x="2165" y="110"/>
                  </a:cubicBezTo>
                  <a:lnTo>
                    <a:pt x="2154" y="223"/>
                  </a:lnTo>
                  <a:cubicBezTo>
                    <a:pt x="2055" y="1246"/>
                    <a:pt x="1246" y="2056"/>
                    <a:pt x="222" y="2154"/>
                  </a:cubicBezTo>
                  <a:lnTo>
                    <a:pt x="110" y="2165"/>
                  </a:lnTo>
                  <a:cubicBezTo>
                    <a:pt x="46" y="2172"/>
                    <a:pt x="1" y="2225"/>
                    <a:pt x="1" y="2284"/>
                  </a:cubicBezTo>
                  <a:lnTo>
                    <a:pt x="1" y="4241"/>
                  </a:lnTo>
                  <a:cubicBezTo>
                    <a:pt x="1" y="4307"/>
                    <a:pt x="53" y="4360"/>
                    <a:pt x="120" y="4360"/>
                  </a:cubicBezTo>
                  <a:lnTo>
                    <a:pt x="2165" y="4360"/>
                  </a:lnTo>
                  <a:lnTo>
                    <a:pt x="2165" y="7094"/>
                  </a:lnTo>
                  <a:cubicBezTo>
                    <a:pt x="2165" y="8464"/>
                    <a:pt x="3284" y="9613"/>
                    <a:pt x="4653" y="9613"/>
                  </a:cubicBezTo>
                  <a:cubicBezTo>
                    <a:pt x="4655" y="9613"/>
                    <a:pt x="4657" y="9613"/>
                    <a:pt x="4659" y="9613"/>
                  </a:cubicBezTo>
                  <a:cubicBezTo>
                    <a:pt x="4663" y="9613"/>
                    <a:pt x="4668" y="9613"/>
                    <a:pt x="4672" y="9613"/>
                  </a:cubicBezTo>
                  <a:cubicBezTo>
                    <a:pt x="5346" y="9613"/>
                    <a:pt x="5992" y="9332"/>
                    <a:pt x="6457" y="8843"/>
                  </a:cubicBezTo>
                  <a:lnTo>
                    <a:pt x="6570" y="8723"/>
                  </a:lnTo>
                  <a:cubicBezTo>
                    <a:pt x="6594" y="8698"/>
                    <a:pt x="6594" y="8663"/>
                    <a:pt x="6573" y="8639"/>
                  </a:cubicBezTo>
                  <a:lnTo>
                    <a:pt x="5395" y="7242"/>
                  </a:lnTo>
                  <a:cubicBezTo>
                    <a:pt x="5382" y="7227"/>
                    <a:pt x="5364" y="7220"/>
                    <a:pt x="5347" y="7220"/>
                  </a:cubicBezTo>
                  <a:cubicBezTo>
                    <a:pt x="5326" y="7220"/>
                    <a:pt x="5306" y="7230"/>
                    <a:pt x="5292" y="7249"/>
                  </a:cubicBezTo>
                  <a:lnTo>
                    <a:pt x="5159" y="7456"/>
                  </a:lnTo>
                  <a:cubicBezTo>
                    <a:pt x="5045" y="7627"/>
                    <a:pt x="4851" y="7728"/>
                    <a:pt x="4647" y="7728"/>
                  </a:cubicBezTo>
                  <a:cubicBezTo>
                    <a:pt x="4637" y="7728"/>
                    <a:pt x="4627" y="7728"/>
                    <a:pt x="4617" y="7727"/>
                  </a:cubicBezTo>
                  <a:cubicBezTo>
                    <a:pt x="4297" y="7699"/>
                    <a:pt x="4050" y="7432"/>
                    <a:pt x="4050" y="7112"/>
                  </a:cubicBezTo>
                  <a:lnTo>
                    <a:pt x="4050" y="4360"/>
                  </a:lnTo>
                  <a:lnTo>
                    <a:pt x="6095" y="4360"/>
                  </a:lnTo>
                  <a:cubicBezTo>
                    <a:pt x="6162" y="4360"/>
                    <a:pt x="6214" y="4304"/>
                    <a:pt x="6214" y="4241"/>
                  </a:cubicBezTo>
                  <a:lnTo>
                    <a:pt x="6214" y="2284"/>
                  </a:lnTo>
                  <a:cubicBezTo>
                    <a:pt x="6214" y="2217"/>
                    <a:pt x="6162" y="2165"/>
                    <a:pt x="6095" y="2165"/>
                  </a:cubicBezTo>
                  <a:lnTo>
                    <a:pt x="4050" y="2165"/>
                  </a:lnTo>
                  <a:lnTo>
                    <a:pt x="4050" y="120"/>
                  </a:lnTo>
                  <a:cubicBezTo>
                    <a:pt x="4050" y="54"/>
                    <a:pt x="3998" y="1"/>
                    <a:pt x="3931"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8" name="Google Shape;2638;p44"/>
            <p:cNvSpPr/>
            <p:nvPr/>
          </p:nvSpPr>
          <p:spPr>
            <a:xfrm>
              <a:off x="5535955" y="3354899"/>
              <a:ext cx="402776" cy="382344"/>
            </a:xfrm>
            <a:custGeom>
              <a:avLst/>
              <a:gdLst/>
              <a:ahLst/>
              <a:cxnLst/>
              <a:rect l="l" t="t" r="r" b="b"/>
              <a:pathLst>
                <a:path w="15475" h="14690" extrusionOk="0">
                  <a:moveTo>
                    <a:pt x="8128" y="466"/>
                  </a:moveTo>
                  <a:cubicBezTo>
                    <a:pt x="11921" y="466"/>
                    <a:pt x="15007" y="3552"/>
                    <a:pt x="15007" y="7345"/>
                  </a:cubicBezTo>
                  <a:cubicBezTo>
                    <a:pt x="15007" y="11138"/>
                    <a:pt x="11921" y="14223"/>
                    <a:pt x="8128" y="14223"/>
                  </a:cubicBezTo>
                  <a:cubicBezTo>
                    <a:pt x="4332" y="14223"/>
                    <a:pt x="1246" y="11138"/>
                    <a:pt x="1246" y="7345"/>
                  </a:cubicBezTo>
                  <a:cubicBezTo>
                    <a:pt x="1246" y="3552"/>
                    <a:pt x="4332" y="466"/>
                    <a:pt x="8128" y="466"/>
                  </a:cubicBezTo>
                  <a:close/>
                  <a:moveTo>
                    <a:pt x="8122" y="0"/>
                  </a:moveTo>
                  <a:cubicBezTo>
                    <a:pt x="6711" y="0"/>
                    <a:pt x="5291" y="406"/>
                    <a:pt x="4047" y="1237"/>
                  </a:cubicBezTo>
                  <a:cubicBezTo>
                    <a:pt x="1134" y="3186"/>
                    <a:pt x="1" y="6919"/>
                    <a:pt x="1341" y="10156"/>
                  </a:cubicBezTo>
                  <a:cubicBezTo>
                    <a:pt x="2494" y="12939"/>
                    <a:pt x="5199" y="14690"/>
                    <a:pt x="8120" y="14690"/>
                  </a:cubicBezTo>
                  <a:cubicBezTo>
                    <a:pt x="8597" y="14690"/>
                    <a:pt x="9079" y="14643"/>
                    <a:pt x="9560" y="14547"/>
                  </a:cubicBezTo>
                  <a:cubicBezTo>
                    <a:pt x="12994" y="13865"/>
                    <a:pt x="15471" y="10849"/>
                    <a:pt x="15471" y="7345"/>
                  </a:cubicBezTo>
                  <a:cubicBezTo>
                    <a:pt x="15475" y="5396"/>
                    <a:pt x="14701" y="3527"/>
                    <a:pt x="13318" y="2152"/>
                  </a:cubicBezTo>
                  <a:cubicBezTo>
                    <a:pt x="11899" y="732"/>
                    <a:pt x="10018" y="0"/>
                    <a:pt x="812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9" name="Google Shape;2639;p44"/>
            <p:cNvSpPr/>
            <p:nvPr/>
          </p:nvSpPr>
          <p:spPr>
            <a:xfrm>
              <a:off x="5636785" y="3411249"/>
              <a:ext cx="183546" cy="261472"/>
            </a:xfrm>
            <a:custGeom>
              <a:avLst/>
              <a:gdLst/>
              <a:ahLst/>
              <a:cxnLst/>
              <a:rect l="l" t="t" r="r" b="b"/>
              <a:pathLst>
                <a:path w="7052" h="10046" extrusionOk="0">
                  <a:moveTo>
                    <a:pt x="2397" y="1"/>
                  </a:moveTo>
                  <a:cubicBezTo>
                    <a:pt x="2270" y="1"/>
                    <a:pt x="2164" y="106"/>
                    <a:pt x="2164" y="233"/>
                  </a:cubicBezTo>
                  <a:cubicBezTo>
                    <a:pt x="2164" y="1299"/>
                    <a:pt x="1299" y="2165"/>
                    <a:pt x="233" y="2165"/>
                  </a:cubicBezTo>
                  <a:cubicBezTo>
                    <a:pt x="106" y="2165"/>
                    <a:pt x="1" y="2270"/>
                    <a:pt x="1" y="2397"/>
                  </a:cubicBezTo>
                  <a:lnTo>
                    <a:pt x="1" y="4561"/>
                  </a:lnTo>
                  <a:cubicBezTo>
                    <a:pt x="1" y="4687"/>
                    <a:pt x="106" y="4793"/>
                    <a:pt x="233" y="4793"/>
                  </a:cubicBezTo>
                  <a:lnTo>
                    <a:pt x="2164" y="4793"/>
                  </a:lnTo>
                  <a:lnTo>
                    <a:pt x="2164" y="5824"/>
                  </a:lnTo>
                  <a:cubicBezTo>
                    <a:pt x="2164" y="5950"/>
                    <a:pt x="2270" y="6056"/>
                    <a:pt x="2397" y="6056"/>
                  </a:cubicBezTo>
                  <a:cubicBezTo>
                    <a:pt x="2527" y="6056"/>
                    <a:pt x="2629" y="5950"/>
                    <a:pt x="2629" y="5824"/>
                  </a:cubicBezTo>
                  <a:lnTo>
                    <a:pt x="2629" y="4561"/>
                  </a:lnTo>
                  <a:cubicBezTo>
                    <a:pt x="2629" y="4434"/>
                    <a:pt x="2527" y="4328"/>
                    <a:pt x="2397" y="4328"/>
                  </a:cubicBezTo>
                  <a:lnTo>
                    <a:pt x="465" y="4328"/>
                  </a:lnTo>
                  <a:lnTo>
                    <a:pt x="465" y="2618"/>
                  </a:lnTo>
                  <a:cubicBezTo>
                    <a:pt x="1605" y="2506"/>
                    <a:pt x="2509" y="1602"/>
                    <a:pt x="2622" y="462"/>
                  </a:cubicBezTo>
                  <a:lnTo>
                    <a:pt x="4022" y="462"/>
                  </a:lnTo>
                  <a:lnTo>
                    <a:pt x="4022" y="2393"/>
                  </a:lnTo>
                  <a:cubicBezTo>
                    <a:pt x="4022" y="2523"/>
                    <a:pt x="4124" y="2625"/>
                    <a:pt x="4251" y="2625"/>
                  </a:cubicBezTo>
                  <a:lnTo>
                    <a:pt x="6186" y="2625"/>
                  </a:lnTo>
                  <a:lnTo>
                    <a:pt x="6186" y="4328"/>
                  </a:lnTo>
                  <a:lnTo>
                    <a:pt x="4251" y="4328"/>
                  </a:lnTo>
                  <a:cubicBezTo>
                    <a:pt x="4124" y="4328"/>
                    <a:pt x="4022" y="4430"/>
                    <a:pt x="4022" y="4561"/>
                  </a:cubicBezTo>
                  <a:lnTo>
                    <a:pt x="4022" y="7323"/>
                  </a:lnTo>
                  <a:cubicBezTo>
                    <a:pt x="4022" y="7792"/>
                    <a:pt x="4402" y="8192"/>
                    <a:pt x="4871" y="8192"/>
                  </a:cubicBezTo>
                  <a:cubicBezTo>
                    <a:pt x="4873" y="8192"/>
                    <a:pt x="4875" y="8192"/>
                    <a:pt x="4877" y="8192"/>
                  </a:cubicBezTo>
                  <a:cubicBezTo>
                    <a:pt x="5162" y="8192"/>
                    <a:pt x="5426" y="8047"/>
                    <a:pt x="5581" y="7808"/>
                  </a:cubicBezTo>
                  <a:lnTo>
                    <a:pt x="6496" y="8885"/>
                  </a:lnTo>
                  <a:cubicBezTo>
                    <a:pt x="6072" y="9333"/>
                    <a:pt x="5484" y="9585"/>
                    <a:pt x="4871" y="9585"/>
                  </a:cubicBezTo>
                  <a:cubicBezTo>
                    <a:pt x="4862" y="9585"/>
                    <a:pt x="4854" y="9585"/>
                    <a:pt x="4846" y="9585"/>
                  </a:cubicBezTo>
                  <a:cubicBezTo>
                    <a:pt x="3614" y="9571"/>
                    <a:pt x="2629" y="8544"/>
                    <a:pt x="2629" y="7312"/>
                  </a:cubicBezTo>
                  <a:lnTo>
                    <a:pt x="2629" y="6950"/>
                  </a:lnTo>
                  <a:cubicBezTo>
                    <a:pt x="2629" y="6823"/>
                    <a:pt x="2523" y="6717"/>
                    <a:pt x="2397" y="6717"/>
                  </a:cubicBezTo>
                  <a:cubicBezTo>
                    <a:pt x="2270" y="6717"/>
                    <a:pt x="2164" y="6823"/>
                    <a:pt x="2164" y="6950"/>
                  </a:cubicBezTo>
                  <a:lnTo>
                    <a:pt x="2164" y="7305"/>
                  </a:lnTo>
                  <a:cubicBezTo>
                    <a:pt x="2164" y="8808"/>
                    <a:pt x="3372" y="10046"/>
                    <a:pt x="4872" y="10046"/>
                  </a:cubicBezTo>
                  <a:cubicBezTo>
                    <a:pt x="4879" y="10046"/>
                    <a:pt x="4885" y="10046"/>
                    <a:pt x="4891" y="10046"/>
                  </a:cubicBezTo>
                  <a:cubicBezTo>
                    <a:pt x="5708" y="10042"/>
                    <a:pt x="6475" y="9669"/>
                    <a:pt x="6981" y="9033"/>
                  </a:cubicBezTo>
                  <a:cubicBezTo>
                    <a:pt x="7052" y="8945"/>
                    <a:pt x="7048" y="8825"/>
                    <a:pt x="6978" y="8741"/>
                  </a:cubicBezTo>
                  <a:lnTo>
                    <a:pt x="5876" y="7442"/>
                  </a:lnTo>
                  <a:cubicBezTo>
                    <a:pt x="5796" y="7346"/>
                    <a:pt x="5684" y="7300"/>
                    <a:pt x="5573" y="7300"/>
                  </a:cubicBezTo>
                  <a:cubicBezTo>
                    <a:pt x="5431" y="7300"/>
                    <a:pt x="5291" y="7374"/>
                    <a:pt x="5218" y="7516"/>
                  </a:cubicBezTo>
                  <a:cubicBezTo>
                    <a:pt x="5159" y="7632"/>
                    <a:pt x="5043" y="7713"/>
                    <a:pt x="4912" y="7727"/>
                  </a:cubicBezTo>
                  <a:cubicBezTo>
                    <a:pt x="4898" y="7729"/>
                    <a:pt x="4884" y="7730"/>
                    <a:pt x="4870" y="7730"/>
                  </a:cubicBezTo>
                  <a:cubicBezTo>
                    <a:pt x="4660" y="7730"/>
                    <a:pt x="4487" y="7558"/>
                    <a:pt x="4487" y="7344"/>
                  </a:cubicBezTo>
                  <a:lnTo>
                    <a:pt x="4487" y="4793"/>
                  </a:lnTo>
                  <a:lnTo>
                    <a:pt x="6418" y="4793"/>
                  </a:lnTo>
                  <a:cubicBezTo>
                    <a:pt x="6545" y="4793"/>
                    <a:pt x="6650" y="4687"/>
                    <a:pt x="6650" y="4561"/>
                  </a:cubicBezTo>
                  <a:lnTo>
                    <a:pt x="6650" y="2397"/>
                  </a:lnTo>
                  <a:cubicBezTo>
                    <a:pt x="6650" y="2267"/>
                    <a:pt x="6545" y="2165"/>
                    <a:pt x="6418" y="2165"/>
                  </a:cubicBezTo>
                  <a:lnTo>
                    <a:pt x="4487" y="2165"/>
                  </a:lnTo>
                  <a:lnTo>
                    <a:pt x="4487" y="233"/>
                  </a:lnTo>
                  <a:cubicBezTo>
                    <a:pt x="4487" y="103"/>
                    <a:pt x="4381" y="1"/>
                    <a:pt x="425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640" name="Google Shape;2640;p44"/>
          <p:cNvGrpSpPr/>
          <p:nvPr/>
        </p:nvGrpSpPr>
        <p:grpSpPr>
          <a:xfrm>
            <a:off x="4643469" y="3100816"/>
            <a:ext cx="372844" cy="353610"/>
            <a:chOff x="4186663" y="3796534"/>
            <a:chExt cx="372844" cy="353610"/>
          </a:xfrm>
        </p:grpSpPr>
        <p:sp>
          <p:nvSpPr>
            <p:cNvPr id="2641" name="Google Shape;2641;p44"/>
            <p:cNvSpPr/>
            <p:nvPr/>
          </p:nvSpPr>
          <p:spPr>
            <a:xfrm>
              <a:off x="4211025" y="3802104"/>
              <a:ext cx="342418" cy="342418"/>
            </a:xfrm>
            <a:custGeom>
              <a:avLst/>
              <a:gdLst/>
              <a:ahLst/>
              <a:cxnLst/>
              <a:rect l="l" t="t" r="r" b="b"/>
              <a:pathLst>
                <a:path w="13156" h="13156" extrusionOk="0">
                  <a:moveTo>
                    <a:pt x="6576" y="1"/>
                  </a:moveTo>
                  <a:cubicBezTo>
                    <a:pt x="2945" y="1"/>
                    <a:pt x="0" y="2945"/>
                    <a:pt x="0" y="6580"/>
                  </a:cubicBezTo>
                  <a:cubicBezTo>
                    <a:pt x="0" y="10211"/>
                    <a:pt x="2945" y="13156"/>
                    <a:pt x="6576" y="13156"/>
                  </a:cubicBezTo>
                  <a:cubicBezTo>
                    <a:pt x="10211" y="13156"/>
                    <a:pt x="13156" y="10211"/>
                    <a:pt x="13156" y="6580"/>
                  </a:cubicBezTo>
                  <a:cubicBezTo>
                    <a:pt x="13156" y="2945"/>
                    <a:pt x="10211" y="1"/>
                    <a:pt x="657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2" name="Google Shape;2642;p44"/>
            <p:cNvSpPr/>
            <p:nvPr/>
          </p:nvSpPr>
          <p:spPr>
            <a:xfrm>
              <a:off x="4359824" y="3802104"/>
              <a:ext cx="199683" cy="342522"/>
            </a:xfrm>
            <a:custGeom>
              <a:avLst/>
              <a:gdLst/>
              <a:ahLst/>
              <a:cxnLst/>
              <a:rect l="l" t="t" r="r" b="b"/>
              <a:pathLst>
                <a:path w="7672" h="13160" extrusionOk="0">
                  <a:moveTo>
                    <a:pt x="859" y="1"/>
                  </a:moveTo>
                  <a:cubicBezTo>
                    <a:pt x="574" y="1"/>
                    <a:pt x="286" y="18"/>
                    <a:pt x="1" y="57"/>
                  </a:cubicBezTo>
                  <a:cubicBezTo>
                    <a:pt x="3277" y="486"/>
                    <a:pt x="5725" y="3276"/>
                    <a:pt x="5725" y="6580"/>
                  </a:cubicBezTo>
                  <a:cubicBezTo>
                    <a:pt x="5725" y="9880"/>
                    <a:pt x="3277" y="12670"/>
                    <a:pt x="1" y="13103"/>
                  </a:cubicBezTo>
                  <a:cubicBezTo>
                    <a:pt x="291" y="13141"/>
                    <a:pt x="580" y="13160"/>
                    <a:pt x="864" y="13160"/>
                  </a:cubicBezTo>
                  <a:cubicBezTo>
                    <a:pt x="4278" y="13160"/>
                    <a:pt x="7194" y="10510"/>
                    <a:pt x="7421" y="7009"/>
                  </a:cubicBezTo>
                  <a:cubicBezTo>
                    <a:pt x="7671" y="3216"/>
                    <a:pt x="4663" y="4"/>
                    <a:pt x="859" y="1"/>
                  </a:cubicBezTo>
                  <a:close/>
                </a:path>
              </a:pathLst>
            </a:custGeom>
            <a:solidFill>
              <a:srgbClr val="000000">
                <a:alpha val="7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3" name="Google Shape;2643;p44"/>
            <p:cNvSpPr/>
            <p:nvPr/>
          </p:nvSpPr>
          <p:spPr>
            <a:xfrm>
              <a:off x="4284370" y="3890988"/>
              <a:ext cx="218241" cy="179564"/>
            </a:xfrm>
            <a:custGeom>
              <a:avLst/>
              <a:gdLst/>
              <a:ahLst/>
              <a:cxnLst/>
              <a:rect l="l" t="t" r="r" b="b"/>
              <a:pathLst>
                <a:path w="8385" h="6899" extrusionOk="0">
                  <a:moveTo>
                    <a:pt x="5479" y="1"/>
                  </a:moveTo>
                  <a:cubicBezTo>
                    <a:pt x="5224" y="1"/>
                    <a:pt x="4967" y="51"/>
                    <a:pt x="4722" y="153"/>
                  </a:cubicBezTo>
                  <a:cubicBezTo>
                    <a:pt x="3998" y="456"/>
                    <a:pt x="3530" y="1163"/>
                    <a:pt x="3530" y="1948"/>
                  </a:cubicBezTo>
                  <a:lnTo>
                    <a:pt x="3530" y="1979"/>
                  </a:lnTo>
                  <a:lnTo>
                    <a:pt x="3435" y="1976"/>
                  </a:lnTo>
                  <a:lnTo>
                    <a:pt x="3431" y="1976"/>
                  </a:lnTo>
                  <a:cubicBezTo>
                    <a:pt x="3234" y="1976"/>
                    <a:pt x="2664" y="1814"/>
                    <a:pt x="2478" y="1754"/>
                  </a:cubicBezTo>
                  <a:cubicBezTo>
                    <a:pt x="1760" y="1508"/>
                    <a:pt x="1112" y="1107"/>
                    <a:pt x="574" y="575"/>
                  </a:cubicBezTo>
                  <a:lnTo>
                    <a:pt x="370" y="375"/>
                  </a:lnTo>
                  <a:cubicBezTo>
                    <a:pt x="357" y="362"/>
                    <a:pt x="341" y="356"/>
                    <a:pt x="325" y="356"/>
                  </a:cubicBezTo>
                  <a:cubicBezTo>
                    <a:pt x="298" y="356"/>
                    <a:pt x="271" y="374"/>
                    <a:pt x="265" y="403"/>
                  </a:cubicBezTo>
                  <a:lnTo>
                    <a:pt x="191" y="681"/>
                  </a:lnTo>
                  <a:cubicBezTo>
                    <a:pt x="1" y="1423"/>
                    <a:pt x="307" y="2208"/>
                    <a:pt x="954" y="2623"/>
                  </a:cubicBezTo>
                  <a:lnTo>
                    <a:pt x="947" y="2623"/>
                  </a:lnTo>
                  <a:cubicBezTo>
                    <a:pt x="817" y="2623"/>
                    <a:pt x="683" y="2609"/>
                    <a:pt x="553" y="2577"/>
                  </a:cubicBezTo>
                  <a:lnTo>
                    <a:pt x="314" y="2521"/>
                  </a:lnTo>
                  <a:cubicBezTo>
                    <a:pt x="309" y="2520"/>
                    <a:pt x="304" y="2519"/>
                    <a:pt x="299" y="2519"/>
                  </a:cubicBezTo>
                  <a:cubicBezTo>
                    <a:pt x="259" y="2519"/>
                    <a:pt x="227" y="2554"/>
                    <a:pt x="236" y="2595"/>
                  </a:cubicBezTo>
                  <a:lnTo>
                    <a:pt x="275" y="2838"/>
                  </a:lnTo>
                  <a:cubicBezTo>
                    <a:pt x="367" y="3376"/>
                    <a:pt x="715" y="3837"/>
                    <a:pt x="1211" y="4066"/>
                  </a:cubicBezTo>
                  <a:cubicBezTo>
                    <a:pt x="1274" y="4090"/>
                    <a:pt x="1257" y="4185"/>
                    <a:pt x="1190" y="4189"/>
                  </a:cubicBezTo>
                  <a:lnTo>
                    <a:pt x="1186" y="4189"/>
                  </a:lnTo>
                  <a:lnTo>
                    <a:pt x="919" y="4203"/>
                  </a:lnTo>
                  <a:cubicBezTo>
                    <a:pt x="873" y="4203"/>
                    <a:pt x="845" y="4256"/>
                    <a:pt x="866" y="4298"/>
                  </a:cubicBezTo>
                  <a:lnTo>
                    <a:pt x="1000" y="4530"/>
                  </a:lnTo>
                  <a:cubicBezTo>
                    <a:pt x="1260" y="4984"/>
                    <a:pt x="1714" y="5297"/>
                    <a:pt x="2235" y="5375"/>
                  </a:cubicBezTo>
                  <a:cubicBezTo>
                    <a:pt x="2291" y="5382"/>
                    <a:pt x="2309" y="5456"/>
                    <a:pt x="2263" y="5487"/>
                  </a:cubicBezTo>
                  <a:cubicBezTo>
                    <a:pt x="1820" y="5818"/>
                    <a:pt x="1306" y="6040"/>
                    <a:pt x="761" y="6135"/>
                  </a:cubicBezTo>
                  <a:lnTo>
                    <a:pt x="173" y="6237"/>
                  </a:lnTo>
                  <a:cubicBezTo>
                    <a:pt x="110" y="6247"/>
                    <a:pt x="99" y="6339"/>
                    <a:pt x="162" y="6360"/>
                  </a:cubicBezTo>
                  <a:lnTo>
                    <a:pt x="718" y="6574"/>
                  </a:lnTo>
                  <a:cubicBezTo>
                    <a:pt x="1281" y="6789"/>
                    <a:pt x="1879" y="6898"/>
                    <a:pt x="2478" y="6898"/>
                  </a:cubicBezTo>
                  <a:cubicBezTo>
                    <a:pt x="5194" y="6898"/>
                    <a:pt x="7414" y="4689"/>
                    <a:pt x="7421" y="1969"/>
                  </a:cubicBezTo>
                  <a:lnTo>
                    <a:pt x="7421" y="1951"/>
                  </a:lnTo>
                  <a:lnTo>
                    <a:pt x="7421" y="1902"/>
                  </a:lnTo>
                  <a:lnTo>
                    <a:pt x="7421" y="1891"/>
                  </a:lnTo>
                  <a:cubicBezTo>
                    <a:pt x="7611" y="1758"/>
                    <a:pt x="7787" y="1610"/>
                    <a:pt x="7949" y="1444"/>
                  </a:cubicBezTo>
                  <a:lnTo>
                    <a:pt x="8343" y="1036"/>
                  </a:lnTo>
                  <a:cubicBezTo>
                    <a:pt x="8384" y="995"/>
                    <a:pt x="8354" y="928"/>
                    <a:pt x="8301" y="928"/>
                  </a:cubicBezTo>
                  <a:cubicBezTo>
                    <a:pt x="8295" y="928"/>
                    <a:pt x="8289" y="929"/>
                    <a:pt x="8283" y="931"/>
                  </a:cubicBezTo>
                  <a:lnTo>
                    <a:pt x="7731" y="1061"/>
                  </a:lnTo>
                  <a:cubicBezTo>
                    <a:pt x="7674" y="1075"/>
                    <a:pt x="7618" y="1089"/>
                    <a:pt x="7558" y="1100"/>
                  </a:cubicBezTo>
                  <a:cubicBezTo>
                    <a:pt x="7554" y="1100"/>
                    <a:pt x="7551" y="1101"/>
                    <a:pt x="7547" y="1101"/>
                  </a:cubicBezTo>
                  <a:cubicBezTo>
                    <a:pt x="7487" y="1101"/>
                    <a:pt x="7456" y="1024"/>
                    <a:pt x="7506" y="987"/>
                  </a:cubicBezTo>
                  <a:cubicBezTo>
                    <a:pt x="7572" y="931"/>
                    <a:pt x="7632" y="875"/>
                    <a:pt x="7688" y="811"/>
                  </a:cubicBezTo>
                  <a:lnTo>
                    <a:pt x="8118" y="343"/>
                  </a:lnTo>
                  <a:cubicBezTo>
                    <a:pt x="8154" y="300"/>
                    <a:pt x="8122" y="236"/>
                    <a:pt x="8072" y="236"/>
                  </a:cubicBezTo>
                  <a:cubicBezTo>
                    <a:pt x="8064" y="236"/>
                    <a:pt x="8056" y="238"/>
                    <a:pt x="8047" y="241"/>
                  </a:cubicBezTo>
                  <a:lnTo>
                    <a:pt x="7449" y="442"/>
                  </a:lnTo>
                  <a:cubicBezTo>
                    <a:pt x="7266" y="502"/>
                    <a:pt x="7080" y="544"/>
                    <a:pt x="6893" y="572"/>
                  </a:cubicBezTo>
                  <a:cubicBezTo>
                    <a:pt x="6890" y="573"/>
                    <a:pt x="6886" y="573"/>
                    <a:pt x="6882" y="573"/>
                  </a:cubicBezTo>
                  <a:cubicBezTo>
                    <a:pt x="6865" y="573"/>
                    <a:pt x="6849" y="566"/>
                    <a:pt x="6837" y="554"/>
                  </a:cubicBezTo>
                  <a:cubicBezTo>
                    <a:pt x="6467" y="191"/>
                    <a:pt x="5977" y="1"/>
                    <a:pt x="5479" y="1"/>
                  </a:cubicBezTo>
                  <a:close/>
                </a:path>
              </a:pathLst>
            </a:custGeom>
            <a:solidFill>
              <a:srgbClr val="FEFEF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4" name="Google Shape;2644;p44"/>
            <p:cNvSpPr/>
            <p:nvPr/>
          </p:nvSpPr>
          <p:spPr>
            <a:xfrm>
              <a:off x="4186663" y="3796534"/>
              <a:ext cx="372480" cy="353610"/>
            </a:xfrm>
            <a:custGeom>
              <a:avLst/>
              <a:gdLst/>
              <a:ahLst/>
              <a:cxnLst/>
              <a:rect l="l" t="t" r="r" b="b"/>
              <a:pathLst>
                <a:path w="14311" h="13586" extrusionOk="0">
                  <a:moveTo>
                    <a:pt x="7512" y="429"/>
                  </a:moveTo>
                  <a:cubicBezTo>
                    <a:pt x="11024" y="429"/>
                    <a:pt x="13877" y="3283"/>
                    <a:pt x="13877" y="6794"/>
                  </a:cubicBezTo>
                  <a:cubicBezTo>
                    <a:pt x="13877" y="10302"/>
                    <a:pt x="11024" y="13155"/>
                    <a:pt x="7512" y="13155"/>
                  </a:cubicBezTo>
                  <a:cubicBezTo>
                    <a:pt x="4004" y="13155"/>
                    <a:pt x="1151" y="10302"/>
                    <a:pt x="1151" y="6794"/>
                  </a:cubicBezTo>
                  <a:cubicBezTo>
                    <a:pt x="1151" y="3283"/>
                    <a:pt x="4004" y="429"/>
                    <a:pt x="7512" y="429"/>
                  </a:cubicBezTo>
                  <a:close/>
                  <a:moveTo>
                    <a:pt x="7512" y="1"/>
                  </a:moveTo>
                  <a:cubicBezTo>
                    <a:pt x="6205" y="1"/>
                    <a:pt x="4891" y="377"/>
                    <a:pt x="3741" y="1147"/>
                  </a:cubicBezTo>
                  <a:cubicBezTo>
                    <a:pt x="1045" y="2945"/>
                    <a:pt x="0" y="6400"/>
                    <a:pt x="1239" y="9391"/>
                  </a:cubicBezTo>
                  <a:cubicBezTo>
                    <a:pt x="2307" y="11966"/>
                    <a:pt x="4809" y="13586"/>
                    <a:pt x="7510" y="13586"/>
                  </a:cubicBezTo>
                  <a:cubicBezTo>
                    <a:pt x="7950" y="13586"/>
                    <a:pt x="8394" y="13543"/>
                    <a:pt x="8839" y="13454"/>
                  </a:cubicBezTo>
                  <a:cubicBezTo>
                    <a:pt x="12016" y="12825"/>
                    <a:pt x="14307" y="10035"/>
                    <a:pt x="14307" y="6794"/>
                  </a:cubicBezTo>
                  <a:cubicBezTo>
                    <a:pt x="14310" y="4989"/>
                    <a:pt x="13596" y="3261"/>
                    <a:pt x="12315" y="1991"/>
                  </a:cubicBezTo>
                  <a:cubicBezTo>
                    <a:pt x="11003" y="677"/>
                    <a:pt x="9264" y="1"/>
                    <a:pt x="751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5" name="Google Shape;2645;p44"/>
            <p:cNvSpPr/>
            <p:nvPr/>
          </p:nvSpPr>
          <p:spPr>
            <a:xfrm>
              <a:off x="4277785" y="3885834"/>
              <a:ext cx="231515" cy="189871"/>
            </a:xfrm>
            <a:custGeom>
              <a:avLst/>
              <a:gdLst/>
              <a:ahLst/>
              <a:cxnLst/>
              <a:rect l="l" t="t" r="r" b="b"/>
              <a:pathLst>
                <a:path w="8895" h="7295" extrusionOk="0">
                  <a:moveTo>
                    <a:pt x="5726" y="0"/>
                  </a:moveTo>
                  <a:cubicBezTo>
                    <a:pt x="5464" y="0"/>
                    <a:pt x="5200" y="48"/>
                    <a:pt x="4947" y="147"/>
                  </a:cubicBezTo>
                  <a:cubicBezTo>
                    <a:pt x="4184" y="446"/>
                    <a:pt x="3660" y="1153"/>
                    <a:pt x="3589" y="1970"/>
                  </a:cubicBezTo>
                  <a:cubicBezTo>
                    <a:pt x="3322" y="1917"/>
                    <a:pt x="3054" y="1850"/>
                    <a:pt x="2794" y="1766"/>
                  </a:cubicBezTo>
                  <a:cubicBezTo>
                    <a:pt x="2006" y="1498"/>
                    <a:pt x="1302" y="1027"/>
                    <a:pt x="750" y="404"/>
                  </a:cubicBezTo>
                  <a:cubicBezTo>
                    <a:pt x="718" y="365"/>
                    <a:pt x="672" y="341"/>
                    <a:pt x="627" y="330"/>
                  </a:cubicBezTo>
                  <a:cubicBezTo>
                    <a:pt x="613" y="328"/>
                    <a:pt x="600" y="326"/>
                    <a:pt x="586" y="326"/>
                  </a:cubicBezTo>
                  <a:cubicBezTo>
                    <a:pt x="506" y="326"/>
                    <a:pt x="431" y="371"/>
                    <a:pt x="394" y="446"/>
                  </a:cubicBezTo>
                  <a:cubicBezTo>
                    <a:pt x="64" y="1104"/>
                    <a:pt x="130" y="1889"/>
                    <a:pt x="560" y="2487"/>
                  </a:cubicBezTo>
                  <a:cubicBezTo>
                    <a:pt x="547" y="2485"/>
                    <a:pt x="533" y="2483"/>
                    <a:pt x="520" y="2483"/>
                  </a:cubicBezTo>
                  <a:cubicBezTo>
                    <a:pt x="456" y="2483"/>
                    <a:pt x="393" y="2511"/>
                    <a:pt x="352" y="2561"/>
                  </a:cubicBezTo>
                  <a:cubicBezTo>
                    <a:pt x="324" y="2600"/>
                    <a:pt x="306" y="2645"/>
                    <a:pt x="306" y="2695"/>
                  </a:cubicBezTo>
                  <a:lnTo>
                    <a:pt x="306" y="2761"/>
                  </a:lnTo>
                  <a:cubicBezTo>
                    <a:pt x="306" y="3324"/>
                    <a:pt x="560" y="3856"/>
                    <a:pt x="1000" y="4207"/>
                  </a:cubicBezTo>
                  <a:cubicBezTo>
                    <a:pt x="968" y="4229"/>
                    <a:pt x="943" y="4257"/>
                    <a:pt x="929" y="4288"/>
                  </a:cubicBezTo>
                  <a:cubicBezTo>
                    <a:pt x="905" y="4341"/>
                    <a:pt x="897" y="4401"/>
                    <a:pt x="915" y="4454"/>
                  </a:cubicBezTo>
                  <a:cubicBezTo>
                    <a:pt x="1102" y="5041"/>
                    <a:pt x="1559" y="5506"/>
                    <a:pt x="2143" y="5696"/>
                  </a:cubicBezTo>
                  <a:cubicBezTo>
                    <a:pt x="1619" y="6016"/>
                    <a:pt x="1017" y="6185"/>
                    <a:pt x="401" y="6185"/>
                  </a:cubicBezTo>
                  <a:cubicBezTo>
                    <a:pt x="349" y="6185"/>
                    <a:pt x="292" y="6185"/>
                    <a:pt x="236" y="6181"/>
                  </a:cubicBezTo>
                  <a:cubicBezTo>
                    <a:pt x="231" y="6181"/>
                    <a:pt x="227" y="6181"/>
                    <a:pt x="222" y="6181"/>
                  </a:cubicBezTo>
                  <a:cubicBezTo>
                    <a:pt x="119" y="6181"/>
                    <a:pt x="31" y="6256"/>
                    <a:pt x="14" y="6361"/>
                  </a:cubicBezTo>
                  <a:cubicBezTo>
                    <a:pt x="0" y="6449"/>
                    <a:pt x="43" y="6537"/>
                    <a:pt x="123" y="6582"/>
                  </a:cubicBezTo>
                  <a:cubicBezTo>
                    <a:pt x="930" y="7059"/>
                    <a:pt x="1832" y="7294"/>
                    <a:pt x="2731" y="7294"/>
                  </a:cubicBezTo>
                  <a:cubicBezTo>
                    <a:pt x="3793" y="7294"/>
                    <a:pt x="4851" y="6966"/>
                    <a:pt x="5746" y="6319"/>
                  </a:cubicBezTo>
                  <a:cubicBezTo>
                    <a:pt x="5855" y="6241"/>
                    <a:pt x="5866" y="6086"/>
                    <a:pt x="5774" y="5991"/>
                  </a:cubicBezTo>
                  <a:cubicBezTo>
                    <a:pt x="5732" y="5949"/>
                    <a:pt x="5676" y="5927"/>
                    <a:pt x="5621" y="5927"/>
                  </a:cubicBezTo>
                  <a:cubicBezTo>
                    <a:pt x="5576" y="5927"/>
                    <a:pt x="5531" y="5942"/>
                    <a:pt x="5493" y="5970"/>
                  </a:cubicBezTo>
                  <a:cubicBezTo>
                    <a:pt x="4675" y="6560"/>
                    <a:pt x="3705" y="6864"/>
                    <a:pt x="2726" y="6864"/>
                  </a:cubicBezTo>
                  <a:cubicBezTo>
                    <a:pt x="2163" y="6864"/>
                    <a:pt x="1597" y="6763"/>
                    <a:pt x="1056" y="6558"/>
                  </a:cubicBezTo>
                  <a:cubicBezTo>
                    <a:pt x="1703" y="6442"/>
                    <a:pt x="2312" y="6160"/>
                    <a:pt x="2815" y="5741"/>
                  </a:cubicBezTo>
                  <a:cubicBezTo>
                    <a:pt x="2878" y="5692"/>
                    <a:pt x="2910" y="5611"/>
                    <a:pt x="2896" y="5530"/>
                  </a:cubicBezTo>
                  <a:cubicBezTo>
                    <a:pt x="2875" y="5432"/>
                    <a:pt x="2790" y="5362"/>
                    <a:pt x="2692" y="5358"/>
                  </a:cubicBezTo>
                  <a:cubicBezTo>
                    <a:pt x="2175" y="5344"/>
                    <a:pt x="1707" y="5062"/>
                    <a:pt x="1450" y="4612"/>
                  </a:cubicBezTo>
                  <a:cubicBezTo>
                    <a:pt x="1573" y="4609"/>
                    <a:pt x="1693" y="4591"/>
                    <a:pt x="1809" y="4566"/>
                  </a:cubicBezTo>
                  <a:cubicBezTo>
                    <a:pt x="1900" y="4549"/>
                    <a:pt x="1971" y="4475"/>
                    <a:pt x="1985" y="4380"/>
                  </a:cubicBezTo>
                  <a:cubicBezTo>
                    <a:pt x="1999" y="4274"/>
                    <a:pt x="1928" y="4172"/>
                    <a:pt x="1823" y="4144"/>
                  </a:cubicBezTo>
                  <a:cubicBezTo>
                    <a:pt x="1270" y="4010"/>
                    <a:pt x="852" y="3560"/>
                    <a:pt x="757" y="2997"/>
                  </a:cubicBezTo>
                  <a:lnTo>
                    <a:pt x="757" y="2997"/>
                  </a:lnTo>
                  <a:cubicBezTo>
                    <a:pt x="898" y="3030"/>
                    <a:pt x="1045" y="3048"/>
                    <a:pt x="1190" y="3048"/>
                  </a:cubicBezTo>
                  <a:cubicBezTo>
                    <a:pt x="1215" y="3048"/>
                    <a:pt x="1239" y="3047"/>
                    <a:pt x="1263" y="3046"/>
                  </a:cubicBezTo>
                  <a:cubicBezTo>
                    <a:pt x="1369" y="3043"/>
                    <a:pt x="1457" y="2962"/>
                    <a:pt x="1471" y="2856"/>
                  </a:cubicBezTo>
                  <a:cubicBezTo>
                    <a:pt x="1478" y="2772"/>
                    <a:pt x="1436" y="2691"/>
                    <a:pt x="1362" y="2645"/>
                  </a:cubicBezTo>
                  <a:cubicBezTo>
                    <a:pt x="778" y="2290"/>
                    <a:pt x="496" y="1597"/>
                    <a:pt x="669" y="935"/>
                  </a:cubicBezTo>
                  <a:lnTo>
                    <a:pt x="669" y="935"/>
                  </a:lnTo>
                  <a:cubicBezTo>
                    <a:pt x="1232" y="1491"/>
                    <a:pt x="1911" y="1913"/>
                    <a:pt x="2660" y="2170"/>
                  </a:cubicBezTo>
                  <a:cubicBezTo>
                    <a:pt x="2667" y="2174"/>
                    <a:pt x="3406" y="2402"/>
                    <a:pt x="3684" y="2402"/>
                  </a:cubicBezTo>
                  <a:lnTo>
                    <a:pt x="3790" y="2410"/>
                  </a:lnTo>
                  <a:cubicBezTo>
                    <a:pt x="3792" y="2410"/>
                    <a:pt x="3794" y="2410"/>
                    <a:pt x="3796" y="2410"/>
                  </a:cubicBezTo>
                  <a:cubicBezTo>
                    <a:pt x="3920" y="2410"/>
                    <a:pt x="4022" y="2309"/>
                    <a:pt x="4015" y="2184"/>
                  </a:cubicBezTo>
                  <a:lnTo>
                    <a:pt x="4015" y="2149"/>
                  </a:lnTo>
                  <a:cubicBezTo>
                    <a:pt x="4015" y="1449"/>
                    <a:pt x="4437" y="823"/>
                    <a:pt x="5081" y="559"/>
                  </a:cubicBezTo>
                  <a:cubicBezTo>
                    <a:pt x="5293" y="473"/>
                    <a:pt x="5514" y="431"/>
                    <a:pt x="5734" y="431"/>
                  </a:cubicBezTo>
                  <a:cubicBezTo>
                    <a:pt x="6187" y="431"/>
                    <a:pt x="6631" y="608"/>
                    <a:pt x="6960" y="942"/>
                  </a:cubicBezTo>
                  <a:cubicBezTo>
                    <a:pt x="7000" y="985"/>
                    <a:pt x="7056" y="1007"/>
                    <a:pt x="7114" y="1007"/>
                  </a:cubicBezTo>
                  <a:cubicBezTo>
                    <a:pt x="7123" y="1007"/>
                    <a:pt x="7131" y="1007"/>
                    <a:pt x="7139" y="1006"/>
                  </a:cubicBezTo>
                  <a:cubicBezTo>
                    <a:pt x="7354" y="974"/>
                    <a:pt x="7569" y="925"/>
                    <a:pt x="7776" y="854"/>
                  </a:cubicBezTo>
                  <a:lnTo>
                    <a:pt x="7776" y="854"/>
                  </a:lnTo>
                  <a:cubicBezTo>
                    <a:pt x="7667" y="978"/>
                    <a:pt x="7537" y="1080"/>
                    <a:pt x="7393" y="1160"/>
                  </a:cubicBezTo>
                  <a:cubicBezTo>
                    <a:pt x="7294" y="1213"/>
                    <a:pt x="7252" y="1336"/>
                    <a:pt x="7298" y="1438"/>
                  </a:cubicBezTo>
                  <a:lnTo>
                    <a:pt x="7301" y="1445"/>
                  </a:lnTo>
                  <a:cubicBezTo>
                    <a:pt x="7337" y="1519"/>
                    <a:pt x="7413" y="1570"/>
                    <a:pt x="7493" y="1570"/>
                  </a:cubicBezTo>
                  <a:cubicBezTo>
                    <a:pt x="7501" y="1570"/>
                    <a:pt x="7508" y="1570"/>
                    <a:pt x="7516" y="1569"/>
                  </a:cubicBezTo>
                  <a:cubicBezTo>
                    <a:pt x="7695" y="1551"/>
                    <a:pt x="7868" y="1523"/>
                    <a:pt x="8040" y="1481"/>
                  </a:cubicBezTo>
                  <a:lnTo>
                    <a:pt x="8040" y="1481"/>
                  </a:lnTo>
                  <a:cubicBezTo>
                    <a:pt x="7889" y="1639"/>
                    <a:pt x="7720" y="1783"/>
                    <a:pt x="7540" y="1906"/>
                  </a:cubicBezTo>
                  <a:cubicBezTo>
                    <a:pt x="7484" y="1949"/>
                    <a:pt x="7449" y="2019"/>
                    <a:pt x="7452" y="2089"/>
                  </a:cubicBezTo>
                  <a:lnTo>
                    <a:pt x="7452" y="2103"/>
                  </a:lnTo>
                  <a:lnTo>
                    <a:pt x="7452" y="2146"/>
                  </a:lnTo>
                  <a:lnTo>
                    <a:pt x="7452" y="2167"/>
                  </a:lnTo>
                  <a:cubicBezTo>
                    <a:pt x="7445" y="3324"/>
                    <a:pt x="7016" y="4440"/>
                    <a:pt x="6239" y="5298"/>
                  </a:cubicBezTo>
                  <a:cubicBezTo>
                    <a:pt x="6165" y="5383"/>
                    <a:pt x="6168" y="5513"/>
                    <a:pt x="6249" y="5594"/>
                  </a:cubicBezTo>
                  <a:cubicBezTo>
                    <a:pt x="6291" y="5636"/>
                    <a:pt x="6347" y="5657"/>
                    <a:pt x="6402" y="5657"/>
                  </a:cubicBezTo>
                  <a:cubicBezTo>
                    <a:pt x="6461" y="5657"/>
                    <a:pt x="6520" y="5632"/>
                    <a:pt x="6562" y="5583"/>
                  </a:cubicBezTo>
                  <a:cubicBezTo>
                    <a:pt x="7403" y="4654"/>
                    <a:pt x="7871" y="3444"/>
                    <a:pt x="7878" y="2191"/>
                  </a:cubicBezTo>
                  <a:cubicBezTo>
                    <a:pt x="8262" y="1906"/>
                    <a:pt x="8589" y="1555"/>
                    <a:pt x="8842" y="1153"/>
                  </a:cubicBezTo>
                  <a:cubicBezTo>
                    <a:pt x="8895" y="1062"/>
                    <a:pt x="8877" y="946"/>
                    <a:pt x="8796" y="879"/>
                  </a:cubicBezTo>
                  <a:cubicBezTo>
                    <a:pt x="8758" y="844"/>
                    <a:pt x="8707" y="827"/>
                    <a:pt x="8655" y="827"/>
                  </a:cubicBezTo>
                  <a:cubicBezTo>
                    <a:pt x="8623" y="827"/>
                    <a:pt x="8591" y="834"/>
                    <a:pt x="8561" y="847"/>
                  </a:cubicBezTo>
                  <a:cubicBezTo>
                    <a:pt x="8452" y="900"/>
                    <a:pt x="8339" y="946"/>
                    <a:pt x="8223" y="985"/>
                  </a:cubicBezTo>
                  <a:cubicBezTo>
                    <a:pt x="8339" y="826"/>
                    <a:pt x="8427" y="654"/>
                    <a:pt x="8494" y="467"/>
                  </a:cubicBezTo>
                  <a:cubicBezTo>
                    <a:pt x="8522" y="393"/>
                    <a:pt x="8504" y="305"/>
                    <a:pt x="8452" y="246"/>
                  </a:cubicBezTo>
                  <a:cubicBezTo>
                    <a:pt x="8410" y="200"/>
                    <a:pt x="8351" y="176"/>
                    <a:pt x="8292" y="176"/>
                  </a:cubicBezTo>
                  <a:cubicBezTo>
                    <a:pt x="8256" y="176"/>
                    <a:pt x="8220" y="185"/>
                    <a:pt x="8188" y="203"/>
                  </a:cubicBezTo>
                  <a:cubicBezTo>
                    <a:pt x="7875" y="383"/>
                    <a:pt x="7533" y="506"/>
                    <a:pt x="7182" y="566"/>
                  </a:cubicBezTo>
                  <a:cubicBezTo>
                    <a:pt x="6777" y="196"/>
                    <a:pt x="6255" y="0"/>
                    <a:pt x="572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646" name="Google Shape;2646;p44"/>
          <p:cNvGrpSpPr/>
          <p:nvPr/>
        </p:nvGrpSpPr>
        <p:grpSpPr>
          <a:xfrm rot="1845747">
            <a:off x="6894502" y="1903083"/>
            <a:ext cx="1553369" cy="1778441"/>
            <a:chOff x="1764838" y="1870818"/>
            <a:chExt cx="1214672" cy="1390669"/>
          </a:xfrm>
        </p:grpSpPr>
        <p:sp>
          <p:nvSpPr>
            <p:cNvPr id="2647" name="Google Shape;2647;p44"/>
            <p:cNvSpPr/>
            <p:nvPr/>
          </p:nvSpPr>
          <p:spPr>
            <a:xfrm>
              <a:off x="1764838" y="1875025"/>
              <a:ext cx="1214438" cy="1386462"/>
            </a:xfrm>
            <a:custGeom>
              <a:avLst/>
              <a:gdLst/>
              <a:ahLst/>
              <a:cxnLst/>
              <a:rect l="l" t="t" r="r" b="b"/>
              <a:pathLst>
                <a:path w="466643" h="536349" extrusionOk="0">
                  <a:moveTo>
                    <a:pt x="325538" y="1"/>
                  </a:moveTo>
                  <a:cubicBezTo>
                    <a:pt x="325456" y="1"/>
                    <a:pt x="325373" y="13"/>
                    <a:pt x="325291" y="38"/>
                  </a:cubicBezTo>
                  <a:lnTo>
                    <a:pt x="489" y="106242"/>
                  </a:lnTo>
                  <a:cubicBezTo>
                    <a:pt x="179" y="106349"/>
                    <a:pt x="1" y="106682"/>
                    <a:pt x="96" y="106992"/>
                  </a:cubicBezTo>
                  <a:lnTo>
                    <a:pt x="140209" y="535461"/>
                  </a:lnTo>
                  <a:cubicBezTo>
                    <a:pt x="140380" y="536004"/>
                    <a:pt x="140880" y="536349"/>
                    <a:pt x="141414" y="536349"/>
                  </a:cubicBezTo>
                  <a:cubicBezTo>
                    <a:pt x="141547" y="536349"/>
                    <a:pt x="141683" y="536328"/>
                    <a:pt x="141816" y="536282"/>
                  </a:cubicBezTo>
                  <a:lnTo>
                    <a:pt x="466047" y="430258"/>
                  </a:lnTo>
                  <a:cubicBezTo>
                    <a:pt x="466440" y="430138"/>
                    <a:pt x="466642" y="429734"/>
                    <a:pt x="466535" y="429365"/>
                  </a:cubicBezTo>
                  <a:lnTo>
                    <a:pt x="326315" y="562"/>
                  </a:lnTo>
                  <a:cubicBezTo>
                    <a:pt x="326209" y="215"/>
                    <a:pt x="325885" y="1"/>
                    <a:pt x="325538" y="1"/>
                  </a:cubicBezTo>
                  <a:close/>
                </a:path>
              </a:pathLst>
            </a:custGeom>
            <a:solidFill>
              <a:srgbClr val="FF5D3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8" name="Google Shape;2648;p44"/>
            <p:cNvSpPr/>
            <p:nvPr/>
          </p:nvSpPr>
          <p:spPr>
            <a:xfrm>
              <a:off x="1764896" y="1870818"/>
              <a:ext cx="1214613" cy="1386302"/>
            </a:xfrm>
            <a:custGeom>
              <a:avLst/>
              <a:gdLst/>
              <a:ahLst/>
              <a:cxnLst/>
              <a:rect l="l" t="t" r="r" b="b"/>
              <a:pathLst>
                <a:path w="465369" h="531150" extrusionOk="0">
                  <a:moveTo>
                    <a:pt x="318790" y="1835"/>
                  </a:moveTo>
                  <a:cubicBezTo>
                    <a:pt x="320398" y="1835"/>
                    <a:pt x="322005" y="2216"/>
                    <a:pt x="323493" y="2966"/>
                  </a:cubicBezTo>
                  <a:cubicBezTo>
                    <a:pt x="325970" y="4228"/>
                    <a:pt x="327815" y="6371"/>
                    <a:pt x="328672" y="9026"/>
                  </a:cubicBezTo>
                  <a:lnTo>
                    <a:pt x="462725" y="418933"/>
                  </a:lnTo>
                  <a:cubicBezTo>
                    <a:pt x="463487" y="421279"/>
                    <a:pt x="463284" y="423744"/>
                    <a:pt x="462189" y="425934"/>
                  </a:cubicBezTo>
                  <a:cubicBezTo>
                    <a:pt x="461070" y="428125"/>
                    <a:pt x="459177" y="429744"/>
                    <a:pt x="456855" y="430506"/>
                  </a:cubicBezTo>
                  <a:lnTo>
                    <a:pt x="157199" y="528495"/>
                  </a:lnTo>
                  <a:cubicBezTo>
                    <a:pt x="155465" y="529059"/>
                    <a:pt x="153705" y="529327"/>
                    <a:pt x="151974" y="529327"/>
                  </a:cubicBezTo>
                  <a:cubicBezTo>
                    <a:pt x="144870" y="529327"/>
                    <a:pt x="138248" y="524809"/>
                    <a:pt x="135922" y="517696"/>
                  </a:cubicBezTo>
                  <a:lnTo>
                    <a:pt x="3322" y="112193"/>
                  </a:lnTo>
                  <a:cubicBezTo>
                    <a:pt x="2060" y="108336"/>
                    <a:pt x="4168" y="104180"/>
                    <a:pt x="8025" y="102918"/>
                  </a:cubicBezTo>
                  <a:lnTo>
                    <a:pt x="315552" y="2358"/>
                  </a:lnTo>
                  <a:cubicBezTo>
                    <a:pt x="316599" y="2013"/>
                    <a:pt x="317707" y="1835"/>
                    <a:pt x="318790" y="1835"/>
                  </a:cubicBezTo>
                  <a:close/>
                  <a:moveTo>
                    <a:pt x="318777" y="1"/>
                  </a:moveTo>
                  <a:cubicBezTo>
                    <a:pt x="317500" y="1"/>
                    <a:pt x="316217" y="202"/>
                    <a:pt x="314968" y="608"/>
                  </a:cubicBezTo>
                  <a:lnTo>
                    <a:pt x="7454" y="101180"/>
                  </a:lnTo>
                  <a:cubicBezTo>
                    <a:pt x="2632" y="102752"/>
                    <a:pt x="0" y="107943"/>
                    <a:pt x="1584" y="112753"/>
                  </a:cubicBezTo>
                  <a:lnTo>
                    <a:pt x="134184" y="518267"/>
                  </a:lnTo>
                  <a:cubicBezTo>
                    <a:pt x="135744" y="523018"/>
                    <a:pt x="139053" y="526863"/>
                    <a:pt x="143506" y="529137"/>
                  </a:cubicBezTo>
                  <a:cubicBezTo>
                    <a:pt x="146162" y="530471"/>
                    <a:pt x="149043" y="531150"/>
                    <a:pt x="151936" y="531150"/>
                  </a:cubicBezTo>
                  <a:cubicBezTo>
                    <a:pt x="153889" y="531150"/>
                    <a:pt x="155853" y="530840"/>
                    <a:pt x="157758" y="530221"/>
                  </a:cubicBezTo>
                  <a:lnTo>
                    <a:pt x="457438" y="432221"/>
                  </a:lnTo>
                  <a:cubicBezTo>
                    <a:pt x="460225" y="431292"/>
                    <a:pt x="462499" y="429363"/>
                    <a:pt x="463820" y="426744"/>
                  </a:cubicBezTo>
                  <a:cubicBezTo>
                    <a:pt x="465154" y="424136"/>
                    <a:pt x="465368" y="421148"/>
                    <a:pt x="464463" y="418362"/>
                  </a:cubicBezTo>
                  <a:lnTo>
                    <a:pt x="330411" y="8443"/>
                  </a:lnTo>
                  <a:cubicBezTo>
                    <a:pt x="329387" y="5335"/>
                    <a:pt x="327232" y="2799"/>
                    <a:pt x="324315" y="1323"/>
                  </a:cubicBezTo>
                  <a:cubicBezTo>
                    <a:pt x="322570" y="446"/>
                    <a:pt x="320679" y="1"/>
                    <a:pt x="318777" y="1"/>
                  </a:cubicBezTo>
                  <a:close/>
                </a:path>
              </a:pathLst>
            </a:custGeom>
            <a:solidFill>
              <a:srgbClr val="252C3C"/>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9" name="Google Shape;2649;p44"/>
            <p:cNvSpPr/>
            <p:nvPr/>
          </p:nvSpPr>
          <p:spPr>
            <a:xfrm>
              <a:off x="2579412" y="1883466"/>
              <a:ext cx="31698" cy="62465"/>
            </a:xfrm>
            <a:custGeom>
              <a:avLst/>
              <a:gdLst/>
              <a:ahLst/>
              <a:cxnLst/>
              <a:rect l="l" t="t" r="r" b="b"/>
              <a:pathLst>
                <a:path w="12145" h="23933" extrusionOk="0">
                  <a:moveTo>
                    <a:pt x="10478" y="1"/>
                  </a:moveTo>
                  <a:lnTo>
                    <a:pt x="0" y="23170"/>
                  </a:lnTo>
                  <a:lnTo>
                    <a:pt x="1667" y="23932"/>
                  </a:lnTo>
                  <a:lnTo>
                    <a:pt x="12144" y="751"/>
                  </a:lnTo>
                  <a:lnTo>
                    <a:pt x="10478" y="1"/>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0" name="Google Shape;2650;p44"/>
            <p:cNvSpPr/>
            <p:nvPr/>
          </p:nvSpPr>
          <p:spPr>
            <a:xfrm>
              <a:off x="1781645" y="1926380"/>
              <a:ext cx="1155290" cy="1332606"/>
            </a:xfrm>
            <a:custGeom>
              <a:avLst/>
              <a:gdLst/>
              <a:ahLst/>
              <a:cxnLst/>
              <a:rect l="l" t="t" r="r" b="b"/>
              <a:pathLst>
                <a:path w="442640" h="510577" extrusionOk="0">
                  <a:moveTo>
                    <a:pt x="301075" y="1"/>
                  </a:moveTo>
                  <a:cubicBezTo>
                    <a:pt x="299887" y="1"/>
                    <a:pt x="298680" y="185"/>
                    <a:pt x="297490" y="573"/>
                  </a:cubicBezTo>
                  <a:lnTo>
                    <a:pt x="9359" y="94799"/>
                  </a:lnTo>
                  <a:cubicBezTo>
                    <a:pt x="3299" y="96775"/>
                    <a:pt x="1" y="103312"/>
                    <a:pt x="1977" y="109372"/>
                  </a:cubicBezTo>
                  <a:lnTo>
                    <a:pt x="130565" y="502623"/>
                  </a:lnTo>
                  <a:cubicBezTo>
                    <a:pt x="132153" y="507484"/>
                    <a:pt x="136688" y="510577"/>
                    <a:pt x="141554" y="510577"/>
                  </a:cubicBezTo>
                  <a:cubicBezTo>
                    <a:pt x="142741" y="510577"/>
                    <a:pt x="143949" y="510392"/>
                    <a:pt x="145138" y="510004"/>
                  </a:cubicBezTo>
                  <a:lnTo>
                    <a:pt x="433269" y="415779"/>
                  </a:lnTo>
                  <a:cubicBezTo>
                    <a:pt x="439341" y="413802"/>
                    <a:pt x="442639" y="407278"/>
                    <a:pt x="440651" y="401205"/>
                  </a:cubicBezTo>
                  <a:lnTo>
                    <a:pt x="312064" y="7955"/>
                  </a:lnTo>
                  <a:cubicBezTo>
                    <a:pt x="310475" y="3093"/>
                    <a:pt x="305940" y="1"/>
                    <a:pt x="301075" y="1"/>
                  </a:cubicBezTo>
                  <a:close/>
                </a:path>
              </a:pathLst>
            </a:custGeom>
            <a:solidFill>
              <a:srgbClr val="FFC000"/>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1" name="Google Shape;2651;p44"/>
            <p:cNvSpPr/>
            <p:nvPr/>
          </p:nvSpPr>
          <p:spPr>
            <a:xfrm>
              <a:off x="1781832" y="1923976"/>
              <a:ext cx="1154886" cy="1337401"/>
            </a:xfrm>
            <a:custGeom>
              <a:avLst/>
              <a:gdLst/>
              <a:ahLst/>
              <a:cxnLst/>
              <a:rect l="l" t="t" r="r" b="b"/>
              <a:pathLst>
                <a:path w="442485" h="512414" extrusionOk="0">
                  <a:moveTo>
                    <a:pt x="301038" y="1839"/>
                  </a:moveTo>
                  <a:cubicBezTo>
                    <a:pt x="302669" y="1839"/>
                    <a:pt x="304312" y="2232"/>
                    <a:pt x="305836" y="3006"/>
                  </a:cubicBezTo>
                  <a:cubicBezTo>
                    <a:pt x="308360" y="4280"/>
                    <a:pt x="310253" y="6483"/>
                    <a:pt x="311134" y="9173"/>
                  </a:cubicBezTo>
                  <a:lnTo>
                    <a:pt x="439722" y="402424"/>
                  </a:lnTo>
                  <a:cubicBezTo>
                    <a:pt x="440591" y="405127"/>
                    <a:pt x="440377" y="408008"/>
                    <a:pt x="439091" y="410544"/>
                  </a:cubicBezTo>
                  <a:cubicBezTo>
                    <a:pt x="437817" y="413068"/>
                    <a:pt x="435614" y="414961"/>
                    <a:pt x="432912" y="415842"/>
                  </a:cubicBezTo>
                  <a:lnTo>
                    <a:pt x="144780" y="510056"/>
                  </a:lnTo>
                  <a:cubicBezTo>
                    <a:pt x="143698" y="510411"/>
                    <a:pt x="142585" y="510586"/>
                    <a:pt x="141476" y="510586"/>
                  </a:cubicBezTo>
                  <a:cubicBezTo>
                    <a:pt x="139828" y="510586"/>
                    <a:pt x="138188" y="510199"/>
                    <a:pt x="136672" y="509437"/>
                  </a:cubicBezTo>
                  <a:cubicBezTo>
                    <a:pt x="134148" y="508151"/>
                    <a:pt x="132255" y="505949"/>
                    <a:pt x="131374" y="503258"/>
                  </a:cubicBezTo>
                  <a:lnTo>
                    <a:pt x="2786" y="110007"/>
                  </a:lnTo>
                  <a:cubicBezTo>
                    <a:pt x="1905" y="107316"/>
                    <a:pt x="2132" y="104423"/>
                    <a:pt x="3405" y="101899"/>
                  </a:cubicBezTo>
                  <a:cubicBezTo>
                    <a:pt x="4691" y="99363"/>
                    <a:pt x="6894" y="97482"/>
                    <a:pt x="9585" y="96601"/>
                  </a:cubicBezTo>
                  <a:lnTo>
                    <a:pt x="297716" y="2375"/>
                  </a:lnTo>
                  <a:cubicBezTo>
                    <a:pt x="298800" y="2018"/>
                    <a:pt x="299919" y="1839"/>
                    <a:pt x="301038" y="1839"/>
                  </a:cubicBezTo>
                  <a:close/>
                  <a:moveTo>
                    <a:pt x="301046" y="1"/>
                  </a:moveTo>
                  <a:cubicBezTo>
                    <a:pt x="299743" y="1"/>
                    <a:pt x="298432" y="207"/>
                    <a:pt x="297156" y="625"/>
                  </a:cubicBezTo>
                  <a:lnTo>
                    <a:pt x="9025" y="94839"/>
                  </a:lnTo>
                  <a:cubicBezTo>
                    <a:pt x="5846" y="95874"/>
                    <a:pt x="3275" y="98077"/>
                    <a:pt x="1774" y="101054"/>
                  </a:cubicBezTo>
                  <a:cubicBezTo>
                    <a:pt x="274" y="104006"/>
                    <a:pt x="0" y="107388"/>
                    <a:pt x="1048" y="110555"/>
                  </a:cubicBezTo>
                  <a:lnTo>
                    <a:pt x="129636" y="503806"/>
                  </a:lnTo>
                  <a:cubicBezTo>
                    <a:pt x="130659" y="506973"/>
                    <a:pt x="132862" y="509556"/>
                    <a:pt x="135839" y="511056"/>
                  </a:cubicBezTo>
                  <a:cubicBezTo>
                    <a:pt x="137613" y="511949"/>
                    <a:pt x="139530" y="512414"/>
                    <a:pt x="141458" y="512414"/>
                  </a:cubicBezTo>
                  <a:cubicBezTo>
                    <a:pt x="142768" y="512414"/>
                    <a:pt x="144078" y="512199"/>
                    <a:pt x="145352" y="511783"/>
                  </a:cubicBezTo>
                  <a:lnTo>
                    <a:pt x="433483" y="417557"/>
                  </a:lnTo>
                  <a:cubicBezTo>
                    <a:pt x="436650" y="416533"/>
                    <a:pt x="439222" y="414330"/>
                    <a:pt x="440722" y="411354"/>
                  </a:cubicBezTo>
                  <a:cubicBezTo>
                    <a:pt x="442234" y="408389"/>
                    <a:pt x="442484" y="405020"/>
                    <a:pt x="441460" y="401841"/>
                  </a:cubicBezTo>
                  <a:lnTo>
                    <a:pt x="312873" y="8602"/>
                  </a:lnTo>
                  <a:cubicBezTo>
                    <a:pt x="311837" y="5423"/>
                    <a:pt x="309634" y="2851"/>
                    <a:pt x="306658" y="1351"/>
                  </a:cubicBezTo>
                  <a:cubicBezTo>
                    <a:pt x="304894" y="455"/>
                    <a:pt x="302978" y="1"/>
                    <a:pt x="30104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2" name="Google Shape;2652;p44"/>
            <p:cNvSpPr/>
            <p:nvPr/>
          </p:nvSpPr>
          <p:spPr>
            <a:xfrm>
              <a:off x="1886867" y="2046255"/>
              <a:ext cx="711254" cy="378481"/>
            </a:xfrm>
            <a:custGeom>
              <a:avLst/>
              <a:gdLst/>
              <a:ahLst/>
              <a:cxnLst/>
              <a:rect l="l" t="t" r="r" b="b"/>
              <a:pathLst>
                <a:path w="272511" h="145012" extrusionOk="0">
                  <a:moveTo>
                    <a:pt x="222968" y="1"/>
                  </a:moveTo>
                  <a:cubicBezTo>
                    <a:pt x="218421" y="1"/>
                    <a:pt x="213797" y="708"/>
                    <a:pt x="209241" y="2197"/>
                  </a:cubicBezTo>
                  <a:lnTo>
                    <a:pt x="35814" y="58907"/>
                  </a:lnTo>
                  <a:cubicBezTo>
                    <a:pt x="12633" y="66479"/>
                    <a:pt x="0" y="91411"/>
                    <a:pt x="7573" y="114580"/>
                  </a:cubicBezTo>
                  <a:cubicBezTo>
                    <a:pt x="13665" y="133191"/>
                    <a:pt x="30942" y="145011"/>
                    <a:pt x="49519" y="145011"/>
                  </a:cubicBezTo>
                  <a:cubicBezTo>
                    <a:pt x="54069" y="145011"/>
                    <a:pt x="58697" y="144302"/>
                    <a:pt x="63258" y="142810"/>
                  </a:cubicBezTo>
                  <a:lnTo>
                    <a:pt x="236685" y="86112"/>
                  </a:lnTo>
                  <a:cubicBezTo>
                    <a:pt x="259866" y="78528"/>
                    <a:pt x="272511" y="53608"/>
                    <a:pt x="264914" y="30427"/>
                  </a:cubicBezTo>
                  <a:cubicBezTo>
                    <a:pt x="258831" y="11814"/>
                    <a:pt x="241544" y="1"/>
                    <a:pt x="22296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3" name="Google Shape;2653;p44"/>
            <p:cNvSpPr/>
            <p:nvPr/>
          </p:nvSpPr>
          <p:spPr>
            <a:xfrm>
              <a:off x="1884257" y="2043911"/>
              <a:ext cx="706156" cy="383284"/>
            </a:xfrm>
            <a:custGeom>
              <a:avLst/>
              <a:gdLst/>
              <a:ahLst/>
              <a:cxnLst/>
              <a:rect l="l" t="t" r="r" b="b"/>
              <a:pathLst>
                <a:path w="270558" h="146852" extrusionOk="0">
                  <a:moveTo>
                    <a:pt x="223933" y="1821"/>
                  </a:moveTo>
                  <a:cubicBezTo>
                    <a:pt x="242138" y="1821"/>
                    <a:pt x="259104" y="13406"/>
                    <a:pt x="265057" y="31611"/>
                  </a:cubicBezTo>
                  <a:cubicBezTo>
                    <a:pt x="268641" y="42600"/>
                    <a:pt x="267748" y="54316"/>
                    <a:pt x="262521" y="64615"/>
                  </a:cubicBezTo>
                  <a:cubicBezTo>
                    <a:pt x="257294" y="74914"/>
                    <a:pt x="248388" y="82557"/>
                    <a:pt x="237399" y="86141"/>
                  </a:cubicBezTo>
                  <a:lnTo>
                    <a:pt x="63973" y="142851"/>
                  </a:lnTo>
                  <a:cubicBezTo>
                    <a:pt x="59545" y="144294"/>
                    <a:pt x="55002" y="145012"/>
                    <a:pt x="50482" y="145012"/>
                  </a:cubicBezTo>
                  <a:cubicBezTo>
                    <a:pt x="43781" y="145012"/>
                    <a:pt x="37130" y="143436"/>
                    <a:pt x="30980" y="140315"/>
                  </a:cubicBezTo>
                  <a:cubicBezTo>
                    <a:pt x="20681" y="135088"/>
                    <a:pt x="13026" y="126182"/>
                    <a:pt x="9442" y="115192"/>
                  </a:cubicBezTo>
                  <a:cubicBezTo>
                    <a:pt x="2024" y="92523"/>
                    <a:pt x="14443" y="68079"/>
                    <a:pt x="37088" y="60662"/>
                  </a:cubicBezTo>
                  <a:lnTo>
                    <a:pt x="210527" y="3964"/>
                  </a:lnTo>
                  <a:cubicBezTo>
                    <a:pt x="214968" y="2500"/>
                    <a:pt x="219480" y="1821"/>
                    <a:pt x="223933" y="1821"/>
                  </a:cubicBezTo>
                  <a:close/>
                  <a:moveTo>
                    <a:pt x="223967" y="0"/>
                  </a:moveTo>
                  <a:cubicBezTo>
                    <a:pt x="219334" y="0"/>
                    <a:pt x="214626" y="721"/>
                    <a:pt x="209991" y="2238"/>
                  </a:cubicBezTo>
                  <a:lnTo>
                    <a:pt x="36552" y="58935"/>
                  </a:lnTo>
                  <a:cubicBezTo>
                    <a:pt x="12942" y="66663"/>
                    <a:pt x="0" y="92154"/>
                    <a:pt x="7727" y="115776"/>
                  </a:cubicBezTo>
                  <a:cubicBezTo>
                    <a:pt x="11466" y="127206"/>
                    <a:pt x="19443" y="136505"/>
                    <a:pt x="30171" y="141958"/>
                  </a:cubicBezTo>
                  <a:cubicBezTo>
                    <a:pt x="36576" y="145208"/>
                    <a:pt x="43518" y="146851"/>
                    <a:pt x="50507" y="146851"/>
                  </a:cubicBezTo>
                  <a:cubicBezTo>
                    <a:pt x="55210" y="146851"/>
                    <a:pt x="59936" y="146089"/>
                    <a:pt x="64580" y="144589"/>
                  </a:cubicBezTo>
                  <a:lnTo>
                    <a:pt x="238006" y="87880"/>
                  </a:lnTo>
                  <a:cubicBezTo>
                    <a:pt x="249436" y="84153"/>
                    <a:pt x="258747" y="76176"/>
                    <a:pt x="264188" y="65436"/>
                  </a:cubicBezTo>
                  <a:cubicBezTo>
                    <a:pt x="269617" y="54709"/>
                    <a:pt x="270558" y="42505"/>
                    <a:pt x="266819" y="31063"/>
                  </a:cubicBezTo>
                  <a:cubicBezTo>
                    <a:pt x="260619" y="12079"/>
                    <a:pt x="242929" y="0"/>
                    <a:pt x="22396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4" name="Google Shape;2654;p44"/>
            <p:cNvSpPr/>
            <p:nvPr/>
          </p:nvSpPr>
          <p:spPr>
            <a:xfrm>
              <a:off x="1984319" y="2465483"/>
              <a:ext cx="218895" cy="207291"/>
            </a:xfrm>
            <a:custGeom>
              <a:avLst/>
              <a:gdLst/>
              <a:ahLst/>
              <a:cxnLst/>
              <a:rect l="l" t="t" r="r" b="b"/>
              <a:pathLst>
                <a:path w="83868" h="79422" extrusionOk="0">
                  <a:moveTo>
                    <a:pt x="61427" y="0"/>
                  </a:moveTo>
                  <a:cubicBezTo>
                    <a:pt x="60890" y="0"/>
                    <a:pt x="60344" y="84"/>
                    <a:pt x="59806" y="259"/>
                  </a:cubicBezTo>
                  <a:lnTo>
                    <a:pt x="4227" y="18428"/>
                  </a:lnTo>
                  <a:cubicBezTo>
                    <a:pt x="1489" y="19321"/>
                    <a:pt x="0" y="22250"/>
                    <a:pt x="893" y="24989"/>
                  </a:cubicBezTo>
                  <a:lnTo>
                    <a:pt x="17526" y="75828"/>
                  </a:lnTo>
                  <a:cubicBezTo>
                    <a:pt x="18244" y="78028"/>
                    <a:pt x="20275" y="79421"/>
                    <a:pt x="22466" y="79421"/>
                  </a:cubicBezTo>
                  <a:cubicBezTo>
                    <a:pt x="23002" y="79421"/>
                    <a:pt x="23548" y="79338"/>
                    <a:pt x="24087" y="79162"/>
                  </a:cubicBezTo>
                  <a:lnTo>
                    <a:pt x="79653" y="60993"/>
                  </a:lnTo>
                  <a:cubicBezTo>
                    <a:pt x="82380" y="60100"/>
                    <a:pt x="83868" y="57171"/>
                    <a:pt x="82987" y="54433"/>
                  </a:cubicBezTo>
                  <a:lnTo>
                    <a:pt x="66366" y="3593"/>
                  </a:lnTo>
                  <a:cubicBezTo>
                    <a:pt x="65649" y="1393"/>
                    <a:pt x="63617" y="0"/>
                    <a:pt x="61427"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5" name="Google Shape;2655;p44"/>
            <p:cNvSpPr/>
            <p:nvPr/>
          </p:nvSpPr>
          <p:spPr>
            <a:xfrm>
              <a:off x="1983045" y="2463100"/>
              <a:ext cx="222842" cy="212073"/>
            </a:xfrm>
            <a:custGeom>
              <a:avLst/>
              <a:gdLst/>
              <a:ahLst/>
              <a:cxnLst/>
              <a:rect l="l" t="t" r="r" b="b"/>
              <a:pathLst>
                <a:path w="85380" h="81254" extrusionOk="0">
                  <a:moveTo>
                    <a:pt x="61901" y="1827"/>
                  </a:moveTo>
                  <a:cubicBezTo>
                    <a:pt x="62568" y="1827"/>
                    <a:pt x="63222" y="1970"/>
                    <a:pt x="63842" y="2280"/>
                  </a:cubicBezTo>
                  <a:cubicBezTo>
                    <a:pt x="64866" y="2804"/>
                    <a:pt x="65628" y="3697"/>
                    <a:pt x="65973" y="4780"/>
                  </a:cubicBezTo>
                  <a:lnTo>
                    <a:pt x="82606" y="55620"/>
                  </a:lnTo>
                  <a:cubicBezTo>
                    <a:pt x="83332" y="57870"/>
                    <a:pt x="82094" y="60311"/>
                    <a:pt x="79844" y="61037"/>
                  </a:cubicBezTo>
                  <a:lnTo>
                    <a:pt x="24277" y="79218"/>
                  </a:lnTo>
                  <a:cubicBezTo>
                    <a:pt x="23841" y="79359"/>
                    <a:pt x="23397" y="79426"/>
                    <a:pt x="22960" y="79426"/>
                  </a:cubicBezTo>
                  <a:cubicBezTo>
                    <a:pt x="21144" y="79426"/>
                    <a:pt x="19445" y="78269"/>
                    <a:pt x="18860" y="76456"/>
                  </a:cubicBezTo>
                  <a:lnTo>
                    <a:pt x="2239" y="25616"/>
                  </a:lnTo>
                  <a:cubicBezTo>
                    <a:pt x="1881" y="24532"/>
                    <a:pt x="1965" y="23378"/>
                    <a:pt x="2489" y="22342"/>
                  </a:cubicBezTo>
                  <a:cubicBezTo>
                    <a:pt x="3013" y="21318"/>
                    <a:pt x="3906" y="20556"/>
                    <a:pt x="4989" y="20199"/>
                  </a:cubicBezTo>
                  <a:lnTo>
                    <a:pt x="60567" y="2030"/>
                  </a:lnTo>
                  <a:cubicBezTo>
                    <a:pt x="61008" y="1899"/>
                    <a:pt x="61460" y="1827"/>
                    <a:pt x="61901" y="1827"/>
                  </a:cubicBezTo>
                  <a:close/>
                  <a:moveTo>
                    <a:pt x="61907" y="0"/>
                  </a:moveTo>
                  <a:cubicBezTo>
                    <a:pt x="61265" y="0"/>
                    <a:pt x="60621" y="101"/>
                    <a:pt x="59996" y="303"/>
                  </a:cubicBezTo>
                  <a:lnTo>
                    <a:pt x="4417" y="18472"/>
                  </a:lnTo>
                  <a:cubicBezTo>
                    <a:pt x="2870" y="18984"/>
                    <a:pt x="1608" y="20068"/>
                    <a:pt x="869" y="21532"/>
                  </a:cubicBezTo>
                  <a:cubicBezTo>
                    <a:pt x="119" y="22985"/>
                    <a:pt x="0" y="24652"/>
                    <a:pt x="512" y="26199"/>
                  </a:cubicBezTo>
                  <a:lnTo>
                    <a:pt x="17133" y="77039"/>
                  </a:lnTo>
                  <a:cubicBezTo>
                    <a:pt x="17967" y="79611"/>
                    <a:pt x="20372" y="81254"/>
                    <a:pt x="22956" y="81254"/>
                  </a:cubicBezTo>
                  <a:cubicBezTo>
                    <a:pt x="23575" y="81254"/>
                    <a:pt x="24218" y="81158"/>
                    <a:pt x="24861" y="80956"/>
                  </a:cubicBezTo>
                  <a:lnTo>
                    <a:pt x="80427" y="62787"/>
                  </a:lnTo>
                  <a:cubicBezTo>
                    <a:pt x="83630" y="61728"/>
                    <a:pt x="85380" y="58275"/>
                    <a:pt x="84344" y="55060"/>
                  </a:cubicBezTo>
                  <a:lnTo>
                    <a:pt x="67723" y="4220"/>
                  </a:lnTo>
                  <a:cubicBezTo>
                    <a:pt x="67211" y="2673"/>
                    <a:pt x="66128" y="1411"/>
                    <a:pt x="64663" y="660"/>
                  </a:cubicBezTo>
                  <a:cubicBezTo>
                    <a:pt x="63797" y="220"/>
                    <a:pt x="62855" y="0"/>
                    <a:pt x="6190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6" name="Google Shape;2656;p44"/>
            <p:cNvSpPr/>
            <p:nvPr/>
          </p:nvSpPr>
          <p:spPr>
            <a:xfrm>
              <a:off x="2221672" y="2387857"/>
              <a:ext cx="218927" cy="207323"/>
            </a:xfrm>
            <a:custGeom>
              <a:avLst/>
              <a:gdLst/>
              <a:ahLst/>
              <a:cxnLst/>
              <a:rect l="l" t="t" r="r" b="b"/>
              <a:pathLst>
                <a:path w="83880" h="79434" extrusionOk="0">
                  <a:moveTo>
                    <a:pt x="61416" y="1"/>
                  </a:moveTo>
                  <a:cubicBezTo>
                    <a:pt x="60879" y="1"/>
                    <a:pt x="60332" y="84"/>
                    <a:pt x="59794" y="260"/>
                  </a:cubicBezTo>
                  <a:lnTo>
                    <a:pt x="4227" y="18429"/>
                  </a:lnTo>
                  <a:cubicBezTo>
                    <a:pt x="1489" y="19322"/>
                    <a:pt x="0" y="22262"/>
                    <a:pt x="893" y="25001"/>
                  </a:cubicBezTo>
                  <a:lnTo>
                    <a:pt x="17514" y="75840"/>
                  </a:lnTo>
                  <a:cubicBezTo>
                    <a:pt x="18232" y="78040"/>
                    <a:pt x="20271" y="79433"/>
                    <a:pt x="22458" y="79433"/>
                  </a:cubicBezTo>
                  <a:cubicBezTo>
                    <a:pt x="22994" y="79433"/>
                    <a:pt x="23539" y="79350"/>
                    <a:pt x="24075" y="79174"/>
                  </a:cubicBezTo>
                  <a:lnTo>
                    <a:pt x="79653" y="60993"/>
                  </a:lnTo>
                  <a:cubicBezTo>
                    <a:pt x="82380" y="60100"/>
                    <a:pt x="83880" y="57171"/>
                    <a:pt x="82987" y="54433"/>
                  </a:cubicBezTo>
                  <a:lnTo>
                    <a:pt x="66366" y="3593"/>
                  </a:lnTo>
                  <a:cubicBezTo>
                    <a:pt x="65648" y="1394"/>
                    <a:pt x="63610" y="1"/>
                    <a:pt x="61416"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7" name="Google Shape;2657;p44"/>
            <p:cNvSpPr/>
            <p:nvPr/>
          </p:nvSpPr>
          <p:spPr>
            <a:xfrm>
              <a:off x="2220399" y="2385442"/>
              <a:ext cx="222842" cy="212104"/>
            </a:xfrm>
            <a:custGeom>
              <a:avLst/>
              <a:gdLst/>
              <a:ahLst/>
              <a:cxnLst/>
              <a:rect l="l" t="t" r="r" b="b"/>
              <a:pathLst>
                <a:path w="85380" h="81266" extrusionOk="0">
                  <a:moveTo>
                    <a:pt x="61901" y="1840"/>
                  </a:moveTo>
                  <a:cubicBezTo>
                    <a:pt x="62568" y="1840"/>
                    <a:pt x="63222" y="1994"/>
                    <a:pt x="63830" y="2304"/>
                  </a:cubicBezTo>
                  <a:cubicBezTo>
                    <a:pt x="64854" y="2828"/>
                    <a:pt x="65616" y="3721"/>
                    <a:pt x="65973" y="4804"/>
                  </a:cubicBezTo>
                  <a:lnTo>
                    <a:pt x="82594" y="55644"/>
                  </a:lnTo>
                  <a:cubicBezTo>
                    <a:pt x="83320" y="57894"/>
                    <a:pt x="82094" y="60335"/>
                    <a:pt x="79844" y="61061"/>
                  </a:cubicBezTo>
                  <a:lnTo>
                    <a:pt x="24265" y="79230"/>
                  </a:lnTo>
                  <a:cubicBezTo>
                    <a:pt x="23826" y="79375"/>
                    <a:pt x="23379" y="79444"/>
                    <a:pt x="22939" y="79444"/>
                  </a:cubicBezTo>
                  <a:cubicBezTo>
                    <a:pt x="21135" y="79444"/>
                    <a:pt x="19444" y="78289"/>
                    <a:pt x="18860" y="76480"/>
                  </a:cubicBezTo>
                  <a:lnTo>
                    <a:pt x="2227" y="25640"/>
                  </a:lnTo>
                  <a:cubicBezTo>
                    <a:pt x="1869" y="24557"/>
                    <a:pt x="1965" y="23390"/>
                    <a:pt x="2489" y="22366"/>
                  </a:cubicBezTo>
                  <a:cubicBezTo>
                    <a:pt x="3001" y="21342"/>
                    <a:pt x="3894" y="20580"/>
                    <a:pt x="4989" y="20223"/>
                  </a:cubicBezTo>
                  <a:lnTo>
                    <a:pt x="60555" y="2054"/>
                  </a:lnTo>
                  <a:cubicBezTo>
                    <a:pt x="61008" y="1923"/>
                    <a:pt x="61448" y="1840"/>
                    <a:pt x="61901" y="1840"/>
                  </a:cubicBezTo>
                  <a:close/>
                  <a:moveTo>
                    <a:pt x="61896" y="1"/>
                  </a:moveTo>
                  <a:cubicBezTo>
                    <a:pt x="61253" y="1"/>
                    <a:pt x="60609" y="102"/>
                    <a:pt x="59984" y="304"/>
                  </a:cubicBezTo>
                  <a:lnTo>
                    <a:pt x="4417" y="18484"/>
                  </a:lnTo>
                  <a:cubicBezTo>
                    <a:pt x="2870" y="18985"/>
                    <a:pt x="1608" y="20068"/>
                    <a:pt x="857" y="21532"/>
                  </a:cubicBezTo>
                  <a:cubicBezTo>
                    <a:pt x="119" y="22985"/>
                    <a:pt x="0" y="24652"/>
                    <a:pt x="500" y="26200"/>
                  </a:cubicBezTo>
                  <a:lnTo>
                    <a:pt x="17121" y="77039"/>
                  </a:lnTo>
                  <a:cubicBezTo>
                    <a:pt x="17955" y="79635"/>
                    <a:pt x="20372" y="81266"/>
                    <a:pt x="22944" y="81266"/>
                  </a:cubicBezTo>
                  <a:cubicBezTo>
                    <a:pt x="23575" y="81266"/>
                    <a:pt x="24206" y="81183"/>
                    <a:pt x="24849" y="80956"/>
                  </a:cubicBezTo>
                  <a:lnTo>
                    <a:pt x="80427" y="62788"/>
                  </a:lnTo>
                  <a:cubicBezTo>
                    <a:pt x="83618" y="61728"/>
                    <a:pt x="85380" y="58275"/>
                    <a:pt x="84332" y="55060"/>
                  </a:cubicBezTo>
                  <a:lnTo>
                    <a:pt x="67711" y="4221"/>
                  </a:lnTo>
                  <a:cubicBezTo>
                    <a:pt x="67211" y="2673"/>
                    <a:pt x="66116" y="1411"/>
                    <a:pt x="64663" y="661"/>
                  </a:cubicBezTo>
                  <a:cubicBezTo>
                    <a:pt x="63790" y="221"/>
                    <a:pt x="62845" y="1"/>
                    <a:pt x="6189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8" name="Google Shape;2658;p44"/>
            <p:cNvSpPr/>
            <p:nvPr/>
          </p:nvSpPr>
          <p:spPr>
            <a:xfrm>
              <a:off x="2443332" y="2311483"/>
              <a:ext cx="222471" cy="213921"/>
            </a:xfrm>
            <a:custGeom>
              <a:avLst/>
              <a:gdLst/>
              <a:ahLst/>
              <a:cxnLst/>
              <a:rect l="l" t="t" r="r" b="b"/>
              <a:pathLst>
                <a:path w="85238" h="81962" extrusionOk="0">
                  <a:moveTo>
                    <a:pt x="65182" y="1"/>
                  </a:moveTo>
                  <a:cubicBezTo>
                    <a:pt x="65144" y="1"/>
                    <a:pt x="65106" y="6"/>
                    <a:pt x="65068" y="18"/>
                  </a:cubicBezTo>
                  <a:lnTo>
                    <a:pt x="298" y="21187"/>
                  </a:lnTo>
                  <a:cubicBezTo>
                    <a:pt x="96" y="21271"/>
                    <a:pt x="1" y="21473"/>
                    <a:pt x="60" y="21664"/>
                  </a:cubicBezTo>
                  <a:lnTo>
                    <a:pt x="19682" y="81707"/>
                  </a:lnTo>
                  <a:cubicBezTo>
                    <a:pt x="19749" y="81862"/>
                    <a:pt x="19896" y="81961"/>
                    <a:pt x="20050" y="81961"/>
                  </a:cubicBezTo>
                  <a:cubicBezTo>
                    <a:pt x="20086" y="81961"/>
                    <a:pt x="20122" y="81956"/>
                    <a:pt x="20158" y="81945"/>
                  </a:cubicBezTo>
                  <a:lnTo>
                    <a:pt x="84928" y="60764"/>
                  </a:lnTo>
                  <a:cubicBezTo>
                    <a:pt x="85118" y="60704"/>
                    <a:pt x="85237" y="60490"/>
                    <a:pt x="85166" y="60287"/>
                  </a:cubicBezTo>
                  <a:lnTo>
                    <a:pt x="65545" y="256"/>
                  </a:lnTo>
                  <a:cubicBezTo>
                    <a:pt x="65478" y="94"/>
                    <a:pt x="65334" y="1"/>
                    <a:pt x="65182"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9" name="Google Shape;2659;p44"/>
            <p:cNvSpPr/>
            <p:nvPr/>
          </p:nvSpPr>
          <p:spPr>
            <a:xfrm>
              <a:off x="2443830" y="2312386"/>
              <a:ext cx="222842" cy="212104"/>
            </a:xfrm>
            <a:custGeom>
              <a:avLst/>
              <a:gdLst/>
              <a:ahLst/>
              <a:cxnLst/>
              <a:rect l="l" t="t" r="r" b="b"/>
              <a:pathLst>
                <a:path w="85380" h="81266" extrusionOk="0">
                  <a:moveTo>
                    <a:pt x="61913" y="1839"/>
                  </a:moveTo>
                  <a:cubicBezTo>
                    <a:pt x="62579" y="1839"/>
                    <a:pt x="63234" y="1982"/>
                    <a:pt x="63841" y="2303"/>
                  </a:cubicBezTo>
                  <a:cubicBezTo>
                    <a:pt x="64865" y="2815"/>
                    <a:pt x="65627" y="3708"/>
                    <a:pt x="65985" y="4804"/>
                  </a:cubicBezTo>
                  <a:lnTo>
                    <a:pt x="82606" y="55643"/>
                  </a:lnTo>
                  <a:cubicBezTo>
                    <a:pt x="83344" y="57882"/>
                    <a:pt x="82106" y="60322"/>
                    <a:pt x="79855" y="61061"/>
                  </a:cubicBezTo>
                  <a:lnTo>
                    <a:pt x="24289" y="79229"/>
                  </a:lnTo>
                  <a:cubicBezTo>
                    <a:pt x="23850" y="79373"/>
                    <a:pt x="23401" y="79443"/>
                    <a:pt x="22954" y="79443"/>
                  </a:cubicBezTo>
                  <a:cubicBezTo>
                    <a:pt x="22288" y="79443"/>
                    <a:pt x="21628" y="79286"/>
                    <a:pt x="21015" y="78979"/>
                  </a:cubicBezTo>
                  <a:cubicBezTo>
                    <a:pt x="19979" y="78456"/>
                    <a:pt x="19229" y="77563"/>
                    <a:pt x="18872" y="76479"/>
                  </a:cubicBezTo>
                  <a:lnTo>
                    <a:pt x="2239" y="25640"/>
                  </a:lnTo>
                  <a:cubicBezTo>
                    <a:pt x="1881" y="24544"/>
                    <a:pt x="1977" y="23389"/>
                    <a:pt x="2500" y="22365"/>
                  </a:cubicBezTo>
                  <a:cubicBezTo>
                    <a:pt x="3012" y="21330"/>
                    <a:pt x="3905" y="20579"/>
                    <a:pt x="5001" y="20222"/>
                  </a:cubicBezTo>
                  <a:lnTo>
                    <a:pt x="60567" y="2041"/>
                  </a:lnTo>
                  <a:cubicBezTo>
                    <a:pt x="61020" y="1910"/>
                    <a:pt x="61460" y="1839"/>
                    <a:pt x="61913" y="1839"/>
                  </a:cubicBezTo>
                  <a:close/>
                  <a:moveTo>
                    <a:pt x="61896" y="0"/>
                  </a:moveTo>
                  <a:cubicBezTo>
                    <a:pt x="61253" y="0"/>
                    <a:pt x="60609" y="101"/>
                    <a:pt x="59984" y="303"/>
                  </a:cubicBezTo>
                  <a:lnTo>
                    <a:pt x="4417" y="18472"/>
                  </a:lnTo>
                  <a:cubicBezTo>
                    <a:pt x="2870" y="18984"/>
                    <a:pt x="1607" y="20067"/>
                    <a:pt x="857" y="21532"/>
                  </a:cubicBezTo>
                  <a:cubicBezTo>
                    <a:pt x="119" y="22984"/>
                    <a:pt x="0" y="24651"/>
                    <a:pt x="500" y="26199"/>
                  </a:cubicBezTo>
                  <a:lnTo>
                    <a:pt x="17121" y="77039"/>
                  </a:lnTo>
                  <a:cubicBezTo>
                    <a:pt x="17633" y="78587"/>
                    <a:pt x="18717" y="79849"/>
                    <a:pt x="20181" y="80599"/>
                  </a:cubicBezTo>
                  <a:cubicBezTo>
                    <a:pt x="21062" y="81039"/>
                    <a:pt x="21991" y="81265"/>
                    <a:pt x="22943" y="81265"/>
                  </a:cubicBezTo>
                  <a:cubicBezTo>
                    <a:pt x="23586" y="81265"/>
                    <a:pt x="24229" y="81158"/>
                    <a:pt x="24848" y="80956"/>
                  </a:cubicBezTo>
                  <a:lnTo>
                    <a:pt x="80427" y="62787"/>
                  </a:lnTo>
                  <a:cubicBezTo>
                    <a:pt x="83618" y="61727"/>
                    <a:pt x="85380" y="58275"/>
                    <a:pt x="84332" y="55060"/>
                  </a:cubicBezTo>
                  <a:lnTo>
                    <a:pt x="67711" y="4220"/>
                  </a:lnTo>
                  <a:cubicBezTo>
                    <a:pt x="67211" y="2672"/>
                    <a:pt x="66116" y="1410"/>
                    <a:pt x="64663" y="660"/>
                  </a:cubicBezTo>
                  <a:cubicBezTo>
                    <a:pt x="63790" y="220"/>
                    <a:pt x="62845" y="0"/>
                    <a:pt x="6189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0" name="Google Shape;2660;p44"/>
            <p:cNvSpPr/>
            <p:nvPr/>
          </p:nvSpPr>
          <p:spPr>
            <a:xfrm>
              <a:off x="2055700" y="2683692"/>
              <a:ext cx="218927" cy="207323"/>
            </a:xfrm>
            <a:custGeom>
              <a:avLst/>
              <a:gdLst/>
              <a:ahLst/>
              <a:cxnLst/>
              <a:rect l="l" t="t" r="r" b="b"/>
              <a:pathLst>
                <a:path w="83880" h="79434" extrusionOk="0">
                  <a:moveTo>
                    <a:pt x="61414" y="1"/>
                  </a:moveTo>
                  <a:cubicBezTo>
                    <a:pt x="60878" y="1"/>
                    <a:pt x="60332" y="84"/>
                    <a:pt x="59793" y="260"/>
                  </a:cubicBezTo>
                  <a:lnTo>
                    <a:pt x="4227" y="18429"/>
                  </a:lnTo>
                  <a:cubicBezTo>
                    <a:pt x="1488" y="19322"/>
                    <a:pt x="0" y="22263"/>
                    <a:pt x="893" y="25001"/>
                  </a:cubicBezTo>
                  <a:lnTo>
                    <a:pt x="17514" y="75841"/>
                  </a:lnTo>
                  <a:cubicBezTo>
                    <a:pt x="18231" y="78040"/>
                    <a:pt x="20263" y="79434"/>
                    <a:pt x="22453" y="79434"/>
                  </a:cubicBezTo>
                  <a:cubicBezTo>
                    <a:pt x="22990" y="79434"/>
                    <a:pt x="23536" y="79350"/>
                    <a:pt x="24075" y="79174"/>
                  </a:cubicBezTo>
                  <a:lnTo>
                    <a:pt x="79653" y="60994"/>
                  </a:lnTo>
                  <a:cubicBezTo>
                    <a:pt x="82368" y="60101"/>
                    <a:pt x="83880" y="57172"/>
                    <a:pt x="82987" y="54433"/>
                  </a:cubicBezTo>
                  <a:lnTo>
                    <a:pt x="66354" y="3594"/>
                  </a:lnTo>
                  <a:cubicBezTo>
                    <a:pt x="65636" y="1394"/>
                    <a:pt x="63605" y="1"/>
                    <a:pt x="6141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1" name="Google Shape;2661;p44"/>
            <p:cNvSpPr/>
            <p:nvPr/>
          </p:nvSpPr>
          <p:spPr>
            <a:xfrm>
              <a:off x="2052964" y="2681291"/>
              <a:ext cx="222842" cy="212094"/>
            </a:xfrm>
            <a:custGeom>
              <a:avLst/>
              <a:gdLst/>
              <a:ahLst/>
              <a:cxnLst/>
              <a:rect l="l" t="t" r="r" b="b"/>
              <a:pathLst>
                <a:path w="85380" h="81262" extrusionOk="0">
                  <a:moveTo>
                    <a:pt x="62449" y="1835"/>
                  </a:moveTo>
                  <a:cubicBezTo>
                    <a:pt x="64246" y="1835"/>
                    <a:pt x="65937" y="2978"/>
                    <a:pt x="66544" y="4799"/>
                  </a:cubicBezTo>
                  <a:lnTo>
                    <a:pt x="83165" y="55639"/>
                  </a:lnTo>
                  <a:cubicBezTo>
                    <a:pt x="83523" y="56723"/>
                    <a:pt x="83439" y="57889"/>
                    <a:pt x="82915" y="58913"/>
                  </a:cubicBezTo>
                  <a:cubicBezTo>
                    <a:pt x="82392" y="59937"/>
                    <a:pt x="81499" y="60699"/>
                    <a:pt x="80415" y="61056"/>
                  </a:cubicBezTo>
                  <a:lnTo>
                    <a:pt x="24849" y="79225"/>
                  </a:lnTo>
                  <a:cubicBezTo>
                    <a:pt x="24405" y="79370"/>
                    <a:pt x="23951" y="79442"/>
                    <a:pt x="23500" y="79442"/>
                  </a:cubicBezTo>
                  <a:cubicBezTo>
                    <a:pt x="22838" y="79442"/>
                    <a:pt x="22183" y="79287"/>
                    <a:pt x="21574" y="78975"/>
                  </a:cubicBezTo>
                  <a:cubicBezTo>
                    <a:pt x="20539" y="78451"/>
                    <a:pt x="19789" y="77558"/>
                    <a:pt x="19431" y="76475"/>
                  </a:cubicBezTo>
                  <a:lnTo>
                    <a:pt x="2798" y="25635"/>
                  </a:lnTo>
                  <a:cubicBezTo>
                    <a:pt x="2072" y="23385"/>
                    <a:pt x="3310" y="20944"/>
                    <a:pt x="5561" y="20218"/>
                  </a:cubicBezTo>
                  <a:lnTo>
                    <a:pt x="61127" y="2049"/>
                  </a:lnTo>
                  <a:cubicBezTo>
                    <a:pt x="61556" y="1906"/>
                    <a:pt x="62008" y="1835"/>
                    <a:pt x="62449" y="1835"/>
                  </a:cubicBezTo>
                  <a:close/>
                  <a:moveTo>
                    <a:pt x="62415" y="1"/>
                  </a:moveTo>
                  <a:cubicBezTo>
                    <a:pt x="61791" y="1"/>
                    <a:pt x="61156" y="97"/>
                    <a:pt x="60532" y="299"/>
                  </a:cubicBezTo>
                  <a:lnTo>
                    <a:pt x="4953" y="18480"/>
                  </a:lnTo>
                  <a:cubicBezTo>
                    <a:pt x="1762" y="19527"/>
                    <a:pt x="0" y="22980"/>
                    <a:pt x="1048" y="26195"/>
                  </a:cubicBezTo>
                  <a:lnTo>
                    <a:pt x="17669" y="77035"/>
                  </a:lnTo>
                  <a:cubicBezTo>
                    <a:pt x="18169" y="78582"/>
                    <a:pt x="19265" y="79856"/>
                    <a:pt x="20717" y="80594"/>
                  </a:cubicBezTo>
                  <a:cubicBezTo>
                    <a:pt x="21598" y="81047"/>
                    <a:pt x="22539" y="81261"/>
                    <a:pt x="23491" y="81261"/>
                  </a:cubicBezTo>
                  <a:cubicBezTo>
                    <a:pt x="24122" y="81261"/>
                    <a:pt x="24765" y="81178"/>
                    <a:pt x="25396" y="80952"/>
                  </a:cubicBezTo>
                  <a:lnTo>
                    <a:pt x="80963" y="62783"/>
                  </a:lnTo>
                  <a:cubicBezTo>
                    <a:pt x="82511" y="62271"/>
                    <a:pt x="83773" y="61187"/>
                    <a:pt x="84523" y="59735"/>
                  </a:cubicBezTo>
                  <a:cubicBezTo>
                    <a:pt x="85261" y="58270"/>
                    <a:pt x="85380" y="56603"/>
                    <a:pt x="84880" y="55056"/>
                  </a:cubicBezTo>
                  <a:lnTo>
                    <a:pt x="68259" y="4216"/>
                  </a:lnTo>
                  <a:cubicBezTo>
                    <a:pt x="67406" y="1638"/>
                    <a:pt x="64994" y="1"/>
                    <a:pt x="6241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2" name="Google Shape;2662;p44"/>
            <p:cNvSpPr/>
            <p:nvPr/>
          </p:nvSpPr>
          <p:spPr>
            <a:xfrm>
              <a:off x="2293022" y="2606097"/>
              <a:ext cx="218927" cy="207291"/>
            </a:xfrm>
            <a:custGeom>
              <a:avLst/>
              <a:gdLst/>
              <a:ahLst/>
              <a:cxnLst/>
              <a:rect l="l" t="t" r="r" b="b"/>
              <a:pathLst>
                <a:path w="83880" h="79422" extrusionOk="0">
                  <a:moveTo>
                    <a:pt x="61426" y="1"/>
                  </a:moveTo>
                  <a:cubicBezTo>
                    <a:pt x="60890" y="1"/>
                    <a:pt x="60344" y="84"/>
                    <a:pt x="59805" y="260"/>
                  </a:cubicBezTo>
                  <a:lnTo>
                    <a:pt x="4227" y="18429"/>
                  </a:lnTo>
                  <a:cubicBezTo>
                    <a:pt x="1488" y="19322"/>
                    <a:pt x="0" y="22251"/>
                    <a:pt x="893" y="24989"/>
                  </a:cubicBezTo>
                  <a:lnTo>
                    <a:pt x="17514" y="75829"/>
                  </a:lnTo>
                  <a:cubicBezTo>
                    <a:pt x="18232" y="78029"/>
                    <a:pt x="20270" y="79422"/>
                    <a:pt x="22464" y="79422"/>
                  </a:cubicBezTo>
                  <a:cubicBezTo>
                    <a:pt x="23001" y="79422"/>
                    <a:pt x="23548" y="79338"/>
                    <a:pt x="24086" y="79163"/>
                  </a:cubicBezTo>
                  <a:lnTo>
                    <a:pt x="79653" y="60994"/>
                  </a:lnTo>
                  <a:cubicBezTo>
                    <a:pt x="82379" y="60101"/>
                    <a:pt x="83880" y="57172"/>
                    <a:pt x="82987" y="54433"/>
                  </a:cubicBezTo>
                  <a:lnTo>
                    <a:pt x="66366" y="3594"/>
                  </a:lnTo>
                  <a:cubicBezTo>
                    <a:pt x="65648" y="1394"/>
                    <a:pt x="63617" y="1"/>
                    <a:pt x="61426"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3" name="Google Shape;2663;p44"/>
            <p:cNvSpPr/>
            <p:nvPr/>
          </p:nvSpPr>
          <p:spPr>
            <a:xfrm>
              <a:off x="2291717" y="2603662"/>
              <a:ext cx="221443" cy="212128"/>
            </a:xfrm>
            <a:custGeom>
              <a:avLst/>
              <a:gdLst/>
              <a:ahLst/>
              <a:cxnLst/>
              <a:rect l="l" t="t" r="r" b="b"/>
              <a:pathLst>
                <a:path w="84844" h="81275" extrusionOk="0">
                  <a:moveTo>
                    <a:pt x="61913" y="1848"/>
                  </a:moveTo>
                  <a:cubicBezTo>
                    <a:pt x="62579" y="1848"/>
                    <a:pt x="63234" y="2003"/>
                    <a:pt x="63865" y="2300"/>
                  </a:cubicBezTo>
                  <a:cubicBezTo>
                    <a:pt x="64889" y="2824"/>
                    <a:pt x="65651" y="3717"/>
                    <a:pt x="65996" y="4801"/>
                  </a:cubicBezTo>
                  <a:lnTo>
                    <a:pt x="82629" y="55640"/>
                  </a:lnTo>
                  <a:cubicBezTo>
                    <a:pt x="82987" y="56736"/>
                    <a:pt x="82891" y="57891"/>
                    <a:pt x="82367" y="58915"/>
                  </a:cubicBezTo>
                  <a:cubicBezTo>
                    <a:pt x="81856" y="59950"/>
                    <a:pt x="80963" y="60700"/>
                    <a:pt x="79867" y="61058"/>
                  </a:cubicBezTo>
                  <a:lnTo>
                    <a:pt x="24289" y="79238"/>
                  </a:lnTo>
                  <a:cubicBezTo>
                    <a:pt x="23852" y="79381"/>
                    <a:pt x="23405" y="79451"/>
                    <a:pt x="22962" y="79451"/>
                  </a:cubicBezTo>
                  <a:cubicBezTo>
                    <a:pt x="22293" y="79451"/>
                    <a:pt x="21630" y="79291"/>
                    <a:pt x="21015" y="78976"/>
                  </a:cubicBezTo>
                  <a:cubicBezTo>
                    <a:pt x="19991" y="78465"/>
                    <a:pt x="19229" y="77572"/>
                    <a:pt x="18871" y="76476"/>
                  </a:cubicBezTo>
                  <a:lnTo>
                    <a:pt x="2250" y="25637"/>
                  </a:lnTo>
                  <a:cubicBezTo>
                    <a:pt x="1881" y="24553"/>
                    <a:pt x="1976" y="23398"/>
                    <a:pt x="2500" y="22362"/>
                  </a:cubicBezTo>
                  <a:cubicBezTo>
                    <a:pt x="3024" y="21338"/>
                    <a:pt x="3917" y="20576"/>
                    <a:pt x="5001" y="20219"/>
                  </a:cubicBezTo>
                  <a:lnTo>
                    <a:pt x="60567" y="2050"/>
                  </a:lnTo>
                  <a:cubicBezTo>
                    <a:pt x="61020" y="1919"/>
                    <a:pt x="61460" y="1848"/>
                    <a:pt x="61913" y="1848"/>
                  </a:cubicBezTo>
                  <a:close/>
                  <a:moveTo>
                    <a:pt x="61905" y="1"/>
                  </a:moveTo>
                  <a:cubicBezTo>
                    <a:pt x="61259" y="1"/>
                    <a:pt x="60612" y="104"/>
                    <a:pt x="59984" y="312"/>
                  </a:cubicBezTo>
                  <a:lnTo>
                    <a:pt x="4417" y="18481"/>
                  </a:lnTo>
                  <a:cubicBezTo>
                    <a:pt x="2869" y="18993"/>
                    <a:pt x="1607" y="20076"/>
                    <a:pt x="857" y="21529"/>
                  </a:cubicBezTo>
                  <a:cubicBezTo>
                    <a:pt x="119" y="22993"/>
                    <a:pt x="0" y="24660"/>
                    <a:pt x="500" y="26208"/>
                  </a:cubicBezTo>
                  <a:lnTo>
                    <a:pt x="17121" y="77048"/>
                  </a:lnTo>
                  <a:cubicBezTo>
                    <a:pt x="17633" y="78595"/>
                    <a:pt x="18717" y="79858"/>
                    <a:pt x="20181" y="80608"/>
                  </a:cubicBezTo>
                  <a:cubicBezTo>
                    <a:pt x="21050" y="81048"/>
                    <a:pt x="21991" y="81274"/>
                    <a:pt x="22943" y="81274"/>
                  </a:cubicBezTo>
                  <a:cubicBezTo>
                    <a:pt x="23586" y="81274"/>
                    <a:pt x="24241" y="81179"/>
                    <a:pt x="24848" y="80965"/>
                  </a:cubicBezTo>
                  <a:lnTo>
                    <a:pt x="80427" y="62784"/>
                  </a:lnTo>
                  <a:cubicBezTo>
                    <a:pt x="81975" y="62284"/>
                    <a:pt x="83237" y="61200"/>
                    <a:pt x="83975" y="59736"/>
                  </a:cubicBezTo>
                  <a:cubicBezTo>
                    <a:pt x="84725" y="58283"/>
                    <a:pt x="84844" y="56617"/>
                    <a:pt x="84332" y="55069"/>
                  </a:cubicBezTo>
                  <a:lnTo>
                    <a:pt x="67711" y="4229"/>
                  </a:lnTo>
                  <a:cubicBezTo>
                    <a:pt x="67211" y="2681"/>
                    <a:pt x="66115" y="1407"/>
                    <a:pt x="64663" y="669"/>
                  </a:cubicBezTo>
                  <a:cubicBezTo>
                    <a:pt x="63792" y="223"/>
                    <a:pt x="62851" y="1"/>
                    <a:pt x="6190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4" name="Google Shape;2664;p44"/>
            <p:cNvSpPr/>
            <p:nvPr/>
          </p:nvSpPr>
          <p:spPr>
            <a:xfrm>
              <a:off x="2516453" y="2533009"/>
              <a:ext cx="218927" cy="207323"/>
            </a:xfrm>
            <a:custGeom>
              <a:avLst/>
              <a:gdLst/>
              <a:ahLst/>
              <a:cxnLst/>
              <a:rect l="l" t="t" r="r" b="b"/>
              <a:pathLst>
                <a:path w="83880" h="79434" extrusionOk="0">
                  <a:moveTo>
                    <a:pt x="61426" y="1"/>
                  </a:moveTo>
                  <a:cubicBezTo>
                    <a:pt x="60890" y="1"/>
                    <a:pt x="60344" y="84"/>
                    <a:pt x="59805" y="260"/>
                  </a:cubicBezTo>
                  <a:lnTo>
                    <a:pt x="4227" y="18440"/>
                  </a:lnTo>
                  <a:cubicBezTo>
                    <a:pt x="1488" y="19333"/>
                    <a:pt x="0" y="22262"/>
                    <a:pt x="893" y="25001"/>
                  </a:cubicBezTo>
                  <a:lnTo>
                    <a:pt x="17514" y="75840"/>
                  </a:lnTo>
                  <a:cubicBezTo>
                    <a:pt x="18231" y="78040"/>
                    <a:pt x="20270" y="79433"/>
                    <a:pt x="22464" y="79433"/>
                  </a:cubicBezTo>
                  <a:cubicBezTo>
                    <a:pt x="23001" y="79433"/>
                    <a:pt x="23548" y="79350"/>
                    <a:pt x="24086" y="79174"/>
                  </a:cubicBezTo>
                  <a:lnTo>
                    <a:pt x="79653" y="61005"/>
                  </a:lnTo>
                  <a:cubicBezTo>
                    <a:pt x="82391" y="60112"/>
                    <a:pt x="83880" y="57171"/>
                    <a:pt x="82987" y="54433"/>
                  </a:cubicBezTo>
                  <a:lnTo>
                    <a:pt x="66365" y="3593"/>
                  </a:lnTo>
                  <a:cubicBezTo>
                    <a:pt x="65648" y="1394"/>
                    <a:pt x="63617" y="1"/>
                    <a:pt x="61426"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5" name="Google Shape;2665;p44"/>
            <p:cNvSpPr/>
            <p:nvPr/>
          </p:nvSpPr>
          <p:spPr>
            <a:xfrm>
              <a:off x="2515209" y="2530626"/>
              <a:ext cx="222844" cy="212104"/>
            </a:xfrm>
            <a:custGeom>
              <a:avLst/>
              <a:gdLst/>
              <a:ahLst/>
              <a:cxnLst/>
              <a:rect l="l" t="t" r="r" b="b"/>
              <a:pathLst>
                <a:path w="85381" h="81266" extrusionOk="0">
                  <a:moveTo>
                    <a:pt x="61889" y="1828"/>
                  </a:moveTo>
                  <a:cubicBezTo>
                    <a:pt x="63699" y="1828"/>
                    <a:pt x="65378" y="2982"/>
                    <a:pt x="65973" y="4792"/>
                  </a:cubicBezTo>
                  <a:lnTo>
                    <a:pt x="82606" y="55632"/>
                  </a:lnTo>
                  <a:cubicBezTo>
                    <a:pt x="83333" y="57882"/>
                    <a:pt x="82094" y="60323"/>
                    <a:pt x="79844" y="61049"/>
                  </a:cubicBezTo>
                  <a:lnTo>
                    <a:pt x="24278" y="79218"/>
                  </a:lnTo>
                  <a:cubicBezTo>
                    <a:pt x="23836" y="79363"/>
                    <a:pt x="23388" y="79432"/>
                    <a:pt x="22946" y="79432"/>
                  </a:cubicBezTo>
                  <a:cubicBezTo>
                    <a:pt x="21136" y="79432"/>
                    <a:pt x="19444" y="78277"/>
                    <a:pt x="18860" y="76468"/>
                  </a:cubicBezTo>
                  <a:lnTo>
                    <a:pt x="2239" y="25628"/>
                  </a:lnTo>
                  <a:cubicBezTo>
                    <a:pt x="1882" y="24545"/>
                    <a:pt x="1965" y="23390"/>
                    <a:pt x="2489" y="22354"/>
                  </a:cubicBezTo>
                  <a:cubicBezTo>
                    <a:pt x="3013" y="21330"/>
                    <a:pt x="3906" y="20568"/>
                    <a:pt x="4990" y="20211"/>
                  </a:cubicBezTo>
                  <a:lnTo>
                    <a:pt x="60556" y="2042"/>
                  </a:lnTo>
                  <a:cubicBezTo>
                    <a:pt x="60997" y="1911"/>
                    <a:pt x="61437" y="1828"/>
                    <a:pt x="61889" y="1828"/>
                  </a:cubicBezTo>
                  <a:close/>
                  <a:moveTo>
                    <a:pt x="61888" y="1"/>
                  </a:moveTo>
                  <a:cubicBezTo>
                    <a:pt x="61261" y="1"/>
                    <a:pt x="60624" y="98"/>
                    <a:pt x="59996" y="304"/>
                  </a:cubicBezTo>
                  <a:lnTo>
                    <a:pt x="4418" y="18472"/>
                  </a:lnTo>
                  <a:cubicBezTo>
                    <a:pt x="2870" y="18972"/>
                    <a:pt x="1608" y="20068"/>
                    <a:pt x="870" y="21520"/>
                  </a:cubicBezTo>
                  <a:cubicBezTo>
                    <a:pt x="120" y="22985"/>
                    <a:pt x="1" y="24652"/>
                    <a:pt x="513" y="26200"/>
                  </a:cubicBezTo>
                  <a:lnTo>
                    <a:pt x="17134" y="77039"/>
                  </a:lnTo>
                  <a:cubicBezTo>
                    <a:pt x="17967" y="79623"/>
                    <a:pt x="20372" y="81266"/>
                    <a:pt x="22956" y="81266"/>
                  </a:cubicBezTo>
                  <a:cubicBezTo>
                    <a:pt x="23575" y="81266"/>
                    <a:pt x="24218" y="81171"/>
                    <a:pt x="24861" y="80944"/>
                  </a:cubicBezTo>
                  <a:lnTo>
                    <a:pt x="80427" y="62775"/>
                  </a:lnTo>
                  <a:cubicBezTo>
                    <a:pt x="83630" y="61716"/>
                    <a:pt x="85380" y="58263"/>
                    <a:pt x="84345" y="55048"/>
                  </a:cubicBezTo>
                  <a:lnTo>
                    <a:pt x="67724" y="4209"/>
                  </a:lnTo>
                  <a:cubicBezTo>
                    <a:pt x="66871" y="1643"/>
                    <a:pt x="64464" y="1"/>
                    <a:pt x="6188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6" name="Google Shape;2666;p44"/>
            <p:cNvSpPr/>
            <p:nvPr/>
          </p:nvSpPr>
          <p:spPr>
            <a:xfrm>
              <a:off x="2127047" y="2901967"/>
              <a:ext cx="218929" cy="207291"/>
            </a:xfrm>
            <a:custGeom>
              <a:avLst/>
              <a:gdLst/>
              <a:ahLst/>
              <a:cxnLst/>
              <a:rect l="l" t="t" r="r" b="b"/>
              <a:pathLst>
                <a:path w="83881" h="79422" extrusionOk="0">
                  <a:moveTo>
                    <a:pt x="61416" y="0"/>
                  </a:moveTo>
                  <a:cubicBezTo>
                    <a:pt x="60879" y="0"/>
                    <a:pt x="60333" y="84"/>
                    <a:pt x="59794" y="259"/>
                  </a:cubicBezTo>
                  <a:lnTo>
                    <a:pt x="4228" y="18428"/>
                  </a:lnTo>
                  <a:cubicBezTo>
                    <a:pt x="1489" y="19321"/>
                    <a:pt x="1" y="22250"/>
                    <a:pt x="894" y="24989"/>
                  </a:cubicBezTo>
                  <a:lnTo>
                    <a:pt x="17515" y="75840"/>
                  </a:lnTo>
                  <a:cubicBezTo>
                    <a:pt x="18232" y="78030"/>
                    <a:pt x="20271" y="79421"/>
                    <a:pt x="22464" y="79421"/>
                  </a:cubicBezTo>
                  <a:cubicBezTo>
                    <a:pt x="23001" y="79421"/>
                    <a:pt x="23548" y="79338"/>
                    <a:pt x="24087" y="79162"/>
                  </a:cubicBezTo>
                  <a:lnTo>
                    <a:pt x="79654" y="60993"/>
                  </a:lnTo>
                  <a:cubicBezTo>
                    <a:pt x="82392" y="60088"/>
                    <a:pt x="83880" y="57159"/>
                    <a:pt x="82987" y="54433"/>
                  </a:cubicBezTo>
                  <a:lnTo>
                    <a:pt x="66366" y="3593"/>
                  </a:lnTo>
                  <a:cubicBezTo>
                    <a:pt x="65649" y="1393"/>
                    <a:pt x="63610" y="0"/>
                    <a:pt x="61416"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7" name="Google Shape;2667;p44"/>
            <p:cNvSpPr/>
            <p:nvPr/>
          </p:nvSpPr>
          <p:spPr>
            <a:xfrm>
              <a:off x="2125710" y="2899552"/>
              <a:ext cx="222876" cy="212104"/>
            </a:xfrm>
            <a:custGeom>
              <a:avLst/>
              <a:gdLst/>
              <a:ahLst/>
              <a:cxnLst/>
              <a:rect l="l" t="t" r="r" b="b"/>
              <a:pathLst>
                <a:path w="85393" h="81266" extrusionOk="0">
                  <a:moveTo>
                    <a:pt x="61913" y="1827"/>
                  </a:moveTo>
                  <a:cubicBezTo>
                    <a:pt x="62592" y="1827"/>
                    <a:pt x="63247" y="1982"/>
                    <a:pt x="63854" y="2280"/>
                  </a:cubicBezTo>
                  <a:cubicBezTo>
                    <a:pt x="64878" y="2804"/>
                    <a:pt x="65640" y="3696"/>
                    <a:pt x="65997" y="4780"/>
                  </a:cubicBezTo>
                  <a:lnTo>
                    <a:pt x="82618" y="55631"/>
                  </a:lnTo>
                  <a:cubicBezTo>
                    <a:pt x="83345" y="57870"/>
                    <a:pt x="82118" y="60311"/>
                    <a:pt x="79868" y="61037"/>
                  </a:cubicBezTo>
                  <a:lnTo>
                    <a:pt x="24290" y="79218"/>
                  </a:lnTo>
                  <a:cubicBezTo>
                    <a:pt x="23855" y="79361"/>
                    <a:pt x="23409" y="79431"/>
                    <a:pt x="22964" y="79431"/>
                  </a:cubicBezTo>
                  <a:cubicBezTo>
                    <a:pt x="22299" y="79431"/>
                    <a:pt x="21636" y="79274"/>
                    <a:pt x="21015" y="78968"/>
                  </a:cubicBezTo>
                  <a:cubicBezTo>
                    <a:pt x="19991" y="78444"/>
                    <a:pt x="19229" y="77551"/>
                    <a:pt x="18872" y="76467"/>
                  </a:cubicBezTo>
                  <a:lnTo>
                    <a:pt x="2251" y="25616"/>
                  </a:lnTo>
                  <a:cubicBezTo>
                    <a:pt x="1894" y="24532"/>
                    <a:pt x="1989" y="23377"/>
                    <a:pt x="2501" y="22342"/>
                  </a:cubicBezTo>
                  <a:cubicBezTo>
                    <a:pt x="3025" y="21318"/>
                    <a:pt x="3918" y="20556"/>
                    <a:pt x="5013" y="20199"/>
                  </a:cubicBezTo>
                  <a:lnTo>
                    <a:pt x="60580" y="2030"/>
                  </a:lnTo>
                  <a:cubicBezTo>
                    <a:pt x="61020" y="1899"/>
                    <a:pt x="61473" y="1827"/>
                    <a:pt x="61913" y="1827"/>
                  </a:cubicBezTo>
                  <a:close/>
                  <a:moveTo>
                    <a:pt x="61909" y="0"/>
                  </a:moveTo>
                  <a:cubicBezTo>
                    <a:pt x="61266" y="0"/>
                    <a:pt x="60622" y="101"/>
                    <a:pt x="59996" y="303"/>
                  </a:cubicBezTo>
                  <a:lnTo>
                    <a:pt x="4430" y="18472"/>
                  </a:lnTo>
                  <a:cubicBezTo>
                    <a:pt x="2882" y="18984"/>
                    <a:pt x="1608" y="20068"/>
                    <a:pt x="870" y="21532"/>
                  </a:cubicBezTo>
                  <a:cubicBezTo>
                    <a:pt x="120" y="22985"/>
                    <a:pt x="1" y="24651"/>
                    <a:pt x="513" y="26199"/>
                  </a:cubicBezTo>
                  <a:lnTo>
                    <a:pt x="17134" y="77039"/>
                  </a:lnTo>
                  <a:cubicBezTo>
                    <a:pt x="17646" y="78587"/>
                    <a:pt x="18729" y="79849"/>
                    <a:pt x="20182" y="80599"/>
                  </a:cubicBezTo>
                  <a:cubicBezTo>
                    <a:pt x="21063" y="81039"/>
                    <a:pt x="22004" y="81266"/>
                    <a:pt x="22956" y="81266"/>
                  </a:cubicBezTo>
                  <a:cubicBezTo>
                    <a:pt x="23599" y="81266"/>
                    <a:pt x="24254" y="81158"/>
                    <a:pt x="24861" y="80956"/>
                  </a:cubicBezTo>
                  <a:lnTo>
                    <a:pt x="80428" y="62787"/>
                  </a:lnTo>
                  <a:cubicBezTo>
                    <a:pt x="83630" y="61727"/>
                    <a:pt x="85392" y="58275"/>
                    <a:pt x="84345" y="55060"/>
                  </a:cubicBezTo>
                  <a:lnTo>
                    <a:pt x="67724" y="4220"/>
                  </a:lnTo>
                  <a:cubicBezTo>
                    <a:pt x="67212" y="2673"/>
                    <a:pt x="66128" y="1411"/>
                    <a:pt x="64676" y="660"/>
                  </a:cubicBezTo>
                  <a:cubicBezTo>
                    <a:pt x="63803" y="220"/>
                    <a:pt x="62858" y="0"/>
                    <a:pt x="6190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8" name="Google Shape;2668;p44"/>
            <p:cNvSpPr/>
            <p:nvPr/>
          </p:nvSpPr>
          <p:spPr>
            <a:xfrm>
              <a:off x="2362599" y="2821025"/>
              <a:ext cx="222469" cy="213921"/>
            </a:xfrm>
            <a:custGeom>
              <a:avLst/>
              <a:gdLst/>
              <a:ahLst/>
              <a:cxnLst/>
              <a:rect l="l" t="t" r="r" b="b"/>
              <a:pathLst>
                <a:path w="85237" h="81962" extrusionOk="0">
                  <a:moveTo>
                    <a:pt x="65176" y="1"/>
                  </a:moveTo>
                  <a:cubicBezTo>
                    <a:pt x="65140" y="1"/>
                    <a:pt x="65104" y="6"/>
                    <a:pt x="65068" y="17"/>
                  </a:cubicBezTo>
                  <a:lnTo>
                    <a:pt x="298" y="21199"/>
                  </a:lnTo>
                  <a:cubicBezTo>
                    <a:pt x="107" y="21270"/>
                    <a:pt x="0" y="21484"/>
                    <a:pt x="60" y="21675"/>
                  </a:cubicBezTo>
                  <a:lnTo>
                    <a:pt x="19693" y="81706"/>
                  </a:lnTo>
                  <a:cubicBezTo>
                    <a:pt x="19750" y="81868"/>
                    <a:pt x="19892" y="81962"/>
                    <a:pt x="20050" y="81962"/>
                  </a:cubicBezTo>
                  <a:cubicBezTo>
                    <a:pt x="20089" y="81962"/>
                    <a:pt x="20129" y="81956"/>
                    <a:pt x="20169" y="81944"/>
                  </a:cubicBezTo>
                  <a:lnTo>
                    <a:pt x="84939" y="60763"/>
                  </a:lnTo>
                  <a:cubicBezTo>
                    <a:pt x="85130" y="60692"/>
                    <a:pt x="85237" y="60489"/>
                    <a:pt x="85178" y="60287"/>
                  </a:cubicBezTo>
                  <a:lnTo>
                    <a:pt x="65544" y="256"/>
                  </a:lnTo>
                  <a:cubicBezTo>
                    <a:pt x="65486" y="101"/>
                    <a:pt x="65334" y="1"/>
                    <a:pt x="65176"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9" name="Google Shape;2669;p44"/>
            <p:cNvSpPr/>
            <p:nvPr/>
          </p:nvSpPr>
          <p:spPr>
            <a:xfrm>
              <a:off x="2363064" y="2821957"/>
              <a:ext cx="222844" cy="212104"/>
            </a:xfrm>
            <a:custGeom>
              <a:avLst/>
              <a:gdLst/>
              <a:ahLst/>
              <a:cxnLst/>
              <a:rect l="l" t="t" r="r" b="b"/>
              <a:pathLst>
                <a:path w="85381" h="81266" extrusionOk="0">
                  <a:moveTo>
                    <a:pt x="61913" y="1815"/>
                  </a:moveTo>
                  <a:cubicBezTo>
                    <a:pt x="63711" y="1815"/>
                    <a:pt x="65390" y="2982"/>
                    <a:pt x="66009" y="4780"/>
                  </a:cubicBezTo>
                  <a:lnTo>
                    <a:pt x="82630" y="55620"/>
                  </a:lnTo>
                  <a:cubicBezTo>
                    <a:pt x="83356" y="57870"/>
                    <a:pt x="82118" y="60311"/>
                    <a:pt x="79880" y="61037"/>
                  </a:cubicBezTo>
                  <a:lnTo>
                    <a:pt x="24301" y="79206"/>
                  </a:lnTo>
                  <a:cubicBezTo>
                    <a:pt x="23862" y="79351"/>
                    <a:pt x="23409" y="79423"/>
                    <a:pt x="22958" y="79423"/>
                  </a:cubicBezTo>
                  <a:cubicBezTo>
                    <a:pt x="22295" y="79423"/>
                    <a:pt x="21636" y="79267"/>
                    <a:pt x="21027" y="78956"/>
                  </a:cubicBezTo>
                  <a:cubicBezTo>
                    <a:pt x="20003" y="78432"/>
                    <a:pt x="19241" y="77539"/>
                    <a:pt x="18884" y="76456"/>
                  </a:cubicBezTo>
                  <a:lnTo>
                    <a:pt x="2263" y="25616"/>
                  </a:lnTo>
                  <a:cubicBezTo>
                    <a:pt x="1906" y="24533"/>
                    <a:pt x="1989" y="23366"/>
                    <a:pt x="2513" y="22342"/>
                  </a:cubicBezTo>
                  <a:cubicBezTo>
                    <a:pt x="3037" y="21318"/>
                    <a:pt x="3930" y="20556"/>
                    <a:pt x="5013" y="20199"/>
                  </a:cubicBezTo>
                  <a:lnTo>
                    <a:pt x="60592" y="2030"/>
                  </a:lnTo>
                  <a:cubicBezTo>
                    <a:pt x="61020" y="1899"/>
                    <a:pt x="61461" y="1815"/>
                    <a:pt x="61913" y="1815"/>
                  </a:cubicBezTo>
                  <a:close/>
                  <a:moveTo>
                    <a:pt x="61893" y="1"/>
                  </a:moveTo>
                  <a:cubicBezTo>
                    <a:pt x="61265" y="1"/>
                    <a:pt x="60626" y="98"/>
                    <a:pt x="59996" y="303"/>
                  </a:cubicBezTo>
                  <a:lnTo>
                    <a:pt x="4418" y="18472"/>
                  </a:lnTo>
                  <a:cubicBezTo>
                    <a:pt x="2870" y="18972"/>
                    <a:pt x="1608" y="20068"/>
                    <a:pt x="858" y="21520"/>
                  </a:cubicBezTo>
                  <a:cubicBezTo>
                    <a:pt x="120" y="22985"/>
                    <a:pt x="1" y="24652"/>
                    <a:pt x="501" y="26199"/>
                  </a:cubicBezTo>
                  <a:lnTo>
                    <a:pt x="17134" y="77039"/>
                  </a:lnTo>
                  <a:cubicBezTo>
                    <a:pt x="17634" y="78587"/>
                    <a:pt x="18717" y="79849"/>
                    <a:pt x="20182" y="80599"/>
                  </a:cubicBezTo>
                  <a:cubicBezTo>
                    <a:pt x="21063" y="81039"/>
                    <a:pt x="21992" y="81266"/>
                    <a:pt x="22944" y="81266"/>
                  </a:cubicBezTo>
                  <a:cubicBezTo>
                    <a:pt x="23587" y="81266"/>
                    <a:pt x="24242" y="81159"/>
                    <a:pt x="24849" y="80944"/>
                  </a:cubicBezTo>
                  <a:lnTo>
                    <a:pt x="80428" y="62775"/>
                  </a:lnTo>
                  <a:cubicBezTo>
                    <a:pt x="83630" y="61716"/>
                    <a:pt x="85381" y="58263"/>
                    <a:pt x="84345" y="55048"/>
                  </a:cubicBezTo>
                  <a:lnTo>
                    <a:pt x="67712" y="4209"/>
                  </a:lnTo>
                  <a:cubicBezTo>
                    <a:pt x="66869" y="1643"/>
                    <a:pt x="64471" y="1"/>
                    <a:pt x="6189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0" name="Google Shape;2670;p44"/>
            <p:cNvSpPr/>
            <p:nvPr/>
          </p:nvSpPr>
          <p:spPr>
            <a:xfrm>
              <a:off x="2587863" y="2751250"/>
              <a:ext cx="218929" cy="207291"/>
            </a:xfrm>
            <a:custGeom>
              <a:avLst/>
              <a:gdLst/>
              <a:ahLst/>
              <a:cxnLst/>
              <a:rect l="l" t="t" r="r" b="b"/>
              <a:pathLst>
                <a:path w="83881" h="79422" extrusionOk="0">
                  <a:moveTo>
                    <a:pt x="61416" y="1"/>
                  </a:moveTo>
                  <a:cubicBezTo>
                    <a:pt x="60879" y="1"/>
                    <a:pt x="60332" y="84"/>
                    <a:pt x="59794" y="260"/>
                  </a:cubicBezTo>
                  <a:lnTo>
                    <a:pt x="4227" y="18429"/>
                  </a:lnTo>
                  <a:cubicBezTo>
                    <a:pt x="1489" y="19322"/>
                    <a:pt x="1" y="22251"/>
                    <a:pt x="894" y="24989"/>
                  </a:cubicBezTo>
                  <a:lnTo>
                    <a:pt x="17515" y="75829"/>
                  </a:lnTo>
                  <a:cubicBezTo>
                    <a:pt x="18232" y="78029"/>
                    <a:pt x="20263" y="79422"/>
                    <a:pt x="22454" y="79422"/>
                  </a:cubicBezTo>
                  <a:cubicBezTo>
                    <a:pt x="22990" y="79422"/>
                    <a:pt x="23536" y="79338"/>
                    <a:pt x="24075" y="79163"/>
                  </a:cubicBezTo>
                  <a:lnTo>
                    <a:pt x="79653" y="60994"/>
                  </a:lnTo>
                  <a:cubicBezTo>
                    <a:pt x="82368" y="60101"/>
                    <a:pt x="83880" y="57172"/>
                    <a:pt x="82987" y="54433"/>
                  </a:cubicBezTo>
                  <a:lnTo>
                    <a:pt x="66366" y="3594"/>
                  </a:lnTo>
                  <a:cubicBezTo>
                    <a:pt x="65649" y="1394"/>
                    <a:pt x="63610" y="1"/>
                    <a:pt x="6141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1" name="Google Shape;2671;p44"/>
            <p:cNvSpPr/>
            <p:nvPr/>
          </p:nvSpPr>
          <p:spPr>
            <a:xfrm>
              <a:off x="2585159" y="2748846"/>
              <a:ext cx="224275" cy="212096"/>
            </a:xfrm>
            <a:custGeom>
              <a:avLst/>
              <a:gdLst/>
              <a:ahLst/>
              <a:cxnLst/>
              <a:rect l="l" t="t" r="r" b="b"/>
              <a:pathLst>
                <a:path w="85929" h="81263" extrusionOk="0">
                  <a:moveTo>
                    <a:pt x="62437" y="1836"/>
                  </a:moveTo>
                  <a:cubicBezTo>
                    <a:pt x="64235" y="1836"/>
                    <a:pt x="65926" y="2979"/>
                    <a:pt x="66521" y="4801"/>
                  </a:cubicBezTo>
                  <a:lnTo>
                    <a:pt x="83142" y="55640"/>
                  </a:lnTo>
                  <a:cubicBezTo>
                    <a:pt x="83880" y="57890"/>
                    <a:pt x="82654" y="60319"/>
                    <a:pt x="80404" y="61057"/>
                  </a:cubicBezTo>
                  <a:lnTo>
                    <a:pt x="24825" y="79226"/>
                  </a:lnTo>
                  <a:cubicBezTo>
                    <a:pt x="24389" y="79368"/>
                    <a:pt x="23945" y="79435"/>
                    <a:pt x="23507" y="79435"/>
                  </a:cubicBezTo>
                  <a:cubicBezTo>
                    <a:pt x="21700" y="79435"/>
                    <a:pt x="20002" y="78287"/>
                    <a:pt x="19408" y="76476"/>
                  </a:cubicBezTo>
                  <a:lnTo>
                    <a:pt x="2787" y="25636"/>
                  </a:lnTo>
                  <a:cubicBezTo>
                    <a:pt x="2061" y="23386"/>
                    <a:pt x="3299" y="20945"/>
                    <a:pt x="5537" y="20219"/>
                  </a:cubicBezTo>
                  <a:lnTo>
                    <a:pt x="61116" y="2038"/>
                  </a:lnTo>
                  <a:cubicBezTo>
                    <a:pt x="61544" y="1907"/>
                    <a:pt x="61997" y="1836"/>
                    <a:pt x="62437" y="1836"/>
                  </a:cubicBezTo>
                  <a:close/>
                  <a:moveTo>
                    <a:pt x="62422" y="1"/>
                  </a:moveTo>
                  <a:cubicBezTo>
                    <a:pt x="61795" y="1"/>
                    <a:pt x="61159" y="97"/>
                    <a:pt x="60532" y="300"/>
                  </a:cubicBezTo>
                  <a:lnTo>
                    <a:pt x="4966" y="18469"/>
                  </a:lnTo>
                  <a:cubicBezTo>
                    <a:pt x="1763" y="19529"/>
                    <a:pt x="1" y="22981"/>
                    <a:pt x="1049" y="26196"/>
                  </a:cubicBezTo>
                  <a:lnTo>
                    <a:pt x="17670" y="77036"/>
                  </a:lnTo>
                  <a:cubicBezTo>
                    <a:pt x="18503" y="79631"/>
                    <a:pt x="20920" y="81262"/>
                    <a:pt x="23492" y="81262"/>
                  </a:cubicBezTo>
                  <a:cubicBezTo>
                    <a:pt x="24111" y="81262"/>
                    <a:pt x="24754" y="81179"/>
                    <a:pt x="25397" y="80953"/>
                  </a:cubicBezTo>
                  <a:lnTo>
                    <a:pt x="80963" y="62784"/>
                  </a:lnTo>
                  <a:cubicBezTo>
                    <a:pt x="84166" y="61724"/>
                    <a:pt x="85928" y="58271"/>
                    <a:pt x="84880" y="55057"/>
                  </a:cubicBezTo>
                  <a:lnTo>
                    <a:pt x="68259" y="4217"/>
                  </a:lnTo>
                  <a:cubicBezTo>
                    <a:pt x="67407" y="1631"/>
                    <a:pt x="64999" y="1"/>
                    <a:pt x="6242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2" name="Google Shape;2672;p44"/>
            <p:cNvSpPr/>
            <p:nvPr/>
          </p:nvSpPr>
          <p:spPr>
            <a:xfrm>
              <a:off x="2027668" y="2248039"/>
              <a:ext cx="49692" cy="58501"/>
            </a:xfrm>
            <a:custGeom>
              <a:avLst/>
              <a:gdLst/>
              <a:ahLst/>
              <a:cxnLst/>
              <a:rect l="l" t="t" r="r" b="b"/>
              <a:pathLst>
                <a:path w="19039" h="22414" extrusionOk="0">
                  <a:moveTo>
                    <a:pt x="8107" y="0"/>
                  </a:moveTo>
                  <a:cubicBezTo>
                    <a:pt x="7585" y="0"/>
                    <a:pt x="7064" y="67"/>
                    <a:pt x="6549" y="204"/>
                  </a:cubicBezTo>
                  <a:cubicBezTo>
                    <a:pt x="2203" y="1383"/>
                    <a:pt x="1" y="7264"/>
                    <a:pt x="1644" y="13337"/>
                  </a:cubicBezTo>
                  <a:cubicBezTo>
                    <a:pt x="3082" y="18689"/>
                    <a:pt x="7036" y="22414"/>
                    <a:pt x="10930" y="22414"/>
                  </a:cubicBezTo>
                  <a:cubicBezTo>
                    <a:pt x="11453" y="22414"/>
                    <a:pt x="11975" y="22346"/>
                    <a:pt x="12490" y="22207"/>
                  </a:cubicBezTo>
                  <a:cubicBezTo>
                    <a:pt x="16836" y="21028"/>
                    <a:pt x="19039" y="15146"/>
                    <a:pt x="17408" y="9074"/>
                  </a:cubicBezTo>
                  <a:cubicBezTo>
                    <a:pt x="15958" y="3717"/>
                    <a:pt x="12016" y="0"/>
                    <a:pt x="810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3" name="Google Shape;2673;p44"/>
            <p:cNvSpPr/>
            <p:nvPr/>
          </p:nvSpPr>
          <p:spPr>
            <a:xfrm>
              <a:off x="2027452" y="2245679"/>
              <a:ext cx="52581" cy="63240"/>
            </a:xfrm>
            <a:custGeom>
              <a:avLst/>
              <a:gdLst/>
              <a:ahLst/>
              <a:cxnLst/>
              <a:rect l="l" t="t" r="r" b="b"/>
              <a:pathLst>
                <a:path w="20146" h="24230" extrusionOk="0">
                  <a:moveTo>
                    <a:pt x="8216" y="1822"/>
                  </a:moveTo>
                  <a:cubicBezTo>
                    <a:pt x="9644" y="1822"/>
                    <a:pt x="11133" y="2406"/>
                    <a:pt x="12514" y="3573"/>
                  </a:cubicBezTo>
                  <a:cubicBezTo>
                    <a:pt x="14419" y="5132"/>
                    <a:pt x="15883" y="7502"/>
                    <a:pt x="16621" y="10252"/>
                  </a:cubicBezTo>
                  <a:cubicBezTo>
                    <a:pt x="18134" y="15812"/>
                    <a:pt x="16205" y="21206"/>
                    <a:pt x="12359" y="22242"/>
                  </a:cubicBezTo>
                  <a:cubicBezTo>
                    <a:pt x="11927" y="22354"/>
                    <a:pt x="11486" y="22411"/>
                    <a:pt x="11039" y="22411"/>
                  </a:cubicBezTo>
                  <a:cubicBezTo>
                    <a:pt x="9600" y="22411"/>
                    <a:pt x="8108" y="21829"/>
                    <a:pt x="6727" y="20694"/>
                  </a:cubicBezTo>
                  <a:cubicBezTo>
                    <a:pt x="4822" y="19134"/>
                    <a:pt x="3358" y="16765"/>
                    <a:pt x="2620" y="14014"/>
                  </a:cubicBezTo>
                  <a:cubicBezTo>
                    <a:pt x="1870" y="11264"/>
                    <a:pt x="1929" y="8478"/>
                    <a:pt x="2798" y="6168"/>
                  </a:cubicBezTo>
                  <a:cubicBezTo>
                    <a:pt x="3632" y="3966"/>
                    <a:pt x="5072" y="2501"/>
                    <a:pt x="6894" y="2001"/>
                  </a:cubicBezTo>
                  <a:cubicBezTo>
                    <a:pt x="7323" y="1882"/>
                    <a:pt x="7763" y="1822"/>
                    <a:pt x="8216" y="1822"/>
                  </a:cubicBezTo>
                  <a:close/>
                  <a:moveTo>
                    <a:pt x="8226" y="0"/>
                  </a:moveTo>
                  <a:cubicBezTo>
                    <a:pt x="7617" y="0"/>
                    <a:pt x="7012" y="79"/>
                    <a:pt x="6418" y="239"/>
                  </a:cubicBezTo>
                  <a:cubicBezTo>
                    <a:pt x="4013" y="882"/>
                    <a:pt x="2108" y="2751"/>
                    <a:pt x="1084" y="5513"/>
                  </a:cubicBezTo>
                  <a:cubicBezTo>
                    <a:pt x="84" y="8180"/>
                    <a:pt x="0" y="11347"/>
                    <a:pt x="846" y="14479"/>
                  </a:cubicBezTo>
                  <a:cubicBezTo>
                    <a:pt x="1679" y="17598"/>
                    <a:pt x="3358" y="20301"/>
                    <a:pt x="5549" y="22099"/>
                  </a:cubicBezTo>
                  <a:cubicBezTo>
                    <a:pt x="7263" y="23492"/>
                    <a:pt x="9156" y="24230"/>
                    <a:pt x="11002" y="24230"/>
                  </a:cubicBezTo>
                  <a:cubicBezTo>
                    <a:pt x="11609" y="24230"/>
                    <a:pt x="12216" y="24147"/>
                    <a:pt x="12811" y="23992"/>
                  </a:cubicBezTo>
                  <a:cubicBezTo>
                    <a:pt x="17657" y="22682"/>
                    <a:pt x="20146" y="16289"/>
                    <a:pt x="18384" y="9740"/>
                  </a:cubicBezTo>
                  <a:cubicBezTo>
                    <a:pt x="17550" y="6621"/>
                    <a:pt x="15859" y="3930"/>
                    <a:pt x="13681" y="2120"/>
                  </a:cubicBezTo>
                  <a:cubicBezTo>
                    <a:pt x="11953" y="724"/>
                    <a:pt x="10071" y="0"/>
                    <a:pt x="822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4" name="Google Shape;2674;p44"/>
            <p:cNvSpPr/>
            <p:nvPr/>
          </p:nvSpPr>
          <p:spPr>
            <a:xfrm>
              <a:off x="2380499" y="2136435"/>
              <a:ext cx="50809" cy="57999"/>
            </a:xfrm>
            <a:custGeom>
              <a:avLst/>
              <a:gdLst/>
              <a:ahLst/>
              <a:cxnLst/>
              <a:rect l="l" t="t" r="r" b="b"/>
              <a:pathLst>
                <a:path w="19467" h="22222" extrusionOk="0">
                  <a:moveTo>
                    <a:pt x="8040" y="1"/>
                  </a:moveTo>
                  <a:cubicBezTo>
                    <a:pt x="7399" y="1"/>
                    <a:pt x="6763" y="99"/>
                    <a:pt x="6144" y="304"/>
                  </a:cubicBezTo>
                  <a:cubicBezTo>
                    <a:pt x="1869" y="1709"/>
                    <a:pt x="0" y="7710"/>
                    <a:pt x="2000" y="13675"/>
                  </a:cubicBezTo>
                  <a:cubicBezTo>
                    <a:pt x="3690" y="18783"/>
                    <a:pt x="7648" y="22221"/>
                    <a:pt x="11432" y="22221"/>
                  </a:cubicBezTo>
                  <a:cubicBezTo>
                    <a:pt x="12075" y="22221"/>
                    <a:pt x="12714" y="22122"/>
                    <a:pt x="13335" y="21914"/>
                  </a:cubicBezTo>
                  <a:cubicBezTo>
                    <a:pt x="17621" y="20497"/>
                    <a:pt x="19467" y="14496"/>
                    <a:pt x="17490" y="8531"/>
                  </a:cubicBezTo>
                  <a:cubicBezTo>
                    <a:pt x="15800" y="3430"/>
                    <a:pt x="11829" y="1"/>
                    <a:pt x="804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5" name="Google Shape;2675;p44"/>
            <p:cNvSpPr/>
            <p:nvPr/>
          </p:nvSpPr>
          <p:spPr>
            <a:xfrm>
              <a:off x="2380530" y="2134047"/>
              <a:ext cx="53482" cy="62755"/>
            </a:xfrm>
            <a:custGeom>
              <a:avLst/>
              <a:gdLst/>
              <a:ahLst/>
              <a:cxnLst/>
              <a:rect l="l" t="t" r="r" b="b"/>
              <a:pathLst>
                <a:path w="20491" h="24044" extrusionOk="0">
                  <a:moveTo>
                    <a:pt x="8061" y="1826"/>
                  </a:moveTo>
                  <a:cubicBezTo>
                    <a:pt x="11430" y="1826"/>
                    <a:pt x="15038" y="5029"/>
                    <a:pt x="16597" y="9744"/>
                  </a:cubicBezTo>
                  <a:cubicBezTo>
                    <a:pt x="18419" y="15233"/>
                    <a:pt x="16824" y="20710"/>
                    <a:pt x="13026" y="21972"/>
                  </a:cubicBezTo>
                  <a:cubicBezTo>
                    <a:pt x="12491" y="22151"/>
                    <a:pt x="11942" y="22237"/>
                    <a:pt x="11387" y="22237"/>
                  </a:cubicBezTo>
                  <a:cubicBezTo>
                    <a:pt x="8001" y="22237"/>
                    <a:pt x="4421" y="19034"/>
                    <a:pt x="2846" y="14328"/>
                  </a:cubicBezTo>
                  <a:cubicBezTo>
                    <a:pt x="1953" y="11613"/>
                    <a:pt x="1857" y="8839"/>
                    <a:pt x="2584" y="6482"/>
                  </a:cubicBezTo>
                  <a:cubicBezTo>
                    <a:pt x="3274" y="4255"/>
                    <a:pt x="4632" y="2684"/>
                    <a:pt x="6418" y="2088"/>
                  </a:cubicBezTo>
                  <a:cubicBezTo>
                    <a:pt x="6953" y="1910"/>
                    <a:pt x="7513" y="1826"/>
                    <a:pt x="8061" y="1826"/>
                  </a:cubicBezTo>
                  <a:close/>
                  <a:moveTo>
                    <a:pt x="8010" y="1"/>
                  </a:moveTo>
                  <a:cubicBezTo>
                    <a:pt x="7279" y="1"/>
                    <a:pt x="6553" y="114"/>
                    <a:pt x="5846" y="350"/>
                  </a:cubicBezTo>
                  <a:cubicBezTo>
                    <a:pt x="3489" y="1124"/>
                    <a:pt x="1715" y="3124"/>
                    <a:pt x="845" y="5934"/>
                  </a:cubicBezTo>
                  <a:cubicBezTo>
                    <a:pt x="0" y="8637"/>
                    <a:pt x="95" y="11828"/>
                    <a:pt x="1119" y="14887"/>
                  </a:cubicBezTo>
                  <a:cubicBezTo>
                    <a:pt x="2941" y="20376"/>
                    <a:pt x="7263" y="24043"/>
                    <a:pt x="11454" y="24043"/>
                  </a:cubicBezTo>
                  <a:cubicBezTo>
                    <a:pt x="12192" y="24043"/>
                    <a:pt x="12906" y="23924"/>
                    <a:pt x="13621" y="23698"/>
                  </a:cubicBezTo>
                  <a:cubicBezTo>
                    <a:pt x="18371" y="22126"/>
                    <a:pt x="20491" y="15590"/>
                    <a:pt x="18348" y="9161"/>
                  </a:cubicBezTo>
                  <a:cubicBezTo>
                    <a:pt x="16524" y="3680"/>
                    <a:pt x="12184" y="1"/>
                    <a:pt x="801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6" name="Google Shape;2676;p44"/>
            <p:cNvSpPr/>
            <p:nvPr/>
          </p:nvSpPr>
          <p:spPr>
            <a:xfrm>
              <a:off x="2184942" y="2192603"/>
              <a:ext cx="102270" cy="86174"/>
            </a:xfrm>
            <a:custGeom>
              <a:avLst/>
              <a:gdLst/>
              <a:ahLst/>
              <a:cxnLst/>
              <a:rect l="l" t="t" r="r" b="b"/>
              <a:pathLst>
                <a:path w="39184" h="33017" extrusionOk="0">
                  <a:moveTo>
                    <a:pt x="35028" y="1"/>
                  </a:moveTo>
                  <a:lnTo>
                    <a:pt x="33266" y="513"/>
                  </a:lnTo>
                  <a:lnTo>
                    <a:pt x="33528" y="1382"/>
                  </a:lnTo>
                  <a:cubicBezTo>
                    <a:pt x="37183" y="14217"/>
                    <a:pt x="34433" y="26599"/>
                    <a:pt x="27123" y="30183"/>
                  </a:cubicBezTo>
                  <a:cubicBezTo>
                    <a:pt x="25774" y="30851"/>
                    <a:pt x="24300" y="31185"/>
                    <a:pt x="22746" y="31185"/>
                  </a:cubicBezTo>
                  <a:cubicBezTo>
                    <a:pt x="21198" y="31185"/>
                    <a:pt x="19570" y="30854"/>
                    <a:pt x="17907" y="30195"/>
                  </a:cubicBezTo>
                  <a:cubicBezTo>
                    <a:pt x="11502" y="27671"/>
                    <a:pt x="5406" y="20623"/>
                    <a:pt x="2036" y="11788"/>
                  </a:cubicBezTo>
                  <a:lnTo>
                    <a:pt x="1703" y="10943"/>
                  </a:lnTo>
                  <a:lnTo>
                    <a:pt x="0" y="11598"/>
                  </a:lnTo>
                  <a:lnTo>
                    <a:pt x="322" y="12443"/>
                  </a:lnTo>
                  <a:cubicBezTo>
                    <a:pt x="3917" y="21885"/>
                    <a:pt x="10251" y="29147"/>
                    <a:pt x="17240" y="31898"/>
                  </a:cubicBezTo>
                  <a:cubicBezTo>
                    <a:pt x="19122" y="32648"/>
                    <a:pt x="20979" y="33017"/>
                    <a:pt x="22753" y="33017"/>
                  </a:cubicBezTo>
                  <a:cubicBezTo>
                    <a:pt x="24587" y="33017"/>
                    <a:pt x="26325" y="32612"/>
                    <a:pt x="27932" y="31814"/>
                  </a:cubicBezTo>
                  <a:cubicBezTo>
                    <a:pt x="36028" y="27850"/>
                    <a:pt x="39184" y="14538"/>
                    <a:pt x="35278" y="882"/>
                  </a:cubicBezTo>
                  <a:lnTo>
                    <a:pt x="3502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677" name="Google Shape;2677;p44"/>
          <p:cNvGrpSpPr/>
          <p:nvPr/>
        </p:nvGrpSpPr>
        <p:grpSpPr>
          <a:xfrm>
            <a:off x="1076895" y="1290161"/>
            <a:ext cx="1514989" cy="1158259"/>
            <a:chOff x="4096768" y="1007010"/>
            <a:chExt cx="1388370" cy="1061455"/>
          </a:xfrm>
        </p:grpSpPr>
        <p:grpSp>
          <p:nvGrpSpPr>
            <p:cNvPr id="2678" name="Google Shape;2678;p44"/>
            <p:cNvGrpSpPr/>
            <p:nvPr/>
          </p:nvGrpSpPr>
          <p:grpSpPr>
            <a:xfrm>
              <a:off x="4096768" y="1007010"/>
              <a:ext cx="1388370" cy="1061455"/>
              <a:chOff x="4096768" y="1007010"/>
              <a:chExt cx="1388370" cy="1061455"/>
            </a:xfrm>
          </p:grpSpPr>
          <p:sp>
            <p:nvSpPr>
              <p:cNvPr id="2679" name="Google Shape;2679;p44"/>
              <p:cNvSpPr/>
              <p:nvPr/>
            </p:nvSpPr>
            <p:spPr>
              <a:xfrm>
                <a:off x="4104893" y="1013964"/>
                <a:ext cx="1369004" cy="1046677"/>
              </a:xfrm>
              <a:custGeom>
                <a:avLst/>
                <a:gdLst/>
                <a:ahLst/>
                <a:cxnLst/>
                <a:rect l="l" t="t" r="r" b="b"/>
                <a:pathLst>
                  <a:path w="1850006" h="1414428" extrusionOk="0">
                    <a:moveTo>
                      <a:pt x="645636" y="289123"/>
                    </a:moveTo>
                    <a:lnTo>
                      <a:pt x="1343734" y="701865"/>
                    </a:lnTo>
                    <a:lnTo>
                      <a:pt x="353989" y="1045821"/>
                    </a:lnTo>
                    <a:lnTo>
                      <a:pt x="645636" y="289123"/>
                    </a:lnTo>
                    <a:close/>
                    <a:moveTo>
                      <a:pt x="545148" y="0"/>
                    </a:moveTo>
                    <a:lnTo>
                      <a:pt x="1" y="1414428"/>
                    </a:lnTo>
                    <a:lnTo>
                      <a:pt x="1850005" y="771440"/>
                    </a:lnTo>
                    <a:lnTo>
                      <a:pt x="54514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680" name="Google Shape;2680;p44"/>
              <p:cNvGrpSpPr/>
              <p:nvPr/>
            </p:nvGrpSpPr>
            <p:grpSpPr>
              <a:xfrm>
                <a:off x="4096768" y="1007010"/>
                <a:ext cx="1388370" cy="1061455"/>
                <a:chOff x="4096768" y="1007010"/>
                <a:chExt cx="1388370" cy="1061455"/>
              </a:xfrm>
            </p:grpSpPr>
            <p:sp>
              <p:nvSpPr>
                <p:cNvPr id="2681" name="Google Shape;2681;p44"/>
                <p:cNvSpPr/>
                <p:nvPr/>
              </p:nvSpPr>
              <p:spPr>
                <a:xfrm>
                  <a:off x="4096768" y="1007010"/>
                  <a:ext cx="1388370" cy="1061455"/>
                </a:xfrm>
                <a:custGeom>
                  <a:avLst/>
                  <a:gdLst/>
                  <a:ahLst/>
                  <a:cxnLst/>
                  <a:rect l="l" t="t" r="r" b="b"/>
                  <a:pathLst>
                    <a:path w="1876175" h="1434398" extrusionOk="0">
                      <a:moveTo>
                        <a:pt x="659891" y="307907"/>
                      </a:moveTo>
                      <a:lnTo>
                        <a:pt x="1339539" y="709737"/>
                      </a:lnTo>
                      <a:lnTo>
                        <a:pt x="375965" y="1044635"/>
                      </a:lnTo>
                      <a:lnTo>
                        <a:pt x="659891" y="307907"/>
                      </a:lnTo>
                      <a:close/>
                      <a:moveTo>
                        <a:pt x="653356" y="289184"/>
                      </a:moveTo>
                      <a:lnTo>
                        <a:pt x="353988" y="1065851"/>
                      </a:lnTo>
                      <a:lnTo>
                        <a:pt x="1369904" y="712807"/>
                      </a:lnTo>
                      <a:lnTo>
                        <a:pt x="659891" y="293044"/>
                      </a:lnTo>
                      <a:lnTo>
                        <a:pt x="653356" y="289184"/>
                      </a:lnTo>
                      <a:close/>
                      <a:moveTo>
                        <a:pt x="559403" y="18785"/>
                      </a:moveTo>
                      <a:lnTo>
                        <a:pt x="1845810" y="779312"/>
                      </a:lnTo>
                      <a:lnTo>
                        <a:pt x="21946" y="1413212"/>
                      </a:lnTo>
                      <a:lnTo>
                        <a:pt x="21946" y="1413212"/>
                      </a:lnTo>
                      <a:lnTo>
                        <a:pt x="559403" y="18785"/>
                      </a:lnTo>
                      <a:close/>
                      <a:moveTo>
                        <a:pt x="552868" y="0"/>
                      </a:moveTo>
                      <a:lnTo>
                        <a:pt x="0" y="1434398"/>
                      </a:lnTo>
                      <a:lnTo>
                        <a:pt x="1876175" y="782382"/>
                      </a:lnTo>
                      <a:lnTo>
                        <a:pt x="559403" y="3891"/>
                      </a:lnTo>
                      <a:lnTo>
                        <a:pt x="552868" y="0"/>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2" name="Google Shape;2682;p44"/>
                <p:cNvSpPr/>
                <p:nvPr/>
              </p:nvSpPr>
              <p:spPr>
                <a:xfrm>
                  <a:off x="4512703" y="1872928"/>
                  <a:ext cx="22471" cy="41927"/>
                </a:xfrm>
                <a:custGeom>
                  <a:avLst/>
                  <a:gdLst/>
                  <a:ahLst/>
                  <a:cxnLst/>
                  <a:rect l="l" t="t" r="r" b="b"/>
                  <a:pathLst>
                    <a:path w="30366" h="56658" extrusionOk="0">
                      <a:moveTo>
                        <a:pt x="12129" y="0"/>
                      </a:moveTo>
                      <a:lnTo>
                        <a:pt x="1" y="4225"/>
                      </a:lnTo>
                      <a:lnTo>
                        <a:pt x="18208" y="56657"/>
                      </a:lnTo>
                      <a:lnTo>
                        <a:pt x="30366" y="52432"/>
                      </a:lnTo>
                      <a:lnTo>
                        <a:pt x="1212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3" name="Google Shape;2683;p44"/>
                <p:cNvSpPr/>
                <p:nvPr/>
              </p:nvSpPr>
              <p:spPr>
                <a:xfrm>
                  <a:off x="4600122" y="1842544"/>
                  <a:ext cx="22449" cy="41927"/>
                </a:xfrm>
                <a:custGeom>
                  <a:avLst/>
                  <a:gdLst/>
                  <a:ahLst/>
                  <a:cxnLst/>
                  <a:rect l="l" t="t" r="r" b="b"/>
                  <a:pathLst>
                    <a:path w="30336" h="56658" extrusionOk="0">
                      <a:moveTo>
                        <a:pt x="12128" y="0"/>
                      </a:moveTo>
                      <a:lnTo>
                        <a:pt x="1" y="4225"/>
                      </a:lnTo>
                      <a:lnTo>
                        <a:pt x="18208" y="56657"/>
                      </a:lnTo>
                      <a:lnTo>
                        <a:pt x="30335" y="52432"/>
                      </a:lnTo>
                      <a:lnTo>
                        <a:pt x="1212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4" name="Google Shape;2684;p44"/>
                <p:cNvSpPr/>
                <p:nvPr/>
              </p:nvSpPr>
              <p:spPr>
                <a:xfrm>
                  <a:off x="4686347" y="1812586"/>
                  <a:ext cx="22471" cy="41905"/>
                </a:xfrm>
                <a:custGeom>
                  <a:avLst/>
                  <a:gdLst/>
                  <a:ahLst/>
                  <a:cxnLst/>
                  <a:rect l="l" t="t" r="r" b="b"/>
                  <a:pathLst>
                    <a:path w="30366" h="56628" extrusionOk="0">
                      <a:moveTo>
                        <a:pt x="12128" y="1"/>
                      </a:moveTo>
                      <a:lnTo>
                        <a:pt x="1" y="4195"/>
                      </a:lnTo>
                      <a:lnTo>
                        <a:pt x="18238" y="56628"/>
                      </a:lnTo>
                      <a:lnTo>
                        <a:pt x="30366" y="52433"/>
                      </a:lnTo>
                      <a:lnTo>
                        <a:pt x="1212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5" name="Google Shape;2685;p44"/>
                <p:cNvSpPr/>
                <p:nvPr/>
              </p:nvSpPr>
              <p:spPr>
                <a:xfrm>
                  <a:off x="4769715" y="1783597"/>
                  <a:ext cx="22449" cy="41927"/>
                </a:xfrm>
                <a:custGeom>
                  <a:avLst/>
                  <a:gdLst/>
                  <a:ahLst/>
                  <a:cxnLst/>
                  <a:rect l="l" t="t" r="r" b="b"/>
                  <a:pathLst>
                    <a:path w="30336" h="56658" extrusionOk="0">
                      <a:moveTo>
                        <a:pt x="12128" y="0"/>
                      </a:moveTo>
                      <a:lnTo>
                        <a:pt x="0" y="4225"/>
                      </a:lnTo>
                      <a:lnTo>
                        <a:pt x="18207" y="56657"/>
                      </a:lnTo>
                      <a:lnTo>
                        <a:pt x="30335" y="52432"/>
                      </a:lnTo>
                      <a:lnTo>
                        <a:pt x="1212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6" name="Google Shape;2686;p44"/>
                <p:cNvSpPr/>
                <p:nvPr/>
              </p:nvSpPr>
              <p:spPr>
                <a:xfrm>
                  <a:off x="4855895" y="1753685"/>
                  <a:ext cx="22471" cy="41905"/>
                </a:xfrm>
                <a:custGeom>
                  <a:avLst/>
                  <a:gdLst/>
                  <a:ahLst/>
                  <a:cxnLst/>
                  <a:rect l="l" t="t" r="r" b="b"/>
                  <a:pathLst>
                    <a:path w="30366" h="56628" extrusionOk="0">
                      <a:moveTo>
                        <a:pt x="12159" y="0"/>
                      </a:moveTo>
                      <a:lnTo>
                        <a:pt x="0" y="4195"/>
                      </a:lnTo>
                      <a:lnTo>
                        <a:pt x="18238" y="56627"/>
                      </a:lnTo>
                      <a:lnTo>
                        <a:pt x="30366" y="52433"/>
                      </a:lnTo>
                      <a:lnTo>
                        <a:pt x="1215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7" name="Google Shape;2687;p44"/>
                <p:cNvSpPr/>
                <p:nvPr/>
              </p:nvSpPr>
              <p:spPr>
                <a:xfrm>
                  <a:off x="4939577" y="1724561"/>
                  <a:ext cx="22471" cy="41905"/>
                </a:xfrm>
                <a:custGeom>
                  <a:avLst/>
                  <a:gdLst/>
                  <a:ahLst/>
                  <a:cxnLst/>
                  <a:rect l="l" t="t" r="r" b="b"/>
                  <a:pathLst>
                    <a:path w="30366" h="56628" extrusionOk="0">
                      <a:moveTo>
                        <a:pt x="12159" y="0"/>
                      </a:moveTo>
                      <a:lnTo>
                        <a:pt x="1" y="4195"/>
                      </a:lnTo>
                      <a:lnTo>
                        <a:pt x="18238" y="56627"/>
                      </a:lnTo>
                      <a:lnTo>
                        <a:pt x="30366" y="52433"/>
                      </a:lnTo>
                      <a:lnTo>
                        <a:pt x="1215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8" name="Google Shape;2688;p44"/>
                <p:cNvSpPr/>
                <p:nvPr/>
              </p:nvSpPr>
              <p:spPr>
                <a:xfrm>
                  <a:off x="5025803" y="1694581"/>
                  <a:ext cx="22471" cy="41927"/>
                </a:xfrm>
                <a:custGeom>
                  <a:avLst/>
                  <a:gdLst/>
                  <a:ahLst/>
                  <a:cxnLst/>
                  <a:rect l="l" t="t" r="r" b="b"/>
                  <a:pathLst>
                    <a:path w="30366" h="56658" extrusionOk="0">
                      <a:moveTo>
                        <a:pt x="12128" y="1"/>
                      </a:moveTo>
                      <a:lnTo>
                        <a:pt x="1" y="4195"/>
                      </a:lnTo>
                      <a:lnTo>
                        <a:pt x="18208" y="56658"/>
                      </a:lnTo>
                      <a:lnTo>
                        <a:pt x="30366" y="52433"/>
                      </a:lnTo>
                      <a:lnTo>
                        <a:pt x="1212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9" name="Google Shape;2689;p44"/>
                <p:cNvSpPr/>
                <p:nvPr/>
              </p:nvSpPr>
              <p:spPr>
                <a:xfrm>
                  <a:off x="5109192" y="1665637"/>
                  <a:ext cx="22471" cy="41928"/>
                </a:xfrm>
                <a:custGeom>
                  <a:avLst/>
                  <a:gdLst/>
                  <a:ahLst/>
                  <a:cxnLst/>
                  <a:rect l="l" t="t" r="r" b="b"/>
                  <a:pathLst>
                    <a:path w="30366" h="56659" extrusionOk="0">
                      <a:moveTo>
                        <a:pt x="12129" y="1"/>
                      </a:moveTo>
                      <a:lnTo>
                        <a:pt x="1" y="4195"/>
                      </a:lnTo>
                      <a:lnTo>
                        <a:pt x="18238" y="56658"/>
                      </a:lnTo>
                      <a:lnTo>
                        <a:pt x="30366" y="52433"/>
                      </a:lnTo>
                      <a:lnTo>
                        <a:pt x="1212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0" name="Google Shape;2690;p44"/>
                <p:cNvSpPr/>
                <p:nvPr/>
              </p:nvSpPr>
              <p:spPr>
                <a:xfrm>
                  <a:off x="5195373" y="1635702"/>
                  <a:ext cx="22471" cy="41927"/>
                </a:xfrm>
                <a:custGeom>
                  <a:avLst/>
                  <a:gdLst/>
                  <a:ahLst/>
                  <a:cxnLst/>
                  <a:rect l="l" t="t" r="r" b="b"/>
                  <a:pathLst>
                    <a:path w="30366" h="56658" extrusionOk="0">
                      <a:moveTo>
                        <a:pt x="12129" y="1"/>
                      </a:moveTo>
                      <a:lnTo>
                        <a:pt x="1" y="4226"/>
                      </a:lnTo>
                      <a:lnTo>
                        <a:pt x="18238" y="56658"/>
                      </a:lnTo>
                      <a:lnTo>
                        <a:pt x="30366" y="52433"/>
                      </a:lnTo>
                      <a:lnTo>
                        <a:pt x="1212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1" name="Google Shape;2691;p44"/>
                <p:cNvSpPr/>
                <p:nvPr/>
              </p:nvSpPr>
              <p:spPr>
                <a:xfrm>
                  <a:off x="5287338" y="1603720"/>
                  <a:ext cx="22471" cy="41905"/>
                </a:xfrm>
                <a:custGeom>
                  <a:avLst/>
                  <a:gdLst/>
                  <a:ahLst/>
                  <a:cxnLst/>
                  <a:rect l="l" t="t" r="r" b="b"/>
                  <a:pathLst>
                    <a:path w="30366" h="56628" extrusionOk="0">
                      <a:moveTo>
                        <a:pt x="12128" y="1"/>
                      </a:moveTo>
                      <a:lnTo>
                        <a:pt x="1" y="4195"/>
                      </a:lnTo>
                      <a:lnTo>
                        <a:pt x="18238" y="56628"/>
                      </a:lnTo>
                      <a:lnTo>
                        <a:pt x="30366" y="52433"/>
                      </a:lnTo>
                      <a:lnTo>
                        <a:pt x="1212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2" name="Google Shape;2692;p44"/>
                <p:cNvSpPr/>
                <p:nvPr/>
              </p:nvSpPr>
              <p:spPr>
                <a:xfrm>
                  <a:off x="4480698" y="1905834"/>
                  <a:ext cx="15724" cy="22516"/>
                </a:xfrm>
                <a:custGeom>
                  <a:avLst/>
                  <a:gdLst/>
                  <a:ahLst/>
                  <a:cxnLst/>
                  <a:rect l="l" t="t" r="r" b="b"/>
                  <a:pathLst>
                    <a:path w="21248" h="30427" extrusionOk="0">
                      <a:moveTo>
                        <a:pt x="12129" y="0"/>
                      </a:moveTo>
                      <a:lnTo>
                        <a:pt x="1" y="4225"/>
                      </a:lnTo>
                      <a:lnTo>
                        <a:pt x="9120" y="30426"/>
                      </a:lnTo>
                      <a:lnTo>
                        <a:pt x="21248" y="26201"/>
                      </a:lnTo>
                      <a:lnTo>
                        <a:pt x="1212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3" name="Google Shape;2693;p44"/>
                <p:cNvSpPr/>
                <p:nvPr/>
              </p:nvSpPr>
              <p:spPr>
                <a:xfrm>
                  <a:off x="4566923" y="1875854"/>
                  <a:ext cx="15701" cy="22493"/>
                </a:xfrm>
                <a:custGeom>
                  <a:avLst/>
                  <a:gdLst/>
                  <a:ahLst/>
                  <a:cxnLst/>
                  <a:rect l="l" t="t" r="r" b="b"/>
                  <a:pathLst>
                    <a:path w="21218" h="30396" extrusionOk="0">
                      <a:moveTo>
                        <a:pt x="12129" y="1"/>
                      </a:moveTo>
                      <a:lnTo>
                        <a:pt x="1" y="4195"/>
                      </a:lnTo>
                      <a:lnTo>
                        <a:pt x="9089" y="30396"/>
                      </a:lnTo>
                      <a:lnTo>
                        <a:pt x="21217" y="26201"/>
                      </a:lnTo>
                      <a:lnTo>
                        <a:pt x="1212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4" name="Google Shape;2694;p44"/>
                <p:cNvSpPr/>
                <p:nvPr/>
              </p:nvSpPr>
              <p:spPr>
                <a:xfrm>
                  <a:off x="4654297" y="1845492"/>
                  <a:ext cx="15723" cy="22494"/>
                </a:xfrm>
                <a:custGeom>
                  <a:avLst/>
                  <a:gdLst/>
                  <a:ahLst/>
                  <a:cxnLst/>
                  <a:rect l="l" t="t" r="r" b="b"/>
                  <a:pathLst>
                    <a:path w="21247" h="30397" extrusionOk="0">
                      <a:moveTo>
                        <a:pt x="12128" y="1"/>
                      </a:moveTo>
                      <a:lnTo>
                        <a:pt x="0" y="4226"/>
                      </a:lnTo>
                      <a:lnTo>
                        <a:pt x="9119" y="30396"/>
                      </a:lnTo>
                      <a:lnTo>
                        <a:pt x="21247" y="26202"/>
                      </a:lnTo>
                      <a:lnTo>
                        <a:pt x="1212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5" name="Google Shape;2695;p44"/>
                <p:cNvSpPr/>
                <p:nvPr/>
              </p:nvSpPr>
              <p:spPr>
                <a:xfrm>
                  <a:off x="4740500" y="1815535"/>
                  <a:ext cx="15724" cy="22493"/>
                </a:xfrm>
                <a:custGeom>
                  <a:avLst/>
                  <a:gdLst/>
                  <a:ahLst/>
                  <a:cxnLst/>
                  <a:rect l="l" t="t" r="r" b="b"/>
                  <a:pathLst>
                    <a:path w="21248" h="30396" extrusionOk="0">
                      <a:moveTo>
                        <a:pt x="12128" y="0"/>
                      </a:moveTo>
                      <a:lnTo>
                        <a:pt x="1" y="4195"/>
                      </a:lnTo>
                      <a:lnTo>
                        <a:pt x="9119" y="30396"/>
                      </a:lnTo>
                      <a:lnTo>
                        <a:pt x="21247" y="26201"/>
                      </a:lnTo>
                      <a:lnTo>
                        <a:pt x="1212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6" name="Google Shape;2696;p44"/>
                <p:cNvSpPr/>
                <p:nvPr/>
              </p:nvSpPr>
              <p:spPr>
                <a:xfrm>
                  <a:off x="4823935" y="1786568"/>
                  <a:ext cx="15723" cy="22493"/>
                </a:xfrm>
                <a:custGeom>
                  <a:avLst/>
                  <a:gdLst/>
                  <a:ahLst/>
                  <a:cxnLst/>
                  <a:rect l="l" t="t" r="r" b="b"/>
                  <a:pathLst>
                    <a:path w="21247" h="30396" extrusionOk="0">
                      <a:moveTo>
                        <a:pt x="12128" y="0"/>
                      </a:moveTo>
                      <a:lnTo>
                        <a:pt x="0" y="4195"/>
                      </a:lnTo>
                      <a:lnTo>
                        <a:pt x="9089" y="30396"/>
                      </a:lnTo>
                      <a:lnTo>
                        <a:pt x="21247" y="26201"/>
                      </a:lnTo>
                      <a:lnTo>
                        <a:pt x="1212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7" name="Google Shape;2697;p44"/>
                <p:cNvSpPr/>
                <p:nvPr/>
              </p:nvSpPr>
              <p:spPr>
                <a:xfrm>
                  <a:off x="4910137" y="1756589"/>
                  <a:ext cx="15701" cy="22493"/>
                </a:xfrm>
                <a:custGeom>
                  <a:avLst/>
                  <a:gdLst/>
                  <a:ahLst/>
                  <a:cxnLst/>
                  <a:rect l="l" t="t" r="r" b="b"/>
                  <a:pathLst>
                    <a:path w="21218" h="30396" extrusionOk="0">
                      <a:moveTo>
                        <a:pt x="12129" y="0"/>
                      </a:moveTo>
                      <a:lnTo>
                        <a:pt x="1" y="4195"/>
                      </a:lnTo>
                      <a:lnTo>
                        <a:pt x="9089" y="30396"/>
                      </a:lnTo>
                      <a:lnTo>
                        <a:pt x="21217" y="26201"/>
                      </a:lnTo>
                      <a:lnTo>
                        <a:pt x="1212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8" name="Google Shape;2698;p44"/>
                <p:cNvSpPr/>
                <p:nvPr/>
              </p:nvSpPr>
              <p:spPr>
                <a:xfrm>
                  <a:off x="4993753" y="1727509"/>
                  <a:ext cx="15723" cy="22516"/>
                </a:xfrm>
                <a:custGeom>
                  <a:avLst/>
                  <a:gdLst/>
                  <a:ahLst/>
                  <a:cxnLst/>
                  <a:rect l="l" t="t" r="r" b="b"/>
                  <a:pathLst>
                    <a:path w="21247" h="30427" extrusionOk="0">
                      <a:moveTo>
                        <a:pt x="12128" y="0"/>
                      </a:moveTo>
                      <a:lnTo>
                        <a:pt x="0" y="4225"/>
                      </a:lnTo>
                      <a:lnTo>
                        <a:pt x="9119" y="30426"/>
                      </a:lnTo>
                      <a:lnTo>
                        <a:pt x="21247" y="26201"/>
                      </a:lnTo>
                      <a:lnTo>
                        <a:pt x="1212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9" name="Google Shape;2699;p44"/>
                <p:cNvSpPr/>
                <p:nvPr/>
              </p:nvSpPr>
              <p:spPr>
                <a:xfrm>
                  <a:off x="5079955" y="1697552"/>
                  <a:ext cx="15724" cy="22516"/>
                </a:xfrm>
                <a:custGeom>
                  <a:avLst/>
                  <a:gdLst/>
                  <a:ahLst/>
                  <a:cxnLst/>
                  <a:rect l="l" t="t" r="r" b="b"/>
                  <a:pathLst>
                    <a:path w="21248" h="30427" extrusionOk="0">
                      <a:moveTo>
                        <a:pt x="12128" y="1"/>
                      </a:moveTo>
                      <a:lnTo>
                        <a:pt x="1" y="4226"/>
                      </a:lnTo>
                      <a:lnTo>
                        <a:pt x="9119" y="30427"/>
                      </a:lnTo>
                      <a:lnTo>
                        <a:pt x="21247" y="26202"/>
                      </a:lnTo>
                      <a:lnTo>
                        <a:pt x="1212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0" name="Google Shape;2700;p44"/>
                <p:cNvSpPr/>
                <p:nvPr/>
              </p:nvSpPr>
              <p:spPr>
                <a:xfrm>
                  <a:off x="5163368" y="1668563"/>
                  <a:ext cx="15701" cy="22493"/>
                </a:xfrm>
                <a:custGeom>
                  <a:avLst/>
                  <a:gdLst/>
                  <a:ahLst/>
                  <a:cxnLst/>
                  <a:rect l="l" t="t" r="r" b="b"/>
                  <a:pathLst>
                    <a:path w="21217" h="30396" extrusionOk="0">
                      <a:moveTo>
                        <a:pt x="12128" y="0"/>
                      </a:moveTo>
                      <a:lnTo>
                        <a:pt x="0" y="4195"/>
                      </a:lnTo>
                      <a:lnTo>
                        <a:pt x="9088" y="30396"/>
                      </a:lnTo>
                      <a:lnTo>
                        <a:pt x="21216" y="26201"/>
                      </a:lnTo>
                      <a:lnTo>
                        <a:pt x="1212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1" name="Google Shape;2701;p44"/>
                <p:cNvSpPr/>
                <p:nvPr/>
              </p:nvSpPr>
              <p:spPr>
                <a:xfrm>
                  <a:off x="5249638" y="1638606"/>
                  <a:ext cx="15701" cy="22516"/>
                </a:xfrm>
                <a:custGeom>
                  <a:avLst/>
                  <a:gdLst/>
                  <a:ahLst/>
                  <a:cxnLst/>
                  <a:rect l="l" t="t" r="r" b="b"/>
                  <a:pathLst>
                    <a:path w="21217" h="30427" extrusionOk="0">
                      <a:moveTo>
                        <a:pt x="12129" y="1"/>
                      </a:moveTo>
                      <a:lnTo>
                        <a:pt x="1" y="4226"/>
                      </a:lnTo>
                      <a:lnTo>
                        <a:pt x="9089" y="30427"/>
                      </a:lnTo>
                      <a:lnTo>
                        <a:pt x="21217" y="26202"/>
                      </a:lnTo>
                      <a:lnTo>
                        <a:pt x="1212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2" name="Google Shape;2702;p44"/>
                <p:cNvSpPr/>
                <p:nvPr/>
              </p:nvSpPr>
              <p:spPr>
                <a:xfrm>
                  <a:off x="4256930" y="1961831"/>
                  <a:ext cx="22449" cy="41927"/>
                </a:xfrm>
                <a:custGeom>
                  <a:avLst/>
                  <a:gdLst/>
                  <a:ahLst/>
                  <a:cxnLst/>
                  <a:rect l="l" t="t" r="r" b="b"/>
                  <a:pathLst>
                    <a:path w="30336" h="56658" extrusionOk="0">
                      <a:moveTo>
                        <a:pt x="12129" y="1"/>
                      </a:moveTo>
                      <a:lnTo>
                        <a:pt x="1" y="4226"/>
                      </a:lnTo>
                      <a:lnTo>
                        <a:pt x="18208" y="56658"/>
                      </a:lnTo>
                      <a:lnTo>
                        <a:pt x="30336" y="52433"/>
                      </a:lnTo>
                      <a:lnTo>
                        <a:pt x="1212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3" name="Google Shape;2703;p44"/>
                <p:cNvSpPr/>
                <p:nvPr/>
              </p:nvSpPr>
              <p:spPr>
                <a:xfrm>
                  <a:off x="4343133" y="1931875"/>
                  <a:ext cx="22471" cy="41927"/>
                </a:xfrm>
                <a:custGeom>
                  <a:avLst/>
                  <a:gdLst/>
                  <a:ahLst/>
                  <a:cxnLst/>
                  <a:rect l="l" t="t" r="r" b="b"/>
                  <a:pathLst>
                    <a:path w="30366" h="56658" extrusionOk="0">
                      <a:moveTo>
                        <a:pt x="12128" y="0"/>
                      </a:moveTo>
                      <a:lnTo>
                        <a:pt x="0" y="4195"/>
                      </a:lnTo>
                      <a:lnTo>
                        <a:pt x="18207" y="56657"/>
                      </a:lnTo>
                      <a:lnTo>
                        <a:pt x="30366" y="52432"/>
                      </a:lnTo>
                      <a:lnTo>
                        <a:pt x="1212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4" name="Google Shape;2704;p44"/>
                <p:cNvSpPr/>
                <p:nvPr/>
              </p:nvSpPr>
              <p:spPr>
                <a:xfrm>
                  <a:off x="4426501" y="1902885"/>
                  <a:ext cx="22449" cy="41927"/>
                </a:xfrm>
                <a:custGeom>
                  <a:avLst/>
                  <a:gdLst/>
                  <a:ahLst/>
                  <a:cxnLst/>
                  <a:rect l="l" t="t" r="r" b="b"/>
                  <a:pathLst>
                    <a:path w="30336" h="56658" extrusionOk="0">
                      <a:moveTo>
                        <a:pt x="12128" y="1"/>
                      </a:moveTo>
                      <a:lnTo>
                        <a:pt x="0" y="4226"/>
                      </a:lnTo>
                      <a:lnTo>
                        <a:pt x="18207" y="56658"/>
                      </a:lnTo>
                      <a:lnTo>
                        <a:pt x="30335" y="52433"/>
                      </a:lnTo>
                      <a:lnTo>
                        <a:pt x="1212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5" name="Google Shape;2705;p44"/>
                <p:cNvSpPr/>
                <p:nvPr/>
              </p:nvSpPr>
              <p:spPr>
                <a:xfrm>
                  <a:off x="4311151" y="1964758"/>
                  <a:ext cx="15723" cy="22493"/>
                </a:xfrm>
                <a:custGeom>
                  <a:avLst/>
                  <a:gdLst/>
                  <a:ahLst/>
                  <a:cxnLst/>
                  <a:rect l="l" t="t" r="r" b="b"/>
                  <a:pathLst>
                    <a:path w="21247" h="30396" extrusionOk="0">
                      <a:moveTo>
                        <a:pt x="12128" y="0"/>
                      </a:moveTo>
                      <a:lnTo>
                        <a:pt x="0" y="4195"/>
                      </a:lnTo>
                      <a:lnTo>
                        <a:pt x="9088" y="30396"/>
                      </a:lnTo>
                      <a:lnTo>
                        <a:pt x="21247" y="26201"/>
                      </a:lnTo>
                      <a:lnTo>
                        <a:pt x="1212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6" name="Google Shape;2706;p44"/>
                <p:cNvSpPr/>
                <p:nvPr/>
              </p:nvSpPr>
              <p:spPr>
                <a:xfrm>
                  <a:off x="4397331" y="1934800"/>
                  <a:ext cx="15723" cy="22516"/>
                </a:xfrm>
                <a:custGeom>
                  <a:avLst/>
                  <a:gdLst/>
                  <a:ahLst/>
                  <a:cxnLst/>
                  <a:rect l="l" t="t" r="r" b="b"/>
                  <a:pathLst>
                    <a:path w="21247" h="30427" extrusionOk="0">
                      <a:moveTo>
                        <a:pt x="12128" y="0"/>
                      </a:moveTo>
                      <a:lnTo>
                        <a:pt x="0" y="4225"/>
                      </a:lnTo>
                      <a:lnTo>
                        <a:pt x="9119" y="30426"/>
                      </a:lnTo>
                      <a:lnTo>
                        <a:pt x="21247" y="26201"/>
                      </a:lnTo>
                      <a:lnTo>
                        <a:pt x="1212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7" name="Google Shape;2707;p44"/>
                <p:cNvSpPr/>
                <p:nvPr/>
              </p:nvSpPr>
              <p:spPr>
                <a:xfrm>
                  <a:off x="4553914" y="1751048"/>
                  <a:ext cx="50137" cy="54010"/>
                </a:xfrm>
                <a:custGeom>
                  <a:avLst/>
                  <a:gdLst/>
                  <a:ahLst/>
                  <a:cxnLst/>
                  <a:rect l="l" t="t" r="r" b="b"/>
                  <a:pathLst>
                    <a:path w="67753" h="72986" extrusionOk="0">
                      <a:moveTo>
                        <a:pt x="29089" y="12863"/>
                      </a:moveTo>
                      <a:cubicBezTo>
                        <a:pt x="36475" y="12863"/>
                        <a:pt x="44864" y="20462"/>
                        <a:pt x="48725" y="31253"/>
                      </a:cubicBezTo>
                      <a:cubicBezTo>
                        <a:pt x="53132" y="43776"/>
                        <a:pt x="50032" y="56724"/>
                        <a:pt x="42037" y="59581"/>
                      </a:cubicBezTo>
                      <a:cubicBezTo>
                        <a:pt x="40964" y="59961"/>
                        <a:pt x="39845" y="60143"/>
                        <a:pt x="38701" y="60143"/>
                      </a:cubicBezTo>
                      <a:cubicBezTo>
                        <a:pt x="31323" y="60143"/>
                        <a:pt x="22904" y="52581"/>
                        <a:pt x="19089" y="41739"/>
                      </a:cubicBezTo>
                      <a:cubicBezTo>
                        <a:pt x="14651" y="29247"/>
                        <a:pt x="17751" y="16298"/>
                        <a:pt x="25776" y="13441"/>
                      </a:cubicBezTo>
                      <a:cubicBezTo>
                        <a:pt x="26809" y="13076"/>
                        <a:pt x="27964" y="12863"/>
                        <a:pt x="29089" y="12863"/>
                      </a:cubicBezTo>
                      <a:close/>
                      <a:moveTo>
                        <a:pt x="29144" y="1"/>
                      </a:moveTo>
                      <a:cubicBezTo>
                        <a:pt x="26561" y="1"/>
                        <a:pt x="23980" y="425"/>
                        <a:pt x="21460" y="1313"/>
                      </a:cubicBezTo>
                      <a:cubicBezTo>
                        <a:pt x="6383" y="6693"/>
                        <a:pt x="0" y="26298"/>
                        <a:pt x="6961" y="45995"/>
                      </a:cubicBezTo>
                      <a:cubicBezTo>
                        <a:pt x="12766" y="62408"/>
                        <a:pt x="25715" y="72986"/>
                        <a:pt x="38603" y="72986"/>
                      </a:cubicBezTo>
                      <a:cubicBezTo>
                        <a:pt x="41186" y="72986"/>
                        <a:pt x="43770" y="72560"/>
                        <a:pt x="46293" y="71679"/>
                      </a:cubicBezTo>
                      <a:cubicBezTo>
                        <a:pt x="61369" y="66329"/>
                        <a:pt x="67752" y="46724"/>
                        <a:pt x="60792" y="26997"/>
                      </a:cubicBezTo>
                      <a:cubicBezTo>
                        <a:pt x="54992" y="10588"/>
                        <a:pt x="42041" y="1"/>
                        <a:pt x="291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8" name="Google Shape;2708;p44"/>
                <p:cNvSpPr/>
                <p:nvPr/>
              </p:nvSpPr>
              <p:spPr>
                <a:xfrm>
                  <a:off x="4904601" y="1630044"/>
                  <a:ext cx="45144" cy="53970"/>
                </a:xfrm>
                <a:custGeom>
                  <a:avLst/>
                  <a:gdLst/>
                  <a:ahLst/>
                  <a:cxnLst/>
                  <a:rect l="l" t="t" r="r" b="b"/>
                  <a:pathLst>
                    <a:path w="61005" h="72932" extrusionOk="0">
                      <a:moveTo>
                        <a:pt x="25776" y="12839"/>
                      </a:moveTo>
                      <a:cubicBezTo>
                        <a:pt x="29393" y="12839"/>
                        <a:pt x="32615" y="14663"/>
                        <a:pt x="34439" y="15970"/>
                      </a:cubicBezTo>
                      <a:cubicBezTo>
                        <a:pt x="39150" y="19253"/>
                        <a:pt x="43132" y="24846"/>
                        <a:pt x="45381" y="31320"/>
                      </a:cubicBezTo>
                      <a:cubicBezTo>
                        <a:pt x="47631" y="37733"/>
                        <a:pt x="47965" y="44603"/>
                        <a:pt x="46324" y="50104"/>
                      </a:cubicBezTo>
                      <a:cubicBezTo>
                        <a:pt x="45533" y="52901"/>
                        <a:pt x="43406" y="57855"/>
                        <a:pt x="38573" y="59527"/>
                      </a:cubicBezTo>
                      <a:cubicBezTo>
                        <a:pt x="37485" y="59908"/>
                        <a:pt x="36397" y="60068"/>
                        <a:pt x="35337" y="60068"/>
                      </a:cubicBezTo>
                      <a:cubicBezTo>
                        <a:pt x="31750" y="60068"/>
                        <a:pt x="28488" y="58234"/>
                        <a:pt x="26658" y="56943"/>
                      </a:cubicBezTo>
                      <a:cubicBezTo>
                        <a:pt x="21946" y="53630"/>
                        <a:pt x="17934" y="48068"/>
                        <a:pt x="15715" y="41594"/>
                      </a:cubicBezTo>
                      <a:cubicBezTo>
                        <a:pt x="13466" y="35180"/>
                        <a:pt x="13132" y="28311"/>
                        <a:pt x="14743" y="22809"/>
                      </a:cubicBezTo>
                      <a:cubicBezTo>
                        <a:pt x="15563" y="20013"/>
                        <a:pt x="17691" y="15028"/>
                        <a:pt x="22493" y="13356"/>
                      </a:cubicBezTo>
                      <a:cubicBezTo>
                        <a:pt x="23618" y="12991"/>
                        <a:pt x="24712" y="12839"/>
                        <a:pt x="25776" y="12839"/>
                      </a:cubicBezTo>
                      <a:close/>
                      <a:moveTo>
                        <a:pt x="25678" y="0"/>
                      </a:moveTo>
                      <a:cubicBezTo>
                        <a:pt x="23132" y="0"/>
                        <a:pt x="20628" y="414"/>
                        <a:pt x="18238" y="1259"/>
                      </a:cubicBezTo>
                      <a:cubicBezTo>
                        <a:pt x="10791" y="3873"/>
                        <a:pt x="4986" y="10408"/>
                        <a:pt x="2402" y="19192"/>
                      </a:cubicBezTo>
                      <a:cubicBezTo>
                        <a:pt x="1" y="27308"/>
                        <a:pt x="396" y="36821"/>
                        <a:pt x="3557" y="45849"/>
                      </a:cubicBezTo>
                      <a:cubicBezTo>
                        <a:pt x="6688" y="54907"/>
                        <a:pt x="12250" y="62567"/>
                        <a:pt x="19211" y="67460"/>
                      </a:cubicBezTo>
                      <a:cubicBezTo>
                        <a:pt x="24317" y="71077"/>
                        <a:pt x="29910" y="72931"/>
                        <a:pt x="35351" y="72931"/>
                      </a:cubicBezTo>
                      <a:cubicBezTo>
                        <a:pt x="37874" y="72931"/>
                        <a:pt x="40397" y="72567"/>
                        <a:pt x="42767" y="71685"/>
                      </a:cubicBezTo>
                      <a:cubicBezTo>
                        <a:pt x="50214" y="69071"/>
                        <a:pt x="56020" y="62536"/>
                        <a:pt x="58604" y="53752"/>
                      </a:cubicBezTo>
                      <a:cubicBezTo>
                        <a:pt x="61005" y="45636"/>
                        <a:pt x="60610" y="36122"/>
                        <a:pt x="57449" y="27095"/>
                      </a:cubicBezTo>
                      <a:cubicBezTo>
                        <a:pt x="54318" y="18037"/>
                        <a:pt x="48755" y="10377"/>
                        <a:pt x="41795" y="5453"/>
                      </a:cubicBezTo>
                      <a:cubicBezTo>
                        <a:pt x="36707" y="1875"/>
                        <a:pt x="31098" y="0"/>
                        <a:pt x="2567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9" name="Google Shape;2709;p44"/>
                <p:cNvSpPr/>
                <p:nvPr/>
              </p:nvSpPr>
              <p:spPr>
                <a:xfrm>
                  <a:off x="4714459" y="1696877"/>
                  <a:ext cx="85699" cy="73170"/>
                </a:xfrm>
                <a:custGeom>
                  <a:avLst/>
                  <a:gdLst/>
                  <a:ahLst/>
                  <a:cxnLst/>
                  <a:rect l="l" t="t" r="r" b="b"/>
                  <a:pathLst>
                    <a:path w="115809" h="98878" extrusionOk="0">
                      <a:moveTo>
                        <a:pt x="102222" y="1"/>
                      </a:moveTo>
                      <a:lnTo>
                        <a:pt x="89972" y="3740"/>
                      </a:lnTo>
                      <a:lnTo>
                        <a:pt x="91826" y="9879"/>
                      </a:lnTo>
                      <a:cubicBezTo>
                        <a:pt x="101583" y="42190"/>
                        <a:pt x="95382" y="74531"/>
                        <a:pt x="77692" y="83558"/>
                      </a:cubicBezTo>
                      <a:cubicBezTo>
                        <a:pt x="74178" y="85336"/>
                        <a:pt x="70573" y="85999"/>
                        <a:pt x="67158" y="85999"/>
                      </a:cubicBezTo>
                      <a:cubicBezTo>
                        <a:pt x="62923" y="85999"/>
                        <a:pt x="58981" y="84979"/>
                        <a:pt x="55868" y="83802"/>
                      </a:cubicBezTo>
                      <a:cubicBezTo>
                        <a:pt x="39363" y="77601"/>
                        <a:pt x="23436" y="59576"/>
                        <a:pt x="14317" y="36780"/>
                      </a:cubicBezTo>
                      <a:lnTo>
                        <a:pt x="11916" y="30822"/>
                      </a:lnTo>
                      <a:lnTo>
                        <a:pt x="1" y="35625"/>
                      </a:lnTo>
                      <a:lnTo>
                        <a:pt x="2372" y="41582"/>
                      </a:lnTo>
                      <a:cubicBezTo>
                        <a:pt x="12949" y="68026"/>
                        <a:pt x="31248" y="88270"/>
                        <a:pt x="51369" y="95838"/>
                      </a:cubicBezTo>
                      <a:cubicBezTo>
                        <a:pt x="56750" y="97844"/>
                        <a:pt x="62069" y="98878"/>
                        <a:pt x="67206" y="98878"/>
                      </a:cubicBezTo>
                      <a:cubicBezTo>
                        <a:pt x="72950" y="98878"/>
                        <a:pt x="78452" y="97571"/>
                        <a:pt x="83498" y="94987"/>
                      </a:cubicBezTo>
                      <a:cubicBezTo>
                        <a:pt x="106933" y="83042"/>
                        <a:pt x="115808" y="44834"/>
                        <a:pt x="104106" y="6171"/>
                      </a:cubicBezTo>
                      <a:lnTo>
                        <a:pt x="10222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2710" name="Google Shape;2710;p44"/>
            <p:cNvSpPr/>
            <p:nvPr/>
          </p:nvSpPr>
          <p:spPr>
            <a:xfrm>
              <a:off x="4559338" y="1755830"/>
              <a:ext cx="39295" cy="44451"/>
            </a:xfrm>
            <a:custGeom>
              <a:avLst/>
              <a:gdLst/>
              <a:ahLst/>
              <a:cxnLst/>
              <a:rect l="l" t="t" r="r" b="b"/>
              <a:pathLst>
                <a:path w="53102" h="60069" extrusionOk="0">
                  <a:moveTo>
                    <a:pt x="21668" y="0"/>
                  </a:moveTo>
                  <a:cubicBezTo>
                    <a:pt x="19836" y="0"/>
                    <a:pt x="18021" y="293"/>
                    <a:pt x="16262" y="904"/>
                  </a:cubicBezTo>
                  <a:cubicBezTo>
                    <a:pt x="4742" y="4977"/>
                    <a:pt x="1" y="21299"/>
                    <a:pt x="5654" y="37378"/>
                  </a:cubicBezTo>
                  <a:cubicBezTo>
                    <a:pt x="10489" y="51008"/>
                    <a:pt x="21220" y="60069"/>
                    <a:pt x="31367" y="60069"/>
                  </a:cubicBezTo>
                  <a:cubicBezTo>
                    <a:pt x="33214" y="60069"/>
                    <a:pt x="35041" y="59769"/>
                    <a:pt x="36810" y="59142"/>
                  </a:cubicBezTo>
                  <a:cubicBezTo>
                    <a:pt x="48330" y="55099"/>
                    <a:pt x="53102" y="38746"/>
                    <a:pt x="47418" y="22667"/>
                  </a:cubicBezTo>
                  <a:cubicBezTo>
                    <a:pt x="42625" y="9062"/>
                    <a:pt x="31869" y="0"/>
                    <a:pt x="2166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1" name="Google Shape;2711;p44"/>
            <p:cNvSpPr/>
            <p:nvPr/>
          </p:nvSpPr>
          <p:spPr>
            <a:xfrm>
              <a:off x="4907594" y="1634804"/>
              <a:ext cx="39183" cy="44487"/>
            </a:xfrm>
            <a:custGeom>
              <a:avLst/>
              <a:gdLst/>
              <a:ahLst/>
              <a:cxnLst/>
              <a:rect l="l" t="t" r="r" b="b"/>
              <a:pathLst>
                <a:path w="52950" h="60118" extrusionOk="0">
                  <a:moveTo>
                    <a:pt x="21722" y="0"/>
                  </a:moveTo>
                  <a:cubicBezTo>
                    <a:pt x="19893" y="0"/>
                    <a:pt x="18080" y="295"/>
                    <a:pt x="16323" y="910"/>
                  </a:cubicBezTo>
                  <a:cubicBezTo>
                    <a:pt x="4833" y="4922"/>
                    <a:pt x="0" y="21214"/>
                    <a:pt x="5593" y="37324"/>
                  </a:cubicBezTo>
                  <a:cubicBezTo>
                    <a:pt x="10309" y="50982"/>
                    <a:pt x="21034" y="60118"/>
                    <a:pt x="31228" y="60118"/>
                  </a:cubicBezTo>
                  <a:cubicBezTo>
                    <a:pt x="33057" y="60118"/>
                    <a:pt x="34870" y="59824"/>
                    <a:pt x="36627" y="59208"/>
                  </a:cubicBezTo>
                  <a:cubicBezTo>
                    <a:pt x="48147" y="55196"/>
                    <a:pt x="52950" y="38904"/>
                    <a:pt x="47387" y="22795"/>
                  </a:cubicBezTo>
                  <a:cubicBezTo>
                    <a:pt x="42645" y="9136"/>
                    <a:pt x="31917" y="0"/>
                    <a:pt x="2172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712" name="Google Shape;2712;p44"/>
          <p:cNvGrpSpPr/>
          <p:nvPr/>
        </p:nvGrpSpPr>
        <p:grpSpPr>
          <a:xfrm>
            <a:off x="1933079" y="3337468"/>
            <a:ext cx="506401" cy="545234"/>
            <a:chOff x="3401787" y="2088659"/>
            <a:chExt cx="456546" cy="491556"/>
          </a:xfrm>
        </p:grpSpPr>
        <p:sp>
          <p:nvSpPr>
            <p:cNvPr id="2713" name="Google Shape;2713;p44"/>
            <p:cNvSpPr/>
            <p:nvPr/>
          </p:nvSpPr>
          <p:spPr>
            <a:xfrm>
              <a:off x="3403846" y="2162585"/>
              <a:ext cx="454487" cy="413163"/>
            </a:xfrm>
            <a:custGeom>
              <a:avLst/>
              <a:gdLst/>
              <a:ahLst/>
              <a:cxnLst/>
              <a:rect l="l" t="t" r="r" b="b"/>
              <a:pathLst>
                <a:path w="614172" h="558328" extrusionOk="0">
                  <a:moveTo>
                    <a:pt x="395735" y="1"/>
                  </a:moveTo>
                  <a:cubicBezTo>
                    <a:pt x="357620" y="1"/>
                    <a:pt x="313426" y="14493"/>
                    <a:pt x="263031" y="47645"/>
                  </a:cubicBezTo>
                  <a:cubicBezTo>
                    <a:pt x="263031" y="47645"/>
                    <a:pt x="260110" y="48225"/>
                    <a:pt x="257825" y="48225"/>
                  </a:cubicBezTo>
                  <a:cubicBezTo>
                    <a:pt x="257198" y="48225"/>
                    <a:pt x="256619" y="48182"/>
                    <a:pt x="256162" y="48071"/>
                  </a:cubicBezTo>
                  <a:cubicBezTo>
                    <a:pt x="225800" y="40350"/>
                    <a:pt x="198864" y="36776"/>
                    <a:pt x="175067" y="36776"/>
                  </a:cubicBezTo>
                  <a:cubicBezTo>
                    <a:pt x="25646" y="36776"/>
                    <a:pt x="1" y="177663"/>
                    <a:pt x="27191" y="317284"/>
                  </a:cubicBezTo>
                  <a:cubicBezTo>
                    <a:pt x="64351" y="507969"/>
                    <a:pt x="133370" y="558328"/>
                    <a:pt x="197655" y="558328"/>
                  </a:cubicBezTo>
                  <a:cubicBezTo>
                    <a:pt x="268611" y="558328"/>
                    <a:pt x="333799" y="496973"/>
                    <a:pt x="344005" y="495250"/>
                  </a:cubicBezTo>
                  <a:cubicBezTo>
                    <a:pt x="344634" y="495146"/>
                    <a:pt x="345382" y="495097"/>
                    <a:pt x="346245" y="495097"/>
                  </a:cubicBezTo>
                  <a:cubicBezTo>
                    <a:pt x="358570" y="495097"/>
                    <a:pt x="394116" y="505085"/>
                    <a:pt x="433939" y="505085"/>
                  </a:cubicBezTo>
                  <a:cubicBezTo>
                    <a:pt x="515159" y="505085"/>
                    <a:pt x="614171" y="463536"/>
                    <a:pt x="570271" y="210960"/>
                  </a:cubicBezTo>
                  <a:cubicBezTo>
                    <a:pt x="549726" y="92831"/>
                    <a:pt x="492200" y="1"/>
                    <a:pt x="39573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4" name="Google Shape;2714;p44"/>
            <p:cNvSpPr/>
            <p:nvPr/>
          </p:nvSpPr>
          <p:spPr>
            <a:xfrm>
              <a:off x="3401787" y="2158074"/>
              <a:ext cx="444887" cy="422141"/>
            </a:xfrm>
            <a:custGeom>
              <a:avLst/>
              <a:gdLst/>
              <a:ahLst/>
              <a:cxnLst/>
              <a:rect l="l" t="t" r="r" b="b"/>
              <a:pathLst>
                <a:path w="601198" h="570461" extrusionOk="0">
                  <a:moveTo>
                    <a:pt x="398340" y="11953"/>
                  </a:moveTo>
                  <a:cubicBezTo>
                    <a:pt x="416645" y="11953"/>
                    <a:pt x="433927" y="15450"/>
                    <a:pt x="450131" y="22459"/>
                  </a:cubicBezTo>
                  <a:cubicBezTo>
                    <a:pt x="508034" y="47535"/>
                    <a:pt x="549585" y="116989"/>
                    <a:pt x="567184" y="218085"/>
                  </a:cubicBezTo>
                  <a:cubicBezTo>
                    <a:pt x="588765" y="342129"/>
                    <a:pt x="577701" y="427085"/>
                    <a:pt x="534296" y="470550"/>
                  </a:cubicBezTo>
                  <a:cubicBezTo>
                    <a:pt x="506953" y="497893"/>
                    <a:pt x="470585" y="505262"/>
                    <a:pt x="436934" y="505262"/>
                  </a:cubicBezTo>
                  <a:cubicBezTo>
                    <a:pt x="411966" y="505262"/>
                    <a:pt x="388495" y="501206"/>
                    <a:pt x="371314" y="498241"/>
                  </a:cubicBezTo>
                  <a:cubicBezTo>
                    <a:pt x="361253" y="496499"/>
                    <a:pt x="353966" y="495252"/>
                    <a:pt x="348972" y="495252"/>
                  </a:cubicBezTo>
                  <a:cubicBezTo>
                    <a:pt x="347780" y="495252"/>
                    <a:pt x="346719" y="495323"/>
                    <a:pt x="345782" y="495475"/>
                  </a:cubicBezTo>
                  <a:cubicBezTo>
                    <a:pt x="342104" y="496113"/>
                    <a:pt x="337423" y="499244"/>
                    <a:pt x="326390" y="506904"/>
                  </a:cubicBezTo>
                  <a:cubicBezTo>
                    <a:pt x="300291" y="524977"/>
                    <a:pt x="251858" y="558508"/>
                    <a:pt x="200645" y="558508"/>
                  </a:cubicBezTo>
                  <a:cubicBezTo>
                    <a:pt x="187263" y="558508"/>
                    <a:pt x="173690" y="556218"/>
                    <a:pt x="160277" y="550764"/>
                  </a:cubicBezTo>
                  <a:cubicBezTo>
                    <a:pt x="102708" y="527360"/>
                    <a:pt x="60822" y="450459"/>
                    <a:pt x="35837" y="322250"/>
                  </a:cubicBezTo>
                  <a:cubicBezTo>
                    <a:pt x="14895" y="214802"/>
                    <a:pt x="29424" y="128084"/>
                    <a:pt x="75656" y="84405"/>
                  </a:cubicBezTo>
                  <a:cubicBezTo>
                    <a:pt x="100732" y="60697"/>
                    <a:pt x="134927" y="48812"/>
                    <a:pt x="177755" y="48812"/>
                  </a:cubicBezTo>
                  <a:cubicBezTo>
                    <a:pt x="201646" y="48812"/>
                    <a:pt x="228242" y="52520"/>
                    <a:pt x="257452" y="59937"/>
                  </a:cubicBezTo>
                  <a:cubicBezTo>
                    <a:pt x="258450" y="60188"/>
                    <a:pt x="259592" y="60283"/>
                    <a:pt x="260745" y="60283"/>
                  </a:cubicBezTo>
                  <a:cubicBezTo>
                    <a:pt x="263210" y="60283"/>
                    <a:pt x="265723" y="59851"/>
                    <a:pt x="266966" y="59602"/>
                  </a:cubicBezTo>
                  <a:lnTo>
                    <a:pt x="268091" y="59359"/>
                  </a:lnTo>
                  <a:lnTo>
                    <a:pt x="269033" y="58721"/>
                  </a:lnTo>
                  <a:cubicBezTo>
                    <a:pt x="316369" y="27583"/>
                    <a:pt x="359642" y="11953"/>
                    <a:pt x="398340" y="11953"/>
                  </a:cubicBezTo>
                  <a:close/>
                  <a:moveTo>
                    <a:pt x="398349" y="1"/>
                  </a:moveTo>
                  <a:cubicBezTo>
                    <a:pt x="357609" y="1"/>
                    <a:pt x="312497" y="16065"/>
                    <a:pt x="263531" y="48082"/>
                  </a:cubicBezTo>
                  <a:cubicBezTo>
                    <a:pt x="262303" y="48273"/>
                    <a:pt x="261050" y="48391"/>
                    <a:pt x="260521" y="48391"/>
                  </a:cubicBezTo>
                  <a:cubicBezTo>
                    <a:pt x="260461" y="48391"/>
                    <a:pt x="260411" y="48389"/>
                    <a:pt x="260370" y="48386"/>
                  </a:cubicBezTo>
                  <a:cubicBezTo>
                    <a:pt x="230198" y="40704"/>
                    <a:pt x="202606" y="36871"/>
                    <a:pt x="177672" y="36871"/>
                  </a:cubicBezTo>
                  <a:cubicBezTo>
                    <a:pt x="131770" y="36871"/>
                    <a:pt x="94877" y="49861"/>
                    <a:pt x="67479" y="75742"/>
                  </a:cubicBezTo>
                  <a:cubicBezTo>
                    <a:pt x="1" y="139482"/>
                    <a:pt x="11369" y="258936"/>
                    <a:pt x="24135" y="324500"/>
                  </a:cubicBezTo>
                  <a:cubicBezTo>
                    <a:pt x="49941" y="456903"/>
                    <a:pt x="94227" y="536722"/>
                    <a:pt x="155779" y="561768"/>
                  </a:cubicBezTo>
                  <a:cubicBezTo>
                    <a:pt x="170824" y="567908"/>
                    <a:pt x="185961" y="570461"/>
                    <a:pt x="200764" y="570461"/>
                  </a:cubicBezTo>
                  <a:cubicBezTo>
                    <a:pt x="255476" y="570461"/>
                    <a:pt x="305903" y="535597"/>
                    <a:pt x="333137" y="516661"/>
                  </a:cubicBezTo>
                  <a:cubicBezTo>
                    <a:pt x="339217" y="512496"/>
                    <a:pt x="346116" y="507755"/>
                    <a:pt x="347788" y="507208"/>
                  </a:cubicBezTo>
                  <a:cubicBezTo>
                    <a:pt x="348147" y="507146"/>
                    <a:pt x="348607" y="507117"/>
                    <a:pt x="349156" y="507117"/>
                  </a:cubicBezTo>
                  <a:cubicBezTo>
                    <a:pt x="352931" y="507117"/>
                    <a:pt x="360923" y="508484"/>
                    <a:pt x="369308" y="509943"/>
                  </a:cubicBezTo>
                  <a:cubicBezTo>
                    <a:pt x="385893" y="512805"/>
                    <a:pt x="409998" y="516967"/>
                    <a:pt x="436228" y="516967"/>
                  </a:cubicBezTo>
                  <a:cubicBezTo>
                    <a:pt x="472396" y="516967"/>
                    <a:pt x="512606" y="509054"/>
                    <a:pt x="542716" y="478909"/>
                  </a:cubicBezTo>
                  <a:cubicBezTo>
                    <a:pt x="589039" y="432556"/>
                    <a:pt x="601197" y="344105"/>
                    <a:pt x="578917" y="215988"/>
                  </a:cubicBezTo>
                  <a:cubicBezTo>
                    <a:pt x="560649" y="110849"/>
                    <a:pt x="516576" y="38234"/>
                    <a:pt x="454872" y="11517"/>
                  </a:cubicBezTo>
                  <a:cubicBezTo>
                    <a:pt x="437115" y="3835"/>
                    <a:pt x="418254" y="1"/>
                    <a:pt x="39834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5" name="Google Shape;2715;p44"/>
            <p:cNvSpPr/>
            <p:nvPr/>
          </p:nvSpPr>
          <p:spPr>
            <a:xfrm>
              <a:off x="3568251" y="2093836"/>
              <a:ext cx="36057" cy="131201"/>
            </a:xfrm>
            <a:custGeom>
              <a:avLst/>
              <a:gdLst/>
              <a:ahLst/>
              <a:cxnLst/>
              <a:rect l="l" t="t" r="r" b="b"/>
              <a:pathLst>
                <a:path w="48725" h="177298" extrusionOk="0">
                  <a:moveTo>
                    <a:pt x="14225" y="1"/>
                  </a:moveTo>
                  <a:lnTo>
                    <a:pt x="0" y="2767"/>
                  </a:lnTo>
                  <a:lnTo>
                    <a:pt x="43223" y="177298"/>
                  </a:lnTo>
                  <a:lnTo>
                    <a:pt x="48725" y="176234"/>
                  </a:lnTo>
                  <a:lnTo>
                    <a:pt x="14225" y="1"/>
                  </a:lnTo>
                  <a:close/>
                </a:path>
              </a:pathLst>
            </a:custGeom>
            <a:solidFill>
              <a:srgbClr val="00925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6" name="Google Shape;2716;p44"/>
            <p:cNvSpPr/>
            <p:nvPr/>
          </p:nvSpPr>
          <p:spPr>
            <a:xfrm>
              <a:off x="3562895" y="2088659"/>
              <a:ext cx="46583" cy="141525"/>
            </a:xfrm>
            <a:custGeom>
              <a:avLst/>
              <a:gdLst/>
              <a:ahLst/>
              <a:cxnLst/>
              <a:rect l="l" t="t" r="r" b="b"/>
              <a:pathLst>
                <a:path w="62950" h="191250" extrusionOk="0">
                  <a:moveTo>
                    <a:pt x="16748" y="13922"/>
                  </a:moveTo>
                  <a:lnTo>
                    <a:pt x="25593" y="59120"/>
                  </a:lnTo>
                  <a:lnTo>
                    <a:pt x="14560" y="14378"/>
                  </a:lnTo>
                  <a:lnTo>
                    <a:pt x="16748" y="13922"/>
                  </a:lnTo>
                  <a:close/>
                  <a:moveTo>
                    <a:pt x="26140" y="1"/>
                  </a:moveTo>
                  <a:lnTo>
                    <a:pt x="0" y="5107"/>
                  </a:lnTo>
                  <a:lnTo>
                    <a:pt x="45989" y="191250"/>
                  </a:lnTo>
                  <a:lnTo>
                    <a:pt x="62950" y="187906"/>
                  </a:lnTo>
                  <a:lnTo>
                    <a:pt x="26140" y="1"/>
                  </a:lnTo>
                  <a:close/>
                </a:path>
              </a:pathLst>
            </a:custGeom>
            <a:solidFill>
              <a:srgbClr val="00925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7" name="Google Shape;2717;p44"/>
            <p:cNvSpPr/>
            <p:nvPr/>
          </p:nvSpPr>
          <p:spPr>
            <a:xfrm>
              <a:off x="3584862" y="2217468"/>
              <a:ext cx="36821" cy="15363"/>
            </a:xfrm>
            <a:custGeom>
              <a:avLst/>
              <a:gdLst/>
              <a:ahLst/>
              <a:cxnLst/>
              <a:rect l="l" t="t" r="r" b="b"/>
              <a:pathLst>
                <a:path w="49758" h="20761" extrusionOk="0">
                  <a:moveTo>
                    <a:pt x="44074" y="1"/>
                  </a:moveTo>
                  <a:cubicBezTo>
                    <a:pt x="37387" y="3648"/>
                    <a:pt x="30214" y="6201"/>
                    <a:pt x="22767" y="7599"/>
                  </a:cubicBezTo>
                  <a:cubicBezTo>
                    <a:pt x="18392" y="8425"/>
                    <a:pt x="13983" y="8846"/>
                    <a:pt x="9567" y="8846"/>
                  </a:cubicBezTo>
                  <a:cubicBezTo>
                    <a:pt x="6834" y="8846"/>
                    <a:pt x="4099" y="8685"/>
                    <a:pt x="1368" y="8359"/>
                  </a:cubicBezTo>
                  <a:lnTo>
                    <a:pt x="0" y="20183"/>
                  </a:lnTo>
                  <a:cubicBezTo>
                    <a:pt x="3192" y="20578"/>
                    <a:pt x="6414" y="20761"/>
                    <a:pt x="9605" y="20761"/>
                  </a:cubicBezTo>
                  <a:cubicBezTo>
                    <a:pt x="14773" y="20761"/>
                    <a:pt x="19909" y="20274"/>
                    <a:pt x="24925" y="19363"/>
                  </a:cubicBezTo>
                  <a:cubicBezTo>
                    <a:pt x="33618" y="17721"/>
                    <a:pt x="41977" y="14712"/>
                    <a:pt x="49758" y="10457"/>
                  </a:cubicBezTo>
                  <a:lnTo>
                    <a:pt x="4407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8" name="Google Shape;2718;p44"/>
            <p:cNvSpPr/>
            <p:nvPr/>
          </p:nvSpPr>
          <p:spPr>
            <a:xfrm>
              <a:off x="3463615" y="2246947"/>
              <a:ext cx="86351" cy="78669"/>
            </a:xfrm>
            <a:custGeom>
              <a:avLst/>
              <a:gdLst/>
              <a:ahLst/>
              <a:cxnLst/>
              <a:rect l="l" t="t" r="r" b="b"/>
              <a:pathLst>
                <a:path w="116690" h="106309" extrusionOk="0">
                  <a:moveTo>
                    <a:pt x="58345" y="0"/>
                  </a:moveTo>
                  <a:cubicBezTo>
                    <a:pt x="44743" y="0"/>
                    <a:pt x="31141" y="5190"/>
                    <a:pt x="20761" y="15570"/>
                  </a:cubicBezTo>
                  <a:cubicBezTo>
                    <a:pt x="1" y="36300"/>
                    <a:pt x="1" y="69978"/>
                    <a:pt x="20761" y="90738"/>
                  </a:cubicBezTo>
                  <a:cubicBezTo>
                    <a:pt x="31141" y="101119"/>
                    <a:pt x="44743" y="106309"/>
                    <a:pt x="58345" y="106309"/>
                  </a:cubicBezTo>
                  <a:cubicBezTo>
                    <a:pt x="71947" y="106309"/>
                    <a:pt x="85549" y="101119"/>
                    <a:pt x="95929" y="90738"/>
                  </a:cubicBezTo>
                  <a:cubicBezTo>
                    <a:pt x="116690" y="69978"/>
                    <a:pt x="116690" y="36300"/>
                    <a:pt x="95929" y="15570"/>
                  </a:cubicBezTo>
                  <a:cubicBezTo>
                    <a:pt x="85549" y="5190"/>
                    <a:pt x="71947" y="0"/>
                    <a:pt x="5834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9" name="Google Shape;2719;p44"/>
            <p:cNvSpPr/>
            <p:nvPr/>
          </p:nvSpPr>
          <p:spPr>
            <a:xfrm>
              <a:off x="3461634" y="2242521"/>
              <a:ext cx="92716" cy="87495"/>
            </a:xfrm>
            <a:custGeom>
              <a:avLst/>
              <a:gdLst/>
              <a:ahLst/>
              <a:cxnLst/>
              <a:rect l="l" t="t" r="r" b="b"/>
              <a:pathLst>
                <a:path w="125292" h="118236" extrusionOk="0">
                  <a:moveTo>
                    <a:pt x="61127" y="11912"/>
                  </a:moveTo>
                  <a:cubicBezTo>
                    <a:pt x="70397" y="11912"/>
                    <a:pt x="79486" y="14647"/>
                    <a:pt x="87388" y="19967"/>
                  </a:cubicBezTo>
                  <a:cubicBezTo>
                    <a:pt x="97875" y="27018"/>
                    <a:pt x="104957" y="37687"/>
                    <a:pt x="107389" y="50058"/>
                  </a:cubicBezTo>
                  <a:cubicBezTo>
                    <a:pt x="112374" y="75591"/>
                    <a:pt x="95656" y="100454"/>
                    <a:pt x="70124" y="105469"/>
                  </a:cubicBezTo>
                  <a:cubicBezTo>
                    <a:pt x="67065" y="106069"/>
                    <a:pt x="64018" y="106358"/>
                    <a:pt x="61014" y="106358"/>
                  </a:cubicBezTo>
                  <a:cubicBezTo>
                    <a:pt x="38909" y="106358"/>
                    <a:pt x="19158" y="90712"/>
                    <a:pt x="14743" y="68235"/>
                  </a:cubicBezTo>
                  <a:cubicBezTo>
                    <a:pt x="12311" y="55833"/>
                    <a:pt x="14864" y="43280"/>
                    <a:pt x="21886" y="32824"/>
                  </a:cubicBezTo>
                  <a:cubicBezTo>
                    <a:pt x="28907" y="22338"/>
                    <a:pt x="39576" y="15286"/>
                    <a:pt x="51977" y="12824"/>
                  </a:cubicBezTo>
                  <a:cubicBezTo>
                    <a:pt x="55017" y="12216"/>
                    <a:pt x="58087" y="11912"/>
                    <a:pt x="61127" y="11912"/>
                  </a:cubicBezTo>
                  <a:close/>
                  <a:moveTo>
                    <a:pt x="61163" y="0"/>
                  </a:moveTo>
                  <a:cubicBezTo>
                    <a:pt x="57353" y="0"/>
                    <a:pt x="53517" y="371"/>
                    <a:pt x="49698" y="1121"/>
                  </a:cubicBezTo>
                  <a:cubicBezTo>
                    <a:pt x="34196" y="4131"/>
                    <a:pt x="20822" y="13036"/>
                    <a:pt x="12007" y="26137"/>
                  </a:cubicBezTo>
                  <a:cubicBezTo>
                    <a:pt x="3192" y="39237"/>
                    <a:pt x="1" y="54982"/>
                    <a:pt x="3040" y="70484"/>
                  </a:cubicBezTo>
                  <a:cubicBezTo>
                    <a:pt x="8542" y="98661"/>
                    <a:pt x="33314" y="118236"/>
                    <a:pt x="61005" y="118236"/>
                  </a:cubicBezTo>
                  <a:cubicBezTo>
                    <a:pt x="64744" y="118236"/>
                    <a:pt x="68573" y="117840"/>
                    <a:pt x="72403" y="117141"/>
                  </a:cubicBezTo>
                  <a:cubicBezTo>
                    <a:pt x="104380" y="110849"/>
                    <a:pt x="125292" y="79785"/>
                    <a:pt x="119030" y="47779"/>
                  </a:cubicBezTo>
                  <a:cubicBezTo>
                    <a:pt x="116021" y="32277"/>
                    <a:pt x="107146" y="18903"/>
                    <a:pt x="94045" y="10088"/>
                  </a:cubicBezTo>
                  <a:cubicBezTo>
                    <a:pt x="84156" y="3450"/>
                    <a:pt x="72784" y="0"/>
                    <a:pt x="61163"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0" name="Google Shape;2720;p44"/>
            <p:cNvSpPr/>
            <p:nvPr/>
          </p:nvSpPr>
          <p:spPr>
            <a:xfrm>
              <a:off x="3520986" y="2381747"/>
              <a:ext cx="22358" cy="27561"/>
            </a:xfrm>
            <a:custGeom>
              <a:avLst/>
              <a:gdLst/>
              <a:ahLst/>
              <a:cxnLst/>
              <a:rect l="l" t="t" r="r" b="b"/>
              <a:pathLst>
                <a:path w="30214" h="37245" extrusionOk="0">
                  <a:moveTo>
                    <a:pt x="13447" y="0"/>
                  </a:moveTo>
                  <a:cubicBezTo>
                    <a:pt x="12867" y="0"/>
                    <a:pt x="12284" y="50"/>
                    <a:pt x="11703" y="154"/>
                  </a:cubicBezTo>
                  <a:cubicBezTo>
                    <a:pt x="4408" y="1491"/>
                    <a:pt x="0" y="10883"/>
                    <a:pt x="1885" y="21066"/>
                  </a:cubicBezTo>
                  <a:cubicBezTo>
                    <a:pt x="3617" y="30427"/>
                    <a:pt x="10051" y="37245"/>
                    <a:pt x="16746" y="37245"/>
                  </a:cubicBezTo>
                  <a:cubicBezTo>
                    <a:pt x="17333" y="37245"/>
                    <a:pt x="17923" y="37192"/>
                    <a:pt x="18511" y="37084"/>
                  </a:cubicBezTo>
                  <a:cubicBezTo>
                    <a:pt x="25806" y="35747"/>
                    <a:pt x="30214" y="26385"/>
                    <a:pt x="28359" y="16203"/>
                  </a:cubicBezTo>
                  <a:cubicBezTo>
                    <a:pt x="26652" y="6825"/>
                    <a:pt x="20201" y="0"/>
                    <a:pt x="1344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1" name="Google Shape;2721;p44"/>
            <p:cNvSpPr/>
            <p:nvPr/>
          </p:nvSpPr>
          <p:spPr>
            <a:xfrm>
              <a:off x="3516191" y="2377340"/>
              <a:ext cx="30951" cy="36367"/>
            </a:xfrm>
            <a:custGeom>
              <a:avLst/>
              <a:gdLst/>
              <a:ahLst/>
              <a:cxnLst/>
              <a:rect l="l" t="t" r="r" b="b"/>
              <a:pathLst>
                <a:path w="41826" h="49145" extrusionOk="0">
                  <a:moveTo>
                    <a:pt x="19971" y="11880"/>
                  </a:moveTo>
                  <a:cubicBezTo>
                    <a:pt x="23345" y="11880"/>
                    <a:pt x="27691" y="16257"/>
                    <a:pt x="29029" y="23217"/>
                  </a:cubicBezTo>
                  <a:cubicBezTo>
                    <a:pt x="29667" y="26895"/>
                    <a:pt x="29333" y="30604"/>
                    <a:pt x="27995" y="33400"/>
                  </a:cubicBezTo>
                  <a:cubicBezTo>
                    <a:pt x="27387" y="34646"/>
                    <a:pt x="26080" y="36804"/>
                    <a:pt x="23922" y="37199"/>
                  </a:cubicBezTo>
                  <a:cubicBezTo>
                    <a:pt x="23708" y="37237"/>
                    <a:pt x="23488" y="37255"/>
                    <a:pt x="23265" y="37255"/>
                  </a:cubicBezTo>
                  <a:cubicBezTo>
                    <a:pt x="19843" y="37255"/>
                    <a:pt x="15480" y="32943"/>
                    <a:pt x="14196" y="25953"/>
                  </a:cubicBezTo>
                  <a:cubicBezTo>
                    <a:pt x="12858" y="18506"/>
                    <a:pt x="15807" y="12609"/>
                    <a:pt x="19302" y="11971"/>
                  </a:cubicBezTo>
                  <a:cubicBezTo>
                    <a:pt x="19515" y="11910"/>
                    <a:pt x="19758" y="11880"/>
                    <a:pt x="19971" y="11880"/>
                  </a:cubicBezTo>
                  <a:close/>
                  <a:moveTo>
                    <a:pt x="20029" y="1"/>
                  </a:moveTo>
                  <a:cubicBezTo>
                    <a:pt x="19064" y="1"/>
                    <a:pt x="18090" y="88"/>
                    <a:pt x="17114" y="269"/>
                  </a:cubicBezTo>
                  <a:cubicBezTo>
                    <a:pt x="6414" y="2214"/>
                    <a:pt x="1" y="14433"/>
                    <a:pt x="2493" y="28081"/>
                  </a:cubicBezTo>
                  <a:cubicBezTo>
                    <a:pt x="4773" y="40452"/>
                    <a:pt x="13557" y="49145"/>
                    <a:pt x="23162" y="49145"/>
                  </a:cubicBezTo>
                  <a:cubicBezTo>
                    <a:pt x="24105" y="49145"/>
                    <a:pt x="25108" y="49084"/>
                    <a:pt x="26080" y="48902"/>
                  </a:cubicBezTo>
                  <a:cubicBezTo>
                    <a:pt x="31460" y="47899"/>
                    <a:pt x="36081" y="44099"/>
                    <a:pt x="38755" y="38446"/>
                  </a:cubicBezTo>
                  <a:cubicBezTo>
                    <a:pt x="41126" y="33400"/>
                    <a:pt x="41825" y="27230"/>
                    <a:pt x="40670" y="21090"/>
                  </a:cubicBezTo>
                  <a:cubicBezTo>
                    <a:pt x="38405" y="8688"/>
                    <a:pt x="29640" y="1"/>
                    <a:pt x="2002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2" name="Google Shape;2722;p44"/>
            <p:cNvSpPr/>
            <p:nvPr/>
          </p:nvSpPr>
          <p:spPr>
            <a:xfrm>
              <a:off x="3736943" y="2334482"/>
              <a:ext cx="22336" cy="27579"/>
            </a:xfrm>
            <a:custGeom>
              <a:avLst/>
              <a:gdLst/>
              <a:ahLst/>
              <a:cxnLst/>
              <a:rect l="l" t="t" r="r" b="b"/>
              <a:pathLst>
                <a:path w="30184" h="37269" extrusionOk="0">
                  <a:moveTo>
                    <a:pt x="13525" y="1"/>
                  </a:moveTo>
                  <a:cubicBezTo>
                    <a:pt x="12949" y="1"/>
                    <a:pt x="12372" y="51"/>
                    <a:pt x="11795" y="154"/>
                  </a:cubicBezTo>
                  <a:cubicBezTo>
                    <a:pt x="4469" y="1491"/>
                    <a:pt x="1" y="10823"/>
                    <a:pt x="1825" y="21005"/>
                  </a:cubicBezTo>
                  <a:cubicBezTo>
                    <a:pt x="3505" y="30414"/>
                    <a:pt x="9931" y="37268"/>
                    <a:pt x="16660" y="37268"/>
                  </a:cubicBezTo>
                  <a:cubicBezTo>
                    <a:pt x="17235" y="37268"/>
                    <a:pt x="17813" y="37218"/>
                    <a:pt x="18390" y="37115"/>
                  </a:cubicBezTo>
                  <a:cubicBezTo>
                    <a:pt x="25746" y="35808"/>
                    <a:pt x="30184" y="26477"/>
                    <a:pt x="28360" y="16264"/>
                  </a:cubicBezTo>
                  <a:cubicBezTo>
                    <a:pt x="26680" y="6856"/>
                    <a:pt x="20254" y="1"/>
                    <a:pt x="1352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3" name="Google Shape;2723;p44"/>
            <p:cNvSpPr/>
            <p:nvPr/>
          </p:nvSpPr>
          <p:spPr>
            <a:xfrm>
              <a:off x="3732172" y="2330064"/>
              <a:ext cx="30860" cy="36379"/>
            </a:xfrm>
            <a:custGeom>
              <a:avLst/>
              <a:gdLst/>
              <a:ahLst/>
              <a:cxnLst/>
              <a:rect l="l" t="t" r="r" b="b"/>
              <a:pathLst>
                <a:path w="41703" h="49161" extrusionOk="0">
                  <a:moveTo>
                    <a:pt x="19940" y="11895"/>
                  </a:moveTo>
                  <a:cubicBezTo>
                    <a:pt x="23374" y="11895"/>
                    <a:pt x="27691" y="16303"/>
                    <a:pt x="28937" y="23263"/>
                  </a:cubicBezTo>
                  <a:cubicBezTo>
                    <a:pt x="29606" y="26911"/>
                    <a:pt x="29210" y="30619"/>
                    <a:pt x="27873" y="33415"/>
                  </a:cubicBezTo>
                  <a:cubicBezTo>
                    <a:pt x="27326" y="34662"/>
                    <a:pt x="25988" y="36820"/>
                    <a:pt x="23830" y="37215"/>
                  </a:cubicBezTo>
                  <a:cubicBezTo>
                    <a:pt x="23598" y="37258"/>
                    <a:pt x="23366" y="37278"/>
                    <a:pt x="23137" y="37278"/>
                  </a:cubicBezTo>
                  <a:cubicBezTo>
                    <a:pt x="21270" y="37278"/>
                    <a:pt x="19560" y="35953"/>
                    <a:pt x="18693" y="35087"/>
                  </a:cubicBezTo>
                  <a:cubicBezTo>
                    <a:pt x="16475" y="32959"/>
                    <a:pt x="14803" y="29616"/>
                    <a:pt x="14165" y="25908"/>
                  </a:cubicBezTo>
                  <a:cubicBezTo>
                    <a:pt x="12827" y="18461"/>
                    <a:pt x="15806" y="12625"/>
                    <a:pt x="19301" y="11986"/>
                  </a:cubicBezTo>
                  <a:cubicBezTo>
                    <a:pt x="19484" y="11926"/>
                    <a:pt x="19727" y="11895"/>
                    <a:pt x="19940" y="11895"/>
                  </a:cubicBezTo>
                  <a:close/>
                  <a:moveTo>
                    <a:pt x="20012" y="1"/>
                  </a:moveTo>
                  <a:cubicBezTo>
                    <a:pt x="19072" y="1"/>
                    <a:pt x="18125" y="84"/>
                    <a:pt x="17174" y="254"/>
                  </a:cubicBezTo>
                  <a:cubicBezTo>
                    <a:pt x="6444" y="2169"/>
                    <a:pt x="0" y="14357"/>
                    <a:pt x="2432" y="28005"/>
                  </a:cubicBezTo>
                  <a:cubicBezTo>
                    <a:pt x="3526" y="34175"/>
                    <a:pt x="6353" y="39677"/>
                    <a:pt x="10365" y="43598"/>
                  </a:cubicBezTo>
                  <a:cubicBezTo>
                    <a:pt x="14104" y="47245"/>
                    <a:pt x="18663" y="49160"/>
                    <a:pt x="23162" y="49160"/>
                  </a:cubicBezTo>
                  <a:cubicBezTo>
                    <a:pt x="24074" y="49160"/>
                    <a:pt x="24985" y="49099"/>
                    <a:pt x="25867" y="48917"/>
                  </a:cubicBezTo>
                  <a:cubicBezTo>
                    <a:pt x="31277" y="47944"/>
                    <a:pt x="35897" y="44145"/>
                    <a:pt x="38603" y="38522"/>
                  </a:cubicBezTo>
                  <a:cubicBezTo>
                    <a:pt x="41004" y="33476"/>
                    <a:pt x="41703" y="27336"/>
                    <a:pt x="40609" y="21166"/>
                  </a:cubicBezTo>
                  <a:cubicBezTo>
                    <a:pt x="38393" y="8703"/>
                    <a:pt x="29642" y="1"/>
                    <a:pt x="20012"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4" name="Google Shape;2724;p44"/>
            <p:cNvSpPr/>
            <p:nvPr/>
          </p:nvSpPr>
          <p:spPr>
            <a:xfrm>
              <a:off x="3612208" y="2357440"/>
              <a:ext cx="54275" cy="44874"/>
            </a:xfrm>
            <a:custGeom>
              <a:avLst/>
              <a:gdLst/>
              <a:ahLst/>
              <a:cxnLst/>
              <a:rect l="l" t="t" r="r" b="b"/>
              <a:pathLst>
                <a:path w="73345" h="60640" extrusionOk="0">
                  <a:moveTo>
                    <a:pt x="68998" y="1"/>
                  </a:moveTo>
                  <a:lnTo>
                    <a:pt x="57205" y="1612"/>
                  </a:lnTo>
                  <a:lnTo>
                    <a:pt x="58025" y="7508"/>
                  </a:lnTo>
                  <a:cubicBezTo>
                    <a:pt x="60974" y="29150"/>
                    <a:pt x="53162" y="45199"/>
                    <a:pt x="43891" y="48178"/>
                  </a:cubicBezTo>
                  <a:cubicBezTo>
                    <a:pt x="42705" y="48557"/>
                    <a:pt x="41525" y="48717"/>
                    <a:pt x="40380" y="48717"/>
                  </a:cubicBezTo>
                  <a:cubicBezTo>
                    <a:pt x="37298" y="48717"/>
                    <a:pt x="34462" y="47559"/>
                    <a:pt x="32402" y="46384"/>
                  </a:cubicBezTo>
                  <a:cubicBezTo>
                    <a:pt x="23557" y="41339"/>
                    <a:pt x="16110" y="29545"/>
                    <a:pt x="12918" y="15502"/>
                  </a:cubicBezTo>
                  <a:lnTo>
                    <a:pt x="11581" y="9697"/>
                  </a:lnTo>
                  <a:lnTo>
                    <a:pt x="0" y="12311"/>
                  </a:lnTo>
                  <a:lnTo>
                    <a:pt x="1337" y="18147"/>
                  </a:lnTo>
                  <a:cubicBezTo>
                    <a:pt x="5289" y="35563"/>
                    <a:pt x="14712" y="50001"/>
                    <a:pt x="26566" y="56749"/>
                  </a:cubicBezTo>
                  <a:cubicBezTo>
                    <a:pt x="31125" y="59363"/>
                    <a:pt x="35745" y="60640"/>
                    <a:pt x="40305" y="60640"/>
                  </a:cubicBezTo>
                  <a:cubicBezTo>
                    <a:pt x="42767" y="60640"/>
                    <a:pt x="45229" y="60275"/>
                    <a:pt x="47539" y="59515"/>
                  </a:cubicBezTo>
                  <a:cubicBezTo>
                    <a:pt x="63953" y="54196"/>
                    <a:pt x="73345" y="31612"/>
                    <a:pt x="69789" y="5897"/>
                  </a:cubicBezTo>
                  <a:lnTo>
                    <a:pt x="6899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728"/>
        <p:cNvGrpSpPr/>
        <p:nvPr/>
      </p:nvGrpSpPr>
      <p:grpSpPr>
        <a:xfrm>
          <a:off x="0" y="0"/>
          <a:ext cx="0" cy="0"/>
          <a:chOff x="0" y="0"/>
          <a:chExt cx="0" cy="0"/>
        </a:xfrm>
      </p:grpSpPr>
      <p:sp>
        <p:nvSpPr>
          <p:cNvPr id="2729" name="Google Shape;2729;p45"/>
          <p:cNvSpPr txBox="1">
            <a:spLocks noGrp="1"/>
          </p:cNvSpPr>
          <p:nvPr>
            <p:ph type="title"/>
          </p:nvPr>
        </p:nvSpPr>
        <p:spPr>
          <a:xfrm>
            <a:off x="904875" y="597425"/>
            <a:ext cx="73344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fr"/>
              <a:t>PACK D’ICÔNES</a:t>
            </a:r>
            <a:endParaRPr/>
          </a:p>
        </p:txBody>
      </p:sp>
      <p:grpSp>
        <p:nvGrpSpPr>
          <p:cNvPr id="2730" name="Google Shape;2730;p45"/>
          <p:cNvGrpSpPr/>
          <p:nvPr/>
        </p:nvGrpSpPr>
        <p:grpSpPr>
          <a:xfrm>
            <a:off x="1090400" y="1727995"/>
            <a:ext cx="287569" cy="328233"/>
            <a:chOff x="1090400" y="1727995"/>
            <a:chExt cx="287569" cy="328233"/>
          </a:xfrm>
        </p:grpSpPr>
        <p:sp>
          <p:nvSpPr>
            <p:cNvPr id="2731" name="Google Shape;2731;p45"/>
            <p:cNvSpPr/>
            <p:nvPr/>
          </p:nvSpPr>
          <p:spPr>
            <a:xfrm>
              <a:off x="1139202" y="1774645"/>
              <a:ext cx="189966" cy="215964"/>
            </a:xfrm>
            <a:custGeom>
              <a:avLst/>
              <a:gdLst/>
              <a:ahLst/>
              <a:cxnLst/>
              <a:rect l="l" t="t" r="r" b="b"/>
              <a:pathLst>
                <a:path w="130337" h="148174" extrusionOk="0">
                  <a:moveTo>
                    <a:pt x="65181" y="1"/>
                  </a:moveTo>
                  <a:cubicBezTo>
                    <a:pt x="64418" y="1"/>
                    <a:pt x="63656" y="1"/>
                    <a:pt x="62894" y="25"/>
                  </a:cubicBezTo>
                  <a:cubicBezTo>
                    <a:pt x="38103" y="858"/>
                    <a:pt x="14670" y="16242"/>
                    <a:pt x="6335" y="39961"/>
                  </a:cubicBezTo>
                  <a:cubicBezTo>
                    <a:pt x="0" y="57989"/>
                    <a:pt x="810" y="79422"/>
                    <a:pt x="10741" y="95997"/>
                  </a:cubicBezTo>
                  <a:cubicBezTo>
                    <a:pt x="19385" y="110404"/>
                    <a:pt x="40723" y="118596"/>
                    <a:pt x="40723" y="137338"/>
                  </a:cubicBezTo>
                  <a:lnTo>
                    <a:pt x="65133" y="148174"/>
                  </a:lnTo>
                  <a:lnTo>
                    <a:pt x="89614" y="137338"/>
                  </a:lnTo>
                  <a:cubicBezTo>
                    <a:pt x="89614" y="118596"/>
                    <a:pt x="110952" y="110404"/>
                    <a:pt x="119597" y="95997"/>
                  </a:cubicBezTo>
                  <a:cubicBezTo>
                    <a:pt x="129527" y="79422"/>
                    <a:pt x="130337" y="57989"/>
                    <a:pt x="124002" y="39961"/>
                  </a:cubicBezTo>
                  <a:cubicBezTo>
                    <a:pt x="115667" y="16242"/>
                    <a:pt x="92234" y="858"/>
                    <a:pt x="67443" y="25"/>
                  </a:cubicBezTo>
                  <a:cubicBezTo>
                    <a:pt x="66681" y="1"/>
                    <a:pt x="65919" y="1"/>
                    <a:pt x="65181" y="1"/>
                  </a:cubicBezTo>
                  <a:close/>
                </a:path>
              </a:pathLst>
            </a:custGeom>
            <a:solidFill>
              <a:srgbClr val="FFC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2" name="Google Shape;2732;p45"/>
            <p:cNvSpPr/>
            <p:nvPr/>
          </p:nvSpPr>
          <p:spPr>
            <a:xfrm>
              <a:off x="1139237" y="1774645"/>
              <a:ext cx="104615" cy="215964"/>
            </a:xfrm>
            <a:custGeom>
              <a:avLst/>
              <a:gdLst/>
              <a:ahLst/>
              <a:cxnLst/>
              <a:rect l="l" t="t" r="r" b="b"/>
              <a:pathLst>
                <a:path w="71777" h="148174" extrusionOk="0">
                  <a:moveTo>
                    <a:pt x="65180" y="1"/>
                  </a:moveTo>
                  <a:cubicBezTo>
                    <a:pt x="64418" y="1"/>
                    <a:pt x="63656" y="1"/>
                    <a:pt x="62918" y="25"/>
                  </a:cubicBezTo>
                  <a:cubicBezTo>
                    <a:pt x="38103" y="858"/>
                    <a:pt x="14694" y="16242"/>
                    <a:pt x="6359" y="39961"/>
                  </a:cubicBezTo>
                  <a:cubicBezTo>
                    <a:pt x="0" y="57989"/>
                    <a:pt x="810" y="79422"/>
                    <a:pt x="10764" y="95997"/>
                  </a:cubicBezTo>
                  <a:cubicBezTo>
                    <a:pt x="19385" y="110404"/>
                    <a:pt x="40723" y="118596"/>
                    <a:pt x="40723" y="137338"/>
                  </a:cubicBezTo>
                  <a:lnTo>
                    <a:pt x="65204" y="148174"/>
                  </a:lnTo>
                  <a:lnTo>
                    <a:pt x="71777" y="145268"/>
                  </a:lnTo>
                  <a:lnTo>
                    <a:pt x="53892" y="137338"/>
                  </a:lnTo>
                  <a:cubicBezTo>
                    <a:pt x="53892" y="118596"/>
                    <a:pt x="32554" y="110404"/>
                    <a:pt x="23910" y="95997"/>
                  </a:cubicBezTo>
                  <a:cubicBezTo>
                    <a:pt x="13979" y="79422"/>
                    <a:pt x="13170" y="57989"/>
                    <a:pt x="19504" y="39961"/>
                  </a:cubicBezTo>
                  <a:cubicBezTo>
                    <a:pt x="27363" y="17647"/>
                    <a:pt x="48582" y="2668"/>
                    <a:pt x="71753" y="310"/>
                  </a:cubicBezTo>
                  <a:cubicBezTo>
                    <a:pt x="70324" y="168"/>
                    <a:pt x="68895" y="72"/>
                    <a:pt x="67443" y="25"/>
                  </a:cubicBezTo>
                  <a:cubicBezTo>
                    <a:pt x="66681" y="1"/>
                    <a:pt x="65919" y="1"/>
                    <a:pt x="65180" y="1"/>
                  </a:cubicBezTo>
                  <a:close/>
                </a:path>
              </a:pathLst>
            </a:custGeom>
            <a:solidFill>
              <a:srgbClr val="000000">
                <a:alpha val="84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3" name="Google Shape;2733;p45"/>
            <p:cNvSpPr/>
            <p:nvPr/>
          </p:nvSpPr>
          <p:spPr>
            <a:xfrm>
              <a:off x="1184531" y="1974641"/>
              <a:ext cx="99375" cy="42034"/>
            </a:xfrm>
            <a:custGeom>
              <a:avLst/>
              <a:gdLst/>
              <a:ahLst/>
              <a:cxnLst/>
              <a:rect l="l" t="t" r="r" b="b"/>
              <a:pathLst>
                <a:path w="68182" h="28840" extrusionOk="0">
                  <a:moveTo>
                    <a:pt x="9622" y="0"/>
                  </a:moveTo>
                  <a:cubicBezTo>
                    <a:pt x="4288" y="0"/>
                    <a:pt x="1" y="4311"/>
                    <a:pt x="1" y="9621"/>
                  </a:cubicBezTo>
                  <a:cubicBezTo>
                    <a:pt x="1" y="14956"/>
                    <a:pt x="4335" y="19242"/>
                    <a:pt x="9622" y="19242"/>
                  </a:cubicBezTo>
                  <a:lnTo>
                    <a:pt x="34103" y="28839"/>
                  </a:lnTo>
                  <a:lnTo>
                    <a:pt x="58561" y="19242"/>
                  </a:lnTo>
                  <a:cubicBezTo>
                    <a:pt x="63895" y="19242"/>
                    <a:pt x="68182" y="14908"/>
                    <a:pt x="68182" y="9621"/>
                  </a:cubicBezTo>
                  <a:cubicBezTo>
                    <a:pt x="68158" y="4287"/>
                    <a:pt x="63824" y="0"/>
                    <a:pt x="58537" y="0"/>
                  </a:cubicBezTo>
                  <a:close/>
                </a:path>
              </a:pathLst>
            </a:custGeom>
            <a:solidFill>
              <a:srgbClr val="D9D9D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4" name="Google Shape;2734;p45"/>
            <p:cNvSpPr/>
            <p:nvPr/>
          </p:nvSpPr>
          <p:spPr>
            <a:xfrm>
              <a:off x="1184531" y="1974641"/>
              <a:ext cx="59285" cy="42034"/>
            </a:xfrm>
            <a:custGeom>
              <a:avLst/>
              <a:gdLst/>
              <a:ahLst/>
              <a:cxnLst/>
              <a:rect l="l" t="t" r="r" b="b"/>
              <a:pathLst>
                <a:path w="40676" h="28840" extrusionOk="0">
                  <a:moveTo>
                    <a:pt x="9622" y="0"/>
                  </a:moveTo>
                  <a:cubicBezTo>
                    <a:pt x="4288" y="0"/>
                    <a:pt x="1" y="4334"/>
                    <a:pt x="1" y="9621"/>
                  </a:cubicBezTo>
                  <a:cubicBezTo>
                    <a:pt x="1" y="14956"/>
                    <a:pt x="4335" y="19242"/>
                    <a:pt x="9622" y="19242"/>
                  </a:cubicBezTo>
                  <a:lnTo>
                    <a:pt x="34103" y="28839"/>
                  </a:lnTo>
                  <a:lnTo>
                    <a:pt x="40676" y="26267"/>
                  </a:lnTo>
                  <a:lnTo>
                    <a:pt x="22815" y="19242"/>
                  </a:lnTo>
                  <a:cubicBezTo>
                    <a:pt x="17481" y="19242"/>
                    <a:pt x="13194" y="14908"/>
                    <a:pt x="13194" y="9621"/>
                  </a:cubicBezTo>
                  <a:cubicBezTo>
                    <a:pt x="13194" y="4287"/>
                    <a:pt x="17505" y="0"/>
                    <a:pt x="22815" y="0"/>
                  </a:cubicBezTo>
                  <a:close/>
                </a:path>
              </a:pathLst>
            </a:custGeom>
            <a:solidFill>
              <a:srgbClr val="000000">
                <a:alpha val="84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5" name="Google Shape;2735;p45"/>
            <p:cNvSpPr/>
            <p:nvPr/>
          </p:nvSpPr>
          <p:spPr>
            <a:xfrm>
              <a:off x="1220769" y="2011121"/>
              <a:ext cx="26901" cy="40161"/>
            </a:xfrm>
            <a:custGeom>
              <a:avLst/>
              <a:gdLst/>
              <a:ahLst/>
              <a:cxnLst/>
              <a:rect l="l" t="t" r="r" b="b"/>
              <a:pathLst>
                <a:path w="18457" h="27555" extrusionOk="0">
                  <a:moveTo>
                    <a:pt x="0" y="0"/>
                  </a:moveTo>
                  <a:lnTo>
                    <a:pt x="0" y="18170"/>
                  </a:lnTo>
                  <a:cubicBezTo>
                    <a:pt x="0" y="22790"/>
                    <a:pt x="3311" y="26791"/>
                    <a:pt x="7859" y="27458"/>
                  </a:cubicBezTo>
                  <a:cubicBezTo>
                    <a:pt x="8317" y="27523"/>
                    <a:pt x="8771" y="27555"/>
                    <a:pt x="9217" y="27555"/>
                  </a:cubicBezTo>
                  <a:cubicBezTo>
                    <a:pt x="14309" y="27555"/>
                    <a:pt x="18457" y="23443"/>
                    <a:pt x="18457" y="18385"/>
                  </a:cubicBezTo>
                  <a:lnTo>
                    <a:pt x="18457" y="0"/>
                  </a:lnTo>
                  <a:close/>
                </a:path>
              </a:pathLst>
            </a:custGeom>
            <a:solidFill>
              <a:srgbClr val="D9D9D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6" name="Google Shape;2736;p45"/>
            <p:cNvSpPr/>
            <p:nvPr/>
          </p:nvSpPr>
          <p:spPr>
            <a:xfrm>
              <a:off x="1184289" y="2002790"/>
              <a:ext cx="99791" cy="28220"/>
            </a:xfrm>
            <a:custGeom>
              <a:avLst/>
              <a:gdLst/>
              <a:ahLst/>
              <a:cxnLst/>
              <a:rect l="l" t="t" r="r" b="b"/>
              <a:pathLst>
                <a:path w="68467" h="19362" extrusionOk="0">
                  <a:moveTo>
                    <a:pt x="9669" y="1"/>
                  </a:moveTo>
                  <a:cubicBezTo>
                    <a:pt x="4335" y="1"/>
                    <a:pt x="0" y="4335"/>
                    <a:pt x="0" y="9693"/>
                  </a:cubicBezTo>
                  <a:cubicBezTo>
                    <a:pt x="0" y="15004"/>
                    <a:pt x="4311" y="19362"/>
                    <a:pt x="9669" y="19362"/>
                  </a:cubicBezTo>
                  <a:lnTo>
                    <a:pt x="58798" y="19362"/>
                  </a:lnTo>
                  <a:cubicBezTo>
                    <a:pt x="64109" y="19362"/>
                    <a:pt x="68467" y="15051"/>
                    <a:pt x="68467" y="9693"/>
                  </a:cubicBezTo>
                  <a:cubicBezTo>
                    <a:pt x="68467" y="4335"/>
                    <a:pt x="64157" y="1"/>
                    <a:pt x="58798" y="1"/>
                  </a:cubicBezTo>
                  <a:close/>
                </a:path>
              </a:pathLst>
            </a:custGeom>
            <a:solidFill>
              <a:srgbClr val="F0EBD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7" name="Google Shape;2737;p45"/>
            <p:cNvSpPr/>
            <p:nvPr/>
          </p:nvSpPr>
          <p:spPr>
            <a:xfrm>
              <a:off x="1184463" y="2002790"/>
              <a:ext cx="33391" cy="28220"/>
            </a:xfrm>
            <a:custGeom>
              <a:avLst/>
              <a:gdLst/>
              <a:ahLst/>
              <a:cxnLst/>
              <a:rect l="l" t="t" r="r" b="b"/>
              <a:pathLst>
                <a:path w="22910" h="19362" extrusionOk="0">
                  <a:moveTo>
                    <a:pt x="9669" y="1"/>
                  </a:moveTo>
                  <a:cubicBezTo>
                    <a:pt x="4358" y="1"/>
                    <a:pt x="0" y="4335"/>
                    <a:pt x="0" y="9693"/>
                  </a:cubicBezTo>
                  <a:cubicBezTo>
                    <a:pt x="0" y="15004"/>
                    <a:pt x="4311" y="19362"/>
                    <a:pt x="9669" y="19362"/>
                  </a:cubicBezTo>
                  <a:lnTo>
                    <a:pt x="22910" y="19362"/>
                  </a:lnTo>
                  <a:cubicBezTo>
                    <a:pt x="17552" y="19338"/>
                    <a:pt x="13241" y="15004"/>
                    <a:pt x="13241" y="9693"/>
                  </a:cubicBezTo>
                  <a:cubicBezTo>
                    <a:pt x="13241" y="4359"/>
                    <a:pt x="17552" y="1"/>
                    <a:pt x="22910" y="1"/>
                  </a:cubicBezTo>
                  <a:close/>
                </a:path>
              </a:pathLst>
            </a:custGeom>
            <a:solidFill>
              <a:srgbClr val="000000">
                <a:alpha val="84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8" name="Google Shape;2738;p45"/>
            <p:cNvSpPr/>
            <p:nvPr/>
          </p:nvSpPr>
          <p:spPr>
            <a:xfrm>
              <a:off x="1180471" y="1873740"/>
              <a:ext cx="9617" cy="18468"/>
            </a:xfrm>
            <a:custGeom>
              <a:avLst/>
              <a:gdLst/>
              <a:ahLst/>
              <a:cxnLst/>
              <a:rect l="l" t="t" r="r" b="b"/>
              <a:pathLst>
                <a:path w="6598" h="12671" extrusionOk="0">
                  <a:moveTo>
                    <a:pt x="3310" y="1"/>
                  </a:moveTo>
                  <a:cubicBezTo>
                    <a:pt x="1471" y="1"/>
                    <a:pt x="1" y="1490"/>
                    <a:pt x="1" y="3311"/>
                  </a:cubicBezTo>
                  <a:lnTo>
                    <a:pt x="1" y="9265"/>
                  </a:lnTo>
                  <a:cubicBezTo>
                    <a:pt x="1" y="10956"/>
                    <a:pt x="1215" y="12432"/>
                    <a:pt x="2882" y="12646"/>
                  </a:cubicBezTo>
                  <a:cubicBezTo>
                    <a:pt x="3019" y="12663"/>
                    <a:pt x="3155" y="12671"/>
                    <a:pt x="3289" y="12671"/>
                  </a:cubicBezTo>
                  <a:cubicBezTo>
                    <a:pt x="5109" y="12671"/>
                    <a:pt x="6597" y="11203"/>
                    <a:pt x="6597" y="9384"/>
                  </a:cubicBezTo>
                  <a:lnTo>
                    <a:pt x="6597" y="3430"/>
                  </a:lnTo>
                  <a:cubicBezTo>
                    <a:pt x="6597" y="1716"/>
                    <a:pt x="5383" y="239"/>
                    <a:pt x="3716" y="25"/>
                  </a:cubicBezTo>
                  <a:cubicBezTo>
                    <a:pt x="3579" y="9"/>
                    <a:pt x="3444" y="1"/>
                    <a:pt x="3310"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9" name="Google Shape;2739;p45"/>
            <p:cNvSpPr/>
            <p:nvPr/>
          </p:nvSpPr>
          <p:spPr>
            <a:xfrm>
              <a:off x="1278387" y="1873740"/>
              <a:ext cx="9650" cy="18468"/>
            </a:xfrm>
            <a:custGeom>
              <a:avLst/>
              <a:gdLst/>
              <a:ahLst/>
              <a:cxnLst/>
              <a:rect l="l" t="t" r="r" b="b"/>
              <a:pathLst>
                <a:path w="6621" h="12671" extrusionOk="0">
                  <a:moveTo>
                    <a:pt x="3313" y="0"/>
                  </a:moveTo>
                  <a:cubicBezTo>
                    <a:pt x="1509" y="0"/>
                    <a:pt x="0" y="1468"/>
                    <a:pt x="0" y="3287"/>
                  </a:cubicBezTo>
                  <a:lnTo>
                    <a:pt x="0" y="9241"/>
                  </a:lnTo>
                  <a:cubicBezTo>
                    <a:pt x="0" y="10956"/>
                    <a:pt x="1239" y="12432"/>
                    <a:pt x="2882" y="12646"/>
                  </a:cubicBezTo>
                  <a:cubicBezTo>
                    <a:pt x="3019" y="12663"/>
                    <a:pt x="3155" y="12671"/>
                    <a:pt x="3289" y="12671"/>
                  </a:cubicBezTo>
                  <a:cubicBezTo>
                    <a:pt x="5112" y="12671"/>
                    <a:pt x="6621" y="11201"/>
                    <a:pt x="6621" y="9360"/>
                  </a:cubicBezTo>
                  <a:lnTo>
                    <a:pt x="6621" y="3406"/>
                  </a:lnTo>
                  <a:cubicBezTo>
                    <a:pt x="6621" y="1716"/>
                    <a:pt x="5382" y="239"/>
                    <a:pt x="3715" y="25"/>
                  </a:cubicBezTo>
                  <a:cubicBezTo>
                    <a:pt x="3580" y="8"/>
                    <a:pt x="3446" y="0"/>
                    <a:pt x="3313"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0" name="Google Shape;2740;p45"/>
            <p:cNvSpPr/>
            <p:nvPr/>
          </p:nvSpPr>
          <p:spPr>
            <a:xfrm>
              <a:off x="1216742" y="1881940"/>
              <a:ext cx="34850" cy="14954"/>
            </a:xfrm>
            <a:custGeom>
              <a:avLst/>
              <a:gdLst/>
              <a:ahLst/>
              <a:cxnLst/>
              <a:rect l="l" t="t" r="r" b="b"/>
              <a:pathLst>
                <a:path w="23911" h="10260" extrusionOk="0">
                  <a:moveTo>
                    <a:pt x="3699" y="0"/>
                  </a:moveTo>
                  <a:cubicBezTo>
                    <a:pt x="2925" y="0"/>
                    <a:pt x="2147" y="272"/>
                    <a:pt x="1525" y="829"/>
                  </a:cubicBezTo>
                  <a:cubicBezTo>
                    <a:pt x="144" y="2019"/>
                    <a:pt x="1" y="4091"/>
                    <a:pt x="1215" y="5472"/>
                  </a:cubicBezTo>
                  <a:cubicBezTo>
                    <a:pt x="3859" y="8544"/>
                    <a:pt x="7788" y="10259"/>
                    <a:pt x="11956" y="10259"/>
                  </a:cubicBezTo>
                  <a:cubicBezTo>
                    <a:pt x="16123" y="10259"/>
                    <a:pt x="20053" y="8497"/>
                    <a:pt x="22720" y="5472"/>
                  </a:cubicBezTo>
                  <a:cubicBezTo>
                    <a:pt x="23911" y="4091"/>
                    <a:pt x="23792" y="2019"/>
                    <a:pt x="22410" y="829"/>
                  </a:cubicBezTo>
                  <a:cubicBezTo>
                    <a:pt x="21785" y="280"/>
                    <a:pt x="21004" y="10"/>
                    <a:pt x="20227" y="10"/>
                  </a:cubicBezTo>
                  <a:cubicBezTo>
                    <a:pt x="19315" y="10"/>
                    <a:pt x="18409" y="382"/>
                    <a:pt x="17766" y="1114"/>
                  </a:cubicBezTo>
                  <a:cubicBezTo>
                    <a:pt x="16361" y="2734"/>
                    <a:pt x="14266" y="3663"/>
                    <a:pt x="11956" y="3663"/>
                  </a:cubicBezTo>
                  <a:cubicBezTo>
                    <a:pt x="9670" y="3663"/>
                    <a:pt x="7598" y="2734"/>
                    <a:pt x="6169" y="1114"/>
                  </a:cubicBezTo>
                  <a:cubicBezTo>
                    <a:pt x="5524" y="379"/>
                    <a:pt x="4614" y="0"/>
                    <a:pt x="3699"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1" name="Google Shape;2741;p45"/>
            <p:cNvSpPr/>
            <p:nvPr/>
          </p:nvSpPr>
          <p:spPr>
            <a:xfrm>
              <a:off x="1090400" y="1887556"/>
              <a:ext cx="33044" cy="9650"/>
            </a:xfrm>
            <a:custGeom>
              <a:avLst/>
              <a:gdLst/>
              <a:ahLst/>
              <a:cxnLst/>
              <a:rect l="l" t="t" r="r" b="b"/>
              <a:pathLst>
                <a:path w="22672" h="6621" extrusionOk="0">
                  <a:moveTo>
                    <a:pt x="3620" y="0"/>
                  </a:moveTo>
                  <a:cubicBezTo>
                    <a:pt x="1929" y="0"/>
                    <a:pt x="453" y="1238"/>
                    <a:pt x="238" y="2905"/>
                  </a:cubicBezTo>
                  <a:cubicBezTo>
                    <a:pt x="0" y="4882"/>
                    <a:pt x="1548" y="6620"/>
                    <a:pt x="3501" y="6620"/>
                  </a:cubicBezTo>
                  <a:lnTo>
                    <a:pt x="19052" y="6620"/>
                  </a:lnTo>
                  <a:cubicBezTo>
                    <a:pt x="20743" y="6620"/>
                    <a:pt x="22243" y="5406"/>
                    <a:pt x="22433" y="3739"/>
                  </a:cubicBezTo>
                  <a:cubicBezTo>
                    <a:pt x="22672" y="1715"/>
                    <a:pt x="21124" y="0"/>
                    <a:pt x="19171"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2" name="Google Shape;2742;p45"/>
            <p:cNvSpPr/>
            <p:nvPr/>
          </p:nvSpPr>
          <p:spPr>
            <a:xfrm>
              <a:off x="1229064" y="1727995"/>
              <a:ext cx="9617" cy="32457"/>
            </a:xfrm>
            <a:custGeom>
              <a:avLst/>
              <a:gdLst/>
              <a:ahLst/>
              <a:cxnLst/>
              <a:rect l="l" t="t" r="r" b="b"/>
              <a:pathLst>
                <a:path w="6598" h="22269" extrusionOk="0">
                  <a:moveTo>
                    <a:pt x="3314" y="1"/>
                  </a:moveTo>
                  <a:cubicBezTo>
                    <a:pt x="1510" y="1"/>
                    <a:pt x="1" y="1470"/>
                    <a:pt x="1" y="3312"/>
                  </a:cubicBezTo>
                  <a:lnTo>
                    <a:pt x="1" y="18958"/>
                  </a:lnTo>
                  <a:cubicBezTo>
                    <a:pt x="1" y="20799"/>
                    <a:pt x="1468" y="22268"/>
                    <a:pt x="3306" y="22268"/>
                  </a:cubicBezTo>
                  <a:cubicBezTo>
                    <a:pt x="3440" y="22268"/>
                    <a:pt x="3577" y="22260"/>
                    <a:pt x="3716" y="22244"/>
                  </a:cubicBezTo>
                  <a:cubicBezTo>
                    <a:pt x="5407" y="22006"/>
                    <a:pt x="6598" y="20482"/>
                    <a:pt x="6598" y="18815"/>
                  </a:cubicBezTo>
                  <a:lnTo>
                    <a:pt x="6598" y="3431"/>
                  </a:lnTo>
                  <a:cubicBezTo>
                    <a:pt x="6598" y="1740"/>
                    <a:pt x="5383" y="240"/>
                    <a:pt x="3716" y="25"/>
                  </a:cubicBezTo>
                  <a:cubicBezTo>
                    <a:pt x="3581" y="9"/>
                    <a:pt x="3447" y="1"/>
                    <a:pt x="3314"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3" name="Google Shape;2743;p45"/>
            <p:cNvSpPr/>
            <p:nvPr/>
          </p:nvSpPr>
          <p:spPr>
            <a:xfrm>
              <a:off x="1116813" y="1781090"/>
              <a:ext cx="30511" cy="21382"/>
            </a:xfrm>
            <a:custGeom>
              <a:avLst/>
              <a:gdLst/>
              <a:ahLst/>
              <a:cxnLst/>
              <a:rect l="l" t="t" r="r" b="b"/>
              <a:pathLst>
                <a:path w="20934" h="14670" extrusionOk="0">
                  <a:moveTo>
                    <a:pt x="3773" y="1"/>
                  </a:moveTo>
                  <a:cubicBezTo>
                    <a:pt x="2663" y="1"/>
                    <a:pt x="1578" y="565"/>
                    <a:pt x="954" y="1580"/>
                  </a:cubicBezTo>
                  <a:cubicBezTo>
                    <a:pt x="1" y="3128"/>
                    <a:pt x="501" y="5152"/>
                    <a:pt x="2049" y="6105"/>
                  </a:cubicBezTo>
                  <a:lnTo>
                    <a:pt x="15457" y="14202"/>
                  </a:lnTo>
                  <a:cubicBezTo>
                    <a:pt x="15985" y="14519"/>
                    <a:pt x="16572" y="14669"/>
                    <a:pt x="17153" y="14669"/>
                  </a:cubicBezTo>
                  <a:cubicBezTo>
                    <a:pt x="18273" y="14669"/>
                    <a:pt x="19370" y="14110"/>
                    <a:pt x="19981" y="13106"/>
                  </a:cubicBezTo>
                  <a:cubicBezTo>
                    <a:pt x="20934" y="11558"/>
                    <a:pt x="20434" y="9534"/>
                    <a:pt x="18886" y="8582"/>
                  </a:cubicBezTo>
                  <a:lnTo>
                    <a:pt x="5478" y="485"/>
                  </a:lnTo>
                  <a:cubicBezTo>
                    <a:pt x="4945" y="157"/>
                    <a:pt x="4356" y="1"/>
                    <a:pt x="3773"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4" name="Google Shape;2744;p45"/>
            <p:cNvSpPr/>
            <p:nvPr/>
          </p:nvSpPr>
          <p:spPr>
            <a:xfrm>
              <a:off x="1344890" y="1887556"/>
              <a:ext cx="33079" cy="9650"/>
            </a:xfrm>
            <a:custGeom>
              <a:avLst/>
              <a:gdLst/>
              <a:ahLst/>
              <a:cxnLst/>
              <a:rect l="l" t="t" r="r" b="b"/>
              <a:pathLst>
                <a:path w="22696" h="6621" extrusionOk="0">
                  <a:moveTo>
                    <a:pt x="3645" y="0"/>
                  </a:moveTo>
                  <a:cubicBezTo>
                    <a:pt x="1954" y="0"/>
                    <a:pt x="453" y="1238"/>
                    <a:pt x="263" y="2905"/>
                  </a:cubicBezTo>
                  <a:cubicBezTo>
                    <a:pt x="1" y="4882"/>
                    <a:pt x="1549" y="6620"/>
                    <a:pt x="3525" y="6620"/>
                  </a:cubicBezTo>
                  <a:lnTo>
                    <a:pt x="19052" y="6620"/>
                  </a:lnTo>
                  <a:cubicBezTo>
                    <a:pt x="20767" y="6620"/>
                    <a:pt x="22244" y="5406"/>
                    <a:pt x="22458" y="3739"/>
                  </a:cubicBezTo>
                  <a:cubicBezTo>
                    <a:pt x="22696" y="1715"/>
                    <a:pt x="21148" y="0"/>
                    <a:pt x="19172"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5" name="Google Shape;2745;p45"/>
            <p:cNvSpPr/>
            <p:nvPr/>
          </p:nvSpPr>
          <p:spPr>
            <a:xfrm>
              <a:off x="1321080" y="1781090"/>
              <a:ext cx="30510" cy="21393"/>
            </a:xfrm>
            <a:custGeom>
              <a:avLst/>
              <a:gdLst/>
              <a:ahLst/>
              <a:cxnLst/>
              <a:rect l="l" t="t" r="r" b="b"/>
              <a:pathLst>
                <a:path w="20933" h="14678" extrusionOk="0">
                  <a:moveTo>
                    <a:pt x="17161" y="1"/>
                  </a:moveTo>
                  <a:cubicBezTo>
                    <a:pt x="16578" y="1"/>
                    <a:pt x="15989" y="157"/>
                    <a:pt x="15456" y="485"/>
                  </a:cubicBezTo>
                  <a:lnTo>
                    <a:pt x="2048" y="8582"/>
                  </a:lnTo>
                  <a:cubicBezTo>
                    <a:pt x="500" y="9534"/>
                    <a:pt x="0" y="11558"/>
                    <a:pt x="953" y="13106"/>
                  </a:cubicBezTo>
                  <a:cubicBezTo>
                    <a:pt x="1572" y="14106"/>
                    <a:pt x="2644" y="14678"/>
                    <a:pt x="3787" y="14678"/>
                  </a:cubicBezTo>
                  <a:cubicBezTo>
                    <a:pt x="4382" y="14678"/>
                    <a:pt x="4977" y="14535"/>
                    <a:pt x="5478" y="14202"/>
                  </a:cubicBezTo>
                  <a:lnTo>
                    <a:pt x="18885" y="6105"/>
                  </a:lnTo>
                  <a:cubicBezTo>
                    <a:pt x="20433" y="5152"/>
                    <a:pt x="20933" y="3128"/>
                    <a:pt x="19981" y="1580"/>
                  </a:cubicBezTo>
                  <a:cubicBezTo>
                    <a:pt x="19356" y="565"/>
                    <a:pt x="18271" y="1"/>
                    <a:pt x="17161"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6" name="Google Shape;2746;p45"/>
            <p:cNvSpPr/>
            <p:nvPr/>
          </p:nvSpPr>
          <p:spPr>
            <a:xfrm>
              <a:off x="1136320" y="1769240"/>
              <a:ext cx="195035" cy="286988"/>
            </a:xfrm>
            <a:custGeom>
              <a:avLst/>
              <a:gdLst/>
              <a:ahLst/>
              <a:cxnLst/>
              <a:rect l="l" t="t" r="r" b="b"/>
              <a:pathLst>
                <a:path w="133815" h="196904" extrusionOk="0">
                  <a:moveTo>
                    <a:pt x="91591" y="144452"/>
                  </a:moveTo>
                  <a:cubicBezTo>
                    <a:pt x="94735" y="144452"/>
                    <a:pt x="97473" y="146595"/>
                    <a:pt x="98045" y="149619"/>
                  </a:cubicBezTo>
                  <a:cubicBezTo>
                    <a:pt x="98783" y="153644"/>
                    <a:pt x="95687" y="157192"/>
                    <a:pt x="91782" y="157192"/>
                  </a:cubicBezTo>
                  <a:lnTo>
                    <a:pt x="83566" y="157192"/>
                  </a:lnTo>
                  <a:cubicBezTo>
                    <a:pt x="82804" y="157192"/>
                    <a:pt x="82208" y="157192"/>
                    <a:pt x="81494" y="157621"/>
                  </a:cubicBezTo>
                  <a:cubicBezTo>
                    <a:pt x="81018" y="157931"/>
                    <a:pt x="80660" y="158359"/>
                    <a:pt x="80422" y="158859"/>
                  </a:cubicBezTo>
                  <a:cubicBezTo>
                    <a:pt x="79327" y="161050"/>
                    <a:pt x="81041" y="163337"/>
                    <a:pt x="83161" y="163337"/>
                  </a:cubicBezTo>
                  <a:lnTo>
                    <a:pt x="91710" y="163337"/>
                  </a:lnTo>
                  <a:cubicBezTo>
                    <a:pt x="94806" y="163337"/>
                    <a:pt x="97545" y="165480"/>
                    <a:pt x="98093" y="168528"/>
                  </a:cubicBezTo>
                  <a:cubicBezTo>
                    <a:pt x="98855" y="172553"/>
                    <a:pt x="95759" y="176077"/>
                    <a:pt x="91853" y="176077"/>
                  </a:cubicBezTo>
                  <a:lnTo>
                    <a:pt x="42676" y="176077"/>
                  </a:lnTo>
                  <a:cubicBezTo>
                    <a:pt x="39580" y="176077"/>
                    <a:pt x="36842" y="173934"/>
                    <a:pt x="36270" y="170910"/>
                  </a:cubicBezTo>
                  <a:cubicBezTo>
                    <a:pt x="35532" y="166885"/>
                    <a:pt x="38628" y="163337"/>
                    <a:pt x="42533" y="163337"/>
                  </a:cubicBezTo>
                  <a:lnTo>
                    <a:pt x="69920" y="163337"/>
                  </a:lnTo>
                  <a:cubicBezTo>
                    <a:pt x="71396" y="163337"/>
                    <a:pt x="72778" y="162360"/>
                    <a:pt x="73087" y="160931"/>
                  </a:cubicBezTo>
                  <a:cubicBezTo>
                    <a:pt x="73532" y="158996"/>
                    <a:pt x="71899" y="157165"/>
                    <a:pt x="70032" y="157165"/>
                  </a:cubicBezTo>
                  <a:cubicBezTo>
                    <a:pt x="69900" y="157165"/>
                    <a:pt x="69768" y="157174"/>
                    <a:pt x="69634" y="157192"/>
                  </a:cubicBezTo>
                  <a:lnTo>
                    <a:pt x="42652" y="157192"/>
                  </a:lnTo>
                  <a:cubicBezTo>
                    <a:pt x="39557" y="157192"/>
                    <a:pt x="36818" y="155049"/>
                    <a:pt x="36246" y="152001"/>
                  </a:cubicBezTo>
                  <a:cubicBezTo>
                    <a:pt x="35508" y="147976"/>
                    <a:pt x="38604" y="144452"/>
                    <a:pt x="42486" y="144452"/>
                  </a:cubicBezTo>
                  <a:close/>
                  <a:moveTo>
                    <a:pt x="72897" y="182674"/>
                  </a:moveTo>
                  <a:lnTo>
                    <a:pt x="72897" y="183984"/>
                  </a:lnTo>
                  <a:cubicBezTo>
                    <a:pt x="72897" y="187266"/>
                    <a:pt x="70215" y="189950"/>
                    <a:pt x="66938" y="189950"/>
                  </a:cubicBezTo>
                  <a:cubicBezTo>
                    <a:pt x="66458" y="189950"/>
                    <a:pt x="65966" y="189892"/>
                    <a:pt x="65467" y="189770"/>
                  </a:cubicBezTo>
                  <a:cubicBezTo>
                    <a:pt x="62823" y="189127"/>
                    <a:pt x="61037" y="186651"/>
                    <a:pt x="61037" y="183960"/>
                  </a:cubicBezTo>
                  <a:lnTo>
                    <a:pt x="61037" y="182674"/>
                  </a:lnTo>
                  <a:close/>
                  <a:moveTo>
                    <a:pt x="66969" y="0"/>
                  </a:moveTo>
                  <a:cubicBezTo>
                    <a:pt x="57527" y="0"/>
                    <a:pt x="48139" y="1958"/>
                    <a:pt x="39461" y="5781"/>
                  </a:cubicBezTo>
                  <a:cubicBezTo>
                    <a:pt x="38032" y="6400"/>
                    <a:pt x="37127" y="7972"/>
                    <a:pt x="37461" y="9520"/>
                  </a:cubicBezTo>
                  <a:cubicBezTo>
                    <a:pt x="37810" y="11155"/>
                    <a:pt x="39237" y="12181"/>
                    <a:pt x="40735" y="12181"/>
                  </a:cubicBezTo>
                  <a:cubicBezTo>
                    <a:pt x="41178" y="12181"/>
                    <a:pt x="41628" y="12091"/>
                    <a:pt x="42057" y="11901"/>
                  </a:cubicBezTo>
                  <a:cubicBezTo>
                    <a:pt x="49930" y="8417"/>
                    <a:pt x="58476" y="6628"/>
                    <a:pt x="67072" y="6628"/>
                  </a:cubicBezTo>
                  <a:cubicBezTo>
                    <a:pt x="67759" y="6628"/>
                    <a:pt x="68447" y="6639"/>
                    <a:pt x="69134" y="6662"/>
                  </a:cubicBezTo>
                  <a:cubicBezTo>
                    <a:pt x="93615" y="7495"/>
                    <a:pt x="115191" y="22689"/>
                    <a:pt x="122860" y="44551"/>
                  </a:cubicBezTo>
                  <a:cubicBezTo>
                    <a:pt x="129242" y="62649"/>
                    <a:pt x="127670" y="83106"/>
                    <a:pt x="118740" y="97990"/>
                  </a:cubicBezTo>
                  <a:cubicBezTo>
                    <a:pt x="115763" y="102920"/>
                    <a:pt x="111095" y="107158"/>
                    <a:pt x="106142" y="111636"/>
                  </a:cubicBezTo>
                  <a:cubicBezTo>
                    <a:pt x="98069" y="118947"/>
                    <a:pt x="89734" y="126472"/>
                    <a:pt x="88376" y="137879"/>
                  </a:cubicBezTo>
                  <a:lnTo>
                    <a:pt x="45510" y="137879"/>
                  </a:lnTo>
                  <a:cubicBezTo>
                    <a:pt x="44129" y="126472"/>
                    <a:pt x="35794" y="118947"/>
                    <a:pt x="27745" y="111636"/>
                  </a:cubicBezTo>
                  <a:cubicBezTo>
                    <a:pt x="22791" y="107182"/>
                    <a:pt x="18123" y="102943"/>
                    <a:pt x="15147" y="97990"/>
                  </a:cubicBezTo>
                  <a:cubicBezTo>
                    <a:pt x="6216" y="83130"/>
                    <a:pt x="4644" y="62649"/>
                    <a:pt x="11003" y="44551"/>
                  </a:cubicBezTo>
                  <a:cubicBezTo>
                    <a:pt x="14694" y="34048"/>
                    <a:pt x="21672" y="24880"/>
                    <a:pt x="31150" y="18093"/>
                  </a:cubicBezTo>
                  <a:cubicBezTo>
                    <a:pt x="32412" y="17188"/>
                    <a:pt x="32984" y="15497"/>
                    <a:pt x="32341" y="14068"/>
                  </a:cubicBezTo>
                  <a:cubicBezTo>
                    <a:pt x="31779" y="12743"/>
                    <a:pt x="30544" y="12030"/>
                    <a:pt x="29290" y="12030"/>
                  </a:cubicBezTo>
                  <a:cubicBezTo>
                    <a:pt x="28629" y="12030"/>
                    <a:pt x="27963" y="12228"/>
                    <a:pt x="27387" y="12639"/>
                  </a:cubicBezTo>
                  <a:cubicBezTo>
                    <a:pt x="16742" y="20236"/>
                    <a:pt x="8931" y="30500"/>
                    <a:pt x="4764" y="42336"/>
                  </a:cubicBezTo>
                  <a:cubicBezTo>
                    <a:pt x="1382" y="51909"/>
                    <a:pt x="1" y="62268"/>
                    <a:pt x="644" y="72318"/>
                  </a:cubicBezTo>
                  <a:cubicBezTo>
                    <a:pt x="1358" y="82915"/>
                    <a:pt x="4406" y="92941"/>
                    <a:pt x="9455" y="101372"/>
                  </a:cubicBezTo>
                  <a:cubicBezTo>
                    <a:pt x="12932" y="107182"/>
                    <a:pt x="18171" y="111945"/>
                    <a:pt x="23267" y="116518"/>
                  </a:cubicBezTo>
                  <a:cubicBezTo>
                    <a:pt x="30626" y="123186"/>
                    <a:pt x="37628" y="129496"/>
                    <a:pt x="38866" y="138331"/>
                  </a:cubicBezTo>
                  <a:cubicBezTo>
                    <a:pt x="33412" y="139856"/>
                    <a:pt x="29388" y="144880"/>
                    <a:pt x="29388" y="150810"/>
                  </a:cubicBezTo>
                  <a:cubicBezTo>
                    <a:pt x="29388" y="154668"/>
                    <a:pt x="31079" y="158121"/>
                    <a:pt x="33722" y="160455"/>
                  </a:cubicBezTo>
                  <a:cubicBezTo>
                    <a:pt x="30531" y="163313"/>
                    <a:pt x="28769" y="167695"/>
                    <a:pt x="29602" y="172457"/>
                  </a:cubicBezTo>
                  <a:cubicBezTo>
                    <a:pt x="30698" y="178649"/>
                    <a:pt x="36246" y="183079"/>
                    <a:pt x="42557" y="183079"/>
                  </a:cubicBezTo>
                  <a:lnTo>
                    <a:pt x="54369" y="183079"/>
                  </a:lnTo>
                  <a:lnTo>
                    <a:pt x="54369" y="184198"/>
                  </a:lnTo>
                  <a:cubicBezTo>
                    <a:pt x="54369" y="190318"/>
                    <a:pt x="58680" y="195700"/>
                    <a:pt x="64728" y="196724"/>
                  </a:cubicBezTo>
                  <a:cubicBezTo>
                    <a:pt x="65454" y="196845"/>
                    <a:pt x="66171" y="196903"/>
                    <a:pt x="66874" y="196903"/>
                  </a:cubicBezTo>
                  <a:cubicBezTo>
                    <a:pt x="73787" y="196903"/>
                    <a:pt x="79398" y="191281"/>
                    <a:pt x="79398" y="184365"/>
                  </a:cubicBezTo>
                  <a:lnTo>
                    <a:pt x="79398" y="183055"/>
                  </a:lnTo>
                  <a:lnTo>
                    <a:pt x="91234" y="183055"/>
                  </a:lnTo>
                  <a:cubicBezTo>
                    <a:pt x="97545" y="183055"/>
                    <a:pt x="103070" y="178625"/>
                    <a:pt x="104165" y="172434"/>
                  </a:cubicBezTo>
                  <a:cubicBezTo>
                    <a:pt x="104999" y="167671"/>
                    <a:pt x="103213" y="163289"/>
                    <a:pt x="100069" y="160431"/>
                  </a:cubicBezTo>
                  <a:cubicBezTo>
                    <a:pt x="102713" y="158050"/>
                    <a:pt x="104380" y="154597"/>
                    <a:pt x="104380" y="150786"/>
                  </a:cubicBezTo>
                  <a:cubicBezTo>
                    <a:pt x="104380" y="144857"/>
                    <a:pt x="100355" y="139832"/>
                    <a:pt x="94925" y="138308"/>
                  </a:cubicBezTo>
                  <a:cubicBezTo>
                    <a:pt x="96164" y="129473"/>
                    <a:pt x="103141" y="123162"/>
                    <a:pt x="110524" y="116494"/>
                  </a:cubicBezTo>
                  <a:cubicBezTo>
                    <a:pt x="115596" y="111874"/>
                    <a:pt x="120835" y="107135"/>
                    <a:pt x="124336" y="101348"/>
                  </a:cubicBezTo>
                  <a:cubicBezTo>
                    <a:pt x="129385" y="92917"/>
                    <a:pt x="132433" y="82892"/>
                    <a:pt x="133147" y="72294"/>
                  </a:cubicBezTo>
                  <a:cubicBezTo>
                    <a:pt x="133814" y="62221"/>
                    <a:pt x="132385" y="51862"/>
                    <a:pt x="129028" y="42312"/>
                  </a:cubicBezTo>
                  <a:cubicBezTo>
                    <a:pt x="120526" y="17950"/>
                    <a:pt x="96497" y="970"/>
                    <a:pt x="69348" y="41"/>
                  </a:cubicBezTo>
                  <a:cubicBezTo>
                    <a:pt x="68555" y="14"/>
                    <a:pt x="67762" y="0"/>
                    <a:pt x="66969"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747" name="Google Shape;2747;p45"/>
          <p:cNvGrpSpPr/>
          <p:nvPr/>
        </p:nvGrpSpPr>
        <p:grpSpPr>
          <a:xfrm>
            <a:off x="3262110" y="1776833"/>
            <a:ext cx="327869" cy="230472"/>
            <a:chOff x="3262110" y="1776833"/>
            <a:chExt cx="327869" cy="230472"/>
          </a:xfrm>
        </p:grpSpPr>
        <p:sp>
          <p:nvSpPr>
            <p:cNvPr id="2748" name="Google Shape;2748;p45"/>
            <p:cNvSpPr/>
            <p:nvPr/>
          </p:nvSpPr>
          <p:spPr>
            <a:xfrm>
              <a:off x="3294773" y="1781969"/>
              <a:ext cx="262509" cy="202323"/>
            </a:xfrm>
            <a:custGeom>
              <a:avLst/>
              <a:gdLst/>
              <a:ahLst/>
              <a:cxnLst/>
              <a:rect l="l" t="t" r="r" b="b"/>
              <a:pathLst>
                <a:path w="180109" h="138815" extrusionOk="0">
                  <a:moveTo>
                    <a:pt x="9240" y="1"/>
                  </a:moveTo>
                  <a:cubicBezTo>
                    <a:pt x="4120" y="1"/>
                    <a:pt x="0" y="4144"/>
                    <a:pt x="0" y="9265"/>
                  </a:cubicBezTo>
                  <a:lnTo>
                    <a:pt x="0" y="138815"/>
                  </a:lnTo>
                  <a:lnTo>
                    <a:pt x="180085" y="138815"/>
                  </a:lnTo>
                  <a:lnTo>
                    <a:pt x="180085" y="9265"/>
                  </a:lnTo>
                  <a:cubicBezTo>
                    <a:pt x="180109" y="4168"/>
                    <a:pt x="175989" y="1"/>
                    <a:pt x="170869" y="1"/>
                  </a:cubicBezTo>
                  <a:close/>
                </a:path>
              </a:pathLst>
            </a:custGeom>
            <a:solidFill>
              <a:srgbClr val="F0EBD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9" name="Google Shape;2749;p45"/>
            <p:cNvSpPr/>
            <p:nvPr/>
          </p:nvSpPr>
          <p:spPr>
            <a:xfrm>
              <a:off x="3266693" y="1966345"/>
              <a:ext cx="318254" cy="36516"/>
            </a:xfrm>
            <a:custGeom>
              <a:avLst/>
              <a:gdLst/>
              <a:ahLst/>
              <a:cxnLst/>
              <a:rect l="l" t="t" r="r" b="b"/>
              <a:pathLst>
                <a:path w="218356" h="25054" extrusionOk="0">
                  <a:moveTo>
                    <a:pt x="0" y="1"/>
                  </a:moveTo>
                  <a:lnTo>
                    <a:pt x="0" y="12860"/>
                  </a:lnTo>
                  <a:cubicBezTo>
                    <a:pt x="0" y="19600"/>
                    <a:pt x="5454" y="25053"/>
                    <a:pt x="12169" y="25053"/>
                  </a:cubicBezTo>
                  <a:lnTo>
                    <a:pt x="206186" y="25053"/>
                  </a:lnTo>
                  <a:cubicBezTo>
                    <a:pt x="212902" y="25053"/>
                    <a:pt x="218355" y="19600"/>
                    <a:pt x="218355" y="12860"/>
                  </a:cubicBezTo>
                  <a:lnTo>
                    <a:pt x="218355" y="1"/>
                  </a:lnTo>
                  <a:lnTo>
                    <a:pt x="138767" y="1"/>
                  </a:lnTo>
                  <a:lnTo>
                    <a:pt x="108999" y="6264"/>
                  </a:lnTo>
                  <a:lnTo>
                    <a:pt x="79231" y="1"/>
                  </a:lnTo>
                  <a:close/>
                </a:path>
              </a:pathLst>
            </a:custGeom>
            <a:solidFill>
              <a:srgbClr val="D9D9D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0" name="Google Shape;2750;p45"/>
            <p:cNvSpPr/>
            <p:nvPr/>
          </p:nvSpPr>
          <p:spPr>
            <a:xfrm>
              <a:off x="3382484" y="1966345"/>
              <a:ext cx="86428" cy="18571"/>
            </a:xfrm>
            <a:custGeom>
              <a:avLst/>
              <a:gdLst/>
              <a:ahLst/>
              <a:cxnLst/>
              <a:rect l="l" t="t" r="r" b="b"/>
              <a:pathLst>
                <a:path w="59299" h="12742" extrusionOk="0">
                  <a:moveTo>
                    <a:pt x="0" y="1"/>
                  </a:moveTo>
                  <a:lnTo>
                    <a:pt x="0" y="4216"/>
                  </a:lnTo>
                  <a:cubicBezTo>
                    <a:pt x="0" y="8931"/>
                    <a:pt x="3834" y="12741"/>
                    <a:pt x="8550" y="12741"/>
                  </a:cubicBezTo>
                  <a:lnTo>
                    <a:pt x="50749" y="12741"/>
                  </a:lnTo>
                  <a:cubicBezTo>
                    <a:pt x="55488" y="12741"/>
                    <a:pt x="59298" y="8907"/>
                    <a:pt x="59298" y="4216"/>
                  </a:cubicBezTo>
                  <a:lnTo>
                    <a:pt x="59298" y="1"/>
                  </a:lnTo>
                  <a:close/>
                </a:path>
              </a:pathLst>
            </a:custGeom>
            <a:solidFill>
              <a:srgbClr val="EFEDE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1" name="Google Shape;2751;p45"/>
            <p:cNvSpPr/>
            <p:nvPr/>
          </p:nvSpPr>
          <p:spPr>
            <a:xfrm>
              <a:off x="3321707" y="1809529"/>
              <a:ext cx="208745" cy="128670"/>
            </a:xfrm>
            <a:custGeom>
              <a:avLst/>
              <a:gdLst/>
              <a:ahLst/>
              <a:cxnLst/>
              <a:rect l="l" t="t" r="r" b="b"/>
              <a:pathLst>
                <a:path w="143221" h="88281" extrusionOk="0">
                  <a:moveTo>
                    <a:pt x="0" y="0"/>
                  </a:moveTo>
                  <a:lnTo>
                    <a:pt x="0" y="88280"/>
                  </a:lnTo>
                  <a:lnTo>
                    <a:pt x="143220" y="88280"/>
                  </a:lnTo>
                  <a:lnTo>
                    <a:pt x="143220" y="0"/>
                  </a:lnTo>
                  <a:close/>
                </a:path>
              </a:pathLst>
            </a:custGeom>
            <a:solidFill>
              <a:srgbClr val="4657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2" name="Google Shape;2752;p45"/>
            <p:cNvSpPr/>
            <p:nvPr/>
          </p:nvSpPr>
          <p:spPr>
            <a:xfrm>
              <a:off x="3262110" y="1776833"/>
              <a:ext cx="327869" cy="230472"/>
            </a:xfrm>
            <a:custGeom>
              <a:avLst/>
              <a:gdLst/>
              <a:ahLst/>
              <a:cxnLst/>
              <a:rect l="l" t="t" r="r" b="b"/>
              <a:pathLst>
                <a:path w="224953" h="158128" extrusionOk="0">
                  <a:moveTo>
                    <a:pt x="193041" y="6621"/>
                  </a:moveTo>
                  <a:cubicBezTo>
                    <a:pt x="196327" y="6621"/>
                    <a:pt x="198995" y="9288"/>
                    <a:pt x="198995" y="12574"/>
                  </a:cubicBezTo>
                  <a:lnTo>
                    <a:pt x="198995" y="126526"/>
                  </a:lnTo>
                  <a:lnTo>
                    <a:pt x="25458" y="126526"/>
                  </a:lnTo>
                  <a:lnTo>
                    <a:pt x="25458" y="12574"/>
                  </a:lnTo>
                  <a:cubicBezTo>
                    <a:pt x="25506" y="9288"/>
                    <a:pt x="28173" y="6621"/>
                    <a:pt x="31460" y="6621"/>
                  </a:cubicBezTo>
                  <a:close/>
                  <a:moveTo>
                    <a:pt x="138863" y="133122"/>
                  </a:moveTo>
                  <a:lnTo>
                    <a:pt x="138863" y="134027"/>
                  </a:lnTo>
                  <a:cubicBezTo>
                    <a:pt x="138863" y="136909"/>
                    <a:pt x="136505" y="139267"/>
                    <a:pt x="133624" y="139267"/>
                  </a:cubicBezTo>
                  <a:lnTo>
                    <a:pt x="91401" y="139267"/>
                  </a:lnTo>
                  <a:cubicBezTo>
                    <a:pt x="88519" y="139267"/>
                    <a:pt x="86161" y="136909"/>
                    <a:pt x="86161" y="134027"/>
                  </a:cubicBezTo>
                  <a:lnTo>
                    <a:pt x="86161" y="133122"/>
                  </a:lnTo>
                  <a:close/>
                  <a:moveTo>
                    <a:pt x="218380" y="133122"/>
                  </a:moveTo>
                  <a:lnTo>
                    <a:pt x="218332" y="142815"/>
                  </a:lnTo>
                  <a:cubicBezTo>
                    <a:pt x="218332" y="147649"/>
                    <a:pt x="214355" y="151579"/>
                    <a:pt x="209473" y="151579"/>
                  </a:cubicBezTo>
                  <a:lnTo>
                    <a:pt x="15456" y="151579"/>
                  </a:lnTo>
                  <a:cubicBezTo>
                    <a:pt x="10551" y="151579"/>
                    <a:pt x="6597" y="147625"/>
                    <a:pt x="6597" y="142720"/>
                  </a:cubicBezTo>
                  <a:lnTo>
                    <a:pt x="6597" y="133122"/>
                  </a:lnTo>
                  <a:lnTo>
                    <a:pt x="79517" y="133122"/>
                  </a:lnTo>
                  <a:lnTo>
                    <a:pt x="79517" y="134027"/>
                  </a:lnTo>
                  <a:cubicBezTo>
                    <a:pt x="79517" y="140576"/>
                    <a:pt x="84828" y="145863"/>
                    <a:pt x="91377" y="145863"/>
                  </a:cubicBezTo>
                  <a:lnTo>
                    <a:pt x="133576" y="145863"/>
                  </a:lnTo>
                  <a:cubicBezTo>
                    <a:pt x="140125" y="145863"/>
                    <a:pt x="145436" y="140576"/>
                    <a:pt x="145436" y="134027"/>
                  </a:cubicBezTo>
                  <a:lnTo>
                    <a:pt x="145436" y="133122"/>
                  </a:lnTo>
                  <a:close/>
                  <a:moveTo>
                    <a:pt x="31460" y="0"/>
                  </a:moveTo>
                  <a:cubicBezTo>
                    <a:pt x="24530" y="0"/>
                    <a:pt x="18886" y="5644"/>
                    <a:pt x="18886" y="12574"/>
                  </a:cubicBezTo>
                  <a:lnTo>
                    <a:pt x="18886" y="126526"/>
                  </a:lnTo>
                  <a:lnTo>
                    <a:pt x="3287" y="126526"/>
                  </a:lnTo>
                  <a:cubicBezTo>
                    <a:pt x="1477" y="126526"/>
                    <a:pt x="1" y="128002"/>
                    <a:pt x="1" y="129836"/>
                  </a:cubicBezTo>
                  <a:lnTo>
                    <a:pt x="1" y="142696"/>
                  </a:lnTo>
                  <a:cubicBezTo>
                    <a:pt x="1" y="151221"/>
                    <a:pt x="6931" y="158128"/>
                    <a:pt x="15432" y="158128"/>
                  </a:cubicBezTo>
                  <a:lnTo>
                    <a:pt x="209449" y="158128"/>
                  </a:lnTo>
                  <a:cubicBezTo>
                    <a:pt x="217975" y="158128"/>
                    <a:pt x="224881" y="151198"/>
                    <a:pt x="224881" y="142696"/>
                  </a:cubicBezTo>
                  <a:lnTo>
                    <a:pt x="224881" y="129836"/>
                  </a:lnTo>
                  <a:cubicBezTo>
                    <a:pt x="224952" y="128002"/>
                    <a:pt x="223452" y="126526"/>
                    <a:pt x="221642" y="126526"/>
                  </a:cubicBezTo>
                  <a:lnTo>
                    <a:pt x="205591" y="126526"/>
                  </a:lnTo>
                  <a:lnTo>
                    <a:pt x="205591" y="12574"/>
                  </a:lnTo>
                  <a:cubicBezTo>
                    <a:pt x="205591" y="5644"/>
                    <a:pt x="199971" y="0"/>
                    <a:pt x="193041"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3" name="Google Shape;2753;p45"/>
            <p:cNvSpPr/>
            <p:nvPr/>
          </p:nvSpPr>
          <p:spPr>
            <a:xfrm>
              <a:off x="3316535" y="1805051"/>
              <a:ext cx="218360" cy="138318"/>
            </a:xfrm>
            <a:custGeom>
              <a:avLst/>
              <a:gdLst/>
              <a:ahLst/>
              <a:cxnLst/>
              <a:rect l="l" t="t" r="r" b="b"/>
              <a:pathLst>
                <a:path w="149818" h="94901" extrusionOk="0">
                  <a:moveTo>
                    <a:pt x="3311" y="0"/>
                  </a:moveTo>
                  <a:cubicBezTo>
                    <a:pt x="1501" y="0"/>
                    <a:pt x="1" y="1477"/>
                    <a:pt x="1" y="3310"/>
                  </a:cubicBezTo>
                  <a:lnTo>
                    <a:pt x="1" y="91590"/>
                  </a:lnTo>
                  <a:cubicBezTo>
                    <a:pt x="1" y="93400"/>
                    <a:pt x="1501" y="94901"/>
                    <a:pt x="3311" y="94901"/>
                  </a:cubicBezTo>
                  <a:lnTo>
                    <a:pt x="146531" y="94901"/>
                  </a:lnTo>
                  <a:cubicBezTo>
                    <a:pt x="148341" y="94877"/>
                    <a:pt x="149818" y="93400"/>
                    <a:pt x="149818" y="91590"/>
                  </a:cubicBezTo>
                  <a:lnTo>
                    <a:pt x="149818" y="3310"/>
                  </a:lnTo>
                  <a:cubicBezTo>
                    <a:pt x="149818" y="1477"/>
                    <a:pt x="148341" y="0"/>
                    <a:pt x="146531" y="0"/>
                  </a:cubicBezTo>
                  <a:lnTo>
                    <a:pt x="126170" y="0"/>
                  </a:lnTo>
                  <a:cubicBezTo>
                    <a:pt x="124479" y="0"/>
                    <a:pt x="122979" y="1215"/>
                    <a:pt x="122764" y="2882"/>
                  </a:cubicBezTo>
                  <a:cubicBezTo>
                    <a:pt x="122526" y="4882"/>
                    <a:pt x="124074" y="6597"/>
                    <a:pt x="126051" y="6597"/>
                  </a:cubicBezTo>
                  <a:lnTo>
                    <a:pt x="143221" y="6597"/>
                  </a:lnTo>
                  <a:lnTo>
                    <a:pt x="143221" y="88328"/>
                  </a:lnTo>
                  <a:lnTo>
                    <a:pt x="6621" y="88328"/>
                  </a:lnTo>
                  <a:lnTo>
                    <a:pt x="6621" y="6597"/>
                  </a:lnTo>
                  <a:lnTo>
                    <a:pt x="112858" y="6597"/>
                  </a:lnTo>
                  <a:cubicBezTo>
                    <a:pt x="114548" y="6597"/>
                    <a:pt x="116049" y="5382"/>
                    <a:pt x="116239" y="3715"/>
                  </a:cubicBezTo>
                  <a:cubicBezTo>
                    <a:pt x="116477" y="1739"/>
                    <a:pt x="114930" y="0"/>
                    <a:pt x="112977"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4" name="Google Shape;2754;p45"/>
            <p:cNvSpPr/>
            <p:nvPr/>
          </p:nvSpPr>
          <p:spPr>
            <a:xfrm>
              <a:off x="3419692" y="1946144"/>
              <a:ext cx="12323" cy="12323"/>
            </a:xfrm>
            <a:custGeom>
              <a:avLst/>
              <a:gdLst/>
              <a:ahLst/>
              <a:cxnLst/>
              <a:rect l="l" t="t" r="r" b="b"/>
              <a:pathLst>
                <a:path w="8455" h="8455" extrusionOk="0">
                  <a:moveTo>
                    <a:pt x="4216" y="1"/>
                  </a:moveTo>
                  <a:cubicBezTo>
                    <a:pt x="1882" y="1"/>
                    <a:pt x="0" y="1882"/>
                    <a:pt x="0" y="4240"/>
                  </a:cubicBezTo>
                  <a:cubicBezTo>
                    <a:pt x="0" y="6573"/>
                    <a:pt x="1882" y="8455"/>
                    <a:pt x="4216" y="8455"/>
                  </a:cubicBezTo>
                  <a:cubicBezTo>
                    <a:pt x="6549" y="8455"/>
                    <a:pt x="8455" y="6573"/>
                    <a:pt x="8455" y="4240"/>
                  </a:cubicBezTo>
                  <a:cubicBezTo>
                    <a:pt x="8455" y="1882"/>
                    <a:pt x="6549" y="1"/>
                    <a:pt x="4216"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5" name="Google Shape;2755;p45"/>
            <p:cNvSpPr/>
            <p:nvPr/>
          </p:nvSpPr>
          <p:spPr>
            <a:xfrm>
              <a:off x="3422365" y="1792938"/>
              <a:ext cx="6942" cy="6942"/>
            </a:xfrm>
            <a:custGeom>
              <a:avLst/>
              <a:gdLst/>
              <a:ahLst/>
              <a:cxnLst/>
              <a:rect l="l" t="t" r="r" b="b"/>
              <a:pathLst>
                <a:path w="4763" h="4763" extrusionOk="0">
                  <a:moveTo>
                    <a:pt x="2382" y="0"/>
                  </a:moveTo>
                  <a:cubicBezTo>
                    <a:pt x="1072" y="0"/>
                    <a:pt x="0" y="1072"/>
                    <a:pt x="0" y="2382"/>
                  </a:cubicBezTo>
                  <a:cubicBezTo>
                    <a:pt x="0" y="3691"/>
                    <a:pt x="1072" y="4763"/>
                    <a:pt x="2382" y="4763"/>
                  </a:cubicBezTo>
                  <a:cubicBezTo>
                    <a:pt x="3691" y="4763"/>
                    <a:pt x="4763" y="3691"/>
                    <a:pt x="4763" y="2382"/>
                  </a:cubicBezTo>
                  <a:cubicBezTo>
                    <a:pt x="4763" y="1072"/>
                    <a:pt x="3691" y="0"/>
                    <a:pt x="2382"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6" name="Google Shape;2756;p45"/>
            <p:cNvSpPr/>
            <p:nvPr/>
          </p:nvSpPr>
          <p:spPr>
            <a:xfrm>
              <a:off x="3365233" y="1861627"/>
              <a:ext cx="9617" cy="19682"/>
            </a:xfrm>
            <a:custGeom>
              <a:avLst/>
              <a:gdLst/>
              <a:ahLst/>
              <a:cxnLst/>
              <a:rect l="l" t="t" r="r" b="b"/>
              <a:pathLst>
                <a:path w="6598" h="13504" extrusionOk="0">
                  <a:moveTo>
                    <a:pt x="3305" y="0"/>
                  </a:moveTo>
                  <a:cubicBezTo>
                    <a:pt x="1468" y="0"/>
                    <a:pt x="1" y="1470"/>
                    <a:pt x="1" y="3311"/>
                  </a:cubicBezTo>
                  <a:lnTo>
                    <a:pt x="1" y="10098"/>
                  </a:lnTo>
                  <a:cubicBezTo>
                    <a:pt x="1" y="11789"/>
                    <a:pt x="1215" y="13265"/>
                    <a:pt x="2882" y="13480"/>
                  </a:cubicBezTo>
                  <a:cubicBezTo>
                    <a:pt x="3019" y="13496"/>
                    <a:pt x="3155" y="13504"/>
                    <a:pt x="3289" y="13504"/>
                  </a:cubicBezTo>
                  <a:cubicBezTo>
                    <a:pt x="5109" y="13504"/>
                    <a:pt x="6597" y="12036"/>
                    <a:pt x="6597" y="10217"/>
                  </a:cubicBezTo>
                  <a:lnTo>
                    <a:pt x="6597" y="3430"/>
                  </a:lnTo>
                  <a:cubicBezTo>
                    <a:pt x="6597" y="1739"/>
                    <a:pt x="5383" y="239"/>
                    <a:pt x="3716" y="25"/>
                  </a:cubicBezTo>
                  <a:cubicBezTo>
                    <a:pt x="3577" y="8"/>
                    <a:pt x="3440" y="0"/>
                    <a:pt x="3305"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7" name="Google Shape;2757;p45"/>
            <p:cNvSpPr/>
            <p:nvPr/>
          </p:nvSpPr>
          <p:spPr>
            <a:xfrm>
              <a:off x="3476651" y="1861627"/>
              <a:ext cx="9615" cy="19682"/>
            </a:xfrm>
            <a:custGeom>
              <a:avLst/>
              <a:gdLst/>
              <a:ahLst/>
              <a:cxnLst/>
              <a:rect l="l" t="t" r="r" b="b"/>
              <a:pathLst>
                <a:path w="6597" h="13504" extrusionOk="0">
                  <a:moveTo>
                    <a:pt x="3292" y="0"/>
                  </a:moveTo>
                  <a:cubicBezTo>
                    <a:pt x="3157" y="0"/>
                    <a:pt x="3020" y="8"/>
                    <a:pt x="2882" y="25"/>
                  </a:cubicBezTo>
                  <a:cubicBezTo>
                    <a:pt x="1191" y="239"/>
                    <a:pt x="0" y="1763"/>
                    <a:pt x="0" y="3430"/>
                  </a:cubicBezTo>
                  <a:lnTo>
                    <a:pt x="0" y="10098"/>
                  </a:lnTo>
                  <a:cubicBezTo>
                    <a:pt x="0" y="11789"/>
                    <a:pt x="1215" y="13265"/>
                    <a:pt x="2882" y="13480"/>
                  </a:cubicBezTo>
                  <a:cubicBezTo>
                    <a:pt x="3019" y="13496"/>
                    <a:pt x="3154" y="13504"/>
                    <a:pt x="3288" y="13504"/>
                  </a:cubicBezTo>
                  <a:cubicBezTo>
                    <a:pt x="5109" y="13504"/>
                    <a:pt x="6597" y="12036"/>
                    <a:pt x="6597" y="10217"/>
                  </a:cubicBezTo>
                  <a:lnTo>
                    <a:pt x="6597" y="3311"/>
                  </a:lnTo>
                  <a:cubicBezTo>
                    <a:pt x="6597" y="1470"/>
                    <a:pt x="5129" y="0"/>
                    <a:pt x="3292"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8" name="Google Shape;2758;p45"/>
            <p:cNvSpPr/>
            <p:nvPr/>
          </p:nvSpPr>
          <p:spPr>
            <a:xfrm>
              <a:off x="3406710" y="1871006"/>
              <a:ext cx="38217" cy="15683"/>
            </a:xfrm>
            <a:custGeom>
              <a:avLst/>
              <a:gdLst/>
              <a:ahLst/>
              <a:cxnLst/>
              <a:rect l="l" t="t" r="r" b="b"/>
              <a:pathLst>
                <a:path w="26221" h="10760" extrusionOk="0">
                  <a:moveTo>
                    <a:pt x="3685" y="1"/>
                  </a:moveTo>
                  <a:cubicBezTo>
                    <a:pt x="2913" y="1"/>
                    <a:pt x="2134" y="272"/>
                    <a:pt x="1501" y="829"/>
                  </a:cubicBezTo>
                  <a:cubicBezTo>
                    <a:pt x="144" y="2020"/>
                    <a:pt x="1" y="4092"/>
                    <a:pt x="1215" y="5473"/>
                  </a:cubicBezTo>
                  <a:cubicBezTo>
                    <a:pt x="4168" y="8831"/>
                    <a:pt x="8503" y="10760"/>
                    <a:pt x="13123" y="10760"/>
                  </a:cubicBezTo>
                  <a:cubicBezTo>
                    <a:pt x="17743" y="10760"/>
                    <a:pt x="22077" y="8831"/>
                    <a:pt x="25030" y="5473"/>
                  </a:cubicBezTo>
                  <a:cubicBezTo>
                    <a:pt x="26221" y="4092"/>
                    <a:pt x="26102" y="2020"/>
                    <a:pt x="24720" y="829"/>
                  </a:cubicBezTo>
                  <a:cubicBezTo>
                    <a:pt x="24095" y="281"/>
                    <a:pt x="23314" y="10"/>
                    <a:pt x="22537" y="10"/>
                  </a:cubicBezTo>
                  <a:cubicBezTo>
                    <a:pt x="21625" y="10"/>
                    <a:pt x="20719" y="382"/>
                    <a:pt x="20076" y="1115"/>
                  </a:cubicBezTo>
                  <a:cubicBezTo>
                    <a:pt x="18386" y="3068"/>
                    <a:pt x="15861" y="4163"/>
                    <a:pt x="13123" y="4163"/>
                  </a:cubicBezTo>
                  <a:cubicBezTo>
                    <a:pt x="10384" y="4163"/>
                    <a:pt x="7860" y="3068"/>
                    <a:pt x="6145" y="1115"/>
                  </a:cubicBezTo>
                  <a:cubicBezTo>
                    <a:pt x="5500" y="380"/>
                    <a:pt x="4597" y="1"/>
                    <a:pt x="3685"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759" name="Google Shape;2759;p45"/>
          <p:cNvGrpSpPr/>
          <p:nvPr/>
        </p:nvGrpSpPr>
        <p:grpSpPr>
          <a:xfrm>
            <a:off x="6251996" y="1744101"/>
            <a:ext cx="328216" cy="296091"/>
            <a:chOff x="6251996" y="1744101"/>
            <a:chExt cx="328216" cy="296091"/>
          </a:xfrm>
        </p:grpSpPr>
        <p:sp>
          <p:nvSpPr>
            <p:cNvPr id="2760" name="Google Shape;2760;p45"/>
            <p:cNvSpPr/>
            <p:nvPr/>
          </p:nvSpPr>
          <p:spPr>
            <a:xfrm>
              <a:off x="6277369" y="1772910"/>
              <a:ext cx="277852" cy="215755"/>
            </a:xfrm>
            <a:custGeom>
              <a:avLst/>
              <a:gdLst/>
              <a:ahLst/>
              <a:cxnLst/>
              <a:rect l="l" t="t" r="r" b="b"/>
              <a:pathLst>
                <a:path w="190636" h="148031" extrusionOk="0">
                  <a:moveTo>
                    <a:pt x="1" y="0"/>
                  </a:moveTo>
                  <a:lnTo>
                    <a:pt x="1" y="148030"/>
                  </a:lnTo>
                  <a:lnTo>
                    <a:pt x="190636" y="148030"/>
                  </a:lnTo>
                  <a:lnTo>
                    <a:pt x="190636" y="0"/>
                  </a:lnTo>
                  <a:close/>
                </a:path>
              </a:pathLst>
            </a:custGeom>
            <a:solidFill>
              <a:srgbClr val="EFEDE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1" name="Google Shape;2761;p45"/>
            <p:cNvSpPr/>
            <p:nvPr/>
          </p:nvSpPr>
          <p:spPr>
            <a:xfrm>
              <a:off x="6256891" y="1748544"/>
              <a:ext cx="318948" cy="39049"/>
            </a:xfrm>
            <a:custGeom>
              <a:avLst/>
              <a:gdLst/>
              <a:ahLst/>
              <a:cxnLst/>
              <a:rect l="l" t="t" r="r" b="b"/>
              <a:pathLst>
                <a:path w="218832" h="26792" extrusionOk="0">
                  <a:moveTo>
                    <a:pt x="0" y="1"/>
                  </a:moveTo>
                  <a:lnTo>
                    <a:pt x="9383" y="26792"/>
                  </a:lnTo>
                  <a:lnTo>
                    <a:pt x="209449" y="26792"/>
                  </a:lnTo>
                  <a:lnTo>
                    <a:pt x="21883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2" name="Google Shape;2762;p45"/>
            <p:cNvSpPr/>
            <p:nvPr/>
          </p:nvSpPr>
          <p:spPr>
            <a:xfrm>
              <a:off x="6256891" y="1973913"/>
              <a:ext cx="318948" cy="39084"/>
            </a:xfrm>
            <a:custGeom>
              <a:avLst/>
              <a:gdLst/>
              <a:ahLst/>
              <a:cxnLst/>
              <a:rect l="l" t="t" r="r" b="b"/>
              <a:pathLst>
                <a:path w="218832" h="26816" extrusionOk="0">
                  <a:moveTo>
                    <a:pt x="8931" y="0"/>
                  </a:moveTo>
                  <a:lnTo>
                    <a:pt x="0" y="26815"/>
                  </a:lnTo>
                  <a:lnTo>
                    <a:pt x="218832" y="26815"/>
                  </a:lnTo>
                  <a:lnTo>
                    <a:pt x="20990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3" name="Google Shape;2763;p45"/>
            <p:cNvSpPr/>
            <p:nvPr/>
          </p:nvSpPr>
          <p:spPr>
            <a:xfrm>
              <a:off x="6256891" y="1748092"/>
              <a:ext cx="32628" cy="265807"/>
            </a:xfrm>
            <a:custGeom>
              <a:avLst/>
              <a:gdLst/>
              <a:ahLst/>
              <a:cxnLst/>
              <a:rect l="l" t="t" r="r" b="b"/>
              <a:pathLst>
                <a:path w="22386" h="182372" extrusionOk="0">
                  <a:moveTo>
                    <a:pt x="0" y="1"/>
                  </a:moveTo>
                  <a:lnTo>
                    <a:pt x="0" y="182181"/>
                  </a:lnTo>
                  <a:lnTo>
                    <a:pt x="0" y="182371"/>
                  </a:lnTo>
                  <a:lnTo>
                    <a:pt x="22386" y="155461"/>
                  </a:lnTo>
                  <a:lnTo>
                    <a:pt x="22386" y="26911"/>
                  </a:lnTo>
                  <a:lnTo>
                    <a:pt x="0" y="1"/>
                  </a:lnTo>
                  <a:close/>
                </a:path>
              </a:pathLst>
            </a:custGeom>
            <a:solidFill>
              <a:srgbClr val="4657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4" name="Google Shape;2764;p45"/>
            <p:cNvSpPr/>
            <p:nvPr/>
          </p:nvSpPr>
          <p:spPr>
            <a:xfrm>
              <a:off x="6543071" y="1748092"/>
              <a:ext cx="32663" cy="265807"/>
            </a:xfrm>
            <a:custGeom>
              <a:avLst/>
              <a:gdLst/>
              <a:ahLst/>
              <a:cxnLst/>
              <a:rect l="l" t="t" r="r" b="b"/>
              <a:pathLst>
                <a:path w="22410" h="182372" extrusionOk="0">
                  <a:moveTo>
                    <a:pt x="22410" y="1"/>
                  </a:moveTo>
                  <a:lnTo>
                    <a:pt x="1" y="26911"/>
                  </a:lnTo>
                  <a:lnTo>
                    <a:pt x="1" y="155509"/>
                  </a:lnTo>
                  <a:lnTo>
                    <a:pt x="22410" y="182371"/>
                  </a:lnTo>
                  <a:lnTo>
                    <a:pt x="22410" y="182181"/>
                  </a:lnTo>
                  <a:lnTo>
                    <a:pt x="22410" y="1"/>
                  </a:lnTo>
                  <a:close/>
                </a:path>
              </a:pathLst>
            </a:custGeom>
            <a:solidFill>
              <a:srgbClr val="4657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5" name="Google Shape;2765;p45"/>
            <p:cNvSpPr/>
            <p:nvPr/>
          </p:nvSpPr>
          <p:spPr>
            <a:xfrm>
              <a:off x="6472993" y="1953850"/>
              <a:ext cx="55293" cy="81534"/>
            </a:xfrm>
            <a:custGeom>
              <a:avLst/>
              <a:gdLst/>
              <a:ahLst/>
              <a:cxnLst/>
              <a:rect l="l" t="t" r="r" b="b"/>
              <a:pathLst>
                <a:path w="37937" h="55941" extrusionOk="0">
                  <a:moveTo>
                    <a:pt x="21862" y="0"/>
                  </a:moveTo>
                  <a:lnTo>
                    <a:pt x="0" y="7216"/>
                  </a:lnTo>
                  <a:lnTo>
                    <a:pt x="16099" y="55940"/>
                  </a:lnTo>
                  <a:lnTo>
                    <a:pt x="23981" y="43104"/>
                  </a:lnTo>
                  <a:lnTo>
                    <a:pt x="37937" y="48701"/>
                  </a:lnTo>
                  <a:lnTo>
                    <a:pt x="37937" y="48701"/>
                  </a:lnTo>
                  <a:lnTo>
                    <a:pt x="21862"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6" name="Google Shape;2766;p45"/>
            <p:cNvSpPr/>
            <p:nvPr/>
          </p:nvSpPr>
          <p:spPr>
            <a:xfrm>
              <a:off x="6431514" y="1953850"/>
              <a:ext cx="55295" cy="81534"/>
            </a:xfrm>
            <a:custGeom>
              <a:avLst/>
              <a:gdLst/>
              <a:ahLst/>
              <a:cxnLst/>
              <a:rect l="l" t="t" r="r" b="b"/>
              <a:pathLst>
                <a:path w="37938" h="55941" extrusionOk="0">
                  <a:moveTo>
                    <a:pt x="16100" y="0"/>
                  </a:moveTo>
                  <a:lnTo>
                    <a:pt x="1" y="48701"/>
                  </a:lnTo>
                  <a:lnTo>
                    <a:pt x="1" y="48701"/>
                  </a:lnTo>
                  <a:lnTo>
                    <a:pt x="13956" y="43104"/>
                  </a:lnTo>
                  <a:lnTo>
                    <a:pt x="21863" y="55940"/>
                  </a:lnTo>
                  <a:lnTo>
                    <a:pt x="37937" y="7216"/>
                  </a:lnTo>
                  <a:lnTo>
                    <a:pt x="16100"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7" name="Google Shape;2767;p45"/>
            <p:cNvSpPr/>
            <p:nvPr/>
          </p:nvSpPr>
          <p:spPr>
            <a:xfrm>
              <a:off x="6446614" y="1907790"/>
              <a:ext cx="66574" cy="66574"/>
            </a:xfrm>
            <a:custGeom>
              <a:avLst/>
              <a:gdLst/>
              <a:ahLst/>
              <a:cxnLst/>
              <a:rect l="l" t="t" r="r" b="b"/>
              <a:pathLst>
                <a:path w="45677" h="45677" extrusionOk="0">
                  <a:moveTo>
                    <a:pt x="22838" y="1"/>
                  </a:moveTo>
                  <a:cubicBezTo>
                    <a:pt x="10217" y="1"/>
                    <a:pt x="0" y="10217"/>
                    <a:pt x="0" y="22839"/>
                  </a:cubicBezTo>
                  <a:cubicBezTo>
                    <a:pt x="0" y="35437"/>
                    <a:pt x="10217" y="45677"/>
                    <a:pt x="22838" y="45677"/>
                  </a:cubicBezTo>
                  <a:cubicBezTo>
                    <a:pt x="35436" y="45677"/>
                    <a:pt x="45676" y="35437"/>
                    <a:pt x="45676" y="22839"/>
                  </a:cubicBezTo>
                  <a:cubicBezTo>
                    <a:pt x="45676" y="10217"/>
                    <a:pt x="35436" y="1"/>
                    <a:pt x="22838" y="1"/>
                  </a:cubicBezTo>
                  <a:close/>
                </a:path>
              </a:pathLst>
            </a:custGeom>
            <a:solidFill>
              <a:srgbClr val="FF89A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8" name="Google Shape;2768;p45"/>
            <p:cNvSpPr/>
            <p:nvPr/>
          </p:nvSpPr>
          <p:spPr>
            <a:xfrm>
              <a:off x="6463204" y="1924383"/>
              <a:ext cx="33391" cy="33391"/>
            </a:xfrm>
            <a:custGeom>
              <a:avLst/>
              <a:gdLst/>
              <a:ahLst/>
              <a:cxnLst/>
              <a:rect l="l" t="t" r="r" b="b"/>
              <a:pathLst>
                <a:path w="22910" h="22910" extrusionOk="0">
                  <a:moveTo>
                    <a:pt x="11455" y="0"/>
                  </a:moveTo>
                  <a:cubicBezTo>
                    <a:pt x="5121" y="0"/>
                    <a:pt x="1" y="5120"/>
                    <a:pt x="1" y="11455"/>
                  </a:cubicBezTo>
                  <a:cubicBezTo>
                    <a:pt x="1" y="17789"/>
                    <a:pt x="5121" y="22909"/>
                    <a:pt x="11455" y="22909"/>
                  </a:cubicBezTo>
                  <a:cubicBezTo>
                    <a:pt x="17790" y="22909"/>
                    <a:pt x="22910" y="17789"/>
                    <a:pt x="22910" y="11455"/>
                  </a:cubicBezTo>
                  <a:cubicBezTo>
                    <a:pt x="22910" y="5120"/>
                    <a:pt x="17790" y="0"/>
                    <a:pt x="11455" y="0"/>
                  </a:cubicBezTo>
                  <a:close/>
                </a:path>
              </a:pathLst>
            </a:custGeom>
            <a:solidFill>
              <a:srgbClr val="FFC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9" name="Google Shape;2769;p45"/>
            <p:cNvSpPr/>
            <p:nvPr/>
          </p:nvSpPr>
          <p:spPr>
            <a:xfrm>
              <a:off x="6289517" y="1787592"/>
              <a:ext cx="253555" cy="186322"/>
            </a:xfrm>
            <a:custGeom>
              <a:avLst/>
              <a:gdLst/>
              <a:ahLst/>
              <a:cxnLst/>
              <a:rect l="l" t="t" r="r" b="b"/>
              <a:pathLst>
                <a:path w="173966" h="127837" extrusionOk="0">
                  <a:moveTo>
                    <a:pt x="1" y="1"/>
                  </a:moveTo>
                  <a:lnTo>
                    <a:pt x="1" y="127836"/>
                  </a:lnTo>
                  <a:lnTo>
                    <a:pt x="13623" y="127836"/>
                  </a:lnTo>
                  <a:lnTo>
                    <a:pt x="13623" y="7478"/>
                  </a:lnTo>
                  <a:lnTo>
                    <a:pt x="173966" y="7478"/>
                  </a:lnTo>
                  <a:lnTo>
                    <a:pt x="173966" y="1"/>
                  </a:lnTo>
                  <a:close/>
                </a:path>
              </a:pathLst>
            </a:custGeom>
            <a:solidFill>
              <a:srgbClr val="000000">
                <a:alpha val="84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0" name="Google Shape;2770;p45"/>
            <p:cNvSpPr/>
            <p:nvPr/>
          </p:nvSpPr>
          <p:spPr>
            <a:xfrm>
              <a:off x="6369037" y="1813868"/>
              <a:ext cx="94621" cy="9615"/>
            </a:xfrm>
            <a:custGeom>
              <a:avLst/>
              <a:gdLst/>
              <a:ahLst/>
              <a:cxnLst/>
              <a:rect l="l" t="t" r="r" b="b"/>
              <a:pathLst>
                <a:path w="64920" h="6597" extrusionOk="0">
                  <a:moveTo>
                    <a:pt x="3621" y="0"/>
                  </a:moveTo>
                  <a:cubicBezTo>
                    <a:pt x="1930" y="0"/>
                    <a:pt x="453" y="1215"/>
                    <a:pt x="239" y="2882"/>
                  </a:cubicBezTo>
                  <a:cubicBezTo>
                    <a:pt x="1" y="4882"/>
                    <a:pt x="1549" y="6597"/>
                    <a:pt x="3525" y="6597"/>
                  </a:cubicBezTo>
                  <a:lnTo>
                    <a:pt x="61299" y="6597"/>
                  </a:lnTo>
                  <a:cubicBezTo>
                    <a:pt x="62990" y="6597"/>
                    <a:pt x="64490" y="5382"/>
                    <a:pt x="64681" y="3715"/>
                  </a:cubicBezTo>
                  <a:cubicBezTo>
                    <a:pt x="64919" y="1715"/>
                    <a:pt x="63371" y="0"/>
                    <a:pt x="61418"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1" name="Google Shape;2771;p45"/>
            <p:cNvSpPr/>
            <p:nvPr/>
          </p:nvSpPr>
          <p:spPr>
            <a:xfrm>
              <a:off x="6319230" y="1838823"/>
              <a:ext cx="194200" cy="9617"/>
            </a:xfrm>
            <a:custGeom>
              <a:avLst/>
              <a:gdLst/>
              <a:ahLst/>
              <a:cxnLst/>
              <a:rect l="l" t="t" r="r" b="b"/>
              <a:pathLst>
                <a:path w="133242" h="6598" extrusionOk="0">
                  <a:moveTo>
                    <a:pt x="3620" y="1"/>
                  </a:moveTo>
                  <a:cubicBezTo>
                    <a:pt x="1929" y="1"/>
                    <a:pt x="453" y="1215"/>
                    <a:pt x="238" y="2882"/>
                  </a:cubicBezTo>
                  <a:cubicBezTo>
                    <a:pt x="0" y="4906"/>
                    <a:pt x="1548" y="6597"/>
                    <a:pt x="3525" y="6597"/>
                  </a:cubicBezTo>
                  <a:lnTo>
                    <a:pt x="129622" y="6597"/>
                  </a:lnTo>
                  <a:cubicBezTo>
                    <a:pt x="131313" y="6597"/>
                    <a:pt x="132790" y="5383"/>
                    <a:pt x="133004" y="3716"/>
                  </a:cubicBezTo>
                  <a:cubicBezTo>
                    <a:pt x="133242" y="1715"/>
                    <a:pt x="131694" y="1"/>
                    <a:pt x="129741"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2" name="Google Shape;2772;p45"/>
            <p:cNvSpPr/>
            <p:nvPr/>
          </p:nvSpPr>
          <p:spPr>
            <a:xfrm>
              <a:off x="6319230" y="1862529"/>
              <a:ext cx="194235" cy="9652"/>
            </a:xfrm>
            <a:custGeom>
              <a:avLst/>
              <a:gdLst/>
              <a:ahLst/>
              <a:cxnLst/>
              <a:rect l="l" t="t" r="r" b="b"/>
              <a:pathLst>
                <a:path w="133266" h="6622" extrusionOk="0">
                  <a:moveTo>
                    <a:pt x="3644" y="1"/>
                  </a:moveTo>
                  <a:cubicBezTo>
                    <a:pt x="1929" y="1"/>
                    <a:pt x="453" y="1215"/>
                    <a:pt x="238" y="2882"/>
                  </a:cubicBezTo>
                  <a:cubicBezTo>
                    <a:pt x="0" y="4883"/>
                    <a:pt x="1548" y="6621"/>
                    <a:pt x="3525" y="6621"/>
                  </a:cubicBezTo>
                  <a:lnTo>
                    <a:pt x="129765" y="6621"/>
                  </a:lnTo>
                  <a:cubicBezTo>
                    <a:pt x="131718" y="6621"/>
                    <a:pt x="133266" y="4907"/>
                    <a:pt x="133028" y="2882"/>
                  </a:cubicBezTo>
                  <a:cubicBezTo>
                    <a:pt x="132837" y="1192"/>
                    <a:pt x="131313" y="1"/>
                    <a:pt x="129622"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3" name="Google Shape;2773;p45"/>
            <p:cNvSpPr/>
            <p:nvPr/>
          </p:nvSpPr>
          <p:spPr>
            <a:xfrm>
              <a:off x="6458380" y="1919592"/>
              <a:ext cx="43041" cy="43041"/>
            </a:xfrm>
            <a:custGeom>
              <a:avLst/>
              <a:gdLst/>
              <a:ahLst/>
              <a:cxnLst/>
              <a:rect l="l" t="t" r="r" b="b"/>
              <a:pathLst>
                <a:path w="29531" h="29531" extrusionOk="0">
                  <a:moveTo>
                    <a:pt x="14765" y="6573"/>
                  </a:moveTo>
                  <a:cubicBezTo>
                    <a:pt x="19290" y="6573"/>
                    <a:pt x="22958" y="10241"/>
                    <a:pt x="22958" y="14766"/>
                  </a:cubicBezTo>
                  <a:cubicBezTo>
                    <a:pt x="22958" y="19266"/>
                    <a:pt x="19290" y="22958"/>
                    <a:pt x="14765" y="22958"/>
                  </a:cubicBezTo>
                  <a:cubicBezTo>
                    <a:pt x="10241" y="22958"/>
                    <a:pt x="6573" y="19290"/>
                    <a:pt x="6573" y="14766"/>
                  </a:cubicBezTo>
                  <a:cubicBezTo>
                    <a:pt x="6573" y="10241"/>
                    <a:pt x="10241" y="6573"/>
                    <a:pt x="14765" y="6573"/>
                  </a:cubicBezTo>
                  <a:close/>
                  <a:moveTo>
                    <a:pt x="14765" y="1"/>
                  </a:moveTo>
                  <a:cubicBezTo>
                    <a:pt x="6597" y="1"/>
                    <a:pt x="0" y="6645"/>
                    <a:pt x="0" y="14766"/>
                  </a:cubicBezTo>
                  <a:cubicBezTo>
                    <a:pt x="0" y="22910"/>
                    <a:pt x="6621" y="29530"/>
                    <a:pt x="14765" y="29530"/>
                  </a:cubicBezTo>
                  <a:cubicBezTo>
                    <a:pt x="22886" y="29530"/>
                    <a:pt x="29530" y="22886"/>
                    <a:pt x="29530" y="14766"/>
                  </a:cubicBezTo>
                  <a:cubicBezTo>
                    <a:pt x="29530" y="6597"/>
                    <a:pt x="22910" y="1"/>
                    <a:pt x="14765"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4" name="Google Shape;2774;p45"/>
            <p:cNvSpPr/>
            <p:nvPr/>
          </p:nvSpPr>
          <p:spPr>
            <a:xfrm>
              <a:off x="6251996" y="1744101"/>
              <a:ext cx="328216" cy="296091"/>
            </a:xfrm>
            <a:custGeom>
              <a:avLst/>
              <a:gdLst/>
              <a:ahLst/>
              <a:cxnLst/>
              <a:rect l="l" t="t" r="r" b="b"/>
              <a:pathLst>
                <a:path w="225191" h="203150" extrusionOk="0">
                  <a:moveTo>
                    <a:pt x="156343" y="115643"/>
                  </a:moveTo>
                  <a:cubicBezTo>
                    <a:pt x="167107" y="115643"/>
                    <a:pt x="175870" y="124406"/>
                    <a:pt x="175870" y="135171"/>
                  </a:cubicBezTo>
                  <a:cubicBezTo>
                    <a:pt x="175894" y="139386"/>
                    <a:pt x="174465" y="143648"/>
                    <a:pt x="171870" y="147006"/>
                  </a:cubicBezTo>
                  <a:cubicBezTo>
                    <a:pt x="168250" y="151769"/>
                    <a:pt x="162344" y="154698"/>
                    <a:pt x="156366" y="154698"/>
                  </a:cubicBezTo>
                  <a:cubicBezTo>
                    <a:pt x="147293" y="154698"/>
                    <a:pt x="139196" y="148054"/>
                    <a:pt x="137243" y="139195"/>
                  </a:cubicBezTo>
                  <a:cubicBezTo>
                    <a:pt x="136958" y="137885"/>
                    <a:pt x="136815" y="136504"/>
                    <a:pt x="136815" y="135171"/>
                  </a:cubicBezTo>
                  <a:cubicBezTo>
                    <a:pt x="136815" y="124383"/>
                    <a:pt x="145555" y="115643"/>
                    <a:pt x="156343" y="115643"/>
                  </a:cubicBezTo>
                  <a:close/>
                  <a:moveTo>
                    <a:pt x="218570" y="11693"/>
                  </a:moveTo>
                  <a:lnTo>
                    <a:pt x="218570" y="176131"/>
                  </a:lnTo>
                  <a:lnTo>
                    <a:pt x="202781" y="157199"/>
                  </a:lnTo>
                  <a:lnTo>
                    <a:pt x="202781" y="30673"/>
                  </a:lnTo>
                  <a:lnTo>
                    <a:pt x="218570" y="11693"/>
                  </a:lnTo>
                  <a:close/>
                  <a:moveTo>
                    <a:pt x="6859" y="11717"/>
                  </a:moveTo>
                  <a:lnTo>
                    <a:pt x="22672" y="30673"/>
                  </a:lnTo>
                  <a:lnTo>
                    <a:pt x="22672" y="157175"/>
                  </a:lnTo>
                  <a:lnTo>
                    <a:pt x="6859" y="176155"/>
                  </a:lnTo>
                  <a:lnTo>
                    <a:pt x="6859" y="11717"/>
                  </a:lnTo>
                  <a:close/>
                  <a:moveTo>
                    <a:pt x="196637" y="33364"/>
                  </a:moveTo>
                  <a:lnTo>
                    <a:pt x="196637" y="154151"/>
                  </a:lnTo>
                  <a:lnTo>
                    <a:pt x="180467" y="154151"/>
                  </a:lnTo>
                  <a:lnTo>
                    <a:pt x="178585" y="148888"/>
                  </a:lnTo>
                  <a:cubicBezTo>
                    <a:pt x="181062" y="144911"/>
                    <a:pt x="182491" y="140195"/>
                    <a:pt x="182491" y="135171"/>
                  </a:cubicBezTo>
                  <a:cubicBezTo>
                    <a:pt x="182491" y="120763"/>
                    <a:pt x="170774" y="109022"/>
                    <a:pt x="156366" y="109022"/>
                  </a:cubicBezTo>
                  <a:cubicBezTo>
                    <a:pt x="141959" y="109022"/>
                    <a:pt x="130218" y="120763"/>
                    <a:pt x="130218" y="135171"/>
                  </a:cubicBezTo>
                  <a:cubicBezTo>
                    <a:pt x="130218" y="140195"/>
                    <a:pt x="131647" y="144911"/>
                    <a:pt x="134124" y="148888"/>
                  </a:cubicBezTo>
                  <a:lnTo>
                    <a:pt x="132242" y="154603"/>
                  </a:lnTo>
                  <a:lnTo>
                    <a:pt x="62537" y="154603"/>
                  </a:lnTo>
                  <a:cubicBezTo>
                    <a:pt x="60846" y="154603"/>
                    <a:pt x="59346" y="155818"/>
                    <a:pt x="59132" y="157485"/>
                  </a:cubicBezTo>
                  <a:cubicBezTo>
                    <a:pt x="58894" y="159485"/>
                    <a:pt x="60442" y="161223"/>
                    <a:pt x="62418" y="161223"/>
                  </a:cubicBezTo>
                  <a:lnTo>
                    <a:pt x="130028" y="161223"/>
                  </a:lnTo>
                  <a:lnTo>
                    <a:pt x="123502" y="180989"/>
                  </a:lnTo>
                  <a:lnTo>
                    <a:pt x="10622" y="181394"/>
                  </a:lnTo>
                  <a:lnTo>
                    <a:pt x="27459" y="161176"/>
                  </a:lnTo>
                  <a:lnTo>
                    <a:pt x="49130" y="161176"/>
                  </a:lnTo>
                  <a:cubicBezTo>
                    <a:pt x="50844" y="161176"/>
                    <a:pt x="52321" y="159961"/>
                    <a:pt x="52535" y="158294"/>
                  </a:cubicBezTo>
                  <a:cubicBezTo>
                    <a:pt x="52773" y="156294"/>
                    <a:pt x="51225" y="154579"/>
                    <a:pt x="49249" y="154579"/>
                  </a:cubicBezTo>
                  <a:lnTo>
                    <a:pt x="29245" y="154579"/>
                  </a:lnTo>
                  <a:lnTo>
                    <a:pt x="29245" y="33364"/>
                  </a:lnTo>
                  <a:close/>
                  <a:moveTo>
                    <a:pt x="156366" y="176060"/>
                  </a:moveTo>
                  <a:lnTo>
                    <a:pt x="158105" y="181394"/>
                  </a:lnTo>
                  <a:lnTo>
                    <a:pt x="154604" y="181394"/>
                  </a:lnTo>
                  <a:lnTo>
                    <a:pt x="156366" y="176060"/>
                  </a:lnTo>
                  <a:close/>
                  <a:moveTo>
                    <a:pt x="198089" y="161176"/>
                  </a:moveTo>
                  <a:lnTo>
                    <a:pt x="214950" y="181394"/>
                  </a:lnTo>
                  <a:lnTo>
                    <a:pt x="189254" y="181394"/>
                  </a:lnTo>
                  <a:lnTo>
                    <a:pt x="182586" y="161176"/>
                  </a:lnTo>
                  <a:close/>
                  <a:moveTo>
                    <a:pt x="139148" y="154770"/>
                  </a:moveTo>
                  <a:cubicBezTo>
                    <a:pt x="140434" y="155889"/>
                    <a:pt x="141863" y="156913"/>
                    <a:pt x="143364" y="157770"/>
                  </a:cubicBezTo>
                  <a:cubicBezTo>
                    <a:pt x="146340" y="159485"/>
                    <a:pt x="149627" y="160580"/>
                    <a:pt x="153032" y="161033"/>
                  </a:cubicBezTo>
                  <a:cubicBezTo>
                    <a:pt x="153437" y="161104"/>
                    <a:pt x="153890" y="161152"/>
                    <a:pt x="154318" y="161176"/>
                  </a:cubicBezTo>
                  <a:lnTo>
                    <a:pt x="144102" y="192087"/>
                  </a:lnTo>
                  <a:cubicBezTo>
                    <a:pt x="144102" y="192087"/>
                    <a:pt x="139934" y="185324"/>
                    <a:pt x="139934" y="185300"/>
                  </a:cubicBezTo>
                  <a:cubicBezTo>
                    <a:pt x="139319" y="184315"/>
                    <a:pt x="138209" y="183745"/>
                    <a:pt x="137086" y="183745"/>
                  </a:cubicBezTo>
                  <a:cubicBezTo>
                    <a:pt x="136689" y="183745"/>
                    <a:pt x="136289" y="183817"/>
                    <a:pt x="135910" y="183966"/>
                  </a:cubicBezTo>
                  <a:lnTo>
                    <a:pt x="128527" y="186919"/>
                  </a:lnTo>
                  <a:lnTo>
                    <a:pt x="139148" y="154770"/>
                  </a:lnTo>
                  <a:close/>
                  <a:moveTo>
                    <a:pt x="173632" y="154794"/>
                  </a:moveTo>
                  <a:lnTo>
                    <a:pt x="184253" y="186943"/>
                  </a:lnTo>
                  <a:lnTo>
                    <a:pt x="176847" y="183990"/>
                  </a:lnTo>
                  <a:cubicBezTo>
                    <a:pt x="176447" y="183831"/>
                    <a:pt x="176033" y="183755"/>
                    <a:pt x="175626" y="183755"/>
                  </a:cubicBezTo>
                  <a:cubicBezTo>
                    <a:pt x="174506" y="183755"/>
                    <a:pt x="173433" y="184328"/>
                    <a:pt x="172822" y="185324"/>
                  </a:cubicBezTo>
                  <a:lnTo>
                    <a:pt x="168655" y="192111"/>
                  </a:lnTo>
                  <a:lnTo>
                    <a:pt x="159867" y="165462"/>
                  </a:lnTo>
                  <a:lnTo>
                    <a:pt x="161415" y="160795"/>
                  </a:lnTo>
                  <a:cubicBezTo>
                    <a:pt x="165702" y="159961"/>
                    <a:pt x="169750" y="158032"/>
                    <a:pt x="173084" y="155222"/>
                  </a:cubicBezTo>
                  <a:lnTo>
                    <a:pt x="173632" y="154794"/>
                  </a:lnTo>
                  <a:close/>
                  <a:moveTo>
                    <a:pt x="3573" y="0"/>
                  </a:moveTo>
                  <a:cubicBezTo>
                    <a:pt x="1787" y="0"/>
                    <a:pt x="0" y="1477"/>
                    <a:pt x="239" y="3263"/>
                  </a:cubicBezTo>
                  <a:lnTo>
                    <a:pt x="239" y="3287"/>
                  </a:lnTo>
                  <a:lnTo>
                    <a:pt x="239" y="184633"/>
                  </a:lnTo>
                  <a:cubicBezTo>
                    <a:pt x="239" y="184633"/>
                    <a:pt x="262" y="184633"/>
                    <a:pt x="262" y="184681"/>
                  </a:cubicBezTo>
                  <a:cubicBezTo>
                    <a:pt x="284" y="186246"/>
                    <a:pt x="1522" y="187638"/>
                    <a:pt x="3056" y="187638"/>
                  </a:cubicBezTo>
                  <a:cubicBezTo>
                    <a:pt x="3225" y="187638"/>
                    <a:pt x="3398" y="187621"/>
                    <a:pt x="3573" y="187586"/>
                  </a:cubicBezTo>
                  <a:lnTo>
                    <a:pt x="121240" y="187586"/>
                  </a:lnTo>
                  <a:cubicBezTo>
                    <a:pt x="121240" y="187943"/>
                    <a:pt x="120025" y="191634"/>
                    <a:pt x="120025" y="191634"/>
                  </a:cubicBezTo>
                  <a:cubicBezTo>
                    <a:pt x="119284" y="193817"/>
                    <a:pt x="121070" y="195950"/>
                    <a:pt x="123157" y="195950"/>
                  </a:cubicBezTo>
                  <a:cubicBezTo>
                    <a:pt x="123552" y="195950"/>
                    <a:pt x="123958" y="195873"/>
                    <a:pt x="124360" y="195707"/>
                  </a:cubicBezTo>
                  <a:lnTo>
                    <a:pt x="135743" y="191158"/>
                  </a:lnTo>
                  <a:cubicBezTo>
                    <a:pt x="135743" y="191158"/>
                    <a:pt x="142173" y="201589"/>
                    <a:pt x="142173" y="201613"/>
                  </a:cubicBezTo>
                  <a:cubicBezTo>
                    <a:pt x="142806" y="202656"/>
                    <a:pt x="143868" y="203149"/>
                    <a:pt x="144929" y="203149"/>
                  </a:cubicBezTo>
                  <a:cubicBezTo>
                    <a:pt x="146266" y="203149"/>
                    <a:pt x="147601" y="202369"/>
                    <a:pt x="148079" y="200922"/>
                  </a:cubicBezTo>
                  <a:lnTo>
                    <a:pt x="152365" y="187586"/>
                  </a:lnTo>
                  <a:lnTo>
                    <a:pt x="160272" y="187586"/>
                  </a:lnTo>
                  <a:cubicBezTo>
                    <a:pt x="160272" y="187943"/>
                    <a:pt x="164559" y="200898"/>
                    <a:pt x="164559" y="200922"/>
                  </a:cubicBezTo>
                  <a:cubicBezTo>
                    <a:pt x="165041" y="202397"/>
                    <a:pt x="166325" y="203142"/>
                    <a:pt x="167630" y="203142"/>
                  </a:cubicBezTo>
                  <a:cubicBezTo>
                    <a:pt x="168707" y="203142"/>
                    <a:pt x="169797" y="202635"/>
                    <a:pt x="170464" y="201613"/>
                  </a:cubicBezTo>
                  <a:lnTo>
                    <a:pt x="176894" y="191158"/>
                  </a:lnTo>
                  <a:cubicBezTo>
                    <a:pt x="176894" y="191158"/>
                    <a:pt x="188254" y="195707"/>
                    <a:pt x="188278" y="195707"/>
                  </a:cubicBezTo>
                  <a:cubicBezTo>
                    <a:pt x="188668" y="195863"/>
                    <a:pt x="189062" y="195934"/>
                    <a:pt x="189444" y="195934"/>
                  </a:cubicBezTo>
                  <a:cubicBezTo>
                    <a:pt x="191629" y="195934"/>
                    <a:pt x="193476" y="193605"/>
                    <a:pt x="192564" y="191396"/>
                  </a:cubicBezTo>
                  <a:lnTo>
                    <a:pt x="191397" y="188015"/>
                  </a:lnTo>
                  <a:lnTo>
                    <a:pt x="221856" y="188015"/>
                  </a:lnTo>
                  <a:cubicBezTo>
                    <a:pt x="223499" y="188015"/>
                    <a:pt x="224928" y="186514"/>
                    <a:pt x="225119" y="184966"/>
                  </a:cubicBezTo>
                  <a:lnTo>
                    <a:pt x="225119" y="184609"/>
                  </a:lnTo>
                  <a:lnTo>
                    <a:pt x="225119" y="3525"/>
                  </a:lnTo>
                  <a:lnTo>
                    <a:pt x="225119" y="3263"/>
                  </a:lnTo>
                  <a:cubicBezTo>
                    <a:pt x="225190" y="1620"/>
                    <a:pt x="223976" y="262"/>
                    <a:pt x="222380" y="24"/>
                  </a:cubicBezTo>
                  <a:lnTo>
                    <a:pt x="222332" y="24"/>
                  </a:lnTo>
                  <a:cubicBezTo>
                    <a:pt x="222237" y="24"/>
                    <a:pt x="222142" y="0"/>
                    <a:pt x="222070" y="0"/>
                  </a:cubicBezTo>
                  <a:lnTo>
                    <a:pt x="184396" y="0"/>
                  </a:lnTo>
                  <a:cubicBezTo>
                    <a:pt x="182705" y="0"/>
                    <a:pt x="181229" y="1215"/>
                    <a:pt x="181014" y="2882"/>
                  </a:cubicBezTo>
                  <a:cubicBezTo>
                    <a:pt x="180776" y="4882"/>
                    <a:pt x="182324" y="6597"/>
                    <a:pt x="184277" y="6597"/>
                  </a:cubicBezTo>
                  <a:lnTo>
                    <a:pt x="214926" y="6597"/>
                  </a:lnTo>
                  <a:lnTo>
                    <a:pt x="198065" y="26815"/>
                  </a:lnTo>
                  <a:lnTo>
                    <a:pt x="27435" y="26815"/>
                  </a:lnTo>
                  <a:lnTo>
                    <a:pt x="10598" y="6597"/>
                  </a:lnTo>
                  <a:lnTo>
                    <a:pt x="170941" y="6597"/>
                  </a:lnTo>
                  <a:cubicBezTo>
                    <a:pt x="172655" y="6597"/>
                    <a:pt x="174132" y="5382"/>
                    <a:pt x="174346" y="3715"/>
                  </a:cubicBezTo>
                  <a:cubicBezTo>
                    <a:pt x="174584" y="1715"/>
                    <a:pt x="173036" y="0"/>
                    <a:pt x="171060"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775" name="Google Shape;2775;p45"/>
          <p:cNvGrpSpPr/>
          <p:nvPr/>
        </p:nvGrpSpPr>
        <p:grpSpPr>
          <a:xfrm>
            <a:off x="7061147" y="1728204"/>
            <a:ext cx="200415" cy="327866"/>
            <a:chOff x="7061147" y="1728204"/>
            <a:chExt cx="200415" cy="327866"/>
          </a:xfrm>
        </p:grpSpPr>
        <p:sp>
          <p:nvSpPr>
            <p:cNvPr id="2776" name="Google Shape;2776;p45"/>
            <p:cNvSpPr/>
            <p:nvPr/>
          </p:nvSpPr>
          <p:spPr>
            <a:xfrm>
              <a:off x="7126887" y="1733341"/>
              <a:ext cx="69107" cy="89448"/>
            </a:xfrm>
            <a:custGeom>
              <a:avLst/>
              <a:gdLst/>
              <a:ahLst/>
              <a:cxnLst/>
              <a:rect l="l" t="t" r="r" b="b"/>
              <a:pathLst>
                <a:path w="47415" h="61371" extrusionOk="0">
                  <a:moveTo>
                    <a:pt x="19004" y="1"/>
                  </a:moveTo>
                  <a:cubicBezTo>
                    <a:pt x="9193" y="1"/>
                    <a:pt x="0" y="46463"/>
                    <a:pt x="0" y="46463"/>
                  </a:cubicBezTo>
                  <a:lnTo>
                    <a:pt x="23720" y="61370"/>
                  </a:lnTo>
                  <a:lnTo>
                    <a:pt x="47415" y="46463"/>
                  </a:lnTo>
                  <a:cubicBezTo>
                    <a:pt x="47415" y="46463"/>
                    <a:pt x="38175" y="1"/>
                    <a:pt x="28387" y="1"/>
                  </a:cubicBezTo>
                  <a:close/>
                </a:path>
              </a:pathLst>
            </a:custGeom>
            <a:solidFill>
              <a:srgbClr val="FF89A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7" name="Google Shape;2777;p45"/>
            <p:cNvSpPr/>
            <p:nvPr/>
          </p:nvSpPr>
          <p:spPr>
            <a:xfrm>
              <a:off x="7066284" y="1822822"/>
              <a:ext cx="190800" cy="228702"/>
            </a:xfrm>
            <a:custGeom>
              <a:avLst/>
              <a:gdLst/>
              <a:ahLst/>
              <a:cxnLst/>
              <a:rect l="l" t="t" r="r" b="b"/>
              <a:pathLst>
                <a:path w="130909" h="156914" extrusionOk="0">
                  <a:moveTo>
                    <a:pt x="65442" y="0"/>
                  </a:moveTo>
                  <a:lnTo>
                    <a:pt x="29292" y="14932"/>
                  </a:lnTo>
                  <a:cubicBezTo>
                    <a:pt x="8454" y="27815"/>
                    <a:pt x="0" y="50558"/>
                    <a:pt x="0" y="75063"/>
                  </a:cubicBezTo>
                  <a:lnTo>
                    <a:pt x="0" y="133456"/>
                  </a:lnTo>
                  <a:cubicBezTo>
                    <a:pt x="0" y="138076"/>
                    <a:pt x="1358" y="142601"/>
                    <a:pt x="3930" y="146435"/>
                  </a:cubicBezTo>
                  <a:cubicBezTo>
                    <a:pt x="8264" y="152984"/>
                    <a:pt x="15623" y="156913"/>
                    <a:pt x="23481" y="156913"/>
                  </a:cubicBezTo>
                  <a:lnTo>
                    <a:pt x="107427" y="156913"/>
                  </a:lnTo>
                  <a:cubicBezTo>
                    <a:pt x="115286" y="156913"/>
                    <a:pt x="122645" y="152984"/>
                    <a:pt x="126979" y="146435"/>
                  </a:cubicBezTo>
                  <a:cubicBezTo>
                    <a:pt x="129551" y="142601"/>
                    <a:pt x="130908" y="138076"/>
                    <a:pt x="130908" y="133456"/>
                  </a:cubicBezTo>
                  <a:lnTo>
                    <a:pt x="130908" y="75063"/>
                  </a:lnTo>
                  <a:cubicBezTo>
                    <a:pt x="130885" y="50558"/>
                    <a:pt x="122454" y="27815"/>
                    <a:pt x="101617" y="14932"/>
                  </a:cubicBezTo>
                  <a:lnTo>
                    <a:pt x="65442" y="0"/>
                  </a:lnTo>
                  <a:close/>
                </a:path>
              </a:pathLst>
            </a:custGeom>
            <a:solidFill>
              <a:srgbClr val="EFEDE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8" name="Google Shape;2778;p45"/>
            <p:cNvSpPr/>
            <p:nvPr/>
          </p:nvSpPr>
          <p:spPr>
            <a:xfrm>
              <a:off x="7066284" y="1822822"/>
              <a:ext cx="104928" cy="228702"/>
            </a:xfrm>
            <a:custGeom>
              <a:avLst/>
              <a:gdLst/>
              <a:ahLst/>
              <a:cxnLst/>
              <a:rect l="l" t="t" r="r" b="b"/>
              <a:pathLst>
                <a:path w="71992" h="156914" extrusionOk="0">
                  <a:moveTo>
                    <a:pt x="65419" y="0"/>
                  </a:moveTo>
                  <a:lnTo>
                    <a:pt x="29244" y="14932"/>
                  </a:lnTo>
                  <a:cubicBezTo>
                    <a:pt x="8407" y="27815"/>
                    <a:pt x="0" y="50558"/>
                    <a:pt x="0" y="75063"/>
                  </a:cubicBezTo>
                  <a:lnTo>
                    <a:pt x="0" y="133456"/>
                  </a:lnTo>
                  <a:cubicBezTo>
                    <a:pt x="0" y="138076"/>
                    <a:pt x="1358" y="142601"/>
                    <a:pt x="3882" y="146435"/>
                  </a:cubicBezTo>
                  <a:cubicBezTo>
                    <a:pt x="8240" y="152984"/>
                    <a:pt x="15599" y="156913"/>
                    <a:pt x="23457" y="156913"/>
                  </a:cubicBezTo>
                  <a:lnTo>
                    <a:pt x="36627" y="156913"/>
                  </a:lnTo>
                  <a:cubicBezTo>
                    <a:pt x="28744" y="156913"/>
                    <a:pt x="21433" y="152984"/>
                    <a:pt x="17075" y="146435"/>
                  </a:cubicBezTo>
                  <a:cubicBezTo>
                    <a:pt x="14527" y="142601"/>
                    <a:pt x="13170" y="138076"/>
                    <a:pt x="13170" y="133456"/>
                  </a:cubicBezTo>
                  <a:lnTo>
                    <a:pt x="13170" y="75063"/>
                  </a:lnTo>
                  <a:cubicBezTo>
                    <a:pt x="13170" y="50558"/>
                    <a:pt x="21600" y="27815"/>
                    <a:pt x="42438" y="14932"/>
                  </a:cubicBezTo>
                  <a:lnTo>
                    <a:pt x="71991" y="2715"/>
                  </a:lnTo>
                  <a:lnTo>
                    <a:pt x="65419" y="0"/>
                  </a:lnTo>
                  <a:close/>
                </a:path>
              </a:pathLst>
            </a:custGeom>
            <a:solidFill>
              <a:srgbClr val="000000">
                <a:alpha val="84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9" name="Google Shape;2779;p45"/>
            <p:cNvSpPr/>
            <p:nvPr/>
          </p:nvSpPr>
          <p:spPr>
            <a:xfrm>
              <a:off x="7108526" y="1800539"/>
              <a:ext cx="105622" cy="43527"/>
            </a:xfrm>
            <a:custGeom>
              <a:avLst/>
              <a:gdLst/>
              <a:ahLst/>
              <a:cxnLst/>
              <a:rect l="l" t="t" r="r" b="b"/>
              <a:pathLst>
                <a:path w="72468" h="29864" extrusionOk="0">
                  <a:moveTo>
                    <a:pt x="12455" y="0"/>
                  </a:moveTo>
                  <a:cubicBezTo>
                    <a:pt x="5573" y="0"/>
                    <a:pt x="0" y="5573"/>
                    <a:pt x="0" y="12455"/>
                  </a:cubicBezTo>
                  <a:lnTo>
                    <a:pt x="0" y="29864"/>
                  </a:lnTo>
                  <a:lnTo>
                    <a:pt x="72468" y="29864"/>
                  </a:lnTo>
                  <a:lnTo>
                    <a:pt x="72468" y="12455"/>
                  </a:lnTo>
                  <a:cubicBezTo>
                    <a:pt x="72468" y="5597"/>
                    <a:pt x="66895" y="0"/>
                    <a:pt x="59989" y="0"/>
                  </a:cubicBezTo>
                  <a:close/>
                </a:path>
              </a:pathLst>
            </a:custGeom>
            <a:solidFill>
              <a:srgbClr val="FF89A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0" name="Google Shape;2780;p45"/>
            <p:cNvSpPr/>
            <p:nvPr/>
          </p:nvSpPr>
          <p:spPr>
            <a:xfrm>
              <a:off x="7104013" y="1902376"/>
              <a:ext cx="114647" cy="104998"/>
            </a:xfrm>
            <a:custGeom>
              <a:avLst/>
              <a:gdLst/>
              <a:ahLst/>
              <a:cxnLst/>
              <a:rect l="l" t="t" r="r" b="b"/>
              <a:pathLst>
                <a:path w="78660" h="72040" extrusionOk="0">
                  <a:moveTo>
                    <a:pt x="11098" y="1"/>
                  </a:moveTo>
                  <a:cubicBezTo>
                    <a:pt x="4978" y="1"/>
                    <a:pt x="1" y="4954"/>
                    <a:pt x="1" y="11098"/>
                  </a:cubicBezTo>
                  <a:lnTo>
                    <a:pt x="1" y="60918"/>
                  </a:lnTo>
                  <a:cubicBezTo>
                    <a:pt x="1" y="67062"/>
                    <a:pt x="4978" y="72039"/>
                    <a:pt x="11098" y="72039"/>
                  </a:cubicBezTo>
                  <a:lnTo>
                    <a:pt x="67515" y="72039"/>
                  </a:lnTo>
                  <a:cubicBezTo>
                    <a:pt x="73659" y="72039"/>
                    <a:pt x="78612" y="67062"/>
                    <a:pt x="78612" y="60918"/>
                  </a:cubicBezTo>
                  <a:lnTo>
                    <a:pt x="78612" y="11098"/>
                  </a:lnTo>
                  <a:cubicBezTo>
                    <a:pt x="78660" y="4954"/>
                    <a:pt x="73683" y="1"/>
                    <a:pt x="67515" y="1"/>
                  </a:cubicBezTo>
                  <a:close/>
                </a:path>
              </a:pathLst>
            </a:custGeom>
            <a:solidFill>
              <a:srgbClr val="FF89A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1" name="Google Shape;2781;p45"/>
            <p:cNvSpPr/>
            <p:nvPr/>
          </p:nvSpPr>
          <p:spPr>
            <a:xfrm>
              <a:off x="7156528" y="1810569"/>
              <a:ext cx="9617" cy="23883"/>
            </a:xfrm>
            <a:custGeom>
              <a:avLst/>
              <a:gdLst/>
              <a:ahLst/>
              <a:cxnLst/>
              <a:rect l="l" t="t" r="r" b="b"/>
              <a:pathLst>
                <a:path w="6598" h="16386" extrusionOk="0">
                  <a:moveTo>
                    <a:pt x="3293" y="0"/>
                  </a:moveTo>
                  <a:cubicBezTo>
                    <a:pt x="3158" y="0"/>
                    <a:pt x="3021" y="8"/>
                    <a:pt x="2882" y="25"/>
                  </a:cubicBezTo>
                  <a:cubicBezTo>
                    <a:pt x="1215" y="239"/>
                    <a:pt x="1" y="1715"/>
                    <a:pt x="1" y="3406"/>
                  </a:cubicBezTo>
                  <a:lnTo>
                    <a:pt x="1" y="12980"/>
                  </a:lnTo>
                  <a:cubicBezTo>
                    <a:pt x="1" y="14670"/>
                    <a:pt x="1215" y="16147"/>
                    <a:pt x="2882" y="16361"/>
                  </a:cubicBezTo>
                  <a:cubicBezTo>
                    <a:pt x="3019" y="16378"/>
                    <a:pt x="3155" y="16385"/>
                    <a:pt x="3289" y="16385"/>
                  </a:cubicBezTo>
                  <a:cubicBezTo>
                    <a:pt x="5110" y="16385"/>
                    <a:pt x="6597" y="14918"/>
                    <a:pt x="6597" y="13099"/>
                  </a:cubicBezTo>
                  <a:lnTo>
                    <a:pt x="6597" y="3287"/>
                  </a:lnTo>
                  <a:cubicBezTo>
                    <a:pt x="6597" y="1468"/>
                    <a:pt x="5130" y="0"/>
                    <a:pt x="3293"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2" name="Google Shape;2782;p45"/>
            <p:cNvSpPr/>
            <p:nvPr/>
          </p:nvSpPr>
          <p:spPr>
            <a:xfrm>
              <a:off x="7139903" y="1810569"/>
              <a:ext cx="9617" cy="23883"/>
            </a:xfrm>
            <a:custGeom>
              <a:avLst/>
              <a:gdLst/>
              <a:ahLst/>
              <a:cxnLst/>
              <a:rect l="l" t="t" r="r" b="b"/>
              <a:pathLst>
                <a:path w="6598" h="16386" extrusionOk="0">
                  <a:moveTo>
                    <a:pt x="3293" y="0"/>
                  </a:moveTo>
                  <a:cubicBezTo>
                    <a:pt x="3158" y="0"/>
                    <a:pt x="3021" y="8"/>
                    <a:pt x="2882" y="25"/>
                  </a:cubicBezTo>
                  <a:cubicBezTo>
                    <a:pt x="1191" y="239"/>
                    <a:pt x="1" y="1715"/>
                    <a:pt x="1" y="3406"/>
                  </a:cubicBezTo>
                  <a:lnTo>
                    <a:pt x="1" y="12980"/>
                  </a:lnTo>
                  <a:cubicBezTo>
                    <a:pt x="1" y="14670"/>
                    <a:pt x="1215" y="16147"/>
                    <a:pt x="2882" y="16361"/>
                  </a:cubicBezTo>
                  <a:cubicBezTo>
                    <a:pt x="3019" y="16378"/>
                    <a:pt x="3155" y="16385"/>
                    <a:pt x="3289" y="16385"/>
                  </a:cubicBezTo>
                  <a:cubicBezTo>
                    <a:pt x="5110" y="16385"/>
                    <a:pt x="6597" y="14918"/>
                    <a:pt x="6597" y="13099"/>
                  </a:cubicBezTo>
                  <a:lnTo>
                    <a:pt x="6597" y="3287"/>
                  </a:lnTo>
                  <a:cubicBezTo>
                    <a:pt x="6597" y="1468"/>
                    <a:pt x="5130" y="0"/>
                    <a:pt x="3293"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3" name="Google Shape;2783;p45"/>
            <p:cNvSpPr/>
            <p:nvPr/>
          </p:nvSpPr>
          <p:spPr>
            <a:xfrm>
              <a:off x="7122583" y="1810569"/>
              <a:ext cx="9650" cy="23883"/>
            </a:xfrm>
            <a:custGeom>
              <a:avLst/>
              <a:gdLst/>
              <a:ahLst/>
              <a:cxnLst/>
              <a:rect l="l" t="t" r="r" b="b"/>
              <a:pathLst>
                <a:path w="6621" h="16386" extrusionOk="0">
                  <a:moveTo>
                    <a:pt x="3293" y="0"/>
                  </a:moveTo>
                  <a:cubicBezTo>
                    <a:pt x="3158" y="0"/>
                    <a:pt x="3020" y="8"/>
                    <a:pt x="2882" y="25"/>
                  </a:cubicBezTo>
                  <a:cubicBezTo>
                    <a:pt x="1215" y="239"/>
                    <a:pt x="0" y="1715"/>
                    <a:pt x="0" y="3406"/>
                  </a:cubicBezTo>
                  <a:lnTo>
                    <a:pt x="0" y="12980"/>
                  </a:lnTo>
                  <a:cubicBezTo>
                    <a:pt x="0" y="14670"/>
                    <a:pt x="1215" y="16147"/>
                    <a:pt x="2882" y="16361"/>
                  </a:cubicBezTo>
                  <a:cubicBezTo>
                    <a:pt x="3019" y="16378"/>
                    <a:pt x="3155" y="16385"/>
                    <a:pt x="3289" y="16385"/>
                  </a:cubicBezTo>
                  <a:cubicBezTo>
                    <a:pt x="5112" y="16385"/>
                    <a:pt x="6621" y="14918"/>
                    <a:pt x="6621" y="13099"/>
                  </a:cubicBezTo>
                  <a:lnTo>
                    <a:pt x="6621" y="3287"/>
                  </a:lnTo>
                  <a:cubicBezTo>
                    <a:pt x="6621" y="1468"/>
                    <a:pt x="5133" y="0"/>
                    <a:pt x="3293"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4" name="Google Shape;2784;p45"/>
            <p:cNvSpPr/>
            <p:nvPr/>
          </p:nvSpPr>
          <p:spPr>
            <a:xfrm>
              <a:off x="7173814" y="1810569"/>
              <a:ext cx="9650" cy="23883"/>
            </a:xfrm>
            <a:custGeom>
              <a:avLst/>
              <a:gdLst/>
              <a:ahLst/>
              <a:cxnLst/>
              <a:rect l="l" t="t" r="r" b="b"/>
              <a:pathLst>
                <a:path w="6621" h="16386" extrusionOk="0">
                  <a:moveTo>
                    <a:pt x="3317" y="0"/>
                  </a:moveTo>
                  <a:cubicBezTo>
                    <a:pt x="3182" y="0"/>
                    <a:pt x="3044" y="8"/>
                    <a:pt x="2906" y="25"/>
                  </a:cubicBezTo>
                  <a:cubicBezTo>
                    <a:pt x="1191" y="239"/>
                    <a:pt x="0" y="1715"/>
                    <a:pt x="0" y="3406"/>
                  </a:cubicBezTo>
                  <a:lnTo>
                    <a:pt x="0" y="12980"/>
                  </a:lnTo>
                  <a:cubicBezTo>
                    <a:pt x="0" y="14670"/>
                    <a:pt x="1239" y="16147"/>
                    <a:pt x="2906" y="16361"/>
                  </a:cubicBezTo>
                  <a:cubicBezTo>
                    <a:pt x="3041" y="16378"/>
                    <a:pt x="3175" y="16385"/>
                    <a:pt x="3308" y="16385"/>
                  </a:cubicBezTo>
                  <a:cubicBezTo>
                    <a:pt x="5112" y="16385"/>
                    <a:pt x="6621" y="14918"/>
                    <a:pt x="6621" y="13099"/>
                  </a:cubicBezTo>
                  <a:lnTo>
                    <a:pt x="6621" y="3287"/>
                  </a:lnTo>
                  <a:cubicBezTo>
                    <a:pt x="6621" y="1468"/>
                    <a:pt x="5154" y="0"/>
                    <a:pt x="3317"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5" name="Google Shape;2785;p45"/>
            <p:cNvSpPr/>
            <p:nvPr/>
          </p:nvSpPr>
          <p:spPr>
            <a:xfrm>
              <a:off x="7190440" y="1810569"/>
              <a:ext cx="9650" cy="23883"/>
            </a:xfrm>
            <a:custGeom>
              <a:avLst/>
              <a:gdLst/>
              <a:ahLst/>
              <a:cxnLst/>
              <a:rect l="l" t="t" r="r" b="b"/>
              <a:pathLst>
                <a:path w="6621" h="16386" extrusionOk="0">
                  <a:moveTo>
                    <a:pt x="3293" y="0"/>
                  </a:moveTo>
                  <a:cubicBezTo>
                    <a:pt x="3158" y="0"/>
                    <a:pt x="3021" y="8"/>
                    <a:pt x="2882" y="25"/>
                  </a:cubicBezTo>
                  <a:cubicBezTo>
                    <a:pt x="1215" y="239"/>
                    <a:pt x="1" y="1715"/>
                    <a:pt x="1" y="3406"/>
                  </a:cubicBezTo>
                  <a:lnTo>
                    <a:pt x="1" y="12980"/>
                  </a:lnTo>
                  <a:cubicBezTo>
                    <a:pt x="1" y="14670"/>
                    <a:pt x="1215" y="16147"/>
                    <a:pt x="2882" y="16361"/>
                  </a:cubicBezTo>
                  <a:cubicBezTo>
                    <a:pt x="3019" y="16378"/>
                    <a:pt x="3155" y="16385"/>
                    <a:pt x="3289" y="16385"/>
                  </a:cubicBezTo>
                  <a:cubicBezTo>
                    <a:pt x="5113" y="16385"/>
                    <a:pt x="6621" y="14918"/>
                    <a:pt x="6621" y="13099"/>
                  </a:cubicBezTo>
                  <a:lnTo>
                    <a:pt x="6621" y="3287"/>
                  </a:lnTo>
                  <a:cubicBezTo>
                    <a:pt x="6621" y="1468"/>
                    <a:pt x="5133" y="0"/>
                    <a:pt x="3293"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6" name="Google Shape;2786;p45"/>
            <p:cNvSpPr/>
            <p:nvPr/>
          </p:nvSpPr>
          <p:spPr>
            <a:xfrm>
              <a:off x="7099536" y="1897898"/>
              <a:ext cx="124227" cy="114647"/>
            </a:xfrm>
            <a:custGeom>
              <a:avLst/>
              <a:gdLst/>
              <a:ahLst/>
              <a:cxnLst/>
              <a:rect l="l" t="t" r="r" b="b"/>
              <a:pathLst>
                <a:path w="85233" h="78660" extrusionOk="0">
                  <a:moveTo>
                    <a:pt x="70801" y="6550"/>
                  </a:moveTo>
                  <a:cubicBezTo>
                    <a:pt x="75111" y="6550"/>
                    <a:pt x="78636" y="10050"/>
                    <a:pt x="78636" y="14385"/>
                  </a:cubicBezTo>
                  <a:lnTo>
                    <a:pt x="78636" y="64109"/>
                  </a:lnTo>
                  <a:cubicBezTo>
                    <a:pt x="78636" y="68467"/>
                    <a:pt x="75088" y="72039"/>
                    <a:pt x="70706" y="72039"/>
                  </a:cubicBezTo>
                  <a:lnTo>
                    <a:pt x="14384" y="72039"/>
                  </a:lnTo>
                  <a:cubicBezTo>
                    <a:pt x="10074" y="72039"/>
                    <a:pt x="6549" y="68515"/>
                    <a:pt x="6549" y="64204"/>
                  </a:cubicBezTo>
                  <a:lnTo>
                    <a:pt x="6549" y="14385"/>
                  </a:lnTo>
                  <a:cubicBezTo>
                    <a:pt x="6549" y="10050"/>
                    <a:pt x="10074" y="6550"/>
                    <a:pt x="14384" y="6550"/>
                  </a:cubicBezTo>
                  <a:close/>
                  <a:moveTo>
                    <a:pt x="14408" y="1"/>
                  </a:moveTo>
                  <a:cubicBezTo>
                    <a:pt x="6478" y="1"/>
                    <a:pt x="0" y="6454"/>
                    <a:pt x="0" y="14408"/>
                  </a:cubicBezTo>
                  <a:lnTo>
                    <a:pt x="0" y="64252"/>
                  </a:lnTo>
                  <a:cubicBezTo>
                    <a:pt x="0" y="72182"/>
                    <a:pt x="6478" y="78660"/>
                    <a:pt x="14408" y="78660"/>
                  </a:cubicBezTo>
                  <a:lnTo>
                    <a:pt x="70849" y="78660"/>
                  </a:lnTo>
                  <a:cubicBezTo>
                    <a:pt x="78779" y="78612"/>
                    <a:pt x="85233" y="72158"/>
                    <a:pt x="85233" y="64228"/>
                  </a:cubicBezTo>
                  <a:lnTo>
                    <a:pt x="85233" y="14408"/>
                  </a:lnTo>
                  <a:cubicBezTo>
                    <a:pt x="85233" y="6454"/>
                    <a:pt x="78779" y="1"/>
                    <a:pt x="70825"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7" name="Google Shape;2787;p45"/>
            <p:cNvSpPr/>
            <p:nvPr/>
          </p:nvSpPr>
          <p:spPr>
            <a:xfrm>
              <a:off x="7121923" y="1944617"/>
              <a:ext cx="9652" cy="15865"/>
            </a:xfrm>
            <a:custGeom>
              <a:avLst/>
              <a:gdLst/>
              <a:ahLst/>
              <a:cxnLst/>
              <a:rect l="l" t="t" r="r" b="b"/>
              <a:pathLst>
                <a:path w="6622" h="10885" extrusionOk="0">
                  <a:moveTo>
                    <a:pt x="3317" y="0"/>
                  </a:moveTo>
                  <a:cubicBezTo>
                    <a:pt x="3182" y="0"/>
                    <a:pt x="3045" y="8"/>
                    <a:pt x="2906" y="25"/>
                  </a:cubicBezTo>
                  <a:cubicBezTo>
                    <a:pt x="1239" y="263"/>
                    <a:pt x="1" y="1787"/>
                    <a:pt x="1" y="3454"/>
                  </a:cubicBezTo>
                  <a:lnTo>
                    <a:pt x="1" y="7479"/>
                  </a:lnTo>
                  <a:cubicBezTo>
                    <a:pt x="1" y="9169"/>
                    <a:pt x="1239" y="10670"/>
                    <a:pt x="2906" y="10860"/>
                  </a:cubicBezTo>
                  <a:cubicBezTo>
                    <a:pt x="3042" y="10876"/>
                    <a:pt x="3176" y="10884"/>
                    <a:pt x="3308" y="10884"/>
                  </a:cubicBezTo>
                  <a:cubicBezTo>
                    <a:pt x="5113" y="10884"/>
                    <a:pt x="6621" y="9417"/>
                    <a:pt x="6621" y="7598"/>
                  </a:cubicBezTo>
                  <a:lnTo>
                    <a:pt x="6621" y="3311"/>
                  </a:lnTo>
                  <a:cubicBezTo>
                    <a:pt x="6621" y="1470"/>
                    <a:pt x="5154" y="0"/>
                    <a:pt x="3317"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8" name="Google Shape;2788;p45"/>
            <p:cNvSpPr/>
            <p:nvPr/>
          </p:nvSpPr>
          <p:spPr>
            <a:xfrm>
              <a:off x="7191100" y="1944617"/>
              <a:ext cx="9615" cy="15865"/>
            </a:xfrm>
            <a:custGeom>
              <a:avLst/>
              <a:gdLst/>
              <a:ahLst/>
              <a:cxnLst/>
              <a:rect l="l" t="t" r="r" b="b"/>
              <a:pathLst>
                <a:path w="6597" h="10885" extrusionOk="0">
                  <a:moveTo>
                    <a:pt x="3292" y="0"/>
                  </a:moveTo>
                  <a:cubicBezTo>
                    <a:pt x="3157" y="0"/>
                    <a:pt x="3020" y="8"/>
                    <a:pt x="2882" y="25"/>
                  </a:cubicBezTo>
                  <a:cubicBezTo>
                    <a:pt x="1215" y="263"/>
                    <a:pt x="0" y="1787"/>
                    <a:pt x="0" y="3454"/>
                  </a:cubicBezTo>
                  <a:lnTo>
                    <a:pt x="0" y="7479"/>
                  </a:lnTo>
                  <a:cubicBezTo>
                    <a:pt x="0" y="9169"/>
                    <a:pt x="1215" y="10670"/>
                    <a:pt x="2882" y="10860"/>
                  </a:cubicBezTo>
                  <a:cubicBezTo>
                    <a:pt x="3019" y="10876"/>
                    <a:pt x="3154" y="10884"/>
                    <a:pt x="3288" y="10884"/>
                  </a:cubicBezTo>
                  <a:cubicBezTo>
                    <a:pt x="5109" y="10884"/>
                    <a:pt x="6597" y="9417"/>
                    <a:pt x="6597" y="7598"/>
                  </a:cubicBezTo>
                  <a:lnTo>
                    <a:pt x="6597" y="3311"/>
                  </a:lnTo>
                  <a:cubicBezTo>
                    <a:pt x="6597" y="1470"/>
                    <a:pt x="5129" y="0"/>
                    <a:pt x="3292"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9" name="Google Shape;2789;p45"/>
            <p:cNvSpPr/>
            <p:nvPr/>
          </p:nvSpPr>
          <p:spPr>
            <a:xfrm>
              <a:off x="7147538" y="1950443"/>
              <a:ext cx="27770" cy="13405"/>
            </a:xfrm>
            <a:custGeom>
              <a:avLst/>
              <a:gdLst/>
              <a:ahLst/>
              <a:cxnLst/>
              <a:rect l="l" t="t" r="r" b="b"/>
              <a:pathLst>
                <a:path w="19053" h="9197" extrusionOk="0">
                  <a:moveTo>
                    <a:pt x="3675" y="0"/>
                  </a:moveTo>
                  <a:cubicBezTo>
                    <a:pt x="2906" y="0"/>
                    <a:pt x="2132" y="273"/>
                    <a:pt x="1501" y="838"/>
                  </a:cubicBezTo>
                  <a:cubicBezTo>
                    <a:pt x="144" y="2029"/>
                    <a:pt x="1" y="4101"/>
                    <a:pt x="1215" y="5482"/>
                  </a:cubicBezTo>
                  <a:cubicBezTo>
                    <a:pt x="3264" y="7816"/>
                    <a:pt x="6312" y="9197"/>
                    <a:pt x="9527" y="9197"/>
                  </a:cubicBezTo>
                  <a:cubicBezTo>
                    <a:pt x="12742" y="9197"/>
                    <a:pt x="15766" y="7863"/>
                    <a:pt x="17814" y="5482"/>
                  </a:cubicBezTo>
                  <a:cubicBezTo>
                    <a:pt x="19053" y="4101"/>
                    <a:pt x="18910" y="2053"/>
                    <a:pt x="17528" y="838"/>
                  </a:cubicBezTo>
                  <a:cubicBezTo>
                    <a:pt x="16893" y="290"/>
                    <a:pt x="16110" y="19"/>
                    <a:pt x="15335" y="19"/>
                  </a:cubicBezTo>
                  <a:cubicBezTo>
                    <a:pt x="14426" y="19"/>
                    <a:pt x="13527" y="391"/>
                    <a:pt x="12885" y="1124"/>
                  </a:cubicBezTo>
                  <a:cubicBezTo>
                    <a:pt x="12075" y="2053"/>
                    <a:pt x="10860" y="2577"/>
                    <a:pt x="9527" y="2577"/>
                  </a:cubicBezTo>
                  <a:cubicBezTo>
                    <a:pt x="8217" y="2577"/>
                    <a:pt x="6979" y="2053"/>
                    <a:pt x="6145" y="1124"/>
                  </a:cubicBezTo>
                  <a:cubicBezTo>
                    <a:pt x="5498" y="386"/>
                    <a:pt x="4591" y="0"/>
                    <a:pt x="3675"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0" name="Google Shape;2790;p45"/>
            <p:cNvSpPr/>
            <p:nvPr/>
          </p:nvSpPr>
          <p:spPr>
            <a:xfrm>
              <a:off x="7061147" y="1728204"/>
              <a:ext cx="200415" cy="327866"/>
            </a:xfrm>
            <a:custGeom>
              <a:avLst/>
              <a:gdLst/>
              <a:ahLst/>
              <a:cxnLst/>
              <a:rect l="l" t="t" r="r" b="b"/>
              <a:pathLst>
                <a:path w="137506" h="224951" extrusionOk="0">
                  <a:moveTo>
                    <a:pt x="92758" y="53178"/>
                  </a:moveTo>
                  <a:cubicBezTo>
                    <a:pt x="97831" y="53178"/>
                    <a:pt x="101927" y="57274"/>
                    <a:pt x="101927" y="62346"/>
                  </a:cubicBezTo>
                  <a:lnTo>
                    <a:pt x="101927" y="76444"/>
                  </a:lnTo>
                  <a:lnTo>
                    <a:pt x="36032" y="76444"/>
                  </a:lnTo>
                  <a:lnTo>
                    <a:pt x="36032" y="62346"/>
                  </a:lnTo>
                  <a:cubicBezTo>
                    <a:pt x="36032" y="57274"/>
                    <a:pt x="40128" y="53178"/>
                    <a:pt x="45201" y="53178"/>
                  </a:cubicBezTo>
                  <a:close/>
                  <a:moveTo>
                    <a:pt x="63681" y="0"/>
                  </a:moveTo>
                  <a:cubicBezTo>
                    <a:pt x="58584" y="0"/>
                    <a:pt x="55155" y="5787"/>
                    <a:pt x="53012" y="10193"/>
                  </a:cubicBezTo>
                  <a:cubicBezTo>
                    <a:pt x="52273" y="11693"/>
                    <a:pt x="52726" y="13598"/>
                    <a:pt x="54155" y="14503"/>
                  </a:cubicBezTo>
                  <a:cubicBezTo>
                    <a:pt x="54711" y="14856"/>
                    <a:pt x="55327" y="15020"/>
                    <a:pt x="55932" y="15020"/>
                  </a:cubicBezTo>
                  <a:cubicBezTo>
                    <a:pt x="57166" y="15020"/>
                    <a:pt x="58358" y="14336"/>
                    <a:pt x="58918" y="13170"/>
                  </a:cubicBezTo>
                  <a:cubicBezTo>
                    <a:pt x="61895" y="7026"/>
                    <a:pt x="63633" y="6621"/>
                    <a:pt x="63633" y="6621"/>
                  </a:cubicBezTo>
                  <a:lnTo>
                    <a:pt x="73611" y="6621"/>
                  </a:lnTo>
                  <a:cubicBezTo>
                    <a:pt x="73635" y="6621"/>
                    <a:pt x="77636" y="7454"/>
                    <a:pt x="83828" y="28077"/>
                  </a:cubicBezTo>
                  <a:cubicBezTo>
                    <a:pt x="85971" y="35198"/>
                    <a:pt x="87638" y="42342"/>
                    <a:pt x="88591" y="46581"/>
                  </a:cubicBezTo>
                  <a:lnTo>
                    <a:pt x="49225" y="46581"/>
                  </a:lnTo>
                  <a:cubicBezTo>
                    <a:pt x="50321" y="41747"/>
                    <a:pt x="52369" y="33126"/>
                    <a:pt x="54941" y="25029"/>
                  </a:cubicBezTo>
                  <a:cubicBezTo>
                    <a:pt x="55512" y="23315"/>
                    <a:pt x="54560" y="21433"/>
                    <a:pt x="52797" y="20909"/>
                  </a:cubicBezTo>
                  <a:cubicBezTo>
                    <a:pt x="52460" y="20797"/>
                    <a:pt x="52117" y="20744"/>
                    <a:pt x="51779" y="20744"/>
                  </a:cubicBezTo>
                  <a:cubicBezTo>
                    <a:pt x="50396" y="20744"/>
                    <a:pt x="49098" y="21637"/>
                    <a:pt x="48677" y="23053"/>
                  </a:cubicBezTo>
                  <a:cubicBezTo>
                    <a:pt x="45629" y="32507"/>
                    <a:pt x="43414" y="42390"/>
                    <a:pt x="42462" y="46867"/>
                  </a:cubicBezTo>
                  <a:cubicBezTo>
                    <a:pt x="35032" y="48177"/>
                    <a:pt x="29412" y="54630"/>
                    <a:pt x="29412" y="62394"/>
                  </a:cubicBezTo>
                  <a:lnTo>
                    <a:pt x="29412" y="77873"/>
                  </a:lnTo>
                  <a:cubicBezTo>
                    <a:pt x="19624" y="84279"/>
                    <a:pt x="12146" y="93067"/>
                    <a:pt x="7145" y="104021"/>
                  </a:cubicBezTo>
                  <a:cubicBezTo>
                    <a:pt x="2406" y="114404"/>
                    <a:pt x="1" y="126431"/>
                    <a:pt x="1" y="139791"/>
                  </a:cubicBezTo>
                  <a:lnTo>
                    <a:pt x="1" y="198207"/>
                  </a:lnTo>
                  <a:cubicBezTo>
                    <a:pt x="1" y="212782"/>
                    <a:pt x="12241" y="224951"/>
                    <a:pt x="26911" y="224951"/>
                  </a:cubicBezTo>
                  <a:lnTo>
                    <a:pt x="90424" y="224951"/>
                  </a:lnTo>
                  <a:cubicBezTo>
                    <a:pt x="92020" y="224951"/>
                    <a:pt x="93449" y="223927"/>
                    <a:pt x="93758" y="222403"/>
                  </a:cubicBezTo>
                  <a:cubicBezTo>
                    <a:pt x="94211" y="220259"/>
                    <a:pt x="92615" y="218378"/>
                    <a:pt x="90520" y="218378"/>
                  </a:cubicBezTo>
                  <a:lnTo>
                    <a:pt x="26768" y="218378"/>
                  </a:lnTo>
                  <a:cubicBezTo>
                    <a:pt x="15790" y="218378"/>
                    <a:pt x="6573" y="209186"/>
                    <a:pt x="6573" y="198231"/>
                  </a:cubicBezTo>
                  <a:lnTo>
                    <a:pt x="6573" y="139886"/>
                  </a:lnTo>
                  <a:cubicBezTo>
                    <a:pt x="6573" y="127479"/>
                    <a:pt x="8788" y="116357"/>
                    <a:pt x="13099" y="106832"/>
                  </a:cubicBezTo>
                  <a:cubicBezTo>
                    <a:pt x="17647" y="96806"/>
                    <a:pt x="24530" y="88828"/>
                    <a:pt x="33508" y="83089"/>
                  </a:cubicBezTo>
                  <a:lnTo>
                    <a:pt x="103975" y="83089"/>
                  </a:lnTo>
                  <a:cubicBezTo>
                    <a:pt x="112977" y="88828"/>
                    <a:pt x="119811" y="96806"/>
                    <a:pt x="124408" y="106832"/>
                  </a:cubicBezTo>
                  <a:cubicBezTo>
                    <a:pt x="128718" y="116333"/>
                    <a:pt x="130909" y="127479"/>
                    <a:pt x="130909" y="139886"/>
                  </a:cubicBezTo>
                  <a:lnTo>
                    <a:pt x="130909" y="198231"/>
                  </a:lnTo>
                  <a:cubicBezTo>
                    <a:pt x="130909" y="209233"/>
                    <a:pt x="121740" y="218378"/>
                    <a:pt x="110762" y="218378"/>
                  </a:cubicBezTo>
                  <a:lnTo>
                    <a:pt x="103379" y="218378"/>
                  </a:lnTo>
                  <a:cubicBezTo>
                    <a:pt x="101689" y="218378"/>
                    <a:pt x="100188" y="219592"/>
                    <a:pt x="99998" y="221259"/>
                  </a:cubicBezTo>
                  <a:cubicBezTo>
                    <a:pt x="99736" y="223212"/>
                    <a:pt x="101284" y="224903"/>
                    <a:pt x="103236" y="224903"/>
                  </a:cubicBezTo>
                  <a:lnTo>
                    <a:pt x="110738" y="224903"/>
                  </a:lnTo>
                  <a:cubicBezTo>
                    <a:pt x="125289" y="224903"/>
                    <a:pt x="137506" y="212686"/>
                    <a:pt x="137506" y="198136"/>
                  </a:cubicBezTo>
                  <a:lnTo>
                    <a:pt x="137506" y="139743"/>
                  </a:lnTo>
                  <a:cubicBezTo>
                    <a:pt x="137506" y="126359"/>
                    <a:pt x="135076" y="114333"/>
                    <a:pt x="130361" y="103950"/>
                  </a:cubicBezTo>
                  <a:cubicBezTo>
                    <a:pt x="125360" y="92995"/>
                    <a:pt x="117859" y="84208"/>
                    <a:pt x="108095" y="77826"/>
                  </a:cubicBezTo>
                  <a:lnTo>
                    <a:pt x="108095" y="62227"/>
                  </a:lnTo>
                  <a:cubicBezTo>
                    <a:pt x="108095" y="54488"/>
                    <a:pt x="102427" y="48010"/>
                    <a:pt x="94997" y="46700"/>
                  </a:cubicBezTo>
                  <a:cubicBezTo>
                    <a:pt x="94139" y="42699"/>
                    <a:pt x="92187" y="34174"/>
                    <a:pt x="89543" y="25577"/>
                  </a:cubicBezTo>
                  <a:cubicBezTo>
                    <a:pt x="82637" y="2882"/>
                    <a:pt x="77136" y="0"/>
                    <a:pt x="73111"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791" name="Google Shape;2791;p45"/>
          <p:cNvGrpSpPr/>
          <p:nvPr/>
        </p:nvGrpSpPr>
        <p:grpSpPr>
          <a:xfrm>
            <a:off x="7721879" y="1733132"/>
            <a:ext cx="294234" cy="328318"/>
            <a:chOff x="7721879" y="1733132"/>
            <a:chExt cx="294234" cy="328318"/>
          </a:xfrm>
        </p:grpSpPr>
        <p:sp>
          <p:nvSpPr>
            <p:cNvPr id="2792" name="Google Shape;2792;p45"/>
            <p:cNvSpPr/>
            <p:nvPr/>
          </p:nvSpPr>
          <p:spPr>
            <a:xfrm>
              <a:off x="7928331" y="1757986"/>
              <a:ext cx="83443" cy="80040"/>
            </a:xfrm>
            <a:custGeom>
              <a:avLst/>
              <a:gdLst/>
              <a:ahLst/>
              <a:cxnLst/>
              <a:rect l="l" t="t" r="r" b="b"/>
              <a:pathLst>
                <a:path w="57251" h="54916" extrusionOk="0">
                  <a:moveTo>
                    <a:pt x="28150" y="13169"/>
                  </a:moveTo>
                  <a:cubicBezTo>
                    <a:pt x="35723" y="13169"/>
                    <a:pt x="41938" y="19099"/>
                    <a:pt x="42414" y="26553"/>
                  </a:cubicBezTo>
                  <a:cubicBezTo>
                    <a:pt x="42962" y="34888"/>
                    <a:pt x="36199" y="41723"/>
                    <a:pt x="27840" y="41723"/>
                  </a:cubicBezTo>
                  <a:lnTo>
                    <a:pt x="12765" y="41723"/>
                  </a:lnTo>
                  <a:lnTo>
                    <a:pt x="12765" y="13169"/>
                  </a:lnTo>
                  <a:close/>
                  <a:moveTo>
                    <a:pt x="6550" y="0"/>
                  </a:moveTo>
                  <a:cubicBezTo>
                    <a:pt x="2906" y="0"/>
                    <a:pt x="1" y="2953"/>
                    <a:pt x="1" y="6549"/>
                  </a:cubicBezTo>
                  <a:lnTo>
                    <a:pt x="1" y="48367"/>
                  </a:lnTo>
                  <a:cubicBezTo>
                    <a:pt x="1" y="51987"/>
                    <a:pt x="2930" y="54916"/>
                    <a:pt x="6550" y="54916"/>
                  </a:cubicBezTo>
                  <a:lnTo>
                    <a:pt x="28602" y="54916"/>
                  </a:lnTo>
                  <a:cubicBezTo>
                    <a:pt x="44462" y="54916"/>
                    <a:pt x="57251" y="41366"/>
                    <a:pt x="55965" y="25243"/>
                  </a:cubicBezTo>
                  <a:cubicBezTo>
                    <a:pt x="54822" y="10883"/>
                    <a:pt x="42605" y="0"/>
                    <a:pt x="28221" y="0"/>
                  </a:cubicBezTo>
                  <a:close/>
                </a:path>
              </a:pathLst>
            </a:custGeom>
            <a:solidFill>
              <a:srgbClr val="F0EBD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3" name="Google Shape;2793;p45"/>
            <p:cNvSpPr/>
            <p:nvPr/>
          </p:nvSpPr>
          <p:spPr>
            <a:xfrm>
              <a:off x="7769605" y="1738132"/>
              <a:ext cx="192743" cy="159803"/>
            </a:xfrm>
            <a:custGeom>
              <a:avLst/>
              <a:gdLst/>
              <a:ahLst/>
              <a:cxnLst/>
              <a:rect l="l" t="t" r="r" b="b"/>
              <a:pathLst>
                <a:path w="132242" h="109642" extrusionOk="0">
                  <a:moveTo>
                    <a:pt x="15313" y="0"/>
                  </a:moveTo>
                  <a:cubicBezTo>
                    <a:pt x="6859" y="0"/>
                    <a:pt x="0" y="6859"/>
                    <a:pt x="0" y="15313"/>
                  </a:cubicBezTo>
                  <a:lnTo>
                    <a:pt x="0" y="50606"/>
                  </a:lnTo>
                  <a:cubicBezTo>
                    <a:pt x="0" y="73872"/>
                    <a:pt x="18885" y="92710"/>
                    <a:pt x="42152" y="92710"/>
                  </a:cubicBezTo>
                  <a:lnTo>
                    <a:pt x="61418" y="109642"/>
                  </a:lnTo>
                  <a:lnTo>
                    <a:pt x="82255" y="92710"/>
                  </a:lnTo>
                  <a:lnTo>
                    <a:pt x="95353" y="92710"/>
                  </a:lnTo>
                  <a:cubicBezTo>
                    <a:pt x="115715" y="92710"/>
                    <a:pt x="132242" y="76182"/>
                    <a:pt x="132242" y="55821"/>
                  </a:cubicBezTo>
                  <a:lnTo>
                    <a:pt x="132242" y="17480"/>
                  </a:lnTo>
                  <a:cubicBezTo>
                    <a:pt x="132218" y="7811"/>
                    <a:pt x="124359" y="0"/>
                    <a:pt x="114715" y="0"/>
                  </a:cubicBezTo>
                  <a:close/>
                </a:path>
              </a:pathLst>
            </a:custGeom>
            <a:solidFill>
              <a:srgbClr val="EFEDE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4" name="Google Shape;2794;p45"/>
            <p:cNvSpPr/>
            <p:nvPr/>
          </p:nvSpPr>
          <p:spPr>
            <a:xfrm>
              <a:off x="7769570" y="1738132"/>
              <a:ext cx="99549" cy="160115"/>
            </a:xfrm>
            <a:custGeom>
              <a:avLst/>
              <a:gdLst/>
              <a:ahLst/>
              <a:cxnLst/>
              <a:rect l="l" t="t" r="r" b="b"/>
              <a:pathLst>
                <a:path w="68301" h="109856" extrusionOk="0">
                  <a:moveTo>
                    <a:pt x="17504" y="0"/>
                  </a:moveTo>
                  <a:cubicBezTo>
                    <a:pt x="7835" y="0"/>
                    <a:pt x="0" y="7835"/>
                    <a:pt x="0" y="17504"/>
                  </a:cubicBezTo>
                  <a:lnTo>
                    <a:pt x="0" y="50701"/>
                  </a:lnTo>
                  <a:cubicBezTo>
                    <a:pt x="0" y="73991"/>
                    <a:pt x="18885" y="92876"/>
                    <a:pt x="42176" y="92876"/>
                  </a:cubicBezTo>
                  <a:lnTo>
                    <a:pt x="61442" y="109856"/>
                  </a:lnTo>
                  <a:lnTo>
                    <a:pt x="68300" y="104283"/>
                  </a:lnTo>
                  <a:lnTo>
                    <a:pt x="55345" y="92852"/>
                  </a:lnTo>
                  <a:cubicBezTo>
                    <a:pt x="32055" y="92852"/>
                    <a:pt x="13170" y="73991"/>
                    <a:pt x="13170" y="50677"/>
                  </a:cubicBezTo>
                  <a:lnTo>
                    <a:pt x="13170" y="17504"/>
                  </a:lnTo>
                  <a:cubicBezTo>
                    <a:pt x="13170" y="7835"/>
                    <a:pt x="20981" y="0"/>
                    <a:pt x="30673" y="0"/>
                  </a:cubicBezTo>
                  <a:close/>
                </a:path>
              </a:pathLst>
            </a:custGeom>
            <a:solidFill>
              <a:srgbClr val="000000">
                <a:alpha val="84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5" name="Google Shape;2795;p45"/>
            <p:cNvSpPr/>
            <p:nvPr/>
          </p:nvSpPr>
          <p:spPr>
            <a:xfrm>
              <a:off x="7775957" y="1887312"/>
              <a:ext cx="179762" cy="61472"/>
            </a:xfrm>
            <a:custGeom>
              <a:avLst/>
              <a:gdLst/>
              <a:ahLst/>
              <a:cxnLst/>
              <a:rect l="l" t="t" r="r" b="b"/>
              <a:pathLst>
                <a:path w="123336" h="42176" extrusionOk="0">
                  <a:moveTo>
                    <a:pt x="0" y="0"/>
                  </a:moveTo>
                  <a:lnTo>
                    <a:pt x="0" y="7621"/>
                  </a:lnTo>
                  <a:cubicBezTo>
                    <a:pt x="7907" y="7621"/>
                    <a:pt x="14384" y="14075"/>
                    <a:pt x="14384" y="22005"/>
                  </a:cubicBezTo>
                  <a:cubicBezTo>
                    <a:pt x="14384" y="29911"/>
                    <a:pt x="7907" y="36365"/>
                    <a:pt x="0" y="36365"/>
                  </a:cubicBezTo>
                  <a:lnTo>
                    <a:pt x="0" y="42176"/>
                  </a:lnTo>
                  <a:lnTo>
                    <a:pt x="113143" y="42176"/>
                  </a:lnTo>
                  <a:lnTo>
                    <a:pt x="123335" y="18194"/>
                  </a:lnTo>
                  <a:lnTo>
                    <a:pt x="110619" y="0"/>
                  </a:lnTo>
                  <a:close/>
                </a:path>
              </a:pathLst>
            </a:custGeom>
            <a:solidFill>
              <a:srgbClr val="EFEDE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6" name="Google Shape;2796;p45"/>
            <p:cNvSpPr/>
            <p:nvPr/>
          </p:nvSpPr>
          <p:spPr>
            <a:xfrm>
              <a:off x="7811950" y="1978217"/>
              <a:ext cx="179762" cy="61472"/>
            </a:xfrm>
            <a:custGeom>
              <a:avLst/>
              <a:gdLst/>
              <a:ahLst/>
              <a:cxnLst/>
              <a:rect l="l" t="t" r="r" b="b"/>
              <a:pathLst>
                <a:path w="123336" h="42176" extrusionOk="0">
                  <a:moveTo>
                    <a:pt x="12718" y="0"/>
                  </a:moveTo>
                  <a:lnTo>
                    <a:pt x="1" y="18170"/>
                  </a:lnTo>
                  <a:lnTo>
                    <a:pt x="10193" y="42175"/>
                  </a:lnTo>
                  <a:lnTo>
                    <a:pt x="122884" y="42175"/>
                  </a:lnTo>
                  <a:lnTo>
                    <a:pt x="122931" y="36460"/>
                  </a:lnTo>
                  <a:lnTo>
                    <a:pt x="122931" y="36460"/>
                  </a:lnTo>
                  <a:cubicBezTo>
                    <a:pt x="122845" y="36461"/>
                    <a:pt x="122758" y="36462"/>
                    <a:pt x="122672" y="36462"/>
                  </a:cubicBezTo>
                  <a:cubicBezTo>
                    <a:pt x="114838" y="36462"/>
                    <a:pt x="108523" y="30063"/>
                    <a:pt x="108523" y="22195"/>
                  </a:cubicBezTo>
                  <a:cubicBezTo>
                    <a:pt x="108523" y="14241"/>
                    <a:pt x="123336" y="7787"/>
                    <a:pt x="123336" y="7787"/>
                  </a:cubicBezTo>
                  <a:lnTo>
                    <a:pt x="123336" y="0"/>
                  </a:lnTo>
                  <a:close/>
                </a:path>
              </a:pathLst>
            </a:custGeom>
            <a:solidFill>
              <a:srgbClr val="EFEDE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7" name="Google Shape;2797;p45"/>
            <p:cNvSpPr/>
            <p:nvPr/>
          </p:nvSpPr>
          <p:spPr>
            <a:xfrm>
              <a:off x="7726634" y="1955169"/>
              <a:ext cx="117702" cy="101180"/>
            </a:xfrm>
            <a:custGeom>
              <a:avLst/>
              <a:gdLst/>
              <a:ahLst/>
              <a:cxnLst/>
              <a:rect l="l" t="t" r="r" b="b"/>
              <a:pathLst>
                <a:path w="80756" h="69420" extrusionOk="0">
                  <a:moveTo>
                    <a:pt x="40605" y="0"/>
                  </a:moveTo>
                  <a:lnTo>
                    <a:pt x="32936" y="6573"/>
                  </a:lnTo>
                  <a:cubicBezTo>
                    <a:pt x="14671" y="6573"/>
                    <a:pt x="1" y="22267"/>
                    <a:pt x="1668" y="40890"/>
                  </a:cubicBezTo>
                  <a:cubicBezTo>
                    <a:pt x="3121" y="57131"/>
                    <a:pt x="16981" y="69419"/>
                    <a:pt x="33270" y="69419"/>
                  </a:cubicBezTo>
                  <a:lnTo>
                    <a:pt x="79684" y="69419"/>
                  </a:lnTo>
                  <a:lnTo>
                    <a:pt x="60418" y="37079"/>
                  </a:lnTo>
                  <a:lnTo>
                    <a:pt x="79684" y="6597"/>
                  </a:lnTo>
                  <a:lnTo>
                    <a:pt x="80756" y="24"/>
                  </a:lnTo>
                  <a:lnTo>
                    <a:pt x="40605" y="24"/>
                  </a:lnTo>
                  <a:lnTo>
                    <a:pt x="40605" y="0"/>
                  </a:lnTo>
                  <a:close/>
                </a:path>
              </a:pathLst>
            </a:custGeom>
            <a:solidFill>
              <a:srgbClr val="FF89A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8" name="Google Shape;2798;p45"/>
            <p:cNvSpPr/>
            <p:nvPr/>
          </p:nvSpPr>
          <p:spPr>
            <a:xfrm>
              <a:off x="7821427" y="1989740"/>
              <a:ext cx="170599" cy="21140"/>
            </a:xfrm>
            <a:custGeom>
              <a:avLst/>
              <a:gdLst/>
              <a:ahLst/>
              <a:cxnLst/>
              <a:rect l="l" t="t" r="r" b="b"/>
              <a:pathLst>
                <a:path w="117049" h="14504" extrusionOk="0">
                  <a:moveTo>
                    <a:pt x="215" y="0"/>
                  </a:moveTo>
                  <a:lnTo>
                    <a:pt x="0" y="310"/>
                  </a:lnTo>
                  <a:lnTo>
                    <a:pt x="0" y="14503"/>
                  </a:lnTo>
                  <a:lnTo>
                    <a:pt x="102545" y="14503"/>
                  </a:lnTo>
                  <a:cubicBezTo>
                    <a:pt x="102545" y="6502"/>
                    <a:pt x="109047" y="0"/>
                    <a:pt x="117048" y="0"/>
                  </a:cubicBezTo>
                  <a:close/>
                </a:path>
              </a:pathLst>
            </a:custGeom>
            <a:solidFill>
              <a:srgbClr val="000000">
                <a:alpha val="84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9" name="Google Shape;2799;p45"/>
            <p:cNvSpPr/>
            <p:nvPr/>
          </p:nvSpPr>
          <p:spPr>
            <a:xfrm>
              <a:off x="7794666" y="1955169"/>
              <a:ext cx="210202" cy="101180"/>
            </a:xfrm>
            <a:custGeom>
              <a:avLst/>
              <a:gdLst/>
              <a:ahLst/>
              <a:cxnLst/>
              <a:rect l="l" t="t" r="r" b="b"/>
              <a:pathLst>
                <a:path w="144221" h="69420" extrusionOk="0">
                  <a:moveTo>
                    <a:pt x="34007" y="0"/>
                  </a:moveTo>
                  <a:lnTo>
                    <a:pt x="32936" y="6573"/>
                  </a:lnTo>
                  <a:cubicBezTo>
                    <a:pt x="14670" y="6573"/>
                    <a:pt x="0" y="22267"/>
                    <a:pt x="1667" y="40890"/>
                  </a:cubicBezTo>
                  <a:cubicBezTo>
                    <a:pt x="3120" y="57131"/>
                    <a:pt x="16980" y="69419"/>
                    <a:pt x="33269" y="69419"/>
                  </a:cubicBezTo>
                  <a:lnTo>
                    <a:pt x="134600" y="69419"/>
                  </a:lnTo>
                  <a:cubicBezTo>
                    <a:pt x="139124" y="69419"/>
                    <a:pt x="142982" y="65895"/>
                    <a:pt x="143173" y="61346"/>
                  </a:cubicBezTo>
                  <a:cubicBezTo>
                    <a:pt x="143363" y="56607"/>
                    <a:pt x="139553" y="52725"/>
                    <a:pt x="134838" y="52725"/>
                  </a:cubicBezTo>
                  <a:lnTo>
                    <a:pt x="33126" y="52725"/>
                  </a:lnTo>
                  <a:cubicBezTo>
                    <a:pt x="26553" y="52725"/>
                    <a:pt x="19957" y="47486"/>
                    <a:pt x="18742" y="40985"/>
                  </a:cubicBezTo>
                  <a:cubicBezTo>
                    <a:pt x="17028" y="31793"/>
                    <a:pt x="24077" y="23719"/>
                    <a:pt x="32983" y="23719"/>
                  </a:cubicBezTo>
                  <a:lnTo>
                    <a:pt x="134624" y="23719"/>
                  </a:lnTo>
                  <a:cubicBezTo>
                    <a:pt x="138720" y="23719"/>
                    <a:pt x="142339" y="20933"/>
                    <a:pt x="143125" y="16909"/>
                  </a:cubicBezTo>
                  <a:cubicBezTo>
                    <a:pt x="144221" y="11407"/>
                    <a:pt x="140029" y="6573"/>
                    <a:pt x="134719" y="6573"/>
                  </a:cubicBezTo>
                  <a:lnTo>
                    <a:pt x="111881" y="6573"/>
                  </a:lnTo>
                  <a:lnTo>
                    <a:pt x="107546" y="0"/>
                  </a:lnTo>
                  <a:close/>
                </a:path>
              </a:pathLst>
            </a:custGeom>
            <a:solidFill>
              <a:srgbClr val="FF89A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0" name="Google Shape;2800;p45"/>
            <p:cNvSpPr/>
            <p:nvPr/>
          </p:nvSpPr>
          <p:spPr>
            <a:xfrm>
              <a:off x="7889665" y="1873220"/>
              <a:ext cx="116139" cy="91565"/>
            </a:xfrm>
            <a:custGeom>
              <a:avLst/>
              <a:gdLst/>
              <a:ahLst/>
              <a:cxnLst/>
              <a:rect l="l" t="t" r="r" b="b"/>
              <a:pathLst>
                <a:path w="79684" h="62823" extrusionOk="0">
                  <a:moveTo>
                    <a:pt x="46748" y="1"/>
                  </a:moveTo>
                  <a:lnTo>
                    <a:pt x="0" y="25"/>
                  </a:lnTo>
                  <a:lnTo>
                    <a:pt x="26315" y="31436"/>
                  </a:lnTo>
                  <a:lnTo>
                    <a:pt x="0" y="62823"/>
                  </a:lnTo>
                  <a:lnTo>
                    <a:pt x="46415" y="62823"/>
                  </a:lnTo>
                  <a:cubicBezTo>
                    <a:pt x="62704" y="62823"/>
                    <a:pt x="76564" y="50535"/>
                    <a:pt x="78017" y="34317"/>
                  </a:cubicBezTo>
                  <a:cubicBezTo>
                    <a:pt x="79684" y="15671"/>
                    <a:pt x="65014" y="1"/>
                    <a:pt x="46748" y="1"/>
                  </a:cubicBezTo>
                  <a:close/>
                </a:path>
              </a:pathLst>
            </a:custGeom>
            <a:solidFill>
              <a:srgbClr val="1CA8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1" name="Google Shape;2801;p45"/>
            <p:cNvSpPr/>
            <p:nvPr/>
          </p:nvSpPr>
          <p:spPr>
            <a:xfrm>
              <a:off x="7774985" y="1898212"/>
              <a:ext cx="135403" cy="21105"/>
            </a:xfrm>
            <a:custGeom>
              <a:avLst/>
              <a:gdLst/>
              <a:ahLst/>
              <a:cxnLst/>
              <a:rect l="l" t="t" r="r" b="b"/>
              <a:pathLst>
                <a:path w="92901" h="14480" extrusionOk="0">
                  <a:moveTo>
                    <a:pt x="0" y="0"/>
                  </a:moveTo>
                  <a:cubicBezTo>
                    <a:pt x="8026" y="0"/>
                    <a:pt x="14503" y="6478"/>
                    <a:pt x="14503" y="14479"/>
                  </a:cubicBezTo>
                  <a:lnTo>
                    <a:pt x="92901" y="14479"/>
                  </a:lnTo>
                  <a:lnTo>
                    <a:pt x="92901" y="0"/>
                  </a:lnTo>
                  <a:close/>
                </a:path>
              </a:pathLst>
            </a:custGeom>
            <a:solidFill>
              <a:srgbClr val="000000">
                <a:alpha val="84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2" name="Google Shape;2802;p45"/>
            <p:cNvSpPr/>
            <p:nvPr/>
          </p:nvSpPr>
          <p:spPr>
            <a:xfrm>
              <a:off x="7727537" y="1873220"/>
              <a:ext cx="210202" cy="91565"/>
            </a:xfrm>
            <a:custGeom>
              <a:avLst/>
              <a:gdLst/>
              <a:ahLst/>
              <a:cxnLst/>
              <a:rect l="l" t="t" r="r" b="b"/>
              <a:pathLst>
                <a:path w="144221" h="62823" extrusionOk="0">
                  <a:moveTo>
                    <a:pt x="9573" y="1"/>
                  </a:moveTo>
                  <a:cubicBezTo>
                    <a:pt x="5501" y="1"/>
                    <a:pt x="1905" y="2787"/>
                    <a:pt x="1095" y="6812"/>
                  </a:cubicBezTo>
                  <a:cubicBezTo>
                    <a:pt x="0" y="12313"/>
                    <a:pt x="4191" y="17147"/>
                    <a:pt x="9478" y="17147"/>
                  </a:cubicBezTo>
                  <a:lnTo>
                    <a:pt x="110999" y="17147"/>
                  </a:lnTo>
                  <a:cubicBezTo>
                    <a:pt x="119358" y="17147"/>
                    <a:pt x="126122" y="23982"/>
                    <a:pt x="125574" y="32317"/>
                  </a:cubicBezTo>
                  <a:cubicBezTo>
                    <a:pt x="125098" y="39771"/>
                    <a:pt x="118882" y="45677"/>
                    <a:pt x="111333" y="45677"/>
                  </a:cubicBezTo>
                  <a:lnTo>
                    <a:pt x="9573" y="45677"/>
                  </a:lnTo>
                  <a:cubicBezTo>
                    <a:pt x="5501" y="45677"/>
                    <a:pt x="1905" y="48487"/>
                    <a:pt x="1095" y="52511"/>
                  </a:cubicBezTo>
                  <a:cubicBezTo>
                    <a:pt x="0" y="58012"/>
                    <a:pt x="4191" y="62823"/>
                    <a:pt x="9502" y="62823"/>
                  </a:cubicBezTo>
                  <a:lnTo>
                    <a:pt x="110952" y="62823"/>
                  </a:lnTo>
                  <a:cubicBezTo>
                    <a:pt x="127217" y="62823"/>
                    <a:pt x="141077" y="50535"/>
                    <a:pt x="142554" y="34317"/>
                  </a:cubicBezTo>
                  <a:cubicBezTo>
                    <a:pt x="144221" y="15671"/>
                    <a:pt x="129551" y="1"/>
                    <a:pt x="111261" y="1"/>
                  </a:cubicBezTo>
                  <a:close/>
                </a:path>
              </a:pathLst>
            </a:custGeom>
            <a:solidFill>
              <a:srgbClr val="1CA8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3" name="Google Shape;2803;p45"/>
            <p:cNvSpPr/>
            <p:nvPr/>
          </p:nvSpPr>
          <p:spPr>
            <a:xfrm>
              <a:off x="7810527" y="1789605"/>
              <a:ext cx="9650" cy="18885"/>
            </a:xfrm>
            <a:custGeom>
              <a:avLst/>
              <a:gdLst/>
              <a:ahLst/>
              <a:cxnLst/>
              <a:rect l="l" t="t" r="r" b="b"/>
              <a:pathLst>
                <a:path w="6621" h="12957" extrusionOk="0">
                  <a:moveTo>
                    <a:pt x="3293" y="0"/>
                  </a:moveTo>
                  <a:cubicBezTo>
                    <a:pt x="3158" y="0"/>
                    <a:pt x="3021" y="8"/>
                    <a:pt x="2882" y="25"/>
                  </a:cubicBezTo>
                  <a:cubicBezTo>
                    <a:pt x="1215" y="239"/>
                    <a:pt x="0" y="1763"/>
                    <a:pt x="0" y="3454"/>
                  </a:cubicBezTo>
                  <a:lnTo>
                    <a:pt x="0" y="9527"/>
                  </a:lnTo>
                  <a:cubicBezTo>
                    <a:pt x="0" y="11217"/>
                    <a:pt x="1215" y="12718"/>
                    <a:pt x="2882" y="12932"/>
                  </a:cubicBezTo>
                  <a:cubicBezTo>
                    <a:pt x="3019" y="12948"/>
                    <a:pt x="3155" y="12956"/>
                    <a:pt x="3289" y="12956"/>
                  </a:cubicBezTo>
                  <a:cubicBezTo>
                    <a:pt x="5112" y="12956"/>
                    <a:pt x="6621" y="11487"/>
                    <a:pt x="6621" y="9646"/>
                  </a:cubicBezTo>
                  <a:lnTo>
                    <a:pt x="6621" y="3311"/>
                  </a:lnTo>
                  <a:cubicBezTo>
                    <a:pt x="6621" y="1470"/>
                    <a:pt x="5133" y="0"/>
                    <a:pt x="3293"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4" name="Google Shape;2804;p45"/>
            <p:cNvSpPr/>
            <p:nvPr/>
          </p:nvSpPr>
          <p:spPr>
            <a:xfrm>
              <a:off x="7912331" y="1789640"/>
              <a:ext cx="9615" cy="18885"/>
            </a:xfrm>
            <a:custGeom>
              <a:avLst/>
              <a:gdLst/>
              <a:ahLst/>
              <a:cxnLst/>
              <a:rect l="l" t="t" r="r" b="b"/>
              <a:pathLst>
                <a:path w="6597" h="12957" extrusionOk="0">
                  <a:moveTo>
                    <a:pt x="3309" y="0"/>
                  </a:moveTo>
                  <a:cubicBezTo>
                    <a:pt x="1488" y="0"/>
                    <a:pt x="0" y="1470"/>
                    <a:pt x="0" y="3311"/>
                  </a:cubicBezTo>
                  <a:lnTo>
                    <a:pt x="0" y="9646"/>
                  </a:lnTo>
                  <a:cubicBezTo>
                    <a:pt x="0" y="11487"/>
                    <a:pt x="1468" y="12956"/>
                    <a:pt x="3305" y="12956"/>
                  </a:cubicBezTo>
                  <a:cubicBezTo>
                    <a:pt x="3440" y="12956"/>
                    <a:pt x="3577" y="12948"/>
                    <a:pt x="3715" y="12932"/>
                  </a:cubicBezTo>
                  <a:cubicBezTo>
                    <a:pt x="5382" y="12694"/>
                    <a:pt x="6597" y="11193"/>
                    <a:pt x="6597" y="9503"/>
                  </a:cubicBezTo>
                  <a:lnTo>
                    <a:pt x="6597" y="3430"/>
                  </a:lnTo>
                  <a:cubicBezTo>
                    <a:pt x="6597" y="1739"/>
                    <a:pt x="5382" y="239"/>
                    <a:pt x="3715" y="25"/>
                  </a:cubicBezTo>
                  <a:cubicBezTo>
                    <a:pt x="3578" y="8"/>
                    <a:pt x="3443" y="0"/>
                    <a:pt x="3309"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5" name="Google Shape;2805;p45"/>
            <p:cNvSpPr/>
            <p:nvPr/>
          </p:nvSpPr>
          <p:spPr>
            <a:xfrm>
              <a:off x="7848221" y="1798201"/>
              <a:ext cx="35926" cy="15181"/>
            </a:xfrm>
            <a:custGeom>
              <a:avLst/>
              <a:gdLst/>
              <a:ahLst/>
              <a:cxnLst/>
              <a:rect l="l" t="t" r="r" b="b"/>
              <a:pathLst>
                <a:path w="24649" h="10416" extrusionOk="0">
                  <a:moveTo>
                    <a:pt x="3686" y="1"/>
                  </a:moveTo>
                  <a:cubicBezTo>
                    <a:pt x="2921" y="1"/>
                    <a:pt x="2152" y="267"/>
                    <a:pt x="1525" y="819"/>
                  </a:cubicBezTo>
                  <a:cubicBezTo>
                    <a:pt x="144" y="2009"/>
                    <a:pt x="1" y="4105"/>
                    <a:pt x="1239" y="5462"/>
                  </a:cubicBezTo>
                  <a:cubicBezTo>
                    <a:pt x="3954" y="8630"/>
                    <a:pt x="8026" y="10416"/>
                    <a:pt x="12337" y="10416"/>
                  </a:cubicBezTo>
                  <a:cubicBezTo>
                    <a:pt x="16647" y="10416"/>
                    <a:pt x="20696" y="8606"/>
                    <a:pt x="23434" y="5462"/>
                  </a:cubicBezTo>
                  <a:cubicBezTo>
                    <a:pt x="24649" y="4105"/>
                    <a:pt x="24506" y="2009"/>
                    <a:pt x="23149" y="819"/>
                  </a:cubicBezTo>
                  <a:cubicBezTo>
                    <a:pt x="22519" y="276"/>
                    <a:pt x="21746" y="10"/>
                    <a:pt x="20979" y="10"/>
                  </a:cubicBezTo>
                  <a:cubicBezTo>
                    <a:pt x="20062" y="10"/>
                    <a:pt x="19153" y="389"/>
                    <a:pt x="18505" y="1128"/>
                  </a:cubicBezTo>
                  <a:cubicBezTo>
                    <a:pt x="17005" y="2867"/>
                    <a:pt x="14742" y="3843"/>
                    <a:pt x="12337" y="3843"/>
                  </a:cubicBezTo>
                  <a:cubicBezTo>
                    <a:pt x="9932" y="3843"/>
                    <a:pt x="7693" y="2843"/>
                    <a:pt x="6169" y="1128"/>
                  </a:cubicBezTo>
                  <a:cubicBezTo>
                    <a:pt x="5519" y="387"/>
                    <a:pt x="4606" y="1"/>
                    <a:pt x="3686"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6" name="Google Shape;2806;p45"/>
            <p:cNvSpPr/>
            <p:nvPr/>
          </p:nvSpPr>
          <p:spPr>
            <a:xfrm>
              <a:off x="7721879" y="1733132"/>
              <a:ext cx="294234" cy="328318"/>
            </a:xfrm>
            <a:custGeom>
              <a:avLst/>
              <a:gdLst/>
              <a:ahLst/>
              <a:cxnLst/>
              <a:rect l="l" t="t" r="r" b="b"/>
              <a:pathLst>
                <a:path w="201876" h="225261" extrusionOk="0">
                  <a:moveTo>
                    <a:pt x="169750" y="33746"/>
                  </a:moveTo>
                  <a:cubicBezTo>
                    <a:pt x="176227" y="33746"/>
                    <a:pt x="181467" y="39056"/>
                    <a:pt x="180990" y="45510"/>
                  </a:cubicBezTo>
                  <a:cubicBezTo>
                    <a:pt x="180586" y="51178"/>
                    <a:pt x="175846" y="55679"/>
                    <a:pt x="170036" y="55679"/>
                  </a:cubicBezTo>
                  <a:lnTo>
                    <a:pt x="168440" y="55679"/>
                  </a:lnTo>
                  <a:cubicBezTo>
                    <a:pt x="168464" y="55155"/>
                    <a:pt x="168464" y="54583"/>
                    <a:pt x="168464" y="54012"/>
                  </a:cubicBezTo>
                  <a:lnTo>
                    <a:pt x="168464" y="33746"/>
                  </a:lnTo>
                  <a:close/>
                  <a:moveTo>
                    <a:pt x="169726" y="20553"/>
                  </a:moveTo>
                  <a:cubicBezTo>
                    <a:pt x="182372" y="20553"/>
                    <a:pt x="193136" y="30150"/>
                    <a:pt x="194136" y="42772"/>
                  </a:cubicBezTo>
                  <a:cubicBezTo>
                    <a:pt x="195255" y="56965"/>
                    <a:pt x="184015" y="68872"/>
                    <a:pt x="170036" y="68872"/>
                  </a:cubicBezTo>
                  <a:lnTo>
                    <a:pt x="165987" y="68872"/>
                  </a:lnTo>
                  <a:cubicBezTo>
                    <a:pt x="166749" y="66729"/>
                    <a:pt x="167297" y="64514"/>
                    <a:pt x="167726" y="62299"/>
                  </a:cubicBezTo>
                  <a:lnTo>
                    <a:pt x="169774" y="62299"/>
                  </a:lnTo>
                  <a:cubicBezTo>
                    <a:pt x="179395" y="62299"/>
                    <a:pt x="187492" y="54726"/>
                    <a:pt x="187706" y="45105"/>
                  </a:cubicBezTo>
                  <a:cubicBezTo>
                    <a:pt x="187897" y="35222"/>
                    <a:pt x="179966" y="27125"/>
                    <a:pt x="170131" y="27125"/>
                  </a:cubicBezTo>
                  <a:lnTo>
                    <a:pt x="168464" y="27125"/>
                  </a:lnTo>
                  <a:cubicBezTo>
                    <a:pt x="168464" y="27126"/>
                    <a:pt x="168464" y="27126"/>
                    <a:pt x="168464" y="27126"/>
                  </a:cubicBezTo>
                  <a:cubicBezTo>
                    <a:pt x="168440" y="27126"/>
                    <a:pt x="168440" y="20671"/>
                    <a:pt x="168440" y="20553"/>
                  </a:cubicBezTo>
                  <a:close/>
                  <a:moveTo>
                    <a:pt x="147650" y="6931"/>
                  </a:moveTo>
                  <a:cubicBezTo>
                    <a:pt x="154485" y="6931"/>
                    <a:pt x="160200" y="11741"/>
                    <a:pt x="161558" y="18171"/>
                  </a:cubicBezTo>
                  <a:cubicBezTo>
                    <a:pt x="161772" y="19171"/>
                    <a:pt x="161867" y="20148"/>
                    <a:pt x="161867" y="21124"/>
                  </a:cubicBezTo>
                  <a:lnTo>
                    <a:pt x="161867" y="54250"/>
                  </a:lnTo>
                  <a:cubicBezTo>
                    <a:pt x="161867" y="58227"/>
                    <a:pt x="161272" y="62204"/>
                    <a:pt x="160034" y="65991"/>
                  </a:cubicBezTo>
                  <a:cubicBezTo>
                    <a:pt x="155033" y="81684"/>
                    <a:pt x="140339" y="93044"/>
                    <a:pt x="123002" y="93067"/>
                  </a:cubicBezTo>
                  <a:lnTo>
                    <a:pt x="75064" y="93067"/>
                  </a:lnTo>
                  <a:cubicBezTo>
                    <a:pt x="53654" y="93044"/>
                    <a:pt x="36246" y="75635"/>
                    <a:pt x="36246" y="54250"/>
                  </a:cubicBezTo>
                  <a:lnTo>
                    <a:pt x="36246" y="21148"/>
                  </a:lnTo>
                  <a:cubicBezTo>
                    <a:pt x="36246" y="13289"/>
                    <a:pt x="42604" y="6931"/>
                    <a:pt x="50463" y="6931"/>
                  </a:cubicBezTo>
                  <a:close/>
                  <a:moveTo>
                    <a:pt x="115119" y="99593"/>
                  </a:moveTo>
                  <a:cubicBezTo>
                    <a:pt x="117525" y="99593"/>
                    <a:pt x="119882" y="99878"/>
                    <a:pt x="122121" y="100474"/>
                  </a:cubicBezTo>
                  <a:cubicBezTo>
                    <a:pt x="134219" y="103617"/>
                    <a:pt x="143221" y="114619"/>
                    <a:pt x="143221" y="127717"/>
                  </a:cubicBezTo>
                  <a:cubicBezTo>
                    <a:pt x="143221" y="143220"/>
                    <a:pt x="130599" y="155818"/>
                    <a:pt x="115119" y="155818"/>
                  </a:cubicBezTo>
                  <a:lnTo>
                    <a:pt x="13384" y="155842"/>
                  </a:lnTo>
                  <a:cubicBezTo>
                    <a:pt x="10050" y="155842"/>
                    <a:pt x="7430" y="152722"/>
                    <a:pt x="8264" y="149246"/>
                  </a:cubicBezTo>
                  <a:cubicBezTo>
                    <a:pt x="8812" y="146888"/>
                    <a:pt x="11026" y="145292"/>
                    <a:pt x="13432" y="145292"/>
                  </a:cubicBezTo>
                  <a:lnTo>
                    <a:pt x="114953" y="145292"/>
                  </a:lnTo>
                  <a:cubicBezTo>
                    <a:pt x="123526" y="145292"/>
                    <a:pt x="131051" y="139291"/>
                    <a:pt x="132599" y="130885"/>
                  </a:cubicBezTo>
                  <a:cubicBezTo>
                    <a:pt x="134719" y="119597"/>
                    <a:pt x="126050" y="109690"/>
                    <a:pt x="115119" y="109690"/>
                  </a:cubicBezTo>
                  <a:lnTo>
                    <a:pt x="84637" y="109690"/>
                  </a:lnTo>
                  <a:cubicBezTo>
                    <a:pt x="83065" y="109690"/>
                    <a:pt x="81636" y="110714"/>
                    <a:pt x="81303" y="112262"/>
                  </a:cubicBezTo>
                  <a:cubicBezTo>
                    <a:pt x="80827" y="114405"/>
                    <a:pt x="82470" y="116310"/>
                    <a:pt x="84542" y="116310"/>
                  </a:cubicBezTo>
                  <a:cubicBezTo>
                    <a:pt x="84542" y="116310"/>
                    <a:pt x="116024" y="116358"/>
                    <a:pt x="116405" y="116382"/>
                  </a:cubicBezTo>
                  <a:cubicBezTo>
                    <a:pt x="122002" y="116953"/>
                    <a:pt x="126431" y="121883"/>
                    <a:pt x="126431" y="127503"/>
                  </a:cubicBezTo>
                  <a:cubicBezTo>
                    <a:pt x="126431" y="133528"/>
                    <a:pt x="121264" y="138696"/>
                    <a:pt x="115239" y="138696"/>
                  </a:cubicBezTo>
                  <a:lnTo>
                    <a:pt x="51035" y="138696"/>
                  </a:lnTo>
                  <a:cubicBezTo>
                    <a:pt x="53511" y="135648"/>
                    <a:pt x="54988" y="131742"/>
                    <a:pt x="54988" y="127503"/>
                  </a:cubicBezTo>
                  <a:cubicBezTo>
                    <a:pt x="54988" y="123288"/>
                    <a:pt x="53511" y="119382"/>
                    <a:pt x="51035" y="116310"/>
                  </a:cubicBezTo>
                  <a:lnTo>
                    <a:pt x="71682" y="116310"/>
                  </a:lnTo>
                  <a:cubicBezTo>
                    <a:pt x="73373" y="116310"/>
                    <a:pt x="74873" y="115000"/>
                    <a:pt x="74897" y="113310"/>
                  </a:cubicBezTo>
                  <a:cubicBezTo>
                    <a:pt x="74968" y="111595"/>
                    <a:pt x="73563" y="110166"/>
                    <a:pt x="71849" y="110166"/>
                  </a:cubicBezTo>
                  <a:lnTo>
                    <a:pt x="13408" y="110166"/>
                  </a:lnTo>
                  <a:cubicBezTo>
                    <a:pt x="10979" y="110166"/>
                    <a:pt x="8812" y="108547"/>
                    <a:pt x="8216" y="106189"/>
                  </a:cubicBezTo>
                  <a:cubicBezTo>
                    <a:pt x="7359" y="102712"/>
                    <a:pt x="9979" y="99593"/>
                    <a:pt x="13336" y="99593"/>
                  </a:cubicBezTo>
                  <a:close/>
                  <a:moveTo>
                    <a:pt x="161867" y="99640"/>
                  </a:moveTo>
                  <a:cubicBezTo>
                    <a:pt x="178418" y="99640"/>
                    <a:pt x="191683" y="114072"/>
                    <a:pt x="189778" y="131004"/>
                  </a:cubicBezTo>
                  <a:cubicBezTo>
                    <a:pt x="188182" y="145221"/>
                    <a:pt x="175846" y="155842"/>
                    <a:pt x="161510" y="155842"/>
                  </a:cubicBezTo>
                  <a:lnTo>
                    <a:pt x="135457" y="155842"/>
                  </a:lnTo>
                  <a:cubicBezTo>
                    <a:pt x="144316" y="149412"/>
                    <a:pt x="149841" y="138672"/>
                    <a:pt x="149841" y="127741"/>
                  </a:cubicBezTo>
                  <a:cubicBezTo>
                    <a:pt x="149841" y="116834"/>
                    <a:pt x="144292" y="106046"/>
                    <a:pt x="135457" y="99640"/>
                  </a:cubicBezTo>
                  <a:close/>
                  <a:moveTo>
                    <a:pt x="36198" y="162439"/>
                  </a:moveTo>
                  <a:lnTo>
                    <a:pt x="62609" y="162462"/>
                  </a:lnTo>
                  <a:cubicBezTo>
                    <a:pt x="62513" y="162510"/>
                    <a:pt x="62442" y="162605"/>
                    <a:pt x="62323" y="162677"/>
                  </a:cubicBezTo>
                  <a:cubicBezTo>
                    <a:pt x="53583" y="169131"/>
                    <a:pt x="48225" y="179728"/>
                    <a:pt x="48225" y="190563"/>
                  </a:cubicBezTo>
                  <a:cubicBezTo>
                    <a:pt x="48225" y="201494"/>
                    <a:pt x="53750" y="212258"/>
                    <a:pt x="62609" y="218664"/>
                  </a:cubicBezTo>
                  <a:lnTo>
                    <a:pt x="36556" y="218664"/>
                  </a:lnTo>
                  <a:cubicBezTo>
                    <a:pt x="22219" y="218664"/>
                    <a:pt x="9883" y="208043"/>
                    <a:pt x="8288" y="193778"/>
                  </a:cubicBezTo>
                  <a:cubicBezTo>
                    <a:pt x="6383" y="176846"/>
                    <a:pt x="19647" y="162439"/>
                    <a:pt x="36198" y="162439"/>
                  </a:cubicBezTo>
                  <a:close/>
                  <a:moveTo>
                    <a:pt x="184777" y="162462"/>
                  </a:moveTo>
                  <a:cubicBezTo>
                    <a:pt x="187730" y="162462"/>
                    <a:pt x="190087" y="164987"/>
                    <a:pt x="189802" y="167964"/>
                  </a:cubicBezTo>
                  <a:cubicBezTo>
                    <a:pt x="189564" y="170583"/>
                    <a:pt x="187254" y="172560"/>
                    <a:pt x="184610" y="172560"/>
                  </a:cubicBezTo>
                  <a:lnTo>
                    <a:pt x="155676" y="172560"/>
                  </a:lnTo>
                  <a:cubicBezTo>
                    <a:pt x="153961" y="172560"/>
                    <a:pt x="152484" y="173774"/>
                    <a:pt x="152270" y="175441"/>
                  </a:cubicBezTo>
                  <a:cubicBezTo>
                    <a:pt x="152032" y="177442"/>
                    <a:pt x="153580" y="179156"/>
                    <a:pt x="155556" y="179156"/>
                  </a:cubicBezTo>
                  <a:lnTo>
                    <a:pt x="171393" y="179156"/>
                  </a:lnTo>
                  <a:cubicBezTo>
                    <a:pt x="168916" y="182228"/>
                    <a:pt x="167416" y="186134"/>
                    <a:pt x="167416" y="190349"/>
                  </a:cubicBezTo>
                  <a:cubicBezTo>
                    <a:pt x="167416" y="194588"/>
                    <a:pt x="168916" y="198470"/>
                    <a:pt x="171393" y="201542"/>
                  </a:cubicBezTo>
                  <a:lnTo>
                    <a:pt x="82613" y="201542"/>
                  </a:lnTo>
                  <a:cubicBezTo>
                    <a:pt x="77683" y="201542"/>
                    <a:pt x="72611" y="197636"/>
                    <a:pt x="71563" y="192826"/>
                  </a:cubicBezTo>
                  <a:cubicBezTo>
                    <a:pt x="69991" y="185562"/>
                    <a:pt x="75540" y="179133"/>
                    <a:pt x="82494" y="179133"/>
                  </a:cubicBezTo>
                  <a:lnTo>
                    <a:pt x="142268" y="179133"/>
                  </a:lnTo>
                  <a:cubicBezTo>
                    <a:pt x="143959" y="179133"/>
                    <a:pt x="145459" y="177918"/>
                    <a:pt x="145673" y="176251"/>
                  </a:cubicBezTo>
                  <a:cubicBezTo>
                    <a:pt x="145912" y="174251"/>
                    <a:pt x="144364" y="172512"/>
                    <a:pt x="142387" y="172512"/>
                  </a:cubicBezTo>
                  <a:lnTo>
                    <a:pt x="83089" y="172512"/>
                  </a:lnTo>
                  <a:cubicBezTo>
                    <a:pt x="74540" y="172512"/>
                    <a:pt x="66990" y="178513"/>
                    <a:pt x="65442" y="186920"/>
                  </a:cubicBezTo>
                  <a:cubicBezTo>
                    <a:pt x="63323" y="198208"/>
                    <a:pt x="71991" y="208138"/>
                    <a:pt x="82898" y="208138"/>
                  </a:cubicBezTo>
                  <a:lnTo>
                    <a:pt x="184610" y="208138"/>
                  </a:lnTo>
                  <a:cubicBezTo>
                    <a:pt x="187015" y="208138"/>
                    <a:pt x="189183" y="209734"/>
                    <a:pt x="189778" y="212092"/>
                  </a:cubicBezTo>
                  <a:cubicBezTo>
                    <a:pt x="190635" y="215569"/>
                    <a:pt x="188016" y="218688"/>
                    <a:pt x="184658" y="218688"/>
                  </a:cubicBezTo>
                  <a:lnTo>
                    <a:pt x="83280" y="218688"/>
                  </a:lnTo>
                  <a:cubicBezTo>
                    <a:pt x="68205" y="218688"/>
                    <a:pt x="55536" y="206995"/>
                    <a:pt x="54821" y="191921"/>
                  </a:cubicBezTo>
                  <a:cubicBezTo>
                    <a:pt x="54154" y="178275"/>
                    <a:pt x="63323" y="166559"/>
                    <a:pt x="75897" y="163344"/>
                  </a:cubicBezTo>
                  <a:cubicBezTo>
                    <a:pt x="78112" y="162796"/>
                    <a:pt x="80469" y="162462"/>
                    <a:pt x="82922" y="162462"/>
                  </a:cubicBezTo>
                  <a:close/>
                  <a:moveTo>
                    <a:pt x="50416" y="1"/>
                  </a:moveTo>
                  <a:cubicBezTo>
                    <a:pt x="38913" y="1"/>
                    <a:pt x="29602" y="9312"/>
                    <a:pt x="29602" y="20791"/>
                  </a:cubicBezTo>
                  <a:lnTo>
                    <a:pt x="29602" y="53988"/>
                  </a:lnTo>
                  <a:cubicBezTo>
                    <a:pt x="29602" y="70563"/>
                    <a:pt x="38437" y="85090"/>
                    <a:pt x="51654" y="93139"/>
                  </a:cubicBezTo>
                  <a:lnTo>
                    <a:pt x="13336" y="93139"/>
                  </a:lnTo>
                  <a:cubicBezTo>
                    <a:pt x="7788" y="93139"/>
                    <a:pt x="2810" y="96949"/>
                    <a:pt x="1643" y="102403"/>
                  </a:cubicBezTo>
                  <a:cubicBezTo>
                    <a:pt x="0" y="110071"/>
                    <a:pt x="5835" y="116858"/>
                    <a:pt x="13217" y="116858"/>
                  </a:cubicBezTo>
                  <a:lnTo>
                    <a:pt x="37008" y="116858"/>
                  </a:lnTo>
                  <a:cubicBezTo>
                    <a:pt x="43509" y="116858"/>
                    <a:pt x="48749" y="122169"/>
                    <a:pt x="48272" y="128622"/>
                  </a:cubicBezTo>
                  <a:cubicBezTo>
                    <a:pt x="47844" y="134314"/>
                    <a:pt x="43104" y="138791"/>
                    <a:pt x="37318" y="138791"/>
                  </a:cubicBezTo>
                  <a:lnTo>
                    <a:pt x="13432" y="138791"/>
                  </a:lnTo>
                  <a:cubicBezTo>
                    <a:pt x="7859" y="138791"/>
                    <a:pt x="2906" y="142601"/>
                    <a:pt x="1739" y="148055"/>
                  </a:cubicBezTo>
                  <a:cubicBezTo>
                    <a:pt x="96" y="155747"/>
                    <a:pt x="5930" y="162510"/>
                    <a:pt x="13313" y="162510"/>
                  </a:cubicBezTo>
                  <a:lnTo>
                    <a:pt x="15837" y="162510"/>
                  </a:lnTo>
                  <a:cubicBezTo>
                    <a:pt x="6406" y="169345"/>
                    <a:pt x="524" y="180919"/>
                    <a:pt x="1667" y="193778"/>
                  </a:cubicBezTo>
                  <a:cubicBezTo>
                    <a:pt x="3287" y="211687"/>
                    <a:pt x="18599" y="225261"/>
                    <a:pt x="36603" y="225261"/>
                  </a:cubicBezTo>
                  <a:lnTo>
                    <a:pt x="184777" y="225261"/>
                  </a:lnTo>
                  <a:cubicBezTo>
                    <a:pt x="191278" y="225261"/>
                    <a:pt x="196565" y="219974"/>
                    <a:pt x="196565" y="213473"/>
                  </a:cubicBezTo>
                  <a:cubicBezTo>
                    <a:pt x="196565" y="206995"/>
                    <a:pt x="191278" y="201685"/>
                    <a:pt x="184777" y="201685"/>
                  </a:cubicBezTo>
                  <a:cubicBezTo>
                    <a:pt x="178657" y="201685"/>
                    <a:pt x="173679" y="196684"/>
                    <a:pt x="173679" y="190587"/>
                  </a:cubicBezTo>
                  <a:cubicBezTo>
                    <a:pt x="173679" y="184491"/>
                    <a:pt x="178680" y="179490"/>
                    <a:pt x="184777" y="179490"/>
                  </a:cubicBezTo>
                  <a:cubicBezTo>
                    <a:pt x="191278" y="179490"/>
                    <a:pt x="196565" y="174203"/>
                    <a:pt x="196565" y="167702"/>
                  </a:cubicBezTo>
                  <a:cubicBezTo>
                    <a:pt x="196565" y="161224"/>
                    <a:pt x="191278" y="155914"/>
                    <a:pt x="184777" y="155914"/>
                  </a:cubicBezTo>
                  <a:lnTo>
                    <a:pt x="182133" y="155914"/>
                  </a:lnTo>
                  <a:cubicBezTo>
                    <a:pt x="191635" y="149007"/>
                    <a:pt x="197518" y="137434"/>
                    <a:pt x="196351" y="124598"/>
                  </a:cubicBezTo>
                  <a:cubicBezTo>
                    <a:pt x="194755" y="106689"/>
                    <a:pt x="179419" y="93091"/>
                    <a:pt x="161439" y="93091"/>
                  </a:cubicBezTo>
                  <a:lnTo>
                    <a:pt x="146531" y="93091"/>
                  </a:lnTo>
                  <a:cubicBezTo>
                    <a:pt x="153532" y="88852"/>
                    <a:pt x="159272" y="82780"/>
                    <a:pt x="163129" y="75540"/>
                  </a:cubicBezTo>
                  <a:lnTo>
                    <a:pt x="169678" y="75540"/>
                  </a:lnTo>
                  <a:cubicBezTo>
                    <a:pt x="185968" y="75540"/>
                    <a:pt x="199732" y="63014"/>
                    <a:pt x="200733" y="46749"/>
                  </a:cubicBezTo>
                  <a:cubicBezTo>
                    <a:pt x="201876" y="28888"/>
                    <a:pt x="187658" y="14051"/>
                    <a:pt x="170036" y="14051"/>
                  </a:cubicBezTo>
                  <a:lnTo>
                    <a:pt x="167273" y="14051"/>
                  </a:lnTo>
                  <a:cubicBezTo>
                    <a:pt x="164415" y="5859"/>
                    <a:pt x="156700" y="1"/>
                    <a:pt x="147650"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807" name="Google Shape;2807;p45"/>
          <p:cNvGrpSpPr/>
          <p:nvPr/>
        </p:nvGrpSpPr>
        <p:grpSpPr>
          <a:xfrm>
            <a:off x="1118827" y="2253813"/>
            <a:ext cx="246300" cy="326197"/>
            <a:chOff x="1118827" y="2253813"/>
            <a:chExt cx="246300" cy="326197"/>
          </a:xfrm>
        </p:grpSpPr>
        <p:sp>
          <p:nvSpPr>
            <p:cNvPr id="2808" name="Google Shape;2808;p45"/>
            <p:cNvSpPr/>
            <p:nvPr/>
          </p:nvSpPr>
          <p:spPr>
            <a:xfrm>
              <a:off x="1277518" y="2326386"/>
              <a:ext cx="82958" cy="187433"/>
            </a:xfrm>
            <a:custGeom>
              <a:avLst/>
              <a:gdLst/>
              <a:ahLst/>
              <a:cxnLst/>
              <a:rect l="l" t="t" r="r" b="b"/>
              <a:pathLst>
                <a:path w="56918" h="128599" extrusionOk="0">
                  <a:moveTo>
                    <a:pt x="31460" y="1"/>
                  </a:moveTo>
                  <a:lnTo>
                    <a:pt x="14647" y="20219"/>
                  </a:lnTo>
                  <a:cubicBezTo>
                    <a:pt x="23053" y="28912"/>
                    <a:pt x="28293" y="40247"/>
                    <a:pt x="29388" y="52535"/>
                  </a:cubicBezTo>
                  <a:cubicBezTo>
                    <a:pt x="30364" y="63466"/>
                    <a:pt x="28031" y="74254"/>
                    <a:pt x="22625" y="83708"/>
                  </a:cubicBezTo>
                  <a:cubicBezTo>
                    <a:pt x="17338" y="92996"/>
                    <a:pt x="9503" y="100402"/>
                    <a:pt x="1" y="105141"/>
                  </a:cubicBezTo>
                  <a:lnTo>
                    <a:pt x="11694" y="128598"/>
                  </a:lnTo>
                  <a:cubicBezTo>
                    <a:pt x="25887" y="121549"/>
                    <a:pt x="37509" y="110500"/>
                    <a:pt x="45368" y="96687"/>
                  </a:cubicBezTo>
                  <a:cubicBezTo>
                    <a:pt x="53441" y="82518"/>
                    <a:pt x="56918" y="66443"/>
                    <a:pt x="55465" y="50178"/>
                  </a:cubicBezTo>
                  <a:cubicBezTo>
                    <a:pt x="53726" y="30888"/>
                    <a:pt x="45153" y="13218"/>
                    <a:pt x="31460" y="1"/>
                  </a:cubicBezTo>
                  <a:close/>
                </a:path>
              </a:pathLst>
            </a:custGeom>
            <a:solidFill>
              <a:srgbClr val="F0EBD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9" name="Google Shape;2809;p45"/>
            <p:cNvSpPr/>
            <p:nvPr/>
          </p:nvSpPr>
          <p:spPr>
            <a:xfrm>
              <a:off x="1298796" y="2326386"/>
              <a:ext cx="43006" cy="59876"/>
            </a:xfrm>
            <a:custGeom>
              <a:avLst/>
              <a:gdLst/>
              <a:ahLst/>
              <a:cxnLst/>
              <a:rect l="l" t="t" r="r" b="b"/>
              <a:pathLst>
                <a:path w="29507" h="41081" extrusionOk="0">
                  <a:moveTo>
                    <a:pt x="16861" y="1"/>
                  </a:moveTo>
                  <a:lnTo>
                    <a:pt x="0" y="20219"/>
                  </a:lnTo>
                  <a:cubicBezTo>
                    <a:pt x="5716" y="26125"/>
                    <a:pt x="9955" y="33246"/>
                    <a:pt x="12431" y="41081"/>
                  </a:cubicBezTo>
                  <a:lnTo>
                    <a:pt x="29506" y="15718"/>
                  </a:lnTo>
                  <a:cubicBezTo>
                    <a:pt x="25982" y="9979"/>
                    <a:pt x="21743" y="4692"/>
                    <a:pt x="16861" y="1"/>
                  </a:cubicBezTo>
                  <a:close/>
                </a:path>
              </a:pathLst>
            </a:custGeom>
            <a:solidFill>
              <a:srgbClr val="000000">
                <a:alpha val="84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0" name="Google Shape;2810;p45"/>
            <p:cNvSpPr/>
            <p:nvPr/>
          </p:nvSpPr>
          <p:spPr>
            <a:xfrm>
              <a:off x="1216222" y="2281506"/>
              <a:ext cx="121519" cy="133182"/>
            </a:xfrm>
            <a:custGeom>
              <a:avLst/>
              <a:gdLst/>
              <a:ahLst/>
              <a:cxnLst/>
              <a:rect l="l" t="t" r="r" b="b"/>
              <a:pathLst>
                <a:path w="83375" h="91377" extrusionOk="0">
                  <a:moveTo>
                    <a:pt x="43272" y="1"/>
                  </a:moveTo>
                  <a:lnTo>
                    <a:pt x="1" y="64419"/>
                  </a:lnTo>
                  <a:lnTo>
                    <a:pt x="14694" y="85852"/>
                  </a:lnTo>
                  <a:lnTo>
                    <a:pt x="40104" y="91377"/>
                  </a:lnTo>
                  <a:lnTo>
                    <a:pt x="83375" y="26959"/>
                  </a:lnTo>
                  <a:lnTo>
                    <a:pt x="68682" y="5526"/>
                  </a:lnTo>
                  <a:lnTo>
                    <a:pt x="43272" y="1"/>
                  </a:lnTo>
                  <a:close/>
                </a:path>
              </a:pathLst>
            </a:custGeom>
            <a:solidFill>
              <a:srgbClr val="EFEDE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1" name="Google Shape;2811;p45"/>
            <p:cNvSpPr/>
            <p:nvPr/>
          </p:nvSpPr>
          <p:spPr>
            <a:xfrm>
              <a:off x="1143124" y="2439859"/>
              <a:ext cx="117735" cy="90759"/>
            </a:xfrm>
            <a:custGeom>
              <a:avLst/>
              <a:gdLst/>
              <a:ahLst/>
              <a:cxnLst/>
              <a:rect l="l" t="t" r="r" b="b"/>
              <a:pathLst>
                <a:path w="80779" h="62270" extrusionOk="0">
                  <a:moveTo>
                    <a:pt x="9499" y="1"/>
                  </a:moveTo>
                  <a:cubicBezTo>
                    <a:pt x="7704" y="1"/>
                    <a:pt x="5953" y="927"/>
                    <a:pt x="5001" y="2615"/>
                  </a:cubicBezTo>
                  <a:lnTo>
                    <a:pt x="1334" y="9045"/>
                  </a:lnTo>
                  <a:cubicBezTo>
                    <a:pt x="0" y="11378"/>
                    <a:pt x="667" y="14403"/>
                    <a:pt x="2929" y="15879"/>
                  </a:cubicBezTo>
                  <a:lnTo>
                    <a:pt x="71968" y="62270"/>
                  </a:lnTo>
                  <a:lnTo>
                    <a:pt x="80779" y="46838"/>
                  </a:lnTo>
                  <a:lnTo>
                    <a:pt x="12384" y="876"/>
                  </a:lnTo>
                  <a:cubicBezTo>
                    <a:pt x="11494" y="283"/>
                    <a:pt x="10490" y="1"/>
                    <a:pt x="9499" y="1"/>
                  </a:cubicBezTo>
                  <a:close/>
                </a:path>
              </a:pathLst>
            </a:custGeom>
            <a:solidFill>
              <a:srgbClr val="3A48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2" name="Google Shape;2812;p45"/>
            <p:cNvSpPr/>
            <p:nvPr/>
          </p:nvSpPr>
          <p:spPr>
            <a:xfrm>
              <a:off x="1277485" y="2465189"/>
              <a:ext cx="42763" cy="48629"/>
            </a:xfrm>
            <a:custGeom>
              <a:avLst/>
              <a:gdLst/>
              <a:ahLst/>
              <a:cxnLst/>
              <a:rect l="l" t="t" r="r" b="b"/>
              <a:pathLst>
                <a:path w="29340" h="33365" extrusionOk="0">
                  <a:moveTo>
                    <a:pt x="13789" y="1"/>
                  </a:moveTo>
                  <a:cubicBezTo>
                    <a:pt x="9764" y="3978"/>
                    <a:pt x="5120" y="7335"/>
                    <a:pt x="0" y="9907"/>
                  </a:cubicBezTo>
                  <a:lnTo>
                    <a:pt x="11693" y="33364"/>
                  </a:lnTo>
                  <a:cubicBezTo>
                    <a:pt x="18147" y="30150"/>
                    <a:pt x="24077" y="26101"/>
                    <a:pt x="29340" y="21338"/>
                  </a:cubicBezTo>
                  <a:lnTo>
                    <a:pt x="26125" y="14122"/>
                  </a:lnTo>
                  <a:cubicBezTo>
                    <a:pt x="23457" y="8169"/>
                    <a:pt x="19099" y="3287"/>
                    <a:pt x="13789" y="1"/>
                  </a:cubicBezTo>
                  <a:close/>
                </a:path>
              </a:pathLst>
            </a:custGeom>
            <a:solidFill>
              <a:srgbClr val="000000">
                <a:alpha val="84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3" name="Google Shape;2813;p45"/>
            <p:cNvSpPr/>
            <p:nvPr/>
          </p:nvSpPr>
          <p:spPr>
            <a:xfrm>
              <a:off x="1225455" y="2477268"/>
              <a:ext cx="94584" cy="81777"/>
            </a:xfrm>
            <a:custGeom>
              <a:avLst/>
              <a:gdLst/>
              <a:ahLst/>
              <a:cxnLst/>
              <a:rect l="l" t="t" r="r" b="b"/>
              <a:pathLst>
                <a:path w="64895" h="56108" extrusionOk="0">
                  <a:moveTo>
                    <a:pt x="32483" y="1"/>
                  </a:moveTo>
                  <a:cubicBezTo>
                    <a:pt x="25005" y="1"/>
                    <a:pt x="18218" y="4407"/>
                    <a:pt x="15146" y="11241"/>
                  </a:cubicBezTo>
                  <a:lnTo>
                    <a:pt x="0" y="45058"/>
                  </a:lnTo>
                  <a:lnTo>
                    <a:pt x="32459" y="56108"/>
                  </a:lnTo>
                  <a:lnTo>
                    <a:pt x="64895" y="45058"/>
                  </a:lnTo>
                  <a:lnTo>
                    <a:pt x="49796" y="11241"/>
                  </a:lnTo>
                  <a:cubicBezTo>
                    <a:pt x="46748" y="4407"/>
                    <a:pt x="39985" y="1"/>
                    <a:pt x="32483" y="1"/>
                  </a:cubicBezTo>
                  <a:close/>
                </a:path>
              </a:pathLst>
            </a:custGeom>
            <a:solidFill>
              <a:srgbClr val="EFEDE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4" name="Google Shape;2814;p45"/>
            <p:cNvSpPr/>
            <p:nvPr/>
          </p:nvSpPr>
          <p:spPr>
            <a:xfrm>
              <a:off x="1262699" y="2496601"/>
              <a:ext cx="20201" cy="20202"/>
            </a:xfrm>
            <a:custGeom>
              <a:avLst/>
              <a:gdLst/>
              <a:ahLst/>
              <a:cxnLst/>
              <a:rect l="l" t="t" r="r" b="b"/>
              <a:pathLst>
                <a:path w="13860" h="13861" extrusionOk="0">
                  <a:moveTo>
                    <a:pt x="6930" y="1"/>
                  </a:moveTo>
                  <a:cubicBezTo>
                    <a:pt x="3096" y="1"/>
                    <a:pt x="0" y="3096"/>
                    <a:pt x="0" y="6931"/>
                  </a:cubicBezTo>
                  <a:cubicBezTo>
                    <a:pt x="0" y="10765"/>
                    <a:pt x="3096" y="13861"/>
                    <a:pt x="6930" y="13861"/>
                  </a:cubicBezTo>
                  <a:cubicBezTo>
                    <a:pt x="10764" y="13861"/>
                    <a:pt x="13860" y="10765"/>
                    <a:pt x="13860" y="6931"/>
                  </a:cubicBezTo>
                  <a:cubicBezTo>
                    <a:pt x="13860" y="3096"/>
                    <a:pt x="10764" y="1"/>
                    <a:pt x="6930" y="1"/>
                  </a:cubicBezTo>
                  <a:close/>
                </a:path>
              </a:pathLst>
            </a:custGeom>
            <a:solidFill>
              <a:srgbClr val="3A48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5" name="Google Shape;2815;p45"/>
            <p:cNvSpPr/>
            <p:nvPr/>
          </p:nvSpPr>
          <p:spPr>
            <a:xfrm>
              <a:off x="1204976" y="2406634"/>
              <a:ext cx="41132" cy="35333"/>
            </a:xfrm>
            <a:custGeom>
              <a:avLst/>
              <a:gdLst/>
              <a:ahLst/>
              <a:cxnLst/>
              <a:rect l="l" t="t" r="r" b="b"/>
              <a:pathLst>
                <a:path w="28221" h="24242" extrusionOk="0">
                  <a:moveTo>
                    <a:pt x="22410" y="1"/>
                  </a:moveTo>
                  <a:lnTo>
                    <a:pt x="5954" y="525"/>
                  </a:lnTo>
                  <a:lnTo>
                    <a:pt x="1453" y="7193"/>
                  </a:lnTo>
                  <a:cubicBezTo>
                    <a:pt x="1" y="9360"/>
                    <a:pt x="572" y="12337"/>
                    <a:pt x="2763" y="13789"/>
                  </a:cubicBezTo>
                  <a:lnTo>
                    <a:pt x="17123" y="23434"/>
                  </a:lnTo>
                  <a:cubicBezTo>
                    <a:pt x="17936" y="23979"/>
                    <a:pt x="18862" y="24242"/>
                    <a:pt x="19778" y="24242"/>
                  </a:cubicBezTo>
                  <a:cubicBezTo>
                    <a:pt x="21308" y="24242"/>
                    <a:pt x="22812" y="23509"/>
                    <a:pt x="23720" y="22124"/>
                  </a:cubicBezTo>
                  <a:lnTo>
                    <a:pt x="28221" y="15456"/>
                  </a:lnTo>
                  <a:lnTo>
                    <a:pt x="22410" y="1"/>
                  </a:lnTo>
                  <a:close/>
                </a:path>
              </a:pathLst>
            </a:custGeom>
            <a:solidFill>
              <a:srgbClr val="3A48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6" name="Google Shape;2816;p45"/>
            <p:cNvSpPr/>
            <p:nvPr/>
          </p:nvSpPr>
          <p:spPr>
            <a:xfrm>
              <a:off x="1195812" y="2373989"/>
              <a:ext cx="83652" cy="65308"/>
            </a:xfrm>
            <a:custGeom>
              <a:avLst/>
              <a:gdLst/>
              <a:ahLst/>
              <a:cxnLst/>
              <a:rect l="l" t="t" r="r" b="b"/>
              <a:pathLst>
                <a:path w="57394" h="44808" extrusionOk="0">
                  <a:moveTo>
                    <a:pt x="10820" y="1"/>
                  </a:moveTo>
                  <a:cubicBezTo>
                    <a:pt x="8994" y="1"/>
                    <a:pt x="7208" y="875"/>
                    <a:pt x="6121" y="2514"/>
                  </a:cubicBezTo>
                  <a:lnTo>
                    <a:pt x="1763" y="9015"/>
                  </a:lnTo>
                  <a:cubicBezTo>
                    <a:pt x="1" y="11635"/>
                    <a:pt x="691" y="15135"/>
                    <a:pt x="3311" y="16898"/>
                  </a:cubicBezTo>
                  <a:lnTo>
                    <a:pt x="43415" y="43832"/>
                  </a:lnTo>
                  <a:cubicBezTo>
                    <a:pt x="44395" y="44491"/>
                    <a:pt x="45498" y="44807"/>
                    <a:pt x="46588" y="44807"/>
                  </a:cubicBezTo>
                  <a:cubicBezTo>
                    <a:pt x="48410" y="44807"/>
                    <a:pt x="50194" y="43923"/>
                    <a:pt x="51297" y="42284"/>
                  </a:cubicBezTo>
                  <a:lnTo>
                    <a:pt x="55655" y="35806"/>
                  </a:lnTo>
                  <a:cubicBezTo>
                    <a:pt x="57394" y="33210"/>
                    <a:pt x="56727" y="29662"/>
                    <a:pt x="54107" y="27924"/>
                  </a:cubicBezTo>
                  <a:lnTo>
                    <a:pt x="14004" y="966"/>
                  </a:lnTo>
                  <a:cubicBezTo>
                    <a:pt x="13022" y="315"/>
                    <a:pt x="11914" y="1"/>
                    <a:pt x="10820" y="1"/>
                  </a:cubicBezTo>
                  <a:close/>
                </a:path>
              </a:pathLst>
            </a:custGeom>
            <a:solidFill>
              <a:srgbClr val="D9D9D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7" name="Google Shape;2817;p45"/>
            <p:cNvSpPr/>
            <p:nvPr/>
          </p:nvSpPr>
          <p:spPr>
            <a:xfrm>
              <a:off x="1274533" y="2256899"/>
              <a:ext cx="83652" cy="65306"/>
            </a:xfrm>
            <a:custGeom>
              <a:avLst/>
              <a:gdLst/>
              <a:ahLst/>
              <a:cxnLst/>
              <a:rect l="l" t="t" r="r" b="b"/>
              <a:pathLst>
                <a:path w="57394" h="44807" extrusionOk="0">
                  <a:moveTo>
                    <a:pt x="10807" y="1"/>
                  </a:moveTo>
                  <a:cubicBezTo>
                    <a:pt x="8984" y="1"/>
                    <a:pt x="7200" y="885"/>
                    <a:pt x="6097" y="2524"/>
                  </a:cubicBezTo>
                  <a:lnTo>
                    <a:pt x="1763" y="9001"/>
                  </a:lnTo>
                  <a:cubicBezTo>
                    <a:pt x="1" y="11621"/>
                    <a:pt x="692" y="15146"/>
                    <a:pt x="3311" y="16884"/>
                  </a:cubicBezTo>
                  <a:lnTo>
                    <a:pt x="43391" y="43842"/>
                  </a:lnTo>
                  <a:cubicBezTo>
                    <a:pt x="44372" y="44493"/>
                    <a:pt x="45480" y="44807"/>
                    <a:pt x="46575" y="44807"/>
                  </a:cubicBezTo>
                  <a:cubicBezTo>
                    <a:pt x="48404" y="44807"/>
                    <a:pt x="50195" y="43932"/>
                    <a:pt x="51297" y="42294"/>
                  </a:cubicBezTo>
                  <a:lnTo>
                    <a:pt x="55632" y="35793"/>
                  </a:lnTo>
                  <a:cubicBezTo>
                    <a:pt x="57394" y="33173"/>
                    <a:pt x="56679" y="29672"/>
                    <a:pt x="54084" y="27910"/>
                  </a:cubicBezTo>
                  <a:lnTo>
                    <a:pt x="13980" y="976"/>
                  </a:lnTo>
                  <a:cubicBezTo>
                    <a:pt x="13000" y="317"/>
                    <a:pt x="11896" y="1"/>
                    <a:pt x="10807" y="1"/>
                  </a:cubicBezTo>
                  <a:close/>
                </a:path>
              </a:pathLst>
            </a:custGeom>
            <a:solidFill>
              <a:srgbClr val="D9D9D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8" name="Google Shape;2818;p45"/>
            <p:cNvSpPr/>
            <p:nvPr/>
          </p:nvSpPr>
          <p:spPr>
            <a:xfrm>
              <a:off x="1124242" y="2542870"/>
              <a:ext cx="220476" cy="32037"/>
            </a:xfrm>
            <a:custGeom>
              <a:avLst/>
              <a:gdLst/>
              <a:ahLst/>
              <a:cxnLst/>
              <a:rect l="l" t="t" r="r" b="b"/>
              <a:pathLst>
                <a:path w="151270" h="21981" extrusionOk="0">
                  <a:moveTo>
                    <a:pt x="21957" y="0"/>
                  </a:moveTo>
                  <a:cubicBezTo>
                    <a:pt x="9812" y="0"/>
                    <a:pt x="0" y="9835"/>
                    <a:pt x="0" y="21981"/>
                  </a:cubicBezTo>
                  <a:lnTo>
                    <a:pt x="151246" y="21981"/>
                  </a:lnTo>
                  <a:lnTo>
                    <a:pt x="151246" y="8978"/>
                  </a:lnTo>
                  <a:cubicBezTo>
                    <a:pt x="151270" y="4025"/>
                    <a:pt x="147269" y="0"/>
                    <a:pt x="142292" y="0"/>
                  </a:cubicBezTo>
                  <a:close/>
                </a:path>
              </a:pathLst>
            </a:custGeom>
            <a:solidFill>
              <a:srgbClr val="F0EBD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9" name="Google Shape;2819;p45"/>
            <p:cNvSpPr/>
            <p:nvPr/>
          </p:nvSpPr>
          <p:spPr>
            <a:xfrm>
              <a:off x="1257873" y="2491742"/>
              <a:ext cx="29853" cy="29851"/>
            </a:xfrm>
            <a:custGeom>
              <a:avLst/>
              <a:gdLst/>
              <a:ahLst/>
              <a:cxnLst/>
              <a:rect l="l" t="t" r="r" b="b"/>
              <a:pathLst>
                <a:path w="20482" h="20481" extrusionOk="0">
                  <a:moveTo>
                    <a:pt x="10241" y="6573"/>
                  </a:moveTo>
                  <a:cubicBezTo>
                    <a:pt x="12265" y="6573"/>
                    <a:pt x="13909" y="8217"/>
                    <a:pt x="13909" y="10241"/>
                  </a:cubicBezTo>
                  <a:cubicBezTo>
                    <a:pt x="13909" y="12265"/>
                    <a:pt x="12265" y="13884"/>
                    <a:pt x="10241" y="13884"/>
                  </a:cubicBezTo>
                  <a:cubicBezTo>
                    <a:pt x="8217" y="13884"/>
                    <a:pt x="6574" y="12265"/>
                    <a:pt x="6574" y="10241"/>
                  </a:cubicBezTo>
                  <a:cubicBezTo>
                    <a:pt x="6574" y="8240"/>
                    <a:pt x="8217" y="6573"/>
                    <a:pt x="10241" y="6573"/>
                  </a:cubicBezTo>
                  <a:close/>
                  <a:moveTo>
                    <a:pt x="10241" y="1"/>
                  </a:moveTo>
                  <a:cubicBezTo>
                    <a:pt x="4573" y="1"/>
                    <a:pt x="1" y="4573"/>
                    <a:pt x="1" y="10241"/>
                  </a:cubicBezTo>
                  <a:cubicBezTo>
                    <a:pt x="1" y="15885"/>
                    <a:pt x="4573" y="20481"/>
                    <a:pt x="10241" y="20481"/>
                  </a:cubicBezTo>
                  <a:cubicBezTo>
                    <a:pt x="15885" y="20481"/>
                    <a:pt x="20481" y="15885"/>
                    <a:pt x="20481" y="10241"/>
                  </a:cubicBezTo>
                  <a:cubicBezTo>
                    <a:pt x="20481" y="4573"/>
                    <a:pt x="15885" y="1"/>
                    <a:pt x="10241"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0" name="Google Shape;2820;p45"/>
            <p:cNvSpPr/>
            <p:nvPr/>
          </p:nvSpPr>
          <p:spPr>
            <a:xfrm>
              <a:off x="1254854" y="2330124"/>
              <a:ext cx="12912" cy="12530"/>
            </a:xfrm>
            <a:custGeom>
              <a:avLst/>
              <a:gdLst/>
              <a:ahLst/>
              <a:cxnLst/>
              <a:rect l="l" t="t" r="r" b="b"/>
              <a:pathLst>
                <a:path w="8859" h="8597" extrusionOk="0">
                  <a:moveTo>
                    <a:pt x="5081" y="1"/>
                  </a:moveTo>
                  <a:cubicBezTo>
                    <a:pt x="4017" y="1"/>
                    <a:pt x="2975" y="507"/>
                    <a:pt x="2334" y="1461"/>
                  </a:cubicBezTo>
                  <a:lnTo>
                    <a:pt x="1000" y="3485"/>
                  </a:lnTo>
                  <a:cubicBezTo>
                    <a:pt x="0" y="4985"/>
                    <a:pt x="381" y="7057"/>
                    <a:pt x="1905" y="8057"/>
                  </a:cubicBezTo>
                  <a:cubicBezTo>
                    <a:pt x="2447" y="8421"/>
                    <a:pt x="3082" y="8597"/>
                    <a:pt x="3717" y="8597"/>
                  </a:cubicBezTo>
                  <a:cubicBezTo>
                    <a:pt x="4784" y="8597"/>
                    <a:pt x="5851" y="8102"/>
                    <a:pt x="6478" y="7176"/>
                  </a:cubicBezTo>
                  <a:lnTo>
                    <a:pt x="7811" y="5152"/>
                  </a:lnTo>
                  <a:cubicBezTo>
                    <a:pt x="8859" y="3628"/>
                    <a:pt x="8430" y="1580"/>
                    <a:pt x="6930" y="556"/>
                  </a:cubicBezTo>
                  <a:cubicBezTo>
                    <a:pt x="6360" y="181"/>
                    <a:pt x="5716" y="1"/>
                    <a:pt x="5081"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1" name="Google Shape;2821;p45"/>
            <p:cNvSpPr/>
            <p:nvPr/>
          </p:nvSpPr>
          <p:spPr>
            <a:xfrm>
              <a:off x="1287238" y="2351853"/>
              <a:ext cx="12947" cy="12561"/>
            </a:xfrm>
            <a:custGeom>
              <a:avLst/>
              <a:gdLst/>
              <a:ahLst/>
              <a:cxnLst/>
              <a:rect l="l" t="t" r="r" b="b"/>
              <a:pathLst>
                <a:path w="8883" h="8618" extrusionOk="0">
                  <a:moveTo>
                    <a:pt x="5128" y="0"/>
                  </a:moveTo>
                  <a:cubicBezTo>
                    <a:pt x="4064" y="0"/>
                    <a:pt x="3022" y="506"/>
                    <a:pt x="2382" y="1460"/>
                  </a:cubicBezTo>
                  <a:lnTo>
                    <a:pt x="1048" y="3485"/>
                  </a:lnTo>
                  <a:cubicBezTo>
                    <a:pt x="0" y="5033"/>
                    <a:pt x="429" y="7057"/>
                    <a:pt x="1929" y="8057"/>
                  </a:cubicBezTo>
                  <a:cubicBezTo>
                    <a:pt x="2487" y="8438"/>
                    <a:pt x="3123" y="8618"/>
                    <a:pt x="3756" y="8618"/>
                  </a:cubicBezTo>
                  <a:cubicBezTo>
                    <a:pt x="4825" y="8618"/>
                    <a:pt x="5882" y="8103"/>
                    <a:pt x="6525" y="7176"/>
                  </a:cubicBezTo>
                  <a:lnTo>
                    <a:pt x="7859" y="5152"/>
                  </a:lnTo>
                  <a:cubicBezTo>
                    <a:pt x="8883" y="3627"/>
                    <a:pt x="8478" y="1579"/>
                    <a:pt x="6978" y="555"/>
                  </a:cubicBezTo>
                  <a:cubicBezTo>
                    <a:pt x="6407" y="181"/>
                    <a:pt x="5764" y="0"/>
                    <a:pt x="5128"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2" name="Google Shape;2822;p45"/>
            <p:cNvSpPr/>
            <p:nvPr/>
          </p:nvSpPr>
          <p:spPr>
            <a:xfrm>
              <a:off x="1267523" y="2341069"/>
              <a:ext cx="18467" cy="15180"/>
            </a:xfrm>
            <a:custGeom>
              <a:avLst/>
              <a:gdLst/>
              <a:ahLst/>
              <a:cxnLst/>
              <a:rect l="l" t="t" r="r" b="b"/>
              <a:pathLst>
                <a:path w="12670" h="10415" extrusionOk="0">
                  <a:moveTo>
                    <a:pt x="3477" y="1"/>
                  </a:moveTo>
                  <a:cubicBezTo>
                    <a:pt x="3344" y="1"/>
                    <a:pt x="3209" y="8"/>
                    <a:pt x="3072" y="24"/>
                  </a:cubicBezTo>
                  <a:cubicBezTo>
                    <a:pt x="1263" y="262"/>
                    <a:pt x="0" y="1882"/>
                    <a:pt x="215" y="3715"/>
                  </a:cubicBezTo>
                  <a:cubicBezTo>
                    <a:pt x="524" y="5883"/>
                    <a:pt x="1739" y="7835"/>
                    <a:pt x="3620" y="9098"/>
                  </a:cubicBezTo>
                  <a:cubicBezTo>
                    <a:pt x="4887" y="9942"/>
                    <a:pt x="6417" y="10415"/>
                    <a:pt x="7964" y="10415"/>
                  </a:cubicBezTo>
                  <a:cubicBezTo>
                    <a:pt x="8599" y="10415"/>
                    <a:pt x="9236" y="10335"/>
                    <a:pt x="9860" y="10169"/>
                  </a:cubicBezTo>
                  <a:cubicBezTo>
                    <a:pt x="11622" y="9693"/>
                    <a:pt x="12670" y="7907"/>
                    <a:pt x="12193" y="6121"/>
                  </a:cubicBezTo>
                  <a:cubicBezTo>
                    <a:pt x="11795" y="4646"/>
                    <a:pt x="10480" y="3672"/>
                    <a:pt x="9014" y="3672"/>
                  </a:cubicBezTo>
                  <a:cubicBezTo>
                    <a:pt x="8728" y="3672"/>
                    <a:pt x="8437" y="3709"/>
                    <a:pt x="8145" y="3787"/>
                  </a:cubicBezTo>
                  <a:cubicBezTo>
                    <a:pt x="8077" y="3806"/>
                    <a:pt x="8003" y="3814"/>
                    <a:pt x="7927" y="3814"/>
                  </a:cubicBezTo>
                  <a:cubicBezTo>
                    <a:pt x="7714" y="3814"/>
                    <a:pt x="7481" y="3743"/>
                    <a:pt x="7288" y="3620"/>
                  </a:cubicBezTo>
                  <a:cubicBezTo>
                    <a:pt x="7002" y="3454"/>
                    <a:pt x="6811" y="3144"/>
                    <a:pt x="6764" y="2882"/>
                  </a:cubicBezTo>
                  <a:cubicBezTo>
                    <a:pt x="6543" y="1207"/>
                    <a:pt x="5139" y="1"/>
                    <a:pt x="3477"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3" name="Google Shape;2823;p45"/>
            <p:cNvSpPr/>
            <p:nvPr/>
          </p:nvSpPr>
          <p:spPr>
            <a:xfrm>
              <a:off x="1118827" y="2253813"/>
              <a:ext cx="246300" cy="326197"/>
            </a:xfrm>
            <a:custGeom>
              <a:avLst/>
              <a:gdLst/>
              <a:ahLst/>
              <a:cxnLst/>
              <a:rect l="l" t="t" r="r" b="b"/>
              <a:pathLst>
                <a:path w="168988" h="223806" extrusionOk="0">
                  <a:moveTo>
                    <a:pt x="117636" y="5410"/>
                  </a:moveTo>
                  <a:cubicBezTo>
                    <a:pt x="118092" y="5410"/>
                    <a:pt x="118552" y="5532"/>
                    <a:pt x="118954" y="5785"/>
                  </a:cubicBezTo>
                  <a:cubicBezTo>
                    <a:pt x="118954" y="5785"/>
                    <a:pt x="158962" y="32671"/>
                    <a:pt x="159033" y="32743"/>
                  </a:cubicBezTo>
                  <a:cubicBezTo>
                    <a:pt x="160081" y="33457"/>
                    <a:pt x="160438" y="34958"/>
                    <a:pt x="159700" y="36077"/>
                  </a:cubicBezTo>
                  <a:cubicBezTo>
                    <a:pt x="159700" y="36077"/>
                    <a:pt x="155342" y="42531"/>
                    <a:pt x="155342" y="42554"/>
                  </a:cubicBezTo>
                  <a:cubicBezTo>
                    <a:pt x="154889" y="43234"/>
                    <a:pt x="154120" y="43607"/>
                    <a:pt x="153333" y="43607"/>
                  </a:cubicBezTo>
                  <a:cubicBezTo>
                    <a:pt x="152878" y="43607"/>
                    <a:pt x="152418" y="43483"/>
                    <a:pt x="152008" y="43221"/>
                  </a:cubicBezTo>
                  <a:cubicBezTo>
                    <a:pt x="152008" y="43221"/>
                    <a:pt x="111976" y="16311"/>
                    <a:pt x="111928" y="16287"/>
                  </a:cubicBezTo>
                  <a:cubicBezTo>
                    <a:pt x="110857" y="15525"/>
                    <a:pt x="110547" y="14001"/>
                    <a:pt x="111261" y="12929"/>
                  </a:cubicBezTo>
                  <a:cubicBezTo>
                    <a:pt x="111261" y="12929"/>
                    <a:pt x="115619" y="6476"/>
                    <a:pt x="115619" y="6452"/>
                  </a:cubicBezTo>
                  <a:cubicBezTo>
                    <a:pt x="116072" y="5773"/>
                    <a:pt x="116849" y="5410"/>
                    <a:pt x="117636" y="5410"/>
                  </a:cubicBezTo>
                  <a:close/>
                  <a:moveTo>
                    <a:pt x="110999" y="23574"/>
                  </a:moveTo>
                  <a:lnTo>
                    <a:pt x="145650" y="46841"/>
                  </a:lnTo>
                  <a:lnTo>
                    <a:pt x="106022" y="105782"/>
                  </a:lnTo>
                  <a:lnTo>
                    <a:pt x="71372" y="82515"/>
                  </a:lnTo>
                  <a:lnTo>
                    <a:pt x="110999" y="23574"/>
                  </a:lnTo>
                  <a:close/>
                  <a:moveTo>
                    <a:pt x="63654" y="85744"/>
                  </a:moveTo>
                  <a:cubicBezTo>
                    <a:pt x="64105" y="85744"/>
                    <a:pt x="64562" y="85868"/>
                    <a:pt x="64966" y="86135"/>
                  </a:cubicBezTo>
                  <a:cubicBezTo>
                    <a:pt x="64966" y="86135"/>
                    <a:pt x="104951" y="112997"/>
                    <a:pt x="105070" y="113069"/>
                  </a:cubicBezTo>
                  <a:cubicBezTo>
                    <a:pt x="106165" y="113831"/>
                    <a:pt x="106475" y="115331"/>
                    <a:pt x="105736" y="116403"/>
                  </a:cubicBezTo>
                  <a:cubicBezTo>
                    <a:pt x="105736" y="116403"/>
                    <a:pt x="101378" y="122880"/>
                    <a:pt x="101378" y="122904"/>
                  </a:cubicBezTo>
                  <a:cubicBezTo>
                    <a:pt x="100918" y="123587"/>
                    <a:pt x="100161" y="123946"/>
                    <a:pt x="99391" y="123946"/>
                  </a:cubicBezTo>
                  <a:cubicBezTo>
                    <a:pt x="98926" y="123946"/>
                    <a:pt x="98457" y="123816"/>
                    <a:pt x="98044" y="123547"/>
                  </a:cubicBezTo>
                  <a:cubicBezTo>
                    <a:pt x="98044" y="123547"/>
                    <a:pt x="58036" y="96684"/>
                    <a:pt x="57941" y="96613"/>
                  </a:cubicBezTo>
                  <a:cubicBezTo>
                    <a:pt x="56917" y="95922"/>
                    <a:pt x="56560" y="94422"/>
                    <a:pt x="57298" y="93279"/>
                  </a:cubicBezTo>
                  <a:cubicBezTo>
                    <a:pt x="57298" y="93279"/>
                    <a:pt x="61632" y="86825"/>
                    <a:pt x="61632" y="86801"/>
                  </a:cubicBezTo>
                  <a:cubicBezTo>
                    <a:pt x="62073" y="86132"/>
                    <a:pt x="62855" y="85744"/>
                    <a:pt x="63654" y="85744"/>
                  </a:cubicBezTo>
                  <a:close/>
                  <a:moveTo>
                    <a:pt x="65966" y="109901"/>
                  </a:moveTo>
                  <a:lnTo>
                    <a:pt x="82708" y="121142"/>
                  </a:lnTo>
                  <a:cubicBezTo>
                    <a:pt x="82708" y="121166"/>
                    <a:pt x="80064" y="125095"/>
                    <a:pt x="80064" y="125095"/>
                  </a:cubicBezTo>
                  <a:cubicBezTo>
                    <a:pt x="79780" y="125514"/>
                    <a:pt x="79316" y="125736"/>
                    <a:pt x="78845" y="125736"/>
                  </a:cubicBezTo>
                  <a:cubicBezTo>
                    <a:pt x="78568" y="125736"/>
                    <a:pt x="78288" y="125659"/>
                    <a:pt x="78040" y="125500"/>
                  </a:cubicBezTo>
                  <a:lnTo>
                    <a:pt x="63704" y="115855"/>
                  </a:lnTo>
                  <a:cubicBezTo>
                    <a:pt x="63037" y="115403"/>
                    <a:pt x="62870" y="114474"/>
                    <a:pt x="63299" y="113831"/>
                  </a:cubicBezTo>
                  <a:lnTo>
                    <a:pt x="65966" y="109901"/>
                  </a:lnTo>
                  <a:close/>
                  <a:moveTo>
                    <a:pt x="105641" y="156816"/>
                  </a:moveTo>
                  <a:cubicBezTo>
                    <a:pt x="110880" y="156816"/>
                    <a:pt x="115977" y="159578"/>
                    <a:pt x="118787" y="163984"/>
                  </a:cubicBezTo>
                  <a:cubicBezTo>
                    <a:pt x="118834" y="164031"/>
                    <a:pt x="133004" y="195228"/>
                    <a:pt x="133004" y="195228"/>
                  </a:cubicBezTo>
                  <a:lnTo>
                    <a:pt x="78255" y="195228"/>
                  </a:lnTo>
                  <a:lnTo>
                    <a:pt x="91329" y="166056"/>
                  </a:lnTo>
                  <a:cubicBezTo>
                    <a:pt x="93853" y="160459"/>
                    <a:pt x="99473" y="156816"/>
                    <a:pt x="105641" y="156816"/>
                  </a:cubicBezTo>
                  <a:close/>
                  <a:moveTo>
                    <a:pt x="145745" y="201849"/>
                  </a:moveTo>
                  <a:cubicBezTo>
                    <a:pt x="148888" y="201849"/>
                    <a:pt x="151460" y="204397"/>
                    <a:pt x="151460" y="207564"/>
                  </a:cubicBezTo>
                  <a:lnTo>
                    <a:pt x="151460" y="217209"/>
                  </a:lnTo>
                  <a:lnTo>
                    <a:pt x="7406" y="217209"/>
                  </a:lnTo>
                  <a:cubicBezTo>
                    <a:pt x="8954" y="208493"/>
                    <a:pt x="16599" y="201849"/>
                    <a:pt x="25767" y="201849"/>
                  </a:cubicBezTo>
                  <a:close/>
                  <a:moveTo>
                    <a:pt x="117832" y="0"/>
                  </a:moveTo>
                  <a:cubicBezTo>
                    <a:pt x="114925" y="0"/>
                    <a:pt x="112051" y="1379"/>
                    <a:pt x="110356" y="3927"/>
                  </a:cubicBezTo>
                  <a:cubicBezTo>
                    <a:pt x="110356" y="3927"/>
                    <a:pt x="106022" y="10381"/>
                    <a:pt x="105998" y="10381"/>
                  </a:cubicBezTo>
                  <a:cubicBezTo>
                    <a:pt x="103974" y="13382"/>
                    <a:pt x="103998" y="17478"/>
                    <a:pt x="106070" y="20455"/>
                  </a:cubicBezTo>
                  <a:lnTo>
                    <a:pt x="65966" y="80157"/>
                  </a:lnTo>
                  <a:cubicBezTo>
                    <a:pt x="65347" y="80014"/>
                    <a:pt x="64704" y="79943"/>
                    <a:pt x="64061" y="79943"/>
                  </a:cubicBezTo>
                  <a:cubicBezTo>
                    <a:pt x="61084" y="79943"/>
                    <a:pt x="58274" y="81443"/>
                    <a:pt x="56655" y="83896"/>
                  </a:cubicBezTo>
                  <a:lnTo>
                    <a:pt x="52297" y="90278"/>
                  </a:lnTo>
                  <a:cubicBezTo>
                    <a:pt x="49534" y="94374"/>
                    <a:pt x="50630" y="99971"/>
                    <a:pt x="54726" y="102757"/>
                  </a:cubicBezTo>
                  <a:lnTo>
                    <a:pt x="60870" y="106853"/>
                  </a:lnTo>
                  <a:cubicBezTo>
                    <a:pt x="60870" y="106853"/>
                    <a:pt x="58250" y="110759"/>
                    <a:pt x="58250" y="110783"/>
                  </a:cubicBezTo>
                  <a:cubicBezTo>
                    <a:pt x="55798" y="114426"/>
                    <a:pt x="56822" y="119475"/>
                    <a:pt x="60418" y="121928"/>
                  </a:cubicBezTo>
                  <a:lnTo>
                    <a:pt x="74682" y="131501"/>
                  </a:lnTo>
                  <a:cubicBezTo>
                    <a:pt x="76024" y="132410"/>
                    <a:pt x="77565" y="132842"/>
                    <a:pt x="79097" y="132842"/>
                  </a:cubicBezTo>
                  <a:cubicBezTo>
                    <a:pt x="81699" y="132842"/>
                    <a:pt x="84275" y="131597"/>
                    <a:pt x="85804" y="129334"/>
                  </a:cubicBezTo>
                  <a:lnTo>
                    <a:pt x="88423" y="125405"/>
                  </a:lnTo>
                  <a:lnTo>
                    <a:pt x="94591" y="129548"/>
                  </a:lnTo>
                  <a:cubicBezTo>
                    <a:pt x="96091" y="130545"/>
                    <a:pt x="97807" y="131022"/>
                    <a:pt x="99511" y="131022"/>
                  </a:cubicBezTo>
                  <a:cubicBezTo>
                    <a:pt x="102408" y="131022"/>
                    <a:pt x="105275" y="129644"/>
                    <a:pt x="106999" y="127095"/>
                  </a:cubicBezTo>
                  <a:lnTo>
                    <a:pt x="111357" y="120642"/>
                  </a:lnTo>
                  <a:cubicBezTo>
                    <a:pt x="113476" y="117522"/>
                    <a:pt x="113309" y="113521"/>
                    <a:pt x="111285" y="110568"/>
                  </a:cubicBezTo>
                  <a:lnTo>
                    <a:pt x="129194" y="83968"/>
                  </a:lnTo>
                  <a:cubicBezTo>
                    <a:pt x="132361" y="89897"/>
                    <a:pt x="134361" y="96470"/>
                    <a:pt x="134957" y="103233"/>
                  </a:cubicBezTo>
                  <a:cubicBezTo>
                    <a:pt x="135886" y="113402"/>
                    <a:pt x="133671" y="123476"/>
                    <a:pt x="128646" y="132335"/>
                  </a:cubicBezTo>
                  <a:cubicBezTo>
                    <a:pt x="124240" y="140074"/>
                    <a:pt x="117906" y="146456"/>
                    <a:pt x="110261" y="150886"/>
                  </a:cubicBezTo>
                  <a:cubicBezTo>
                    <a:pt x="108832" y="150576"/>
                    <a:pt x="107332" y="150433"/>
                    <a:pt x="105808" y="150433"/>
                  </a:cubicBezTo>
                  <a:cubicBezTo>
                    <a:pt x="97330" y="150433"/>
                    <a:pt x="89590" y="155315"/>
                    <a:pt x="85899" y="162912"/>
                  </a:cubicBezTo>
                  <a:lnTo>
                    <a:pt x="53559" y="141170"/>
                  </a:lnTo>
                  <a:cubicBezTo>
                    <a:pt x="53002" y="140798"/>
                    <a:pt x="52370" y="140621"/>
                    <a:pt x="51743" y="140621"/>
                  </a:cubicBezTo>
                  <a:cubicBezTo>
                    <a:pt x="50680" y="140621"/>
                    <a:pt x="49631" y="141131"/>
                    <a:pt x="48987" y="142075"/>
                  </a:cubicBezTo>
                  <a:cubicBezTo>
                    <a:pt x="47986" y="143551"/>
                    <a:pt x="48391" y="145623"/>
                    <a:pt x="49892" y="146623"/>
                  </a:cubicBezTo>
                  <a:lnTo>
                    <a:pt x="83160" y="168985"/>
                  </a:lnTo>
                  <a:lnTo>
                    <a:pt x="78588" y="179225"/>
                  </a:lnTo>
                  <a:lnTo>
                    <a:pt x="22052" y="141241"/>
                  </a:lnTo>
                  <a:cubicBezTo>
                    <a:pt x="21243" y="140693"/>
                    <a:pt x="20981" y="139598"/>
                    <a:pt x="21481" y="138764"/>
                  </a:cubicBezTo>
                  <a:lnTo>
                    <a:pt x="25124" y="132406"/>
                  </a:lnTo>
                  <a:cubicBezTo>
                    <a:pt x="25482" y="131763"/>
                    <a:pt x="26006" y="131572"/>
                    <a:pt x="26315" y="131501"/>
                  </a:cubicBezTo>
                  <a:cubicBezTo>
                    <a:pt x="26421" y="131483"/>
                    <a:pt x="26569" y="131462"/>
                    <a:pt x="26743" y="131462"/>
                  </a:cubicBezTo>
                  <a:cubicBezTo>
                    <a:pt x="27038" y="131462"/>
                    <a:pt x="27408" y="131523"/>
                    <a:pt x="27768" y="131763"/>
                  </a:cubicBezTo>
                  <a:lnTo>
                    <a:pt x="39080" y="139360"/>
                  </a:lnTo>
                  <a:cubicBezTo>
                    <a:pt x="39680" y="139757"/>
                    <a:pt x="40372" y="139958"/>
                    <a:pt x="41052" y="139958"/>
                  </a:cubicBezTo>
                  <a:cubicBezTo>
                    <a:pt x="41965" y="139958"/>
                    <a:pt x="42858" y="139596"/>
                    <a:pt x="43485" y="138860"/>
                  </a:cubicBezTo>
                  <a:cubicBezTo>
                    <a:pt x="44795" y="137336"/>
                    <a:pt x="44462" y="135073"/>
                    <a:pt x="42819" y="133978"/>
                  </a:cubicBezTo>
                  <a:lnTo>
                    <a:pt x="31435" y="126333"/>
                  </a:lnTo>
                  <a:cubicBezTo>
                    <a:pt x="30011" y="125381"/>
                    <a:pt x="28391" y="124930"/>
                    <a:pt x="26784" y="124930"/>
                  </a:cubicBezTo>
                  <a:cubicBezTo>
                    <a:pt x="23850" y="124930"/>
                    <a:pt x="20963" y="126435"/>
                    <a:pt x="19409" y="129143"/>
                  </a:cubicBezTo>
                  <a:lnTo>
                    <a:pt x="15742" y="135549"/>
                  </a:lnTo>
                  <a:cubicBezTo>
                    <a:pt x="13574" y="139360"/>
                    <a:pt x="14694" y="144266"/>
                    <a:pt x="18361" y="146718"/>
                  </a:cubicBezTo>
                  <a:lnTo>
                    <a:pt x="75849" y="185321"/>
                  </a:lnTo>
                  <a:lnTo>
                    <a:pt x="71420" y="195276"/>
                  </a:lnTo>
                  <a:lnTo>
                    <a:pt x="25291" y="195276"/>
                  </a:lnTo>
                  <a:cubicBezTo>
                    <a:pt x="11336" y="195276"/>
                    <a:pt x="0" y="206635"/>
                    <a:pt x="24" y="220567"/>
                  </a:cubicBezTo>
                  <a:cubicBezTo>
                    <a:pt x="24" y="222353"/>
                    <a:pt x="1524" y="223805"/>
                    <a:pt x="3334" y="223805"/>
                  </a:cubicBezTo>
                  <a:lnTo>
                    <a:pt x="154771" y="223805"/>
                  </a:lnTo>
                  <a:cubicBezTo>
                    <a:pt x="156580" y="223805"/>
                    <a:pt x="158057" y="222329"/>
                    <a:pt x="158057" y="220519"/>
                  </a:cubicBezTo>
                  <a:lnTo>
                    <a:pt x="158057" y="207564"/>
                  </a:lnTo>
                  <a:cubicBezTo>
                    <a:pt x="158057" y="200753"/>
                    <a:pt x="152556" y="195228"/>
                    <a:pt x="145745" y="195228"/>
                  </a:cubicBezTo>
                  <a:lnTo>
                    <a:pt x="140267" y="195228"/>
                  </a:lnTo>
                  <a:lnTo>
                    <a:pt x="131623" y="175986"/>
                  </a:lnTo>
                  <a:cubicBezTo>
                    <a:pt x="142030" y="168913"/>
                    <a:pt x="150770" y="159459"/>
                    <a:pt x="157033" y="148504"/>
                  </a:cubicBezTo>
                  <a:cubicBezTo>
                    <a:pt x="165392" y="133859"/>
                    <a:pt x="168988" y="117189"/>
                    <a:pt x="167464" y="100328"/>
                  </a:cubicBezTo>
                  <a:cubicBezTo>
                    <a:pt x="166868" y="93731"/>
                    <a:pt x="165511" y="87230"/>
                    <a:pt x="163391" y="81015"/>
                  </a:cubicBezTo>
                  <a:cubicBezTo>
                    <a:pt x="162925" y="79633"/>
                    <a:pt x="161653" y="78793"/>
                    <a:pt x="160276" y="78793"/>
                  </a:cubicBezTo>
                  <a:cubicBezTo>
                    <a:pt x="159896" y="78793"/>
                    <a:pt x="159509" y="78857"/>
                    <a:pt x="159129" y="78990"/>
                  </a:cubicBezTo>
                  <a:cubicBezTo>
                    <a:pt x="157462" y="79610"/>
                    <a:pt x="156628" y="81562"/>
                    <a:pt x="157223" y="83253"/>
                  </a:cubicBezTo>
                  <a:cubicBezTo>
                    <a:pt x="159176" y="88969"/>
                    <a:pt x="160415" y="94898"/>
                    <a:pt x="160962" y="100923"/>
                  </a:cubicBezTo>
                  <a:cubicBezTo>
                    <a:pt x="162344" y="116450"/>
                    <a:pt x="159009" y="131763"/>
                    <a:pt x="151341" y="145290"/>
                  </a:cubicBezTo>
                  <a:cubicBezTo>
                    <a:pt x="145769" y="155053"/>
                    <a:pt x="138053" y="163508"/>
                    <a:pt x="128932" y="169937"/>
                  </a:cubicBezTo>
                  <a:lnTo>
                    <a:pt x="126074" y="163555"/>
                  </a:lnTo>
                  <a:cubicBezTo>
                    <a:pt x="124288" y="159554"/>
                    <a:pt x="121359" y="156220"/>
                    <a:pt x="117763" y="153910"/>
                  </a:cubicBezTo>
                  <a:cubicBezTo>
                    <a:pt x="124550" y="149147"/>
                    <a:pt x="130242" y="142908"/>
                    <a:pt x="134361" y="135621"/>
                  </a:cubicBezTo>
                  <a:cubicBezTo>
                    <a:pt x="140077" y="125619"/>
                    <a:pt x="142554" y="114212"/>
                    <a:pt x="141506" y="102686"/>
                  </a:cubicBezTo>
                  <a:cubicBezTo>
                    <a:pt x="140744" y="93898"/>
                    <a:pt x="137886" y="85396"/>
                    <a:pt x="133266" y="77943"/>
                  </a:cubicBezTo>
                  <a:lnTo>
                    <a:pt x="144935" y="60606"/>
                  </a:lnTo>
                  <a:cubicBezTo>
                    <a:pt x="147793" y="64225"/>
                    <a:pt x="150317" y="68107"/>
                    <a:pt x="152508" y="72179"/>
                  </a:cubicBezTo>
                  <a:cubicBezTo>
                    <a:pt x="153112" y="73319"/>
                    <a:pt x="154305" y="74020"/>
                    <a:pt x="155533" y="74020"/>
                  </a:cubicBezTo>
                  <a:cubicBezTo>
                    <a:pt x="155998" y="74020"/>
                    <a:pt x="156469" y="73920"/>
                    <a:pt x="156914" y="73704"/>
                  </a:cubicBezTo>
                  <a:cubicBezTo>
                    <a:pt x="158581" y="72894"/>
                    <a:pt x="159224" y="70870"/>
                    <a:pt x="158366" y="69226"/>
                  </a:cubicBezTo>
                  <a:cubicBezTo>
                    <a:pt x="155675" y="64130"/>
                    <a:pt x="152461" y="59344"/>
                    <a:pt x="148769" y="54914"/>
                  </a:cubicBezTo>
                  <a:lnTo>
                    <a:pt x="151460" y="50913"/>
                  </a:lnTo>
                  <a:cubicBezTo>
                    <a:pt x="152079" y="51080"/>
                    <a:pt x="152699" y="51128"/>
                    <a:pt x="153365" y="51128"/>
                  </a:cubicBezTo>
                  <a:cubicBezTo>
                    <a:pt x="156342" y="51128"/>
                    <a:pt x="159129" y="49651"/>
                    <a:pt x="160772" y="47174"/>
                  </a:cubicBezTo>
                  <a:lnTo>
                    <a:pt x="165130" y="40721"/>
                  </a:lnTo>
                  <a:cubicBezTo>
                    <a:pt x="167821" y="36672"/>
                    <a:pt x="166725" y="31004"/>
                    <a:pt x="162677" y="28290"/>
                  </a:cubicBezTo>
                  <a:cubicBezTo>
                    <a:pt x="162677" y="28290"/>
                    <a:pt x="122788" y="1498"/>
                    <a:pt x="122764" y="1475"/>
                  </a:cubicBezTo>
                  <a:cubicBezTo>
                    <a:pt x="121264" y="478"/>
                    <a:pt x="119542" y="0"/>
                    <a:pt x="117832"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824" name="Google Shape;2824;p45"/>
          <p:cNvGrpSpPr/>
          <p:nvPr/>
        </p:nvGrpSpPr>
        <p:grpSpPr>
          <a:xfrm>
            <a:off x="2582357" y="2273837"/>
            <a:ext cx="327834" cy="268130"/>
            <a:chOff x="2582357" y="2273837"/>
            <a:chExt cx="327834" cy="268130"/>
          </a:xfrm>
        </p:grpSpPr>
        <p:sp>
          <p:nvSpPr>
            <p:cNvPr id="2825" name="Google Shape;2825;p45"/>
            <p:cNvSpPr/>
            <p:nvPr/>
          </p:nvSpPr>
          <p:spPr>
            <a:xfrm>
              <a:off x="2636851" y="2454082"/>
              <a:ext cx="219609" cy="82853"/>
            </a:xfrm>
            <a:custGeom>
              <a:avLst/>
              <a:gdLst/>
              <a:ahLst/>
              <a:cxnLst/>
              <a:rect l="l" t="t" r="r" b="b"/>
              <a:pathLst>
                <a:path w="150675" h="56846" extrusionOk="0">
                  <a:moveTo>
                    <a:pt x="1" y="1"/>
                  </a:moveTo>
                  <a:lnTo>
                    <a:pt x="1" y="22339"/>
                  </a:lnTo>
                  <a:cubicBezTo>
                    <a:pt x="1" y="28388"/>
                    <a:pt x="3001" y="34056"/>
                    <a:pt x="8026" y="37390"/>
                  </a:cubicBezTo>
                  <a:cubicBezTo>
                    <a:pt x="19409" y="44939"/>
                    <a:pt x="42533" y="56846"/>
                    <a:pt x="75326" y="56846"/>
                  </a:cubicBezTo>
                  <a:cubicBezTo>
                    <a:pt x="108142" y="56846"/>
                    <a:pt x="131266" y="44939"/>
                    <a:pt x="142649" y="37390"/>
                  </a:cubicBezTo>
                  <a:cubicBezTo>
                    <a:pt x="147674" y="34056"/>
                    <a:pt x="150675" y="28388"/>
                    <a:pt x="150675" y="22339"/>
                  </a:cubicBezTo>
                  <a:lnTo>
                    <a:pt x="150675" y="1"/>
                  </a:lnTo>
                  <a:close/>
                </a:path>
              </a:pathLst>
            </a:custGeom>
            <a:solidFill>
              <a:srgbClr val="FFC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6" name="Google Shape;2826;p45"/>
            <p:cNvSpPr/>
            <p:nvPr/>
          </p:nvSpPr>
          <p:spPr>
            <a:xfrm>
              <a:off x="2636851" y="2388134"/>
              <a:ext cx="219609" cy="116383"/>
            </a:xfrm>
            <a:custGeom>
              <a:avLst/>
              <a:gdLst/>
              <a:ahLst/>
              <a:cxnLst/>
              <a:rect l="l" t="t" r="r" b="b"/>
              <a:pathLst>
                <a:path w="150675" h="79851" extrusionOk="0">
                  <a:moveTo>
                    <a:pt x="1" y="1"/>
                  </a:moveTo>
                  <a:lnTo>
                    <a:pt x="1" y="45367"/>
                  </a:lnTo>
                  <a:cubicBezTo>
                    <a:pt x="1" y="51392"/>
                    <a:pt x="3001" y="57060"/>
                    <a:pt x="8026" y="60394"/>
                  </a:cubicBezTo>
                  <a:cubicBezTo>
                    <a:pt x="19409" y="67943"/>
                    <a:pt x="42533" y="79850"/>
                    <a:pt x="75326" y="79850"/>
                  </a:cubicBezTo>
                  <a:cubicBezTo>
                    <a:pt x="108142" y="79850"/>
                    <a:pt x="131266" y="67943"/>
                    <a:pt x="142649" y="60394"/>
                  </a:cubicBezTo>
                  <a:cubicBezTo>
                    <a:pt x="147674" y="57060"/>
                    <a:pt x="150675" y="51392"/>
                    <a:pt x="150675" y="45367"/>
                  </a:cubicBezTo>
                  <a:lnTo>
                    <a:pt x="150675" y="1"/>
                  </a:lnTo>
                  <a:close/>
                </a:path>
              </a:pathLst>
            </a:custGeom>
            <a:solidFill>
              <a:srgbClr val="4657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7" name="Google Shape;2827;p45"/>
            <p:cNvSpPr/>
            <p:nvPr/>
          </p:nvSpPr>
          <p:spPr>
            <a:xfrm>
              <a:off x="2728901" y="2348739"/>
              <a:ext cx="176847" cy="114542"/>
            </a:xfrm>
            <a:custGeom>
              <a:avLst/>
              <a:gdLst/>
              <a:ahLst/>
              <a:cxnLst/>
              <a:rect l="l" t="t" r="r" b="b"/>
              <a:pathLst>
                <a:path w="121336" h="78588" extrusionOk="0">
                  <a:moveTo>
                    <a:pt x="121335" y="0"/>
                  </a:moveTo>
                  <a:lnTo>
                    <a:pt x="58560" y="7669"/>
                  </a:lnTo>
                  <a:lnTo>
                    <a:pt x="12170" y="51725"/>
                  </a:lnTo>
                  <a:lnTo>
                    <a:pt x="1" y="60989"/>
                  </a:lnTo>
                  <a:lnTo>
                    <a:pt x="12170" y="78588"/>
                  </a:lnTo>
                  <a:lnTo>
                    <a:pt x="121335" y="26839"/>
                  </a:lnTo>
                  <a:lnTo>
                    <a:pt x="121335"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8" name="Google Shape;2828;p45"/>
            <p:cNvSpPr/>
            <p:nvPr/>
          </p:nvSpPr>
          <p:spPr>
            <a:xfrm>
              <a:off x="2587565" y="2348635"/>
              <a:ext cx="159388" cy="114752"/>
            </a:xfrm>
            <a:custGeom>
              <a:avLst/>
              <a:gdLst/>
              <a:ahLst/>
              <a:cxnLst/>
              <a:rect l="l" t="t" r="r" b="b"/>
              <a:pathLst>
                <a:path w="109357" h="78732" extrusionOk="0">
                  <a:moveTo>
                    <a:pt x="0" y="1"/>
                  </a:moveTo>
                  <a:lnTo>
                    <a:pt x="0" y="26887"/>
                  </a:lnTo>
                  <a:lnTo>
                    <a:pt x="109356" y="78731"/>
                  </a:lnTo>
                  <a:lnTo>
                    <a:pt x="109356" y="51821"/>
                  </a:lnTo>
                  <a:lnTo>
                    <a:pt x="62918" y="7693"/>
                  </a:lnTo>
                  <a:lnTo>
                    <a:pt x="0"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9" name="Google Shape;2829;p45"/>
            <p:cNvSpPr/>
            <p:nvPr/>
          </p:nvSpPr>
          <p:spPr>
            <a:xfrm>
              <a:off x="2587565" y="2278653"/>
              <a:ext cx="318184" cy="145477"/>
            </a:xfrm>
            <a:custGeom>
              <a:avLst/>
              <a:gdLst/>
              <a:ahLst/>
              <a:cxnLst/>
              <a:rect l="l" t="t" r="r" b="b"/>
              <a:pathLst>
                <a:path w="218308" h="99813" extrusionOk="0">
                  <a:moveTo>
                    <a:pt x="109166" y="0"/>
                  </a:moveTo>
                  <a:cubicBezTo>
                    <a:pt x="104165" y="0"/>
                    <a:pt x="99164" y="1090"/>
                    <a:pt x="94544" y="3269"/>
                  </a:cubicBezTo>
                  <a:lnTo>
                    <a:pt x="0" y="48087"/>
                  </a:lnTo>
                  <a:lnTo>
                    <a:pt x="109142" y="99812"/>
                  </a:lnTo>
                  <a:lnTo>
                    <a:pt x="218307" y="48087"/>
                  </a:lnTo>
                  <a:lnTo>
                    <a:pt x="123788" y="3269"/>
                  </a:lnTo>
                  <a:cubicBezTo>
                    <a:pt x="119168" y="1090"/>
                    <a:pt x="114167" y="0"/>
                    <a:pt x="109166" y="0"/>
                  </a:cubicBezTo>
                  <a:close/>
                </a:path>
              </a:pathLst>
            </a:custGeom>
            <a:solidFill>
              <a:srgbClr val="4657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0" name="Google Shape;2830;p45"/>
            <p:cNvSpPr/>
            <p:nvPr/>
          </p:nvSpPr>
          <p:spPr>
            <a:xfrm>
              <a:off x="2870968" y="2434229"/>
              <a:ext cx="33079" cy="45540"/>
            </a:xfrm>
            <a:custGeom>
              <a:avLst/>
              <a:gdLst/>
              <a:ahLst/>
              <a:cxnLst/>
              <a:rect l="l" t="t" r="r" b="b"/>
              <a:pathLst>
                <a:path w="22696" h="31245" extrusionOk="0">
                  <a:moveTo>
                    <a:pt x="3930" y="0"/>
                  </a:moveTo>
                  <a:cubicBezTo>
                    <a:pt x="3930" y="0"/>
                    <a:pt x="667" y="6644"/>
                    <a:pt x="119" y="21957"/>
                  </a:cubicBezTo>
                  <a:cubicBezTo>
                    <a:pt x="0" y="25053"/>
                    <a:pt x="1691" y="27934"/>
                    <a:pt x="4430" y="29292"/>
                  </a:cubicBezTo>
                  <a:cubicBezTo>
                    <a:pt x="6454" y="30316"/>
                    <a:pt x="8955" y="31245"/>
                    <a:pt x="11336" y="31245"/>
                  </a:cubicBezTo>
                  <a:cubicBezTo>
                    <a:pt x="13717" y="31245"/>
                    <a:pt x="16194" y="30316"/>
                    <a:pt x="18242" y="29292"/>
                  </a:cubicBezTo>
                  <a:cubicBezTo>
                    <a:pt x="21005" y="27911"/>
                    <a:pt x="22695" y="25005"/>
                    <a:pt x="22576" y="21957"/>
                  </a:cubicBezTo>
                  <a:cubicBezTo>
                    <a:pt x="22029" y="6668"/>
                    <a:pt x="18766" y="0"/>
                    <a:pt x="18766" y="0"/>
                  </a:cubicBezTo>
                  <a:close/>
                </a:path>
              </a:pathLst>
            </a:custGeom>
            <a:solidFill>
              <a:srgbClr val="ECB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1" name="Google Shape;2831;p45"/>
            <p:cNvSpPr/>
            <p:nvPr/>
          </p:nvSpPr>
          <p:spPr>
            <a:xfrm>
              <a:off x="2876244" y="2420102"/>
              <a:ext cx="22562" cy="22564"/>
            </a:xfrm>
            <a:custGeom>
              <a:avLst/>
              <a:gdLst/>
              <a:ahLst/>
              <a:cxnLst/>
              <a:rect l="l" t="t" r="r" b="b"/>
              <a:pathLst>
                <a:path w="15480" h="15481" extrusionOk="0">
                  <a:moveTo>
                    <a:pt x="7740" y="1"/>
                  </a:moveTo>
                  <a:cubicBezTo>
                    <a:pt x="3477" y="1"/>
                    <a:pt x="0" y="3478"/>
                    <a:pt x="0" y="7740"/>
                  </a:cubicBezTo>
                  <a:cubicBezTo>
                    <a:pt x="0" y="12003"/>
                    <a:pt x="3477" y="15480"/>
                    <a:pt x="7740" y="15480"/>
                  </a:cubicBezTo>
                  <a:cubicBezTo>
                    <a:pt x="12026" y="15480"/>
                    <a:pt x="15480" y="12003"/>
                    <a:pt x="15480" y="7740"/>
                  </a:cubicBezTo>
                  <a:cubicBezTo>
                    <a:pt x="15480" y="3478"/>
                    <a:pt x="12026" y="1"/>
                    <a:pt x="7740" y="1"/>
                  </a:cubicBezTo>
                  <a:close/>
                </a:path>
              </a:pathLst>
            </a:custGeom>
            <a:solidFill>
              <a:srgbClr val="FFC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2" name="Google Shape;2832;p45"/>
            <p:cNvSpPr/>
            <p:nvPr/>
          </p:nvSpPr>
          <p:spPr>
            <a:xfrm>
              <a:off x="2729180" y="2336071"/>
              <a:ext cx="34954" cy="25339"/>
            </a:xfrm>
            <a:custGeom>
              <a:avLst/>
              <a:gdLst/>
              <a:ahLst/>
              <a:cxnLst/>
              <a:rect l="l" t="t" r="r" b="b"/>
              <a:pathLst>
                <a:path w="23982" h="17385" extrusionOk="0">
                  <a:moveTo>
                    <a:pt x="11979" y="0"/>
                  </a:moveTo>
                  <a:cubicBezTo>
                    <a:pt x="5358" y="0"/>
                    <a:pt x="0" y="3882"/>
                    <a:pt x="0" y="8692"/>
                  </a:cubicBezTo>
                  <a:cubicBezTo>
                    <a:pt x="0" y="13479"/>
                    <a:pt x="5358" y="17385"/>
                    <a:pt x="11979" y="17385"/>
                  </a:cubicBezTo>
                  <a:cubicBezTo>
                    <a:pt x="18623" y="17385"/>
                    <a:pt x="23981" y="13479"/>
                    <a:pt x="23981" y="8692"/>
                  </a:cubicBezTo>
                  <a:cubicBezTo>
                    <a:pt x="23981" y="3882"/>
                    <a:pt x="18623" y="0"/>
                    <a:pt x="11979" y="0"/>
                  </a:cubicBezTo>
                  <a:close/>
                </a:path>
              </a:pathLst>
            </a:custGeom>
            <a:solidFill>
              <a:srgbClr val="FFC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3" name="Google Shape;2833;p45"/>
            <p:cNvSpPr/>
            <p:nvPr/>
          </p:nvSpPr>
          <p:spPr>
            <a:xfrm>
              <a:off x="2582357" y="2273837"/>
              <a:ext cx="327834" cy="268130"/>
            </a:xfrm>
            <a:custGeom>
              <a:avLst/>
              <a:gdLst/>
              <a:ahLst/>
              <a:cxnLst/>
              <a:rect l="l" t="t" r="r" b="b"/>
              <a:pathLst>
                <a:path w="224929" h="183966" extrusionOk="0">
                  <a:moveTo>
                    <a:pt x="112715" y="46033"/>
                  </a:moveTo>
                  <a:cubicBezTo>
                    <a:pt x="117335" y="46033"/>
                    <a:pt x="121407" y="48557"/>
                    <a:pt x="121407" y="51415"/>
                  </a:cubicBezTo>
                  <a:cubicBezTo>
                    <a:pt x="121407" y="54273"/>
                    <a:pt x="117359" y="56797"/>
                    <a:pt x="112715" y="56797"/>
                  </a:cubicBezTo>
                  <a:cubicBezTo>
                    <a:pt x="108071" y="56797"/>
                    <a:pt x="104023" y="54273"/>
                    <a:pt x="104023" y="51415"/>
                  </a:cubicBezTo>
                  <a:cubicBezTo>
                    <a:pt x="104023" y="48534"/>
                    <a:pt x="108095" y="46033"/>
                    <a:pt x="112715" y="46033"/>
                  </a:cubicBezTo>
                  <a:close/>
                  <a:moveTo>
                    <a:pt x="218785" y="56583"/>
                  </a:moveTo>
                  <a:lnTo>
                    <a:pt x="218785" y="76158"/>
                  </a:lnTo>
                  <a:lnTo>
                    <a:pt x="212307" y="79207"/>
                  </a:lnTo>
                  <a:cubicBezTo>
                    <a:pt x="211140" y="73182"/>
                    <a:pt x="208211" y="67776"/>
                    <a:pt x="204115" y="63561"/>
                  </a:cubicBezTo>
                  <a:lnTo>
                    <a:pt x="218785" y="56583"/>
                  </a:lnTo>
                  <a:close/>
                  <a:moveTo>
                    <a:pt x="112715" y="6573"/>
                  </a:moveTo>
                  <a:cubicBezTo>
                    <a:pt x="117287" y="6573"/>
                    <a:pt x="121836" y="7621"/>
                    <a:pt x="125956" y="9550"/>
                  </a:cubicBezTo>
                  <a:lnTo>
                    <a:pt x="214212" y="51391"/>
                  </a:lnTo>
                  <a:lnTo>
                    <a:pt x="198233" y="58941"/>
                  </a:lnTo>
                  <a:cubicBezTo>
                    <a:pt x="194256" y="56464"/>
                    <a:pt x="189683" y="54868"/>
                    <a:pt x="184730" y="54392"/>
                  </a:cubicBezTo>
                  <a:lnTo>
                    <a:pt x="127742" y="48939"/>
                  </a:lnTo>
                  <a:cubicBezTo>
                    <a:pt x="126337" y="43437"/>
                    <a:pt x="120264" y="39389"/>
                    <a:pt x="112762" y="39389"/>
                  </a:cubicBezTo>
                  <a:cubicBezTo>
                    <a:pt x="104189" y="39389"/>
                    <a:pt x="97474" y="44652"/>
                    <a:pt x="97474" y="51391"/>
                  </a:cubicBezTo>
                  <a:cubicBezTo>
                    <a:pt x="97474" y="58107"/>
                    <a:pt x="104189" y="63370"/>
                    <a:pt x="112762" y="63370"/>
                  </a:cubicBezTo>
                  <a:cubicBezTo>
                    <a:pt x="119454" y="63370"/>
                    <a:pt x="125027" y="60155"/>
                    <a:pt x="127146" y="55511"/>
                  </a:cubicBezTo>
                  <a:lnTo>
                    <a:pt x="184111" y="60965"/>
                  </a:lnTo>
                  <a:cubicBezTo>
                    <a:pt x="186444" y="61179"/>
                    <a:pt x="188635" y="61751"/>
                    <a:pt x="190707" y="62537"/>
                  </a:cubicBezTo>
                  <a:lnTo>
                    <a:pt x="112762" y="99496"/>
                  </a:lnTo>
                  <a:lnTo>
                    <a:pt x="11289" y="51415"/>
                  </a:lnTo>
                  <a:lnTo>
                    <a:pt x="99498" y="9550"/>
                  </a:lnTo>
                  <a:cubicBezTo>
                    <a:pt x="103618" y="7621"/>
                    <a:pt x="108166" y="6573"/>
                    <a:pt x="112715" y="6573"/>
                  </a:cubicBezTo>
                  <a:close/>
                  <a:moveTo>
                    <a:pt x="209378" y="103664"/>
                  </a:moveTo>
                  <a:cubicBezTo>
                    <a:pt x="211831" y="103664"/>
                    <a:pt x="213807" y="105641"/>
                    <a:pt x="213807" y="108093"/>
                  </a:cubicBezTo>
                  <a:cubicBezTo>
                    <a:pt x="213807" y="110475"/>
                    <a:pt x="211759" y="112523"/>
                    <a:pt x="209378" y="112523"/>
                  </a:cubicBezTo>
                  <a:cubicBezTo>
                    <a:pt x="206973" y="112523"/>
                    <a:pt x="204948" y="110475"/>
                    <a:pt x="204948" y="108093"/>
                  </a:cubicBezTo>
                  <a:cubicBezTo>
                    <a:pt x="204948" y="105641"/>
                    <a:pt x="206901" y="103664"/>
                    <a:pt x="209378" y="103664"/>
                  </a:cubicBezTo>
                  <a:close/>
                  <a:moveTo>
                    <a:pt x="197494" y="66585"/>
                  </a:moveTo>
                  <a:cubicBezTo>
                    <a:pt x="202067" y="70467"/>
                    <a:pt x="205115" y="75944"/>
                    <a:pt x="205901" y="82160"/>
                  </a:cubicBezTo>
                  <a:lnTo>
                    <a:pt x="116025" y="124763"/>
                  </a:lnTo>
                  <a:lnTo>
                    <a:pt x="116025" y="105212"/>
                  </a:lnTo>
                  <a:lnTo>
                    <a:pt x="197494" y="66585"/>
                  </a:lnTo>
                  <a:close/>
                  <a:moveTo>
                    <a:pt x="6621" y="56535"/>
                  </a:moveTo>
                  <a:lnTo>
                    <a:pt x="109428" y="105236"/>
                  </a:lnTo>
                  <a:lnTo>
                    <a:pt x="109428" y="124811"/>
                  </a:lnTo>
                  <a:lnTo>
                    <a:pt x="6621" y="76111"/>
                  </a:lnTo>
                  <a:lnTo>
                    <a:pt x="6621" y="56535"/>
                  </a:lnTo>
                  <a:close/>
                  <a:moveTo>
                    <a:pt x="215522" y="117238"/>
                  </a:moveTo>
                  <a:cubicBezTo>
                    <a:pt x="216284" y="120596"/>
                    <a:pt x="217070" y="125573"/>
                    <a:pt x="217308" y="132289"/>
                  </a:cubicBezTo>
                  <a:cubicBezTo>
                    <a:pt x="217356" y="134099"/>
                    <a:pt x="216379" y="135766"/>
                    <a:pt x="214808" y="136575"/>
                  </a:cubicBezTo>
                  <a:cubicBezTo>
                    <a:pt x="212736" y="137623"/>
                    <a:pt x="210878" y="138195"/>
                    <a:pt x="209378" y="138195"/>
                  </a:cubicBezTo>
                  <a:cubicBezTo>
                    <a:pt x="207901" y="138195"/>
                    <a:pt x="206020" y="137623"/>
                    <a:pt x="203972" y="136575"/>
                  </a:cubicBezTo>
                  <a:cubicBezTo>
                    <a:pt x="202353" y="135813"/>
                    <a:pt x="201376" y="134146"/>
                    <a:pt x="201424" y="132313"/>
                  </a:cubicBezTo>
                  <a:cubicBezTo>
                    <a:pt x="201662" y="125597"/>
                    <a:pt x="202472" y="120620"/>
                    <a:pt x="203210" y="117262"/>
                  </a:cubicBezTo>
                  <a:cubicBezTo>
                    <a:pt x="204734" y="118262"/>
                    <a:pt x="206520" y="118929"/>
                    <a:pt x="208449" y="119072"/>
                  </a:cubicBezTo>
                  <a:cubicBezTo>
                    <a:pt x="208747" y="119108"/>
                    <a:pt x="209056" y="119125"/>
                    <a:pt x="209366" y="119125"/>
                  </a:cubicBezTo>
                  <a:cubicBezTo>
                    <a:pt x="209675" y="119125"/>
                    <a:pt x="209985" y="119108"/>
                    <a:pt x="210283" y="119072"/>
                  </a:cubicBezTo>
                  <a:cubicBezTo>
                    <a:pt x="212212" y="118929"/>
                    <a:pt x="213998" y="118262"/>
                    <a:pt x="215522" y="117238"/>
                  </a:cubicBezTo>
                  <a:close/>
                  <a:moveTo>
                    <a:pt x="184968" y="99449"/>
                  </a:moveTo>
                  <a:lnTo>
                    <a:pt x="184968" y="123787"/>
                  </a:lnTo>
                  <a:cubicBezTo>
                    <a:pt x="184968" y="128669"/>
                    <a:pt x="182491" y="133360"/>
                    <a:pt x="178419" y="136075"/>
                  </a:cubicBezTo>
                  <a:cubicBezTo>
                    <a:pt x="167798" y="143124"/>
                    <a:pt x="145150" y="154984"/>
                    <a:pt x="112929" y="154984"/>
                  </a:cubicBezTo>
                  <a:cubicBezTo>
                    <a:pt x="80732" y="154984"/>
                    <a:pt x="58084" y="143124"/>
                    <a:pt x="47439" y="136075"/>
                  </a:cubicBezTo>
                  <a:cubicBezTo>
                    <a:pt x="43343" y="133337"/>
                    <a:pt x="40890" y="128740"/>
                    <a:pt x="40890" y="123787"/>
                  </a:cubicBezTo>
                  <a:lnTo>
                    <a:pt x="40890" y="99449"/>
                  </a:lnTo>
                  <a:cubicBezTo>
                    <a:pt x="40890" y="99449"/>
                    <a:pt x="111500" y="132908"/>
                    <a:pt x="111524" y="132908"/>
                  </a:cubicBezTo>
                  <a:cubicBezTo>
                    <a:pt x="111965" y="133122"/>
                    <a:pt x="112459" y="133229"/>
                    <a:pt x="112950" y="133229"/>
                  </a:cubicBezTo>
                  <a:cubicBezTo>
                    <a:pt x="113441" y="133229"/>
                    <a:pt x="113929" y="133122"/>
                    <a:pt x="114358" y="132908"/>
                  </a:cubicBezTo>
                  <a:lnTo>
                    <a:pt x="184968" y="99449"/>
                  </a:lnTo>
                  <a:close/>
                  <a:moveTo>
                    <a:pt x="184968" y="139266"/>
                  </a:moveTo>
                  <a:lnTo>
                    <a:pt x="184968" y="146173"/>
                  </a:lnTo>
                  <a:cubicBezTo>
                    <a:pt x="184968" y="151126"/>
                    <a:pt x="182539" y="155722"/>
                    <a:pt x="178419" y="158461"/>
                  </a:cubicBezTo>
                  <a:cubicBezTo>
                    <a:pt x="167798" y="165510"/>
                    <a:pt x="145150" y="177369"/>
                    <a:pt x="112929" y="177369"/>
                  </a:cubicBezTo>
                  <a:cubicBezTo>
                    <a:pt x="80732" y="177369"/>
                    <a:pt x="58084" y="165510"/>
                    <a:pt x="47439" y="158461"/>
                  </a:cubicBezTo>
                  <a:cubicBezTo>
                    <a:pt x="43343" y="155722"/>
                    <a:pt x="40890" y="151126"/>
                    <a:pt x="40890" y="146173"/>
                  </a:cubicBezTo>
                  <a:lnTo>
                    <a:pt x="40890" y="139266"/>
                  </a:lnTo>
                  <a:cubicBezTo>
                    <a:pt x="41128" y="139505"/>
                    <a:pt x="41390" y="139695"/>
                    <a:pt x="41629" y="139933"/>
                  </a:cubicBezTo>
                  <a:cubicBezTo>
                    <a:pt x="42319" y="140529"/>
                    <a:pt x="43034" y="141076"/>
                    <a:pt x="43820" y="141576"/>
                  </a:cubicBezTo>
                  <a:cubicBezTo>
                    <a:pt x="55060" y="149054"/>
                    <a:pt x="78993" y="161580"/>
                    <a:pt x="112929" y="161580"/>
                  </a:cubicBezTo>
                  <a:cubicBezTo>
                    <a:pt x="146865" y="161580"/>
                    <a:pt x="170798" y="149054"/>
                    <a:pt x="182063" y="141576"/>
                  </a:cubicBezTo>
                  <a:cubicBezTo>
                    <a:pt x="183087" y="140886"/>
                    <a:pt x="184087" y="140124"/>
                    <a:pt x="184968" y="139266"/>
                  </a:cubicBezTo>
                  <a:close/>
                  <a:moveTo>
                    <a:pt x="112453" y="0"/>
                  </a:moveTo>
                  <a:cubicBezTo>
                    <a:pt x="106952" y="0"/>
                    <a:pt x="101403" y="1262"/>
                    <a:pt x="96402" y="3596"/>
                  </a:cubicBezTo>
                  <a:lnTo>
                    <a:pt x="1906" y="48415"/>
                  </a:lnTo>
                  <a:lnTo>
                    <a:pt x="1858" y="48415"/>
                  </a:lnTo>
                  <a:cubicBezTo>
                    <a:pt x="715" y="48986"/>
                    <a:pt x="1" y="50129"/>
                    <a:pt x="1" y="51415"/>
                  </a:cubicBezTo>
                  <a:lnTo>
                    <a:pt x="1" y="78206"/>
                  </a:lnTo>
                  <a:cubicBezTo>
                    <a:pt x="1" y="79492"/>
                    <a:pt x="739" y="80635"/>
                    <a:pt x="1858" y="81183"/>
                  </a:cubicBezTo>
                  <a:lnTo>
                    <a:pt x="33817" y="96305"/>
                  </a:lnTo>
                  <a:lnTo>
                    <a:pt x="33817" y="146077"/>
                  </a:lnTo>
                  <a:cubicBezTo>
                    <a:pt x="33817" y="153269"/>
                    <a:pt x="37390" y="159937"/>
                    <a:pt x="43343" y="163914"/>
                  </a:cubicBezTo>
                  <a:cubicBezTo>
                    <a:pt x="54607" y="171416"/>
                    <a:pt x="78636" y="183966"/>
                    <a:pt x="112667" y="183966"/>
                  </a:cubicBezTo>
                  <a:cubicBezTo>
                    <a:pt x="146698" y="183966"/>
                    <a:pt x="170703" y="171416"/>
                    <a:pt x="181991" y="163914"/>
                  </a:cubicBezTo>
                  <a:cubicBezTo>
                    <a:pt x="187945" y="159937"/>
                    <a:pt x="191517" y="153269"/>
                    <a:pt x="191517" y="146077"/>
                  </a:cubicBezTo>
                  <a:lnTo>
                    <a:pt x="191517" y="96234"/>
                  </a:lnTo>
                  <a:lnTo>
                    <a:pt x="206020" y="89375"/>
                  </a:lnTo>
                  <a:lnTo>
                    <a:pt x="206020" y="97520"/>
                  </a:lnTo>
                  <a:cubicBezTo>
                    <a:pt x="201543" y="98925"/>
                    <a:pt x="198280" y="103116"/>
                    <a:pt x="198280" y="108070"/>
                  </a:cubicBezTo>
                  <a:cubicBezTo>
                    <a:pt x="198280" y="108689"/>
                    <a:pt x="198328" y="109332"/>
                    <a:pt x="198423" y="109927"/>
                  </a:cubicBezTo>
                  <a:cubicBezTo>
                    <a:pt x="197447" y="112523"/>
                    <a:pt x="195232" y="119620"/>
                    <a:pt x="194756" y="132051"/>
                  </a:cubicBezTo>
                  <a:cubicBezTo>
                    <a:pt x="194613" y="136432"/>
                    <a:pt x="196994" y="140505"/>
                    <a:pt x="200900" y="142481"/>
                  </a:cubicBezTo>
                  <a:cubicBezTo>
                    <a:pt x="203924" y="143982"/>
                    <a:pt x="206758" y="144767"/>
                    <a:pt x="209283" y="144767"/>
                  </a:cubicBezTo>
                  <a:cubicBezTo>
                    <a:pt x="209322" y="144768"/>
                    <a:pt x="209362" y="144768"/>
                    <a:pt x="209402" y="144768"/>
                  </a:cubicBezTo>
                  <a:cubicBezTo>
                    <a:pt x="211988" y="144768"/>
                    <a:pt x="214782" y="144006"/>
                    <a:pt x="217737" y="142505"/>
                  </a:cubicBezTo>
                  <a:cubicBezTo>
                    <a:pt x="221618" y="140529"/>
                    <a:pt x="224024" y="136456"/>
                    <a:pt x="223881" y="132074"/>
                  </a:cubicBezTo>
                  <a:cubicBezTo>
                    <a:pt x="223428" y="119667"/>
                    <a:pt x="221237" y="112594"/>
                    <a:pt x="220213" y="109975"/>
                  </a:cubicBezTo>
                  <a:cubicBezTo>
                    <a:pt x="220332" y="109379"/>
                    <a:pt x="220356" y="108713"/>
                    <a:pt x="220356" y="108093"/>
                  </a:cubicBezTo>
                  <a:cubicBezTo>
                    <a:pt x="220356" y="103164"/>
                    <a:pt x="217118" y="98949"/>
                    <a:pt x="212617" y="97567"/>
                  </a:cubicBezTo>
                  <a:lnTo>
                    <a:pt x="212617" y="86184"/>
                  </a:lnTo>
                  <a:lnTo>
                    <a:pt x="223047" y="81231"/>
                  </a:lnTo>
                  <a:cubicBezTo>
                    <a:pt x="224214" y="80707"/>
                    <a:pt x="224929" y="79540"/>
                    <a:pt x="224929" y="78254"/>
                  </a:cubicBezTo>
                  <a:lnTo>
                    <a:pt x="224929" y="51391"/>
                  </a:lnTo>
                  <a:cubicBezTo>
                    <a:pt x="224929" y="50105"/>
                    <a:pt x="224143" y="48986"/>
                    <a:pt x="223023" y="48415"/>
                  </a:cubicBezTo>
                  <a:lnTo>
                    <a:pt x="128504" y="3596"/>
                  </a:lnTo>
                  <a:cubicBezTo>
                    <a:pt x="123527" y="1262"/>
                    <a:pt x="117954" y="0"/>
                    <a:pt x="112453"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834" name="Google Shape;2834;p45"/>
          <p:cNvGrpSpPr/>
          <p:nvPr/>
        </p:nvGrpSpPr>
        <p:grpSpPr>
          <a:xfrm>
            <a:off x="4058453" y="2275016"/>
            <a:ext cx="327834" cy="281079"/>
            <a:chOff x="4058453" y="2275016"/>
            <a:chExt cx="327834" cy="281079"/>
          </a:xfrm>
        </p:grpSpPr>
        <p:sp>
          <p:nvSpPr>
            <p:cNvPr id="2835" name="Google Shape;2835;p45"/>
            <p:cNvSpPr/>
            <p:nvPr/>
          </p:nvSpPr>
          <p:spPr>
            <a:xfrm>
              <a:off x="4062931" y="2279494"/>
              <a:ext cx="318149" cy="107531"/>
            </a:xfrm>
            <a:custGeom>
              <a:avLst/>
              <a:gdLst/>
              <a:ahLst/>
              <a:cxnLst/>
              <a:rect l="l" t="t" r="r" b="b"/>
              <a:pathLst>
                <a:path w="218284" h="73778" extrusionOk="0">
                  <a:moveTo>
                    <a:pt x="12765" y="1"/>
                  </a:moveTo>
                  <a:cubicBezTo>
                    <a:pt x="5716" y="1"/>
                    <a:pt x="0" y="5716"/>
                    <a:pt x="0" y="12765"/>
                  </a:cubicBezTo>
                  <a:lnTo>
                    <a:pt x="0" y="73778"/>
                  </a:lnTo>
                  <a:lnTo>
                    <a:pt x="218284" y="73778"/>
                  </a:lnTo>
                  <a:lnTo>
                    <a:pt x="218284" y="12765"/>
                  </a:lnTo>
                  <a:cubicBezTo>
                    <a:pt x="218284" y="5716"/>
                    <a:pt x="212569" y="1"/>
                    <a:pt x="205519" y="1"/>
                  </a:cubicBezTo>
                  <a:close/>
                </a:path>
              </a:pathLst>
            </a:custGeom>
            <a:solidFill>
              <a:srgbClr val="00AE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6" name="Google Shape;2836;p45"/>
            <p:cNvSpPr/>
            <p:nvPr/>
          </p:nvSpPr>
          <p:spPr>
            <a:xfrm>
              <a:off x="4082091" y="2313405"/>
              <a:ext cx="281079" cy="94099"/>
            </a:xfrm>
            <a:custGeom>
              <a:avLst/>
              <a:gdLst/>
              <a:ahLst/>
              <a:cxnLst/>
              <a:rect l="l" t="t" r="r" b="b"/>
              <a:pathLst>
                <a:path w="192850" h="64562" extrusionOk="0">
                  <a:moveTo>
                    <a:pt x="8430" y="0"/>
                  </a:moveTo>
                  <a:cubicBezTo>
                    <a:pt x="3787" y="0"/>
                    <a:pt x="0" y="3763"/>
                    <a:pt x="0" y="8431"/>
                  </a:cubicBezTo>
                  <a:lnTo>
                    <a:pt x="0" y="64561"/>
                  </a:lnTo>
                  <a:lnTo>
                    <a:pt x="192850" y="64561"/>
                  </a:lnTo>
                  <a:lnTo>
                    <a:pt x="192850" y="8407"/>
                  </a:lnTo>
                  <a:cubicBezTo>
                    <a:pt x="192850" y="3787"/>
                    <a:pt x="189087" y="0"/>
                    <a:pt x="184443" y="0"/>
                  </a:cubicBezTo>
                  <a:close/>
                </a:path>
              </a:pathLst>
            </a:custGeom>
            <a:solidFill>
              <a:srgbClr val="EFEDE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7" name="Google Shape;2837;p45"/>
            <p:cNvSpPr/>
            <p:nvPr/>
          </p:nvSpPr>
          <p:spPr>
            <a:xfrm>
              <a:off x="4082056" y="2320451"/>
              <a:ext cx="281114" cy="87054"/>
            </a:xfrm>
            <a:custGeom>
              <a:avLst/>
              <a:gdLst/>
              <a:ahLst/>
              <a:cxnLst/>
              <a:rect l="l" t="t" r="r" b="b"/>
              <a:pathLst>
                <a:path w="192874" h="59728" extrusionOk="0">
                  <a:moveTo>
                    <a:pt x="133623" y="1"/>
                  </a:moveTo>
                  <a:cubicBezTo>
                    <a:pt x="120406" y="1"/>
                    <a:pt x="109499" y="10003"/>
                    <a:pt x="108070" y="22815"/>
                  </a:cubicBezTo>
                  <a:lnTo>
                    <a:pt x="0" y="22815"/>
                  </a:lnTo>
                  <a:lnTo>
                    <a:pt x="0" y="59727"/>
                  </a:lnTo>
                  <a:lnTo>
                    <a:pt x="192874" y="59727"/>
                  </a:lnTo>
                  <a:lnTo>
                    <a:pt x="192874" y="3239"/>
                  </a:lnTo>
                  <a:cubicBezTo>
                    <a:pt x="192874" y="2073"/>
                    <a:pt x="192636" y="1001"/>
                    <a:pt x="192207" y="1"/>
                  </a:cubicBezTo>
                  <a:close/>
                </a:path>
              </a:pathLst>
            </a:custGeom>
            <a:solidFill>
              <a:srgbClr val="000000">
                <a:alpha val="84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8" name="Google Shape;2838;p45"/>
            <p:cNvSpPr/>
            <p:nvPr/>
          </p:nvSpPr>
          <p:spPr>
            <a:xfrm>
              <a:off x="4062896" y="2339646"/>
              <a:ext cx="318184" cy="211311"/>
            </a:xfrm>
            <a:custGeom>
              <a:avLst/>
              <a:gdLst/>
              <a:ahLst/>
              <a:cxnLst/>
              <a:rect l="l" t="t" r="r" b="b"/>
              <a:pathLst>
                <a:path w="218308" h="144982" extrusionOk="0">
                  <a:moveTo>
                    <a:pt x="146222" y="0"/>
                  </a:moveTo>
                  <a:cubicBezTo>
                    <a:pt x="139292" y="0"/>
                    <a:pt x="133624" y="5644"/>
                    <a:pt x="133624" y="12598"/>
                  </a:cubicBezTo>
                  <a:cubicBezTo>
                    <a:pt x="133624" y="19528"/>
                    <a:pt x="128003" y="22862"/>
                    <a:pt x="121026" y="22862"/>
                  </a:cubicBezTo>
                  <a:lnTo>
                    <a:pt x="12765" y="22862"/>
                  </a:lnTo>
                  <a:cubicBezTo>
                    <a:pt x="5716" y="22862"/>
                    <a:pt x="1" y="28577"/>
                    <a:pt x="1" y="35650"/>
                  </a:cubicBezTo>
                  <a:lnTo>
                    <a:pt x="1" y="131050"/>
                  </a:lnTo>
                  <a:cubicBezTo>
                    <a:pt x="1" y="138766"/>
                    <a:pt x="6240" y="144982"/>
                    <a:pt x="13932" y="144982"/>
                  </a:cubicBezTo>
                  <a:lnTo>
                    <a:pt x="204377" y="144982"/>
                  </a:lnTo>
                  <a:cubicBezTo>
                    <a:pt x="212092" y="144982"/>
                    <a:pt x="218308" y="138719"/>
                    <a:pt x="218308" y="131050"/>
                  </a:cubicBezTo>
                  <a:lnTo>
                    <a:pt x="218308" y="12598"/>
                  </a:lnTo>
                  <a:cubicBezTo>
                    <a:pt x="218308" y="5644"/>
                    <a:pt x="212688" y="0"/>
                    <a:pt x="205710" y="0"/>
                  </a:cubicBezTo>
                  <a:close/>
                </a:path>
              </a:pathLst>
            </a:custGeom>
            <a:solidFill>
              <a:srgbClr val="1CA8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9" name="Google Shape;2839;p45"/>
            <p:cNvSpPr/>
            <p:nvPr/>
          </p:nvSpPr>
          <p:spPr>
            <a:xfrm>
              <a:off x="4149948" y="2438879"/>
              <a:ext cx="9650" cy="21870"/>
            </a:xfrm>
            <a:custGeom>
              <a:avLst/>
              <a:gdLst/>
              <a:ahLst/>
              <a:cxnLst/>
              <a:rect l="l" t="t" r="r" b="b"/>
              <a:pathLst>
                <a:path w="6621" h="15005" extrusionOk="0">
                  <a:moveTo>
                    <a:pt x="3316" y="1"/>
                  </a:moveTo>
                  <a:cubicBezTo>
                    <a:pt x="3181" y="1"/>
                    <a:pt x="3044" y="9"/>
                    <a:pt x="2906" y="25"/>
                  </a:cubicBezTo>
                  <a:cubicBezTo>
                    <a:pt x="1239" y="216"/>
                    <a:pt x="0" y="1740"/>
                    <a:pt x="0" y="3431"/>
                  </a:cubicBezTo>
                  <a:lnTo>
                    <a:pt x="0" y="11575"/>
                  </a:lnTo>
                  <a:cubicBezTo>
                    <a:pt x="0" y="13290"/>
                    <a:pt x="1239" y="14766"/>
                    <a:pt x="2906" y="14981"/>
                  </a:cubicBezTo>
                  <a:cubicBezTo>
                    <a:pt x="3043" y="14997"/>
                    <a:pt x="3178" y="15005"/>
                    <a:pt x="3312" y="15005"/>
                  </a:cubicBezTo>
                  <a:cubicBezTo>
                    <a:pt x="5133" y="15005"/>
                    <a:pt x="6621" y="13535"/>
                    <a:pt x="6621" y="11694"/>
                  </a:cubicBezTo>
                  <a:lnTo>
                    <a:pt x="6621" y="3311"/>
                  </a:lnTo>
                  <a:cubicBezTo>
                    <a:pt x="6621" y="1470"/>
                    <a:pt x="5154" y="1"/>
                    <a:pt x="3316"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0" name="Google Shape;2840;p45"/>
            <p:cNvSpPr/>
            <p:nvPr/>
          </p:nvSpPr>
          <p:spPr>
            <a:xfrm>
              <a:off x="4285073" y="2438879"/>
              <a:ext cx="9650" cy="21870"/>
            </a:xfrm>
            <a:custGeom>
              <a:avLst/>
              <a:gdLst/>
              <a:ahLst/>
              <a:cxnLst/>
              <a:rect l="l" t="t" r="r" b="b"/>
              <a:pathLst>
                <a:path w="6621" h="15005" extrusionOk="0">
                  <a:moveTo>
                    <a:pt x="3293" y="1"/>
                  </a:moveTo>
                  <a:cubicBezTo>
                    <a:pt x="3157" y="1"/>
                    <a:pt x="3020" y="9"/>
                    <a:pt x="2882" y="25"/>
                  </a:cubicBezTo>
                  <a:cubicBezTo>
                    <a:pt x="1191" y="216"/>
                    <a:pt x="0" y="1740"/>
                    <a:pt x="0" y="3431"/>
                  </a:cubicBezTo>
                  <a:lnTo>
                    <a:pt x="0" y="11575"/>
                  </a:lnTo>
                  <a:cubicBezTo>
                    <a:pt x="0" y="13290"/>
                    <a:pt x="1215" y="14766"/>
                    <a:pt x="2882" y="14981"/>
                  </a:cubicBezTo>
                  <a:cubicBezTo>
                    <a:pt x="3019" y="14997"/>
                    <a:pt x="3154" y="15005"/>
                    <a:pt x="3288" y="15005"/>
                  </a:cubicBezTo>
                  <a:cubicBezTo>
                    <a:pt x="5112" y="15005"/>
                    <a:pt x="6621" y="13535"/>
                    <a:pt x="6621" y="11694"/>
                  </a:cubicBezTo>
                  <a:lnTo>
                    <a:pt x="6621" y="3311"/>
                  </a:lnTo>
                  <a:cubicBezTo>
                    <a:pt x="6621" y="1470"/>
                    <a:pt x="5133" y="1"/>
                    <a:pt x="3293"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1" name="Google Shape;2841;p45"/>
            <p:cNvSpPr/>
            <p:nvPr/>
          </p:nvSpPr>
          <p:spPr>
            <a:xfrm>
              <a:off x="4200207" y="2450257"/>
              <a:ext cx="44117" cy="17016"/>
            </a:xfrm>
            <a:custGeom>
              <a:avLst/>
              <a:gdLst/>
              <a:ahLst/>
              <a:cxnLst/>
              <a:rect l="l" t="t" r="r" b="b"/>
              <a:pathLst>
                <a:path w="30269" h="11675" extrusionOk="0">
                  <a:moveTo>
                    <a:pt x="3689" y="1"/>
                  </a:moveTo>
                  <a:cubicBezTo>
                    <a:pt x="2918" y="1"/>
                    <a:pt x="2145" y="273"/>
                    <a:pt x="1525" y="839"/>
                  </a:cubicBezTo>
                  <a:cubicBezTo>
                    <a:pt x="144" y="2030"/>
                    <a:pt x="1" y="4101"/>
                    <a:pt x="1215" y="5483"/>
                  </a:cubicBezTo>
                  <a:cubicBezTo>
                    <a:pt x="4668" y="9412"/>
                    <a:pt x="9741" y="11674"/>
                    <a:pt x="15171" y="11674"/>
                  </a:cubicBezTo>
                  <a:cubicBezTo>
                    <a:pt x="20600" y="11674"/>
                    <a:pt x="25697" y="9412"/>
                    <a:pt x="29150" y="5483"/>
                  </a:cubicBezTo>
                  <a:cubicBezTo>
                    <a:pt x="30269" y="4101"/>
                    <a:pt x="30150" y="2030"/>
                    <a:pt x="28792" y="839"/>
                  </a:cubicBezTo>
                  <a:cubicBezTo>
                    <a:pt x="28157" y="291"/>
                    <a:pt x="27374" y="20"/>
                    <a:pt x="26599" y="20"/>
                  </a:cubicBezTo>
                  <a:cubicBezTo>
                    <a:pt x="25690" y="20"/>
                    <a:pt x="24791" y="392"/>
                    <a:pt x="24149" y="1125"/>
                  </a:cubicBezTo>
                  <a:cubicBezTo>
                    <a:pt x="21934" y="3625"/>
                    <a:pt x="18671" y="5078"/>
                    <a:pt x="15147" y="5078"/>
                  </a:cubicBezTo>
                  <a:cubicBezTo>
                    <a:pt x="11646" y="5078"/>
                    <a:pt x="8360" y="3649"/>
                    <a:pt x="6169" y="1125"/>
                  </a:cubicBezTo>
                  <a:cubicBezTo>
                    <a:pt x="5522" y="387"/>
                    <a:pt x="4607" y="1"/>
                    <a:pt x="3689"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2" name="Google Shape;2842;p45"/>
            <p:cNvSpPr/>
            <p:nvPr/>
          </p:nvSpPr>
          <p:spPr>
            <a:xfrm>
              <a:off x="4274972" y="2353113"/>
              <a:ext cx="89725" cy="9615"/>
            </a:xfrm>
            <a:custGeom>
              <a:avLst/>
              <a:gdLst/>
              <a:ahLst/>
              <a:cxnLst/>
              <a:rect l="l" t="t" r="r" b="b"/>
              <a:pathLst>
                <a:path w="61561" h="6597" extrusionOk="0">
                  <a:moveTo>
                    <a:pt x="3620" y="0"/>
                  </a:moveTo>
                  <a:cubicBezTo>
                    <a:pt x="1929" y="0"/>
                    <a:pt x="429" y="1215"/>
                    <a:pt x="238" y="2882"/>
                  </a:cubicBezTo>
                  <a:cubicBezTo>
                    <a:pt x="0" y="4882"/>
                    <a:pt x="1548" y="6597"/>
                    <a:pt x="3501" y="6597"/>
                  </a:cubicBezTo>
                  <a:lnTo>
                    <a:pt x="57917" y="6597"/>
                  </a:lnTo>
                  <a:cubicBezTo>
                    <a:pt x="59608" y="6597"/>
                    <a:pt x="61108" y="5382"/>
                    <a:pt x="61322" y="3715"/>
                  </a:cubicBezTo>
                  <a:cubicBezTo>
                    <a:pt x="61561" y="1691"/>
                    <a:pt x="59965" y="0"/>
                    <a:pt x="58036"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3" name="Google Shape;2843;p45"/>
            <p:cNvSpPr/>
            <p:nvPr/>
          </p:nvSpPr>
          <p:spPr>
            <a:xfrm>
              <a:off x="4058453" y="2275016"/>
              <a:ext cx="327834" cy="281079"/>
            </a:xfrm>
            <a:custGeom>
              <a:avLst/>
              <a:gdLst/>
              <a:ahLst/>
              <a:cxnLst/>
              <a:rect l="l" t="t" r="r" b="b"/>
              <a:pathLst>
                <a:path w="224929" h="192850" extrusionOk="0">
                  <a:moveTo>
                    <a:pt x="200423" y="29411"/>
                  </a:moveTo>
                  <a:cubicBezTo>
                    <a:pt x="203257" y="29411"/>
                    <a:pt x="205543" y="31698"/>
                    <a:pt x="205543" y="34532"/>
                  </a:cubicBezTo>
                  <a:lnTo>
                    <a:pt x="205543" y="41295"/>
                  </a:lnTo>
                  <a:lnTo>
                    <a:pt x="149746" y="41295"/>
                  </a:lnTo>
                  <a:cubicBezTo>
                    <a:pt x="140982" y="41295"/>
                    <a:pt x="133695" y="48344"/>
                    <a:pt x="133743" y="57084"/>
                  </a:cubicBezTo>
                  <a:cubicBezTo>
                    <a:pt x="133814" y="63466"/>
                    <a:pt x="127265" y="64157"/>
                    <a:pt x="124455" y="64157"/>
                  </a:cubicBezTo>
                  <a:lnTo>
                    <a:pt x="19290" y="64157"/>
                  </a:lnTo>
                  <a:lnTo>
                    <a:pt x="19290" y="34532"/>
                  </a:lnTo>
                  <a:cubicBezTo>
                    <a:pt x="19290" y="31698"/>
                    <a:pt x="21576" y="29411"/>
                    <a:pt x="24410" y="29411"/>
                  </a:cubicBezTo>
                  <a:close/>
                  <a:moveTo>
                    <a:pt x="208949" y="47891"/>
                  </a:moveTo>
                  <a:cubicBezTo>
                    <a:pt x="214093" y="47891"/>
                    <a:pt x="218236" y="52059"/>
                    <a:pt x="218236" y="57179"/>
                  </a:cubicBezTo>
                  <a:lnTo>
                    <a:pt x="218284" y="175679"/>
                  </a:lnTo>
                  <a:cubicBezTo>
                    <a:pt x="218284" y="181490"/>
                    <a:pt x="213521" y="186229"/>
                    <a:pt x="207639" y="186229"/>
                  </a:cubicBezTo>
                  <a:lnTo>
                    <a:pt x="17194" y="186229"/>
                  </a:lnTo>
                  <a:cubicBezTo>
                    <a:pt x="11288" y="186229"/>
                    <a:pt x="6526" y="181466"/>
                    <a:pt x="6526" y="175560"/>
                  </a:cubicBezTo>
                  <a:lnTo>
                    <a:pt x="6526" y="80184"/>
                  </a:lnTo>
                  <a:cubicBezTo>
                    <a:pt x="6526" y="75064"/>
                    <a:pt x="10860" y="70729"/>
                    <a:pt x="16028" y="70729"/>
                  </a:cubicBezTo>
                  <a:lnTo>
                    <a:pt x="124479" y="70729"/>
                  </a:lnTo>
                  <a:cubicBezTo>
                    <a:pt x="134147" y="70729"/>
                    <a:pt x="140387" y="65371"/>
                    <a:pt x="140363" y="57108"/>
                  </a:cubicBezTo>
                  <a:cubicBezTo>
                    <a:pt x="140339" y="52011"/>
                    <a:pt x="144602" y="47891"/>
                    <a:pt x="149674" y="47891"/>
                  </a:cubicBezTo>
                  <a:close/>
                  <a:moveTo>
                    <a:pt x="16075" y="1"/>
                  </a:moveTo>
                  <a:cubicBezTo>
                    <a:pt x="7216" y="1"/>
                    <a:pt x="0" y="7216"/>
                    <a:pt x="0" y="16075"/>
                  </a:cubicBezTo>
                  <a:lnTo>
                    <a:pt x="0" y="175608"/>
                  </a:lnTo>
                  <a:cubicBezTo>
                    <a:pt x="0" y="185134"/>
                    <a:pt x="7716" y="192849"/>
                    <a:pt x="17242" y="192849"/>
                  </a:cubicBezTo>
                  <a:lnTo>
                    <a:pt x="207687" y="192849"/>
                  </a:lnTo>
                  <a:cubicBezTo>
                    <a:pt x="217212" y="192849"/>
                    <a:pt x="224928" y="185134"/>
                    <a:pt x="224928" y="175608"/>
                  </a:cubicBezTo>
                  <a:lnTo>
                    <a:pt x="224928" y="16075"/>
                  </a:lnTo>
                  <a:cubicBezTo>
                    <a:pt x="224881" y="7193"/>
                    <a:pt x="217689" y="1"/>
                    <a:pt x="208806" y="1"/>
                  </a:cubicBezTo>
                  <a:lnTo>
                    <a:pt x="59084" y="1"/>
                  </a:lnTo>
                  <a:cubicBezTo>
                    <a:pt x="59084" y="1"/>
                    <a:pt x="55798" y="1477"/>
                    <a:pt x="55798" y="3335"/>
                  </a:cubicBezTo>
                  <a:cubicBezTo>
                    <a:pt x="55798" y="5140"/>
                    <a:pt x="57228" y="6598"/>
                    <a:pt x="58999" y="6598"/>
                  </a:cubicBezTo>
                  <a:cubicBezTo>
                    <a:pt x="59027" y="6598"/>
                    <a:pt x="59056" y="6598"/>
                    <a:pt x="59084" y="6597"/>
                  </a:cubicBezTo>
                  <a:lnTo>
                    <a:pt x="208758" y="6597"/>
                  </a:lnTo>
                  <a:cubicBezTo>
                    <a:pt x="213997" y="6645"/>
                    <a:pt x="218260" y="10884"/>
                    <a:pt x="218284" y="16123"/>
                  </a:cubicBezTo>
                  <a:lnTo>
                    <a:pt x="218284" y="44176"/>
                  </a:lnTo>
                  <a:cubicBezTo>
                    <a:pt x="217665" y="43748"/>
                    <a:pt x="217046" y="43367"/>
                    <a:pt x="216426" y="43009"/>
                  </a:cubicBezTo>
                  <a:cubicBezTo>
                    <a:pt x="215117" y="42319"/>
                    <a:pt x="212164" y="41485"/>
                    <a:pt x="212164" y="41485"/>
                  </a:cubicBezTo>
                  <a:lnTo>
                    <a:pt x="212164" y="34555"/>
                  </a:lnTo>
                  <a:cubicBezTo>
                    <a:pt x="212164" y="28102"/>
                    <a:pt x="206924" y="22862"/>
                    <a:pt x="200471" y="22862"/>
                  </a:cubicBezTo>
                  <a:lnTo>
                    <a:pt x="24434" y="22862"/>
                  </a:lnTo>
                  <a:cubicBezTo>
                    <a:pt x="17980" y="22862"/>
                    <a:pt x="12741" y="28102"/>
                    <a:pt x="12741" y="34555"/>
                  </a:cubicBezTo>
                  <a:lnTo>
                    <a:pt x="12741" y="64323"/>
                  </a:lnTo>
                  <a:cubicBezTo>
                    <a:pt x="12598" y="64347"/>
                    <a:pt x="12455" y="64395"/>
                    <a:pt x="12336" y="64419"/>
                  </a:cubicBezTo>
                  <a:cubicBezTo>
                    <a:pt x="10812" y="64776"/>
                    <a:pt x="9312" y="65371"/>
                    <a:pt x="7978" y="66181"/>
                  </a:cubicBezTo>
                  <a:cubicBezTo>
                    <a:pt x="7502" y="66443"/>
                    <a:pt x="7073" y="66729"/>
                    <a:pt x="6621" y="67062"/>
                  </a:cubicBezTo>
                  <a:lnTo>
                    <a:pt x="6621" y="10027"/>
                  </a:lnTo>
                  <a:cubicBezTo>
                    <a:pt x="6621" y="8121"/>
                    <a:pt x="8169" y="6573"/>
                    <a:pt x="10074" y="6573"/>
                  </a:cubicBezTo>
                  <a:lnTo>
                    <a:pt x="46796" y="6573"/>
                  </a:lnTo>
                  <a:cubicBezTo>
                    <a:pt x="47153" y="6573"/>
                    <a:pt x="47486" y="6431"/>
                    <a:pt x="47725" y="6192"/>
                  </a:cubicBezTo>
                  <a:cubicBezTo>
                    <a:pt x="50439" y="3359"/>
                    <a:pt x="48463" y="1"/>
                    <a:pt x="45724"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844" name="Google Shape;2844;p45"/>
          <p:cNvGrpSpPr/>
          <p:nvPr/>
        </p:nvGrpSpPr>
        <p:grpSpPr>
          <a:xfrm>
            <a:off x="4780691" y="2272587"/>
            <a:ext cx="338141" cy="313255"/>
            <a:chOff x="4780691" y="2272587"/>
            <a:chExt cx="338141" cy="313255"/>
          </a:xfrm>
        </p:grpSpPr>
        <p:sp>
          <p:nvSpPr>
            <p:cNvPr id="2845" name="Google Shape;2845;p45"/>
            <p:cNvSpPr/>
            <p:nvPr/>
          </p:nvSpPr>
          <p:spPr>
            <a:xfrm>
              <a:off x="4785862" y="2277099"/>
              <a:ext cx="229883" cy="303501"/>
            </a:xfrm>
            <a:custGeom>
              <a:avLst/>
              <a:gdLst/>
              <a:ahLst/>
              <a:cxnLst/>
              <a:rect l="l" t="t" r="r" b="b"/>
              <a:pathLst>
                <a:path w="157724" h="208234" extrusionOk="0">
                  <a:moveTo>
                    <a:pt x="50249" y="1"/>
                  </a:moveTo>
                  <a:lnTo>
                    <a:pt x="34174" y="38532"/>
                  </a:lnTo>
                  <a:lnTo>
                    <a:pt x="1" y="50177"/>
                  </a:lnTo>
                  <a:lnTo>
                    <a:pt x="1" y="189087"/>
                  </a:lnTo>
                  <a:cubicBezTo>
                    <a:pt x="1" y="199660"/>
                    <a:pt x="8574" y="208233"/>
                    <a:pt x="19124" y="208233"/>
                  </a:cubicBezTo>
                  <a:lnTo>
                    <a:pt x="138601" y="208233"/>
                  </a:lnTo>
                  <a:cubicBezTo>
                    <a:pt x="149151" y="208233"/>
                    <a:pt x="157724" y="199660"/>
                    <a:pt x="157724" y="189087"/>
                  </a:cubicBezTo>
                  <a:lnTo>
                    <a:pt x="157724" y="19100"/>
                  </a:lnTo>
                  <a:cubicBezTo>
                    <a:pt x="157700" y="8550"/>
                    <a:pt x="149127" y="1"/>
                    <a:pt x="138553" y="1"/>
                  </a:cubicBezTo>
                  <a:close/>
                </a:path>
              </a:pathLst>
            </a:custGeom>
            <a:solidFill>
              <a:srgbClr val="EFEDE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6" name="Google Shape;2846;p45"/>
            <p:cNvSpPr/>
            <p:nvPr/>
          </p:nvSpPr>
          <p:spPr>
            <a:xfrm>
              <a:off x="4785585" y="2277481"/>
              <a:ext cx="73238" cy="73238"/>
            </a:xfrm>
            <a:custGeom>
              <a:avLst/>
              <a:gdLst/>
              <a:ahLst/>
              <a:cxnLst/>
              <a:rect l="l" t="t" r="r" b="b"/>
              <a:pathLst>
                <a:path w="50249" h="50249" extrusionOk="0">
                  <a:moveTo>
                    <a:pt x="50249" y="1"/>
                  </a:moveTo>
                  <a:lnTo>
                    <a:pt x="0" y="50249"/>
                  </a:lnTo>
                  <a:lnTo>
                    <a:pt x="37722" y="50249"/>
                  </a:lnTo>
                  <a:cubicBezTo>
                    <a:pt x="44652" y="50249"/>
                    <a:pt x="50249" y="44629"/>
                    <a:pt x="50249" y="37722"/>
                  </a:cubicBezTo>
                  <a:lnTo>
                    <a:pt x="5024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7" name="Google Shape;2847;p45"/>
            <p:cNvSpPr/>
            <p:nvPr/>
          </p:nvSpPr>
          <p:spPr>
            <a:xfrm>
              <a:off x="4868714" y="2351413"/>
              <a:ext cx="146998" cy="194165"/>
            </a:xfrm>
            <a:custGeom>
              <a:avLst/>
              <a:gdLst/>
              <a:ahLst/>
              <a:cxnLst/>
              <a:rect l="l" t="t" r="r" b="b"/>
              <a:pathLst>
                <a:path w="100856" h="133218" extrusionOk="0">
                  <a:moveTo>
                    <a:pt x="73087" y="0"/>
                  </a:moveTo>
                  <a:cubicBezTo>
                    <a:pt x="55274" y="0"/>
                    <a:pt x="38556" y="6930"/>
                    <a:pt x="25982" y="19504"/>
                  </a:cubicBezTo>
                  <a:cubicBezTo>
                    <a:pt x="1" y="45486"/>
                    <a:pt x="1" y="87732"/>
                    <a:pt x="25982" y="113714"/>
                  </a:cubicBezTo>
                  <a:cubicBezTo>
                    <a:pt x="38580" y="126311"/>
                    <a:pt x="55322" y="133218"/>
                    <a:pt x="73087" y="133218"/>
                  </a:cubicBezTo>
                  <a:cubicBezTo>
                    <a:pt x="82756" y="133218"/>
                    <a:pt x="92115" y="131170"/>
                    <a:pt x="100450" y="127264"/>
                  </a:cubicBezTo>
                  <a:lnTo>
                    <a:pt x="100855" y="5954"/>
                  </a:lnTo>
                  <a:cubicBezTo>
                    <a:pt x="92091" y="2048"/>
                    <a:pt x="82756" y="0"/>
                    <a:pt x="73087" y="0"/>
                  </a:cubicBezTo>
                  <a:close/>
                </a:path>
              </a:pathLst>
            </a:custGeom>
            <a:solidFill>
              <a:srgbClr val="000000">
                <a:alpha val="84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8" name="Google Shape;2848;p45"/>
            <p:cNvSpPr/>
            <p:nvPr/>
          </p:nvSpPr>
          <p:spPr>
            <a:xfrm>
              <a:off x="5029871" y="2503197"/>
              <a:ext cx="88961" cy="73887"/>
            </a:xfrm>
            <a:custGeom>
              <a:avLst/>
              <a:gdLst/>
              <a:ahLst/>
              <a:cxnLst/>
              <a:rect l="l" t="t" r="r" b="b"/>
              <a:pathLst>
                <a:path w="61037" h="50694" extrusionOk="0">
                  <a:moveTo>
                    <a:pt x="13718" y="0"/>
                  </a:moveTo>
                  <a:lnTo>
                    <a:pt x="0" y="13717"/>
                  </a:lnTo>
                  <a:cubicBezTo>
                    <a:pt x="8448" y="33779"/>
                    <a:pt x="20964" y="50694"/>
                    <a:pt x="33455" y="50694"/>
                  </a:cubicBezTo>
                  <a:cubicBezTo>
                    <a:pt x="37408" y="50694"/>
                    <a:pt x="41358" y="49000"/>
                    <a:pt x="45176" y="45176"/>
                  </a:cubicBezTo>
                  <a:cubicBezTo>
                    <a:pt x="61037" y="29292"/>
                    <a:pt x="40080" y="11122"/>
                    <a:pt x="13718" y="0"/>
                  </a:cubicBezTo>
                  <a:close/>
                </a:path>
              </a:pathLst>
            </a:custGeom>
            <a:solidFill>
              <a:srgbClr val="3A48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9" name="Google Shape;2849;p45"/>
            <p:cNvSpPr/>
            <p:nvPr/>
          </p:nvSpPr>
          <p:spPr>
            <a:xfrm>
              <a:off x="5007136" y="2483172"/>
              <a:ext cx="46270" cy="40839"/>
            </a:xfrm>
            <a:custGeom>
              <a:avLst/>
              <a:gdLst/>
              <a:ahLst/>
              <a:cxnLst/>
              <a:rect l="l" t="t" r="r" b="b"/>
              <a:pathLst>
                <a:path w="31746" h="28020" extrusionOk="0">
                  <a:moveTo>
                    <a:pt x="20127" y="0"/>
                  </a:moveTo>
                  <a:cubicBezTo>
                    <a:pt x="16011" y="0"/>
                    <a:pt x="11348" y="1987"/>
                    <a:pt x="7598" y="5738"/>
                  </a:cubicBezTo>
                  <a:cubicBezTo>
                    <a:pt x="1358" y="11977"/>
                    <a:pt x="1" y="20741"/>
                    <a:pt x="4573" y="25313"/>
                  </a:cubicBezTo>
                  <a:cubicBezTo>
                    <a:pt x="6399" y="27139"/>
                    <a:pt x="8893" y="28019"/>
                    <a:pt x="11628" y="28019"/>
                  </a:cubicBezTo>
                  <a:cubicBezTo>
                    <a:pt x="15742" y="28019"/>
                    <a:pt x="20401" y="26027"/>
                    <a:pt x="24149" y="22265"/>
                  </a:cubicBezTo>
                  <a:cubicBezTo>
                    <a:pt x="30388" y="16025"/>
                    <a:pt x="31746" y="7262"/>
                    <a:pt x="27173" y="2689"/>
                  </a:cubicBezTo>
                  <a:cubicBezTo>
                    <a:pt x="25349" y="875"/>
                    <a:pt x="22859" y="0"/>
                    <a:pt x="20127" y="0"/>
                  </a:cubicBezTo>
                  <a:close/>
                </a:path>
              </a:pathLst>
            </a:custGeom>
            <a:solidFill>
              <a:srgbClr val="D9D9D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0" name="Google Shape;2850;p45"/>
            <p:cNvSpPr/>
            <p:nvPr/>
          </p:nvSpPr>
          <p:spPr>
            <a:xfrm>
              <a:off x="4897349" y="2370641"/>
              <a:ext cx="155744" cy="155743"/>
            </a:xfrm>
            <a:custGeom>
              <a:avLst/>
              <a:gdLst/>
              <a:ahLst/>
              <a:cxnLst/>
              <a:rect l="l" t="t" r="r" b="b"/>
              <a:pathLst>
                <a:path w="106857" h="106856" extrusionOk="0">
                  <a:moveTo>
                    <a:pt x="53440" y="0"/>
                  </a:moveTo>
                  <a:cubicBezTo>
                    <a:pt x="23934" y="0"/>
                    <a:pt x="1" y="23934"/>
                    <a:pt x="1" y="53440"/>
                  </a:cubicBezTo>
                  <a:cubicBezTo>
                    <a:pt x="1" y="82946"/>
                    <a:pt x="23934" y="106855"/>
                    <a:pt x="53440" y="106855"/>
                  </a:cubicBezTo>
                  <a:cubicBezTo>
                    <a:pt x="82947" y="106855"/>
                    <a:pt x="106856" y="82946"/>
                    <a:pt x="106856" y="53440"/>
                  </a:cubicBezTo>
                  <a:cubicBezTo>
                    <a:pt x="106856" y="23934"/>
                    <a:pt x="82947" y="0"/>
                    <a:pt x="53440" y="0"/>
                  </a:cubicBezTo>
                  <a:close/>
                </a:path>
              </a:pathLst>
            </a:custGeom>
            <a:solidFill>
              <a:srgbClr val="FF89A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1" name="Google Shape;2851;p45"/>
            <p:cNvSpPr/>
            <p:nvPr/>
          </p:nvSpPr>
          <p:spPr>
            <a:xfrm>
              <a:off x="4921334" y="2394624"/>
              <a:ext cx="107775" cy="107775"/>
            </a:xfrm>
            <a:custGeom>
              <a:avLst/>
              <a:gdLst/>
              <a:ahLst/>
              <a:cxnLst/>
              <a:rect l="l" t="t" r="r" b="b"/>
              <a:pathLst>
                <a:path w="73945" h="73945" extrusionOk="0">
                  <a:moveTo>
                    <a:pt x="36984" y="1"/>
                  </a:moveTo>
                  <a:cubicBezTo>
                    <a:pt x="16552" y="1"/>
                    <a:pt x="0" y="16552"/>
                    <a:pt x="0" y="36985"/>
                  </a:cubicBezTo>
                  <a:cubicBezTo>
                    <a:pt x="0" y="57394"/>
                    <a:pt x="16552" y="73945"/>
                    <a:pt x="36984" y="73945"/>
                  </a:cubicBezTo>
                  <a:cubicBezTo>
                    <a:pt x="57393" y="73945"/>
                    <a:pt x="73944" y="57394"/>
                    <a:pt x="73944" y="36985"/>
                  </a:cubicBezTo>
                  <a:cubicBezTo>
                    <a:pt x="73944" y="16552"/>
                    <a:pt x="57393" y="1"/>
                    <a:pt x="36984" y="1"/>
                  </a:cubicBezTo>
                  <a:close/>
                </a:path>
              </a:pathLst>
            </a:custGeom>
            <a:solidFill>
              <a:srgbClr val="00B2B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2" name="Google Shape;2852;p45"/>
            <p:cNvSpPr/>
            <p:nvPr/>
          </p:nvSpPr>
          <p:spPr>
            <a:xfrm>
              <a:off x="4916058" y="2397541"/>
              <a:ext cx="89413" cy="104899"/>
            </a:xfrm>
            <a:custGeom>
              <a:avLst/>
              <a:gdLst/>
              <a:ahLst/>
              <a:cxnLst/>
              <a:rect l="l" t="t" r="r" b="b"/>
              <a:pathLst>
                <a:path w="61347" h="71972" extrusionOk="0">
                  <a:moveTo>
                    <a:pt x="28602" y="0"/>
                  </a:moveTo>
                  <a:lnTo>
                    <a:pt x="28602" y="0"/>
                  </a:lnTo>
                  <a:cubicBezTo>
                    <a:pt x="23434" y="1763"/>
                    <a:pt x="18576" y="4692"/>
                    <a:pt x="14432" y="8836"/>
                  </a:cubicBezTo>
                  <a:cubicBezTo>
                    <a:pt x="1" y="23291"/>
                    <a:pt x="1" y="46700"/>
                    <a:pt x="14432" y="61156"/>
                  </a:cubicBezTo>
                  <a:cubicBezTo>
                    <a:pt x="21647" y="68370"/>
                    <a:pt x="31091" y="71971"/>
                    <a:pt x="40541" y="71971"/>
                  </a:cubicBezTo>
                  <a:cubicBezTo>
                    <a:pt x="47810" y="71971"/>
                    <a:pt x="55083" y="69841"/>
                    <a:pt x="61347" y="65585"/>
                  </a:cubicBezTo>
                  <a:lnTo>
                    <a:pt x="61347" y="65585"/>
                  </a:lnTo>
                  <a:cubicBezTo>
                    <a:pt x="57483" y="66904"/>
                    <a:pt x="53442" y="67563"/>
                    <a:pt x="49399" y="67563"/>
                  </a:cubicBezTo>
                  <a:cubicBezTo>
                    <a:pt x="39936" y="67563"/>
                    <a:pt x="30461" y="63951"/>
                    <a:pt x="23220" y="56726"/>
                  </a:cubicBezTo>
                  <a:cubicBezTo>
                    <a:pt x="8788" y="42295"/>
                    <a:pt x="8788" y="18861"/>
                    <a:pt x="23220" y="4430"/>
                  </a:cubicBezTo>
                  <a:cubicBezTo>
                    <a:pt x="24887" y="2763"/>
                    <a:pt x="26697" y="1286"/>
                    <a:pt x="28602" y="0"/>
                  </a:cubicBezTo>
                  <a:close/>
                </a:path>
              </a:pathLst>
            </a:custGeom>
            <a:solidFill>
              <a:srgbClr val="000000">
                <a:alpha val="84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3" name="Google Shape;2853;p45"/>
            <p:cNvSpPr/>
            <p:nvPr/>
          </p:nvSpPr>
          <p:spPr>
            <a:xfrm>
              <a:off x="4945596" y="2462178"/>
              <a:ext cx="14406" cy="13460"/>
            </a:xfrm>
            <a:custGeom>
              <a:avLst/>
              <a:gdLst/>
              <a:ahLst/>
              <a:cxnLst/>
              <a:rect l="l" t="t" r="r" b="b"/>
              <a:pathLst>
                <a:path w="9884" h="9235" extrusionOk="0">
                  <a:moveTo>
                    <a:pt x="3612" y="1"/>
                  </a:moveTo>
                  <a:cubicBezTo>
                    <a:pt x="2769" y="1"/>
                    <a:pt x="1930" y="316"/>
                    <a:pt x="1287" y="947"/>
                  </a:cubicBezTo>
                  <a:cubicBezTo>
                    <a:pt x="1" y="2257"/>
                    <a:pt x="1" y="4353"/>
                    <a:pt x="1287" y="5639"/>
                  </a:cubicBezTo>
                  <a:lnTo>
                    <a:pt x="3930" y="8282"/>
                  </a:lnTo>
                  <a:cubicBezTo>
                    <a:pt x="4549" y="8901"/>
                    <a:pt x="5431" y="9235"/>
                    <a:pt x="6264" y="9235"/>
                  </a:cubicBezTo>
                  <a:cubicBezTo>
                    <a:pt x="7098" y="9235"/>
                    <a:pt x="7931" y="8925"/>
                    <a:pt x="8598" y="8282"/>
                  </a:cubicBezTo>
                  <a:cubicBezTo>
                    <a:pt x="9884" y="6972"/>
                    <a:pt x="9884" y="4877"/>
                    <a:pt x="8598" y="3615"/>
                  </a:cubicBezTo>
                  <a:lnTo>
                    <a:pt x="5954" y="947"/>
                  </a:lnTo>
                  <a:cubicBezTo>
                    <a:pt x="5300" y="316"/>
                    <a:pt x="4454" y="1"/>
                    <a:pt x="3612" y="1"/>
                  </a:cubicBezTo>
                  <a:close/>
                </a:path>
              </a:pathLst>
            </a:custGeom>
            <a:solidFill>
              <a:srgbClr val="3A48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4" name="Google Shape;2854;p45"/>
            <p:cNvSpPr/>
            <p:nvPr/>
          </p:nvSpPr>
          <p:spPr>
            <a:xfrm>
              <a:off x="4988427" y="2419355"/>
              <a:ext cx="14406" cy="13451"/>
            </a:xfrm>
            <a:custGeom>
              <a:avLst/>
              <a:gdLst/>
              <a:ahLst/>
              <a:cxnLst/>
              <a:rect l="l" t="t" r="r" b="b"/>
              <a:pathLst>
                <a:path w="9884" h="9229" extrusionOk="0">
                  <a:moveTo>
                    <a:pt x="3600" y="1"/>
                  </a:moveTo>
                  <a:cubicBezTo>
                    <a:pt x="2751" y="1"/>
                    <a:pt x="1906" y="322"/>
                    <a:pt x="1263" y="965"/>
                  </a:cubicBezTo>
                  <a:cubicBezTo>
                    <a:pt x="1" y="2275"/>
                    <a:pt x="1" y="4347"/>
                    <a:pt x="1263" y="5633"/>
                  </a:cubicBezTo>
                  <a:lnTo>
                    <a:pt x="3930" y="8276"/>
                  </a:lnTo>
                  <a:cubicBezTo>
                    <a:pt x="4549" y="8895"/>
                    <a:pt x="5407" y="9229"/>
                    <a:pt x="6240" y="9229"/>
                  </a:cubicBezTo>
                  <a:cubicBezTo>
                    <a:pt x="7121" y="9229"/>
                    <a:pt x="7955" y="8895"/>
                    <a:pt x="8598" y="8276"/>
                  </a:cubicBezTo>
                  <a:cubicBezTo>
                    <a:pt x="9884" y="6966"/>
                    <a:pt x="9884" y="4895"/>
                    <a:pt x="8598" y="3609"/>
                  </a:cubicBezTo>
                  <a:lnTo>
                    <a:pt x="5954" y="965"/>
                  </a:lnTo>
                  <a:cubicBezTo>
                    <a:pt x="5300" y="322"/>
                    <a:pt x="4448" y="1"/>
                    <a:pt x="3600" y="1"/>
                  </a:cubicBezTo>
                  <a:close/>
                </a:path>
              </a:pathLst>
            </a:custGeom>
            <a:solidFill>
              <a:srgbClr val="3A48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5" name="Google Shape;2855;p45"/>
            <p:cNvSpPr/>
            <p:nvPr/>
          </p:nvSpPr>
          <p:spPr>
            <a:xfrm>
              <a:off x="4965588" y="2439043"/>
              <a:ext cx="20619" cy="20248"/>
            </a:xfrm>
            <a:custGeom>
              <a:avLst/>
              <a:gdLst/>
              <a:ahLst/>
              <a:cxnLst/>
              <a:rect l="l" t="t" r="r" b="b"/>
              <a:pathLst>
                <a:path w="14147" h="13892" extrusionOk="0">
                  <a:moveTo>
                    <a:pt x="10673" y="0"/>
                  </a:moveTo>
                  <a:cubicBezTo>
                    <a:pt x="10601" y="0"/>
                    <a:pt x="10528" y="3"/>
                    <a:pt x="10456" y="7"/>
                  </a:cubicBezTo>
                  <a:cubicBezTo>
                    <a:pt x="8646" y="126"/>
                    <a:pt x="7264" y="1698"/>
                    <a:pt x="7383" y="3532"/>
                  </a:cubicBezTo>
                  <a:cubicBezTo>
                    <a:pt x="7455" y="4484"/>
                    <a:pt x="7074" y="5461"/>
                    <a:pt x="6312" y="6199"/>
                  </a:cubicBezTo>
                  <a:cubicBezTo>
                    <a:pt x="5630" y="6881"/>
                    <a:pt x="4744" y="7279"/>
                    <a:pt x="3862" y="7279"/>
                  </a:cubicBezTo>
                  <a:cubicBezTo>
                    <a:pt x="3789" y="7279"/>
                    <a:pt x="3717" y="7276"/>
                    <a:pt x="3645" y="7271"/>
                  </a:cubicBezTo>
                  <a:cubicBezTo>
                    <a:pt x="3572" y="7266"/>
                    <a:pt x="3499" y="7264"/>
                    <a:pt x="3427" y="7264"/>
                  </a:cubicBezTo>
                  <a:cubicBezTo>
                    <a:pt x="1709" y="7264"/>
                    <a:pt x="234" y="8606"/>
                    <a:pt x="120" y="10343"/>
                  </a:cubicBezTo>
                  <a:cubicBezTo>
                    <a:pt x="1" y="12153"/>
                    <a:pt x="1382" y="13724"/>
                    <a:pt x="3192" y="13844"/>
                  </a:cubicBezTo>
                  <a:cubicBezTo>
                    <a:pt x="3406" y="13891"/>
                    <a:pt x="3645" y="13891"/>
                    <a:pt x="3859" y="13891"/>
                  </a:cubicBezTo>
                  <a:cubicBezTo>
                    <a:pt x="6478" y="13891"/>
                    <a:pt x="9050" y="12819"/>
                    <a:pt x="10979" y="10867"/>
                  </a:cubicBezTo>
                  <a:cubicBezTo>
                    <a:pt x="13075" y="8771"/>
                    <a:pt x="14147" y="5937"/>
                    <a:pt x="13956" y="3079"/>
                  </a:cubicBezTo>
                  <a:cubicBezTo>
                    <a:pt x="13865" y="1342"/>
                    <a:pt x="12391" y="0"/>
                    <a:pt x="10673" y="0"/>
                  </a:cubicBezTo>
                  <a:close/>
                </a:path>
              </a:pathLst>
            </a:custGeom>
            <a:solidFill>
              <a:srgbClr val="3A48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6" name="Google Shape;2856;p45"/>
            <p:cNvSpPr/>
            <p:nvPr/>
          </p:nvSpPr>
          <p:spPr>
            <a:xfrm>
              <a:off x="4909671" y="2544674"/>
              <a:ext cx="79139" cy="9617"/>
            </a:xfrm>
            <a:custGeom>
              <a:avLst/>
              <a:gdLst/>
              <a:ahLst/>
              <a:cxnLst/>
              <a:rect l="l" t="t" r="r" b="b"/>
              <a:pathLst>
                <a:path w="54298" h="6598" extrusionOk="0">
                  <a:moveTo>
                    <a:pt x="3644" y="0"/>
                  </a:moveTo>
                  <a:cubicBezTo>
                    <a:pt x="1930" y="0"/>
                    <a:pt x="453" y="1215"/>
                    <a:pt x="239" y="2882"/>
                  </a:cubicBezTo>
                  <a:cubicBezTo>
                    <a:pt x="1" y="4882"/>
                    <a:pt x="1549" y="6597"/>
                    <a:pt x="3525" y="6597"/>
                  </a:cubicBezTo>
                  <a:lnTo>
                    <a:pt x="50797" y="6597"/>
                  </a:lnTo>
                  <a:cubicBezTo>
                    <a:pt x="52750" y="6597"/>
                    <a:pt x="54298" y="4906"/>
                    <a:pt x="54060" y="2882"/>
                  </a:cubicBezTo>
                  <a:cubicBezTo>
                    <a:pt x="53845" y="1215"/>
                    <a:pt x="52369" y="0"/>
                    <a:pt x="50678"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7" name="Google Shape;2857;p45"/>
            <p:cNvSpPr/>
            <p:nvPr/>
          </p:nvSpPr>
          <p:spPr>
            <a:xfrm>
              <a:off x="4883952" y="2314204"/>
              <a:ext cx="104858" cy="9615"/>
            </a:xfrm>
            <a:custGeom>
              <a:avLst/>
              <a:gdLst/>
              <a:ahLst/>
              <a:cxnLst/>
              <a:rect l="l" t="t" r="r" b="b"/>
              <a:pathLst>
                <a:path w="71944" h="6597" extrusionOk="0">
                  <a:moveTo>
                    <a:pt x="3620" y="0"/>
                  </a:moveTo>
                  <a:cubicBezTo>
                    <a:pt x="1929" y="0"/>
                    <a:pt x="453" y="1215"/>
                    <a:pt x="238" y="2882"/>
                  </a:cubicBezTo>
                  <a:cubicBezTo>
                    <a:pt x="0" y="4882"/>
                    <a:pt x="1548" y="6597"/>
                    <a:pt x="3501" y="6597"/>
                  </a:cubicBezTo>
                  <a:lnTo>
                    <a:pt x="68443" y="6597"/>
                  </a:lnTo>
                  <a:cubicBezTo>
                    <a:pt x="70396" y="6597"/>
                    <a:pt x="71944" y="4906"/>
                    <a:pt x="71706" y="2882"/>
                  </a:cubicBezTo>
                  <a:cubicBezTo>
                    <a:pt x="71491" y="1215"/>
                    <a:pt x="70015" y="0"/>
                    <a:pt x="68324"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8" name="Google Shape;2858;p45"/>
            <p:cNvSpPr/>
            <p:nvPr/>
          </p:nvSpPr>
          <p:spPr>
            <a:xfrm>
              <a:off x="4910852" y="2389800"/>
              <a:ext cx="123082" cy="117423"/>
            </a:xfrm>
            <a:custGeom>
              <a:avLst/>
              <a:gdLst/>
              <a:ahLst/>
              <a:cxnLst/>
              <a:rect l="l" t="t" r="r" b="b"/>
              <a:pathLst>
                <a:path w="84447" h="80565" extrusionOk="0">
                  <a:moveTo>
                    <a:pt x="44176" y="6621"/>
                  </a:moveTo>
                  <a:cubicBezTo>
                    <a:pt x="53154" y="6621"/>
                    <a:pt x="61609" y="10122"/>
                    <a:pt x="67991" y="16480"/>
                  </a:cubicBezTo>
                  <a:cubicBezTo>
                    <a:pt x="74349" y="22839"/>
                    <a:pt x="77850" y="31293"/>
                    <a:pt x="77850" y="40295"/>
                  </a:cubicBezTo>
                  <a:cubicBezTo>
                    <a:pt x="77850" y="49273"/>
                    <a:pt x="74326" y="57727"/>
                    <a:pt x="67991" y="64109"/>
                  </a:cubicBezTo>
                  <a:cubicBezTo>
                    <a:pt x="61609" y="70467"/>
                    <a:pt x="53154" y="73944"/>
                    <a:pt x="44176" y="73944"/>
                  </a:cubicBezTo>
                  <a:cubicBezTo>
                    <a:pt x="35174" y="73944"/>
                    <a:pt x="26720" y="70444"/>
                    <a:pt x="20362" y="64109"/>
                  </a:cubicBezTo>
                  <a:cubicBezTo>
                    <a:pt x="7240" y="50964"/>
                    <a:pt x="7240" y="29602"/>
                    <a:pt x="20362" y="16480"/>
                  </a:cubicBezTo>
                  <a:cubicBezTo>
                    <a:pt x="26697" y="10098"/>
                    <a:pt x="35151" y="6621"/>
                    <a:pt x="44176" y="6621"/>
                  </a:cubicBezTo>
                  <a:close/>
                  <a:moveTo>
                    <a:pt x="44176" y="1"/>
                  </a:moveTo>
                  <a:cubicBezTo>
                    <a:pt x="33436" y="1"/>
                    <a:pt x="23315" y="4216"/>
                    <a:pt x="15694" y="11789"/>
                  </a:cubicBezTo>
                  <a:cubicBezTo>
                    <a:pt x="1" y="27506"/>
                    <a:pt x="1" y="53059"/>
                    <a:pt x="15694" y="68777"/>
                  </a:cubicBezTo>
                  <a:cubicBezTo>
                    <a:pt x="23315" y="76397"/>
                    <a:pt x="33388" y="80565"/>
                    <a:pt x="44176" y="80565"/>
                  </a:cubicBezTo>
                  <a:cubicBezTo>
                    <a:pt x="54917" y="80565"/>
                    <a:pt x="65038" y="76373"/>
                    <a:pt x="72658" y="68777"/>
                  </a:cubicBezTo>
                  <a:cubicBezTo>
                    <a:pt x="80279" y="61180"/>
                    <a:pt x="84447" y="51059"/>
                    <a:pt x="84447" y="40295"/>
                  </a:cubicBezTo>
                  <a:cubicBezTo>
                    <a:pt x="84447" y="29531"/>
                    <a:pt x="80255" y="19409"/>
                    <a:pt x="72658" y="11789"/>
                  </a:cubicBezTo>
                  <a:cubicBezTo>
                    <a:pt x="65038" y="4168"/>
                    <a:pt x="54941" y="1"/>
                    <a:pt x="44176"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9" name="Google Shape;2859;p45"/>
            <p:cNvSpPr/>
            <p:nvPr/>
          </p:nvSpPr>
          <p:spPr>
            <a:xfrm>
              <a:off x="4945527" y="2462178"/>
              <a:ext cx="14371" cy="13460"/>
            </a:xfrm>
            <a:custGeom>
              <a:avLst/>
              <a:gdLst/>
              <a:ahLst/>
              <a:cxnLst/>
              <a:rect l="l" t="t" r="r" b="b"/>
              <a:pathLst>
                <a:path w="9860" h="9235" extrusionOk="0">
                  <a:moveTo>
                    <a:pt x="3617" y="1"/>
                  </a:moveTo>
                  <a:cubicBezTo>
                    <a:pt x="2769" y="1"/>
                    <a:pt x="1917" y="316"/>
                    <a:pt x="1262" y="947"/>
                  </a:cubicBezTo>
                  <a:cubicBezTo>
                    <a:pt x="0" y="2233"/>
                    <a:pt x="0" y="4329"/>
                    <a:pt x="1262" y="5639"/>
                  </a:cubicBezTo>
                  <a:lnTo>
                    <a:pt x="3953" y="8282"/>
                  </a:lnTo>
                  <a:cubicBezTo>
                    <a:pt x="4596" y="8925"/>
                    <a:pt x="5430" y="9235"/>
                    <a:pt x="6263" y="9235"/>
                  </a:cubicBezTo>
                  <a:cubicBezTo>
                    <a:pt x="7097" y="9235"/>
                    <a:pt x="7978" y="8901"/>
                    <a:pt x="8597" y="8282"/>
                  </a:cubicBezTo>
                  <a:cubicBezTo>
                    <a:pt x="9859" y="6996"/>
                    <a:pt x="9859" y="4924"/>
                    <a:pt x="8597" y="3615"/>
                  </a:cubicBezTo>
                  <a:lnTo>
                    <a:pt x="5954" y="947"/>
                  </a:lnTo>
                  <a:cubicBezTo>
                    <a:pt x="5311" y="316"/>
                    <a:pt x="4465" y="1"/>
                    <a:pt x="3617"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0" name="Google Shape;2860;p45"/>
            <p:cNvSpPr/>
            <p:nvPr/>
          </p:nvSpPr>
          <p:spPr>
            <a:xfrm>
              <a:off x="4988359" y="2419312"/>
              <a:ext cx="14406" cy="13460"/>
            </a:xfrm>
            <a:custGeom>
              <a:avLst/>
              <a:gdLst/>
              <a:ahLst/>
              <a:cxnLst/>
              <a:rect l="l" t="t" r="r" b="b"/>
              <a:pathLst>
                <a:path w="9884" h="9235" extrusionOk="0">
                  <a:moveTo>
                    <a:pt x="3638" y="1"/>
                  </a:moveTo>
                  <a:cubicBezTo>
                    <a:pt x="2792" y="1"/>
                    <a:pt x="1941" y="316"/>
                    <a:pt x="1286" y="948"/>
                  </a:cubicBezTo>
                  <a:cubicBezTo>
                    <a:pt x="0" y="2234"/>
                    <a:pt x="0" y="4329"/>
                    <a:pt x="1286" y="5639"/>
                  </a:cubicBezTo>
                  <a:lnTo>
                    <a:pt x="3977" y="8282"/>
                  </a:lnTo>
                  <a:cubicBezTo>
                    <a:pt x="4620" y="8925"/>
                    <a:pt x="5454" y="9235"/>
                    <a:pt x="6287" y="9235"/>
                  </a:cubicBezTo>
                  <a:cubicBezTo>
                    <a:pt x="7121" y="9235"/>
                    <a:pt x="8002" y="8902"/>
                    <a:pt x="8621" y="8282"/>
                  </a:cubicBezTo>
                  <a:cubicBezTo>
                    <a:pt x="9883" y="6996"/>
                    <a:pt x="9883" y="4925"/>
                    <a:pt x="8621" y="3615"/>
                  </a:cubicBezTo>
                  <a:lnTo>
                    <a:pt x="5954" y="948"/>
                  </a:lnTo>
                  <a:cubicBezTo>
                    <a:pt x="5323" y="316"/>
                    <a:pt x="4483" y="1"/>
                    <a:pt x="3638"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1" name="Google Shape;2861;p45"/>
            <p:cNvSpPr/>
            <p:nvPr/>
          </p:nvSpPr>
          <p:spPr>
            <a:xfrm>
              <a:off x="4965588" y="2439078"/>
              <a:ext cx="20654" cy="20213"/>
            </a:xfrm>
            <a:custGeom>
              <a:avLst/>
              <a:gdLst/>
              <a:ahLst/>
              <a:cxnLst/>
              <a:rect l="l" t="t" r="r" b="b"/>
              <a:pathLst>
                <a:path w="14171" h="13868" extrusionOk="0">
                  <a:moveTo>
                    <a:pt x="10673" y="0"/>
                  </a:moveTo>
                  <a:cubicBezTo>
                    <a:pt x="10601" y="0"/>
                    <a:pt x="10528" y="2"/>
                    <a:pt x="10456" y="7"/>
                  </a:cubicBezTo>
                  <a:cubicBezTo>
                    <a:pt x="8646" y="126"/>
                    <a:pt x="7264" y="1722"/>
                    <a:pt x="7383" y="3532"/>
                  </a:cubicBezTo>
                  <a:cubicBezTo>
                    <a:pt x="7455" y="4484"/>
                    <a:pt x="7074" y="5461"/>
                    <a:pt x="6312" y="6199"/>
                  </a:cubicBezTo>
                  <a:cubicBezTo>
                    <a:pt x="5632" y="6900"/>
                    <a:pt x="4751" y="7279"/>
                    <a:pt x="3872" y="7279"/>
                  </a:cubicBezTo>
                  <a:cubicBezTo>
                    <a:pt x="3796" y="7279"/>
                    <a:pt x="3720" y="7276"/>
                    <a:pt x="3645" y="7271"/>
                  </a:cubicBezTo>
                  <a:cubicBezTo>
                    <a:pt x="3572" y="7266"/>
                    <a:pt x="3499" y="7263"/>
                    <a:pt x="3427" y="7263"/>
                  </a:cubicBezTo>
                  <a:cubicBezTo>
                    <a:pt x="1709" y="7263"/>
                    <a:pt x="234" y="8606"/>
                    <a:pt x="120" y="10343"/>
                  </a:cubicBezTo>
                  <a:cubicBezTo>
                    <a:pt x="1" y="12129"/>
                    <a:pt x="1382" y="13700"/>
                    <a:pt x="3192" y="13820"/>
                  </a:cubicBezTo>
                  <a:cubicBezTo>
                    <a:pt x="3406" y="13820"/>
                    <a:pt x="3645" y="13867"/>
                    <a:pt x="3859" y="13867"/>
                  </a:cubicBezTo>
                  <a:cubicBezTo>
                    <a:pt x="6502" y="13867"/>
                    <a:pt x="9050" y="12795"/>
                    <a:pt x="11003" y="10843"/>
                  </a:cubicBezTo>
                  <a:cubicBezTo>
                    <a:pt x="13075" y="8771"/>
                    <a:pt x="14171" y="5937"/>
                    <a:pt x="13980" y="3079"/>
                  </a:cubicBezTo>
                  <a:cubicBezTo>
                    <a:pt x="13866" y="1342"/>
                    <a:pt x="12391" y="0"/>
                    <a:pt x="10673"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2" name="Google Shape;2862;p45"/>
            <p:cNvSpPr/>
            <p:nvPr/>
          </p:nvSpPr>
          <p:spPr>
            <a:xfrm>
              <a:off x="4780691" y="2272587"/>
              <a:ext cx="328563" cy="313255"/>
            </a:xfrm>
            <a:custGeom>
              <a:avLst/>
              <a:gdLst/>
              <a:ahLst/>
              <a:cxnLst/>
              <a:rect l="l" t="t" r="r" b="b"/>
              <a:pathLst>
                <a:path w="225429" h="214926" extrusionOk="0">
                  <a:moveTo>
                    <a:pt x="50106" y="11074"/>
                  </a:moveTo>
                  <a:lnTo>
                    <a:pt x="50106" y="40842"/>
                  </a:lnTo>
                  <a:cubicBezTo>
                    <a:pt x="50106" y="45962"/>
                    <a:pt x="45962" y="50106"/>
                    <a:pt x="40842" y="50106"/>
                  </a:cubicBezTo>
                  <a:lnTo>
                    <a:pt x="11074" y="50106"/>
                  </a:lnTo>
                  <a:lnTo>
                    <a:pt x="50106" y="11074"/>
                  </a:lnTo>
                  <a:close/>
                  <a:moveTo>
                    <a:pt x="181395" y="151150"/>
                  </a:moveTo>
                  <a:cubicBezTo>
                    <a:pt x="181990" y="152460"/>
                    <a:pt x="182181" y="154080"/>
                    <a:pt x="181895" y="155866"/>
                  </a:cubicBezTo>
                  <a:cubicBezTo>
                    <a:pt x="181395" y="159128"/>
                    <a:pt x="179585" y="162153"/>
                    <a:pt x="177275" y="164463"/>
                  </a:cubicBezTo>
                  <a:cubicBezTo>
                    <a:pt x="174513" y="167106"/>
                    <a:pt x="170845" y="169226"/>
                    <a:pt x="166987" y="169226"/>
                  </a:cubicBezTo>
                  <a:cubicBezTo>
                    <a:pt x="166225" y="169226"/>
                    <a:pt x="165273" y="169154"/>
                    <a:pt x="164344" y="168773"/>
                  </a:cubicBezTo>
                  <a:lnTo>
                    <a:pt x="164344" y="168344"/>
                  </a:lnTo>
                  <a:cubicBezTo>
                    <a:pt x="165916" y="167320"/>
                    <a:pt x="168964" y="165010"/>
                    <a:pt x="168988" y="164987"/>
                  </a:cubicBezTo>
                  <a:cubicBezTo>
                    <a:pt x="170583" y="163701"/>
                    <a:pt x="172131" y="162296"/>
                    <a:pt x="173608" y="160843"/>
                  </a:cubicBezTo>
                  <a:cubicBezTo>
                    <a:pt x="176370" y="158080"/>
                    <a:pt x="178871" y="155008"/>
                    <a:pt x="181014" y="151722"/>
                  </a:cubicBezTo>
                  <a:cubicBezTo>
                    <a:pt x="181133" y="151555"/>
                    <a:pt x="181252" y="151341"/>
                    <a:pt x="181395" y="151150"/>
                  </a:cubicBezTo>
                  <a:close/>
                  <a:moveTo>
                    <a:pt x="186491" y="162653"/>
                  </a:moveTo>
                  <a:cubicBezTo>
                    <a:pt x="204400" y="170750"/>
                    <a:pt x="216402" y="180895"/>
                    <a:pt x="218093" y="189563"/>
                  </a:cubicBezTo>
                  <a:cubicBezTo>
                    <a:pt x="218951" y="193588"/>
                    <a:pt x="217545" y="197350"/>
                    <a:pt x="213830" y="201042"/>
                  </a:cubicBezTo>
                  <a:cubicBezTo>
                    <a:pt x="210758" y="204114"/>
                    <a:pt x="207686" y="205614"/>
                    <a:pt x="204448" y="205614"/>
                  </a:cubicBezTo>
                  <a:cubicBezTo>
                    <a:pt x="195231" y="205614"/>
                    <a:pt x="184253" y="193492"/>
                    <a:pt x="175346" y="173774"/>
                  </a:cubicBezTo>
                  <a:cubicBezTo>
                    <a:pt x="175632" y="173631"/>
                    <a:pt x="175918" y="173512"/>
                    <a:pt x="176180" y="173369"/>
                  </a:cubicBezTo>
                  <a:cubicBezTo>
                    <a:pt x="178275" y="172226"/>
                    <a:pt x="180181" y="170797"/>
                    <a:pt x="181848" y="169130"/>
                  </a:cubicBezTo>
                  <a:cubicBezTo>
                    <a:pt x="183729" y="167273"/>
                    <a:pt x="185301" y="165082"/>
                    <a:pt x="186468" y="162748"/>
                  </a:cubicBezTo>
                  <a:cubicBezTo>
                    <a:pt x="186468" y="162700"/>
                    <a:pt x="186491" y="162677"/>
                    <a:pt x="186491" y="162653"/>
                  </a:cubicBezTo>
                  <a:close/>
                  <a:moveTo>
                    <a:pt x="53583" y="1"/>
                  </a:moveTo>
                  <a:cubicBezTo>
                    <a:pt x="52725" y="1"/>
                    <a:pt x="51844" y="358"/>
                    <a:pt x="51249" y="953"/>
                  </a:cubicBezTo>
                  <a:lnTo>
                    <a:pt x="1000" y="51059"/>
                  </a:lnTo>
                  <a:cubicBezTo>
                    <a:pt x="405" y="51678"/>
                    <a:pt x="48" y="52511"/>
                    <a:pt x="48" y="53369"/>
                  </a:cubicBezTo>
                  <a:lnTo>
                    <a:pt x="48" y="166153"/>
                  </a:lnTo>
                  <a:cubicBezTo>
                    <a:pt x="48" y="167868"/>
                    <a:pt x="1286" y="169345"/>
                    <a:pt x="2953" y="169559"/>
                  </a:cubicBezTo>
                  <a:cubicBezTo>
                    <a:pt x="3088" y="169575"/>
                    <a:pt x="3223" y="169583"/>
                    <a:pt x="3355" y="169583"/>
                  </a:cubicBezTo>
                  <a:cubicBezTo>
                    <a:pt x="5156" y="169583"/>
                    <a:pt x="6644" y="168114"/>
                    <a:pt x="6644" y="166273"/>
                  </a:cubicBezTo>
                  <a:lnTo>
                    <a:pt x="6644" y="56655"/>
                  </a:lnTo>
                  <a:lnTo>
                    <a:pt x="40866" y="56655"/>
                  </a:lnTo>
                  <a:cubicBezTo>
                    <a:pt x="49630" y="56655"/>
                    <a:pt x="56702" y="49558"/>
                    <a:pt x="56702" y="40819"/>
                  </a:cubicBezTo>
                  <a:lnTo>
                    <a:pt x="56702" y="6573"/>
                  </a:lnTo>
                  <a:lnTo>
                    <a:pt x="141911" y="6573"/>
                  </a:lnTo>
                  <a:cubicBezTo>
                    <a:pt x="150651" y="6573"/>
                    <a:pt x="157747" y="13670"/>
                    <a:pt x="157747" y="22410"/>
                  </a:cubicBezTo>
                  <a:lnTo>
                    <a:pt x="157747" y="69277"/>
                  </a:lnTo>
                  <a:cubicBezTo>
                    <a:pt x="150793" y="65966"/>
                    <a:pt x="143292" y="64157"/>
                    <a:pt x="135624" y="63871"/>
                  </a:cubicBezTo>
                  <a:cubicBezTo>
                    <a:pt x="135034" y="63851"/>
                    <a:pt x="134446" y="63842"/>
                    <a:pt x="133858" y="63842"/>
                  </a:cubicBezTo>
                  <a:cubicBezTo>
                    <a:pt x="132312" y="63842"/>
                    <a:pt x="130771" y="63904"/>
                    <a:pt x="129218" y="63990"/>
                  </a:cubicBezTo>
                  <a:cubicBezTo>
                    <a:pt x="127408" y="64157"/>
                    <a:pt x="126026" y="65728"/>
                    <a:pt x="126193" y="67538"/>
                  </a:cubicBezTo>
                  <a:cubicBezTo>
                    <a:pt x="126307" y="69240"/>
                    <a:pt x="127761" y="70596"/>
                    <a:pt x="129464" y="70596"/>
                  </a:cubicBezTo>
                  <a:cubicBezTo>
                    <a:pt x="129548" y="70596"/>
                    <a:pt x="129633" y="70593"/>
                    <a:pt x="129718" y="70586"/>
                  </a:cubicBezTo>
                  <a:cubicBezTo>
                    <a:pt x="130968" y="70484"/>
                    <a:pt x="132212" y="70437"/>
                    <a:pt x="133457" y="70437"/>
                  </a:cubicBezTo>
                  <a:cubicBezTo>
                    <a:pt x="134534" y="70437"/>
                    <a:pt x="135612" y="70473"/>
                    <a:pt x="136695" y="70539"/>
                  </a:cubicBezTo>
                  <a:cubicBezTo>
                    <a:pt x="148769" y="71301"/>
                    <a:pt x="160391" y="76588"/>
                    <a:pt x="168940" y="85137"/>
                  </a:cubicBezTo>
                  <a:cubicBezTo>
                    <a:pt x="181752" y="97973"/>
                    <a:pt x="186634" y="117263"/>
                    <a:pt x="181586" y="134671"/>
                  </a:cubicBezTo>
                  <a:cubicBezTo>
                    <a:pt x="178728" y="144530"/>
                    <a:pt x="172774" y="153341"/>
                    <a:pt x="164796" y="159771"/>
                  </a:cubicBezTo>
                  <a:cubicBezTo>
                    <a:pt x="164773" y="159795"/>
                    <a:pt x="164725" y="159795"/>
                    <a:pt x="164701" y="159819"/>
                  </a:cubicBezTo>
                  <a:cubicBezTo>
                    <a:pt x="155890" y="166844"/>
                    <a:pt x="144768" y="170750"/>
                    <a:pt x="133480" y="170750"/>
                  </a:cubicBezTo>
                  <a:cubicBezTo>
                    <a:pt x="120240" y="170750"/>
                    <a:pt x="107404" y="165391"/>
                    <a:pt x="98021" y="156080"/>
                  </a:cubicBezTo>
                  <a:cubicBezTo>
                    <a:pt x="78707" y="136862"/>
                    <a:pt x="78802" y="104403"/>
                    <a:pt x="98021" y="85161"/>
                  </a:cubicBezTo>
                  <a:cubicBezTo>
                    <a:pt x="102998" y="80184"/>
                    <a:pt x="108832" y="76373"/>
                    <a:pt x="115381" y="73849"/>
                  </a:cubicBezTo>
                  <a:cubicBezTo>
                    <a:pt x="116858" y="73277"/>
                    <a:pt x="117810" y="71730"/>
                    <a:pt x="117525" y="70182"/>
                  </a:cubicBezTo>
                  <a:cubicBezTo>
                    <a:pt x="117406" y="69515"/>
                    <a:pt x="117072" y="68919"/>
                    <a:pt x="116667" y="68467"/>
                  </a:cubicBezTo>
                  <a:cubicBezTo>
                    <a:pt x="116034" y="67817"/>
                    <a:pt x="115155" y="67447"/>
                    <a:pt x="114260" y="67447"/>
                  </a:cubicBezTo>
                  <a:cubicBezTo>
                    <a:pt x="113877" y="67447"/>
                    <a:pt x="113490" y="67514"/>
                    <a:pt x="113119" y="67657"/>
                  </a:cubicBezTo>
                  <a:cubicBezTo>
                    <a:pt x="105713" y="70515"/>
                    <a:pt x="99068" y="74825"/>
                    <a:pt x="93401" y="80493"/>
                  </a:cubicBezTo>
                  <a:cubicBezTo>
                    <a:pt x="93282" y="80612"/>
                    <a:pt x="93162" y="80755"/>
                    <a:pt x="93020" y="80874"/>
                  </a:cubicBezTo>
                  <a:lnTo>
                    <a:pt x="24982" y="80874"/>
                  </a:lnTo>
                  <a:cubicBezTo>
                    <a:pt x="23267" y="80874"/>
                    <a:pt x="21790" y="82089"/>
                    <a:pt x="21576" y="83756"/>
                  </a:cubicBezTo>
                  <a:cubicBezTo>
                    <a:pt x="21338" y="85756"/>
                    <a:pt x="22886" y="87495"/>
                    <a:pt x="24862" y="87495"/>
                  </a:cubicBezTo>
                  <a:lnTo>
                    <a:pt x="87447" y="87495"/>
                  </a:lnTo>
                  <a:cubicBezTo>
                    <a:pt x="83756" y="92567"/>
                    <a:pt x="80969" y="98211"/>
                    <a:pt x="79160" y="104189"/>
                  </a:cubicBezTo>
                  <a:lnTo>
                    <a:pt x="25005" y="104189"/>
                  </a:lnTo>
                  <a:cubicBezTo>
                    <a:pt x="23291" y="104189"/>
                    <a:pt x="21814" y="105403"/>
                    <a:pt x="21600" y="107070"/>
                  </a:cubicBezTo>
                  <a:cubicBezTo>
                    <a:pt x="21362" y="109070"/>
                    <a:pt x="22910" y="110785"/>
                    <a:pt x="24886" y="110785"/>
                  </a:cubicBezTo>
                  <a:lnTo>
                    <a:pt x="77635" y="110785"/>
                  </a:lnTo>
                  <a:cubicBezTo>
                    <a:pt x="77040" y="114095"/>
                    <a:pt x="76730" y="117501"/>
                    <a:pt x="76730" y="120906"/>
                  </a:cubicBezTo>
                  <a:cubicBezTo>
                    <a:pt x="76730" y="123121"/>
                    <a:pt x="76850" y="125312"/>
                    <a:pt x="77111" y="127455"/>
                  </a:cubicBezTo>
                  <a:lnTo>
                    <a:pt x="24910" y="127455"/>
                  </a:lnTo>
                  <a:cubicBezTo>
                    <a:pt x="23219" y="127455"/>
                    <a:pt x="21719" y="128765"/>
                    <a:pt x="21695" y="130480"/>
                  </a:cubicBezTo>
                  <a:cubicBezTo>
                    <a:pt x="21648" y="132194"/>
                    <a:pt x="23029" y="133623"/>
                    <a:pt x="24767" y="133623"/>
                  </a:cubicBezTo>
                  <a:lnTo>
                    <a:pt x="78231" y="133623"/>
                  </a:lnTo>
                  <a:cubicBezTo>
                    <a:pt x="79636" y="139529"/>
                    <a:pt x="81922" y="145149"/>
                    <a:pt x="85113" y="150341"/>
                  </a:cubicBezTo>
                  <a:lnTo>
                    <a:pt x="25005" y="150341"/>
                  </a:lnTo>
                  <a:cubicBezTo>
                    <a:pt x="23291" y="150341"/>
                    <a:pt x="21814" y="151555"/>
                    <a:pt x="21600" y="153222"/>
                  </a:cubicBezTo>
                  <a:cubicBezTo>
                    <a:pt x="21362" y="155223"/>
                    <a:pt x="22910" y="156937"/>
                    <a:pt x="24886" y="156937"/>
                  </a:cubicBezTo>
                  <a:lnTo>
                    <a:pt x="89781" y="156937"/>
                  </a:lnTo>
                  <a:cubicBezTo>
                    <a:pt x="90900" y="158271"/>
                    <a:pt x="92091" y="159581"/>
                    <a:pt x="93353" y="160867"/>
                  </a:cubicBezTo>
                  <a:cubicBezTo>
                    <a:pt x="104074" y="171587"/>
                    <a:pt x="119003" y="177328"/>
                    <a:pt x="133948" y="177328"/>
                  </a:cubicBezTo>
                  <a:cubicBezTo>
                    <a:pt x="142043" y="177328"/>
                    <a:pt x="150142" y="175644"/>
                    <a:pt x="157581" y="172155"/>
                  </a:cubicBezTo>
                  <a:lnTo>
                    <a:pt x="157628" y="172179"/>
                  </a:lnTo>
                  <a:lnTo>
                    <a:pt x="157771" y="172321"/>
                  </a:lnTo>
                  <a:lnTo>
                    <a:pt x="157771" y="192516"/>
                  </a:lnTo>
                  <a:cubicBezTo>
                    <a:pt x="157771" y="201256"/>
                    <a:pt x="150674" y="208353"/>
                    <a:pt x="141935" y="208353"/>
                  </a:cubicBezTo>
                  <a:lnTo>
                    <a:pt x="22433" y="208353"/>
                  </a:lnTo>
                  <a:cubicBezTo>
                    <a:pt x="13717" y="208353"/>
                    <a:pt x="6597" y="201256"/>
                    <a:pt x="6597" y="192516"/>
                  </a:cubicBezTo>
                  <a:lnTo>
                    <a:pt x="6597" y="180061"/>
                  </a:lnTo>
                  <a:cubicBezTo>
                    <a:pt x="6597" y="178370"/>
                    <a:pt x="5382" y="176894"/>
                    <a:pt x="3715" y="176679"/>
                  </a:cubicBezTo>
                  <a:cubicBezTo>
                    <a:pt x="3578" y="176663"/>
                    <a:pt x="3443" y="176655"/>
                    <a:pt x="3309" y="176655"/>
                  </a:cubicBezTo>
                  <a:cubicBezTo>
                    <a:pt x="1488" y="176655"/>
                    <a:pt x="0" y="178123"/>
                    <a:pt x="0" y="179942"/>
                  </a:cubicBezTo>
                  <a:lnTo>
                    <a:pt x="0" y="192516"/>
                  </a:lnTo>
                  <a:cubicBezTo>
                    <a:pt x="0" y="204899"/>
                    <a:pt x="10026" y="214925"/>
                    <a:pt x="22410" y="214925"/>
                  </a:cubicBezTo>
                  <a:lnTo>
                    <a:pt x="141863" y="214925"/>
                  </a:lnTo>
                  <a:cubicBezTo>
                    <a:pt x="141863" y="214925"/>
                    <a:pt x="164272" y="204923"/>
                    <a:pt x="164272" y="192564"/>
                  </a:cubicBezTo>
                  <a:lnTo>
                    <a:pt x="164272" y="175703"/>
                  </a:lnTo>
                  <a:cubicBezTo>
                    <a:pt x="165154" y="175846"/>
                    <a:pt x="166035" y="175941"/>
                    <a:pt x="166964" y="175941"/>
                  </a:cubicBezTo>
                  <a:cubicBezTo>
                    <a:pt x="167607" y="175941"/>
                    <a:pt x="168297" y="175894"/>
                    <a:pt x="168964" y="175822"/>
                  </a:cubicBezTo>
                  <a:cubicBezTo>
                    <a:pt x="173298" y="185610"/>
                    <a:pt x="178371" y="193992"/>
                    <a:pt x="183634" y="200184"/>
                  </a:cubicBezTo>
                  <a:cubicBezTo>
                    <a:pt x="190516" y="208233"/>
                    <a:pt x="197470" y="212306"/>
                    <a:pt x="204376" y="212306"/>
                  </a:cubicBezTo>
                  <a:cubicBezTo>
                    <a:pt x="209425" y="212306"/>
                    <a:pt x="214116" y="210139"/>
                    <a:pt x="218427" y="205852"/>
                  </a:cubicBezTo>
                  <a:cubicBezTo>
                    <a:pt x="225047" y="199232"/>
                    <a:pt x="225428" y="192730"/>
                    <a:pt x="224571" y="188372"/>
                  </a:cubicBezTo>
                  <a:cubicBezTo>
                    <a:pt x="223404" y="181990"/>
                    <a:pt x="218879" y="175727"/>
                    <a:pt x="211211" y="169583"/>
                  </a:cubicBezTo>
                  <a:cubicBezTo>
                    <a:pt x="205210" y="164796"/>
                    <a:pt x="197375" y="160200"/>
                    <a:pt x="188420" y="156247"/>
                  </a:cubicBezTo>
                  <a:cubicBezTo>
                    <a:pt x="188968" y="151722"/>
                    <a:pt x="187754" y="147697"/>
                    <a:pt x="184872" y="144863"/>
                  </a:cubicBezTo>
                  <a:lnTo>
                    <a:pt x="184824" y="144792"/>
                  </a:lnTo>
                  <a:cubicBezTo>
                    <a:pt x="194636" y="123764"/>
                    <a:pt x="190897" y="97949"/>
                    <a:pt x="173560" y="80588"/>
                  </a:cubicBezTo>
                  <a:cubicBezTo>
                    <a:pt x="170750" y="77755"/>
                    <a:pt x="167654" y="75254"/>
                    <a:pt x="164773" y="73111"/>
                  </a:cubicBezTo>
                  <a:lnTo>
                    <a:pt x="164773" y="22291"/>
                  </a:lnTo>
                  <a:cubicBezTo>
                    <a:pt x="164344" y="9955"/>
                    <a:pt x="141935" y="1"/>
                    <a:pt x="141935"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863" name="Google Shape;2863;p45"/>
          <p:cNvGrpSpPr/>
          <p:nvPr/>
        </p:nvGrpSpPr>
        <p:grpSpPr>
          <a:xfrm>
            <a:off x="5511224" y="2277883"/>
            <a:ext cx="360010" cy="327745"/>
            <a:chOff x="5511224" y="2277883"/>
            <a:chExt cx="360010" cy="327745"/>
          </a:xfrm>
        </p:grpSpPr>
        <p:sp>
          <p:nvSpPr>
            <p:cNvPr id="2864" name="Google Shape;2864;p45"/>
            <p:cNvSpPr/>
            <p:nvPr/>
          </p:nvSpPr>
          <p:spPr>
            <a:xfrm>
              <a:off x="5688868" y="2282652"/>
              <a:ext cx="182365" cy="147760"/>
            </a:xfrm>
            <a:custGeom>
              <a:avLst/>
              <a:gdLst/>
              <a:ahLst/>
              <a:cxnLst/>
              <a:rect l="l" t="t" r="r" b="b"/>
              <a:pathLst>
                <a:path w="125122" h="101379" extrusionOk="0">
                  <a:moveTo>
                    <a:pt x="84959" y="0"/>
                  </a:moveTo>
                  <a:cubicBezTo>
                    <a:pt x="52874" y="0"/>
                    <a:pt x="0" y="83089"/>
                    <a:pt x="0" y="83089"/>
                  </a:cubicBezTo>
                  <a:lnTo>
                    <a:pt x="18314" y="101379"/>
                  </a:lnTo>
                  <a:cubicBezTo>
                    <a:pt x="18314" y="101379"/>
                    <a:pt x="125121" y="33436"/>
                    <a:pt x="96544" y="4859"/>
                  </a:cubicBezTo>
                  <a:cubicBezTo>
                    <a:pt x="93172" y="1487"/>
                    <a:pt x="89252" y="0"/>
                    <a:pt x="84959" y="0"/>
                  </a:cubicBezTo>
                  <a:close/>
                </a:path>
              </a:pathLst>
            </a:custGeom>
            <a:solidFill>
              <a:srgbClr val="4657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5" name="Google Shape;2865;p45"/>
            <p:cNvSpPr/>
            <p:nvPr/>
          </p:nvSpPr>
          <p:spPr>
            <a:xfrm>
              <a:off x="5701953" y="2284284"/>
              <a:ext cx="169210" cy="146127"/>
            </a:xfrm>
            <a:custGeom>
              <a:avLst/>
              <a:gdLst/>
              <a:ahLst/>
              <a:cxnLst/>
              <a:rect l="l" t="t" r="r" b="b"/>
              <a:pathLst>
                <a:path w="116096" h="100259" extrusionOk="0">
                  <a:moveTo>
                    <a:pt x="81994" y="0"/>
                  </a:moveTo>
                  <a:lnTo>
                    <a:pt x="81994" y="0"/>
                  </a:lnTo>
                  <a:cubicBezTo>
                    <a:pt x="94306" y="30935"/>
                    <a:pt x="0" y="90947"/>
                    <a:pt x="0" y="90947"/>
                  </a:cubicBezTo>
                  <a:lnTo>
                    <a:pt x="9336" y="100259"/>
                  </a:lnTo>
                  <a:cubicBezTo>
                    <a:pt x="9336" y="100259"/>
                    <a:pt x="116096" y="32316"/>
                    <a:pt x="87566" y="3763"/>
                  </a:cubicBezTo>
                  <a:cubicBezTo>
                    <a:pt x="85828" y="2024"/>
                    <a:pt x="83946" y="810"/>
                    <a:pt x="81994" y="0"/>
                  </a:cubicBezTo>
                  <a:close/>
                </a:path>
              </a:pathLst>
            </a:custGeom>
            <a:solidFill>
              <a:srgbClr val="000000">
                <a:alpha val="84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6" name="Google Shape;2866;p45"/>
            <p:cNvSpPr/>
            <p:nvPr/>
          </p:nvSpPr>
          <p:spPr>
            <a:xfrm>
              <a:off x="5661517" y="2389182"/>
              <a:ext cx="82750" cy="68581"/>
            </a:xfrm>
            <a:custGeom>
              <a:avLst/>
              <a:gdLst/>
              <a:ahLst/>
              <a:cxnLst/>
              <a:rect l="l" t="t" r="r" b="b"/>
              <a:pathLst>
                <a:path w="56775" h="47054" extrusionOk="0">
                  <a:moveTo>
                    <a:pt x="17223" y="0"/>
                  </a:moveTo>
                  <a:cubicBezTo>
                    <a:pt x="8098" y="0"/>
                    <a:pt x="2038" y="7633"/>
                    <a:pt x="0" y="13761"/>
                  </a:cubicBezTo>
                  <a:lnTo>
                    <a:pt x="33293" y="47053"/>
                  </a:lnTo>
                  <a:cubicBezTo>
                    <a:pt x="43105" y="43815"/>
                    <a:pt x="56774" y="30193"/>
                    <a:pt x="36794" y="10260"/>
                  </a:cubicBezTo>
                  <a:cubicBezTo>
                    <a:pt x="29301" y="2759"/>
                    <a:pt x="22708" y="0"/>
                    <a:pt x="17223" y="0"/>
                  </a:cubicBezTo>
                  <a:close/>
                </a:path>
              </a:pathLst>
            </a:custGeom>
            <a:solidFill>
              <a:srgbClr val="ECB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7" name="Google Shape;2867;p45"/>
            <p:cNvSpPr/>
            <p:nvPr/>
          </p:nvSpPr>
          <p:spPr>
            <a:xfrm>
              <a:off x="5696504" y="2397749"/>
              <a:ext cx="47762" cy="60014"/>
            </a:xfrm>
            <a:custGeom>
              <a:avLst/>
              <a:gdLst/>
              <a:ahLst/>
              <a:cxnLst/>
              <a:rect l="l" t="t" r="r" b="b"/>
              <a:pathLst>
                <a:path w="32770" h="41176" extrusionOk="0">
                  <a:moveTo>
                    <a:pt x="7883" y="0"/>
                  </a:moveTo>
                  <a:lnTo>
                    <a:pt x="7883" y="0"/>
                  </a:lnTo>
                  <a:cubicBezTo>
                    <a:pt x="21195" y="17266"/>
                    <a:pt x="8978" y="28887"/>
                    <a:pt x="0" y="31864"/>
                  </a:cubicBezTo>
                  <a:lnTo>
                    <a:pt x="9312" y="41175"/>
                  </a:lnTo>
                  <a:cubicBezTo>
                    <a:pt x="19147" y="37937"/>
                    <a:pt x="32769" y="24362"/>
                    <a:pt x="12836" y="4382"/>
                  </a:cubicBezTo>
                  <a:cubicBezTo>
                    <a:pt x="11122" y="2691"/>
                    <a:pt x="9502" y="1215"/>
                    <a:pt x="7883" y="0"/>
                  </a:cubicBezTo>
                  <a:close/>
                </a:path>
              </a:pathLst>
            </a:custGeom>
            <a:solidFill>
              <a:srgbClr val="000000">
                <a:alpha val="84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8" name="Google Shape;2868;p45"/>
            <p:cNvSpPr/>
            <p:nvPr/>
          </p:nvSpPr>
          <p:spPr>
            <a:xfrm>
              <a:off x="5538713" y="2406757"/>
              <a:ext cx="205171" cy="173323"/>
            </a:xfrm>
            <a:custGeom>
              <a:avLst/>
              <a:gdLst/>
              <a:ahLst/>
              <a:cxnLst/>
              <a:rect l="l" t="t" r="r" b="b"/>
              <a:pathLst>
                <a:path w="140769" h="118918" extrusionOk="0">
                  <a:moveTo>
                    <a:pt x="73038" y="1"/>
                  </a:moveTo>
                  <a:cubicBezTo>
                    <a:pt x="48417" y="1"/>
                    <a:pt x="25462" y="23307"/>
                    <a:pt x="6693" y="34733"/>
                  </a:cubicBezTo>
                  <a:lnTo>
                    <a:pt x="1" y="52142"/>
                  </a:lnTo>
                  <a:lnTo>
                    <a:pt x="26911" y="92388"/>
                  </a:lnTo>
                  <a:lnTo>
                    <a:pt x="68706" y="118917"/>
                  </a:lnTo>
                  <a:lnTo>
                    <a:pt x="84566" y="112606"/>
                  </a:lnTo>
                  <a:cubicBezTo>
                    <a:pt x="100736" y="85982"/>
                    <a:pt x="140768" y="50951"/>
                    <a:pt x="104546" y="14729"/>
                  </a:cubicBezTo>
                  <a:cubicBezTo>
                    <a:pt x="93875" y="4058"/>
                    <a:pt x="83312" y="1"/>
                    <a:pt x="73038" y="1"/>
                  </a:cubicBezTo>
                  <a:close/>
                </a:path>
              </a:pathLst>
            </a:custGeom>
            <a:solidFill>
              <a:srgbClr val="FFC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9" name="Google Shape;2869;p45"/>
            <p:cNvSpPr/>
            <p:nvPr/>
          </p:nvSpPr>
          <p:spPr>
            <a:xfrm>
              <a:off x="5644336" y="2421802"/>
              <a:ext cx="99549" cy="153556"/>
            </a:xfrm>
            <a:custGeom>
              <a:avLst/>
              <a:gdLst/>
              <a:ahLst/>
              <a:cxnLst/>
              <a:rect l="l" t="t" r="r" b="b"/>
              <a:pathLst>
                <a:path w="68301" h="105356" extrusionOk="0">
                  <a:moveTo>
                    <a:pt x="27220" y="1"/>
                  </a:moveTo>
                  <a:lnTo>
                    <a:pt x="27220" y="1"/>
                  </a:lnTo>
                  <a:cubicBezTo>
                    <a:pt x="55440" y="34460"/>
                    <a:pt x="15456" y="71563"/>
                    <a:pt x="0" y="96973"/>
                  </a:cubicBezTo>
                  <a:lnTo>
                    <a:pt x="7692" y="105355"/>
                  </a:lnTo>
                  <a:lnTo>
                    <a:pt x="12098" y="102283"/>
                  </a:lnTo>
                  <a:cubicBezTo>
                    <a:pt x="28268" y="75659"/>
                    <a:pt x="68300" y="40652"/>
                    <a:pt x="32102" y="4430"/>
                  </a:cubicBezTo>
                  <a:cubicBezTo>
                    <a:pt x="30459" y="2787"/>
                    <a:pt x="28816" y="1334"/>
                    <a:pt x="27220" y="1"/>
                  </a:cubicBezTo>
                  <a:close/>
                </a:path>
              </a:pathLst>
            </a:custGeom>
            <a:solidFill>
              <a:srgbClr val="000000">
                <a:alpha val="84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0" name="Google Shape;2870;p45"/>
            <p:cNvSpPr/>
            <p:nvPr/>
          </p:nvSpPr>
          <p:spPr>
            <a:xfrm>
              <a:off x="5536215" y="2526616"/>
              <a:ext cx="59424" cy="53473"/>
            </a:xfrm>
            <a:custGeom>
              <a:avLst/>
              <a:gdLst/>
              <a:ahLst/>
              <a:cxnLst/>
              <a:rect l="l" t="t" r="r" b="b"/>
              <a:pathLst>
                <a:path w="40771" h="36688" extrusionOk="0">
                  <a:moveTo>
                    <a:pt x="18632" y="1"/>
                  </a:moveTo>
                  <a:cubicBezTo>
                    <a:pt x="14249" y="1"/>
                    <a:pt x="10004" y="1577"/>
                    <a:pt x="6811" y="4770"/>
                  </a:cubicBezTo>
                  <a:cubicBezTo>
                    <a:pt x="0" y="11581"/>
                    <a:pt x="548" y="23178"/>
                    <a:pt x="8049" y="30680"/>
                  </a:cubicBezTo>
                  <a:cubicBezTo>
                    <a:pt x="12034" y="34664"/>
                    <a:pt x="17174" y="36687"/>
                    <a:pt x="22139" y="36687"/>
                  </a:cubicBezTo>
                  <a:cubicBezTo>
                    <a:pt x="26521" y="36687"/>
                    <a:pt x="30766" y="35111"/>
                    <a:pt x="33960" y="31918"/>
                  </a:cubicBezTo>
                  <a:cubicBezTo>
                    <a:pt x="40770" y="25107"/>
                    <a:pt x="40223" y="13510"/>
                    <a:pt x="32721" y="6008"/>
                  </a:cubicBezTo>
                  <a:cubicBezTo>
                    <a:pt x="28737" y="2024"/>
                    <a:pt x="23596" y="1"/>
                    <a:pt x="18632" y="1"/>
                  </a:cubicBezTo>
                  <a:close/>
                </a:path>
              </a:pathLst>
            </a:custGeom>
            <a:solidFill>
              <a:srgbClr val="FFC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1" name="Google Shape;2871;p45"/>
            <p:cNvSpPr/>
            <p:nvPr/>
          </p:nvSpPr>
          <p:spPr>
            <a:xfrm>
              <a:off x="5516673" y="2457310"/>
              <a:ext cx="145295" cy="143575"/>
            </a:xfrm>
            <a:custGeom>
              <a:avLst/>
              <a:gdLst/>
              <a:ahLst/>
              <a:cxnLst/>
              <a:rect l="l" t="t" r="r" b="b"/>
              <a:pathLst>
                <a:path w="99688" h="98508" extrusionOk="0">
                  <a:moveTo>
                    <a:pt x="21815" y="1"/>
                  </a:moveTo>
                  <a:cubicBezTo>
                    <a:pt x="17099" y="2882"/>
                    <a:pt x="12694" y="4954"/>
                    <a:pt x="8574" y="5788"/>
                  </a:cubicBezTo>
                  <a:cubicBezTo>
                    <a:pt x="3287" y="6835"/>
                    <a:pt x="1" y="12098"/>
                    <a:pt x="1596" y="17242"/>
                  </a:cubicBezTo>
                  <a:cubicBezTo>
                    <a:pt x="4978" y="28102"/>
                    <a:pt x="13313" y="45415"/>
                    <a:pt x="33793" y="65895"/>
                  </a:cubicBezTo>
                  <a:cubicBezTo>
                    <a:pt x="54298" y="86375"/>
                    <a:pt x="71587" y="94710"/>
                    <a:pt x="82446" y="98092"/>
                  </a:cubicBezTo>
                  <a:cubicBezTo>
                    <a:pt x="83337" y="98374"/>
                    <a:pt x="84233" y="98507"/>
                    <a:pt x="85109" y="98507"/>
                  </a:cubicBezTo>
                  <a:cubicBezTo>
                    <a:pt x="89271" y="98507"/>
                    <a:pt x="93016" y="95505"/>
                    <a:pt x="93901" y="91138"/>
                  </a:cubicBezTo>
                  <a:cubicBezTo>
                    <a:pt x="94711" y="86995"/>
                    <a:pt x="96830" y="82565"/>
                    <a:pt x="99688" y="77874"/>
                  </a:cubicBezTo>
                  <a:cubicBezTo>
                    <a:pt x="88757" y="74063"/>
                    <a:pt x="72420" y="65562"/>
                    <a:pt x="53274" y="46415"/>
                  </a:cubicBezTo>
                  <a:cubicBezTo>
                    <a:pt x="34174" y="27292"/>
                    <a:pt x="25625" y="10932"/>
                    <a:pt x="21815" y="1"/>
                  </a:cubicBezTo>
                  <a:close/>
                </a:path>
              </a:pathLst>
            </a:custGeom>
            <a:solidFill>
              <a:srgbClr val="ECB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2" name="Google Shape;2872;p45"/>
            <p:cNvSpPr/>
            <p:nvPr/>
          </p:nvSpPr>
          <p:spPr>
            <a:xfrm>
              <a:off x="5559296" y="2546444"/>
              <a:ext cx="102672" cy="54442"/>
            </a:xfrm>
            <a:custGeom>
              <a:avLst/>
              <a:gdLst/>
              <a:ahLst/>
              <a:cxnLst/>
              <a:rect l="l" t="t" r="r" b="b"/>
              <a:pathLst>
                <a:path w="70444" h="37353" extrusionOk="0">
                  <a:moveTo>
                    <a:pt x="1" y="1"/>
                  </a:moveTo>
                  <a:cubicBezTo>
                    <a:pt x="1453" y="1549"/>
                    <a:pt x="2978" y="3121"/>
                    <a:pt x="4597" y="4740"/>
                  </a:cubicBezTo>
                  <a:cubicBezTo>
                    <a:pt x="25077" y="25220"/>
                    <a:pt x="42367" y="33555"/>
                    <a:pt x="53226" y="36937"/>
                  </a:cubicBezTo>
                  <a:cubicBezTo>
                    <a:pt x="54113" y="37219"/>
                    <a:pt x="55006" y="37352"/>
                    <a:pt x="55880" y="37352"/>
                  </a:cubicBezTo>
                  <a:cubicBezTo>
                    <a:pt x="60028" y="37352"/>
                    <a:pt x="63772" y="34354"/>
                    <a:pt x="64657" y="30007"/>
                  </a:cubicBezTo>
                  <a:cubicBezTo>
                    <a:pt x="65491" y="25863"/>
                    <a:pt x="67586" y="21458"/>
                    <a:pt x="70444" y="16766"/>
                  </a:cubicBezTo>
                  <a:cubicBezTo>
                    <a:pt x="67038" y="15576"/>
                    <a:pt x="63109" y="13932"/>
                    <a:pt x="58727" y="11646"/>
                  </a:cubicBezTo>
                  <a:cubicBezTo>
                    <a:pt x="57108" y="14790"/>
                    <a:pt x="55917" y="17790"/>
                    <a:pt x="55346" y="20648"/>
                  </a:cubicBezTo>
                  <a:cubicBezTo>
                    <a:pt x="54478" y="25025"/>
                    <a:pt x="50722" y="28030"/>
                    <a:pt x="46536" y="28030"/>
                  </a:cubicBezTo>
                  <a:cubicBezTo>
                    <a:pt x="45666" y="28030"/>
                    <a:pt x="44776" y="27900"/>
                    <a:pt x="43891" y="27626"/>
                  </a:cubicBezTo>
                  <a:cubicBezTo>
                    <a:pt x="33889" y="24506"/>
                    <a:pt x="18409" y="17147"/>
                    <a:pt x="1" y="1"/>
                  </a:cubicBezTo>
                  <a:close/>
                </a:path>
              </a:pathLst>
            </a:custGeom>
            <a:solidFill>
              <a:srgbClr val="000000">
                <a:alpha val="84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3" name="Google Shape;2873;p45"/>
            <p:cNvSpPr/>
            <p:nvPr/>
          </p:nvSpPr>
          <p:spPr>
            <a:xfrm>
              <a:off x="5603343" y="2446255"/>
              <a:ext cx="15482" cy="14520"/>
            </a:xfrm>
            <a:custGeom>
              <a:avLst/>
              <a:gdLst/>
              <a:ahLst/>
              <a:cxnLst/>
              <a:rect l="l" t="t" r="r" b="b"/>
              <a:pathLst>
                <a:path w="10622" h="9962" extrusionOk="0">
                  <a:moveTo>
                    <a:pt x="7020" y="1"/>
                  </a:moveTo>
                  <a:cubicBezTo>
                    <a:pt x="6174" y="1"/>
                    <a:pt x="5323" y="322"/>
                    <a:pt x="4668" y="965"/>
                  </a:cubicBezTo>
                  <a:lnTo>
                    <a:pt x="1286" y="4347"/>
                  </a:lnTo>
                  <a:cubicBezTo>
                    <a:pt x="0" y="5633"/>
                    <a:pt x="0" y="7705"/>
                    <a:pt x="1286" y="9015"/>
                  </a:cubicBezTo>
                  <a:cubicBezTo>
                    <a:pt x="1899" y="9640"/>
                    <a:pt x="2749" y="9961"/>
                    <a:pt x="3608" y="9961"/>
                  </a:cubicBezTo>
                  <a:cubicBezTo>
                    <a:pt x="4452" y="9961"/>
                    <a:pt x="5305" y="9651"/>
                    <a:pt x="5954" y="9015"/>
                  </a:cubicBezTo>
                  <a:lnTo>
                    <a:pt x="9336" y="5633"/>
                  </a:lnTo>
                  <a:cubicBezTo>
                    <a:pt x="10622" y="4347"/>
                    <a:pt x="10622" y="2275"/>
                    <a:pt x="9336" y="965"/>
                  </a:cubicBezTo>
                  <a:cubicBezTo>
                    <a:pt x="8704" y="322"/>
                    <a:pt x="7865" y="1"/>
                    <a:pt x="7020"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4" name="Google Shape;2874;p45"/>
            <p:cNvSpPr/>
            <p:nvPr/>
          </p:nvSpPr>
          <p:spPr>
            <a:xfrm>
              <a:off x="5658045" y="2500923"/>
              <a:ext cx="15517" cy="14544"/>
            </a:xfrm>
            <a:custGeom>
              <a:avLst/>
              <a:gdLst/>
              <a:ahLst/>
              <a:cxnLst/>
              <a:rect l="l" t="t" r="r" b="b"/>
              <a:pathLst>
                <a:path w="10646" h="9979" extrusionOk="0">
                  <a:moveTo>
                    <a:pt x="7008" y="0"/>
                  </a:moveTo>
                  <a:cubicBezTo>
                    <a:pt x="6163" y="0"/>
                    <a:pt x="5323" y="322"/>
                    <a:pt x="4692" y="965"/>
                  </a:cubicBezTo>
                  <a:lnTo>
                    <a:pt x="1287" y="4347"/>
                  </a:lnTo>
                  <a:cubicBezTo>
                    <a:pt x="1" y="5633"/>
                    <a:pt x="1" y="7704"/>
                    <a:pt x="1287" y="9014"/>
                  </a:cubicBezTo>
                  <a:cubicBezTo>
                    <a:pt x="1930" y="9657"/>
                    <a:pt x="2781" y="9979"/>
                    <a:pt x="3630" y="9979"/>
                  </a:cubicBezTo>
                  <a:cubicBezTo>
                    <a:pt x="4478" y="9979"/>
                    <a:pt x="5323" y="9657"/>
                    <a:pt x="5955" y="9014"/>
                  </a:cubicBezTo>
                  <a:lnTo>
                    <a:pt x="9360" y="5633"/>
                  </a:lnTo>
                  <a:cubicBezTo>
                    <a:pt x="10646" y="4347"/>
                    <a:pt x="10646" y="2275"/>
                    <a:pt x="9360" y="965"/>
                  </a:cubicBezTo>
                  <a:cubicBezTo>
                    <a:pt x="8705" y="322"/>
                    <a:pt x="7854" y="0"/>
                    <a:pt x="7008"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5" name="Google Shape;2875;p45"/>
            <p:cNvSpPr/>
            <p:nvPr/>
          </p:nvSpPr>
          <p:spPr>
            <a:xfrm>
              <a:off x="5624377" y="2471426"/>
              <a:ext cx="23604" cy="23133"/>
            </a:xfrm>
            <a:custGeom>
              <a:avLst/>
              <a:gdLst/>
              <a:ahLst/>
              <a:cxnLst/>
              <a:rect l="l" t="t" r="r" b="b"/>
              <a:pathLst>
                <a:path w="16195" h="15872" extrusionOk="0">
                  <a:moveTo>
                    <a:pt x="3540" y="1"/>
                  </a:moveTo>
                  <a:cubicBezTo>
                    <a:pt x="1804" y="1"/>
                    <a:pt x="353" y="1321"/>
                    <a:pt x="239" y="3056"/>
                  </a:cubicBezTo>
                  <a:cubicBezTo>
                    <a:pt x="1" y="6462"/>
                    <a:pt x="1311" y="9820"/>
                    <a:pt x="3787" y="12296"/>
                  </a:cubicBezTo>
                  <a:cubicBezTo>
                    <a:pt x="6013" y="14522"/>
                    <a:pt x="9096" y="15871"/>
                    <a:pt x="12242" y="15871"/>
                  </a:cubicBezTo>
                  <a:cubicBezTo>
                    <a:pt x="12496" y="15871"/>
                    <a:pt x="12750" y="15862"/>
                    <a:pt x="13004" y="15845"/>
                  </a:cubicBezTo>
                  <a:cubicBezTo>
                    <a:pt x="14837" y="15726"/>
                    <a:pt x="16195" y="14130"/>
                    <a:pt x="16076" y="12320"/>
                  </a:cubicBezTo>
                  <a:cubicBezTo>
                    <a:pt x="16007" y="10607"/>
                    <a:pt x="14537" y="9288"/>
                    <a:pt x="12820" y="9288"/>
                  </a:cubicBezTo>
                  <a:cubicBezTo>
                    <a:pt x="12746" y="9288"/>
                    <a:pt x="12673" y="9291"/>
                    <a:pt x="12599" y="9296"/>
                  </a:cubicBezTo>
                  <a:cubicBezTo>
                    <a:pt x="12518" y="9300"/>
                    <a:pt x="12437" y="9302"/>
                    <a:pt x="12356" y="9302"/>
                  </a:cubicBezTo>
                  <a:cubicBezTo>
                    <a:pt x="10938" y="9302"/>
                    <a:pt x="9537" y="8712"/>
                    <a:pt x="8455" y="7653"/>
                  </a:cubicBezTo>
                  <a:cubicBezTo>
                    <a:pt x="7336" y="6509"/>
                    <a:pt x="6740" y="5009"/>
                    <a:pt x="6812" y="3509"/>
                  </a:cubicBezTo>
                  <a:cubicBezTo>
                    <a:pt x="6931" y="1699"/>
                    <a:pt x="5573" y="127"/>
                    <a:pt x="3764" y="8"/>
                  </a:cubicBezTo>
                  <a:cubicBezTo>
                    <a:pt x="3689" y="3"/>
                    <a:pt x="3614" y="1"/>
                    <a:pt x="3540"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6" name="Google Shape;2876;p45"/>
            <p:cNvSpPr/>
            <p:nvPr/>
          </p:nvSpPr>
          <p:spPr>
            <a:xfrm>
              <a:off x="5511224" y="2277883"/>
              <a:ext cx="331756" cy="327745"/>
            </a:xfrm>
            <a:custGeom>
              <a:avLst/>
              <a:gdLst/>
              <a:ahLst/>
              <a:cxnLst/>
              <a:rect l="l" t="t" r="r" b="b"/>
              <a:pathLst>
                <a:path w="227620" h="224868" extrusionOk="0">
                  <a:moveTo>
                    <a:pt x="120359" y="79693"/>
                  </a:moveTo>
                  <a:cubicBezTo>
                    <a:pt x="122240" y="79693"/>
                    <a:pt x="124193" y="80098"/>
                    <a:pt x="126217" y="80884"/>
                  </a:cubicBezTo>
                  <a:cubicBezTo>
                    <a:pt x="126241" y="80908"/>
                    <a:pt x="126289" y="80908"/>
                    <a:pt x="126336" y="80931"/>
                  </a:cubicBezTo>
                  <a:cubicBezTo>
                    <a:pt x="132362" y="83361"/>
                    <a:pt x="137267" y="88028"/>
                    <a:pt x="141292" y="93029"/>
                  </a:cubicBezTo>
                  <a:cubicBezTo>
                    <a:pt x="145864" y="98792"/>
                    <a:pt x="147698" y="104293"/>
                    <a:pt x="146555" y="109104"/>
                  </a:cubicBezTo>
                  <a:cubicBezTo>
                    <a:pt x="145507" y="113533"/>
                    <a:pt x="142030" y="116986"/>
                    <a:pt x="138339" y="119011"/>
                  </a:cubicBezTo>
                  <a:cubicBezTo>
                    <a:pt x="136267" y="113914"/>
                    <a:pt x="133100" y="108985"/>
                    <a:pt x="128885" y="104174"/>
                  </a:cubicBezTo>
                  <a:cubicBezTo>
                    <a:pt x="126860" y="101888"/>
                    <a:pt x="124669" y="99721"/>
                    <a:pt x="122383" y="97697"/>
                  </a:cubicBezTo>
                  <a:cubicBezTo>
                    <a:pt x="117597" y="93458"/>
                    <a:pt x="112643" y="90314"/>
                    <a:pt x="107547" y="88242"/>
                  </a:cubicBezTo>
                  <a:cubicBezTo>
                    <a:pt x="110000" y="83718"/>
                    <a:pt x="114548" y="79693"/>
                    <a:pt x="120359" y="79693"/>
                  </a:cubicBezTo>
                  <a:close/>
                  <a:moveTo>
                    <a:pt x="24601" y="179833"/>
                  </a:moveTo>
                  <a:lnTo>
                    <a:pt x="25577" y="180999"/>
                  </a:lnTo>
                  <a:cubicBezTo>
                    <a:pt x="32031" y="188525"/>
                    <a:pt x="39104" y="195502"/>
                    <a:pt x="46677" y="201908"/>
                  </a:cubicBezTo>
                  <a:cubicBezTo>
                    <a:pt x="44581" y="203313"/>
                    <a:pt x="42009" y="204052"/>
                    <a:pt x="39271" y="204052"/>
                  </a:cubicBezTo>
                  <a:cubicBezTo>
                    <a:pt x="30602" y="204052"/>
                    <a:pt x="22910" y="196622"/>
                    <a:pt x="22482" y="187977"/>
                  </a:cubicBezTo>
                  <a:cubicBezTo>
                    <a:pt x="22339" y="184976"/>
                    <a:pt x="23077" y="182190"/>
                    <a:pt x="24601" y="179833"/>
                  </a:cubicBezTo>
                  <a:close/>
                  <a:moveTo>
                    <a:pt x="91971" y="91778"/>
                  </a:moveTo>
                  <a:cubicBezTo>
                    <a:pt x="95420" y="91778"/>
                    <a:pt x="98865" y="92257"/>
                    <a:pt x="102212" y="93291"/>
                  </a:cubicBezTo>
                  <a:cubicBezTo>
                    <a:pt x="108690" y="95315"/>
                    <a:pt x="115072" y="99411"/>
                    <a:pt x="121145" y="105484"/>
                  </a:cubicBezTo>
                  <a:cubicBezTo>
                    <a:pt x="127218" y="111557"/>
                    <a:pt x="131314" y="117939"/>
                    <a:pt x="133338" y="124417"/>
                  </a:cubicBezTo>
                  <a:cubicBezTo>
                    <a:pt x="135386" y="131251"/>
                    <a:pt x="135195" y="138467"/>
                    <a:pt x="133314" y="145421"/>
                  </a:cubicBezTo>
                  <a:cubicBezTo>
                    <a:pt x="129718" y="158662"/>
                    <a:pt x="120121" y="171783"/>
                    <a:pt x="111667" y="183333"/>
                  </a:cubicBezTo>
                  <a:cubicBezTo>
                    <a:pt x="108190" y="188096"/>
                    <a:pt x="104856" y="192621"/>
                    <a:pt x="102046" y="197026"/>
                  </a:cubicBezTo>
                  <a:cubicBezTo>
                    <a:pt x="102046" y="197027"/>
                    <a:pt x="102045" y="197027"/>
                    <a:pt x="102044" y="197027"/>
                  </a:cubicBezTo>
                  <a:cubicBezTo>
                    <a:pt x="101916" y="197027"/>
                    <a:pt x="94283" y="193632"/>
                    <a:pt x="90948" y="191787"/>
                  </a:cubicBezTo>
                  <a:cubicBezTo>
                    <a:pt x="79255" y="185310"/>
                    <a:pt x="68777" y="176689"/>
                    <a:pt x="59346" y="167259"/>
                  </a:cubicBezTo>
                  <a:cubicBezTo>
                    <a:pt x="53297" y="161234"/>
                    <a:pt x="47939" y="155066"/>
                    <a:pt x="43391" y="148921"/>
                  </a:cubicBezTo>
                  <a:cubicBezTo>
                    <a:pt x="42750" y="148053"/>
                    <a:pt x="41742" y="147593"/>
                    <a:pt x="40725" y="147593"/>
                  </a:cubicBezTo>
                  <a:cubicBezTo>
                    <a:pt x="40042" y="147593"/>
                    <a:pt x="39354" y="147800"/>
                    <a:pt x="38771" y="148231"/>
                  </a:cubicBezTo>
                  <a:cubicBezTo>
                    <a:pt x="37318" y="149303"/>
                    <a:pt x="37008" y="151398"/>
                    <a:pt x="38080" y="152851"/>
                  </a:cubicBezTo>
                  <a:cubicBezTo>
                    <a:pt x="41533" y="157542"/>
                    <a:pt x="45463" y="162210"/>
                    <a:pt x="49773" y="166854"/>
                  </a:cubicBezTo>
                  <a:cubicBezTo>
                    <a:pt x="60775" y="178666"/>
                    <a:pt x="73230" y="189430"/>
                    <a:pt x="87352" y="197336"/>
                  </a:cubicBezTo>
                  <a:cubicBezTo>
                    <a:pt x="90781" y="199241"/>
                    <a:pt x="98426" y="202694"/>
                    <a:pt x="98640" y="202766"/>
                  </a:cubicBezTo>
                  <a:cubicBezTo>
                    <a:pt x="96426" y="206862"/>
                    <a:pt x="95068" y="210363"/>
                    <a:pt x="94401" y="213649"/>
                  </a:cubicBezTo>
                  <a:cubicBezTo>
                    <a:pt x="93783" y="216744"/>
                    <a:pt x="91721" y="217977"/>
                    <a:pt x="88827" y="217977"/>
                  </a:cubicBezTo>
                  <a:cubicBezTo>
                    <a:pt x="78449" y="217977"/>
                    <a:pt x="57380" y="202111"/>
                    <a:pt x="53917" y="199336"/>
                  </a:cubicBezTo>
                  <a:cubicBezTo>
                    <a:pt x="53893" y="199336"/>
                    <a:pt x="53893" y="199289"/>
                    <a:pt x="53893" y="199289"/>
                  </a:cubicBezTo>
                  <a:cubicBezTo>
                    <a:pt x="44129" y="191430"/>
                    <a:pt x="35127" y="182476"/>
                    <a:pt x="27316" y="172712"/>
                  </a:cubicBezTo>
                  <a:cubicBezTo>
                    <a:pt x="27316" y="172688"/>
                    <a:pt x="27268" y="172688"/>
                    <a:pt x="27268" y="172664"/>
                  </a:cubicBezTo>
                  <a:cubicBezTo>
                    <a:pt x="16266" y="158900"/>
                    <a:pt x="11003" y="147374"/>
                    <a:pt x="8526" y="139396"/>
                  </a:cubicBezTo>
                  <a:cubicBezTo>
                    <a:pt x="7502" y="136157"/>
                    <a:pt x="9717" y="132799"/>
                    <a:pt x="12980" y="132156"/>
                  </a:cubicBezTo>
                  <a:cubicBezTo>
                    <a:pt x="16266" y="131513"/>
                    <a:pt x="19814" y="130156"/>
                    <a:pt x="23862" y="127941"/>
                  </a:cubicBezTo>
                  <a:lnTo>
                    <a:pt x="23862" y="127941"/>
                  </a:lnTo>
                  <a:cubicBezTo>
                    <a:pt x="23771" y="127996"/>
                    <a:pt x="25054" y="130704"/>
                    <a:pt x="25125" y="130918"/>
                  </a:cubicBezTo>
                  <a:cubicBezTo>
                    <a:pt x="26768" y="134538"/>
                    <a:pt x="28649" y="138181"/>
                    <a:pt x="30698" y="141634"/>
                  </a:cubicBezTo>
                  <a:cubicBezTo>
                    <a:pt x="31318" y="142668"/>
                    <a:pt x="32437" y="143234"/>
                    <a:pt x="33573" y="143234"/>
                  </a:cubicBezTo>
                  <a:cubicBezTo>
                    <a:pt x="34138" y="143234"/>
                    <a:pt x="34708" y="143094"/>
                    <a:pt x="35222" y="142801"/>
                  </a:cubicBezTo>
                  <a:cubicBezTo>
                    <a:pt x="36794" y="141872"/>
                    <a:pt x="37318" y="139848"/>
                    <a:pt x="36389" y="138276"/>
                  </a:cubicBezTo>
                  <a:cubicBezTo>
                    <a:pt x="33984" y="134180"/>
                    <a:pt x="31841" y="129965"/>
                    <a:pt x="30055" y="125583"/>
                  </a:cubicBezTo>
                  <a:cubicBezTo>
                    <a:pt x="29888" y="125226"/>
                    <a:pt x="29745" y="124869"/>
                    <a:pt x="29626" y="124512"/>
                  </a:cubicBezTo>
                  <a:cubicBezTo>
                    <a:pt x="34008" y="121678"/>
                    <a:pt x="38556" y="118391"/>
                    <a:pt x="43295" y="114891"/>
                  </a:cubicBezTo>
                  <a:cubicBezTo>
                    <a:pt x="54845" y="106437"/>
                    <a:pt x="67967" y="96863"/>
                    <a:pt x="81208" y="93267"/>
                  </a:cubicBezTo>
                  <a:cubicBezTo>
                    <a:pt x="84731" y="92304"/>
                    <a:pt x="88354" y="91778"/>
                    <a:pt x="91971" y="91778"/>
                  </a:cubicBezTo>
                  <a:close/>
                  <a:moveTo>
                    <a:pt x="206859" y="1"/>
                  </a:moveTo>
                  <a:cubicBezTo>
                    <a:pt x="206147" y="1"/>
                    <a:pt x="205423" y="36"/>
                    <a:pt x="204686" y="106"/>
                  </a:cubicBezTo>
                  <a:cubicBezTo>
                    <a:pt x="192755" y="1225"/>
                    <a:pt x="177538" y="11822"/>
                    <a:pt x="159510" y="31541"/>
                  </a:cubicBezTo>
                  <a:cubicBezTo>
                    <a:pt x="145745" y="46615"/>
                    <a:pt x="133219" y="63857"/>
                    <a:pt x="126265" y="73930"/>
                  </a:cubicBezTo>
                  <a:cubicBezTo>
                    <a:pt x="124265" y="73382"/>
                    <a:pt x="122288" y="73073"/>
                    <a:pt x="120359" y="73073"/>
                  </a:cubicBezTo>
                  <a:cubicBezTo>
                    <a:pt x="111310" y="73073"/>
                    <a:pt x="104499" y="79407"/>
                    <a:pt x="101188" y="86171"/>
                  </a:cubicBezTo>
                  <a:cubicBezTo>
                    <a:pt x="98184" y="85476"/>
                    <a:pt x="95116" y="85129"/>
                    <a:pt x="91981" y="85129"/>
                  </a:cubicBezTo>
                  <a:cubicBezTo>
                    <a:pt x="87911" y="85129"/>
                    <a:pt x="83727" y="85715"/>
                    <a:pt x="79422" y="86885"/>
                  </a:cubicBezTo>
                  <a:cubicBezTo>
                    <a:pt x="64990" y="90814"/>
                    <a:pt x="51345" y="100793"/>
                    <a:pt x="39318" y="109580"/>
                  </a:cubicBezTo>
                  <a:cubicBezTo>
                    <a:pt x="33841" y="113581"/>
                    <a:pt x="28673" y="117367"/>
                    <a:pt x="23815" y="120320"/>
                  </a:cubicBezTo>
                  <a:cubicBezTo>
                    <a:pt x="18957" y="123273"/>
                    <a:pt x="15004" y="125012"/>
                    <a:pt x="11646" y="125679"/>
                  </a:cubicBezTo>
                  <a:cubicBezTo>
                    <a:pt x="4597" y="127084"/>
                    <a:pt x="1" y="134419"/>
                    <a:pt x="2168" y="141325"/>
                  </a:cubicBezTo>
                  <a:cubicBezTo>
                    <a:pt x="4716" y="149422"/>
                    <a:pt x="9860" y="160924"/>
                    <a:pt x="20338" y="174498"/>
                  </a:cubicBezTo>
                  <a:cubicBezTo>
                    <a:pt x="17242" y="178285"/>
                    <a:pt x="15671" y="183095"/>
                    <a:pt x="15933" y="188239"/>
                  </a:cubicBezTo>
                  <a:cubicBezTo>
                    <a:pt x="16504" y="200337"/>
                    <a:pt x="27149" y="210601"/>
                    <a:pt x="39295" y="210601"/>
                  </a:cubicBezTo>
                  <a:cubicBezTo>
                    <a:pt x="44057" y="210601"/>
                    <a:pt x="48487" y="209029"/>
                    <a:pt x="52011" y="206171"/>
                  </a:cubicBezTo>
                  <a:cubicBezTo>
                    <a:pt x="65610" y="216650"/>
                    <a:pt x="77112" y="221793"/>
                    <a:pt x="85161" y="224318"/>
                  </a:cubicBezTo>
                  <a:cubicBezTo>
                    <a:pt x="86348" y="224692"/>
                    <a:pt x="87546" y="224868"/>
                    <a:pt x="88723" y="224868"/>
                  </a:cubicBezTo>
                  <a:cubicBezTo>
                    <a:pt x="94439" y="224868"/>
                    <a:pt x="99666" y="220709"/>
                    <a:pt x="100831" y="214863"/>
                  </a:cubicBezTo>
                  <a:cubicBezTo>
                    <a:pt x="101474" y="211529"/>
                    <a:pt x="103236" y="207529"/>
                    <a:pt x="106189" y="202694"/>
                  </a:cubicBezTo>
                  <a:cubicBezTo>
                    <a:pt x="109142" y="197836"/>
                    <a:pt x="112905" y="192645"/>
                    <a:pt x="116930" y="187167"/>
                  </a:cubicBezTo>
                  <a:cubicBezTo>
                    <a:pt x="125741" y="175141"/>
                    <a:pt x="135719" y="161519"/>
                    <a:pt x="139625" y="147088"/>
                  </a:cubicBezTo>
                  <a:cubicBezTo>
                    <a:pt x="141673" y="139467"/>
                    <a:pt x="141935" y="132228"/>
                    <a:pt x="140339" y="125321"/>
                  </a:cubicBezTo>
                  <a:cubicBezTo>
                    <a:pt x="145579" y="122749"/>
                    <a:pt x="151199" y="117844"/>
                    <a:pt x="152913" y="110580"/>
                  </a:cubicBezTo>
                  <a:cubicBezTo>
                    <a:pt x="153747" y="107008"/>
                    <a:pt x="153509" y="103555"/>
                    <a:pt x="152556" y="100293"/>
                  </a:cubicBezTo>
                  <a:cubicBezTo>
                    <a:pt x="166226" y="90838"/>
                    <a:pt x="189540" y="73692"/>
                    <a:pt x="206258" y="55950"/>
                  </a:cubicBezTo>
                  <a:cubicBezTo>
                    <a:pt x="207520" y="54640"/>
                    <a:pt x="207449" y="52569"/>
                    <a:pt x="206115" y="51306"/>
                  </a:cubicBezTo>
                  <a:cubicBezTo>
                    <a:pt x="205487" y="50713"/>
                    <a:pt x="204684" y="50415"/>
                    <a:pt x="203879" y="50415"/>
                  </a:cubicBezTo>
                  <a:cubicBezTo>
                    <a:pt x="203005" y="50415"/>
                    <a:pt x="202128" y="50766"/>
                    <a:pt x="201471" y="51473"/>
                  </a:cubicBezTo>
                  <a:cubicBezTo>
                    <a:pt x="185611" y="68286"/>
                    <a:pt x="163487" y="84694"/>
                    <a:pt x="149960" y="94125"/>
                  </a:cubicBezTo>
                  <a:cubicBezTo>
                    <a:pt x="148698" y="91910"/>
                    <a:pt x="147127" y="89719"/>
                    <a:pt x="145221" y="87504"/>
                  </a:cubicBezTo>
                  <a:cubicBezTo>
                    <a:pt x="141554" y="83265"/>
                    <a:pt x="137291" y="79360"/>
                    <a:pt x="132409" y="76597"/>
                  </a:cubicBezTo>
                  <a:cubicBezTo>
                    <a:pt x="145912" y="57236"/>
                    <a:pt x="181848" y="8845"/>
                    <a:pt x="205282" y="6655"/>
                  </a:cubicBezTo>
                  <a:cubicBezTo>
                    <a:pt x="205778" y="6610"/>
                    <a:pt x="206264" y="6588"/>
                    <a:pt x="206741" y="6588"/>
                  </a:cubicBezTo>
                  <a:cubicBezTo>
                    <a:pt x="210377" y="6588"/>
                    <a:pt x="213438" y="7875"/>
                    <a:pt x="216069" y="10465"/>
                  </a:cubicBezTo>
                  <a:cubicBezTo>
                    <a:pt x="219546" y="13966"/>
                    <a:pt x="220666" y="18252"/>
                    <a:pt x="219523" y="23610"/>
                  </a:cubicBezTo>
                  <a:cubicBezTo>
                    <a:pt x="218379" y="28802"/>
                    <a:pt x="215141" y="34946"/>
                    <a:pt x="209806" y="41828"/>
                  </a:cubicBezTo>
                  <a:cubicBezTo>
                    <a:pt x="208711" y="43257"/>
                    <a:pt x="208973" y="45329"/>
                    <a:pt x="210402" y="46424"/>
                  </a:cubicBezTo>
                  <a:cubicBezTo>
                    <a:pt x="210994" y="46888"/>
                    <a:pt x="211700" y="47111"/>
                    <a:pt x="212402" y="47111"/>
                  </a:cubicBezTo>
                  <a:cubicBezTo>
                    <a:pt x="213395" y="47111"/>
                    <a:pt x="214380" y="46666"/>
                    <a:pt x="215022" y="45829"/>
                  </a:cubicBezTo>
                  <a:cubicBezTo>
                    <a:pt x="220951" y="38161"/>
                    <a:pt x="224595" y="31159"/>
                    <a:pt x="225952" y="24992"/>
                  </a:cubicBezTo>
                  <a:cubicBezTo>
                    <a:pt x="227619" y="17371"/>
                    <a:pt x="225857" y="10941"/>
                    <a:pt x="220737" y="5821"/>
                  </a:cubicBezTo>
                  <a:cubicBezTo>
                    <a:pt x="216869" y="1974"/>
                    <a:pt x="212221" y="1"/>
                    <a:pt x="206859"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877" name="Google Shape;2877;p45"/>
          <p:cNvGrpSpPr/>
          <p:nvPr/>
        </p:nvGrpSpPr>
        <p:grpSpPr>
          <a:xfrm>
            <a:off x="1076933" y="2802634"/>
            <a:ext cx="331131" cy="327971"/>
            <a:chOff x="1076933" y="2802634"/>
            <a:chExt cx="331131" cy="327971"/>
          </a:xfrm>
        </p:grpSpPr>
        <p:sp>
          <p:nvSpPr>
            <p:cNvPr id="2878" name="Google Shape;2878;p45"/>
            <p:cNvSpPr/>
            <p:nvPr/>
          </p:nvSpPr>
          <p:spPr>
            <a:xfrm>
              <a:off x="1081584" y="2807980"/>
              <a:ext cx="320995" cy="318494"/>
            </a:xfrm>
            <a:custGeom>
              <a:avLst/>
              <a:gdLst/>
              <a:ahLst/>
              <a:cxnLst/>
              <a:rect l="l" t="t" r="r" b="b"/>
              <a:pathLst>
                <a:path w="220237" h="218521" extrusionOk="0">
                  <a:moveTo>
                    <a:pt x="35103" y="49224"/>
                  </a:moveTo>
                  <a:lnTo>
                    <a:pt x="169059" y="183204"/>
                  </a:lnTo>
                  <a:lnTo>
                    <a:pt x="35103" y="183204"/>
                  </a:lnTo>
                  <a:lnTo>
                    <a:pt x="35103" y="49224"/>
                  </a:lnTo>
                  <a:close/>
                  <a:moveTo>
                    <a:pt x="24743" y="0"/>
                  </a:moveTo>
                  <a:cubicBezTo>
                    <a:pt x="12122" y="0"/>
                    <a:pt x="1691" y="9478"/>
                    <a:pt x="191" y="21671"/>
                  </a:cubicBezTo>
                  <a:lnTo>
                    <a:pt x="2763" y="24743"/>
                  </a:lnTo>
                  <a:lnTo>
                    <a:pt x="0" y="28053"/>
                  </a:lnTo>
                  <a:lnTo>
                    <a:pt x="0" y="38341"/>
                  </a:lnTo>
                  <a:lnTo>
                    <a:pt x="2763" y="41651"/>
                  </a:lnTo>
                  <a:lnTo>
                    <a:pt x="0" y="44962"/>
                  </a:lnTo>
                  <a:lnTo>
                    <a:pt x="0" y="55249"/>
                  </a:lnTo>
                  <a:lnTo>
                    <a:pt x="2763" y="58560"/>
                  </a:lnTo>
                  <a:lnTo>
                    <a:pt x="0" y="61870"/>
                  </a:lnTo>
                  <a:lnTo>
                    <a:pt x="0" y="72158"/>
                  </a:lnTo>
                  <a:lnTo>
                    <a:pt x="2763" y="75468"/>
                  </a:lnTo>
                  <a:lnTo>
                    <a:pt x="0" y="78778"/>
                  </a:lnTo>
                  <a:lnTo>
                    <a:pt x="0" y="89066"/>
                  </a:lnTo>
                  <a:lnTo>
                    <a:pt x="2763" y="92376"/>
                  </a:lnTo>
                  <a:lnTo>
                    <a:pt x="0" y="95686"/>
                  </a:lnTo>
                  <a:lnTo>
                    <a:pt x="0" y="105974"/>
                  </a:lnTo>
                  <a:lnTo>
                    <a:pt x="2763" y="109284"/>
                  </a:lnTo>
                  <a:lnTo>
                    <a:pt x="0" y="112594"/>
                  </a:lnTo>
                  <a:lnTo>
                    <a:pt x="0" y="122882"/>
                  </a:lnTo>
                  <a:lnTo>
                    <a:pt x="2763" y="126192"/>
                  </a:lnTo>
                  <a:lnTo>
                    <a:pt x="0" y="129503"/>
                  </a:lnTo>
                  <a:lnTo>
                    <a:pt x="0" y="139790"/>
                  </a:lnTo>
                  <a:lnTo>
                    <a:pt x="2763" y="143101"/>
                  </a:lnTo>
                  <a:lnTo>
                    <a:pt x="0" y="146411"/>
                  </a:lnTo>
                  <a:lnTo>
                    <a:pt x="0" y="156699"/>
                  </a:lnTo>
                  <a:lnTo>
                    <a:pt x="2763" y="160009"/>
                  </a:lnTo>
                  <a:lnTo>
                    <a:pt x="0" y="163319"/>
                  </a:lnTo>
                  <a:lnTo>
                    <a:pt x="0" y="173607"/>
                  </a:lnTo>
                  <a:lnTo>
                    <a:pt x="2763" y="176917"/>
                  </a:lnTo>
                  <a:lnTo>
                    <a:pt x="0" y="180227"/>
                  </a:lnTo>
                  <a:lnTo>
                    <a:pt x="0" y="190515"/>
                  </a:lnTo>
                  <a:lnTo>
                    <a:pt x="2763" y="193825"/>
                  </a:lnTo>
                  <a:lnTo>
                    <a:pt x="191" y="196897"/>
                  </a:lnTo>
                  <a:cubicBezTo>
                    <a:pt x="1691" y="209066"/>
                    <a:pt x="12122" y="218521"/>
                    <a:pt x="24720" y="218521"/>
                  </a:cubicBezTo>
                  <a:lnTo>
                    <a:pt x="193588" y="218521"/>
                  </a:lnTo>
                  <a:cubicBezTo>
                    <a:pt x="203614" y="218521"/>
                    <a:pt x="212568" y="212543"/>
                    <a:pt x="216426" y="203280"/>
                  </a:cubicBezTo>
                  <a:cubicBezTo>
                    <a:pt x="220237" y="193801"/>
                    <a:pt x="218117" y="183228"/>
                    <a:pt x="211020" y="176131"/>
                  </a:cubicBezTo>
                  <a:lnTo>
                    <a:pt x="42152" y="7264"/>
                  </a:lnTo>
                  <a:cubicBezTo>
                    <a:pt x="37484" y="2596"/>
                    <a:pt x="31292" y="0"/>
                    <a:pt x="24743" y="0"/>
                  </a:cubicBezTo>
                  <a:close/>
                </a:path>
              </a:pathLst>
            </a:custGeom>
            <a:solidFill>
              <a:srgbClr val="00B2B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9" name="Google Shape;2879;p45"/>
            <p:cNvSpPr/>
            <p:nvPr/>
          </p:nvSpPr>
          <p:spPr>
            <a:xfrm>
              <a:off x="1127574" y="2875293"/>
              <a:ext cx="205343" cy="204844"/>
            </a:xfrm>
            <a:custGeom>
              <a:avLst/>
              <a:gdLst/>
              <a:ahLst/>
              <a:cxnLst/>
              <a:rect l="l" t="t" r="r" b="b"/>
              <a:pathLst>
                <a:path w="140887" h="140545" extrusionOk="0">
                  <a:moveTo>
                    <a:pt x="3301" y="1"/>
                  </a:moveTo>
                  <a:cubicBezTo>
                    <a:pt x="2546" y="1"/>
                    <a:pt x="1782" y="266"/>
                    <a:pt x="1144" y="826"/>
                  </a:cubicBezTo>
                  <a:cubicBezTo>
                    <a:pt x="381" y="1445"/>
                    <a:pt x="0" y="2397"/>
                    <a:pt x="0" y="3374"/>
                  </a:cubicBezTo>
                  <a:lnTo>
                    <a:pt x="0" y="137258"/>
                  </a:lnTo>
                  <a:cubicBezTo>
                    <a:pt x="0" y="139068"/>
                    <a:pt x="1501" y="140545"/>
                    <a:pt x="3311" y="140545"/>
                  </a:cubicBezTo>
                  <a:lnTo>
                    <a:pt x="92115" y="140545"/>
                  </a:lnTo>
                  <a:cubicBezTo>
                    <a:pt x="93806" y="140545"/>
                    <a:pt x="95282" y="139330"/>
                    <a:pt x="95497" y="137663"/>
                  </a:cubicBezTo>
                  <a:cubicBezTo>
                    <a:pt x="95735" y="135663"/>
                    <a:pt x="94187" y="133948"/>
                    <a:pt x="92234" y="133948"/>
                  </a:cubicBezTo>
                  <a:lnTo>
                    <a:pt x="6621" y="133948"/>
                  </a:lnTo>
                  <a:lnTo>
                    <a:pt x="6621" y="11233"/>
                  </a:lnTo>
                  <a:lnTo>
                    <a:pt x="129313" y="133948"/>
                  </a:lnTo>
                  <a:lnTo>
                    <a:pt x="105403" y="133948"/>
                  </a:lnTo>
                  <a:cubicBezTo>
                    <a:pt x="103451" y="133948"/>
                    <a:pt x="101903" y="135639"/>
                    <a:pt x="102141" y="137663"/>
                  </a:cubicBezTo>
                  <a:cubicBezTo>
                    <a:pt x="102355" y="139306"/>
                    <a:pt x="103855" y="140521"/>
                    <a:pt x="105522" y="140521"/>
                  </a:cubicBezTo>
                  <a:lnTo>
                    <a:pt x="137172" y="140521"/>
                  </a:lnTo>
                  <a:cubicBezTo>
                    <a:pt x="138148" y="140521"/>
                    <a:pt x="139101" y="140140"/>
                    <a:pt x="139744" y="139401"/>
                  </a:cubicBezTo>
                  <a:cubicBezTo>
                    <a:pt x="140887" y="138020"/>
                    <a:pt x="140768" y="136091"/>
                    <a:pt x="139577" y="134901"/>
                  </a:cubicBezTo>
                  <a:lnTo>
                    <a:pt x="5621" y="969"/>
                  </a:lnTo>
                  <a:cubicBezTo>
                    <a:pt x="4990" y="338"/>
                    <a:pt x="4151" y="1"/>
                    <a:pt x="3301"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0" name="Google Shape;2880;p45"/>
            <p:cNvSpPr/>
            <p:nvPr/>
          </p:nvSpPr>
          <p:spPr>
            <a:xfrm>
              <a:off x="1076933" y="2802634"/>
              <a:ext cx="331131" cy="327971"/>
            </a:xfrm>
            <a:custGeom>
              <a:avLst/>
              <a:gdLst/>
              <a:ahLst/>
              <a:cxnLst/>
              <a:rect l="l" t="t" r="r" b="b"/>
              <a:pathLst>
                <a:path w="227191" h="225023" extrusionOk="0">
                  <a:moveTo>
                    <a:pt x="28077" y="1"/>
                  </a:moveTo>
                  <a:cubicBezTo>
                    <a:pt x="12598" y="1"/>
                    <a:pt x="48" y="12575"/>
                    <a:pt x="0" y="28006"/>
                  </a:cubicBezTo>
                  <a:lnTo>
                    <a:pt x="0" y="28126"/>
                  </a:lnTo>
                  <a:lnTo>
                    <a:pt x="0" y="197017"/>
                  </a:lnTo>
                  <a:cubicBezTo>
                    <a:pt x="786" y="212401"/>
                    <a:pt x="14027" y="225023"/>
                    <a:pt x="29459" y="225023"/>
                  </a:cubicBezTo>
                  <a:lnTo>
                    <a:pt x="196898" y="225023"/>
                  </a:lnTo>
                  <a:cubicBezTo>
                    <a:pt x="208258" y="225023"/>
                    <a:pt x="218427" y="218236"/>
                    <a:pt x="222761" y="207733"/>
                  </a:cubicBezTo>
                  <a:cubicBezTo>
                    <a:pt x="227190" y="197279"/>
                    <a:pt x="224809" y="185276"/>
                    <a:pt x="216760" y="177251"/>
                  </a:cubicBezTo>
                  <a:lnTo>
                    <a:pt x="85304" y="45796"/>
                  </a:lnTo>
                  <a:cubicBezTo>
                    <a:pt x="84633" y="45125"/>
                    <a:pt x="83720" y="44764"/>
                    <a:pt x="82817" y="44764"/>
                  </a:cubicBezTo>
                  <a:cubicBezTo>
                    <a:pt x="82117" y="44764"/>
                    <a:pt x="81422" y="44981"/>
                    <a:pt x="80850" y="45439"/>
                  </a:cubicBezTo>
                  <a:cubicBezTo>
                    <a:pt x="79279" y="46677"/>
                    <a:pt x="79159" y="48987"/>
                    <a:pt x="80564" y="50368"/>
                  </a:cubicBezTo>
                  <a:lnTo>
                    <a:pt x="212116" y="181919"/>
                  </a:lnTo>
                  <a:cubicBezTo>
                    <a:pt x="218260" y="188087"/>
                    <a:pt x="220094" y="197231"/>
                    <a:pt x="216760" y="205257"/>
                  </a:cubicBezTo>
                  <a:cubicBezTo>
                    <a:pt x="213426" y="213306"/>
                    <a:pt x="205638" y="218474"/>
                    <a:pt x="196946" y="218474"/>
                  </a:cubicBezTo>
                  <a:lnTo>
                    <a:pt x="27863" y="218474"/>
                  </a:lnTo>
                  <a:cubicBezTo>
                    <a:pt x="17242" y="218474"/>
                    <a:pt x="8430" y="210639"/>
                    <a:pt x="6835" y="200470"/>
                  </a:cubicBezTo>
                  <a:lnTo>
                    <a:pt x="25124" y="200470"/>
                  </a:lnTo>
                  <a:cubicBezTo>
                    <a:pt x="26839" y="200470"/>
                    <a:pt x="28316" y="199232"/>
                    <a:pt x="28530" y="197565"/>
                  </a:cubicBezTo>
                  <a:cubicBezTo>
                    <a:pt x="28768" y="195588"/>
                    <a:pt x="27220" y="193850"/>
                    <a:pt x="25243" y="193850"/>
                  </a:cubicBezTo>
                  <a:lnTo>
                    <a:pt x="6644" y="193850"/>
                  </a:lnTo>
                  <a:lnTo>
                    <a:pt x="6644" y="183324"/>
                  </a:lnTo>
                  <a:lnTo>
                    <a:pt x="16361" y="183324"/>
                  </a:lnTo>
                  <a:cubicBezTo>
                    <a:pt x="18051" y="183324"/>
                    <a:pt x="19528" y="182085"/>
                    <a:pt x="19742" y="180418"/>
                  </a:cubicBezTo>
                  <a:cubicBezTo>
                    <a:pt x="19980" y="178442"/>
                    <a:pt x="18433" y="176703"/>
                    <a:pt x="16480" y="176703"/>
                  </a:cubicBezTo>
                  <a:lnTo>
                    <a:pt x="6644" y="176703"/>
                  </a:lnTo>
                  <a:lnTo>
                    <a:pt x="6644" y="166606"/>
                  </a:lnTo>
                  <a:lnTo>
                    <a:pt x="16361" y="166606"/>
                  </a:lnTo>
                  <a:cubicBezTo>
                    <a:pt x="18051" y="166606"/>
                    <a:pt x="19528" y="165392"/>
                    <a:pt x="19742" y="163724"/>
                  </a:cubicBezTo>
                  <a:cubicBezTo>
                    <a:pt x="19980" y="161724"/>
                    <a:pt x="18433" y="160009"/>
                    <a:pt x="16480" y="160009"/>
                  </a:cubicBezTo>
                  <a:lnTo>
                    <a:pt x="6644" y="160009"/>
                  </a:lnTo>
                  <a:lnTo>
                    <a:pt x="6644" y="149912"/>
                  </a:lnTo>
                  <a:lnTo>
                    <a:pt x="16361" y="149912"/>
                  </a:lnTo>
                  <a:cubicBezTo>
                    <a:pt x="18051" y="149912"/>
                    <a:pt x="19528" y="148698"/>
                    <a:pt x="19742" y="147031"/>
                  </a:cubicBezTo>
                  <a:cubicBezTo>
                    <a:pt x="19980" y="145030"/>
                    <a:pt x="18433" y="143316"/>
                    <a:pt x="16480" y="143316"/>
                  </a:cubicBezTo>
                  <a:lnTo>
                    <a:pt x="6644" y="143316"/>
                  </a:lnTo>
                  <a:lnTo>
                    <a:pt x="6644" y="132766"/>
                  </a:lnTo>
                  <a:lnTo>
                    <a:pt x="16361" y="132766"/>
                  </a:lnTo>
                  <a:cubicBezTo>
                    <a:pt x="18051" y="132766"/>
                    <a:pt x="19528" y="131551"/>
                    <a:pt x="19742" y="129884"/>
                  </a:cubicBezTo>
                  <a:cubicBezTo>
                    <a:pt x="19980" y="127884"/>
                    <a:pt x="18433" y="126169"/>
                    <a:pt x="16480" y="126169"/>
                  </a:cubicBezTo>
                  <a:lnTo>
                    <a:pt x="6644" y="126169"/>
                  </a:lnTo>
                  <a:lnTo>
                    <a:pt x="6644" y="116072"/>
                  </a:lnTo>
                  <a:lnTo>
                    <a:pt x="25124" y="116072"/>
                  </a:lnTo>
                  <a:cubicBezTo>
                    <a:pt x="26839" y="116072"/>
                    <a:pt x="28316" y="114857"/>
                    <a:pt x="28530" y="113190"/>
                  </a:cubicBezTo>
                  <a:cubicBezTo>
                    <a:pt x="28768" y="111190"/>
                    <a:pt x="27220" y="109452"/>
                    <a:pt x="25243" y="109452"/>
                  </a:cubicBezTo>
                  <a:lnTo>
                    <a:pt x="6644" y="109452"/>
                  </a:lnTo>
                  <a:lnTo>
                    <a:pt x="6644" y="98926"/>
                  </a:lnTo>
                  <a:lnTo>
                    <a:pt x="16361" y="98926"/>
                  </a:lnTo>
                  <a:cubicBezTo>
                    <a:pt x="18051" y="98926"/>
                    <a:pt x="19528" y="97711"/>
                    <a:pt x="19742" y="96044"/>
                  </a:cubicBezTo>
                  <a:cubicBezTo>
                    <a:pt x="19980" y="94044"/>
                    <a:pt x="18433" y="92305"/>
                    <a:pt x="16480" y="92305"/>
                  </a:cubicBezTo>
                  <a:lnTo>
                    <a:pt x="6644" y="92305"/>
                  </a:lnTo>
                  <a:lnTo>
                    <a:pt x="6644" y="82232"/>
                  </a:lnTo>
                  <a:lnTo>
                    <a:pt x="16361" y="82232"/>
                  </a:lnTo>
                  <a:cubicBezTo>
                    <a:pt x="18051" y="82232"/>
                    <a:pt x="19528" y="80993"/>
                    <a:pt x="19742" y="79326"/>
                  </a:cubicBezTo>
                  <a:cubicBezTo>
                    <a:pt x="19980" y="77350"/>
                    <a:pt x="18433" y="75611"/>
                    <a:pt x="16480" y="75611"/>
                  </a:cubicBezTo>
                  <a:lnTo>
                    <a:pt x="6644" y="75611"/>
                  </a:lnTo>
                  <a:lnTo>
                    <a:pt x="6644" y="65085"/>
                  </a:lnTo>
                  <a:lnTo>
                    <a:pt x="16361" y="65085"/>
                  </a:lnTo>
                  <a:cubicBezTo>
                    <a:pt x="18051" y="65085"/>
                    <a:pt x="19528" y="63847"/>
                    <a:pt x="19742" y="62180"/>
                  </a:cubicBezTo>
                  <a:cubicBezTo>
                    <a:pt x="19980" y="60203"/>
                    <a:pt x="18433" y="58465"/>
                    <a:pt x="16480" y="58465"/>
                  </a:cubicBezTo>
                  <a:lnTo>
                    <a:pt x="6644" y="58465"/>
                  </a:lnTo>
                  <a:lnTo>
                    <a:pt x="6644" y="48368"/>
                  </a:lnTo>
                  <a:lnTo>
                    <a:pt x="16361" y="48368"/>
                  </a:lnTo>
                  <a:cubicBezTo>
                    <a:pt x="18051" y="48368"/>
                    <a:pt x="19528" y="47153"/>
                    <a:pt x="19742" y="45486"/>
                  </a:cubicBezTo>
                  <a:cubicBezTo>
                    <a:pt x="19980" y="43486"/>
                    <a:pt x="18433" y="41771"/>
                    <a:pt x="16480" y="41771"/>
                  </a:cubicBezTo>
                  <a:lnTo>
                    <a:pt x="6644" y="41771"/>
                  </a:lnTo>
                  <a:lnTo>
                    <a:pt x="6644" y="31364"/>
                  </a:lnTo>
                  <a:lnTo>
                    <a:pt x="25124" y="31364"/>
                  </a:lnTo>
                  <a:cubicBezTo>
                    <a:pt x="26839" y="31364"/>
                    <a:pt x="28316" y="30126"/>
                    <a:pt x="28530" y="28459"/>
                  </a:cubicBezTo>
                  <a:cubicBezTo>
                    <a:pt x="28768" y="26482"/>
                    <a:pt x="27220" y="24744"/>
                    <a:pt x="25243" y="24744"/>
                  </a:cubicBezTo>
                  <a:lnTo>
                    <a:pt x="6882" y="24744"/>
                  </a:lnTo>
                  <a:cubicBezTo>
                    <a:pt x="8454" y="14480"/>
                    <a:pt x="17385" y="6621"/>
                    <a:pt x="28101" y="6621"/>
                  </a:cubicBezTo>
                  <a:cubicBezTo>
                    <a:pt x="33793" y="6621"/>
                    <a:pt x="39151" y="8860"/>
                    <a:pt x="43200" y="12908"/>
                  </a:cubicBezTo>
                  <a:lnTo>
                    <a:pt x="71158" y="40842"/>
                  </a:lnTo>
                  <a:cubicBezTo>
                    <a:pt x="71829" y="41513"/>
                    <a:pt x="72734" y="41874"/>
                    <a:pt x="73630" y="41874"/>
                  </a:cubicBezTo>
                  <a:cubicBezTo>
                    <a:pt x="74325" y="41874"/>
                    <a:pt x="75015" y="41657"/>
                    <a:pt x="75587" y="41200"/>
                  </a:cubicBezTo>
                  <a:cubicBezTo>
                    <a:pt x="77159" y="39961"/>
                    <a:pt x="77278" y="37651"/>
                    <a:pt x="75897" y="36270"/>
                  </a:cubicBezTo>
                  <a:lnTo>
                    <a:pt x="47843" y="8217"/>
                  </a:lnTo>
                  <a:cubicBezTo>
                    <a:pt x="42557" y="2930"/>
                    <a:pt x="35531" y="1"/>
                    <a:pt x="28077"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881" name="Google Shape;2881;p45"/>
          <p:cNvGrpSpPr/>
          <p:nvPr/>
        </p:nvGrpSpPr>
        <p:grpSpPr>
          <a:xfrm>
            <a:off x="1830756" y="2803363"/>
            <a:ext cx="296906" cy="327624"/>
            <a:chOff x="1830756" y="2803363"/>
            <a:chExt cx="296906" cy="327624"/>
          </a:xfrm>
        </p:grpSpPr>
        <p:sp>
          <p:nvSpPr>
            <p:cNvPr id="2882" name="Google Shape;2882;p45"/>
            <p:cNvSpPr/>
            <p:nvPr/>
          </p:nvSpPr>
          <p:spPr>
            <a:xfrm>
              <a:off x="1867409" y="3029079"/>
              <a:ext cx="54529" cy="96806"/>
            </a:xfrm>
            <a:custGeom>
              <a:avLst/>
              <a:gdLst/>
              <a:ahLst/>
              <a:cxnLst/>
              <a:rect l="l" t="t" r="r" b="b"/>
              <a:pathLst>
                <a:path w="37413" h="66419" extrusionOk="0">
                  <a:moveTo>
                    <a:pt x="21433" y="1"/>
                  </a:moveTo>
                  <a:cubicBezTo>
                    <a:pt x="17647" y="4383"/>
                    <a:pt x="13551" y="10027"/>
                    <a:pt x="9978" y="16885"/>
                  </a:cubicBezTo>
                  <a:cubicBezTo>
                    <a:pt x="6406" y="23767"/>
                    <a:pt x="3358" y="31864"/>
                    <a:pt x="1739" y="41176"/>
                  </a:cubicBezTo>
                  <a:cubicBezTo>
                    <a:pt x="381" y="48772"/>
                    <a:pt x="0" y="57179"/>
                    <a:pt x="976" y="66419"/>
                  </a:cubicBezTo>
                  <a:lnTo>
                    <a:pt x="21409" y="66419"/>
                  </a:lnTo>
                  <a:lnTo>
                    <a:pt x="37413" y="44438"/>
                  </a:lnTo>
                  <a:lnTo>
                    <a:pt x="21433" y="1"/>
                  </a:lnTo>
                  <a:close/>
                </a:path>
              </a:pathLst>
            </a:custGeom>
            <a:solidFill>
              <a:srgbClr val="EFEDE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3" name="Google Shape;2883;p45"/>
            <p:cNvSpPr/>
            <p:nvPr/>
          </p:nvSpPr>
          <p:spPr>
            <a:xfrm>
              <a:off x="2036756" y="3029079"/>
              <a:ext cx="54461" cy="96876"/>
            </a:xfrm>
            <a:custGeom>
              <a:avLst/>
              <a:gdLst/>
              <a:ahLst/>
              <a:cxnLst/>
              <a:rect l="l" t="t" r="r" b="b"/>
              <a:pathLst>
                <a:path w="37366" h="66467" extrusionOk="0">
                  <a:moveTo>
                    <a:pt x="16004" y="1"/>
                  </a:moveTo>
                  <a:lnTo>
                    <a:pt x="15980" y="72"/>
                  </a:lnTo>
                  <a:lnTo>
                    <a:pt x="15980" y="96"/>
                  </a:lnTo>
                  <a:lnTo>
                    <a:pt x="1" y="44510"/>
                  </a:lnTo>
                  <a:lnTo>
                    <a:pt x="15980" y="66443"/>
                  </a:lnTo>
                  <a:lnTo>
                    <a:pt x="15980" y="66467"/>
                  </a:lnTo>
                  <a:lnTo>
                    <a:pt x="36366" y="66467"/>
                  </a:lnTo>
                  <a:cubicBezTo>
                    <a:pt x="37366" y="57227"/>
                    <a:pt x="36937" y="48796"/>
                    <a:pt x="35627" y="41200"/>
                  </a:cubicBezTo>
                  <a:cubicBezTo>
                    <a:pt x="32389" y="22600"/>
                    <a:pt x="23577" y="8907"/>
                    <a:pt x="16052" y="120"/>
                  </a:cubicBezTo>
                  <a:lnTo>
                    <a:pt x="16004" y="1"/>
                  </a:lnTo>
                  <a:close/>
                </a:path>
              </a:pathLst>
            </a:custGeom>
            <a:solidFill>
              <a:srgbClr val="EFEDE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4" name="Google Shape;2884;p45"/>
            <p:cNvSpPr/>
            <p:nvPr/>
          </p:nvSpPr>
          <p:spPr>
            <a:xfrm>
              <a:off x="1887194" y="3029391"/>
              <a:ext cx="22562" cy="30790"/>
            </a:xfrm>
            <a:custGeom>
              <a:avLst/>
              <a:gdLst/>
              <a:ahLst/>
              <a:cxnLst/>
              <a:rect l="l" t="t" r="r" b="b"/>
              <a:pathLst>
                <a:path w="15480" h="21125" extrusionOk="0">
                  <a:moveTo>
                    <a:pt x="7859" y="1"/>
                  </a:moveTo>
                  <a:cubicBezTo>
                    <a:pt x="5311" y="2978"/>
                    <a:pt x="2596" y="6478"/>
                    <a:pt x="0" y="10598"/>
                  </a:cubicBezTo>
                  <a:cubicBezTo>
                    <a:pt x="1763" y="12051"/>
                    <a:pt x="3549" y="13456"/>
                    <a:pt x="5430" y="14790"/>
                  </a:cubicBezTo>
                  <a:cubicBezTo>
                    <a:pt x="8669" y="17100"/>
                    <a:pt x="12003" y="19219"/>
                    <a:pt x="15480" y="21124"/>
                  </a:cubicBezTo>
                  <a:lnTo>
                    <a:pt x="7859" y="1"/>
                  </a:lnTo>
                  <a:close/>
                </a:path>
              </a:pathLst>
            </a:custGeom>
            <a:solidFill>
              <a:srgbClr val="F0EBD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5" name="Google Shape;2885;p45"/>
            <p:cNvSpPr/>
            <p:nvPr/>
          </p:nvSpPr>
          <p:spPr>
            <a:xfrm>
              <a:off x="2049113" y="3029391"/>
              <a:ext cx="22564" cy="30790"/>
            </a:xfrm>
            <a:custGeom>
              <a:avLst/>
              <a:gdLst/>
              <a:ahLst/>
              <a:cxnLst/>
              <a:rect l="l" t="t" r="r" b="b"/>
              <a:pathLst>
                <a:path w="15481" h="21125" extrusionOk="0">
                  <a:moveTo>
                    <a:pt x="7622" y="1"/>
                  </a:moveTo>
                  <a:lnTo>
                    <a:pt x="1" y="21124"/>
                  </a:lnTo>
                  <a:cubicBezTo>
                    <a:pt x="3478" y="19219"/>
                    <a:pt x="6812" y="17100"/>
                    <a:pt x="10074" y="14790"/>
                  </a:cubicBezTo>
                  <a:cubicBezTo>
                    <a:pt x="11932" y="13456"/>
                    <a:pt x="13718" y="12051"/>
                    <a:pt x="15480" y="10598"/>
                  </a:cubicBezTo>
                  <a:cubicBezTo>
                    <a:pt x="12885" y="6478"/>
                    <a:pt x="10194" y="2978"/>
                    <a:pt x="7622" y="1"/>
                  </a:cubicBezTo>
                  <a:close/>
                </a:path>
              </a:pathLst>
            </a:custGeom>
            <a:solidFill>
              <a:srgbClr val="F0EBD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6" name="Google Shape;2886;p45"/>
            <p:cNvSpPr/>
            <p:nvPr/>
          </p:nvSpPr>
          <p:spPr>
            <a:xfrm>
              <a:off x="1898648" y="3029252"/>
              <a:ext cx="161366" cy="96702"/>
            </a:xfrm>
            <a:custGeom>
              <a:avLst/>
              <a:gdLst/>
              <a:ahLst/>
              <a:cxnLst/>
              <a:rect l="l" t="t" r="r" b="b"/>
              <a:pathLst>
                <a:path w="110714" h="66348" extrusionOk="0">
                  <a:moveTo>
                    <a:pt x="0" y="1"/>
                  </a:moveTo>
                  <a:lnTo>
                    <a:pt x="0" y="66348"/>
                  </a:lnTo>
                  <a:lnTo>
                    <a:pt x="110714" y="66348"/>
                  </a:lnTo>
                  <a:lnTo>
                    <a:pt x="110714" y="72"/>
                  </a:lnTo>
                  <a:cubicBezTo>
                    <a:pt x="110714" y="25"/>
                    <a:pt x="110714" y="25"/>
                    <a:pt x="110690" y="25"/>
                  </a:cubicBezTo>
                  <a:lnTo>
                    <a:pt x="0" y="1"/>
                  </a:lnTo>
                  <a:close/>
                </a:path>
              </a:pathLst>
            </a:custGeom>
            <a:solidFill>
              <a:srgbClr val="00B2B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7" name="Google Shape;2887;p45"/>
            <p:cNvSpPr/>
            <p:nvPr/>
          </p:nvSpPr>
          <p:spPr>
            <a:xfrm>
              <a:off x="1898682" y="3029217"/>
              <a:ext cx="161332" cy="48491"/>
            </a:xfrm>
            <a:custGeom>
              <a:avLst/>
              <a:gdLst/>
              <a:ahLst/>
              <a:cxnLst/>
              <a:rect l="l" t="t" r="r" b="b"/>
              <a:pathLst>
                <a:path w="110691" h="33270" extrusionOk="0">
                  <a:moveTo>
                    <a:pt x="1" y="1"/>
                  </a:moveTo>
                  <a:lnTo>
                    <a:pt x="1" y="16480"/>
                  </a:lnTo>
                  <a:cubicBezTo>
                    <a:pt x="16290" y="27459"/>
                    <a:pt x="35342" y="33270"/>
                    <a:pt x="55346" y="33270"/>
                  </a:cubicBezTo>
                  <a:cubicBezTo>
                    <a:pt x="75350" y="33270"/>
                    <a:pt x="94425" y="27459"/>
                    <a:pt x="110691" y="16480"/>
                  </a:cubicBezTo>
                  <a:lnTo>
                    <a:pt x="110691" y="25"/>
                  </a:lnTo>
                  <a:lnTo>
                    <a:pt x="110667" y="1"/>
                  </a:lnTo>
                  <a:close/>
                </a:path>
              </a:pathLst>
            </a:custGeom>
            <a:solidFill>
              <a:srgbClr val="00A5C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8" name="Google Shape;2888;p45"/>
            <p:cNvSpPr/>
            <p:nvPr/>
          </p:nvSpPr>
          <p:spPr>
            <a:xfrm>
              <a:off x="1917008" y="3029217"/>
              <a:ext cx="124817" cy="84381"/>
            </a:xfrm>
            <a:custGeom>
              <a:avLst/>
              <a:gdLst/>
              <a:ahLst/>
              <a:cxnLst/>
              <a:rect l="l" t="t" r="r" b="b"/>
              <a:pathLst>
                <a:path w="85638" h="57894" extrusionOk="0">
                  <a:moveTo>
                    <a:pt x="71897" y="5740"/>
                  </a:moveTo>
                  <a:cubicBezTo>
                    <a:pt x="71849" y="5740"/>
                    <a:pt x="69420" y="28602"/>
                    <a:pt x="42867" y="43153"/>
                  </a:cubicBezTo>
                  <a:cubicBezTo>
                    <a:pt x="16314" y="28602"/>
                    <a:pt x="13861" y="5740"/>
                    <a:pt x="13861" y="5740"/>
                  </a:cubicBezTo>
                  <a:close/>
                  <a:moveTo>
                    <a:pt x="1" y="1"/>
                  </a:moveTo>
                  <a:lnTo>
                    <a:pt x="739" y="6836"/>
                  </a:lnTo>
                  <a:cubicBezTo>
                    <a:pt x="882" y="8217"/>
                    <a:pt x="1882" y="15504"/>
                    <a:pt x="6693" y="24792"/>
                  </a:cubicBezTo>
                  <a:cubicBezTo>
                    <a:pt x="13028" y="36961"/>
                    <a:pt x="23363" y="47201"/>
                    <a:pt x="36485" y="54417"/>
                  </a:cubicBezTo>
                  <a:lnTo>
                    <a:pt x="42843" y="57894"/>
                  </a:lnTo>
                  <a:lnTo>
                    <a:pt x="49178" y="54417"/>
                  </a:lnTo>
                  <a:cubicBezTo>
                    <a:pt x="62324" y="47201"/>
                    <a:pt x="72635" y="36961"/>
                    <a:pt x="78970" y="24792"/>
                  </a:cubicBezTo>
                  <a:cubicBezTo>
                    <a:pt x="83828" y="15504"/>
                    <a:pt x="84781" y="8217"/>
                    <a:pt x="84923" y="6836"/>
                  </a:cubicBezTo>
                  <a:lnTo>
                    <a:pt x="85638" y="25"/>
                  </a:lnTo>
                  <a:lnTo>
                    <a:pt x="1" y="1"/>
                  </a:lnTo>
                  <a:close/>
                </a:path>
              </a:pathLst>
            </a:custGeom>
            <a:solidFill>
              <a:srgbClr val="FF89A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9" name="Google Shape;2889;p45"/>
            <p:cNvSpPr/>
            <p:nvPr/>
          </p:nvSpPr>
          <p:spPr>
            <a:xfrm>
              <a:off x="1917008" y="3029252"/>
              <a:ext cx="124297" cy="47207"/>
            </a:xfrm>
            <a:custGeom>
              <a:avLst/>
              <a:gdLst/>
              <a:ahLst/>
              <a:cxnLst/>
              <a:rect l="l" t="t" r="r" b="b"/>
              <a:pathLst>
                <a:path w="85281" h="32389" extrusionOk="0">
                  <a:moveTo>
                    <a:pt x="85281" y="1"/>
                  </a:moveTo>
                  <a:lnTo>
                    <a:pt x="43224" y="453"/>
                  </a:lnTo>
                  <a:lnTo>
                    <a:pt x="1" y="453"/>
                  </a:lnTo>
                  <a:lnTo>
                    <a:pt x="739" y="6978"/>
                  </a:lnTo>
                  <a:cubicBezTo>
                    <a:pt x="882" y="8336"/>
                    <a:pt x="1882" y="15623"/>
                    <a:pt x="6693" y="24911"/>
                  </a:cubicBezTo>
                  <a:cubicBezTo>
                    <a:pt x="7074" y="25696"/>
                    <a:pt x="7503" y="26435"/>
                    <a:pt x="7955" y="27173"/>
                  </a:cubicBezTo>
                  <a:cubicBezTo>
                    <a:pt x="14552" y="29650"/>
                    <a:pt x="21434" y="31388"/>
                    <a:pt x="28483" y="32388"/>
                  </a:cubicBezTo>
                  <a:cubicBezTo>
                    <a:pt x="15338" y="19386"/>
                    <a:pt x="13837" y="5288"/>
                    <a:pt x="13837" y="5288"/>
                  </a:cubicBezTo>
                  <a:lnTo>
                    <a:pt x="71825" y="5288"/>
                  </a:lnTo>
                  <a:cubicBezTo>
                    <a:pt x="71826" y="5287"/>
                    <a:pt x="71826" y="5287"/>
                    <a:pt x="71826" y="5287"/>
                  </a:cubicBezTo>
                  <a:lnTo>
                    <a:pt x="71826" y="5287"/>
                  </a:lnTo>
                  <a:cubicBezTo>
                    <a:pt x="71847" y="5288"/>
                    <a:pt x="70385" y="18730"/>
                    <a:pt x="57632" y="31340"/>
                  </a:cubicBezTo>
                  <a:cubicBezTo>
                    <a:pt x="64467" y="30364"/>
                    <a:pt x="71182" y="28673"/>
                    <a:pt x="77565" y="26292"/>
                  </a:cubicBezTo>
                  <a:cubicBezTo>
                    <a:pt x="77993" y="25577"/>
                    <a:pt x="78374" y="24839"/>
                    <a:pt x="78755" y="24077"/>
                  </a:cubicBezTo>
                  <a:cubicBezTo>
                    <a:pt x="83471" y="15075"/>
                    <a:pt x="84423" y="7979"/>
                    <a:pt x="84566" y="6645"/>
                  </a:cubicBezTo>
                  <a:lnTo>
                    <a:pt x="85281" y="1"/>
                  </a:lnTo>
                  <a:close/>
                </a:path>
              </a:pathLst>
            </a:custGeom>
            <a:solidFill>
              <a:srgbClr val="FF89A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0" name="Google Shape;2890;p45"/>
            <p:cNvSpPr/>
            <p:nvPr/>
          </p:nvSpPr>
          <p:spPr>
            <a:xfrm>
              <a:off x="1930234" y="3033106"/>
              <a:ext cx="98507" cy="63589"/>
            </a:xfrm>
            <a:custGeom>
              <a:avLst/>
              <a:gdLst/>
              <a:ahLst/>
              <a:cxnLst/>
              <a:rect l="l" t="t" r="r" b="b"/>
              <a:pathLst>
                <a:path w="67586" h="43629" extrusionOk="0">
                  <a:moveTo>
                    <a:pt x="0" y="0"/>
                  </a:moveTo>
                  <a:cubicBezTo>
                    <a:pt x="0" y="0"/>
                    <a:pt x="2858" y="26648"/>
                    <a:pt x="33793" y="43628"/>
                  </a:cubicBezTo>
                  <a:cubicBezTo>
                    <a:pt x="64728" y="26648"/>
                    <a:pt x="67586" y="0"/>
                    <a:pt x="67586" y="0"/>
                  </a:cubicBezTo>
                  <a:close/>
                </a:path>
              </a:pathLst>
            </a:custGeom>
            <a:solidFill>
              <a:srgbClr val="EFEDE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1" name="Google Shape;2891;p45"/>
            <p:cNvSpPr/>
            <p:nvPr/>
          </p:nvSpPr>
          <p:spPr>
            <a:xfrm>
              <a:off x="1930234" y="3033071"/>
              <a:ext cx="98507" cy="45089"/>
            </a:xfrm>
            <a:custGeom>
              <a:avLst/>
              <a:gdLst/>
              <a:ahLst/>
              <a:cxnLst/>
              <a:rect l="l" t="t" r="r" b="b"/>
              <a:pathLst>
                <a:path w="67586" h="30936" extrusionOk="0">
                  <a:moveTo>
                    <a:pt x="0" y="0"/>
                  </a:moveTo>
                  <a:cubicBezTo>
                    <a:pt x="0" y="0"/>
                    <a:pt x="1572" y="14694"/>
                    <a:pt x="15075" y="29197"/>
                  </a:cubicBezTo>
                  <a:cubicBezTo>
                    <a:pt x="21171" y="30364"/>
                    <a:pt x="27411" y="30935"/>
                    <a:pt x="33793" y="30935"/>
                  </a:cubicBezTo>
                  <a:cubicBezTo>
                    <a:pt x="33915" y="30936"/>
                    <a:pt x="34037" y="30936"/>
                    <a:pt x="34159" y="30936"/>
                  </a:cubicBezTo>
                  <a:cubicBezTo>
                    <a:pt x="40370" y="30936"/>
                    <a:pt x="46532" y="30341"/>
                    <a:pt x="52511" y="29197"/>
                  </a:cubicBezTo>
                  <a:cubicBezTo>
                    <a:pt x="65990" y="14694"/>
                    <a:pt x="67586" y="0"/>
                    <a:pt x="67586" y="0"/>
                  </a:cubicBezTo>
                  <a:close/>
                </a:path>
              </a:pathLst>
            </a:custGeom>
            <a:solidFill>
              <a:srgbClr val="F0EBD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2" name="Google Shape;2892;p45"/>
            <p:cNvSpPr/>
            <p:nvPr/>
          </p:nvSpPr>
          <p:spPr>
            <a:xfrm>
              <a:off x="1840370" y="2808014"/>
              <a:ext cx="278546" cy="207737"/>
            </a:xfrm>
            <a:custGeom>
              <a:avLst/>
              <a:gdLst/>
              <a:ahLst/>
              <a:cxnLst/>
              <a:rect l="l" t="t" r="r" b="b"/>
              <a:pathLst>
                <a:path w="191112" h="142530" extrusionOk="0">
                  <a:moveTo>
                    <a:pt x="95568" y="1"/>
                  </a:moveTo>
                  <a:cubicBezTo>
                    <a:pt x="42867" y="1"/>
                    <a:pt x="1" y="41271"/>
                    <a:pt x="1" y="91972"/>
                  </a:cubicBezTo>
                  <a:lnTo>
                    <a:pt x="1" y="125479"/>
                  </a:lnTo>
                  <a:cubicBezTo>
                    <a:pt x="1" y="134909"/>
                    <a:pt x="7669" y="142530"/>
                    <a:pt x="17076" y="142530"/>
                  </a:cubicBezTo>
                  <a:lnTo>
                    <a:pt x="174037" y="142530"/>
                  </a:lnTo>
                  <a:cubicBezTo>
                    <a:pt x="183467" y="142530"/>
                    <a:pt x="191088" y="134886"/>
                    <a:pt x="191088" y="125479"/>
                  </a:cubicBezTo>
                  <a:lnTo>
                    <a:pt x="191088" y="91996"/>
                  </a:lnTo>
                  <a:cubicBezTo>
                    <a:pt x="191112" y="41271"/>
                    <a:pt x="148246" y="1"/>
                    <a:pt x="9556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3" name="Google Shape;2893;p45"/>
            <p:cNvSpPr/>
            <p:nvPr/>
          </p:nvSpPr>
          <p:spPr>
            <a:xfrm>
              <a:off x="1857621" y="2882709"/>
              <a:ext cx="243662" cy="176014"/>
            </a:xfrm>
            <a:custGeom>
              <a:avLst/>
              <a:gdLst/>
              <a:ahLst/>
              <a:cxnLst/>
              <a:rect l="l" t="t" r="r" b="b"/>
              <a:pathLst>
                <a:path w="167178" h="120764" extrusionOk="0">
                  <a:moveTo>
                    <a:pt x="61966" y="1"/>
                  </a:moveTo>
                  <a:cubicBezTo>
                    <a:pt x="44248" y="32912"/>
                    <a:pt x="72" y="40866"/>
                    <a:pt x="0" y="40890"/>
                  </a:cubicBezTo>
                  <a:cubicBezTo>
                    <a:pt x="72" y="85018"/>
                    <a:pt x="37461" y="120763"/>
                    <a:pt x="83589" y="120763"/>
                  </a:cubicBezTo>
                  <a:cubicBezTo>
                    <a:pt x="129694" y="120763"/>
                    <a:pt x="167107" y="85018"/>
                    <a:pt x="167178" y="40890"/>
                  </a:cubicBezTo>
                  <a:cubicBezTo>
                    <a:pt x="91948" y="35651"/>
                    <a:pt x="61966" y="1"/>
                    <a:pt x="61966" y="1"/>
                  </a:cubicBezTo>
                  <a:close/>
                </a:path>
              </a:pathLst>
            </a:custGeom>
            <a:solidFill>
              <a:srgbClr val="FBC4A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4" name="Google Shape;2894;p45"/>
            <p:cNvSpPr/>
            <p:nvPr/>
          </p:nvSpPr>
          <p:spPr>
            <a:xfrm>
              <a:off x="1964631" y="2940084"/>
              <a:ext cx="136652" cy="118639"/>
            </a:xfrm>
            <a:custGeom>
              <a:avLst/>
              <a:gdLst/>
              <a:ahLst/>
              <a:cxnLst/>
              <a:rect l="l" t="t" r="r" b="b"/>
              <a:pathLst>
                <a:path w="93758" h="81399" extrusionOk="0">
                  <a:moveTo>
                    <a:pt x="78755" y="1"/>
                  </a:moveTo>
                  <a:cubicBezTo>
                    <a:pt x="76659" y="41962"/>
                    <a:pt x="42986" y="75992"/>
                    <a:pt x="0" y="80803"/>
                  </a:cubicBezTo>
                  <a:cubicBezTo>
                    <a:pt x="3334" y="81184"/>
                    <a:pt x="6740" y="81398"/>
                    <a:pt x="10169" y="81398"/>
                  </a:cubicBezTo>
                  <a:cubicBezTo>
                    <a:pt x="56274" y="81398"/>
                    <a:pt x="93687" y="45629"/>
                    <a:pt x="93758" y="1525"/>
                  </a:cubicBezTo>
                  <a:cubicBezTo>
                    <a:pt x="88543" y="1168"/>
                    <a:pt x="83542" y="644"/>
                    <a:pt x="78755" y="1"/>
                  </a:cubicBezTo>
                  <a:close/>
                </a:path>
              </a:pathLst>
            </a:custGeom>
            <a:solidFill>
              <a:srgbClr val="E3B09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5" name="Google Shape;2895;p45"/>
            <p:cNvSpPr/>
            <p:nvPr/>
          </p:nvSpPr>
          <p:spPr>
            <a:xfrm>
              <a:off x="2031759" y="2978021"/>
              <a:ext cx="27770" cy="9617"/>
            </a:xfrm>
            <a:custGeom>
              <a:avLst/>
              <a:gdLst/>
              <a:ahLst/>
              <a:cxnLst/>
              <a:rect l="l" t="t" r="r" b="b"/>
              <a:pathLst>
                <a:path w="19053" h="6598" extrusionOk="0">
                  <a:moveTo>
                    <a:pt x="3525" y="1"/>
                  </a:moveTo>
                  <a:cubicBezTo>
                    <a:pt x="1549" y="1"/>
                    <a:pt x="1" y="1715"/>
                    <a:pt x="239" y="3716"/>
                  </a:cubicBezTo>
                  <a:cubicBezTo>
                    <a:pt x="453" y="5383"/>
                    <a:pt x="1930" y="6597"/>
                    <a:pt x="3644" y="6597"/>
                  </a:cubicBezTo>
                  <a:lnTo>
                    <a:pt x="15552" y="6597"/>
                  </a:lnTo>
                  <a:cubicBezTo>
                    <a:pt x="17504" y="6597"/>
                    <a:pt x="19052" y="4906"/>
                    <a:pt x="18814" y="2882"/>
                  </a:cubicBezTo>
                  <a:cubicBezTo>
                    <a:pt x="18600" y="1215"/>
                    <a:pt x="17123" y="1"/>
                    <a:pt x="15432" y="1"/>
                  </a:cubicBezTo>
                  <a:close/>
                </a:path>
              </a:pathLst>
            </a:custGeom>
            <a:solidFill>
              <a:srgbClr val="F980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6" name="Google Shape;2896;p45"/>
            <p:cNvSpPr/>
            <p:nvPr/>
          </p:nvSpPr>
          <p:spPr>
            <a:xfrm>
              <a:off x="1899342" y="2978021"/>
              <a:ext cx="27768" cy="9617"/>
            </a:xfrm>
            <a:custGeom>
              <a:avLst/>
              <a:gdLst/>
              <a:ahLst/>
              <a:cxnLst/>
              <a:rect l="l" t="t" r="r" b="b"/>
              <a:pathLst>
                <a:path w="19052" h="6598" extrusionOk="0">
                  <a:moveTo>
                    <a:pt x="3525" y="1"/>
                  </a:moveTo>
                  <a:cubicBezTo>
                    <a:pt x="1548" y="1"/>
                    <a:pt x="0" y="1715"/>
                    <a:pt x="239" y="3716"/>
                  </a:cubicBezTo>
                  <a:cubicBezTo>
                    <a:pt x="453" y="5383"/>
                    <a:pt x="1929" y="6597"/>
                    <a:pt x="3644" y="6597"/>
                  </a:cubicBezTo>
                  <a:lnTo>
                    <a:pt x="15551" y="6597"/>
                  </a:lnTo>
                  <a:cubicBezTo>
                    <a:pt x="17504" y="6597"/>
                    <a:pt x="19052" y="4906"/>
                    <a:pt x="18814" y="2882"/>
                  </a:cubicBezTo>
                  <a:cubicBezTo>
                    <a:pt x="18600" y="1215"/>
                    <a:pt x="17123" y="1"/>
                    <a:pt x="15432" y="1"/>
                  </a:cubicBezTo>
                  <a:close/>
                </a:path>
              </a:pathLst>
            </a:custGeom>
            <a:solidFill>
              <a:srgbClr val="F980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7" name="Google Shape;2897;p45"/>
            <p:cNvSpPr/>
            <p:nvPr/>
          </p:nvSpPr>
          <p:spPr>
            <a:xfrm>
              <a:off x="1863035" y="2828796"/>
              <a:ext cx="41231" cy="37980"/>
            </a:xfrm>
            <a:custGeom>
              <a:avLst/>
              <a:gdLst/>
              <a:ahLst/>
              <a:cxnLst/>
              <a:rect l="l" t="t" r="r" b="b"/>
              <a:pathLst>
                <a:path w="28289" h="26058" extrusionOk="0">
                  <a:moveTo>
                    <a:pt x="10839" y="1"/>
                  </a:moveTo>
                  <a:cubicBezTo>
                    <a:pt x="6920" y="1"/>
                    <a:pt x="2979" y="3314"/>
                    <a:pt x="0" y="12366"/>
                  </a:cubicBezTo>
                  <a:lnTo>
                    <a:pt x="9312" y="25988"/>
                  </a:lnTo>
                  <a:cubicBezTo>
                    <a:pt x="10166" y="26035"/>
                    <a:pt x="10980" y="26058"/>
                    <a:pt x="11755" y="26058"/>
                  </a:cubicBezTo>
                  <a:cubicBezTo>
                    <a:pt x="28288" y="26058"/>
                    <a:pt x="27128" y="15679"/>
                    <a:pt x="21600" y="7604"/>
                  </a:cubicBezTo>
                  <a:cubicBezTo>
                    <a:pt x="18708" y="3361"/>
                    <a:pt x="14785" y="1"/>
                    <a:pt x="10839" y="1"/>
                  </a:cubicBezTo>
                  <a:close/>
                </a:path>
              </a:pathLst>
            </a:custGeom>
            <a:solidFill>
              <a:srgbClr val="EB6DA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8" name="Google Shape;2898;p45"/>
            <p:cNvSpPr/>
            <p:nvPr/>
          </p:nvSpPr>
          <p:spPr>
            <a:xfrm>
              <a:off x="1833157" y="2848245"/>
              <a:ext cx="41230" cy="37980"/>
            </a:xfrm>
            <a:custGeom>
              <a:avLst/>
              <a:gdLst/>
              <a:ahLst/>
              <a:cxnLst/>
              <a:rect l="l" t="t" r="r" b="b"/>
              <a:pathLst>
                <a:path w="28288" h="26058" extrusionOk="0">
                  <a:moveTo>
                    <a:pt x="16533" y="1"/>
                  </a:moveTo>
                  <a:cubicBezTo>
                    <a:pt x="0" y="1"/>
                    <a:pt x="1160" y="10379"/>
                    <a:pt x="6688" y="18455"/>
                  </a:cubicBezTo>
                  <a:cubicBezTo>
                    <a:pt x="9580" y="22697"/>
                    <a:pt x="13503" y="26058"/>
                    <a:pt x="17450" y="26058"/>
                  </a:cubicBezTo>
                  <a:cubicBezTo>
                    <a:pt x="21368" y="26058"/>
                    <a:pt x="25310" y="22745"/>
                    <a:pt x="28288" y="13692"/>
                  </a:cubicBezTo>
                  <a:lnTo>
                    <a:pt x="18976" y="70"/>
                  </a:lnTo>
                  <a:cubicBezTo>
                    <a:pt x="18122" y="23"/>
                    <a:pt x="17308" y="1"/>
                    <a:pt x="16533" y="1"/>
                  </a:cubicBezTo>
                  <a:close/>
                </a:path>
              </a:pathLst>
            </a:custGeom>
            <a:solidFill>
              <a:srgbClr val="EB6DA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9" name="Google Shape;2899;p45"/>
            <p:cNvSpPr/>
            <p:nvPr/>
          </p:nvSpPr>
          <p:spPr>
            <a:xfrm>
              <a:off x="1853907" y="2844717"/>
              <a:ext cx="29608" cy="25589"/>
            </a:xfrm>
            <a:custGeom>
              <a:avLst/>
              <a:gdLst/>
              <a:ahLst/>
              <a:cxnLst/>
              <a:rect l="l" t="t" r="r" b="b"/>
              <a:pathLst>
                <a:path w="20314" h="17557" extrusionOk="0">
                  <a:moveTo>
                    <a:pt x="10943" y="0"/>
                  </a:moveTo>
                  <a:cubicBezTo>
                    <a:pt x="9337" y="0"/>
                    <a:pt x="7713" y="469"/>
                    <a:pt x="6287" y="1443"/>
                  </a:cubicBezTo>
                  <a:lnTo>
                    <a:pt x="4739" y="2491"/>
                  </a:lnTo>
                  <a:cubicBezTo>
                    <a:pt x="953" y="5063"/>
                    <a:pt x="0" y="10183"/>
                    <a:pt x="2572" y="13946"/>
                  </a:cubicBezTo>
                  <a:cubicBezTo>
                    <a:pt x="4155" y="16298"/>
                    <a:pt x="6748" y="17556"/>
                    <a:pt x="9381" y="17556"/>
                  </a:cubicBezTo>
                  <a:cubicBezTo>
                    <a:pt x="10988" y="17556"/>
                    <a:pt x="12610" y="17088"/>
                    <a:pt x="14027" y="16113"/>
                  </a:cubicBezTo>
                  <a:lnTo>
                    <a:pt x="15575" y="15065"/>
                  </a:lnTo>
                  <a:cubicBezTo>
                    <a:pt x="19361" y="12517"/>
                    <a:pt x="20314" y="7373"/>
                    <a:pt x="17742" y="3611"/>
                  </a:cubicBezTo>
                  <a:cubicBezTo>
                    <a:pt x="16159" y="1259"/>
                    <a:pt x="13576" y="0"/>
                    <a:pt x="10943" y="0"/>
                  </a:cubicBezTo>
                  <a:close/>
                </a:path>
              </a:pathLst>
            </a:custGeom>
            <a:solidFill>
              <a:srgbClr val="FF89A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0" name="Google Shape;2900;p45"/>
            <p:cNvSpPr/>
            <p:nvPr/>
          </p:nvSpPr>
          <p:spPr>
            <a:xfrm>
              <a:off x="2054603" y="2828796"/>
              <a:ext cx="41231" cy="37980"/>
            </a:xfrm>
            <a:custGeom>
              <a:avLst/>
              <a:gdLst/>
              <a:ahLst/>
              <a:cxnLst/>
              <a:rect l="l" t="t" r="r" b="b"/>
              <a:pathLst>
                <a:path w="28289" h="26058" extrusionOk="0">
                  <a:moveTo>
                    <a:pt x="17450" y="1"/>
                  </a:moveTo>
                  <a:cubicBezTo>
                    <a:pt x="13504" y="1"/>
                    <a:pt x="9580" y="3361"/>
                    <a:pt x="6688" y="7604"/>
                  </a:cubicBezTo>
                  <a:cubicBezTo>
                    <a:pt x="1161" y="15679"/>
                    <a:pt x="1" y="26058"/>
                    <a:pt x="16534" y="26058"/>
                  </a:cubicBezTo>
                  <a:cubicBezTo>
                    <a:pt x="17309" y="26058"/>
                    <a:pt x="18123" y="26035"/>
                    <a:pt x="18977" y="25988"/>
                  </a:cubicBezTo>
                  <a:lnTo>
                    <a:pt x="28288" y="12366"/>
                  </a:lnTo>
                  <a:cubicBezTo>
                    <a:pt x="25310" y="3314"/>
                    <a:pt x="21369" y="1"/>
                    <a:pt x="17450" y="1"/>
                  </a:cubicBezTo>
                  <a:close/>
                </a:path>
              </a:pathLst>
            </a:custGeom>
            <a:solidFill>
              <a:srgbClr val="EB6DA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1" name="Google Shape;2901;p45"/>
            <p:cNvSpPr/>
            <p:nvPr/>
          </p:nvSpPr>
          <p:spPr>
            <a:xfrm>
              <a:off x="2084517" y="2848245"/>
              <a:ext cx="41263" cy="37980"/>
            </a:xfrm>
            <a:custGeom>
              <a:avLst/>
              <a:gdLst/>
              <a:ahLst/>
              <a:cxnLst/>
              <a:rect l="l" t="t" r="r" b="b"/>
              <a:pathLst>
                <a:path w="28311" h="26058" extrusionOk="0">
                  <a:moveTo>
                    <a:pt x="11758" y="1"/>
                  </a:moveTo>
                  <a:cubicBezTo>
                    <a:pt x="10982" y="1"/>
                    <a:pt x="10167" y="23"/>
                    <a:pt x="9312" y="70"/>
                  </a:cubicBezTo>
                  <a:lnTo>
                    <a:pt x="1" y="13692"/>
                  </a:lnTo>
                  <a:cubicBezTo>
                    <a:pt x="2991" y="22745"/>
                    <a:pt x="6932" y="26058"/>
                    <a:pt x="10851" y="26058"/>
                  </a:cubicBezTo>
                  <a:cubicBezTo>
                    <a:pt x="14797" y="26058"/>
                    <a:pt x="18720" y="22697"/>
                    <a:pt x="21624" y="18455"/>
                  </a:cubicBezTo>
                  <a:cubicBezTo>
                    <a:pt x="27129" y="10379"/>
                    <a:pt x="28310" y="1"/>
                    <a:pt x="11758" y="1"/>
                  </a:cubicBezTo>
                  <a:close/>
                </a:path>
              </a:pathLst>
            </a:custGeom>
            <a:solidFill>
              <a:srgbClr val="EB6DA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2" name="Google Shape;2902;p45"/>
            <p:cNvSpPr/>
            <p:nvPr/>
          </p:nvSpPr>
          <p:spPr>
            <a:xfrm>
              <a:off x="2075424" y="2844717"/>
              <a:ext cx="29539" cy="25589"/>
            </a:xfrm>
            <a:custGeom>
              <a:avLst/>
              <a:gdLst/>
              <a:ahLst/>
              <a:cxnLst/>
              <a:rect l="l" t="t" r="r" b="b"/>
              <a:pathLst>
                <a:path w="20267" h="17557" extrusionOk="0">
                  <a:moveTo>
                    <a:pt x="9364" y="0"/>
                  </a:moveTo>
                  <a:cubicBezTo>
                    <a:pt x="6735" y="0"/>
                    <a:pt x="4146" y="1259"/>
                    <a:pt x="2548" y="3611"/>
                  </a:cubicBezTo>
                  <a:cubicBezTo>
                    <a:pt x="0" y="7373"/>
                    <a:pt x="953" y="12517"/>
                    <a:pt x="4716" y="15065"/>
                  </a:cubicBezTo>
                  <a:lnTo>
                    <a:pt x="6264" y="16113"/>
                  </a:lnTo>
                  <a:cubicBezTo>
                    <a:pt x="7689" y="17088"/>
                    <a:pt x="9313" y="17556"/>
                    <a:pt x="10921" y="17556"/>
                  </a:cubicBezTo>
                  <a:cubicBezTo>
                    <a:pt x="13555" y="17556"/>
                    <a:pt x="16145" y="16298"/>
                    <a:pt x="17742" y="13946"/>
                  </a:cubicBezTo>
                  <a:cubicBezTo>
                    <a:pt x="20266" y="10183"/>
                    <a:pt x="19314" y="5063"/>
                    <a:pt x="15551" y="2491"/>
                  </a:cubicBezTo>
                  <a:lnTo>
                    <a:pt x="14003" y="1443"/>
                  </a:lnTo>
                  <a:cubicBezTo>
                    <a:pt x="12586" y="469"/>
                    <a:pt x="10968" y="0"/>
                    <a:pt x="9364" y="0"/>
                  </a:cubicBezTo>
                  <a:close/>
                </a:path>
              </a:pathLst>
            </a:custGeom>
            <a:solidFill>
              <a:srgbClr val="FF89A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3" name="Google Shape;2903;p45"/>
            <p:cNvSpPr/>
            <p:nvPr/>
          </p:nvSpPr>
          <p:spPr>
            <a:xfrm>
              <a:off x="2040783" y="2946470"/>
              <a:ext cx="9650" cy="22529"/>
            </a:xfrm>
            <a:custGeom>
              <a:avLst/>
              <a:gdLst/>
              <a:ahLst/>
              <a:cxnLst/>
              <a:rect l="l" t="t" r="r" b="b"/>
              <a:pathLst>
                <a:path w="6621" h="15457" extrusionOk="0">
                  <a:moveTo>
                    <a:pt x="3313" y="0"/>
                  </a:moveTo>
                  <a:cubicBezTo>
                    <a:pt x="1509" y="0"/>
                    <a:pt x="0" y="1469"/>
                    <a:pt x="0" y="3311"/>
                  </a:cubicBezTo>
                  <a:lnTo>
                    <a:pt x="0" y="12146"/>
                  </a:lnTo>
                  <a:cubicBezTo>
                    <a:pt x="0" y="13987"/>
                    <a:pt x="1468" y="15456"/>
                    <a:pt x="3305" y="15456"/>
                  </a:cubicBezTo>
                  <a:cubicBezTo>
                    <a:pt x="3440" y="15456"/>
                    <a:pt x="3577" y="15448"/>
                    <a:pt x="3716" y="15432"/>
                  </a:cubicBezTo>
                  <a:cubicBezTo>
                    <a:pt x="5383" y="15194"/>
                    <a:pt x="6621" y="13670"/>
                    <a:pt x="6621" y="12003"/>
                  </a:cubicBezTo>
                  <a:lnTo>
                    <a:pt x="6621" y="3430"/>
                  </a:lnTo>
                  <a:cubicBezTo>
                    <a:pt x="6621" y="1739"/>
                    <a:pt x="5383" y="239"/>
                    <a:pt x="3716" y="24"/>
                  </a:cubicBezTo>
                  <a:cubicBezTo>
                    <a:pt x="3580" y="8"/>
                    <a:pt x="3446" y="0"/>
                    <a:pt x="3313"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4" name="Google Shape;2904;p45"/>
            <p:cNvSpPr/>
            <p:nvPr/>
          </p:nvSpPr>
          <p:spPr>
            <a:xfrm>
              <a:off x="1908227" y="2946470"/>
              <a:ext cx="9652" cy="22529"/>
            </a:xfrm>
            <a:custGeom>
              <a:avLst/>
              <a:gdLst/>
              <a:ahLst/>
              <a:cxnLst/>
              <a:rect l="l" t="t" r="r" b="b"/>
              <a:pathLst>
                <a:path w="6622" h="15457" extrusionOk="0">
                  <a:moveTo>
                    <a:pt x="3333" y="0"/>
                  </a:moveTo>
                  <a:cubicBezTo>
                    <a:pt x="1510" y="0"/>
                    <a:pt x="1" y="1469"/>
                    <a:pt x="1" y="3311"/>
                  </a:cubicBezTo>
                  <a:lnTo>
                    <a:pt x="1" y="12146"/>
                  </a:lnTo>
                  <a:cubicBezTo>
                    <a:pt x="1" y="13987"/>
                    <a:pt x="1489" y="15456"/>
                    <a:pt x="3329" y="15456"/>
                  </a:cubicBezTo>
                  <a:cubicBezTo>
                    <a:pt x="3464" y="15456"/>
                    <a:pt x="3601" y="15448"/>
                    <a:pt x="3740" y="15432"/>
                  </a:cubicBezTo>
                  <a:cubicBezTo>
                    <a:pt x="5431" y="15194"/>
                    <a:pt x="6621" y="13670"/>
                    <a:pt x="6621" y="12003"/>
                  </a:cubicBezTo>
                  <a:lnTo>
                    <a:pt x="6621" y="3430"/>
                  </a:lnTo>
                  <a:cubicBezTo>
                    <a:pt x="6621" y="1739"/>
                    <a:pt x="5407" y="239"/>
                    <a:pt x="3740" y="24"/>
                  </a:cubicBezTo>
                  <a:cubicBezTo>
                    <a:pt x="3603" y="8"/>
                    <a:pt x="3467" y="0"/>
                    <a:pt x="3333"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5" name="Google Shape;2905;p45"/>
            <p:cNvSpPr/>
            <p:nvPr/>
          </p:nvSpPr>
          <p:spPr>
            <a:xfrm>
              <a:off x="1962201" y="2972242"/>
              <a:ext cx="34468" cy="14875"/>
            </a:xfrm>
            <a:custGeom>
              <a:avLst/>
              <a:gdLst/>
              <a:ahLst/>
              <a:cxnLst/>
              <a:rect l="l" t="t" r="r" b="b"/>
              <a:pathLst>
                <a:path w="23649" h="10206" extrusionOk="0">
                  <a:moveTo>
                    <a:pt x="3712" y="0"/>
                  </a:moveTo>
                  <a:cubicBezTo>
                    <a:pt x="2939" y="0"/>
                    <a:pt x="2159" y="277"/>
                    <a:pt x="1525" y="846"/>
                  </a:cubicBezTo>
                  <a:cubicBezTo>
                    <a:pt x="167" y="2037"/>
                    <a:pt x="0" y="4109"/>
                    <a:pt x="1239" y="5490"/>
                  </a:cubicBezTo>
                  <a:cubicBezTo>
                    <a:pt x="3858" y="8490"/>
                    <a:pt x="7716" y="10205"/>
                    <a:pt x="11836" y="10205"/>
                  </a:cubicBezTo>
                  <a:cubicBezTo>
                    <a:pt x="15932" y="10205"/>
                    <a:pt x="19814" y="8490"/>
                    <a:pt x="22434" y="5490"/>
                  </a:cubicBezTo>
                  <a:cubicBezTo>
                    <a:pt x="23648" y="4109"/>
                    <a:pt x="23505" y="2037"/>
                    <a:pt x="22124" y="846"/>
                  </a:cubicBezTo>
                  <a:cubicBezTo>
                    <a:pt x="21496" y="295"/>
                    <a:pt x="20709" y="19"/>
                    <a:pt x="19927" y="19"/>
                  </a:cubicBezTo>
                  <a:cubicBezTo>
                    <a:pt x="19020" y="19"/>
                    <a:pt x="18120" y="390"/>
                    <a:pt x="17480" y="1132"/>
                  </a:cubicBezTo>
                  <a:cubicBezTo>
                    <a:pt x="16123" y="2704"/>
                    <a:pt x="14051" y="3609"/>
                    <a:pt x="11836" y="3609"/>
                  </a:cubicBezTo>
                  <a:cubicBezTo>
                    <a:pt x="9622" y="3609"/>
                    <a:pt x="7550" y="2704"/>
                    <a:pt x="6168" y="1132"/>
                  </a:cubicBezTo>
                  <a:cubicBezTo>
                    <a:pt x="5524" y="385"/>
                    <a:pt x="4623" y="0"/>
                    <a:pt x="3712"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6" name="Google Shape;2906;p45"/>
            <p:cNvSpPr/>
            <p:nvPr/>
          </p:nvSpPr>
          <p:spPr>
            <a:xfrm>
              <a:off x="1830756" y="2803363"/>
              <a:ext cx="296906" cy="327624"/>
            </a:xfrm>
            <a:custGeom>
              <a:avLst/>
              <a:gdLst/>
              <a:ahLst/>
              <a:cxnLst/>
              <a:rect l="l" t="t" r="r" b="b"/>
              <a:pathLst>
                <a:path w="203709" h="224785" extrusionOk="0">
                  <a:moveTo>
                    <a:pt x="33007" y="20743"/>
                  </a:moveTo>
                  <a:cubicBezTo>
                    <a:pt x="36579" y="20743"/>
                    <a:pt x="39222" y="24220"/>
                    <a:pt x="41056" y="26887"/>
                  </a:cubicBezTo>
                  <a:cubicBezTo>
                    <a:pt x="42247" y="28650"/>
                    <a:pt x="43319" y="30579"/>
                    <a:pt x="43842" y="32650"/>
                  </a:cubicBezTo>
                  <a:lnTo>
                    <a:pt x="43842" y="32674"/>
                  </a:lnTo>
                  <a:cubicBezTo>
                    <a:pt x="44319" y="34508"/>
                    <a:pt x="44343" y="36746"/>
                    <a:pt x="42795" y="38080"/>
                  </a:cubicBezTo>
                  <a:cubicBezTo>
                    <a:pt x="41771" y="38985"/>
                    <a:pt x="40104" y="39604"/>
                    <a:pt x="37889" y="39961"/>
                  </a:cubicBezTo>
                  <a:cubicBezTo>
                    <a:pt x="38008" y="39580"/>
                    <a:pt x="38103" y="39199"/>
                    <a:pt x="38198" y="38771"/>
                  </a:cubicBezTo>
                  <a:cubicBezTo>
                    <a:pt x="38627" y="36413"/>
                    <a:pt x="38341" y="34032"/>
                    <a:pt x="37389" y="31888"/>
                  </a:cubicBezTo>
                  <a:cubicBezTo>
                    <a:pt x="36460" y="29840"/>
                    <a:pt x="34912" y="28054"/>
                    <a:pt x="32983" y="26840"/>
                  </a:cubicBezTo>
                  <a:cubicBezTo>
                    <a:pt x="31435" y="25863"/>
                    <a:pt x="29625" y="25268"/>
                    <a:pt x="27768" y="25101"/>
                  </a:cubicBezTo>
                  <a:cubicBezTo>
                    <a:pt x="29387" y="22243"/>
                    <a:pt x="31173" y="20743"/>
                    <a:pt x="33007" y="20743"/>
                  </a:cubicBezTo>
                  <a:close/>
                  <a:moveTo>
                    <a:pt x="171012" y="20743"/>
                  </a:moveTo>
                  <a:cubicBezTo>
                    <a:pt x="172869" y="20743"/>
                    <a:pt x="174655" y="22243"/>
                    <a:pt x="176275" y="25101"/>
                  </a:cubicBezTo>
                  <a:cubicBezTo>
                    <a:pt x="176203" y="25101"/>
                    <a:pt x="175799" y="25173"/>
                    <a:pt x="175727" y="25173"/>
                  </a:cubicBezTo>
                  <a:cubicBezTo>
                    <a:pt x="171583" y="25697"/>
                    <a:pt x="167940" y="28602"/>
                    <a:pt x="166439" y="32460"/>
                  </a:cubicBezTo>
                  <a:cubicBezTo>
                    <a:pt x="165511" y="34841"/>
                    <a:pt x="165415" y="37532"/>
                    <a:pt x="166130" y="39961"/>
                  </a:cubicBezTo>
                  <a:cubicBezTo>
                    <a:pt x="163891" y="39628"/>
                    <a:pt x="162200" y="38985"/>
                    <a:pt x="161153" y="38056"/>
                  </a:cubicBezTo>
                  <a:lnTo>
                    <a:pt x="161129" y="38032"/>
                  </a:lnTo>
                  <a:cubicBezTo>
                    <a:pt x="159962" y="36985"/>
                    <a:pt x="159724" y="35413"/>
                    <a:pt x="159938" y="33960"/>
                  </a:cubicBezTo>
                  <a:lnTo>
                    <a:pt x="159938" y="33913"/>
                  </a:lnTo>
                  <a:cubicBezTo>
                    <a:pt x="160367" y="30698"/>
                    <a:pt x="162153" y="27816"/>
                    <a:pt x="164177" y="25339"/>
                  </a:cubicBezTo>
                  <a:cubicBezTo>
                    <a:pt x="165773" y="23315"/>
                    <a:pt x="168249" y="20743"/>
                    <a:pt x="171012" y="20743"/>
                  </a:cubicBezTo>
                  <a:close/>
                  <a:moveTo>
                    <a:pt x="177251" y="31699"/>
                  </a:moveTo>
                  <a:cubicBezTo>
                    <a:pt x="178206" y="31699"/>
                    <a:pt x="179170" y="31971"/>
                    <a:pt x="180014" y="32555"/>
                  </a:cubicBezTo>
                  <a:lnTo>
                    <a:pt x="181562" y="33579"/>
                  </a:lnTo>
                  <a:lnTo>
                    <a:pt x="181585" y="33627"/>
                  </a:lnTo>
                  <a:cubicBezTo>
                    <a:pt x="183729" y="35127"/>
                    <a:pt x="184348" y="38223"/>
                    <a:pt x="182895" y="40438"/>
                  </a:cubicBezTo>
                  <a:cubicBezTo>
                    <a:pt x="182895" y="40461"/>
                    <a:pt x="182871" y="40461"/>
                    <a:pt x="182871" y="40485"/>
                  </a:cubicBezTo>
                  <a:cubicBezTo>
                    <a:pt x="181966" y="41771"/>
                    <a:pt x="180490" y="42605"/>
                    <a:pt x="178942" y="42629"/>
                  </a:cubicBezTo>
                  <a:cubicBezTo>
                    <a:pt x="178886" y="42631"/>
                    <a:pt x="178829" y="42632"/>
                    <a:pt x="178774" y="42632"/>
                  </a:cubicBezTo>
                  <a:cubicBezTo>
                    <a:pt x="177111" y="42632"/>
                    <a:pt x="175731" y="41622"/>
                    <a:pt x="174441" y="40723"/>
                  </a:cubicBezTo>
                  <a:cubicBezTo>
                    <a:pt x="172512" y="39437"/>
                    <a:pt x="171822" y="36842"/>
                    <a:pt x="172655" y="34722"/>
                  </a:cubicBezTo>
                  <a:cubicBezTo>
                    <a:pt x="173435" y="32811"/>
                    <a:pt x="175324" y="31699"/>
                    <a:pt x="177251" y="31699"/>
                  </a:cubicBezTo>
                  <a:close/>
                  <a:moveTo>
                    <a:pt x="26782" y="31686"/>
                  </a:moveTo>
                  <a:cubicBezTo>
                    <a:pt x="28379" y="31686"/>
                    <a:pt x="29968" y="32443"/>
                    <a:pt x="30935" y="33841"/>
                  </a:cubicBezTo>
                  <a:cubicBezTo>
                    <a:pt x="33197" y="37151"/>
                    <a:pt x="30506" y="40676"/>
                    <a:pt x="27434" y="42176"/>
                  </a:cubicBezTo>
                  <a:cubicBezTo>
                    <a:pt x="26767" y="42483"/>
                    <a:pt x="26034" y="42638"/>
                    <a:pt x="25302" y="42638"/>
                  </a:cubicBezTo>
                  <a:cubicBezTo>
                    <a:pt x="24442" y="42638"/>
                    <a:pt x="23584" y="42423"/>
                    <a:pt x="22838" y="41986"/>
                  </a:cubicBezTo>
                  <a:cubicBezTo>
                    <a:pt x="21123" y="41033"/>
                    <a:pt x="20099" y="39033"/>
                    <a:pt x="20361" y="37080"/>
                  </a:cubicBezTo>
                  <a:cubicBezTo>
                    <a:pt x="20623" y="35056"/>
                    <a:pt x="22243" y="33412"/>
                    <a:pt x="24029" y="32531"/>
                  </a:cubicBezTo>
                  <a:cubicBezTo>
                    <a:pt x="24860" y="31959"/>
                    <a:pt x="25822" y="31686"/>
                    <a:pt x="26782" y="31686"/>
                  </a:cubicBezTo>
                  <a:close/>
                  <a:moveTo>
                    <a:pt x="189801" y="34365"/>
                  </a:moveTo>
                  <a:lnTo>
                    <a:pt x="189801" y="34365"/>
                  </a:lnTo>
                  <a:cubicBezTo>
                    <a:pt x="192826" y="34817"/>
                    <a:pt x="194850" y="35818"/>
                    <a:pt x="195636" y="37318"/>
                  </a:cubicBezTo>
                  <a:cubicBezTo>
                    <a:pt x="196755" y="39485"/>
                    <a:pt x="195779" y="43367"/>
                    <a:pt x="192993" y="47415"/>
                  </a:cubicBezTo>
                  <a:cubicBezTo>
                    <a:pt x="191388" y="49704"/>
                    <a:pt x="188274" y="53568"/>
                    <a:pt x="185048" y="53568"/>
                  </a:cubicBezTo>
                  <a:cubicBezTo>
                    <a:pt x="184347" y="53568"/>
                    <a:pt x="183640" y="53385"/>
                    <a:pt x="182943" y="52964"/>
                  </a:cubicBezTo>
                  <a:cubicBezTo>
                    <a:pt x="182086" y="52440"/>
                    <a:pt x="180919" y="51368"/>
                    <a:pt x="179680" y="49201"/>
                  </a:cubicBezTo>
                  <a:cubicBezTo>
                    <a:pt x="184015" y="48844"/>
                    <a:pt x="187896" y="45891"/>
                    <a:pt x="189492" y="41867"/>
                  </a:cubicBezTo>
                  <a:lnTo>
                    <a:pt x="189492" y="41843"/>
                  </a:lnTo>
                  <a:cubicBezTo>
                    <a:pt x="190421" y="39461"/>
                    <a:pt x="190516" y="36818"/>
                    <a:pt x="189801" y="34365"/>
                  </a:cubicBezTo>
                  <a:close/>
                  <a:moveTo>
                    <a:pt x="14193" y="34365"/>
                  </a:moveTo>
                  <a:lnTo>
                    <a:pt x="14193" y="34389"/>
                  </a:lnTo>
                  <a:cubicBezTo>
                    <a:pt x="13098" y="38151"/>
                    <a:pt x="13979" y="42319"/>
                    <a:pt x="16575" y="45248"/>
                  </a:cubicBezTo>
                  <a:cubicBezTo>
                    <a:pt x="18266" y="47225"/>
                    <a:pt x="20600" y="48535"/>
                    <a:pt x="23124" y="49011"/>
                  </a:cubicBezTo>
                  <a:cubicBezTo>
                    <a:pt x="23206" y="49031"/>
                    <a:pt x="24007" y="49192"/>
                    <a:pt x="24262" y="49192"/>
                  </a:cubicBezTo>
                  <a:cubicBezTo>
                    <a:pt x="24304" y="49192"/>
                    <a:pt x="24332" y="49188"/>
                    <a:pt x="24338" y="49178"/>
                  </a:cubicBezTo>
                  <a:lnTo>
                    <a:pt x="24338" y="49178"/>
                  </a:lnTo>
                  <a:cubicBezTo>
                    <a:pt x="23100" y="51368"/>
                    <a:pt x="21933" y="52440"/>
                    <a:pt x="21076" y="52964"/>
                  </a:cubicBezTo>
                  <a:cubicBezTo>
                    <a:pt x="20373" y="53397"/>
                    <a:pt x="19659" y="53585"/>
                    <a:pt x="18951" y="53585"/>
                  </a:cubicBezTo>
                  <a:cubicBezTo>
                    <a:pt x="15727" y="53585"/>
                    <a:pt x="12612" y="49696"/>
                    <a:pt x="11050" y="47391"/>
                  </a:cubicBezTo>
                  <a:cubicBezTo>
                    <a:pt x="8264" y="43367"/>
                    <a:pt x="7263" y="39485"/>
                    <a:pt x="8383" y="37318"/>
                  </a:cubicBezTo>
                  <a:cubicBezTo>
                    <a:pt x="9169" y="35818"/>
                    <a:pt x="11193" y="34817"/>
                    <a:pt x="14193" y="34365"/>
                  </a:cubicBezTo>
                  <a:close/>
                  <a:moveTo>
                    <a:pt x="81065" y="59846"/>
                  </a:moveTo>
                  <a:cubicBezTo>
                    <a:pt x="84565" y="63204"/>
                    <a:pt x="91114" y="68729"/>
                    <a:pt x="101116" y="74611"/>
                  </a:cubicBezTo>
                  <a:cubicBezTo>
                    <a:pt x="103498" y="76016"/>
                    <a:pt x="105903" y="77326"/>
                    <a:pt x="108356" y="78612"/>
                  </a:cubicBezTo>
                  <a:cubicBezTo>
                    <a:pt x="134099" y="91853"/>
                    <a:pt x="161986" y="96735"/>
                    <a:pt x="182276" y="98402"/>
                  </a:cubicBezTo>
                  <a:cubicBezTo>
                    <a:pt x="181562" y="114881"/>
                    <a:pt x="175203" y="130837"/>
                    <a:pt x="164296" y="143649"/>
                  </a:cubicBezTo>
                  <a:cubicBezTo>
                    <a:pt x="164249" y="143673"/>
                    <a:pt x="164249" y="143697"/>
                    <a:pt x="164225" y="143697"/>
                  </a:cubicBezTo>
                  <a:cubicBezTo>
                    <a:pt x="162581" y="145721"/>
                    <a:pt x="160795" y="147698"/>
                    <a:pt x="158890" y="149531"/>
                  </a:cubicBezTo>
                  <a:cubicBezTo>
                    <a:pt x="143863" y="164153"/>
                    <a:pt x="122859" y="171917"/>
                    <a:pt x="102021" y="171917"/>
                  </a:cubicBezTo>
                  <a:cubicBezTo>
                    <a:pt x="78802" y="171917"/>
                    <a:pt x="54583" y="161962"/>
                    <a:pt x="39794" y="143697"/>
                  </a:cubicBezTo>
                  <a:cubicBezTo>
                    <a:pt x="39770" y="143673"/>
                    <a:pt x="39770" y="143649"/>
                    <a:pt x="39746" y="143649"/>
                  </a:cubicBezTo>
                  <a:cubicBezTo>
                    <a:pt x="28720" y="130766"/>
                    <a:pt x="22386" y="114619"/>
                    <a:pt x="21766" y="98021"/>
                  </a:cubicBezTo>
                  <a:cubicBezTo>
                    <a:pt x="25958" y="97021"/>
                    <a:pt x="34460" y="94711"/>
                    <a:pt x="44176" y="90233"/>
                  </a:cubicBezTo>
                  <a:cubicBezTo>
                    <a:pt x="58750" y="83542"/>
                    <a:pt x="72372" y="73563"/>
                    <a:pt x="81065" y="59846"/>
                  </a:cubicBezTo>
                  <a:close/>
                  <a:moveTo>
                    <a:pt x="82993" y="176465"/>
                  </a:moveTo>
                  <a:lnTo>
                    <a:pt x="82993" y="176465"/>
                  </a:lnTo>
                  <a:cubicBezTo>
                    <a:pt x="86066" y="177132"/>
                    <a:pt x="89185" y="177608"/>
                    <a:pt x="92329" y="177966"/>
                  </a:cubicBezTo>
                  <a:cubicBezTo>
                    <a:pt x="95505" y="178316"/>
                    <a:pt x="98665" y="178492"/>
                    <a:pt x="101848" y="178492"/>
                  </a:cubicBezTo>
                  <a:cubicBezTo>
                    <a:pt x="102555" y="178492"/>
                    <a:pt x="103264" y="178483"/>
                    <a:pt x="103974" y="178466"/>
                  </a:cubicBezTo>
                  <a:cubicBezTo>
                    <a:pt x="106570" y="178418"/>
                    <a:pt x="109118" y="178204"/>
                    <a:pt x="111714" y="177989"/>
                  </a:cubicBezTo>
                  <a:cubicBezTo>
                    <a:pt x="114881" y="177656"/>
                    <a:pt x="118001" y="177156"/>
                    <a:pt x="121073" y="176513"/>
                  </a:cubicBezTo>
                  <a:lnTo>
                    <a:pt x="121073" y="176513"/>
                  </a:lnTo>
                  <a:cubicBezTo>
                    <a:pt x="121025" y="176537"/>
                    <a:pt x="121001" y="176561"/>
                    <a:pt x="121001" y="176584"/>
                  </a:cubicBezTo>
                  <a:cubicBezTo>
                    <a:pt x="117929" y="181228"/>
                    <a:pt x="114095" y="185372"/>
                    <a:pt x="109761" y="188873"/>
                  </a:cubicBezTo>
                  <a:cubicBezTo>
                    <a:pt x="107308" y="190825"/>
                    <a:pt x="104712" y="192588"/>
                    <a:pt x="102021" y="194159"/>
                  </a:cubicBezTo>
                  <a:cubicBezTo>
                    <a:pt x="94520" y="189778"/>
                    <a:pt x="87852" y="183848"/>
                    <a:pt x="83041" y="176584"/>
                  </a:cubicBezTo>
                  <a:cubicBezTo>
                    <a:pt x="83017" y="176561"/>
                    <a:pt x="82993" y="176537"/>
                    <a:pt x="82993" y="176465"/>
                  </a:cubicBezTo>
                  <a:close/>
                  <a:moveTo>
                    <a:pt x="43104" y="164725"/>
                  </a:moveTo>
                  <a:lnTo>
                    <a:pt x="43104" y="218212"/>
                  </a:lnTo>
                  <a:lnTo>
                    <a:pt x="28958" y="218212"/>
                  </a:lnTo>
                  <a:cubicBezTo>
                    <a:pt x="28387" y="210925"/>
                    <a:pt x="28720" y="203757"/>
                    <a:pt x="29935" y="196850"/>
                  </a:cubicBezTo>
                  <a:cubicBezTo>
                    <a:pt x="31364" y="188682"/>
                    <a:pt x="34031" y="180823"/>
                    <a:pt x="37865" y="173465"/>
                  </a:cubicBezTo>
                  <a:cubicBezTo>
                    <a:pt x="39413" y="170464"/>
                    <a:pt x="41175" y="167559"/>
                    <a:pt x="43104" y="164725"/>
                  </a:cubicBezTo>
                  <a:close/>
                  <a:moveTo>
                    <a:pt x="160843" y="164844"/>
                  </a:moveTo>
                  <a:cubicBezTo>
                    <a:pt x="166225" y="172750"/>
                    <a:pt x="171607" y="183467"/>
                    <a:pt x="173965" y="196874"/>
                  </a:cubicBezTo>
                  <a:cubicBezTo>
                    <a:pt x="175132" y="203757"/>
                    <a:pt x="175441" y="210925"/>
                    <a:pt x="174917" y="218236"/>
                  </a:cubicBezTo>
                  <a:lnTo>
                    <a:pt x="160843" y="218236"/>
                  </a:lnTo>
                  <a:lnTo>
                    <a:pt x="160843" y="164844"/>
                  </a:lnTo>
                  <a:close/>
                  <a:moveTo>
                    <a:pt x="50129" y="162010"/>
                  </a:moveTo>
                  <a:cubicBezTo>
                    <a:pt x="52559" y="163772"/>
                    <a:pt x="55083" y="165368"/>
                    <a:pt x="57655" y="166868"/>
                  </a:cubicBezTo>
                  <a:cubicBezTo>
                    <a:pt x="58488" y="170488"/>
                    <a:pt x="60108" y="175608"/>
                    <a:pt x="63156" y="181514"/>
                  </a:cubicBezTo>
                  <a:cubicBezTo>
                    <a:pt x="65276" y="185562"/>
                    <a:pt x="67847" y="189468"/>
                    <a:pt x="70824" y="193088"/>
                  </a:cubicBezTo>
                  <a:cubicBezTo>
                    <a:pt x="71484" y="193908"/>
                    <a:pt x="72491" y="194381"/>
                    <a:pt x="73502" y="194381"/>
                  </a:cubicBezTo>
                  <a:cubicBezTo>
                    <a:pt x="73987" y="194381"/>
                    <a:pt x="74472" y="194272"/>
                    <a:pt x="74920" y="194040"/>
                  </a:cubicBezTo>
                  <a:cubicBezTo>
                    <a:pt x="76849" y="193064"/>
                    <a:pt x="77302" y="190611"/>
                    <a:pt x="75992" y="189039"/>
                  </a:cubicBezTo>
                  <a:cubicBezTo>
                    <a:pt x="73277" y="185705"/>
                    <a:pt x="70943" y="182133"/>
                    <a:pt x="69014" y="178466"/>
                  </a:cubicBezTo>
                  <a:cubicBezTo>
                    <a:pt x="67586" y="175775"/>
                    <a:pt x="66514" y="173203"/>
                    <a:pt x="65704" y="170964"/>
                  </a:cubicBezTo>
                  <a:lnTo>
                    <a:pt x="65704" y="170964"/>
                  </a:lnTo>
                  <a:cubicBezTo>
                    <a:pt x="68467" y="172203"/>
                    <a:pt x="71324" y="173298"/>
                    <a:pt x="74206" y="174251"/>
                  </a:cubicBezTo>
                  <a:cubicBezTo>
                    <a:pt x="74420" y="174655"/>
                    <a:pt x="74635" y="175084"/>
                    <a:pt x="74849" y="175465"/>
                  </a:cubicBezTo>
                  <a:cubicBezTo>
                    <a:pt x="79517" y="184395"/>
                    <a:pt x="86566" y="191683"/>
                    <a:pt x="94805" y="197398"/>
                  </a:cubicBezTo>
                  <a:cubicBezTo>
                    <a:pt x="96658" y="198705"/>
                    <a:pt x="99454" y="201354"/>
                    <a:pt x="102080" y="201354"/>
                  </a:cubicBezTo>
                  <a:cubicBezTo>
                    <a:pt x="102660" y="201354"/>
                    <a:pt x="103232" y="201224"/>
                    <a:pt x="103784" y="200923"/>
                  </a:cubicBezTo>
                  <a:cubicBezTo>
                    <a:pt x="112952" y="195922"/>
                    <a:pt x="120954" y="188920"/>
                    <a:pt x="126717" y="180204"/>
                  </a:cubicBezTo>
                  <a:cubicBezTo>
                    <a:pt x="128003" y="178299"/>
                    <a:pt x="129146" y="176299"/>
                    <a:pt x="130146" y="174251"/>
                  </a:cubicBezTo>
                  <a:cubicBezTo>
                    <a:pt x="133028" y="173298"/>
                    <a:pt x="135885" y="172226"/>
                    <a:pt x="138672" y="170964"/>
                  </a:cubicBezTo>
                  <a:lnTo>
                    <a:pt x="138672" y="170964"/>
                  </a:lnTo>
                  <a:cubicBezTo>
                    <a:pt x="137862" y="173227"/>
                    <a:pt x="136790" y="175775"/>
                    <a:pt x="135362" y="178513"/>
                  </a:cubicBezTo>
                  <a:cubicBezTo>
                    <a:pt x="129313" y="190063"/>
                    <a:pt x="119501" y="199827"/>
                    <a:pt x="106927" y="206686"/>
                  </a:cubicBezTo>
                  <a:lnTo>
                    <a:pt x="102188" y="209281"/>
                  </a:lnTo>
                  <a:lnTo>
                    <a:pt x="97473" y="206686"/>
                  </a:lnTo>
                  <a:cubicBezTo>
                    <a:pt x="92757" y="204114"/>
                    <a:pt x="88376" y="201089"/>
                    <a:pt x="84446" y="197732"/>
                  </a:cubicBezTo>
                  <a:cubicBezTo>
                    <a:pt x="83833" y="197193"/>
                    <a:pt x="83069" y="196928"/>
                    <a:pt x="82305" y="196928"/>
                  </a:cubicBezTo>
                  <a:cubicBezTo>
                    <a:pt x="81379" y="196928"/>
                    <a:pt x="80455" y="197319"/>
                    <a:pt x="79802" y="198089"/>
                  </a:cubicBezTo>
                  <a:cubicBezTo>
                    <a:pt x="78612" y="199470"/>
                    <a:pt x="78778" y="201542"/>
                    <a:pt x="80160" y="202733"/>
                  </a:cubicBezTo>
                  <a:cubicBezTo>
                    <a:pt x="84422" y="206400"/>
                    <a:pt x="89185" y="209663"/>
                    <a:pt x="94305" y="212473"/>
                  </a:cubicBezTo>
                  <a:lnTo>
                    <a:pt x="100640" y="215926"/>
                  </a:lnTo>
                  <a:cubicBezTo>
                    <a:pt x="101164" y="216188"/>
                    <a:pt x="101688" y="216331"/>
                    <a:pt x="102236" y="216331"/>
                  </a:cubicBezTo>
                  <a:cubicBezTo>
                    <a:pt x="102760" y="216331"/>
                    <a:pt x="103331" y="216188"/>
                    <a:pt x="103807" y="215926"/>
                  </a:cubicBezTo>
                  <a:lnTo>
                    <a:pt x="110142" y="212473"/>
                  </a:lnTo>
                  <a:cubicBezTo>
                    <a:pt x="123835" y="204971"/>
                    <a:pt x="134623" y="194278"/>
                    <a:pt x="141244" y="181562"/>
                  </a:cubicBezTo>
                  <a:cubicBezTo>
                    <a:pt x="144316" y="175703"/>
                    <a:pt x="145935" y="170559"/>
                    <a:pt x="146792" y="166916"/>
                  </a:cubicBezTo>
                  <a:cubicBezTo>
                    <a:pt x="149388" y="165439"/>
                    <a:pt x="151889" y="163820"/>
                    <a:pt x="154294" y="162081"/>
                  </a:cubicBezTo>
                  <a:lnTo>
                    <a:pt x="154294" y="218307"/>
                  </a:lnTo>
                  <a:lnTo>
                    <a:pt x="50201" y="218307"/>
                  </a:lnTo>
                  <a:lnTo>
                    <a:pt x="50129" y="162010"/>
                  </a:lnTo>
                  <a:close/>
                  <a:moveTo>
                    <a:pt x="101807" y="1"/>
                  </a:moveTo>
                  <a:cubicBezTo>
                    <a:pt x="80255" y="1"/>
                    <a:pt x="59893" y="6550"/>
                    <a:pt x="42723" y="18981"/>
                  </a:cubicBezTo>
                  <a:cubicBezTo>
                    <a:pt x="38651" y="14980"/>
                    <a:pt x="34912" y="14266"/>
                    <a:pt x="32793" y="14266"/>
                  </a:cubicBezTo>
                  <a:cubicBezTo>
                    <a:pt x="25696" y="14266"/>
                    <a:pt x="21552" y="21267"/>
                    <a:pt x="19266" y="27626"/>
                  </a:cubicBezTo>
                  <a:cubicBezTo>
                    <a:pt x="18886" y="27616"/>
                    <a:pt x="18513" y="27612"/>
                    <a:pt x="18145" y="27612"/>
                  </a:cubicBezTo>
                  <a:cubicBezTo>
                    <a:pt x="10019" y="27612"/>
                    <a:pt x="4750" y="29876"/>
                    <a:pt x="2358" y="34341"/>
                  </a:cubicBezTo>
                  <a:cubicBezTo>
                    <a:pt x="0" y="38794"/>
                    <a:pt x="1095" y="44962"/>
                    <a:pt x="5382" y="51249"/>
                  </a:cubicBezTo>
                  <a:cubicBezTo>
                    <a:pt x="7502" y="54131"/>
                    <a:pt x="9431" y="56108"/>
                    <a:pt x="11288" y="57441"/>
                  </a:cubicBezTo>
                  <a:cubicBezTo>
                    <a:pt x="5858" y="69396"/>
                    <a:pt x="3120" y="82137"/>
                    <a:pt x="3120" y="95330"/>
                  </a:cubicBezTo>
                  <a:lnTo>
                    <a:pt x="3120" y="128884"/>
                  </a:lnTo>
                  <a:cubicBezTo>
                    <a:pt x="3120" y="140125"/>
                    <a:pt x="12241" y="149245"/>
                    <a:pt x="23481" y="149245"/>
                  </a:cubicBezTo>
                  <a:lnTo>
                    <a:pt x="35603" y="149245"/>
                  </a:lnTo>
                  <a:cubicBezTo>
                    <a:pt x="37151" y="151008"/>
                    <a:pt x="38794" y="152699"/>
                    <a:pt x="40508" y="154366"/>
                  </a:cubicBezTo>
                  <a:lnTo>
                    <a:pt x="41842" y="155604"/>
                  </a:lnTo>
                  <a:cubicBezTo>
                    <a:pt x="38103" y="160295"/>
                    <a:pt x="34793" y="165320"/>
                    <a:pt x="32054" y="170583"/>
                  </a:cubicBezTo>
                  <a:cubicBezTo>
                    <a:pt x="27958" y="178513"/>
                    <a:pt x="25053" y="186991"/>
                    <a:pt x="23529" y="195779"/>
                  </a:cubicBezTo>
                  <a:cubicBezTo>
                    <a:pt x="22052" y="204161"/>
                    <a:pt x="21790" y="212949"/>
                    <a:pt x="22743" y="221879"/>
                  </a:cubicBezTo>
                  <a:cubicBezTo>
                    <a:pt x="22933" y="223546"/>
                    <a:pt x="24338" y="224785"/>
                    <a:pt x="26005" y="224785"/>
                  </a:cubicBezTo>
                  <a:lnTo>
                    <a:pt x="177227" y="224785"/>
                  </a:lnTo>
                  <a:cubicBezTo>
                    <a:pt x="178918" y="224785"/>
                    <a:pt x="180323" y="223522"/>
                    <a:pt x="180514" y="221855"/>
                  </a:cubicBezTo>
                  <a:cubicBezTo>
                    <a:pt x="181466" y="212925"/>
                    <a:pt x="181204" y="204138"/>
                    <a:pt x="179728" y="195731"/>
                  </a:cubicBezTo>
                  <a:cubicBezTo>
                    <a:pt x="176608" y="177823"/>
                    <a:pt x="168416" y="164344"/>
                    <a:pt x="161438" y="155604"/>
                  </a:cubicBezTo>
                  <a:cubicBezTo>
                    <a:pt x="161867" y="155199"/>
                    <a:pt x="162343" y="154770"/>
                    <a:pt x="162796" y="154342"/>
                  </a:cubicBezTo>
                  <a:cubicBezTo>
                    <a:pt x="164534" y="152699"/>
                    <a:pt x="166154" y="150960"/>
                    <a:pt x="167702" y="149222"/>
                  </a:cubicBezTo>
                  <a:lnTo>
                    <a:pt x="180371" y="149222"/>
                  </a:lnTo>
                  <a:cubicBezTo>
                    <a:pt x="191611" y="149222"/>
                    <a:pt x="200732" y="140101"/>
                    <a:pt x="200732" y="128860"/>
                  </a:cubicBezTo>
                  <a:lnTo>
                    <a:pt x="200732" y="95354"/>
                  </a:lnTo>
                  <a:cubicBezTo>
                    <a:pt x="200732" y="82160"/>
                    <a:pt x="197994" y="69444"/>
                    <a:pt x="192564" y="57465"/>
                  </a:cubicBezTo>
                  <a:cubicBezTo>
                    <a:pt x="194421" y="56108"/>
                    <a:pt x="196350" y="54131"/>
                    <a:pt x="198303" y="51273"/>
                  </a:cubicBezTo>
                  <a:cubicBezTo>
                    <a:pt x="202590" y="44986"/>
                    <a:pt x="203709" y="38818"/>
                    <a:pt x="201351" y="34365"/>
                  </a:cubicBezTo>
                  <a:cubicBezTo>
                    <a:pt x="198995" y="29879"/>
                    <a:pt x="193749" y="27656"/>
                    <a:pt x="185697" y="27656"/>
                  </a:cubicBezTo>
                  <a:cubicBezTo>
                    <a:pt x="185286" y="27656"/>
                    <a:pt x="184868" y="27662"/>
                    <a:pt x="184443" y="27673"/>
                  </a:cubicBezTo>
                  <a:cubicBezTo>
                    <a:pt x="182157" y="21291"/>
                    <a:pt x="177989" y="14289"/>
                    <a:pt x="170893" y="14289"/>
                  </a:cubicBezTo>
                  <a:cubicBezTo>
                    <a:pt x="168773" y="14289"/>
                    <a:pt x="165034" y="15004"/>
                    <a:pt x="160962" y="19005"/>
                  </a:cubicBezTo>
                  <a:cubicBezTo>
                    <a:pt x="155842" y="15314"/>
                    <a:pt x="150365" y="12099"/>
                    <a:pt x="144625" y="9455"/>
                  </a:cubicBezTo>
                  <a:cubicBezTo>
                    <a:pt x="144159" y="9234"/>
                    <a:pt x="143661" y="9125"/>
                    <a:pt x="143168" y="9125"/>
                  </a:cubicBezTo>
                  <a:cubicBezTo>
                    <a:pt x="142176" y="9125"/>
                    <a:pt x="141205" y="9565"/>
                    <a:pt x="140553" y="10408"/>
                  </a:cubicBezTo>
                  <a:cubicBezTo>
                    <a:pt x="139219" y="12146"/>
                    <a:pt x="139910" y="14528"/>
                    <a:pt x="141791" y="15433"/>
                  </a:cubicBezTo>
                  <a:cubicBezTo>
                    <a:pt x="147054" y="17862"/>
                    <a:pt x="152127" y="20815"/>
                    <a:pt x="156818" y="24172"/>
                  </a:cubicBezTo>
                  <a:cubicBezTo>
                    <a:pt x="153484" y="29388"/>
                    <a:pt x="151127" y="37080"/>
                    <a:pt x="155771" y="42271"/>
                  </a:cubicBezTo>
                  <a:cubicBezTo>
                    <a:pt x="159242" y="46158"/>
                    <a:pt x="164856" y="46981"/>
                    <a:pt x="169877" y="46981"/>
                  </a:cubicBezTo>
                  <a:cubicBezTo>
                    <a:pt x="170332" y="46981"/>
                    <a:pt x="170783" y="46975"/>
                    <a:pt x="171226" y="46963"/>
                  </a:cubicBezTo>
                  <a:lnTo>
                    <a:pt x="171250" y="46963"/>
                  </a:lnTo>
                  <a:cubicBezTo>
                    <a:pt x="171298" y="47010"/>
                    <a:pt x="171298" y="47082"/>
                    <a:pt x="171321" y="47106"/>
                  </a:cubicBezTo>
                  <a:cubicBezTo>
                    <a:pt x="172846" y="51297"/>
                    <a:pt x="174941" y="55584"/>
                    <a:pt x="178632" y="58275"/>
                  </a:cubicBezTo>
                  <a:cubicBezTo>
                    <a:pt x="180462" y="59584"/>
                    <a:pt x="182681" y="60302"/>
                    <a:pt x="184937" y="60302"/>
                  </a:cubicBezTo>
                  <a:cubicBezTo>
                    <a:pt x="185470" y="60302"/>
                    <a:pt x="186006" y="60262"/>
                    <a:pt x="186539" y="60180"/>
                  </a:cubicBezTo>
                  <a:cubicBezTo>
                    <a:pt x="191564" y="71301"/>
                    <a:pt x="194112" y="83113"/>
                    <a:pt x="194112" y="95377"/>
                  </a:cubicBezTo>
                  <a:lnTo>
                    <a:pt x="194112" y="128932"/>
                  </a:lnTo>
                  <a:cubicBezTo>
                    <a:pt x="194112" y="136529"/>
                    <a:pt x="187968" y="142720"/>
                    <a:pt x="180347" y="142720"/>
                  </a:cubicBezTo>
                  <a:lnTo>
                    <a:pt x="173393" y="142720"/>
                  </a:lnTo>
                  <a:cubicBezTo>
                    <a:pt x="182395" y="130242"/>
                    <a:pt x="187658" y="115691"/>
                    <a:pt x="188587" y="100355"/>
                  </a:cubicBezTo>
                  <a:cubicBezTo>
                    <a:pt x="188682" y="98759"/>
                    <a:pt x="188730" y="97140"/>
                    <a:pt x="188730" y="95544"/>
                  </a:cubicBezTo>
                  <a:cubicBezTo>
                    <a:pt x="188730" y="93829"/>
                    <a:pt x="187349" y="92353"/>
                    <a:pt x="185658" y="92234"/>
                  </a:cubicBezTo>
                  <a:cubicBezTo>
                    <a:pt x="147626" y="89590"/>
                    <a:pt x="121621" y="78898"/>
                    <a:pt x="106546" y="70420"/>
                  </a:cubicBezTo>
                  <a:cubicBezTo>
                    <a:pt x="90209" y="61204"/>
                    <a:pt x="82755" y="52559"/>
                    <a:pt x="82660" y="52464"/>
                  </a:cubicBezTo>
                  <a:cubicBezTo>
                    <a:pt x="82015" y="51692"/>
                    <a:pt x="81094" y="51324"/>
                    <a:pt x="80172" y="51324"/>
                  </a:cubicBezTo>
                  <a:cubicBezTo>
                    <a:pt x="79018" y="51324"/>
                    <a:pt x="77863" y="51902"/>
                    <a:pt x="77254" y="52988"/>
                  </a:cubicBezTo>
                  <a:lnTo>
                    <a:pt x="77254" y="53035"/>
                  </a:lnTo>
                  <a:cubicBezTo>
                    <a:pt x="71634" y="63514"/>
                    <a:pt x="63085" y="71373"/>
                    <a:pt x="54178" y="77159"/>
                  </a:cubicBezTo>
                  <a:cubicBezTo>
                    <a:pt x="43342" y="84280"/>
                    <a:pt x="30387" y="89972"/>
                    <a:pt x="17575" y="92258"/>
                  </a:cubicBezTo>
                  <a:cubicBezTo>
                    <a:pt x="16027" y="92520"/>
                    <a:pt x="14860" y="93925"/>
                    <a:pt x="14860" y="95496"/>
                  </a:cubicBezTo>
                  <a:lnTo>
                    <a:pt x="14860" y="95592"/>
                  </a:lnTo>
                  <a:cubicBezTo>
                    <a:pt x="14860" y="97163"/>
                    <a:pt x="14908" y="98759"/>
                    <a:pt x="15003" y="100331"/>
                  </a:cubicBezTo>
                  <a:cubicBezTo>
                    <a:pt x="15932" y="115667"/>
                    <a:pt x="21195" y="130218"/>
                    <a:pt x="30173" y="142697"/>
                  </a:cubicBezTo>
                  <a:lnTo>
                    <a:pt x="23338" y="142697"/>
                  </a:lnTo>
                  <a:cubicBezTo>
                    <a:pt x="15718" y="142697"/>
                    <a:pt x="9550" y="136529"/>
                    <a:pt x="9550" y="128908"/>
                  </a:cubicBezTo>
                  <a:lnTo>
                    <a:pt x="9550" y="95354"/>
                  </a:lnTo>
                  <a:cubicBezTo>
                    <a:pt x="9550" y="83113"/>
                    <a:pt x="12122" y="71277"/>
                    <a:pt x="17146" y="60132"/>
                  </a:cubicBezTo>
                  <a:cubicBezTo>
                    <a:pt x="17709" y="60230"/>
                    <a:pt x="18272" y="60277"/>
                    <a:pt x="18832" y="60277"/>
                  </a:cubicBezTo>
                  <a:cubicBezTo>
                    <a:pt x="21281" y="60277"/>
                    <a:pt x="23658" y="59373"/>
                    <a:pt x="25577" y="57822"/>
                  </a:cubicBezTo>
                  <a:cubicBezTo>
                    <a:pt x="28125" y="55726"/>
                    <a:pt x="30340" y="52392"/>
                    <a:pt x="32078" y="47796"/>
                  </a:cubicBezTo>
                  <a:lnTo>
                    <a:pt x="32364" y="47082"/>
                  </a:lnTo>
                  <a:cubicBezTo>
                    <a:pt x="32388" y="47010"/>
                    <a:pt x="32388" y="46963"/>
                    <a:pt x="32412" y="46915"/>
                  </a:cubicBezTo>
                  <a:lnTo>
                    <a:pt x="32435" y="46915"/>
                  </a:lnTo>
                  <a:cubicBezTo>
                    <a:pt x="32840" y="46924"/>
                    <a:pt x="33249" y="46928"/>
                    <a:pt x="33662" y="46928"/>
                  </a:cubicBezTo>
                  <a:cubicBezTo>
                    <a:pt x="37905" y="46928"/>
                    <a:pt x="42469" y="46411"/>
                    <a:pt x="45986" y="43915"/>
                  </a:cubicBezTo>
                  <a:cubicBezTo>
                    <a:pt x="52654" y="39247"/>
                    <a:pt x="50534" y="29936"/>
                    <a:pt x="46819" y="24149"/>
                  </a:cubicBezTo>
                  <a:cubicBezTo>
                    <a:pt x="62799" y="12694"/>
                    <a:pt x="81731" y="6621"/>
                    <a:pt x="101807" y="6621"/>
                  </a:cubicBezTo>
                  <a:cubicBezTo>
                    <a:pt x="111118" y="6621"/>
                    <a:pt x="120287" y="7955"/>
                    <a:pt x="129098" y="10574"/>
                  </a:cubicBezTo>
                  <a:cubicBezTo>
                    <a:pt x="129428" y="10671"/>
                    <a:pt x="129762" y="10718"/>
                    <a:pt x="130091" y="10718"/>
                  </a:cubicBezTo>
                  <a:cubicBezTo>
                    <a:pt x="131381" y="10718"/>
                    <a:pt x="132597" y="10003"/>
                    <a:pt x="133147" y="8788"/>
                  </a:cubicBezTo>
                  <a:cubicBezTo>
                    <a:pt x="133956" y="6955"/>
                    <a:pt x="132980" y="4859"/>
                    <a:pt x="131099" y="4287"/>
                  </a:cubicBezTo>
                  <a:cubicBezTo>
                    <a:pt x="121621" y="1477"/>
                    <a:pt x="111785" y="1"/>
                    <a:pt x="101807"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907" name="Google Shape;2907;p45"/>
          <p:cNvGrpSpPr/>
          <p:nvPr/>
        </p:nvGrpSpPr>
        <p:grpSpPr>
          <a:xfrm>
            <a:off x="3305047" y="2821343"/>
            <a:ext cx="327729" cy="327777"/>
            <a:chOff x="3305047" y="2821343"/>
            <a:chExt cx="327729" cy="327777"/>
          </a:xfrm>
        </p:grpSpPr>
        <p:sp>
          <p:nvSpPr>
            <p:cNvPr id="2908" name="Google Shape;2908;p45"/>
            <p:cNvSpPr/>
            <p:nvPr/>
          </p:nvSpPr>
          <p:spPr>
            <a:xfrm>
              <a:off x="3310218" y="2825890"/>
              <a:ext cx="317975" cy="318738"/>
            </a:xfrm>
            <a:custGeom>
              <a:avLst/>
              <a:gdLst/>
              <a:ahLst/>
              <a:cxnLst/>
              <a:rect l="l" t="t" r="r" b="b"/>
              <a:pathLst>
                <a:path w="218165" h="218688" extrusionOk="0">
                  <a:moveTo>
                    <a:pt x="105785" y="0"/>
                  </a:moveTo>
                  <a:cubicBezTo>
                    <a:pt x="80994" y="739"/>
                    <a:pt x="58275" y="9883"/>
                    <a:pt x="40295" y="24720"/>
                  </a:cubicBezTo>
                  <a:lnTo>
                    <a:pt x="40295" y="28673"/>
                  </a:lnTo>
                  <a:lnTo>
                    <a:pt x="35294" y="29125"/>
                  </a:lnTo>
                  <a:cubicBezTo>
                    <a:pt x="14313" y="48367"/>
                    <a:pt x="882" y="75730"/>
                    <a:pt x="1" y="106260"/>
                  </a:cubicBezTo>
                  <a:lnTo>
                    <a:pt x="2977" y="109546"/>
                  </a:lnTo>
                  <a:lnTo>
                    <a:pt x="1" y="112857"/>
                  </a:lnTo>
                  <a:cubicBezTo>
                    <a:pt x="882" y="143363"/>
                    <a:pt x="14313" y="170726"/>
                    <a:pt x="35294" y="189991"/>
                  </a:cubicBezTo>
                  <a:lnTo>
                    <a:pt x="39699" y="190825"/>
                  </a:lnTo>
                  <a:lnTo>
                    <a:pt x="40318" y="194326"/>
                  </a:lnTo>
                  <a:cubicBezTo>
                    <a:pt x="58298" y="208948"/>
                    <a:pt x="81017" y="217926"/>
                    <a:pt x="105808" y="218688"/>
                  </a:cubicBezTo>
                  <a:lnTo>
                    <a:pt x="109119" y="215949"/>
                  </a:lnTo>
                  <a:lnTo>
                    <a:pt x="112429" y="218688"/>
                  </a:lnTo>
                  <a:cubicBezTo>
                    <a:pt x="137220" y="217926"/>
                    <a:pt x="159939" y="208948"/>
                    <a:pt x="177919" y="194326"/>
                  </a:cubicBezTo>
                  <a:lnTo>
                    <a:pt x="178871" y="190158"/>
                  </a:lnTo>
                  <a:lnTo>
                    <a:pt x="182920" y="189991"/>
                  </a:lnTo>
                  <a:cubicBezTo>
                    <a:pt x="203853" y="170702"/>
                    <a:pt x="217260" y="143315"/>
                    <a:pt x="218165" y="112833"/>
                  </a:cubicBezTo>
                  <a:lnTo>
                    <a:pt x="215284" y="109523"/>
                  </a:lnTo>
                  <a:lnTo>
                    <a:pt x="218165" y="106212"/>
                  </a:lnTo>
                  <a:cubicBezTo>
                    <a:pt x="217260" y="75706"/>
                    <a:pt x="203853" y="48344"/>
                    <a:pt x="182848" y="29078"/>
                  </a:cubicBezTo>
                  <a:lnTo>
                    <a:pt x="178562" y="29078"/>
                  </a:lnTo>
                  <a:lnTo>
                    <a:pt x="177895" y="24720"/>
                  </a:lnTo>
                  <a:cubicBezTo>
                    <a:pt x="159915" y="9883"/>
                    <a:pt x="137196" y="739"/>
                    <a:pt x="112405" y="0"/>
                  </a:cubicBezTo>
                  <a:lnTo>
                    <a:pt x="109095" y="2501"/>
                  </a:lnTo>
                  <a:lnTo>
                    <a:pt x="105785" y="0"/>
                  </a:lnTo>
                  <a:close/>
                </a:path>
              </a:pathLst>
            </a:custGeom>
            <a:solidFill>
              <a:srgbClr val="E9543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9" name="Google Shape;2909;p45"/>
            <p:cNvSpPr/>
            <p:nvPr/>
          </p:nvSpPr>
          <p:spPr>
            <a:xfrm>
              <a:off x="3310218" y="2826237"/>
              <a:ext cx="158521" cy="318044"/>
            </a:xfrm>
            <a:custGeom>
              <a:avLst/>
              <a:gdLst/>
              <a:ahLst/>
              <a:cxnLst/>
              <a:rect l="l" t="t" r="r" b="b"/>
              <a:pathLst>
                <a:path w="108762" h="218212" extrusionOk="0">
                  <a:moveTo>
                    <a:pt x="105785" y="1"/>
                  </a:moveTo>
                  <a:cubicBezTo>
                    <a:pt x="80994" y="739"/>
                    <a:pt x="58275" y="9741"/>
                    <a:pt x="40295" y="24363"/>
                  </a:cubicBezTo>
                  <a:lnTo>
                    <a:pt x="40295" y="28244"/>
                  </a:lnTo>
                  <a:lnTo>
                    <a:pt x="35294" y="28697"/>
                  </a:lnTo>
                  <a:cubicBezTo>
                    <a:pt x="34651" y="29292"/>
                    <a:pt x="33984" y="29911"/>
                    <a:pt x="33365" y="30507"/>
                  </a:cubicBezTo>
                  <a:cubicBezTo>
                    <a:pt x="25125" y="38675"/>
                    <a:pt x="17933" y="47939"/>
                    <a:pt x="12527" y="58203"/>
                  </a:cubicBezTo>
                  <a:cubicBezTo>
                    <a:pt x="12527" y="58227"/>
                    <a:pt x="12503" y="58227"/>
                    <a:pt x="12503" y="58250"/>
                  </a:cubicBezTo>
                  <a:cubicBezTo>
                    <a:pt x="4835" y="72896"/>
                    <a:pt x="477" y="89304"/>
                    <a:pt x="1" y="105832"/>
                  </a:cubicBezTo>
                  <a:lnTo>
                    <a:pt x="2977" y="109142"/>
                  </a:lnTo>
                  <a:lnTo>
                    <a:pt x="1" y="112428"/>
                  </a:lnTo>
                  <a:cubicBezTo>
                    <a:pt x="24" y="113833"/>
                    <a:pt x="120" y="115238"/>
                    <a:pt x="191" y="116643"/>
                  </a:cubicBezTo>
                  <a:cubicBezTo>
                    <a:pt x="2072" y="144220"/>
                    <a:pt x="14932" y="170869"/>
                    <a:pt x="35294" y="189587"/>
                  </a:cubicBezTo>
                  <a:lnTo>
                    <a:pt x="39699" y="190420"/>
                  </a:lnTo>
                  <a:lnTo>
                    <a:pt x="40318" y="193945"/>
                  </a:lnTo>
                  <a:cubicBezTo>
                    <a:pt x="40327" y="193944"/>
                    <a:pt x="40337" y="193943"/>
                    <a:pt x="40347" y="193943"/>
                  </a:cubicBezTo>
                  <a:cubicBezTo>
                    <a:pt x="40983" y="193943"/>
                    <a:pt x="43233" y="196214"/>
                    <a:pt x="43843" y="196683"/>
                  </a:cubicBezTo>
                  <a:cubicBezTo>
                    <a:pt x="45534" y="197874"/>
                    <a:pt x="47296" y="199136"/>
                    <a:pt x="49082" y="200279"/>
                  </a:cubicBezTo>
                  <a:cubicBezTo>
                    <a:pt x="65895" y="211401"/>
                    <a:pt x="85661" y="217616"/>
                    <a:pt x="105785" y="218212"/>
                  </a:cubicBezTo>
                  <a:lnTo>
                    <a:pt x="108523" y="215925"/>
                  </a:lnTo>
                  <a:cubicBezTo>
                    <a:pt x="91258" y="212282"/>
                    <a:pt x="75492" y="204614"/>
                    <a:pt x="62275" y="193849"/>
                  </a:cubicBezTo>
                  <a:cubicBezTo>
                    <a:pt x="60537" y="192444"/>
                    <a:pt x="58870" y="191039"/>
                    <a:pt x="57274" y="189539"/>
                  </a:cubicBezTo>
                  <a:cubicBezTo>
                    <a:pt x="36270" y="170273"/>
                    <a:pt x="22862" y="142911"/>
                    <a:pt x="21958" y="112404"/>
                  </a:cubicBezTo>
                  <a:cubicBezTo>
                    <a:pt x="21934" y="111309"/>
                    <a:pt x="21910" y="110213"/>
                    <a:pt x="21910" y="109094"/>
                  </a:cubicBezTo>
                  <a:cubicBezTo>
                    <a:pt x="21910" y="107999"/>
                    <a:pt x="21934" y="106903"/>
                    <a:pt x="21958" y="105808"/>
                  </a:cubicBezTo>
                  <a:cubicBezTo>
                    <a:pt x="22862" y="75278"/>
                    <a:pt x="36270" y="47939"/>
                    <a:pt x="57274" y="28673"/>
                  </a:cubicBezTo>
                  <a:cubicBezTo>
                    <a:pt x="58894" y="27173"/>
                    <a:pt x="60561" y="25720"/>
                    <a:pt x="62275" y="24363"/>
                  </a:cubicBezTo>
                  <a:cubicBezTo>
                    <a:pt x="75540" y="13575"/>
                    <a:pt x="91401" y="5835"/>
                    <a:pt x="108761" y="2239"/>
                  </a:cubicBezTo>
                  <a:lnTo>
                    <a:pt x="105785" y="1"/>
                  </a:lnTo>
                  <a:close/>
                </a:path>
              </a:pathLst>
            </a:custGeom>
            <a:solidFill>
              <a:srgbClr val="000000">
                <a:alpha val="84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0" name="Google Shape;2910;p45"/>
            <p:cNvSpPr/>
            <p:nvPr/>
          </p:nvSpPr>
          <p:spPr>
            <a:xfrm>
              <a:off x="3305047" y="2821343"/>
              <a:ext cx="327729" cy="327777"/>
            </a:xfrm>
            <a:custGeom>
              <a:avLst/>
              <a:gdLst/>
              <a:ahLst/>
              <a:cxnLst/>
              <a:rect l="l" t="t" r="r" b="b"/>
              <a:pathLst>
                <a:path w="224857" h="224890" extrusionOk="0">
                  <a:moveTo>
                    <a:pt x="109309" y="6550"/>
                  </a:moveTo>
                  <a:lnTo>
                    <a:pt x="109309" y="109070"/>
                  </a:lnTo>
                  <a:lnTo>
                    <a:pt x="82351" y="109070"/>
                  </a:lnTo>
                  <a:cubicBezTo>
                    <a:pt x="81446" y="78922"/>
                    <a:pt x="68467" y="50392"/>
                    <a:pt x="46319" y="29864"/>
                  </a:cubicBezTo>
                  <a:cubicBezTo>
                    <a:pt x="51582" y="25601"/>
                    <a:pt x="57250" y="21886"/>
                    <a:pt x="63228" y="18695"/>
                  </a:cubicBezTo>
                  <a:cubicBezTo>
                    <a:pt x="77373" y="11217"/>
                    <a:pt x="93234" y="7050"/>
                    <a:pt x="109309" y="6550"/>
                  </a:cubicBezTo>
                  <a:close/>
                  <a:moveTo>
                    <a:pt x="183824" y="34174"/>
                  </a:moveTo>
                  <a:cubicBezTo>
                    <a:pt x="186587" y="36699"/>
                    <a:pt x="189206" y="39390"/>
                    <a:pt x="191707" y="42176"/>
                  </a:cubicBezTo>
                  <a:cubicBezTo>
                    <a:pt x="207543" y="60084"/>
                    <a:pt x="216950" y="82827"/>
                    <a:pt x="218189" y="106808"/>
                  </a:cubicBezTo>
                  <a:cubicBezTo>
                    <a:pt x="218236" y="107546"/>
                    <a:pt x="218260" y="108332"/>
                    <a:pt x="218284" y="109070"/>
                  </a:cubicBezTo>
                  <a:lnTo>
                    <a:pt x="149341" y="109070"/>
                  </a:lnTo>
                  <a:cubicBezTo>
                    <a:pt x="150246" y="80493"/>
                    <a:pt x="162653" y="53488"/>
                    <a:pt x="183824" y="34174"/>
                  </a:cubicBezTo>
                  <a:close/>
                  <a:moveTo>
                    <a:pt x="115881" y="6573"/>
                  </a:moveTo>
                  <a:cubicBezTo>
                    <a:pt x="139077" y="7288"/>
                    <a:pt x="161010" y="15432"/>
                    <a:pt x="178895" y="29864"/>
                  </a:cubicBezTo>
                  <a:cubicBezTo>
                    <a:pt x="156723" y="50392"/>
                    <a:pt x="143744" y="78922"/>
                    <a:pt x="142863" y="109094"/>
                  </a:cubicBezTo>
                  <a:lnTo>
                    <a:pt x="115881" y="109094"/>
                  </a:lnTo>
                  <a:lnTo>
                    <a:pt x="115881" y="6573"/>
                  </a:lnTo>
                  <a:close/>
                  <a:moveTo>
                    <a:pt x="75611" y="115715"/>
                  </a:moveTo>
                  <a:cubicBezTo>
                    <a:pt x="74706" y="144292"/>
                    <a:pt x="62299" y="171297"/>
                    <a:pt x="41128" y="190611"/>
                  </a:cubicBezTo>
                  <a:cubicBezTo>
                    <a:pt x="41080" y="190587"/>
                    <a:pt x="41056" y="190516"/>
                    <a:pt x="40985" y="190492"/>
                  </a:cubicBezTo>
                  <a:cubicBezTo>
                    <a:pt x="38270" y="187991"/>
                    <a:pt x="35698" y="185372"/>
                    <a:pt x="33245" y="182609"/>
                  </a:cubicBezTo>
                  <a:cubicBezTo>
                    <a:pt x="17409" y="164748"/>
                    <a:pt x="8026" y="141958"/>
                    <a:pt x="6764" y="117977"/>
                  </a:cubicBezTo>
                  <a:cubicBezTo>
                    <a:pt x="6716" y="117239"/>
                    <a:pt x="6692" y="116453"/>
                    <a:pt x="6668" y="115715"/>
                  </a:cubicBezTo>
                  <a:close/>
                  <a:moveTo>
                    <a:pt x="82351" y="115667"/>
                  </a:moveTo>
                  <a:lnTo>
                    <a:pt x="109309" y="115691"/>
                  </a:lnTo>
                  <a:lnTo>
                    <a:pt x="109309" y="218212"/>
                  </a:lnTo>
                  <a:cubicBezTo>
                    <a:pt x="86113" y="217497"/>
                    <a:pt x="64180" y="209353"/>
                    <a:pt x="46296" y="194921"/>
                  </a:cubicBezTo>
                  <a:cubicBezTo>
                    <a:pt x="68467" y="174369"/>
                    <a:pt x="81446" y="145864"/>
                    <a:pt x="82351" y="115667"/>
                  </a:cubicBezTo>
                  <a:close/>
                  <a:moveTo>
                    <a:pt x="142887" y="115691"/>
                  </a:moveTo>
                  <a:cubicBezTo>
                    <a:pt x="143744" y="145864"/>
                    <a:pt x="156723" y="174393"/>
                    <a:pt x="178895" y="194921"/>
                  </a:cubicBezTo>
                  <a:cubicBezTo>
                    <a:pt x="161153" y="209186"/>
                    <a:pt x="139101" y="217497"/>
                    <a:pt x="115905" y="218212"/>
                  </a:cubicBezTo>
                  <a:lnTo>
                    <a:pt x="115905" y="115691"/>
                  </a:lnTo>
                  <a:close/>
                  <a:moveTo>
                    <a:pt x="112405" y="1"/>
                  </a:moveTo>
                  <a:cubicBezTo>
                    <a:pt x="94115" y="1"/>
                    <a:pt x="75992" y="4502"/>
                    <a:pt x="59941" y="12956"/>
                  </a:cubicBezTo>
                  <a:cubicBezTo>
                    <a:pt x="52535" y="16837"/>
                    <a:pt x="45581" y="21648"/>
                    <a:pt x="39223" y="27078"/>
                  </a:cubicBezTo>
                  <a:cubicBezTo>
                    <a:pt x="32245" y="33079"/>
                    <a:pt x="25982" y="39914"/>
                    <a:pt x="20647" y="47439"/>
                  </a:cubicBezTo>
                  <a:cubicBezTo>
                    <a:pt x="19409" y="49201"/>
                    <a:pt x="20219" y="51940"/>
                    <a:pt x="22505" y="52535"/>
                  </a:cubicBezTo>
                  <a:cubicBezTo>
                    <a:pt x="22766" y="52605"/>
                    <a:pt x="23032" y="52639"/>
                    <a:pt x="23295" y="52639"/>
                  </a:cubicBezTo>
                  <a:cubicBezTo>
                    <a:pt x="24375" y="52639"/>
                    <a:pt x="25426" y="52077"/>
                    <a:pt x="26077" y="51178"/>
                  </a:cubicBezTo>
                  <a:cubicBezTo>
                    <a:pt x="27149" y="49654"/>
                    <a:pt x="28339" y="48106"/>
                    <a:pt x="29506" y="46605"/>
                  </a:cubicBezTo>
                  <a:cubicBezTo>
                    <a:pt x="30272" y="45607"/>
                    <a:pt x="39910" y="34199"/>
                    <a:pt x="41012" y="34199"/>
                  </a:cubicBezTo>
                  <a:cubicBezTo>
                    <a:pt x="41041" y="34199"/>
                    <a:pt x="41063" y="34206"/>
                    <a:pt x="41080" y="34222"/>
                  </a:cubicBezTo>
                  <a:cubicBezTo>
                    <a:pt x="62251" y="53559"/>
                    <a:pt x="74659" y="80541"/>
                    <a:pt x="75540" y="109166"/>
                  </a:cubicBezTo>
                  <a:lnTo>
                    <a:pt x="6597" y="109166"/>
                  </a:lnTo>
                  <a:cubicBezTo>
                    <a:pt x="7121" y="92853"/>
                    <a:pt x="11407" y="76731"/>
                    <a:pt x="19099" y="62418"/>
                  </a:cubicBezTo>
                  <a:cubicBezTo>
                    <a:pt x="19933" y="60846"/>
                    <a:pt x="19338" y="58798"/>
                    <a:pt x="17766" y="57965"/>
                  </a:cubicBezTo>
                  <a:cubicBezTo>
                    <a:pt x="17266" y="57689"/>
                    <a:pt x="16726" y="57558"/>
                    <a:pt x="16194" y="57558"/>
                  </a:cubicBezTo>
                  <a:cubicBezTo>
                    <a:pt x="15029" y="57558"/>
                    <a:pt x="13901" y="58187"/>
                    <a:pt x="13313" y="59298"/>
                  </a:cubicBezTo>
                  <a:cubicBezTo>
                    <a:pt x="4620" y="75516"/>
                    <a:pt x="24" y="93948"/>
                    <a:pt x="24" y="112404"/>
                  </a:cubicBezTo>
                  <a:cubicBezTo>
                    <a:pt x="0" y="139648"/>
                    <a:pt x="10050" y="166296"/>
                    <a:pt x="28077" y="186729"/>
                  </a:cubicBezTo>
                  <a:cubicBezTo>
                    <a:pt x="48201" y="209543"/>
                    <a:pt x="77040" y="223427"/>
                    <a:pt x="107427" y="224784"/>
                  </a:cubicBezTo>
                  <a:cubicBezTo>
                    <a:pt x="109036" y="224855"/>
                    <a:pt x="110643" y="224889"/>
                    <a:pt x="112250" y="224889"/>
                  </a:cubicBezTo>
                  <a:cubicBezTo>
                    <a:pt x="139020" y="224889"/>
                    <a:pt x="165352" y="215211"/>
                    <a:pt x="185729" y="197755"/>
                  </a:cubicBezTo>
                  <a:cubicBezTo>
                    <a:pt x="192993" y="191492"/>
                    <a:pt x="199542" y="184276"/>
                    <a:pt x="204971" y="176370"/>
                  </a:cubicBezTo>
                  <a:cubicBezTo>
                    <a:pt x="205995" y="174917"/>
                    <a:pt x="205614" y="172798"/>
                    <a:pt x="204138" y="171798"/>
                  </a:cubicBezTo>
                  <a:cubicBezTo>
                    <a:pt x="203573" y="171397"/>
                    <a:pt x="202925" y="171205"/>
                    <a:pt x="202281" y="171205"/>
                  </a:cubicBezTo>
                  <a:cubicBezTo>
                    <a:pt x="201241" y="171205"/>
                    <a:pt x="200213" y="171705"/>
                    <a:pt x="199566" y="172631"/>
                  </a:cubicBezTo>
                  <a:cubicBezTo>
                    <a:pt x="195255" y="178870"/>
                    <a:pt x="190254" y="184657"/>
                    <a:pt x="184682" y="189825"/>
                  </a:cubicBezTo>
                  <a:cubicBezTo>
                    <a:pt x="184372" y="190087"/>
                    <a:pt x="184086" y="190397"/>
                    <a:pt x="183777" y="190658"/>
                  </a:cubicBezTo>
                  <a:cubicBezTo>
                    <a:pt x="162629" y="171345"/>
                    <a:pt x="150198" y="144340"/>
                    <a:pt x="149317" y="115739"/>
                  </a:cubicBezTo>
                  <a:lnTo>
                    <a:pt x="218260" y="115739"/>
                  </a:lnTo>
                  <a:cubicBezTo>
                    <a:pt x="217784" y="131718"/>
                    <a:pt x="213783" y="147031"/>
                    <a:pt x="206400" y="161224"/>
                  </a:cubicBezTo>
                  <a:cubicBezTo>
                    <a:pt x="205734" y="162534"/>
                    <a:pt x="206019" y="164082"/>
                    <a:pt x="206996" y="165082"/>
                  </a:cubicBezTo>
                  <a:cubicBezTo>
                    <a:pt x="207637" y="165713"/>
                    <a:pt x="208478" y="166013"/>
                    <a:pt x="209313" y="166013"/>
                  </a:cubicBezTo>
                  <a:cubicBezTo>
                    <a:pt x="210494" y="166013"/>
                    <a:pt x="211663" y="165412"/>
                    <a:pt x="212235" y="164296"/>
                  </a:cubicBezTo>
                  <a:cubicBezTo>
                    <a:pt x="220522" y="148388"/>
                    <a:pt x="224857" y="130480"/>
                    <a:pt x="224857" y="112452"/>
                  </a:cubicBezTo>
                  <a:cubicBezTo>
                    <a:pt x="224857" y="110356"/>
                    <a:pt x="224809" y="108261"/>
                    <a:pt x="224690" y="106141"/>
                  </a:cubicBezTo>
                  <a:lnTo>
                    <a:pt x="224690" y="106118"/>
                  </a:lnTo>
                  <a:cubicBezTo>
                    <a:pt x="223285" y="80827"/>
                    <a:pt x="213545" y="57084"/>
                    <a:pt x="196803" y="38128"/>
                  </a:cubicBezTo>
                  <a:cubicBezTo>
                    <a:pt x="194088" y="35055"/>
                    <a:pt x="191207" y="32126"/>
                    <a:pt x="188158" y="29340"/>
                  </a:cubicBezTo>
                  <a:cubicBezTo>
                    <a:pt x="167416" y="10384"/>
                    <a:pt x="140720" y="1"/>
                    <a:pt x="112405"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911" name="Google Shape;2911;p45"/>
          <p:cNvGrpSpPr/>
          <p:nvPr/>
        </p:nvGrpSpPr>
        <p:grpSpPr>
          <a:xfrm>
            <a:off x="4079453" y="2822462"/>
            <a:ext cx="331478" cy="327780"/>
            <a:chOff x="4079453" y="2822462"/>
            <a:chExt cx="331478" cy="327780"/>
          </a:xfrm>
        </p:grpSpPr>
        <p:sp>
          <p:nvSpPr>
            <p:cNvPr id="2912" name="Google Shape;2912;p45"/>
            <p:cNvSpPr/>
            <p:nvPr/>
          </p:nvSpPr>
          <p:spPr>
            <a:xfrm>
              <a:off x="4084694" y="2826836"/>
              <a:ext cx="321030" cy="318643"/>
            </a:xfrm>
            <a:custGeom>
              <a:avLst/>
              <a:gdLst/>
              <a:ahLst/>
              <a:cxnLst/>
              <a:rect l="l" t="t" r="r" b="b"/>
              <a:pathLst>
                <a:path w="220261" h="218623" extrusionOk="0">
                  <a:moveTo>
                    <a:pt x="171741" y="0"/>
                  </a:moveTo>
                  <a:cubicBezTo>
                    <a:pt x="169285" y="0"/>
                    <a:pt x="166833" y="935"/>
                    <a:pt x="164963" y="2804"/>
                  </a:cubicBezTo>
                  <a:lnTo>
                    <a:pt x="143768" y="23999"/>
                  </a:lnTo>
                  <a:lnTo>
                    <a:pt x="143578" y="28500"/>
                  </a:lnTo>
                  <a:lnTo>
                    <a:pt x="139101" y="28667"/>
                  </a:lnTo>
                  <a:lnTo>
                    <a:pt x="134576" y="33192"/>
                  </a:lnTo>
                  <a:lnTo>
                    <a:pt x="134385" y="37693"/>
                  </a:lnTo>
                  <a:lnTo>
                    <a:pt x="129884" y="37883"/>
                  </a:lnTo>
                  <a:lnTo>
                    <a:pt x="125360" y="42408"/>
                  </a:lnTo>
                  <a:lnTo>
                    <a:pt x="125193" y="46885"/>
                  </a:lnTo>
                  <a:lnTo>
                    <a:pt x="120692" y="47075"/>
                  </a:lnTo>
                  <a:lnTo>
                    <a:pt x="116167" y="51600"/>
                  </a:lnTo>
                  <a:lnTo>
                    <a:pt x="116000" y="56101"/>
                  </a:lnTo>
                  <a:lnTo>
                    <a:pt x="111500" y="56268"/>
                  </a:lnTo>
                  <a:lnTo>
                    <a:pt x="106975" y="60792"/>
                  </a:lnTo>
                  <a:lnTo>
                    <a:pt x="106784" y="65293"/>
                  </a:lnTo>
                  <a:lnTo>
                    <a:pt x="102307" y="65460"/>
                  </a:lnTo>
                  <a:lnTo>
                    <a:pt x="97782" y="69985"/>
                  </a:lnTo>
                  <a:lnTo>
                    <a:pt x="97592" y="74486"/>
                  </a:lnTo>
                  <a:lnTo>
                    <a:pt x="93091" y="74676"/>
                  </a:lnTo>
                  <a:lnTo>
                    <a:pt x="88566" y="79201"/>
                  </a:lnTo>
                  <a:lnTo>
                    <a:pt x="88399" y="83678"/>
                  </a:lnTo>
                  <a:lnTo>
                    <a:pt x="83899" y="83869"/>
                  </a:lnTo>
                  <a:lnTo>
                    <a:pt x="79374" y="88393"/>
                  </a:lnTo>
                  <a:lnTo>
                    <a:pt x="79207" y="92894"/>
                  </a:lnTo>
                  <a:lnTo>
                    <a:pt x="74706" y="93061"/>
                  </a:lnTo>
                  <a:lnTo>
                    <a:pt x="70181" y="97586"/>
                  </a:lnTo>
                  <a:lnTo>
                    <a:pt x="69991" y="102087"/>
                  </a:lnTo>
                  <a:lnTo>
                    <a:pt x="65514" y="102253"/>
                  </a:lnTo>
                  <a:lnTo>
                    <a:pt x="60989" y="106778"/>
                  </a:lnTo>
                  <a:lnTo>
                    <a:pt x="60799" y="111279"/>
                  </a:lnTo>
                  <a:lnTo>
                    <a:pt x="56298" y="111469"/>
                  </a:lnTo>
                  <a:lnTo>
                    <a:pt x="51773" y="115994"/>
                  </a:lnTo>
                  <a:lnTo>
                    <a:pt x="51606" y="120471"/>
                  </a:lnTo>
                  <a:lnTo>
                    <a:pt x="47105" y="120662"/>
                  </a:lnTo>
                  <a:lnTo>
                    <a:pt x="42580" y="125186"/>
                  </a:lnTo>
                  <a:lnTo>
                    <a:pt x="42414" y="129687"/>
                  </a:lnTo>
                  <a:lnTo>
                    <a:pt x="37913" y="129854"/>
                  </a:lnTo>
                  <a:lnTo>
                    <a:pt x="33388" y="134379"/>
                  </a:lnTo>
                  <a:lnTo>
                    <a:pt x="33198" y="138880"/>
                  </a:lnTo>
                  <a:lnTo>
                    <a:pt x="28720" y="139046"/>
                  </a:lnTo>
                  <a:lnTo>
                    <a:pt x="24196" y="143571"/>
                  </a:lnTo>
                  <a:lnTo>
                    <a:pt x="24005" y="148072"/>
                  </a:lnTo>
                  <a:lnTo>
                    <a:pt x="19504" y="148263"/>
                  </a:lnTo>
                  <a:lnTo>
                    <a:pt x="14979" y="152787"/>
                  </a:lnTo>
                  <a:lnTo>
                    <a:pt x="14813" y="157264"/>
                  </a:lnTo>
                  <a:lnTo>
                    <a:pt x="10312" y="157455"/>
                  </a:lnTo>
                  <a:lnTo>
                    <a:pt x="3763" y="164004"/>
                  </a:lnTo>
                  <a:cubicBezTo>
                    <a:pt x="0" y="167767"/>
                    <a:pt x="0" y="173839"/>
                    <a:pt x="3763" y="177578"/>
                  </a:cubicBezTo>
                  <a:lnTo>
                    <a:pt x="42009" y="215800"/>
                  </a:lnTo>
                  <a:cubicBezTo>
                    <a:pt x="43890" y="217681"/>
                    <a:pt x="46349" y="218622"/>
                    <a:pt x="48805" y="218622"/>
                  </a:cubicBezTo>
                  <a:cubicBezTo>
                    <a:pt x="51261" y="218622"/>
                    <a:pt x="53714" y="217681"/>
                    <a:pt x="55583" y="215800"/>
                  </a:cubicBezTo>
                  <a:lnTo>
                    <a:pt x="216521" y="54886"/>
                  </a:lnTo>
                  <a:cubicBezTo>
                    <a:pt x="220260" y="51124"/>
                    <a:pt x="220260" y="45051"/>
                    <a:pt x="216783" y="41050"/>
                  </a:cubicBezTo>
                  <a:lnTo>
                    <a:pt x="178537" y="2804"/>
                  </a:lnTo>
                  <a:cubicBezTo>
                    <a:pt x="176656" y="935"/>
                    <a:pt x="174197" y="0"/>
                    <a:pt x="171741" y="0"/>
                  </a:cubicBezTo>
                  <a:close/>
                </a:path>
              </a:pathLst>
            </a:custGeom>
            <a:solidFill>
              <a:srgbClr val="FFC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3" name="Google Shape;2913;p45"/>
            <p:cNvSpPr/>
            <p:nvPr/>
          </p:nvSpPr>
          <p:spPr>
            <a:xfrm>
              <a:off x="4136862" y="2877953"/>
              <a:ext cx="268862" cy="267559"/>
            </a:xfrm>
            <a:custGeom>
              <a:avLst/>
              <a:gdLst/>
              <a:ahLst/>
              <a:cxnLst/>
              <a:rect l="l" t="t" r="r" b="b"/>
              <a:pathLst>
                <a:path w="184468" h="183574" extrusionOk="0">
                  <a:moveTo>
                    <a:pt x="0" y="174536"/>
                  </a:moveTo>
                  <a:cubicBezTo>
                    <a:pt x="15" y="174551"/>
                    <a:pt x="30" y="174566"/>
                    <a:pt x="44" y="174580"/>
                  </a:cubicBezTo>
                  <a:lnTo>
                    <a:pt x="44" y="174580"/>
                  </a:lnTo>
                  <a:lnTo>
                    <a:pt x="0" y="174536"/>
                  </a:lnTo>
                  <a:close/>
                  <a:moveTo>
                    <a:pt x="174513" y="1"/>
                  </a:moveTo>
                  <a:lnTo>
                    <a:pt x="174513" y="1"/>
                  </a:lnTo>
                  <a:cubicBezTo>
                    <a:pt x="178252" y="3764"/>
                    <a:pt x="178252" y="9836"/>
                    <a:pt x="174513" y="13575"/>
                  </a:cubicBezTo>
                  <a:lnTo>
                    <a:pt x="13575" y="174536"/>
                  </a:lnTo>
                  <a:cubicBezTo>
                    <a:pt x="11693" y="176418"/>
                    <a:pt x="9234" y="177358"/>
                    <a:pt x="6778" y="177358"/>
                  </a:cubicBezTo>
                  <a:cubicBezTo>
                    <a:pt x="4342" y="177358"/>
                    <a:pt x="1908" y="176432"/>
                    <a:pt x="44" y="174580"/>
                  </a:cubicBezTo>
                  <a:lnTo>
                    <a:pt x="44" y="174580"/>
                  </a:lnTo>
                  <a:lnTo>
                    <a:pt x="6216" y="180752"/>
                  </a:lnTo>
                  <a:cubicBezTo>
                    <a:pt x="8097" y="182633"/>
                    <a:pt x="10556" y="183574"/>
                    <a:pt x="13012" y="183574"/>
                  </a:cubicBezTo>
                  <a:cubicBezTo>
                    <a:pt x="15468" y="183574"/>
                    <a:pt x="17921" y="182633"/>
                    <a:pt x="19790" y="180752"/>
                  </a:cubicBezTo>
                  <a:lnTo>
                    <a:pt x="180728" y="19838"/>
                  </a:lnTo>
                  <a:cubicBezTo>
                    <a:pt x="184467" y="16052"/>
                    <a:pt x="184467" y="9979"/>
                    <a:pt x="180728" y="6240"/>
                  </a:cubicBezTo>
                  <a:lnTo>
                    <a:pt x="174513" y="1"/>
                  </a:lnTo>
                  <a:close/>
                </a:path>
              </a:pathLst>
            </a:custGeom>
            <a:solidFill>
              <a:srgbClr val="000000">
                <a:alpha val="84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4" name="Google Shape;2914;p45"/>
            <p:cNvSpPr/>
            <p:nvPr/>
          </p:nvSpPr>
          <p:spPr>
            <a:xfrm>
              <a:off x="4079453" y="2822462"/>
              <a:ext cx="331478" cy="327780"/>
            </a:xfrm>
            <a:custGeom>
              <a:avLst/>
              <a:gdLst/>
              <a:ahLst/>
              <a:cxnLst/>
              <a:rect l="l" t="t" r="r" b="b"/>
              <a:pathLst>
                <a:path w="227429" h="224892" extrusionOk="0">
                  <a:moveTo>
                    <a:pt x="175093" y="1"/>
                  </a:moveTo>
                  <a:cubicBezTo>
                    <a:pt x="171774" y="1"/>
                    <a:pt x="168452" y="1245"/>
                    <a:pt x="165963" y="3734"/>
                  </a:cubicBezTo>
                  <a:lnTo>
                    <a:pt x="5025" y="164647"/>
                  </a:lnTo>
                  <a:cubicBezTo>
                    <a:pt x="0" y="169696"/>
                    <a:pt x="0" y="177864"/>
                    <a:pt x="5025" y="182913"/>
                  </a:cubicBezTo>
                  <a:cubicBezTo>
                    <a:pt x="5025" y="182913"/>
                    <a:pt x="43247" y="221087"/>
                    <a:pt x="43295" y="221159"/>
                  </a:cubicBezTo>
                  <a:cubicBezTo>
                    <a:pt x="45772" y="223647"/>
                    <a:pt x="49088" y="224892"/>
                    <a:pt x="52407" y="224892"/>
                  </a:cubicBezTo>
                  <a:cubicBezTo>
                    <a:pt x="55726" y="224892"/>
                    <a:pt x="59048" y="223647"/>
                    <a:pt x="61537" y="221159"/>
                  </a:cubicBezTo>
                  <a:lnTo>
                    <a:pt x="94044" y="188628"/>
                  </a:lnTo>
                  <a:cubicBezTo>
                    <a:pt x="95330" y="187342"/>
                    <a:pt x="95330" y="185247"/>
                    <a:pt x="94044" y="183937"/>
                  </a:cubicBezTo>
                  <a:cubicBezTo>
                    <a:pt x="93401" y="183306"/>
                    <a:pt x="92561" y="182990"/>
                    <a:pt x="91719" y="182990"/>
                  </a:cubicBezTo>
                  <a:cubicBezTo>
                    <a:pt x="90876" y="182990"/>
                    <a:pt x="90031" y="183306"/>
                    <a:pt x="89376" y="183937"/>
                  </a:cubicBezTo>
                  <a:lnTo>
                    <a:pt x="56822" y="216467"/>
                  </a:lnTo>
                  <a:cubicBezTo>
                    <a:pt x="55595" y="217706"/>
                    <a:pt x="53982" y="218325"/>
                    <a:pt x="52365" y="218325"/>
                  </a:cubicBezTo>
                  <a:cubicBezTo>
                    <a:pt x="50749" y="218325"/>
                    <a:pt x="49129" y="217706"/>
                    <a:pt x="47891" y="216467"/>
                  </a:cubicBezTo>
                  <a:lnTo>
                    <a:pt x="9645" y="178221"/>
                  </a:lnTo>
                  <a:cubicBezTo>
                    <a:pt x="7168" y="175769"/>
                    <a:pt x="7168" y="171768"/>
                    <a:pt x="9645" y="169291"/>
                  </a:cubicBezTo>
                  <a:lnTo>
                    <a:pt x="16194" y="162742"/>
                  </a:lnTo>
                  <a:lnTo>
                    <a:pt x="23815" y="170363"/>
                  </a:lnTo>
                  <a:cubicBezTo>
                    <a:pt x="24449" y="170997"/>
                    <a:pt x="25305" y="171318"/>
                    <a:pt x="26160" y="171318"/>
                  </a:cubicBezTo>
                  <a:cubicBezTo>
                    <a:pt x="27008" y="171318"/>
                    <a:pt x="27854" y="171003"/>
                    <a:pt x="28482" y="170363"/>
                  </a:cubicBezTo>
                  <a:cubicBezTo>
                    <a:pt x="29768" y="169101"/>
                    <a:pt x="29768" y="167005"/>
                    <a:pt x="28482" y="165695"/>
                  </a:cubicBezTo>
                  <a:lnTo>
                    <a:pt x="20862" y="158074"/>
                  </a:lnTo>
                  <a:lnTo>
                    <a:pt x="25410" y="153550"/>
                  </a:lnTo>
                  <a:lnTo>
                    <a:pt x="33031" y="161170"/>
                  </a:lnTo>
                  <a:cubicBezTo>
                    <a:pt x="33656" y="161795"/>
                    <a:pt x="34511" y="162117"/>
                    <a:pt x="35371" y="162117"/>
                  </a:cubicBezTo>
                  <a:cubicBezTo>
                    <a:pt x="36214" y="162117"/>
                    <a:pt x="37062" y="161807"/>
                    <a:pt x="37698" y="161170"/>
                  </a:cubicBezTo>
                  <a:cubicBezTo>
                    <a:pt x="38984" y="159884"/>
                    <a:pt x="38984" y="157813"/>
                    <a:pt x="37698" y="156503"/>
                  </a:cubicBezTo>
                  <a:lnTo>
                    <a:pt x="30078" y="148882"/>
                  </a:lnTo>
                  <a:lnTo>
                    <a:pt x="34603" y="144357"/>
                  </a:lnTo>
                  <a:lnTo>
                    <a:pt x="42223" y="151978"/>
                  </a:lnTo>
                  <a:cubicBezTo>
                    <a:pt x="42845" y="152600"/>
                    <a:pt x="43696" y="152916"/>
                    <a:pt x="44551" y="152916"/>
                  </a:cubicBezTo>
                  <a:cubicBezTo>
                    <a:pt x="45399" y="152916"/>
                    <a:pt x="46251" y="152606"/>
                    <a:pt x="46891" y="151978"/>
                  </a:cubicBezTo>
                  <a:cubicBezTo>
                    <a:pt x="48177" y="150692"/>
                    <a:pt x="48177" y="148596"/>
                    <a:pt x="46891" y="147287"/>
                  </a:cubicBezTo>
                  <a:lnTo>
                    <a:pt x="39270" y="139666"/>
                  </a:lnTo>
                  <a:lnTo>
                    <a:pt x="43795" y="135141"/>
                  </a:lnTo>
                  <a:lnTo>
                    <a:pt x="51416" y="142762"/>
                  </a:lnTo>
                  <a:cubicBezTo>
                    <a:pt x="52050" y="143396"/>
                    <a:pt x="52906" y="143717"/>
                    <a:pt x="53761" y="143717"/>
                  </a:cubicBezTo>
                  <a:cubicBezTo>
                    <a:pt x="54609" y="143717"/>
                    <a:pt x="55455" y="143402"/>
                    <a:pt x="56083" y="142762"/>
                  </a:cubicBezTo>
                  <a:cubicBezTo>
                    <a:pt x="57369" y="141500"/>
                    <a:pt x="57369" y="139404"/>
                    <a:pt x="56083" y="138094"/>
                  </a:cubicBezTo>
                  <a:lnTo>
                    <a:pt x="48463" y="130474"/>
                  </a:lnTo>
                  <a:lnTo>
                    <a:pt x="52987" y="125949"/>
                  </a:lnTo>
                  <a:lnTo>
                    <a:pt x="66181" y="139142"/>
                  </a:lnTo>
                  <a:cubicBezTo>
                    <a:pt x="66818" y="139767"/>
                    <a:pt x="67679" y="140089"/>
                    <a:pt x="68539" y="140089"/>
                  </a:cubicBezTo>
                  <a:cubicBezTo>
                    <a:pt x="69382" y="140089"/>
                    <a:pt x="70223" y="139779"/>
                    <a:pt x="70848" y="139142"/>
                  </a:cubicBezTo>
                  <a:cubicBezTo>
                    <a:pt x="72134" y="137856"/>
                    <a:pt x="72134" y="135784"/>
                    <a:pt x="70848" y="134474"/>
                  </a:cubicBezTo>
                  <a:lnTo>
                    <a:pt x="57679" y="121281"/>
                  </a:lnTo>
                  <a:lnTo>
                    <a:pt x="62204" y="116757"/>
                  </a:lnTo>
                  <a:lnTo>
                    <a:pt x="69824" y="124377"/>
                  </a:lnTo>
                  <a:cubicBezTo>
                    <a:pt x="70455" y="125020"/>
                    <a:pt x="71301" y="125342"/>
                    <a:pt x="72149" y="125342"/>
                  </a:cubicBezTo>
                  <a:cubicBezTo>
                    <a:pt x="72997" y="125342"/>
                    <a:pt x="73849" y="125020"/>
                    <a:pt x="74492" y="124377"/>
                  </a:cubicBezTo>
                  <a:cubicBezTo>
                    <a:pt x="75778" y="123091"/>
                    <a:pt x="75778" y="121019"/>
                    <a:pt x="74492" y="119710"/>
                  </a:cubicBezTo>
                  <a:lnTo>
                    <a:pt x="66871" y="112089"/>
                  </a:lnTo>
                  <a:lnTo>
                    <a:pt x="71396" y="107564"/>
                  </a:lnTo>
                  <a:lnTo>
                    <a:pt x="79017" y="115185"/>
                  </a:lnTo>
                  <a:cubicBezTo>
                    <a:pt x="79639" y="115807"/>
                    <a:pt x="80489" y="116123"/>
                    <a:pt x="81345" y="116123"/>
                  </a:cubicBezTo>
                  <a:cubicBezTo>
                    <a:pt x="82192" y="116123"/>
                    <a:pt x="83044" y="115813"/>
                    <a:pt x="83684" y="115185"/>
                  </a:cubicBezTo>
                  <a:cubicBezTo>
                    <a:pt x="84970" y="113899"/>
                    <a:pt x="84970" y="111803"/>
                    <a:pt x="83684" y="110493"/>
                  </a:cubicBezTo>
                  <a:lnTo>
                    <a:pt x="76064" y="102873"/>
                  </a:lnTo>
                  <a:lnTo>
                    <a:pt x="80588" y="98348"/>
                  </a:lnTo>
                  <a:lnTo>
                    <a:pt x="88209" y="105969"/>
                  </a:lnTo>
                  <a:cubicBezTo>
                    <a:pt x="88843" y="106603"/>
                    <a:pt x="89699" y="106924"/>
                    <a:pt x="90555" y="106924"/>
                  </a:cubicBezTo>
                  <a:cubicBezTo>
                    <a:pt x="91402" y="106924"/>
                    <a:pt x="92248" y="106609"/>
                    <a:pt x="92877" y="105969"/>
                  </a:cubicBezTo>
                  <a:cubicBezTo>
                    <a:pt x="94163" y="104707"/>
                    <a:pt x="94163" y="102611"/>
                    <a:pt x="92877" y="101301"/>
                  </a:cubicBezTo>
                  <a:lnTo>
                    <a:pt x="85256" y="93680"/>
                  </a:lnTo>
                  <a:lnTo>
                    <a:pt x="89781" y="89156"/>
                  </a:lnTo>
                  <a:lnTo>
                    <a:pt x="97401" y="96776"/>
                  </a:lnTo>
                  <a:cubicBezTo>
                    <a:pt x="98035" y="97410"/>
                    <a:pt x="98892" y="97732"/>
                    <a:pt x="99750" y="97732"/>
                  </a:cubicBezTo>
                  <a:cubicBezTo>
                    <a:pt x="100601" y="97732"/>
                    <a:pt x="101453" y="97416"/>
                    <a:pt x="102093" y="96776"/>
                  </a:cubicBezTo>
                  <a:cubicBezTo>
                    <a:pt x="103355" y="95490"/>
                    <a:pt x="103355" y="93419"/>
                    <a:pt x="102093" y="92109"/>
                  </a:cubicBezTo>
                  <a:lnTo>
                    <a:pt x="94472" y="84488"/>
                  </a:lnTo>
                  <a:lnTo>
                    <a:pt x="98997" y="79963"/>
                  </a:lnTo>
                  <a:lnTo>
                    <a:pt x="112166" y="93157"/>
                  </a:lnTo>
                  <a:cubicBezTo>
                    <a:pt x="112800" y="93779"/>
                    <a:pt x="113657" y="94094"/>
                    <a:pt x="114515" y="94094"/>
                  </a:cubicBezTo>
                  <a:cubicBezTo>
                    <a:pt x="115366" y="94094"/>
                    <a:pt x="116218" y="93785"/>
                    <a:pt x="116858" y="93157"/>
                  </a:cubicBezTo>
                  <a:cubicBezTo>
                    <a:pt x="118120" y="91871"/>
                    <a:pt x="118120" y="89775"/>
                    <a:pt x="116858" y="88465"/>
                  </a:cubicBezTo>
                  <a:lnTo>
                    <a:pt x="103665" y="75296"/>
                  </a:lnTo>
                  <a:lnTo>
                    <a:pt x="108189" y="70771"/>
                  </a:lnTo>
                  <a:lnTo>
                    <a:pt x="115810" y="78392"/>
                  </a:lnTo>
                  <a:cubicBezTo>
                    <a:pt x="116432" y="79014"/>
                    <a:pt x="117283" y="79329"/>
                    <a:pt x="118138" y="79329"/>
                  </a:cubicBezTo>
                  <a:cubicBezTo>
                    <a:pt x="118985" y="79329"/>
                    <a:pt x="119838" y="79020"/>
                    <a:pt x="120478" y="78392"/>
                  </a:cubicBezTo>
                  <a:cubicBezTo>
                    <a:pt x="121764" y="77106"/>
                    <a:pt x="121764" y="75010"/>
                    <a:pt x="120478" y="73700"/>
                  </a:cubicBezTo>
                  <a:lnTo>
                    <a:pt x="112857" y="66080"/>
                  </a:lnTo>
                  <a:lnTo>
                    <a:pt x="117382" y="61555"/>
                  </a:lnTo>
                  <a:lnTo>
                    <a:pt x="125002" y="69175"/>
                  </a:lnTo>
                  <a:cubicBezTo>
                    <a:pt x="125636" y="69810"/>
                    <a:pt x="126493" y="70131"/>
                    <a:pt x="127348" y="70131"/>
                  </a:cubicBezTo>
                  <a:cubicBezTo>
                    <a:pt x="128196" y="70131"/>
                    <a:pt x="129042" y="69815"/>
                    <a:pt x="129670" y="69175"/>
                  </a:cubicBezTo>
                  <a:cubicBezTo>
                    <a:pt x="130956" y="67913"/>
                    <a:pt x="130956" y="65818"/>
                    <a:pt x="129670" y="64508"/>
                  </a:cubicBezTo>
                  <a:lnTo>
                    <a:pt x="122049" y="56887"/>
                  </a:lnTo>
                  <a:lnTo>
                    <a:pt x="126574" y="52363"/>
                  </a:lnTo>
                  <a:lnTo>
                    <a:pt x="134195" y="59983"/>
                  </a:lnTo>
                  <a:cubicBezTo>
                    <a:pt x="134829" y="60617"/>
                    <a:pt x="135685" y="60939"/>
                    <a:pt x="136544" y="60939"/>
                  </a:cubicBezTo>
                  <a:cubicBezTo>
                    <a:pt x="137394" y="60939"/>
                    <a:pt x="138246" y="60623"/>
                    <a:pt x="138886" y="59983"/>
                  </a:cubicBezTo>
                  <a:cubicBezTo>
                    <a:pt x="140148" y="58697"/>
                    <a:pt x="140148" y="56625"/>
                    <a:pt x="138886" y="55316"/>
                  </a:cubicBezTo>
                  <a:lnTo>
                    <a:pt x="131266" y="47695"/>
                  </a:lnTo>
                  <a:lnTo>
                    <a:pt x="135790" y="43170"/>
                  </a:lnTo>
                  <a:lnTo>
                    <a:pt x="143411" y="50791"/>
                  </a:lnTo>
                  <a:cubicBezTo>
                    <a:pt x="144036" y="51416"/>
                    <a:pt x="144892" y="51738"/>
                    <a:pt x="145751" y="51738"/>
                  </a:cubicBezTo>
                  <a:cubicBezTo>
                    <a:pt x="146594" y="51738"/>
                    <a:pt x="147442" y="51428"/>
                    <a:pt x="148079" y="50791"/>
                  </a:cubicBezTo>
                  <a:cubicBezTo>
                    <a:pt x="149365" y="49505"/>
                    <a:pt x="149365" y="47433"/>
                    <a:pt x="148079" y="46123"/>
                  </a:cubicBezTo>
                  <a:lnTo>
                    <a:pt x="140458" y="38503"/>
                  </a:lnTo>
                  <a:lnTo>
                    <a:pt x="144983" y="33978"/>
                  </a:lnTo>
                  <a:lnTo>
                    <a:pt x="158176" y="47147"/>
                  </a:lnTo>
                  <a:cubicBezTo>
                    <a:pt x="158798" y="47781"/>
                    <a:pt x="159648" y="48103"/>
                    <a:pt x="160504" y="48103"/>
                  </a:cubicBezTo>
                  <a:cubicBezTo>
                    <a:pt x="161351" y="48103"/>
                    <a:pt x="162204" y="47787"/>
                    <a:pt x="162844" y="47147"/>
                  </a:cubicBezTo>
                  <a:cubicBezTo>
                    <a:pt x="164130" y="45885"/>
                    <a:pt x="164130" y="43789"/>
                    <a:pt x="162844" y="42480"/>
                  </a:cubicBezTo>
                  <a:lnTo>
                    <a:pt x="149650" y="29286"/>
                  </a:lnTo>
                  <a:lnTo>
                    <a:pt x="170845" y="8092"/>
                  </a:lnTo>
                  <a:cubicBezTo>
                    <a:pt x="172084" y="6865"/>
                    <a:pt x="173697" y="6252"/>
                    <a:pt x="175310" y="6252"/>
                  </a:cubicBezTo>
                  <a:cubicBezTo>
                    <a:pt x="176924" y="6252"/>
                    <a:pt x="178537" y="6865"/>
                    <a:pt x="179776" y="8092"/>
                  </a:cubicBezTo>
                  <a:lnTo>
                    <a:pt x="218022" y="46361"/>
                  </a:lnTo>
                  <a:cubicBezTo>
                    <a:pt x="220475" y="48790"/>
                    <a:pt x="220451" y="52839"/>
                    <a:pt x="218022" y="55292"/>
                  </a:cubicBezTo>
                  <a:lnTo>
                    <a:pt x="98711" y="174625"/>
                  </a:lnTo>
                  <a:cubicBezTo>
                    <a:pt x="97449" y="175911"/>
                    <a:pt x="97449" y="177983"/>
                    <a:pt x="98711" y="179293"/>
                  </a:cubicBezTo>
                  <a:cubicBezTo>
                    <a:pt x="99354" y="179936"/>
                    <a:pt x="100194" y="180258"/>
                    <a:pt x="101039" y="180258"/>
                  </a:cubicBezTo>
                  <a:cubicBezTo>
                    <a:pt x="101884" y="180258"/>
                    <a:pt x="102736" y="179936"/>
                    <a:pt x="103403" y="179293"/>
                  </a:cubicBezTo>
                  <a:lnTo>
                    <a:pt x="222475" y="60221"/>
                  </a:lnTo>
                  <a:cubicBezTo>
                    <a:pt x="227428" y="55268"/>
                    <a:pt x="227428" y="46957"/>
                    <a:pt x="222475" y="41979"/>
                  </a:cubicBezTo>
                  <a:lnTo>
                    <a:pt x="184205" y="3734"/>
                  </a:lnTo>
                  <a:cubicBezTo>
                    <a:pt x="181728" y="1245"/>
                    <a:pt x="178412" y="1"/>
                    <a:pt x="175093"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5" name="Google Shape;2915;p45"/>
            <p:cNvSpPr/>
            <p:nvPr/>
          </p:nvSpPr>
          <p:spPr>
            <a:xfrm>
              <a:off x="4322420" y="2854565"/>
              <a:ext cx="14232" cy="13289"/>
            </a:xfrm>
            <a:custGeom>
              <a:avLst/>
              <a:gdLst/>
              <a:ahLst/>
              <a:cxnLst/>
              <a:rect l="l" t="t" r="r" b="b"/>
              <a:pathLst>
                <a:path w="9765" h="9118" extrusionOk="0">
                  <a:moveTo>
                    <a:pt x="6174" y="0"/>
                  </a:moveTo>
                  <a:cubicBezTo>
                    <a:pt x="5325" y="0"/>
                    <a:pt x="4469" y="328"/>
                    <a:pt x="3811" y="973"/>
                  </a:cubicBezTo>
                  <a:lnTo>
                    <a:pt x="1287" y="3498"/>
                  </a:lnTo>
                  <a:cubicBezTo>
                    <a:pt x="1" y="4784"/>
                    <a:pt x="1" y="6856"/>
                    <a:pt x="1287" y="8165"/>
                  </a:cubicBezTo>
                  <a:cubicBezTo>
                    <a:pt x="1930" y="8832"/>
                    <a:pt x="2763" y="9118"/>
                    <a:pt x="3620" y="9118"/>
                  </a:cubicBezTo>
                  <a:cubicBezTo>
                    <a:pt x="4478" y="9118"/>
                    <a:pt x="5311" y="8785"/>
                    <a:pt x="5954" y="8165"/>
                  </a:cubicBezTo>
                  <a:lnTo>
                    <a:pt x="8478" y="5641"/>
                  </a:lnTo>
                  <a:cubicBezTo>
                    <a:pt x="9764" y="4355"/>
                    <a:pt x="9764" y="2283"/>
                    <a:pt x="8478" y="973"/>
                  </a:cubicBezTo>
                  <a:cubicBezTo>
                    <a:pt x="7850" y="322"/>
                    <a:pt x="7016" y="0"/>
                    <a:pt x="6174"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6" name="Google Shape;2916;p45"/>
            <p:cNvSpPr/>
            <p:nvPr/>
          </p:nvSpPr>
          <p:spPr>
            <a:xfrm>
              <a:off x="4363238" y="2895395"/>
              <a:ext cx="14232" cy="13278"/>
            </a:xfrm>
            <a:custGeom>
              <a:avLst/>
              <a:gdLst/>
              <a:ahLst/>
              <a:cxnLst/>
              <a:rect l="l" t="t" r="r" b="b"/>
              <a:pathLst>
                <a:path w="9765" h="9110" extrusionOk="0">
                  <a:moveTo>
                    <a:pt x="6165" y="1"/>
                  </a:moveTo>
                  <a:cubicBezTo>
                    <a:pt x="5317" y="1"/>
                    <a:pt x="4466" y="322"/>
                    <a:pt x="3811" y="965"/>
                  </a:cubicBezTo>
                  <a:lnTo>
                    <a:pt x="1286" y="3489"/>
                  </a:lnTo>
                  <a:cubicBezTo>
                    <a:pt x="0" y="4775"/>
                    <a:pt x="0" y="6847"/>
                    <a:pt x="1286" y="8157"/>
                  </a:cubicBezTo>
                  <a:cubicBezTo>
                    <a:pt x="1953" y="8824"/>
                    <a:pt x="2787" y="9110"/>
                    <a:pt x="3620" y="9110"/>
                  </a:cubicBezTo>
                  <a:cubicBezTo>
                    <a:pt x="4477" y="9110"/>
                    <a:pt x="5311" y="8800"/>
                    <a:pt x="5954" y="8157"/>
                  </a:cubicBezTo>
                  <a:lnTo>
                    <a:pt x="8502" y="5633"/>
                  </a:lnTo>
                  <a:cubicBezTo>
                    <a:pt x="9764" y="4347"/>
                    <a:pt x="9764" y="2275"/>
                    <a:pt x="8502" y="965"/>
                  </a:cubicBezTo>
                  <a:cubicBezTo>
                    <a:pt x="7859" y="322"/>
                    <a:pt x="7014" y="1"/>
                    <a:pt x="6165"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7" name="Google Shape;2917;p45"/>
            <p:cNvSpPr/>
            <p:nvPr/>
          </p:nvSpPr>
          <p:spPr>
            <a:xfrm>
              <a:off x="4338247" y="2873362"/>
              <a:ext cx="20099" cy="19692"/>
            </a:xfrm>
            <a:custGeom>
              <a:avLst/>
              <a:gdLst/>
              <a:ahLst/>
              <a:cxnLst/>
              <a:rect l="l" t="t" r="r" b="b"/>
              <a:pathLst>
                <a:path w="13790" h="13511" extrusionOk="0">
                  <a:moveTo>
                    <a:pt x="3471" y="0"/>
                  </a:moveTo>
                  <a:cubicBezTo>
                    <a:pt x="1756" y="0"/>
                    <a:pt x="306" y="1321"/>
                    <a:pt x="191" y="3079"/>
                  </a:cubicBezTo>
                  <a:cubicBezTo>
                    <a:pt x="1" y="5842"/>
                    <a:pt x="1049" y="8581"/>
                    <a:pt x="3073" y="10605"/>
                  </a:cubicBezTo>
                  <a:cubicBezTo>
                    <a:pt x="4954" y="12486"/>
                    <a:pt x="7431" y="13510"/>
                    <a:pt x="9979" y="13510"/>
                  </a:cubicBezTo>
                  <a:cubicBezTo>
                    <a:pt x="10194" y="13510"/>
                    <a:pt x="10408" y="13510"/>
                    <a:pt x="10598" y="13486"/>
                  </a:cubicBezTo>
                  <a:cubicBezTo>
                    <a:pt x="12432" y="13367"/>
                    <a:pt x="13790" y="11796"/>
                    <a:pt x="13670" y="9986"/>
                  </a:cubicBezTo>
                  <a:cubicBezTo>
                    <a:pt x="13556" y="8227"/>
                    <a:pt x="12106" y="6906"/>
                    <a:pt x="10390" y="6906"/>
                  </a:cubicBezTo>
                  <a:cubicBezTo>
                    <a:pt x="10317" y="6906"/>
                    <a:pt x="10244" y="6909"/>
                    <a:pt x="10170" y="6914"/>
                  </a:cubicBezTo>
                  <a:cubicBezTo>
                    <a:pt x="10118" y="6916"/>
                    <a:pt x="10065" y="6918"/>
                    <a:pt x="10013" y="6918"/>
                  </a:cubicBezTo>
                  <a:cubicBezTo>
                    <a:pt x="9185" y="6918"/>
                    <a:pt x="8367" y="6565"/>
                    <a:pt x="7717" y="5937"/>
                  </a:cubicBezTo>
                  <a:cubicBezTo>
                    <a:pt x="7026" y="5247"/>
                    <a:pt x="6669" y="4389"/>
                    <a:pt x="6740" y="3484"/>
                  </a:cubicBezTo>
                  <a:cubicBezTo>
                    <a:pt x="6883" y="1698"/>
                    <a:pt x="5526" y="127"/>
                    <a:pt x="3692" y="7"/>
                  </a:cubicBezTo>
                  <a:cubicBezTo>
                    <a:pt x="3618" y="3"/>
                    <a:pt x="3545" y="0"/>
                    <a:pt x="3471"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918" name="Google Shape;2918;p45"/>
          <p:cNvGrpSpPr/>
          <p:nvPr/>
        </p:nvGrpSpPr>
        <p:grpSpPr>
          <a:xfrm>
            <a:off x="4834977" y="2821586"/>
            <a:ext cx="255915" cy="326652"/>
            <a:chOff x="4834977" y="2821586"/>
            <a:chExt cx="255915" cy="326652"/>
          </a:xfrm>
        </p:grpSpPr>
        <p:sp>
          <p:nvSpPr>
            <p:cNvPr id="2919" name="Google Shape;2919;p45"/>
            <p:cNvSpPr/>
            <p:nvPr/>
          </p:nvSpPr>
          <p:spPr>
            <a:xfrm>
              <a:off x="4944311" y="2824927"/>
              <a:ext cx="41410" cy="40568"/>
            </a:xfrm>
            <a:custGeom>
              <a:avLst/>
              <a:gdLst/>
              <a:ahLst/>
              <a:cxnLst/>
              <a:rect l="l" t="t" r="r" b="b"/>
              <a:pathLst>
                <a:path w="28412" h="27834" extrusionOk="0">
                  <a:moveTo>
                    <a:pt x="21693" y="1"/>
                  </a:moveTo>
                  <a:cubicBezTo>
                    <a:pt x="20124" y="1"/>
                    <a:pt x="18552" y="602"/>
                    <a:pt x="17338" y="1804"/>
                  </a:cubicBezTo>
                  <a:lnTo>
                    <a:pt x="1" y="19141"/>
                  </a:lnTo>
                  <a:lnTo>
                    <a:pt x="8693" y="27834"/>
                  </a:lnTo>
                  <a:lnTo>
                    <a:pt x="26030" y="10497"/>
                  </a:lnTo>
                  <a:cubicBezTo>
                    <a:pt x="28411" y="8091"/>
                    <a:pt x="28411" y="4210"/>
                    <a:pt x="26030" y="1804"/>
                  </a:cubicBezTo>
                  <a:cubicBezTo>
                    <a:pt x="24827" y="602"/>
                    <a:pt x="23261" y="1"/>
                    <a:pt x="21693" y="1"/>
                  </a:cubicBezTo>
                  <a:close/>
                </a:path>
              </a:pathLst>
            </a:custGeom>
            <a:solidFill>
              <a:srgbClr val="EFEDE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0" name="Google Shape;2920;p45"/>
            <p:cNvSpPr/>
            <p:nvPr/>
          </p:nvSpPr>
          <p:spPr>
            <a:xfrm>
              <a:off x="4868229" y="2900342"/>
              <a:ext cx="41236" cy="41236"/>
            </a:xfrm>
            <a:custGeom>
              <a:avLst/>
              <a:gdLst/>
              <a:ahLst/>
              <a:cxnLst/>
              <a:rect l="l" t="t" r="r" b="b"/>
              <a:pathLst>
                <a:path w="28292" h="28292" extrusionOk="0">
                  <a:moveTo>
                    <a:pt x="14146" y="0"/>
                  </a:moveTo>
                  <a:cubicBezTo>
                    <a:pt x="6335" y="0"/>
                    <a:pt x="0" y="6335"/>
                    <a:pt x="0" y="14146"/>
                  </a:cubicBezTo>
                  <a:cubicBezTo>
                    <a:pt x="0" y="21957"/>
                    <a:pt x="6335" y="28292"/>
                    <a:pt x="14146" y="28292"/>
                  </a:cubicBezTo>
                  <a:cubicBezTo>
                    <a:pt x="21957" y="28292"/>
                    <a:pt x="28292" y="21957"/>
                    <a:pt x="28292" y="14146"/>
                  </a:cubicBezTo>
                  <a:cubicBezTo>
                    <a:pt x="28292" y="6335"/>
                    <a:pt x="21957" y="0"/>
                    <a:pt x="14146" y="0"/>
                  </a:cubicBezTo>
                  <a:close/>
                </a:path>
              </a:pathLst>
            </a:custGeom>
            <a:solidFill>
              <a:srgbClr val="FFC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1" name="Google Shape;2921;p45"/>
            <p:cNvSpPr/>
            <p:nvPr/>
          </p:nvSpPr>
          <p:spPr>
            <a:xfrm>
              <a:off x="4839176" y="2859289"/>
              <a:ext cx="113850" cy="111341"/>
            </a:xfrm>
            <a:custGeom>
              <a:avLst/>
              <a:gdLst/>
              <a:ahLst/>
              <a:cxnLst/>
              <a:rect l="l" t="t" r="r" b="b"/>
              <a:pathLst>
                <a:path w="78113" h="76392" extrusionOk="0">
                  <a:moveTo>
                    <a:pt x="27454" y="0"/>
                  </a:moveTo>
                  <a:cubicBezTo>
                    <a:pt x="20663" y="0"/>
                    <a:pt x="7210" y="984"/>
                    <a:pt x="1" y="8211"/>
                  </a:cubicBezTo>
                  <a:lnTo>
                    <a:pt x="68205" y="76391"/>
                  </a:lnTo>
                  <a:cubicBezTo>
                    <a:pt x="78112" y="66485"/>
                    <a:pt x="76255" y="44790"/>
                    <a:pt x="76255" y="44790"/>
                  </a:cubicBezTo>
                  <a:lnTo>
                    <a:pt x="70634" y="5758"/>
                  </a:lnTo>
                  <a:lnTo>
                    <a:pt x="31602" y="138"/>
                  </a:lnTo>
                  <a:cubicBezTo>
                    <a:pt x="31602" y="138"/>
                    <a:pt x="29994" y="0"/>
                    <a:pt x="27454" y="0"/>
                  </a:cubicBezTo>
                  <a:close/>
                </a:path>
              </a:pathLst>
            </a:custGeom>
            <a:solidFill>
              <a:srgbClr val="EFEDE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2" name="Google Shape;2922;p45"/>
            <p:cNvSpPr/>
            <p:nvPr/>
          </p:nvSpPr>
          <p:spPr>
            <a:xfrm>
              <a:off x="4925776" y="2866083"/>
              <a:ext cx="27249" cy="104546"/>
            </a:xfrm>
            <a:custGeom>
              <a:avLst/>
              <a:gdLst/>
              <a:ahLst/>
              <a:cxnLst/>
              <a:rect l="l" t="t" r="r" b="b"/>
              <a:pathLst>
                <a:path w="18696" h="71730" extrusionOk="0">
                  <a:moveTo>
                    <a:pt x="3549" y="0"/>
                  </a:moveTo>
                  <a:lnTo>
                    <a:pt x="8074" y="31340"/>
                  </a:lnTo>
                  <a:cubicBezTo>
                    <a:pt x="8074" y="31340"/>
                    <a:pt x="9908" y="53035"/>
                    <a:pt x="1" y="62966"/>
                  </a:cubicBezTo>
                  <a:lnTo>
                    <a:pt x="8788" y="71729"/>
                  </a:lnTo>
                  <a:cubicBezTo>
                    <a:pt x="18695" y="61823"/>
                    <a:pt x="16838" y="40128"/>
                    <a:pt x="16838" y="40128"/>
                  </a:cubicBezTo>
                  <a:lnTo>
                    <a:pt x="11217" y="1096"/>
                  </a:lnTo>
                  <a:lnTo>
                    <a:pt x="3549" y="0"/>
                  </a:lnTo>
                  <a:close/>
                </a:path>
              </a:pathLst>
            </a:custGeom>
            <a:solidFill>
              <a:srgbClr val="000000">
                <a:alpha val="84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3" name="Google Shape;2923;p45"/>
            <p:cNvSpPr/>
            <p:nvPr/>
          </p:nvSpPr>
          <p:spPr>
            <a:xfrm>
              <a:off x="4938793" y="2869786"/>
              <a:ext cx="135195" cy="233086"/>
            </a:xfrm>
            <a:custGeom>
              <a:avLst/>
              <a:gdLst/>
              <a:ahLst/>
              <a:cxnLst/>
              <a:rect l="l" t="t" r="r" b="b"/>
              <a:pathLst>
                <a:path w="92758" h="159922" extrusionOk="0">
                  <a:moveTo>
                    <a:pt x="11110" y="0"/>
                  </a:moveTo>
                  <a:cubicBezTo>
                    <a:pt x="8980" y="0"/>
                    <a:pt x="6833" y="688"/>
                    <a:pt x="5025" y="2104"/>
                  </a:cubicBezTo>
                  <a:cubicBezTo>
                    <a:pt x="738" y="5462"/>
                    <a:pt x="0" y="11654"/>
                    <a:pt x="3358" y="15940"/>
                  </a:cubicBezTo>
                  <a:lnTo>
                    <a:pt x="70229" y="78906"/>
                  </a:lnTo>
                  <a:lnTo>
                    <a:pt x="29983" y="144967"/>
                  </a:lnTo>
                  <a:cubicBezTo>
                    <a:pt x="27149" y="149610"/>
                    <a:pt x="28625" y="155683"/>
                    <a:pt x="33269" y="158493"/>
                  </a:cubicBezTo>
                  <a:cubicBezTo>
                    <a:pt x="34888" y="159446"/>
                    <a:pt x="36651" y="159922"/>
                    <a:pt x="38389" y="159922"/>
                  </a:cubicBezTo>
                  <a:cubicBezTo>
                    <a:pt x="41723" y="159922"/>
                    <a:pt x="44986" y="158231"/>
                    <a:pt x="46819" y="155207"/>
                  </a:cubicBezTo>
                  <a:lnTo>
                    <a:pt x="90614" y="83311"/>
                  </a:lnTo>
                  <a:cubicBezTo>
                    <a:pt x="92758" y="79787"/>
                    <a:pt x="92472" y="75333"/>
                    <a:pt x="89947" y="72095"/>
                  </a:cubicBezTo>
                  <a:lnTo>
                    <a:pt x="18861" y="3771"/>
                  </a:lnTo>
                  <a:cubicBezTo>
                    <a:pt x="16920" y="1293"/>
                    <a:pt x="14031" y="0"/>
                    <a:pt x="11110" y="0"/>
                  </a:cubicBezTo>
                  <a:close/>
                </a:path>
              </a:pathLst>
            </a:custGeom>
            <a:solidFill>
              <a:srgbClr val="EFEDE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4" name="Google Shape;2924;p45"/>
            <p:cNvSpPr/>
            <p:nvPr/>
          </p:nvSpPr>
          <p:spPr>
            <a:xfrm>
              <a:off x="5017202" y="2942652"/>
              <a:ext cx="56821" cy="86498"/>
            </a:xfrm>
            <a:custGeom>
              <a:avLst/>
              <a:gdLst/>
              <a:ahLst/>
              <a:cxnLst/>
              <a:rect l="l" t="t" r="r" b="b"/>
              <a:pathLst>
                <a:path w="38985" h="59347" extrusionOk="0">
                  <a:moveTo>
                    <a:pt x="13169" y="1"/>
                  </a:moveTo>
                  <a:cubicBezTo>
                    <a:pt x="7549" y="3049"/>
                    <a:pt x="2929" y="7741"/>
                    <a:pt x="0" y="13432"/>
                  </a:cubicBezTo>
                  <a:lnTo>
                    <a:pt x="16432" y="28912"/>
                  </a:lnTo>
                  <a:lnTo>
                    <a:pt x="4120" y="49082"/>
                  </a:lnTo>
                  <a:cubicBezTo>
                    <a:pt x="8454" y="54107"/>
                    <a:pt x="14313" y="57775"/>
                    <a:pt x="20981" y="59346"/>
                  </a:cubicBezTo>
                  <a:lnTo>
                    <a:pt x="36841" y="33317"/>
                  </a:lnTo>
                  <a:cubicBezTo>
                    <a:pt x="38984" y="29793"/>
                    <a:pt x="38722" y="25339"/>
                    <a:pt x="36198" y="22101"/>
                  </a:cubicBezTo>
                  <a:lnTo>
                    <a:pt x="13169" y="1"/>
                  </a:lnTo>
                  <a:close/>
                </a:path>
              </a:pathLst>
            </a:custGeom>
            <a:solidFill>
              <a:srgbClr val="000000">
                <a:alpha val="84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5" name="Google Shape;2925;p45"/>
            <p:cNvSpPr/>
            <p:nvPr/>
          </p:nvSpPr>
          <p:spPr>
            <a:xfrm>
              <a:off x="5031120" y="2956189"/>
              <a:ext cx="55016" cy="55016"/>
            </a:xfrm>
            <a:custGeom>
              <a:avLst/>
              <a:gdLst/>
              <a:ahLst/>
              <a:cxnLst/>
              <a:rect l="l" t="t" r="r" b="b"/>
              <a:pathLst>
                <a:path w="37747" h="37747" extrusionOk="0">
                  <a:moveTo>
                    <a:pt x="18862" y="1"/>
                  </a:moveTo>
                  <a:cubicBezTo>
                    <a:pt x="8455" y="1"/>
                    <a:pt x="1" y="8455"/>
                    <a:pt x="1" y="18885"/>
                  </a:cubicBezTo>
                  <a:cubicBezTo>
                    <a:pt x="1" y="29292"/>
                    <a:pt x="8455" y="37746"/>
                    <a:pt x="18862" y="37746"/>
                  </a:cubicBezTo>
                  <a:cubicBezTo>
                    <a:pt x="29293" y="37746"/>
                    <a:pt x="37747" y="29292"/>
                    <a:pt x="37747" y="18885"/>
                  </a:cubicBezTo>
                  <a:cubicBezTo>
                    <a:pt x="37747" y="8455"/>
                    <a:pt x="29293" y="1"/>
                    <a:pt x="18862" y="1"/>
                  </a:cubicBezTo>
                  <a:close/>
                </a:path>
              </a:pathLst>
            </a:custGeom>
            <a:solidFill>
              <a:srgbClr val="D9D9D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6" name="Google Shape;2926;p45"/>
            <p:cNvSpPr/>
            <p:nvPr/>
          </p:nvSpPr>
          <p:spPr>
            <a:xfrm>
              <a:off x="5046358" y="2971427"/>
              <a:ext cx="24541" cy="24540"/>
            </a:xfrm>
            <a:custGeom>
              <a:avLst/>
              <a:gdLst/>
              <a:ahLst/>
              <a:cxnLst/>
              <a:rect l="l" t="t" r="r" b="b"/>
              <a:pathLst>
                <a:path w="16838" h="16837" extrusionOk="0">
                  <a:moveTo>
                    <a:pt x="8407" y="0"/>
                  </a:moveTo>
                  <a:cubicBezTo>
                    <a:pt x="3763" y="0"/>
                    <a:pt x="0" y="3763"/>
                    <a:pt x="0" y="8430"/>
                  </a:cubicBezTo>
                  <a:cubicBezTo>
                    <a:pt x="0" y="13074"/>
                    <a:pt x="3763" y="16837"/>
                    <a:pt x="8407" y="16837"/>
                  </a:cubicBezTo>
                  <a:cubicBezTo>
                    <a:pt x="13074" y="16837"/>
                    <a:pt x="16837" y="13074"/>
                    <a:pt x="16837" y="8430"/>
                  </a:cubicBezTo>
                  <a:cubicBezTo>
                    <a:pt x="16837" y="3763"/>
                    <a:pt x="13074" y="0"/>
                    <a:pt x="8407" y="0"/>
                  </a:cubicBezTo>
                  <a:close/>
                </a:path>
              </a:pathLst>
            </a:custGeom>
            <a:solidFill>
              <a:srgbClr val="EFEDE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7" name="Google Shape;2927;p45"/>
            <p:cNvSpPr/>
            <p:nvPr/>
          </p:nvSpPr>
          <p:spPr>
            <a:xfrm>
              <a:off x="4885236" y="2829898"/>
              <a:ext cx="99167" cy="94672"/>
            </a:xfrm>
            <a:custGeom>
              <a:avLst/>
              <a:gdLst/>
              <a:ahLst/>
              <a:cxnLst/>
              <a:rect l="l" t="t" r="r" b="b"/>
              <a:pathLst>
                <a:path w="68039" h="64955" extrusionOk="0">
                  <a:moveTo>
                    <a:pt x="33385" y="1"/>
                  </a:moveTo>
                  <a:cubicBezTo>
                    <a:pt x="25303" y="1"/>
                    <a:pt x="17218" y="3085"/>
                    <a:pt x="11050" y="9253"/>
                  </a:cubicBezTo>
                  <a:lnTo>
                    <a:pt x="0" y="20303"/>
                  </a:lnTo>
                  <a:lnTo>
                    <a:pt x="44653" y="64955"/>
                  </a:lnTo>
                  <a:lnTo>
                    <a:pt x="55702" y="53905"/>
                  </a:lnTo>
                  <a:cubicBezTo>
                    <a:pt x="68038" y="41545"/>
                    <a:pt x="68038" y="21589"/>
                    <a:pt x="55702" y="9253"/>
                  </a:cubicBezTo>
                  <a:cubicBezTo>
                    <a:pt x="49546" y="3085"/>
                    <a:pt x="41467" y="1"/>
                    <a:pt x="33385" y="1"/>
                  </a:cubicBezTo>
                  <a:close/>
                </a:path>
              </a:pathLst>
            </a:custGeom>
            <a:solidFill>
              <a:srgbClr val="F0EBD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8" name="Google Shape;2928;p45"/>
            <p:cNvSpPr/>
            <p:nvPr/>
          </p:nvSpPr>
          <p:spPr>
            <a:xfrm>
              <a:off x="4937543" y="2837621"/>
              <a:ext cx="46860" cy="86949"/>
            </a:xfrm>
            <a:custGeom>
              <a:avLst/>
              <a:gdLst/>
              <a:ahLst/>
              <a:cxnLst/>
              <a:rect l="l" t="t" r="r" b="b"/>
              <a:pathLst>
                <a:path w="32151" h="59656" extrusionOk="0">
                  <a:moveTo>
                    <a:pt x="15004" y="1"/>
                  </a:moveTo>
                  <a:cubicBezTo>
                    <a:pt x="23172" y="12265"/>
                    <a:pt x="21863" y="28983"/>
                    <a:pt x="11027" y="39818"/>
                  </a:cubicBezTo>
                  <a:lnTo>
                    <a:pt x="1" y="50868"/>
                  </a:lnTo>
                  <a:lnTo>
                    <a:pt x="8765" y="59656"/>
                  </a:lnTo>
                  <a:lnTo>
                    <a:pt x="19814" y="48606"/>
                  </a:lnTo>
                  <a:cubicBezTo>
                    <a:pt x="32150" y="36246"/>
                    <a:pt x="32150" y="16290"/>
                    <a:pt x="19814" y="3954"/>
                  </a:cubicBezTo>
                  <a:cubicBezTo>
                    <a:pt x="18290" y="2430"/>
                    <a:pt x="16695" y="1120"/>
                    <a:pt x="15004" y="1"/>
                  </a:cubicBezTo>
                  <a:close/>
                </a:path>
              </a:pathLst>
            </a:custGeom>
            <a:solidFill>
              <a:srgbClr val="000000">
                <a:alpha val="84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9" name="Google Shape;2929;p45"/>
            <p:cNvSpPr/>
            <p:nvPr/>
          </p:nvSpPr>
          <p:spPr>
            <a:xfrm>
              <a:off x="4941050" y="3074548"/>
              <a:ext cx="121831" cy="52031"/>
            </a:xfrm>
            <a:custGeom>
              <a:avLst/>
              <a:gdLst/>
              <a:ahLst/>
              <a:cxnLst/>
              <a:rect l="l" t="t" r="r" b="b"/>
              <a:pathLst>
                <a:path w="83589" h="35699" extrusionOk="0">
                  <a:moveTo>
                    <a:pt x="24243" y="0"/>
                  </a:moveTo>
                  <a:cubicBezTo>
                    <a:pt x="10860" y="0"/>
                    <a:pt x="0" y="10860"/>
                    <a:pt x="0" y="24267"/>
                  </a:cubicBezTo>
                  <a:lnTo>
                    <a:pt x="36889" y="35698"/>
                  </a:lnTo>
                  <a:lnTo>
                    <a:pt x="83589" y="24267"/>
                  </a:lnTo>
                  <a:cubicBezTo>
                    <a:pt x="83541" y="10860"/>
                    <a:pt x="72730" y="0"/>
                    <a:pt x="59298" y="0"/>
                  </a:cubicBezTo>
                  <a:close/>
                </a:path>
              </a:pathLst>
            </a:custGeom>
            <a:solidFill>
              <a:srgbClr val="D9D9D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0" name="Google Shape;2930;p45"/>
            <p:cNvSpPr/>
            <p:nvPr/>
          </p:nvSpPr>
          <p:spPr>
            <a:xfrm>
              <a:off x="4907450" y="3109779"/>
              <a:ext cx="174071" cy="33286"/>
            </a:xfrm>
            <a:custGeom>
              <a:avLst/>
              <a:gdLst/>
              <a:ahLst/>
              <a:cxnLst/>
              <a:rect l="l" t="t" r="r" b="b"/>
              <a:pathLst>
                <a:path w="119431" h="22838" extrusionOk="0">
                  <a:moveTo>
                    <a:pt x="22839" y="0"/>
                  </a:moveTo>
                  <a:cubicBezTo>
                    <a:pt x="10217" y="0"/>
                    <a:pt x="1" y="10240"/>
                    <a:pt x="1" y="22838"/>
                  </a:cubicBezTo>
                  <a:lnTo>
                    <a:pt x="113429" y="22838"/>
                  </a:lnTo>
                  <a:cubicBezTo>
                    <a:pt x="116715" y="22838"/>
                    <a:pt x="119430" y="20147"/>
                    <a:pt x="119430" y="16813"/>
                  </a:cubicBezTo>
                  <a:lnTo>
                    <a:pt x="119430" y="5977"/>
                  </a:lnTo>
                  <a:cubicBezTo>
                    <a:pt x="119407" y="2691"/>
                    <a:pt x="116715" y="0"/>
                    <a:pt x="113429" y="0"/>
                  </a:cubicBezTo>
                  <a:close/>
                </a:path>
              </a:pathLst>
            </a:custGeom>
            <a:solidFill>
              <a:srgbClr val="EFEDE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1" name="Google Shape;2931;p45"/>
            <p:cNvSpPr/>
            <p:nvPr/>
          </p:nvSpPr>
          <p:spPr>
            <a:xfrm>
              <a:off x="5041534" y="2966601"/>
              <a:ext cx="34190" cy="34190"/>
            </a:xfrm>
            <a:custGeom>
              <a:avLst/>
              <a:gdLst/>
              <a:ahLst/>
              <a:cxnLst/>
              <a:rect l="l" t="t" r="r" b="b"/>
              <a:pathLst>
                <a:path w="23458" h="23458" extrusionOk="0">
                  <a:moveTo>
                    <a:pt x="11717" y="6621"/>
                  </a:moveTo>
                  <a:cubicBezTo>
                    <a:pt x="14551" y="6621"/>
                    <a:pt x="16837" y="8907"/>
                    <a:pt x="16837" y="11741"/>
                  </a:cubicBezTo>
                  <a:cubicBezTo>
                    <a:pt x="16837" y="14551"/>
                    <a:pt x="14551" y="16861"/>
                    <a:pt x="11717" y="16861"/>
                  </a:cubicBezTo>
                  <a:cubicBezTo>
                    <a:pt x="8883" y="16861"/>
                    <a:pt x="6597" y="14551"/>
                    <a:pt x="6597" y="11741"/>
                  </a:cubicBezTo>
                  <a:cubicBezTo>
                    <a:pt x="6597" y="8907"/>
                    <a:pt x="8883" y="6621"/>
                    <a:pt x="11717" y="6621"/>
                  </a:cubicBezTo>
                  <a:close/>
                  <a:moveTo>
                    <a:pt x="11717" y="1"/>
                  </a:moveTo>
                  <a:cubicBezTo>
                    <a:pt x="5239" y="1"/>
                    <a:pt x="0" y="5264"/>
                    <a:pt x="0" y="11741"/>
                  </a:cubicBezTo>
                  <a:cubicBezTo>
                    <a:pt x="0" y="18195"/>
                    <a:pt x="5263" y="23458"/>
                    <a:pt x="11717" y="23458"/>
                  </a:cubicBezTo>
                  <a:cubicBezTo>
                    <a:pt x="18194" y="23458"/>
                    <a:pt x="23457" y="18195"/>
                    <a:pt x="23457" y="11741"/>
                  </a:cubicBezTo>
                  <a:cubicBezTo>
                    <a:pt x="23457" y="5264"/>
                    <a:pt x="18194" y="1"/>
                    <a:pt x="11717"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2" name="Google Shape;2932;p45"/>
            <p:cNvSpPr/>
            <p:nvPr/>
          </p:nvSpPr>
          <p:spPr>
            <a:xfrm>
              <a:off x="4834977" y="2821586"/>
              <a:ext cx="255915" cy="326652"/>
            </a:xfrm>
            <a:custGeom>
              <a:avLst/>
              <a:gdLst/>
              <a:ahLst/>
              <a:cxnLst/>
              <a:rect l="l" t="t" r="r" b="b"/>
              <a:pathLst>
                <a:path w="175585" h="224118" extrusionOk="0">
                  <a:moveTo>
                    <a:pt x="96690" y="5585"/>
                  </a:moveTo>
                  <a:cubicBezTo>
                    <a:pt x="97419" y="5585"/>
                    <a:pt x="98151" y="5859"/>
                    <a:pt x="98711" y="6406"/>
                  </a:cubicBezTo>
                  <a:cubicBezTo>
                    <a:pt x="99807" y="7526"/>
                    <a:pt x="99807" y="9336"/>
                    <a:pt x="98711" y="10431"/>
                  </a:cubicBezTo>
                  <a:lnTo>
                    <a:pt x="94448" y="14694"/>
                  </a:lnTo>
                  <a:cubicBezTo>
                    <a:pt x="93210" y="13265"/>
                    <a:pt x="91876" y="11884"/>
                    <a:pt x="90424" y="10669"/>
                  </a:cubicBezTo>
                  <a:lnTo>
                    <a:pt x="94686" y="6406"/>
                  </a:lnTo>
                  <a:cubicBezTo>
                    <a:pt x="95234" y="5859"/>
                    <a:pt x="95961" y="5585"/>
                    <a:pt x="96690" y="5585"/>
                  </a:cubicBezTo>
                  <a:close/>
                  <a:moveTo>
                    <a:pt x="27387" y="63180"/>
                  </a:moveTo>
                  <a:lnTo>
                    <a:pt x="41961" y="77778"/>
                  </a:lnTo>
                  <a:cubicBezTo>
                    <a:pt x="40437" y="78564"/>
                    <a:pt x="38746" y="78993"/>
                    <a:pt x="36984" y="78993"/>
                  </a:cubicBezTo>
                  <a:cubicBezTo>
                    <a:pt x="34102" y="78993"/>
                    <a:pt x="31364" y="77850"/>
                    <a:pt x="29339" y="75802"/>
                  </a:cubicBezTo>
                  <a:cubicBezTo>
                    <a:pt x="25910" y="72372"/>
                    <a:pt x="25267" y="67252"/>
                    <a:pt x="27387" y="63180"/>
                  </a:cubicBezTo>
                  <a:close/>
                  <a:moveTo>
                    <a:pt x="67850" y="9017"/>
                  </a:moveTo>
                  <a:cubicBezTo>
                    <a:pt x="73458" y="9017"/>
                    <a:pt x="79069" y="10671"/>
                    <a:pt x="83875" y="13979"/>
                  </a:cubicBezTo>
                  <a:cubicBezTo>
                    <a:pt x="86828" y="16004"/>
                    <a:pt x="89376" y="18576"/>
                    <a:pt x="91376" y="21552"/>
                  </a:cubicBezTo>
                  <a:cubicBezTo>
                    <a:pt x="91400" y="21600"/>
                    <a:pt x="91424" y="21624"/>
                    <a:pt x="91424" y="21648"/>
                  </a:cubicBezTo>
                  <a:cubicBezTo>
                    <a:pt x="98116" y="30911"/>
                    <a:pt x="97520" y="44247"/>
                    <a:pt x="91043" y="53487"/>
                  </a:cubicBezTo>
                  <a:cubicBezTo>
                    <a:pt x="89781" y="55321"/>
                    <a:pt x="88233" y="56941"/>
                    <a:pt x="86637" y="58512"/>
                  </a:cubicBezTo>
                  <a:lnTo>
                    <a:pt x="79136" y="65990"/>
                  </a:lnTo>
                  <a:lnTo>
                    <a:pt x="56012" y="42842"/>
                  </a:lnTo>
                  <a:cubicBezTo>
                    <a:pt x="55369" y="42211"/>
                    <a:pt x="54529" y="41896"/>
                    <a:pt x="53687" y="41896"/>
                  </a:cubicBezTo>
                  <a:cubicBezTo>
                    <a:pt x="52844" y="41896"/>
                    <a:pt x="51999" y="42211"/>
                    <a:pt x="51344" y="42842"/>
                  </a:cubicBezTo>
                  <a:cubicBezTo>
                    <a:pt x="50058" y="44128"/>
                    <a:pt x="50058" y="46224"/>
                    <a:pt x="51344" y="47534"/>
                  </a:cubicBezTo>
                  <a:lnTo>
                    <a:pt x="75921" y="72110"/>
                  </a:lnTo>
                  <a:cubicBezTo>
                    <a:pt x="76230" y="77802"/>
                    <a:pt x="75682" y="89947"/>
                    <a:pt x="70848" y="97354"/>
                  </a:cubicBezTo>
                  <a:lnTo>
                    <a:pt x="7787" y="34317"/>
                  </a:lnTo>
                  <a:cubicBezTo>
                    <a:pt x="12193" y="31388"/>
                    <a:pt x="18123" y="30149"/>
                    <a:pt x="22671" y="29602"/>
                  </a:cubicBezTo>
                  <a:cubicBezTo>
                    <a:pt x="25558" y="29252"/>
                    <a:pt x="28232" y="29155"/>
                    <a:pt x="30272" y="29155"/>
                  </a:cubicBezTo>
                  <a:cubicBezTo>
                    <a:pt x="31429" y="29155"/>
                    <a:pt x="32382" y="29186"/>
                    <a:pt x="33055" y="29221"/>
                  </a:cubicBezTo>
                  <a:lnTo>
                    <a:pt x="42080" y="38246"/>
                  </a:lnTo>
                  <a:cubicBezTo>
                    <a:pt x="42723" y="38877"/>
                    <a:pt x="43563" y="39193"/>
                    <a:pt x="44405" y="39193"/>
                  </a:cubicBezTo>
                  <a:cubicBezTo>
                    <a:pt x="45248" y="39193"/>
                    <a:pt x="46093" y="38877"/>
                    <a:pt x="46748" y="38246"/>
                  </a:cubicBezTo>
                  <a:cubicBezTo>
                    <a:pt x="48034" y="36960"/>
                    <a:pt x="48034" y="34865"/>
                    <a:pt x="46748" y="33555"/>
                  </a:cubicBezTo>
                  <a:lnTo>
                    <a:pt x="39175" y="26006"/>
                  </a:lnTo>
                  <a:lnTo>
                    <a:pt x="47891" y="17266"/>
                  </a:lnTo>
                  <a:cubicBezTo>
                    <a:pt x="53390" y="11767"/>
                    <a:pt x="60619" y="9017"/>
                    <a:pt x="67850" y="9017"/>
                  </a:cubicBezTo>
                  <a:close/>
                  <a:moveTo>
                    <a:pt x="99973" y="50868"/>
                  </a:moveTo>
                  <a:lnTo>
                    <a:pt x="142625" y="91876"/>
                  </a:lnTo>
                  <a:cubicBezTo>
                    <a:pt x="142577" y="91900"/>
                    <a:pt x="142506" y="91971"/>
                    <a:pt x="142458" y="91995"/>
                  </a:cubicBezTo>
                  <a:cubicBezTo>
                    <a:pt x="139053" y="93924"/>
                    <a:pt x="136124" y="96877"/>
                    <a:pt x="134147" y="100330"/>
                  </a:cubicBezTo>
                  <a:cubicBezTo>
                    <a:pt x="134123" y="100354"/>
                    <a:pt x="134099" y="100426"/>
                    <a:pt x="134076" y="100449"/>
                  </a:cubicBezTo>
                  <a:lnTo>
                    <a:pt x="92805" y="61608"/>
                  </a:lnTo>
                  <a:cubicBezTo>
                    <a:pt x="93615" y="60775"/>
                    <a:pt x="94353" y="59941"/>
                    <a:pt x="95067" y="59036"/>
                  </a:cubicBezTo>
                  <a:cubicBezTo>
                    <a:pt x="97092" y="56536"/>
                    <a:pt x="98735" y="53773"/>
                    <a:pt x="99973" y="50868"/>
                  </a:cubicBezTo>
                  <a:close/>
                  <a:moveTo>
                    <a:pt x="153437" y="95877"/>
                  </a:moveTo>
                  <a:cubicBezTo>
                    <a:pt x="162010" y="95877"/>
                    <a:pt x="169011" y="102855"/>
                    <a:pt x="169011" y="111428"/>
                  </a:cubicBezTo>
                  <a:cubicBezTo>
                    <a:pt x="169011" y="120001"/>
                    <a:pt x="162058" y="126979"/>
                    <a:pt x="153508" y="127002"/>
                  </a:cubicBezTo>
                  <a:lnTo>
                    <a:pt x="153318" y="127002"/>
                  </a:lnTo>
                  <a:cubicBezTo>
                    <a:pt x="144983" y="126955"/>
                    <a:pt x="137886" y="119763"/>
                    <a:pt x="137886" y="111428"/>
                  </a:cubicBezTo>
                  <a:cubicBezTo>
                    <a:pt x="137886" y="103021"/>
                    <a:pt x="145030" y="95877"/>
                    <a:pt x="153437" y="95877"/>
                  </a:cubicBezTo>
                  <a:close/>
                  <a:moveTo>
                    <a:pt x="132052" y="177108"/>
                  </a:moveTo>
                  <a:cubicBezTo>
                    <a:pt x="142390" y="177108"/>
                    <a:pt x="151010" y="184720"/>
                    <a:pt x="152579" y="194659"/>
                  </a:cubicBezTo>
                  <a:lnTo>
                    <a:pt x="76564" y="194659"/>
                  </a:lnTo>
                  <a:cubicBezTo>
                    <a:pt x="78135" y="184728"/>
                    <a:pt x="86756" y="177108"/>
                    <a:pt x="97163" y="177108"/>
                  </a:cubicBezTo>
                  <a:lnTo>
                    <a:pt x="132004" y="177108"/>
                  </a:lnTo>
                  <a:cubicBezTo>
                    <a:pt x="132020" y="177108"/>
                    <a:pt x="132036" y="177108"/>
                    <a:pt x="132052" y="177108"/>
                  </a:cubicBezTo>
                  <a:close/>
                  <a:moveTo>
                    <a:pt x="163320" y="201256"/>
                  </a:moveTo>
                  <a:cubicBezTo>
                    <a:pt x="164844" y="201256"/>
                    <a:pt x="166058" y="202470"/>
                    <a:pt x="166058" y="203947"/>
                  </a:cubicBezTo>
                  <a:lnTo>
                    <a:pt x="166058" y="214782"/>
                  </a:lnTo>
                  <a:cubicBezTo>
                    <a:pt x="166058" y="216282"/>
                    <a:pt x="164844" y="217497"/>
                    <a:pt x="163367" y="217497"/>
                  </a:cubicBezTo>
                  <a:lnTo>
                    <a:pt x="53511" y="217497"/>
                  </a:lnTo>
                  <a:cubicBezTo>
                    <a:pt x="55083" y="208281"/>
                    <a:pt x="63132" y="201256"/>
                    <a:pt x="72777" y="201256"/>
                  </a:cubicBezTo>
                  <a:close/>
                  <a:moveTo>
                    <a:pt x="97047" y="0"/>
                  </a:moveTo>
                  <a:cubicBezTo>
                    <a:pt x="94633" y="0"/>
                    <a:pt x="92222" y="905"/>
                    <a:pt x="90424" y="2715"/>
                  </a:cubicBezTo>
                  <a:lnTo>
                    <a:pt x="85304" y="7812"/>
                  </a:lnTo>
                  <a:cubicBezTo>
                    <a:pt x="80036" y="4846"/>
                    <a:pt x="74166" y="3366"/>
                    <a:pt x="68297" y="3366"/>
                  </a:cubicBezTo>
                  <a:cubicBezTo>
                    <a:pt x="59412" y="3366"/>
                    <a:pt x="50530" y="6758"/>
                    <a:pt x="43747" y="13527"/>
                  </a:cubicBezTo>
                  <a:lnTo>
                    <a:pt x="33817" y="23505"/>
                  </a:lnTo>
                  <a:cubicBezTo>
                    <a:pt x="33070" y="23472"/>
                    <a:pt x="32088" y="23444"/>
                    <a:pt x="30925" y="23444"/>
                  </a:cubicBezTo>
                  <a:cubicBezTo>
                    <a:pt x="23661" y="23444"/>
                    <a:pt x="9336" y="24549"/>
                    <a:pt x="1310" y="32555"/>
                  </a:cubicBezTo>
                  <a:cubicBezTo>
                    <a:pt x="24" y="33841"/>
                    <a:pt x="0" y="35936"/>
                    <a:pt x="1262" y="37222"/>
                  </a:cubicBezTo>
                  <a:lnTo>
                    <a:pt x="23172" y="59131"/>
                  </a:lnTo>
                  <a:cubicBezTo>
                    <a:pt x="18599" y="65895"/>
                    <a:pt x="19314" y="75159"/>
                    <a:pt x="25267" y="81136"/>
                  </a:cubicBezTo>
                  <a:cubicBezTo>
                    <a:pt x="28593" y="84462"/>
                    <a:pt x="33097" y="86180"/>
                    <a:pt x="37613" y="86180"/>
                  </a:cubicBezTo>
                  <a:cubicBezTo>
                    <a:pt x="40988" y="86180"/>
                    <a:pt x="44369" y="85221"/>
                    <a:pt x="47272" y="83255"/>
                  </a:cubicBezTo>
                  <a:lnTo>
                    <a:pt x="69181" y="105165"/>
                  </a:lnTo>
                  <a:cubicBezTo>
                    <a:pt x="69812" y="105796"/>
                    <a:pt x="70652" y="106111"/>
                    <a:pt x="71494" y="106111"/>
                  </a:cubicBezTo>
                  <a:cubicBezTo>
                    <a:pt x="72337" y="106111"/>
                    <a:pt x="73182" y="105796"/>
                    <a:pt x="73825" y="105165"/>
                  </a:cubicBezTo>
                  <a:cubicBezTo>
                    <a:pt x="83136" y="95829"/>
                    <a:pt x="83136" y="78016"/>
                    <a:pt x="82898" y="72610"/>
                  </a:cubicBezTo>
                  <a:lnTo>
                    <a:pt x="88518" y="66990"/>
                  </a:lnTo>
                  <a:lnTo>
                    <a:pt x="131837" y="107784"/>
                  </a:lnTo>
                  <a:cubicBezTo>
                    <a:pt x="131599" y="109046"/>
                    <a:pt x="131480" y="110404"/>
                    <a:pt x="131480" y="111761"/>
                  </a:cubicBezTo>
                  <a:cubicBezTo>
                    <a:pt x="131480" y="114714"/>
                    <a:pt x="132075" y="117548"/>
                    <a:pt x="133099" y="120096"/>
                  </a:cubicBezTo>
                  <a:lnTo>
                    <a:pt x="120644" y="140553"/>
                  </a:lnTo>
                  <a:cubicBezTo>
                    <a:pt x="119763" y="141982"/>
                    <a:pt x="120001" y="143911"/>
                    <a:pt x="121311" y="144958"/>
                  </a:cubicBezTo>
                  <a:cubicBezTo>
                    <a:pt x="121935" y="145443"/>
                    <a:pt x="122661" y="145672"/>
                    <a:pt x="123374" y="145672"/>
                  </a:cubicBezTo>
                  <a:cubicBezTo>
                    <a:pt x="124483" y="145672"/>
                    <a:pt x="125560" y="145116"/>
                    <a:pt x="126169" y="144101"/>
                  </a:cubicBezTo>
                  <a:lnTo>
                    <a:pt x="136981" y="126336"/>
                  </a:lnTo>
                  <a:cubicBezTo>
                    <a:pt x="139934" y="129717"/>
                    <a:pt x="143816" y="132075"/>
                    <a:pt x="148150" y="133170"/>
                  </a:cubicBezTo>
                  <a:lnTo>
                    <a:pt x="125407" y="170511"/>
                  </a:lnTo>
                  <a:lnTo>
                    <a:pt x="109952" y="170511"/>
                  </a:lnTo>
                  <a:lnTo>
                    <a:pt x="119215" y="155341"/>
                  </a:lnTo>
                  <a:cubicBezTo>
                    <a:pt x="120073" y="153913"/>
                    <a:pt x="119835" y="151984"/>
                    <a:pt x="118525" y="150936"/>
                  </a:cubicBezTo>
                  <a:cubicBezTo>
                    <a:pt x="117911" y="150443"/>
                    <a:pt x="117193" y="150212"/>
                    <a:pt x="116484" y="150212"/>
                  </a:cubicBezTo>
                  <a:cubicBezTo>
                    <a:pt x="115376" y="150212"/>
                    <a:pt x="114291" y="150777"/>
                    <a:pt x="113667" y="151793"/>
                  </a:cubicBezTo>
                  <a:lnTo>
                    <a:pt x="102259" y="170511"/>
                  </a:lnTo>
                  <a:lnTo>
                    <a:pt x="97235" y="170511"/>
                  </a:lnTo>
                  <a:cubicBezTo>
                    <a:pt x="83136" y="170511"/>
                    <a:pt x="71467" y="181204"/>
                    <a:pt x="69919" y="194945"/>
                  </a:cubicBezTo>
                  <a:cubicBezTo>
                    <a:pt x="56988" y="196493"/>
                    <a:pt x="46938" y="207495"/>
                    <a:pt x="46938" y="220831"/>
                  </a:cubicBezTo>
                  <a:cubicBezTo>
                    <a:pt x="46938" y="222641"/>
                    <a:pt x="48415" y="224117"/>
                    <a:pt x="50225" y="224117"/>
                  </a:cubicBezTo>
                  <a:lnTo>
                    <a:pt x="163415" y="224117"/>
                  </a:lnTo>
                  <a:cubicBezTo>
                    <a:pt x="168535" y="224117"/>
                    <a:pt x="172703" y="219950"/>
                    <a:pt x="172703" y="214806"/>
                  </a:cubicBezTo>
                  <a:lnTo>
                    <a:pt x="172703" y="203970"/>
                  </a:lnTo>
                  <a:cubicBezTo>
                    <a:pt x="172703" y="198850"/>
                    <a:pt x="168535" y="194683"/>
                    <a:pt x="163415" y="194683"/>
                  </a:cubicBezTo>
                  <a:lnTo>
                    <a:pt x="159533" y="194683"/>
                  </a:lnTo>
                  <a:cubicBezTo>
                    <a:pt x="157938" y="181347"/>
                    <a:pt x="146769" y="170940"/>
                    <a:pt x="133099" y="170559"/>
                  </a:cubicBezTo>
                  <a:lnTo>
                    <a:pt x="155532" y="133766"/>
                  </a:lnTo>
                  <a:cubicBezTo>
                    <a:pt x="166725" y="132718"/>
                    <a:pt x="175584" y="123264"/>
                    <a:pt x="175584" y="111737"/>
                  </a:cubicBezTo>
                  <a:cubicBezTo>
                    <a:pt x="175584" y="99568"/>
                    <a:pt x="165677" y="89685"/>
                    <a:pt x="153532" y="89685"/>
                  </a:cubicBezTo>
                  <a:cubicBezTo>
                    <a:pt x="152222" y="89685"/>
                    <a:pt x="150936" y="89804"/>
                    <a:pt x="149698" y="89995"/>
                  </a:cubicBezTo>
                  <a:lnTo>
                    <a:pt x="102426" y="44581"/>
                  </a:lnTo>
                  <a:cubicBezTo>
                    <a:pt x="102807" y="42461"/>
                    <a:pt x="103045" y="40294"/>
                    <a:pt x="103045" y="38080"/>
                  </a:cubicBezTo>
                  <a:cubicBezTo>
                    <a:pt x="103045" y="32055"/>
                    <a:pt x="101497" y="26220"/>
                    <a:pt x="98616" y="21100"/>
                  </a:cubicBezTo>
                  <a:lnTo>
                    <a:pt x="103688" y="16004"/>
                  </a:lnTo>
                  <a:cubicBezTo>
                    <a:pt x="107356" y="12336"/>
                    <a:pt x="107356" y="6383"/>
                    <a:pt x="103688" y="2715"/>
                  </a:cubicBezTo>
                  <a:cubicBezTo>
                    <a:pt x="101878" y="905"/>
                    <a:pt x="99461" y="0"/>
                    <a:pt x="97047"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933" name="Google Shape;2933;p45"/>
          <p:cNvGrpSpPr/>
          <p:nvPr/>
        </p:nvGrpSpPr>
        <p:grpSpPr>
          <a:xfrm>
            <a:off x="5511952" y="2823287"/>
            <a:ext cx="240686" cy="327805"/>
            <a:chOff x="5511952" y="2823287"/>
            <a:chExt cx="240686" cy="327805"/>
          </a:xfrm>
        </p:grpSpPr>
        <p:sp>
          <p:nvSpPr>
            <p:cNvPr id="2934" name="Google Shape;2934;p45"/>
            <p:cNvSpPr/>
            <p:nvPr/>
          </p:nvSpPr>
          <p:spPr>
            <a:xfrm>
              <a:off x="5611118" y="2980797"/>
              <a:ext cx="135722" cy="165521"/>
            </a:xfrm>
            <a:custGeom>
              <a:avLst/>
              <a:gdLst/>
              <a:ahLst/>
              <a:cxnLst/>
              <a:rect l="l" t="t" r="r" b="b"/>
              <a:pathLst>
                <a:path w="93120" h="113565" extrusionOk="0">
                  <a:moveTo>
                    <a:pt x="47415" y="1"/>
                  </a:moveTo>
                  <a:lnTo>
                    <a:pt x="1" y="22958"/>
                  </a:lnTo>
                  <a:lnTo>
                    <a:pt x="45177" y="112667"/>
                  </a:lnTo>
                  <a:cubicBezTo>
                    <a:pt x="45472" y="113258"/>
                    <a:pt x="46052" y="113565"/>
                    <a:pt x="46636" y="113565"/>
                  </a:cubicBezTo>
                  <a:cubicBezTo>
                    <a:pt x="47134" y="113565"/>
                    <a:pt x="47634" y="113341"/>
                    <a:pt x="47963" y="112881"/>
                  </a:cubicBezTo>
                  <a:lnTo>
                    <a:pt x="63752" y="90472"/>
                  </a:lnTo>
                  <a:lnTo>
                    <a:pt x="91020" y="91972"/>
                  </a:lnTo>
                  <a:cubicBezTo>
                    <a:pt x="91063" y="91975"/>
                    <a:pt x="91107" y="91977"/>
                    <a:pt x="91149" y="91977"/>
                  </a:cubicBezTo>
                  <a:cubicBezTo>
                    <a:pt x="92339" y="91977"/>
                    <a:pt x="93119" y="90719"/>
                    <a:pt x="92568" y="89638"/>
                  </a:cubicBezTo>
                  <a:lnTo>
                    <a:pt x="47415" y="1"/>
                  </a:lnTo>
                  <a:close/>
                </a:path>
              </a:pathLst>
            </a:custGeom>
            <a:solidFill>
              <a:srgbClr val="FF89A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5" name="Google Shape;2935;p45"/>
            <p:cNvSpPr/>
            <p:nvPr/>
          </p:nvSpPr>
          <p:spPr>
            <a:xfrm>
              <a:off x="5517848" y="2980797"/>
              <a:ext cx="135756" cy="165521"/>
            </a:xfrm>
            <a:custGeom>
              <a:avLst/>
              <a:gdLst/>
              <a:ahLst/>
              <a:cxnLst/>
              <a:rect l="l" t="t" r="r" b="b"/>
              <a:pathLst>
                <a:path w="93143" h="113565" extrusionOk="0">
                  <a:moveTo>
                    <a:pt x="45704" y="1"/>
                  </a:moveTo>
                  <a:lnTo>
                    <a:pt x="552" y="89638"/>
                  </a:lnTo>
                  <a:cubicBezTo>
                    <a:pt x="0" y="90719"/>
                    <a:pt x="802" y="91977"/>
                    <a:pt x="1973" y="91977"/>
                  </a:cubicBezTo>
                  <a:cubicBezTo>
                    <a:pt x="2015" y="91977"/>
                    <a:pt x="2057" y="91975"/>
                    <a:pt x="2100" y="91972"/>
                  </a:cubicBezTo>
                  <a:lnTo>
                    <a:pt x="29367" y="90472"/>
                  </a:lnTo>
                  <a:lnTo>
                    <a:pt x="45180" y="112881"/>
                  </a:lnTo>
                  <a:cubicBezTo>
                    <a:pt x="45509" y="113341"/>
                    <a:pt x="46010" y="113565"/>
                    <a:pt x="46505" y="113565"/>
                  </a:cubicBezTo>
                  <a:cubicBezTo>
                    <a:pt x="47086" y="113565"/>
                    <a:pt x="47660" y="113258"/>
                    <a:pt x="47943" y="112667"/>
                  </a:cubicBezTo>
                  <a:lnTo>
                    <a:pt x="93143" y="22958"/>
                  </a:lnTo>
                  <a:lnTo>
                    <a:pt x="45704" y="1"/>
                  </a:lnTo>
                  <a:close/>
                </a:path>
              </a:pathLst>
            </a:custGeom>
            <a:solidFill>
              <a:srgbClr val="FF89A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6" name="Google Shape;2936;p45"/>
            <p:cNvSpPr/>
            <p:nvPr/>
          </p:nvSpPr>
          <p:spPr>
            <a:xfrm>
              <a:off x="5525906" y="2828076"/>
              <a:ext cx="212910" cy="213152"/>
            </a:xfrm>
            <a:custGeom>
              <a:avLst/>
              <a:gdLst/>
              <a:ahLst/>
              <a:cxnLst/>
              <a:rect l="l" t="t" r="r" b="b"/>
              <a:pathLst>
                <a:path w="146079" h="146245" extrusionOk="0">
                  <a:moveTo>
                    <a:pt x="73027" y="1"/>
                  </a:moveTo>
                  <a:cubicBezTo>
                    <a:pt x="68258" y="1"/>
                    <a:pt x="63490" y="1787"/>
                    <a:pt x="59798" y="5359"/>
                  </a:cubicBezTo>
                  <a:cubicBezTo>
                    <a:pt x="56222" y="8814"/>
                    <a:pt x="51444" y="10710"/>
                    <a:pt x="46529" y="10710"/>
                  </a:cubicBezTo>
                  <a:cubicBezTo>
                    <a:pt x="45652" y="10710"/>
                    <a:pt x="44770" y="10649"/>
                    <a:pt x="43890" y="10527"/>
                  </a:cubicBezTo>
                  <a:cubicBezTo>
                    <a:pt x="42994" y="10400"/>
                    <a:pt x="42103" y="10339"/>
                    <a:pt x="41222" y="10339"/>
                  </a:cubicBezTo>
                  <a:cubicBezTo>
                    <a:pt x="32127" y="10339"/>
                    <a:pt x="24090" y="16874"/>
                    <a:pt x="22505" y="26101"/>
                  </a:cubicBezTo>
                  <a:cubicBezTo>
                    <a:pt x="21481" y="31888"/>
                    <a:pt x="17861" y="36889"/>
                    <a:pt x="12669" y="39628"/>
                  </a:cubicBezTo>
                  <a:cubicBezTo>
                    <a:pt x="3596" y="44438"/>
                    <a:pt x="0" y="55583"/>
                    <a:pt x="4477" y="64776"/>
                  </a:cubicBezTo>
                  <a:cubicBezTo>
                    <a:pt x="7073" y="70039"/>
                    <a:pt x="7073" y="76207"/>
                    <a:pt x="4477" y="81470"/>
                  </a:cubicBezTo>
                  <a:cubicBezTo>
                    <a:pt x="0" y="90710"/>
                    <a:pt x="3596" y="101831"/>
                    <a:pt x="12669" y="106618"/>
                  </a:cubicBezTo>
                  <a:cubicBezTo>
                    <a:pt x="17861" y="109356"/>
                    <a:pt x="21481" y="114357"/>
                    <a:pt x="22505" y="120144"/>
                  </a:cubicBezTo>
                  <a:cubicBezTo>
                    <a:pt x="24131" y="129358"/>
                    <a:pt x="32113" y="135888"/>
                    <a:pt x="41185" y="135888"/>
                  </a:cubicBezTo>
                  <a:cubicBezTo>
                    <a:pt x="42078" y="135888"/>
                    <a:pt x="42981" y="135825"/>
                    <a:pt x="43890" y="135695"/>
                  </a:cubicBezTo>
                  <a:cubicBezTo>
                    <a:pt x="44776" y="135572"/>
                    <a:pt x="45662" y="135511"/>
                    <a:pt x="46544" y="135511"/>
                  </a:cubicBezTo>
                  <a:cubicBezTo>
                    <a:pt x="51449" y="135511"/>
                    <a:pt x="56205" y="137394"/>
                    <a:pt x="59798" y="140886"/>
                  </a:cubicBezTo>
                  <a:cubicBezTo>
                    <a:pt x="63490" y="144459"/>
                    <a:pt x="68258" y="146245"/>
                    <a:pt x="73027" y="146245"/>
                  </a:cubicBezTo>
                  <a:cubicBezTo>
                    <a:pt x="77796" y="146245"/>
                    <a:pt x="82565" y="144459"/>
                    <a:pt x="86256" y="140886"/>
                  </a:cubicBezTo>
                  <a:cubicBezTo>
                    <a:pt x="89867" y="137418"/>
                    <a:pt x="94653" y="135521"/>
                    <a:pt x="99584" y="135521"/>
                  </a:cubicBezTo>
                  <a:cubicBezTo>
                    <a:pt x="100442" y="135521"/>
                    <a:pt x="101303" y="135578"/>
                    <a:pt x="102164" y="135695"/>
                  </a:cubicBezTo>
                  <a:cubicBezTo>
                    <a:pt x="103063" y="135822"/>
                    <a:pt x="103957" y="135883"/>
                    <a:pt x="104840" y="135883"/>
                  </a:cubicBezTo>
                  <a:cubicBezTo>
                    <a:pt x="113932" y="135883"/>
                    <a:pt x="121967" y="129369"/>
                    <a:pt x="123574" y="120144"/>
                  </a:cubicBezTo>
                  <a:cubicBezTo>
                    <a:pt x="124574" y="114357"/>
                    <a:pt x="128217" y="109356"/>
                    <a:pt x="133385" y="106618"/>
                  </a:cubicBezTo>
                  <a:cubicBezTo>
                    <a:pt x="142458" y="101831"/>
                    <a:pt x="146078" y="90710"/>
                    <a:pt x="141577" y="81470"/>
                  </a:cubicBezTo>
                  <a:cubicBezTo>
                    <a:pt x="138982" y="76207"/>
                    <a:pt x="138982" y="70039"/>
                    <a:pt x="141577" y="64776"/>
                  </a:cubicBezTo>
                  <a:cubicBezTo>
                    <a:pt x="146078" y="55536"/>
                    <a:pt x="142458" y="44414"/>
                    <a:pt x="133385" y="39604"/>
                  </a:cubicBezTo>
                  <a:cubicBezTo>
                    <a:pt x="128217" y="36889"/>
                    <a:pt x="124574" y="31864"/>
                    <a:pt x="123574" y="26101"/>
                  </a:cubicBezTo>
                  <a:cubicBezTo>
                    <a:pt x="121945" y="16874"/>
                    <a:pt x="113924" y="10339"/>
                    <a:pt x="104833" y="10339"/>
                  </a:cubicBezTo>
                  <a:cubicBezTo>
                    <a:pt x="103952" y="10339"/>
                    <a:pt x="103061" y="10400"/>
                    <a:pt x="102164" y="10527"/>
                  </a:cubicBezTo>
                  <a:cubicBezTo>
                    <a:pt x="101266" y="10655"/>
                    <a:pt x="100367" y="10719"/>
                    <a:pt x="99473" y="10719"/>
                  </a:cubicBezTo>
                  <a:cubicBezTo>
                    <a:pt x="94581" y="10719"/>
                    <a:pt x="89840" y="8822"/>
                    <a:pt x="86256" y="5359"/>
                  </a:cubicBezTo>
                  <a:cubicBezTo>
                    <a:pt x="82565" y="1787"/>
                    <a:pt x="77796" y="1"/>
                    <a:pt x="73027" y="1"/>
                  </a:cubicBezTo>
                  <a:close/>
                </a:path>
              </a:pathLst>
            </a:custGeom>
            <a:solidFill>
              <a:srgbClr val="ECB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7" name="Google Shape;2937;p45"/>
            <p:cNvSpPr/>
            <p:nvPr/>
          </p:nvSpPr>
          <p:spPr>
            <a:xfrm>
              <a:off x="5559678" y="2861988"/>
              <a:ext cx="145262" cy="145260"/>
            </a:xfrm>
            <a:custGeom>
              <a:avLst/>
              <a:gdLst/>
              <a:ahLst/>
              <a:cxnLst/>
              <a:rect l="l" t="t" r="r" b="b"/>
              <a:pathLst>
                <a:path w="99665" h="99664" extrusionOk="0">
                  <a:moveTo>
                    <a:pt x="49844" y="0"/>
                  </a:moveTo>
                  <a:cubicBezTo>
                    <a:pt x="22315" y="0"/>
                    <a:pt x="1" y="22314"/>
                    <a:pt x="1" y="49844"/>
                  </a:cubicBezTo>
                  <a:cubicBezTo>
                    <a:pt x="1" y="77349"/>
                    <a:pt x="22315" y="99663"/>
                    <a:pt x="49844" y="99663"/>
                  </a:cubicBezTo>
                  <a:cubicBezTo>
                    <a:pt x="77374" y="99663"/>
                    <a:pt x="99664" y="77349"/>
                    <a:pt x="99664" y="49844"/>
                  </a:cubicBezTo>
                  <a:cubicBezTo>
                    <a:pt x="99664" y="22314"/>
                    <a:pt x="77374" y="0"/>
                    <a:pt x="49844" y="0"/>
                  </a:cubicBezTo>
                  <a:close/>
                </a:path>
              </a:pathLst>
            </a:custGeom>
            <a:solidFill>
              <a:srgbClr val="FFC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8" name="Google Shape;2938;p45"/>
            <p:cNvSpPr/>
            <p:nvPr/>
          </p:nvSpPr>
          <p:spPr>
            <a:xfrm>
              <a:off x="5554889" y="2857164"/>
              <a:ext cx="154875" cy="154909"/>
            </a:xfrm>
            <a:custGeom>
              <a:avLst/>
              <a:gdLst/>
              <a:ahLst/>
              <a:cxnLst/>
              <a:rect l="l" t="t" r="r" b="b"/>
              <a:pathLst>
                <a:path w="106261" h="106284" extrusionOk="0">
                  <a:moveTo>
                    <a:pt x="53130" y="6621"/>
                  </a:moveTo>
                  <a:cubicBezTo>
                    <a:pt x="78779" y="6621"/>
                    <a:pt x="99664" y="27482"/>
                    <a:pt x="99664" y="53154"/>
                  </a:cubicBezTo>
                  <a:cubicBezTo>
                    <a:pt x="99664" y="78802"/>
                    <a:pt x="78802" y="99687"/>
                    <a:pt x="53130" y="99687"/>
                  </a:cubicBezTo>
                  <a:cubicBezTo>
                    <a:pt x="27458" y="99687"/>
                    <a:pt x="6597" y="78802"/>
                    <a:pt x="6597" y="53154"/>
                  </a:cubicBezTo>
                  <a:cubicBezTo>
                    <a:pt x="6597" y="27530"/>
                    <a:pt x="27482" y="6621"/>
                    <a:pt x="53130" y="6621"/>
                  </a:cubicBezTo>
                  <a:close/>
                  <a:moveTo>
                    <a:pt x="53130" y="0"/>
                  </a:moveTo>
                  <a:cubicBezTo>
                    <a:pt x="23839" y="0"/>
                    <a:pt x="0" y="23862"/>
                    <a:pt x="0" y="53154"/>
                  </a:cubicBezTo>
                  <a:cubicBezTo>
                    <a:pt x="24" y="82469"/>
                    <a:pt x="23839" y="106284"/>
                    <a:pt x="53130" y="106284"/>
                  </a:cubicBezTo>
                  <a:cubicBezTo>
                    <a:pt x="82422" y="106284"/>
                    <a:pt x="106261" y="82445"/>
                    <a:pt x="106261" y="53154"/>
                  </a:cubicBezTo>
                  <a:cubicBezTo>
                    <a:pt x="106261" y="23862"/>
                    <a:pt x="82422" y="0"/>
                    <a:pt x="53130"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9" name="Google Shape;2939;p45"/>
            <p:cNvSpPr/>
            <p:nvPr/>
          </p:nvSpPr>
          <p:spPr>
            <a:xfrm>
              <a:off x="5585849" y="2924074"/>
              <a:ext cx="9582" cy="17156"/>
            </a:xfrm>
            <a:custGeom>
              <a:avLst/>
              <a:gdLst/>
              <a:ahLst/>
              <a:cxnLst/>
              <a:rect l="l" t="t" r="r" b="b"/>
              <a:pathLst>
                <a:path w="6574" h="11771" extrusionOk="0">
                  <a:moveTo>
                    <a:pt x="3295" y="0"/>
                  </a:moveTo>
                  <a:cubicBezTo>
                    <a:pt x="1472" y="0"/>
                    <a:pt x="1" y="1460"/>
                    <a:pt x="1" y="3293"/>
                  </a:cubicBezTo>
                  <a:lnTo>
                    <a:pt x="1" y="8460"/>
                  </a:lnTo>
                  <a:cubicBezTo>
                    <a:pt x="1" y="10302"/>
                    <a:pt x="1468" y="11771"/>
                    <a:pt x="3325" y="11771"/>
                  </a:cubicBezTo>
                  <a:cubicBezTo>
                    <a:pt x="3461" y="11771"/>
                    <a:pt x="3599" y="11763"/>
                    <a:pt x="3740" y="11747"/>
                  </a:cubicBezTo>
                  <a:cubicBezTo>
                    <a:pt x="5359" y="11532"/>
                    <a:pt x="6574" y="10032"/>
                    <a:pt x="6574" y="8341"/>
                  </a:cubicBezTo>
                  <a:lnTo>
                    <a:pt x="6574" y="3364"/>
                  </a:lnTo>
                  <a:cubicBezTo>
                    <a:pt x="6574" y="1816"/>
                    <a:pt x="5550" y="387"/>
                    <a:pt x="4025" y="78"/>
                  </a:cubicBezTo>
                  <a:cubicBezTo>
                    <a:pt x="3778" y="25"/>
                    <a:pt x="3533" y="0"/>
                    <a:pt x="3295"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0" name="Google Shape;2940;p45"/>
            <p:cNvSpPr/>
            <p:nvPr/>
          </p:nvSpPr>
          <p:spPr>
            <a:xfrm>
              <a:off x="5669049" y="2924047"/>
              <a:ext cx="9615" cy="17184"/>
            </a:xfrm>
            <a:custGeom>
              <a:avLst/>
              <a:gdLst/>
              <a:ahLst/>
              <a:cxnLst/>
              <a:rect l="l" t="t" r="r" b="b"/>
              <a:pathLst>
                <a:path w="6597" h="11790" extrusionOk="0">
                  <a:moveTo>
                    <a:pt x="3309" y="1"/>
                  </a:moveTo>
                  <a:cubicBezTo>
                    <a:pt x="1488" y="1"/>
                    <a:pt x="0" y="1470"/>
                    <a:pt x="0" y="3312"/>
                  </a:cubicBezTo>
                  <a:lnTo>
                    <a:pt x="0" y="8479"/>
                  </a:lnTo>
                  <a:cubicBezTo>
                    <a:pt x="0" y="10321"/>
                    <a:pt x="1467" y="11790"/>
                    <a:pt x="3305" y="11790"/>
                  </a:cubicBezTo>
                  <a:cubicBezTo>
                    <a:pt x="3440" y="11790"/>
                    <a:pt x="3577" y="11782"/>
                    <a:pt x="3715" y="11766"/>
                  </a:cubicBezTo>
                  <a:cubicBezTo>
                    <a:pt x="5382" y="11551"/>
                    <a:pt x="6597" y="10051"/>
                    <a:pt x="6597" y="8360"/>
                  </a:cubicBezTo>
                  <a:lnTo>
                    <a:pt x="6597" y="3431"/>
                  </a:lnTo>
                  <a:cubicBezTo>
                    <a:pt x="6597" y="1716"/>
                    <a:pt x="5382" y="240"/>
                    <a:pt x="3715" y="25"/>
                  </a:cubicBezTo>
                  <a:cubicBezTo>
                    <a:pt x="3578" y="9"/>
                    <a:pt x="3443" y="1"/>
                    <a:pt x="3309"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1" name="Google Shape;2941;p45"/>
            <p:cNvSpPr/>
            <p:nvPr/>
          </p:nvSpPr>
          <p:spPr>
            <a:xfrm>
              <a:off x="5616706" y="2931070"/>
              <a:ext cx="31275" cy="14186"/>
            </a:xfrm>
            <a:custGeom>
              <a:avLst/>
              <a:gdLst/>
              <a:ahLst/>
              <a:cxnLst/>
              <a:rect l="l" t="t" r="r" b="b"/>
              <a:pathLst>
                <a:path w="21458" h="9733" extrusionOk="0">
                  <a:moveTo>
                    <a:pt x="3689" y="0"/>
                  </a:moveTo>
                  <a:cubicBezTo>
                    <a:pt x="2918" y="0"/>
                    <a:pt x="2145" y="272"/>
                    <a:pt x="1525" y="826"/>
                  </a:cubicBezTo>
                  <a:cubicBezTo>
                    <a:pt x="144" y="2017"/>
                    <a:pt x="1" y="4113"/>
                    <a:pt x="1215" y="5470"/>
                  </a:cubicBezTo>
                  <a:cubicBezTo>
                    <a:pt x="3549" y="8185"/>
                    <a:pt x="7026" y="9733"/>
                    <a:pt x="10717" y="9733"/>
                  </a:cubicBezTo>
                  <a:cubicBezTo>
                    <a:pt x="14432" y="9733"/>
                    <a:pt x="17886" y="8185"/>
                    <a:pt x="20267" y="5470"/>
                  </a:cubicBezTo>
                  <a:cubicBezTo>
                    <a:pt x="21458" y="4113"/>
                    <a:pt x="21339" y="2017"/>
                    <a:pt x="19981" y="826"/>
                  </a:cubicBezTo>
                  <a:cubicBezTo>
                    <a:pt x="19348" y="281"/>
                    <a:pt x="18570" y="10"/>
                    <a:pt x="17798" y="10"/>
                  </a:cubicBezTo>
                  <a:cubicBezTo>
                    <a:pt x="16886" y="10"/>
                    <a:pt x="15982" y="388"/>
                    <a:pt x="15337" y="1136"/>
                  </a:cubicBezTo>
                  <a:cubicBezTo>
                    <a:pt x="14242" y="2398"/>
                    <a:pt x="12527" y="3113"/>
                    <a:pt x="10741" y="3113"/>
                  </a:cubicBezTo>
                  <a:cubicBezTo>
                    <a:pt x="8931" y="3113"/>
                    <a:pt x="7264" y="2374"/>
                    <a:pt x="6169" y="1136"/>
                  </a:cubicBezTo>
                  <a:cubicBezTo>
                    <a:pt x="5522" y="385"/>
                    <a:pt x="4607" y="0"/>
                    <a:pt x="3689"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2" name="Google Shape;2942;p45"/>
            <p:cNvSpPr/>
            <p:nvPr/>
          </p:nvSpPr>
          <p:spPr>
            <a:xfrm>
              <a:off x="5511952" y="2823287"/>
              <a:ext cx="240686" cy="327805"/>
            </a:xfrm>
            <a:custGeom>
              <a:avLst/>
              <a:gdLst/>
              <a:ahLst/>
              <a:cxnLst/>
              <a:rect l="l" t="t" r="r" b="b"/>
              <a:pathLst>
                <a:path w="165136" h="224909" extrusionOk="0">
                  <a:moveTo>
                    <a:pt x="82566" y="6597"/>
                  </a:moveTo>
                  <a:cubicBezTo>
                    <a:pt x="86638" y="6597"/>
                    <a:pt x="90543" y="8169"/>
                    <a:pt x="93520" y="11026"/>
                  </a:cubicBezTo>
                  <a:cubicBezTo>
                    <a:pt x="97712" y="15075"/>
                    <a:pt x="103213" y="17313"/>
                    <a:pt x="109023" y="17313"/>
                  </a:cubicBezTo>
                  <a:cubicBezTo>
                    <a:pt x="110810" y="17313"/>
                    <a:pt x="112596" y="16909"/>
                    <a:pt x="114382" y="16909"/>
                  </a:cubicBezTo>
                  <a:cubicBezTo>
                    <a:pt x="122026" y="16909"/>
                    <a:pt x="128528" y="22386"/>
                    <a:pt x="129861" y="29935"/>
                  </a:cubicBezTo>
                  <a:cubicBezTo>
                    <a:pt x="131052" y="36746"/>
                    <a:pt x="135243" y="42557"/>
                    <a:pt x="141387" y="45795"/>
                  </a:cubicBezTo>
                  <a:cubicBezTo>
                    <a:pt x="148913" y="49772"/>
                    <a:pt x="151890" y="58917"/>
                    <a:pt x="148127" y="66609"/>
                  </a:cubicBezTo>
                  <a:cubicBezTo>
                    <a:pt x="145102" y="72825"/>
                    <a:pt x="145102" y="79969"/>
                    <a:pt x="148127" y="86208"/>
                  </a:cubicBezTo>
                  <a:cubicBezTo>
                    <a:pt x="151890" y="93900"/>
                    <a:pt x="148913" y="103045"/>
                    <a:pt x="141387" y="107022"/>
                  </a:cubicBezTo>
                  <a:cubicBezTo>
                    <a:pt x="135243" y="110261"/>
                    <a:pt x="131052" y="116048"/>
                    <a:pt x="129861" y="122882"/>
                  </a:cubicBezTo>
                  <a:cubicBezTo>
                    <a:pt x="128670" y="129765"/>
                    <a:pt x="122741" y="135218"/>
                    <a:pt x="115668" y="135837"/>
                  </a:cubicBezTo>
                  <a:cubicBezTo>
                    <a:pt x="114876" y="135906"/>
                    <a:pt x="114088" y="135930"/>
                    <a:pt x="113303" y="135930"/>
                  </a:cubicBezTo>
                  <a:cubicBezTo>
                    <a:pt x="111557" y="135930"/>
                    <a:pt x="109827" y="135813"/>
                    <a:pt x="108100" y="135813"/>
                  </a:cubicBezTo>
                  <a:cubicBezTo>
                    <a:pt x="106304" y="135813"/>
                    <a:pt x="104513" y="135939"/>
                    <a:pt x="102713" y="136457"/>
                  </a:cubicBezTo>
                  <a:cubicBezTo>
                    <a:pt x="102689" y="136457"/>
                    <a:pt x="102689" y="136457"/>
                    <a:pt x="102665" y="136480"/>
                  </a:cubicBezTo>
                  <a:cubicBezTo>
                    <a:pt x="96759" y="138243"/>
                    <a:pt x="93068" y="143744"/>
                    <a:pt x="87257" y="145530"/>
                  </a:cubicBezTo>
                  <a:cubicBezTo>
                    <a:pt x="85751" y="146007"/>
                    <a:pt x="84186" y="146240"/>
                    <a:pt x="82621" y="146240"/>
                  </a:cubicBezTo>
                  <a:cubicBezTo>
                    <a:pt x="79658" y="146240"/>
                    <a:pt x="76700" y="145405"/>
                    <a:pt x="74159" y="143815"/>
                  </a:cubicBezTo>
                  <a:cubicBezTo>
                    <a:pt x="70230" y="141315"/>
                    <a:pt x="67110" y="137838"/>
                    <a:pt x="62490" y="136457"/>
                  </a:cubicBezTo>
                  <a:cubicBezTo>
                    <a:pt x="60562" y="135884"/>
                    <a:pt x="58721" y="135730"/>
                    <a:pt x="56875" y="135730"/>
                  </a:cubicBezTo>
                  <a:cubicBezTo>
                    <a:pt x="54959" y="135730"/>
                    <a:pt x="53037" y="135896"/>
                    <a:pt x="51011" y="135933"/>
                  </a:cubicBezTo>
                  <a:cubicBezTo>
                    <a:pt x="50963" y="135933"/>
                    <a:pt x="50915" y="135933"/>
                    <a:pt x="50866" y="135933"/>
                  </a:cubicBezTo>
                  <a:cubicBezTo>
                    <a:pt x="43305" y="135933"/>
                    <a:pt x="36619" y="130384"/>
                    <a:pt x="35318" y="122930"/>
                  </a:cubicBezTo>
                  <a:cubicBezTo>
                    <a:pt x="34103" y="116048"/>
                    <a:pt x="29888" y="110261"/>
                    <a:pt x="23768" y="107022"/>
                  </a:cubicBezTo>
                  <a:cubicBezTo>
                    <a:pt x="16242" y="103045"/>
                    <a:pt x="13265" y="93900"/>
                    <a:pt x="17004" y="86208"/>
                  </a:cubicBezTo>
                  <a:cubicBezTo>
                    <a:pt x="20053" y="79993"/>
                    <a:pt x="20053" y="72848"/>
                    <a:pt x="17004" y="66609"/>
                  </a:cubicBezTo>
                  <a:cubicBezTo>
                    <a:pt x="13265" y="58917"/>
                    <a:pt x="16242" y="49772"/>
                    <a:pt x="23768" y="45795"/>
                  </a:cubicBezTo>
                  <a:cubicBezTo>
                    <a:pt x="29888" y="42557"/>
                    <a:pt x="34103" y="36770"/>
                    <a:pt x="35294" y="29935"/>
                  </a:cubicBezTo>
                  <a:cubicBezTo>
                    <a:pt x="36604" y="22386"/>
                    <a:pt x="43129" y="16909"/>
                    <a:pt x="50773" y="16909"/>
                  </a:cubicBezTo>
                  <a:cubicBezTo>
                    <a:pt x="52559" y="16909"/>
                    <a:pt x="54298" y="17313"/>
                    <a:pt x="56131" y="17313"/>
                  </a:cubicBezTo>
                  <a:cubicBezTo>
                    <a:pt x="61966" y="17313"/>
                    <a:pt x="67467" y="15075"/>
                    <a:pt x="71635" y="11026"/>
                  </a:cubicBezTo>
                  <a:cubicBezTo>
                    <a:pt x="74588" y="8169"/>
                    <a:pt x="78469" y="6597"/>
                    <a:pt x="82566" y="6597"/>
                  </a:cubicBezTo>
                  <a:close/>
                  <a:moveTo>
                    <a:pt x="82566" y="0"/>
                  </a:moveTo>
                  <a:cubicBezTo>
                    <a:pt x="76755" y="0"/>
                    <a:pt x="71230" y="2239"/>
                    <a:pt x="67062" y="6287"/>
                  </a:cubicBezTo>
                  <a:cubicBezTo>
                    <a:pt x="64109" y="9145"/>
                    <a:pt x="60204" y="10717"/>
                    <a:pt x="56131" y="10717"/>
                  </a:cubicBezTo>
                  <a:cubicBezTo>
                    <a:pt x="54464" y="10717"/>
                    <a:pt x="52559" y="10336"/>
                    <a:pt x="50773" y="10336"/>
                  </a:cubicBezTo>
                  <a:cubicBezTo>
                    <a:pt x="39914" y="10336"/>
                    <a:pt x="30674" y="18099"/>
                    <a:pt x="28792" y="28792"/>
                  </a:cubicBezTo>
                  <a:cubicBezTo>
                    <a:pt x="27959" y="33626"/>
                    <a:pt x="24982" y="37698"/>
                    <a:pt x="20672" y="39985"/>
                  </a:cubicBezTo>
                  <a:cubicBezTo>
                    <a:pt x="9979" y="45676"/>
                    <a:pt x="5764" y="58631"/>
                    <a:pt x="11098" y="69514"/>
                  </a:cubicBezTo>
                  <a:cubicBezTo>
                    <a:pt x="13242" y="73920"/>
                    <a:pt x="13242" y="78945"/>
                    <a:pt x="11098" y="83327"/>
                  </a:cubicBezTo>
                  <a:cubicBezTo>
                    <a:pt x="5764" y="94186"/>
                    <a:pt x="9979" y="107165"/>
                    <a:pt x="20672" y="112857"/>
                  </a:cubicBezTo>
                  <a:cubicBezTo>
                    <a:pt x="24982" y="115143"/>
                    <a:pt x="27959" y="119239"/>
                    <a:pt x="28792" y="124049"/>
                  </a:cubicBezTo>
                  <a:cubicBezTo>
                    <a:pt x="29459" y="127717"/>
                    <a:pt x="30936" y="131051"/>
                    <a:pt x="33079" y="133813"/>
                  </a:cubicBezTo>
                  <a:lnTo>
                    <a:pt x="25911" y="148078"/>
                  </a:lnTo>
                  <a:cubicBezTo>
                    <a:pt x="25101" y="149721"/>
                    <a:pt x="25744" y="151674"/>
                    <a:pt x="27364" y="152507"/>
                  </a:cubicBezTo>
                  <a:cubicBezTo>
                    <a:pt x="27850" y="152747"/>
                    <a:pt x="28365" y="152861"/>
                    <a:pt x="28871" y="152861"/>
                  </a:cubicBezTo>
                  <a:cubicBezTo>
                    <a:pt x="30076" y="152861"/>
                    <a:pt x="31230" y="152212"/>
                    <a:pt x="31817" y="151055"/>
                  </a:cubicBezTo>
                  <a:lnTo>
                    <a:pt x="38080" y="138576"/>
                  </a:lnTo>
                  <a:cubicBezTo>
                    <a:pt x="41724" y="141077"/>
                    <a:pt x="46106" y="142529"/>
                    <a:pt x="50773" y="142529"/>
                  </a:cubicBezTo>
                  <a:cubicBezTo>
                    <a:pt x="52762" y="142529"/>
                    <a:pt x="54653" y="142282"/>
                    <a:pt x="56551" y="142282"/>
                  </a:cubicBezTo>
                  <a:cubicBezTo>
                    <a:pt x="57880" y="142282"/>
                    <a:pt x="59212" y="142403"/>
                    <a:pt x="60585" y="142815"/>
                  </a:cubicBezTo>
                  <a:cubicBezTo>
                    <a:pt x="63038" y="143601"/>
                    <a:pt x="65300" y="144911"/>
                    <a:pt x="67181" y="146697"/>
                  </a:cubicBezTo>
                  <a:cubicBezTo>
                    <a:pt x="71301" y="150626"/>
                    <a:pt x="76707" y="152817"/>
                    <a:pt x="82375" y="152865"/>
                  </a:cubicBezTo>
                  <a:lnTo>
                    <a:pt x="82494" y="152865"/>
                  </a:lnTo>
                  <a:lnTo>
                    <a:pt x="50297" y="216830"/>
                  </a:lnTo>
                  <a:lnTo>
                    <a:pt x="36104" y="196683"/>
                  </a:lnTo>
                  <a:cubicBezTo>
                    <a:pt x="35465" y="195793"/>
                    <a:pt x="34432" y="195275"/>
                    <a:pt x="33342" y="195275"/>
                  </a:cubicBezTo>
                  <a:cubicBezTo>
                    <a:pt x="33294" y="195275"/>
                    <a:pt x="33246" y="195276"/>
                    <a:pt x="33198" y="195278"/>
                  </a:cubicBezTo>
                  <a:lnTo>
                    <a:pt x="8788" y="196659"/>
                  </a:lnTo>
                  <a:lnTo>
                    <a:pt x="8788" y="196659"/>
                  </a:lnTo>
                  <a:lnTo>
                    <a:pt x="25935" y="162629"/>
                  </a:lnTo>
                  <a:cubicBezTo>
                    <a:pt x="26816" y="160962"/>
                    <a:pt x="26149" y="158961"/>
                    <a:pt x="24506" y="158175"/>
                  </a:cubicBezTo>
                  <a:cubicBezTo>
                    <a:pt x="24027" y="157936"/>
                    <a:pt x="23517" y="157821"/>
                    <a:pt x="23014" y="157821"/>
                  </a:cubicBezTo>
                  <a:cubicBezTo>
                    <a:pt x="21817" y="157821"/>
                    <a:pt x="20663" y="158471"/>
                    <a:pt x="20076" y="159628"/>
                  </a:cubicBezTo>
                  <a:cubicBezTo>
                    <a:pt x="20076" y="159628"/>
                    <a:pt x="1668" y="196159"/>
                    <a:pt x="1620" y="196231"/>
                  </a:cubicBezTo>
                  <a:cubicBezTo>
                    <a:pt x="0" y="199470"/>
                    <a:pt x="2427" y="203361"/>
                    <a:pt x="5974" y="203361"/>
                  </a:cubicBezTo>
                  <a:cubicBezTo>
                    <a:pt x="6078" y="203361"/>
                    <a:pt x="6182" y="203358"/>
                    <a:pt x="6288" y="203351"/>
                  </a:cubicBezTo>
                  <a:lnTo>
                    <a:pt x="31745" y="201922"/>
                  </a:lnTo>
                  <a:cubicBezTo>
                    <a:pt x="31745" y="201922"/>
                    <a:pt x="46439" y="222784"/>
                    <a:pt x="46487" y="222855"/>
                  </a:cubicBezTo>
                  <a:cubicBezTo>
                    <a:pt x="47453" y="224239"/>
                    <a:pt x="48971" y="224908"/>
                    <a:pt x="50486" y="224908"/>
                  </a:cubicBezTo>
                  <a:cubicBezTo>
                    <a:pt x="52256" y="224908"/>
                    <a:pt x="54021" y="223994"/>
                    <a:pt x="54893" y="222236"/>
                  </a:cubicBezTo>
                  <a:lnTo>
                    <a:pt x="82566" y="167344"/>
                  </a:lnTo>
                  <a:cubicBezTo>
                    <a:pt x="82566" y="167344"/>
                    <a:pt x="110167" y="222141"/>
                    <a:pt x="110214" y="222236"/>
                  </a:cubicBezTo>
                  <a:cubicBezTo>
                    <a:pt x="111098" y="223991"/>
                    <a:pt x="112858" y="224899"/>
                    <a:pt x="114626" y="224899"/>
                  </a:cubicBezTo>
                  <a:cubicBezTo>
                    <a:pt x="116143" y="224899"/>
                    <a:pt x="117665" y="224230"/>
                    <a:pt x="118645" y="222855"/>
                  </a:cubicBezTo>
                  <a:lnTo>
                    <a:pt x="133386" y="201922"/>
                  </a:lnTo>
                  <a:cubicBezTo>
                    <a:pt x="133386" y="201922"/>
                    <a:pt x="158772" y="203351"/>
                    <a:pt x="158820" y="203351"/>
                  </a:cubicBezTo>
                  <a:cubicBezTo>
                    <a:pt x="158916" y="203357"/>
                    <a:pt x="159011" y="203359"/>
                    <a:pt x="159105" y="203359"/>
                  </a:cubicBezTo>
                  <a:cubicBezTo>
                    <a:pt x="162690" y="203359"/>
                    <a:pt x="165135" y="199456"/>
                    <a:pt x="163511" y="196231"/>
                  </a:cubicBezTo>
                  <a:lnTo>
                    <a:pt x="154295" y="177965"/>
                  </a:lnTo>
                  <a:cubicBezTo>
                    <a:pt x="153742" y="176809"/>
                    <a:pt x="152588" y="176148"/>
                    <a:pt x="151380" y="176148"/>
                  </a:cubicBezTo>
                  <a:cubicBezTo>
                    <a:pt x="150871" y="176148"/>
                    <a:pt x="150352" y="176265"/>
                    <a:pt x="149865" y="176512"/>
                  </a:cubicBezTo>
                  <a:cubicBezTo>
                    <a:pt x="148222" y="177298"/>
                    <a:pt x="147579" y="179299"/>
                    <a:pt x="148413" y="180942"/>
                  </a:cubicBezTo>
                  <a:lnTo>
                    <a:pt x="156319" y="196635"/>
                  </a:lnTo>
                  <a:lnTo>
                    <a:pt x="156319" y="196635"/>
                  </a:lnTo>
                  <a:lnTo>
                    <a:pt x="131909" y="195254"/>
                  </a:lnTo>
                  <a:cubicBezTo>
                    <a:pt x="131862" y="195252"/>
                    <a:pt x="131815" y="195251"/>
                    <a:pt x="131768" y="195251"/>
                  </a:cubicBezTo>
                  <a:cubicBezTo>
                    <a:pt x="130697" y="195251"/>
                    <a:pt x="129644" y="195769"/>
                    <a:pt x="129028" y="196659"/>
                  </a:cubicBezTo>
                  <a:lnTo>
                    <a:pt x="114834" y="216806"/>
                  </a:lnTo>
                  <a:lnTo>
                    <a:pt x="86233" y="160033"/>
                  </a:lnTo>
                  <a:lnTo>
                    <a:pt x="90591" y="151341"/>
                  </a:lnTo>
                  <a:cubicBezTo>
                    <a:pt x="91591" y="150960"/>
                    <a:pt x="92568" y="150507"/>
                    <a:pt x="93473" y="149983"/>
                  </a:cubicBezTo>
                  <a:cubicBezTo>
                    <a:pt x="95140" y="149054"/>
                    <a:pt x="96664" y="147887"/>
                    <a:pt x="98045" y="146578"/>
                  </a:cubicBezTo>
                  <a:cubicBezTo>
                    <a:pt x="100999" y="143731"/>
                    <a:pt x="104969" y="142193"/>
                    <a:pt x="109052" y="142193"/>
                  </a:cubicBezTo>
                  <a:cubicBezTo>
                    <a:pt x="109479" y="142193"/>
                    <a:pt x="109906" y="142210"/>
                    <a:pt x="110333" y="142243"/>
                  </a:cubicBezTo>
                  <a:cubicBezTo>
                    <a:pt x="111667" y="142363"/>
                    <a:pt x="113024" y="142529"/>
                    <a:pt x="114358" y="142529"/>
                  </a:cubicBezTo>
                  <a:cubicBezTo>
                    <a:pt x="119026" y="142529"/>
                    <a:pt x="123431" y="141077"/>
                    <a:pt x="127027" y="138576"/>
                  </a:cubicBezTo>
                  <a:lnTo>
                    <a:pt x="142602" y="169487"/>
                  </a:lnTo>
                  <a:cubicBezTo>
                    <a:pt x="143174" y="170631"/>
                    <a:pt x="144340" y="171300"/>
                    <a:pt x="145547" y="171300"/>
                  </a:cubicBezTo>
                  <a:cubicBezTo>
                    <a:pt x="146048" y="171300"/>
                    <a:pt x="146556" y="171184"/>
                    <a:pt x="147031" y="170940"/>
                  </a:cubicBezTo>
                  <a:cubicBezTo>
                    <a:pt x="148675" y="170106"/>
                    <a:pt x="149341" y="168130"/>
                    <a:pt x="148508" y="166510"/>
                  </a:cubicBezTo>
                  <a:lnTo>
                    <a:pt x="132028" y="133813"/>
                  </a:lnTo>
                  <a:cubicBezTo>
                    <a:pt x="134172" y="131051"/>
                    <a:pt x="135696" y="127717"/>
                    <a:pt x="136315" y="124049"/>
                  </a:cubicBezTo>
                  <a:cubicBezTo>
                    <a:pt x="137148" y="119239"/>
                    <a:pt x="140125" y="115143"/>
                    <a:pt x="144459" y="112857"/>
                  </a:cubicBezTo>
                  <a:cubicBezTo>
                    <a:pt x="155128" y="107165"/>
                    <a:pt x="159367" y="94234"/>
                    <a:pt x="154033" y="83327"/>
                  </a:cubicBezTo>
                  <a:cubicBezTo>
                    <a:pt x="151890" y="78921"/>
                    <a:pt x="151890" y="73896"/>
                    <a:pt x="154033" y="69514"/>
                  </a:cubicBezTo>
                  <a:cubicBezTo>
                    <a:pt x="159367" y="58655"/>
                    <a:pt x="155128" y="45676"/>
                    <a:pt x="144459" y="39985"/>
                  </a:cubicBezTo>
                  <a:cubicBezTo>
                    <a:pt x="140125" y="37698"/>
                    <a:pt x="137148" y="33626"/>
                    <a:pt x="136315" y="28792"/>
                  </a:cubicBezTo>
                  <a:cubicBezTo>
                    <a:pt x="134457" y="18075"/>
                    <a:pt x="125217" y="10336"/>
                    <a:pt x="114358" y="10336"/>
                  </a:cubicBezTo>
                  <a:cubicBezTo>
                    <a:pt x="112572" y="10336"/>
                    <a:pt x="110786" y="10717"/>
                    <a:pt x="109000" y="10717"/>
                  </a:cubicBezTo>
                  <a:cubicBezTo>
                    <a:pt x="104880" y="10717"/>
                    <a:pt x="101022" y="9145"/>
                    <a:pt x="98069" y="6287"/>
                  </a:cubicBezTo>
                  <a:cubicBezTo>
                    <a:pt x="93877" y="2239"/>
                    <a:pt x="88376" y="0"/>
                    <a:pt x="82566"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943" name="Google Shape;2943;p45"/>
          <p:cNvGrpSpPr/>
          <p:nvPr/>
        </p:nvGrpSpPr>
        <p:grpSpPr>
          <a:xfrm>
            <a:off x="6299444" y="2835899"/>
            <a:ext cx="316970" cy="328583"/>
            <a:chOff x="6299444" y="2835899"/>
            <a:chExt cx="316970" cy="328583"/>
          </a:xfrm>
        </p:grpSpPr>
        <p:sp>
          <p:nvSpPr>
            <p:cNvPr id="2944" name="Google Shape;2944;p45"/>
            <p:cNvSpPr/>
            <p:nvPr/>
          </p:nvSpPr>
          <p:spPr>
            <a:xfrm>
              <a:off x="6374313" y="2848798"/>
              <a:ext cx="72302" cy="43528"/>
            </a:xfrm>
            <a:custGeom>
              <a:avLst/>
              <a:gdLst/>
              <a:ahLst/>
              <a:cxnLst/>
              <a:rect l="l" t="t" r="r" b="b"/>
              <a:pathLst>
                <a:path w="49607" h="29865" extrusionOk="0">
                  <a:moveTo>
                    <a:pt x="1" y="1"/>
                  </a:moveTo>
                  <a:lnTo>
                    <a:pt x="1" y="29864"/>
                  </a:lnTo>
                  <a:lnTo>
                    <a:pt x="49606" y="29864"/>
                  </a:lnTo>
                  <a:lnTo>
                    <a:pt x="36246" y="14932"/>
                  </a:lnTo>
                  <a:lnTo>
                    <a:pt x="49606" y="1"/>
                  </a:lnTo>
                  <a:close/>
                </a:path>
              </a:pathLst>
            </a:custGeom>
            <a:solidFill>
              <a:srgbClr val="FF89A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5" name="Google Shape;2945;p45"/>
            <p:cNvSpPr/>
            <p:nvPr/>
          </p:nvSpPr>
          <p:spPr>
            <a:xfrm>
              <a:off x="6374313" y="2848798"/>
              <a:ext cx="19856" cy="43528"/>
            </a:xfrm>
            <a:custGeom>
              <a:avLst/>
              <a:gdLst/>
              <a:ahLst/>
              <a:cxnLst/>
              <a:rect l="l" t="t" r="r" b="b"/>
              <a:pathLst>
                <a:path w="13623" h="29865" extrusionOk="0">
                  <a:moveTo>
                    <a:pt x="1" y="1"/>
                  </a:moveTo>
                  <a:lnTo>
                    <a:pt x="1" y="29864"/>
                  </a:lnTo>
                  <a:lnTo>
                    <a:pt x="13623" y="29864"/>
                  </a:lnTo>
                  <a:lnTo>
                    <a:pt x="13623" y="1"/>
                  </a:lnTo>
                  <a:close/>
                </a:path>
              </a:pathLst>
            </a:custGeom>
            <a:solidFill>
              <a:srgbClr val="000000">
                <a:alpha val="84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6" name="Google Shape;2946;p45"/>
            <p:cNvSpPr/>
            <p:nvPr/>
          </p:nvSpPr>
          <p:spPr>
            <a:xfrm>
              <a:off x="6314821" y="2938765"/>
              <a:ext cx="286182" cy="201177"/>
            </a:xfrm>
            <a:custGeom>
              <a:avLst/>
              <a:gdLst/>
              <a:ahLst/>
              <a:cxnLst/>
              <a:rect l="l" t="t" r="r" b="b"/>
              <a:pathLst>
                <a:path w="196351" h="138029" extrusionOk="0">
                  <a:moveTo>
                    <a:pt x="98164" y="1"/>
                  </a:moveTo>
                  <a:lnTo>
                    <a:pt x="1" y="13384"/>
                  </a:lnTo>
                  <a:lnTo>
                    <a:pt x="1" y="124621"/>
                  </a:lnTo>
                  <a:lnTo>
                    <a:pt x="98164" y="138029"/>
                  </a:lnTo>
                  <a:lnTo>
                    <a:pt x="196351" y="124621"/>
                  </a:lnTo>
                  <a:lnTo>
                    <a:pt x="196351" y="13384"/>
                  </a:lnTo>
                  <a:lnTo>
                    <a:pt x="98164" y="1"/>
                  </a:lnTo>
                  <a:close/>
                </a:path>
              </a:pathLst>
            </a:custGeom>
            <a:solidFill>
              <a:srgbClr val="FFC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7" name="Google Shape;2947;p45"/>
            <p:cNvSpPr/>
            <p:nvPr/>
          </p:nvSpPr>
          <p:spPr>
            <a:xfrm>
              <a:off x="6314821" y="2938696"/>
              <a:ext cx="286182" cy="35578"/>
            </a:xfrm>
            <a:custGeom>
              <a:avLst/>
              <a:gdLst/>
              <a:ahLst/>
              <a:cxnLst/>
              <a:rect l="l" t="t" r="r" b="b"/>
              <a:pathLst>
                <a:path w="196351" h="24410" extrusionOk="0">
                  <a:moveTo>
                    <a:pt x="98164" y="0"/>
                  </a:moveTo>
                  <a:lnTo>
                    <a:pt x="1" y="13431"/>
                  </a:lnTo>
                  <a:lnTo>
                    <a:pt x="1" y="24410"/>
                  </a:lnTo>
                  <a:lnTo>
                    <a:pt x="196351" y="24410"/>
                  </a:lnTo>
                  <a:lnTo>
                    <a:pt x="196351" y="13431"/>
                  </a:lnTo>
                  <a:lnTo>
                    <a:pt x="98164" y="0"/>
                  </a:lnTo>
                  <a:close/>
                </a:path>
              </a:pathLst>
            </a:custGeom>
            <a:solidFill>
              <a:srgbClr val="ECB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8" name="Google Shape;2948;p45"/>
            <p:cNvSpPr/>
            <p:nvPr/>
          </p:nvSpPr>
          <p:spPr>
            <a:xfrm>
              <a:off x="6304512" y="2919224"/>
              <a:ext cx="307355" cy="39049"/>
            </a:xfrm>
            <a:custGeom>
              <a:avLst/>
              <a:gdLst/>
              <a:ahLst/>
              <a:cxnLst/>
              <a:rect l="l" t="t" r="r" b="b"/>
              <a:pathLst>
                <a:path w="210878" h="26792" extrusionOk="0">
                  <a:moveTo>
                    <a:pt x="7240" y="0"/>
                  </a:moveTo>
                  <a:cubicBezTo>
                    <a:pt x="3263" y="0"/>
                    <a:pt x="1" y="3239"/>
                    <a:pt x="1" y="7240"/>
                  </a:cubicBezTo>
                  <a:lnTo>
                    <a:pt x="1" y="19552"/>
                  </a:lnTo>
                  <a:cubicBezTo>
                    <a:pt x="1" y="23553"/>
                    <a:pt x="3240" y="26791"/>
                    <a:pt x="7240" y="26791"/>
                  </a:cubicBezTo>
                  <a:lnTo>
                    <a:pt x="203662" y="26791"/>
                  </a:lnTo>
                  <a:cubicBezTo>
                    <a:pt x="207639" y="26791"/>
                    <a:pt x="210878" y="23553"/>
                    <a:pt x="210878" y="19552"/>
                  </a:cubicBezTo>
                  <a:lnTo>
                    <a:pt x="210878" y="7192"/>
                  </a:lnTo>
                  <a:cubicBezTo>
                    <a:pt x="210878" y="3215"/>
                    <a:pt x="207639" y="0"/>
                    <a:pt x="203662" y="0"/>
                  </a:cubicBezTo>
                  <a:close/>
                </a:path>
              </a:pathLst>
            </a:custGeom>
            <a:solidFill>
              <a:srgbClr val="FF89A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9" name="Google Shape;2949;p45"/>
            <p:cNvSpPr/>
            <p:nvPr/>
          </p:nvSpPr>
          <p:spPr>
            <a:xfrm>
              <a:off x="6508119" y="3014639"/>
              <a:ext cx="67928" cy="125511"/>
            </a:xfrm>
            <a:custGeom>
              <a:avLst/>
              <a:gdLst/>
              <a:ahLst/>
              <a:cxnLst/>
              <a:rect l="l" t="t" r="r" b="b"/>
              <a:pathLst>
                <a:path w="46606" h="86114" extrusionOk="0">
                  <a:moveTo>
                    <a:pt x="11265" y="1"/>
                  </a:moveTo>
                  <a:cubicBezTo>
                    <a:pt x="5049" y="1"/>
                    <a:pt x="0" y="5026"/>
                    <a:pt x="0" y="11241"/>
                  </a:cubicBezTo>
                  <a:lnTo>
                    <a:pt x="0" y="86114"/>
                  </a:lnTo>
                  <a:lnTo>
                    <a:pt x="46558" y="86114"/>
                  </a:lnTo>
                  <a:lnTo>
                    <a:pt x="46558" y="11217"/>
                  </a:lnTo>
                  <a:cubicBezTo>
                    <a:pt x="46605" y="5026"/>
                    <a:pt x="41533" y="1"/>
                    <a:pt x="35317" y="1"/>
                  </a:cubicBezTo>
                  <a:close/>
                </a:path>
              </a:pathLst>
            </a:custGeom>
            <a:solidFill>
              <a:srgbClr val="00B2B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0" name="Google Shape;2950;p45"/>
            <p:cNvSpPr/>
            <p:nvPr/>
          </p:nvSpPr>
          <p:spPr>
            <a:xfrm>
              <a:off x="6528008" y="3034458"/>
              <a:ext cx="27560" cy="85770"/>
            </a:xfrm>
            <a:custGeom>
              <a:avLst/>
              <a:gdLst/>
              <a:ahLst/>
              <a:cxnLst/>
              <a:rect l="l" t="t" r="r" b="b"/>
              <a:pathLst>
                <a:path w="18909" h="58847" extrusionOk="0">
                  <a:moveTo>
                    <a:pt x="0" y="1"/>
                  </a:moveTo>
                  <a:lnTo>
                    <a:pt x="0" y="58846"/>
                  </a:lnTo>
                  <a:lnTo>
                    <a:pt x="18909" y="58846"/>
                  </a:lnTo>
                  <a:lnTo>
                    <a:pt x="18909" y="1"/>
                  </a:lnTo>
                  <a:close/>
                </a:path>
              </a:pathLst>
            </a:custGeom>
            <a:solidFill>
              <a:srgbClr val="EFEDE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1" name="Google Shape;2951;p45"/>
            <p:cNvSpPr/>
            <p:nvPr/>
          </p:nvSpPr>
          <p:spPr>
            <a:xfrm>
              <a:off x="6329330" y="3029784"/>
              <a:ext cx="162615" cy="103738"/>
            </a:xfrm>
            <a:custGeom>
              <a:avLst/>
              <a:gdLst/>
              <a:ahLst/>
              <a:cxnLst/>
              <a:rect l="l" t="t" r="r" b="b"/>
              <a:pathLst>
                <a:path w="111571" h="71175" extrusionOk="0">
                  <a:moveTo>
                    <a:pt x="46452" y="0"/>
                  </a:moveTo>
                  <a:cubicBezTo>
                    <a:pt x="41100" y="0"/>
                    <a:pt x="35770" y="3941"/>
                    <a:pt x="35841" y="10590"/>
                  </a:cubicBezTo>
                  <a:cubicBezTo>
                    <a:pt x="33764" y="8894"/>
                    <a:pt x="31486" y="8159"/>
                    <a:pt x="29288" y="8159"/>
                  </a:cubicBezTo>
                  <a:cubicBezTo>
                    <a:pt x="22261" y="8159"/>
                    <a:pt x="16052" y="15676"/>
                    <a:pt x="19861" y="23331"/>
                  </a:cubicBezTo>
                  <a:cubicBezTo>
                    <a:pt x="18953" y="23113"/>
                    <a:pt x="18074" y="23012"/>
                    <a:pt x="17229" y="23012"/>
                  </a:cubicBezTo>
                  <a:cubicBezTo>
                    <a:pt x="7907" y="23012"/>
                    <a:pt x="2857" y="35431"/>
                    <a:pt x="11002" y="41763"/>
                  </a:cubicBezTo>
                  <a:cubicBezTo>
                    <a:pt x="0" y="44145"/>
                    <a:pt x="0" y="59838"/>
                    <a:pt x="11002" y="62220"/>
                  </a:cubicBezTo>
                  <a:lnTo>
                    <a:pt x="55797" y="71174"/>
                  </a:lnTo>
                  <a:lnTo>
                    <a:pt x="100592" y="62220"/>
                  </a:lnTo>
                  <a:cubicBezTo>
                    <a:pt x="111571" y="59791"/>
                    <a:pt x="111571" y="44145"/>
                    <a:pt x="100592" y="41763"/>
                  </a:cubicBezTo>
                  <a:cubicBezTo>
                    <a:pt x="108737" y="35431"/>
                    <a:pt x="103668" y="23012"/>
                    <a:pt x="94360" y="23012"/>
                  </a:cubicBezTo>
                  <a:cubicBezTo>
                    <a:pt x="93517" y="23012"/>
                    <a:pt x="92639" y="23113"/>
                    <a:pt x="91733" y="23331"/>
                  </a:cubicBezTo>
                  <a:cubicBezTo>
                    <a:pt x="95540" y="15645"/>
                    <a:pt x="89343" y="8152"/>
                    <a:pt x="82312" y="8152"/>
                  </a:cubicBezTo>
                  <a:cubicBezTo>
                    <a:pt x="80106" y="8152"/>
                    <a:pt x="77817" y="8890"/>
                    <a:pt x="75730" y="10590"/>
                  </a:cubicBezTo>
                  <a:cubicBezTo>
                    <a:pt x="75801" y="3941"/>
                    <a:pt x="70487" y="0"/>
                    <a:pt x="65145" y="0"/>
                  </a:cubicBezTo>
                  <a:cubicBezTo>
                    <a:pt x="61456" y="0"/>
                    <a:pt x="57753" y="1879"/>
                    <a:pt x="55797" y="6042"/>
                  </a:cubicBezTo>
                  <a:cubicBezTo>
                    <a:pt x="53852" y="1879"/>
                    <a:pt x="50147" y="0"/>
                    <a:pt x="4645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2" name="Google Shape;2952;p45"/>
            <p:cNvSpPr/>
            <p:nvPr/>
          </p:nvSpPr>
          <p:spPr>
            <a:xfrm>
              <a:off x="6357062" y="2979410"/>
              <a:ext cx="107566" cy="35231"/>
            </a:xfrm>
            <a:custGeom>
              <a:avLst/>
              <a:gdLst/>
              <a:ahLst/>
              <a:cxnLst/>
              <a:rect l="l" t="t" r="r" b="b"/>
              <a:pathLst>
                <a:path w="73802" h="24172" extrusionOk="0">
                  <a:moveTo>
                    <a:pt x="5716" y="0"/>
                  </a:moveTo>
                  <a:cubicBezTo>
                    <a:pt x="2573" y="0"/>
                    <a:pt x="1" y="2548"/>
                    <a:pt x="1" y="5716"/>
                  </a:cubicBezTo>
                  <a:lnTo>
                    <a:pt x="1" y="18456"/>
                  </a:lnTo>
                  <a:cubicBezTo>
                    <a:pt x="1" y="21600"/>
                    <a:pt x="2573" y="24172"/>
                    <a:pt x="5716" y="24172"/>
                  </a:cubicBezTo>
                  <a:lnTo>
                    <a:pt x="68086" y="24172"/>
                  </a:lnTo>
                  <a:cubicBezTo>
                    <a:pt x="71230" y="24172"/>
                    <a:pt x="73802" y="21600"/>
                    <a:pt x="73802" y="18456"/>
                  </a:cubicBezTo>
                  <a:lnTo>
                    <a:pt x="73802" y="5716"/>
                  </a:lnTo>
                  <a:cubicBezTo>
                    <a:pt x="73802" y="2548"/>
                    <a:pt x="71230" y="0"/>
                    <a:pt x="68086" y="0"/>
                  </a:cubicBezTo>
                  <a:close/>
                </a:path>
              </a:pathLst>
            </a:custGeom>
            <a:solidFill>
              <a:srgbClr val="EFEDE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3" name="Google Shape;2953;p45"/>
            <p:cNvSpPr/>
            <p:nvPr/>
          </p:nvSpPr>
          <p:spPr>
            <a:xfrm>
              <a:off x="6304512" y="3120226"/>
              <a:ext cx="307355" cy="39049"/>
            </a:xfrm>
            <a:custGeom>
              <a:avLst/>
              <a:gdLst/>
              <a:ahLst/>
              <a:cxnLst/>
              <a:rect l="l" t="t" r="r" b="b"/>
              <a:pathLst>
                <a:path w="210878" h="26792" extrusionOk="0">
                  <a:moveTo>
                    <a:pt x="7240" y="0"/>
                  </a:moveTo>
                  <a:cubicBezTo>
                    <a:pt x="3263" y="0"/>
                    <a:pt x="1" y="3263"/>
                    <a:pt x="1" y="7240"/>
                  </a:cubicBezTo>
                  <a:lnTo>
                    <a:pt x="1" y="19576"/>
                  </a:lnTo>
                  <a:cubicBezTo>
                    <a:pt x="1" y="23553"/>
                    <a:pt x="3240" y="26791"/>
                    <a:pt x="7240" y="26791"/>
                  </a:cubicBezTo>
                  <a:lnTo>
                    <a:pt x="203662" y="26791"/>
                  </a:lnTo>
                  <a:cubicBezTo>
                    <a:pt x="207639" y="26791"/>
                    <a:pt x="210878" y="23553"/>
                    <a:pt x="210878" y="19576"/>
                  </a:cubicBezTo>
                  <a:lnTo>
                    <a:pt x="210878" y="7240"/>
                  </a:lnTo>
                  <a:cubicBezTo>
                    <a:pt x="210878" y="3263"/>
                    <a:pt x="207639" y="0"/>
                    <a:pt x="203662" y="0"/>
                  </a:cubicBezTo>
                  <a:close/>
                </a:path>
              </a:pathLst>
            </a:custGeom>
            <a:solidFill>
              <a:srgbClr val="FF89A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4" name="Google Shape;2954;p45"/>
            <p:cNvSpPr/>
            <p:nvPr/>
          </p:nvSpPr>
          <p:spPr>
            <a:xfrm>
              <a:off x="6351891" y="2974898"/>
              <a:ext cx="117215" cy="44846"/>
            </a:xfrm>
            <a:custGeom>
              <a:avLst/>
              <a:gdLst/>
              <a:ahLst/>
              <a:cxnLst/>
              <a:rect l="l" t="t" r="r" b="b"/>
              <a:pathLst>
                <a:path w="80422" h="30769" extrusionOk="0">
                  <a:moveTo>
                    <a:pt x="71396" y="6597"/>
                  </a:moveTo>
                  <a:cubicBezTo>
                    <a:pt x="72730" y="6597"/>
                    <a:pt x="73802" y="7669"/>
                    <a:pt x="73802" y="9026"/>
                  </a:cubicBezTo>
                  <a:lnTo>
                    <a:pt x="73802" y="21767"/>
                  </a:lnTo>
                  <a:cubicBezTo>
                    <a:pt x="73802" y="23100"/>
                    <a:pt x="72730" y="24172"/>
                    <a:pt x="71396" y="24172"/>
                  </a:cubicBezTo>
                  <a:lnTo>
                    <a:pt x="9026" y="24172"/>
                  </a:lnTo>
                  <a:cubicBezTo>
                    <a:pt x="7693" y="24172"/>
                    <a:pt x="6621" y="23100"/>
                    <a:pt x="6621" y="21767"/>
                  </a:cubicBezTo>
                  <a:lnTo>
                    <a:pt x="6621" y="9026"/>
                  </a:lnTo>
                  <a:cubicBezTo>
                    <a:pt x="6621" y="7669"/>
                    <a:pt x="7693" y="6597"/>
                    <a:pt x="9026" y="6597"/>
                  </a:cubicBezTo>
                  <a:close/>
                  <a:moveTo>
                    <a:pt x="9026" y="0"/>
                  </a:moveTo>
                  <a:cubicBezTo>
                    <a:pt x="4049" y="0"/>
                    <a:pt x="1" y="4049"/>
                    <a:pt x="1" y="9026"/>
                  </a:cubicBezTo>
                  <a:lnTo>
                    <a:pt x="1" y="21767"/>
                  </a:lnTo>
                  <a:cubicBezTo>
                    <a:pt x="48" y="26720"/>
                    <a:pt x="4049" y="30769"/>
                    <a:pt x="9026" y="30769"/>
                  </a:cubicBezTo>
                  <a:lnTo>
                    <a:pt x="71396" y="30769"/>
                  </a:lnTo>
                  <a:cubicBezTo>
                    <a:pt x="76374" y="30769"/>
                    <a:pt x="80422" y="26720"/>
                    <a:pt x="80422" y="21767"/>
                  </a:cubicBezTo>
                  <a:lnTo>
                    <a:pt x="80422" y="9026"/>
                  </a:lnTo>
                  <a:cubicBezTo>
                    <a:pt x="80422" y="4049"/>
                    <a:pt x="76374" y="0"/>
                    <a:pt x="71396"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5" name="Google Shape;2955;p45"/>
            <p:cNvSpPr/>
            <p:nvPr/>
          </p:nvSpPr>
          <p:spPr>
            <a:xfrm>
              <a:off x="6299444" y="2835899"/>
              <a:ext cx="316970" cy="328583"/>
            </a:xfrm>
            <a:custGeom>
              <a:avLst/>
              <a:gdLst/>
              <a:ahLst/>
              <a:cxnLst/>
              <a:rect l="l" t="t" r="r" b="b"/>
              <a:pathLst>
                <a:path w="217475" h="225443" extrusionOk="0">
                  <a:moveTo>
                    <a:pt x="93785" y="11947"/>
                  </a:moveTo>
                  <a:lnTo>
                    <a:pt x="85376" y="21353"/>
                  </a:lnTo>
                  <a:cubicBezTo>
                    <a:pt x="84233" y="22616"/>
                    <a:pt x="84233" y="24521"/>
                    <a:pt x="85376" y="25807"/>
                  </a:cubicBezTo>
                  <a:lnTo>
                    <a:pt x="93806" y="35237"/>
                  </a:lnTo>
                  <a:lnTo>
                    <a:pt x="54893" y="35237"/>
                  </a:lnTo>
                  <a:lnTo>
                    <a:pt x="54893" y="11947"/>
                  </a:lnTo>
                  <a:close/>
                  <a:moveTo>
                    <a:pt x="172632" y="139306"/>
                  </a:moveTo>
                  <a:lnTo>
                    <a:pt x="172632" y="191578"/>
                  </a:lnTo>
                  <a:lnTo>
                    <a:pt x="160320" y="191578"/>
                  </a:lnTo>
                  <a:lnTo>
                    <a:pt x="160320" y="139306"/>
                  </a:lnTo>
                  <a:close/>
                  <a:moveTo>
                    <a:pt x="203829" y="87033"/>
                  </a:moveTo>
                  <a:lnTo>
                    <a:pt x="203829" y="191578"/>
                  </a:lnTo>
                  <a:lnTo>
                    <a:pt x="192851" y="191578"/>
                  </a:lnTo>
                  <a:lnTo>
                    <a:pt x="192851" y="133638"/>
                  </a:lnTo>
                  <a:cubicBezTo>
                    <a:pt x="192851" y="125613"/>
                    <a:pt x="186325" y="119111"/>
                    <a:pt x="178324" y="119111"/>
                  </a:cubicBezTo>
                  <a:lnTo>
                    <a:pt x="154223" y="119111"/>
                  </a:lnTo>
                  <a:cubicBezTo>
                    <a:pt x="146198" y="119111"/>
                    <a:pt x="139697" y="125636"/>
                    <a:pt x="139697" y="133638"/>
                  </a:cubicBezTo>
                  <a:lnTo>
                    <a:pt x="139697" y="191578"/>
                  </a:lnTo>
                  <a:lnTo>
                    <a:pt x="130885" y="191578"/>
                  </a:lnTo>
                  <a:cubicBezTo>
                    <a:pt x="132052" y="189554"/>
                    <a:pt x="132671" y="187197"/>
                    <a:pt x="132671" y="184672"/>
                  </a:cubicBezTo>
                  <a:cubicBezTo>
                    <a:pt x="132671" y="179838"/>
                    <a:pt x="130361" y="175670"/>
                    <a:pt x="126599" y="173218"/>
                  </a:cubicBezTo>
                  <a:cubicBezTo>
                    <a:pt x="128932" y="169360"/>
                    <a:pt x="129194" y="164597"/>
                    <a:pt x="127123" y="160263"/>
                  </a:cubicBezTo>
                  <a:cubicBezTo>
                    <a:pt x="125027" y="155905"/>
                    <a:pt x="121121" y="153142"/>
                    <a:pt x="116668" y="152571"/>
                  </a:cubicBezTo>
                  <a:cubicBezTo>
                    <a:pt x="117073" y="148117"/>
                    <a:pt x="115263" y="143712"/>
                    <a:pt x="111476" y="140711"/>
                  </a:cubicBezTo>
                  <a:cubicBezTo>
                    <a:pt x="108907" y="138645"/>
                    <a:pt x="105892" y="137624"/>
                    <a:pt x="102882" y="137624"/>
                  </a:cubicBezTo>
                  <a:cubicBezTo>
                    <a:pt x="101484" y="137624"/>
                    <a:pt x="100087" y="137844"/>
                    <a:pt x="98736" y="138282"/>
                  </a:cubicBezTo>
                  <a:cubicBezTo>
                    <a:pt x="97188" y="134091"/>
                    <a:pt x="93616" y="130899"/>
                    <a:pt x="88924" y="129828"/>
                  </a:cubicBezTo>
                  <a:cubicBezTo>
                    <a:pt x="87833" y="129580"/>
                    <a:pt x="86749" y="129459"/>
                    <a:pt x="85688" y="129459"/>
                  </a:cubicBezTo>
                  <a:cubicBezTo>
                    <a:pt x="82163" y="129459"/>
                    <a:pt x="78881" y="130788"/>
                    <a:pt x="76374" y="133186"/>
                  </a:cubicBezTo>
                  <a:cubicBezTo>
                    <a:pt x="73885" y="130788"/>
                    <a:pt x="70608" y="129459"/>
                    <a:pt x="67083" y="129459"/>
                  </a:cubicBezTo>
                  <a:cubicBezTo>
                    <a:pt x="66022" y="129459"/>
                    <a:pt x="64939" y="129580"/>
                    <a:pt x="63847" y="129828"/>
                  </a:cubicBezTo>
                  <a:cubicBezTo>
                    <a:pt x="59156" y="130899"/>
                    <a:pt x="55584" y="134091"/>
                    <a:pt x="54036" y="138282"/>
                  </a:cubicBezTo>
                  <a:cubicBezTo>
                    <a:pt x="52676" y="137834"/>
                    <a:pt x="51270" y="137608"/>
                    <a:pt x="49864" y="137608"/>
                  </a:cubicBezTo>
                  <a:cubicBezTo>
                    <a:pt x="46862" y="137608"/>
                    <a:pt x="43858" y="138635"/>
                    <a:pt x="41295" y="140711"/>
                  </a:cubicBezTo>
                  <a:cubicBezTo>
                    <a:pt x="37509" y="143712"/>
                    <a:pt x="35699" y="148117"/>
                    <a:pt x="36104" y="152571"/>
                  </a:cubicBezTo>
                  <a:cubicBezTo>
                    <a:pt x="31650" y="153166"/>
                    <a:pt x="27769" y="155905"/>
                    <a:pt x="25649" y="160263"/>
                  </a:cubicBezTo>
                  <a:cubicBezTo>
                    <a:pt x="23577" y="164597"/>
                    <a:pt x="23839" y="169360"/>
                    <a:pt x="26173" y="173218"/>
                  </a:cubicBezTo>
                  <a:cubicBezTo>
                    <a:pt x="22410" y="175647"/>
                    <a:pt x="20100" y="179838"/>
                    <a:pt x="20100" y="184672"/>
                  </a:cubicBezTo>
                  <a:cubicBezTo>
                    <a:pt x="20100" y="187197"/>
                    <a:pt x="20743" y="189554"/>
                    <a:pt x="21886" y="191578"/>
                  </a:cubicBezTo>
                  <a:lnTo>
                    <a:pt x="14051" y="191578"/>
                  </a:lnTo>
                  <a:lnTo>
                    <a:pt x="14051" y="87033"/>
                  </a:lnTo>
                  <a:close/>
                  <a:moveTo>
                    <a:pt x="178300" y="125684"/>
                  </a:moveTo>
                  <a:cubicBezTo>
                    <a:pt x="182682" y="125684"/>
                    <a:pt x="186254" y="129256"/>
                    <a:pt x="186254" y="133638"/>
                  </a:cubicBezTo>
                  <a:lnTo>
                    <a:pt x="186254" y="191578"/>
                  </a:lnTo>
                  <a:lnTo>
                    <a:pt x="179229" y="191578"/>
                  </a:lnTo>
                  <a:lnTo>
                    <a:pt x="179229" y="136020"/>
                  </a:lnTo>
                  <a:cubicBezTo>
                    <a:pt x="179229" y="134210"/>
                    <a:pt x="177752" y="132709"/>
                    <a:pt x="175918" y="132709"/>
                  </a:cubicBezTo>
                  <a:lnTo>
                    <a:pt x="157057" y="132709"/>
                  </a:lnTo>
                  <a:cubicBezTo>
                    <a:pt x="155247" y="132709"/>
                    <a:pt x="153747" y="134210"/>
                    <a:pt x="153747" y="136020"/>
                  </a:cubicBezTo>
                  <a:lnTo>
                    <a:pt x="153747" y="191602"/>
                  </a:lnTo>
                  <a:lnTo>
                    <a:pt x="146269" y="191602"/>
                  </a:lnTo>
                  <a:lnTo>
                    <a:pt x="146269" y="133638"/>
                  </a:lnTo>
                  <a:cubicBezTo>
                    <a:pt x="146269" y="129256"/>
                    <a:pt x="149842" y="125684"/>
                    <a:pt x="154223" y="125684"/>
                  </a:cubicBezTo>
                  <a:close/>
                  <a:moveTo>
                    <a:pt x="85466" y="136504"/>
                  </a:moveTo>
                  <a:cubicBezTo>
                    <a:pt x="89137" y="136504"/>
                    <a:pt x="92824" y="139152"/>
                    <a:pt x="92782" y="143640"/>
                  </a:cubicBezTo>
                  <a:cubicBezTo>
                    <a:pt x="92765" y="145590"/>
                    <a:pt x="94414" y="146961"/>
                    <a:pt x="96148" y="146961"/>
                  </a:cubicBezTo>
                  <a:cubicBezTo>
                    <a:pt x="96849" y="146961"/>
                    <a:pt x="97564" y="146737"/>
                    <a:pt x="98188" y="146236"/>
                  </a:cubicBezTo>
                  <a:cubicBezTo>
                    <a:pt x="99562" y="145119"/>
                    <a:pt x="101078" y="144634"/>
                    <a:pt x="102550" y="144634"/>
                  </a:cubicBezTo>
                  <a:cubicBezTo>
                    <a:pt x="107354" y="144634"/>
                    <a:pt x="111695" y="149793"/>
                    <a:pt x="109143" y="154952"/>
                  </a:cubicBezTo>
                  <a:cubicBezTo>
                    <a:pt x="108021" y="157174"/>
                    <a:pt x="109811" y="159729"/>
                    <a:pt x="112124" y="159729"/>
                  </a:cubicBezTo>
                  <a:cubicBezTo>
                    <a:pt x="112364" y="159729"/>
                    <a:pt x="112609" y="159702"/>
                    <a:pt x="112858" y="159643"/>
                  </a:cubicBezTo>
                  <a:cubicBezTo>
                    <a:pt x="113451" y="159499"/>
                    <a:pt x="114028" y="159432"/>
                    <a:pt x="114584" y="159432"/>
                  </a:cubicBezTo>
                  <a:cubicBezTo>
                    <a:pt x="120832" y="159432"/>
                    <a:pt x="124419" y="167957"/>
                    <a:pt x="118930" y="172265"/>
                  </a:cubicBezTo>
                  <a:cubicBezTo>
                    <a:pt x="116763" y="173956"/>
                    <a:pt x="117597" y="177504"/>
                    <a:pt x="120264" y="178052"/>
                  </a:cubicBezTo>
                  <a:cubicBezTo>
                    <a:pt x="127361" y="179600"/>
                    <a:pt x="127766" y="190150"/>
                    <a:pt x="120597" y="191983"/>
                  </a:cubicBezTo>
                  <a:lnTo>
                    <a:pt x="62490" y="191983"/>
                  </a:lnTo>
                  <a:cubicBezTo>
                    <a:pt x="61395" y="191983"/>
                    <a:pt x="60347" y="192579"/>
                    <a:pt x="59847" y="193603"/>
                  </a:cubicBezTo>
                  <a:cubicBezTo>
                    <a:pt x="58561" y="196103"/>
                    <a:pt x="60347" y="198604"/>
                    <a:pt x="62704" y="198604"/>
                  </a:cubicBezTo>
                  <a:lnTo>
                    <a:pt x="207020" y="198604"/>
                  </a:lnTo>
                  <a:cubicBezTo>
                    <a:pt x="209187" y="198604"/>
                    <a:pt x="210950" y="200366"/>
                    <a:pt x="210950" y="202533"/>
                  </a:cubicBezTo>
                  <a:lnTo>
                    <a:pt x="210854" y="214893"/>
                  </a:lnTo>
                  <a:cubicBezTo>
                    <a:pt x="210854" y="217060"/>
                    <a:pt x="209092" y="218822"/>
                    <a:pt x="206925" y="218822"/>
                  </a:cubicBezTo>
                  <a:lnTo>
                    <a:pt x="10503" y="218822"/>
                  </a:lnTo>
                  <a:cubicBezTo>
                    <a:pt x="8336" y="218822"/>
                    <a:pt x="6574" y="217060"/>
                    <a:pt x="6574" y="214893"/>
                  </a:cubicBezTo>
                  <a:lnTo>
                    <a:pt x="6574" y="202057"/>
                  </a:lnTo>
                  <a:cubicBezTo>
                    <a:pt x="6574" y="200152"/>
                    <a:pt x="8122" y="198604"/>
                    <a:pt x="10027" y="198604"/>
                  </a:cubicBezTo>
                  <a:lnTo>
                    <a:pt x="49630" y="198604"/>
                  </a:lnTo>
                  <a:cubicBezTo>
                    <a:pt x="50726" y="198604"/>
                    <a:pt x="51774" y="198008"/>
                    <a:pt x="52274" y="196984"/>
                  </a:cubicBezTo>
                  <a:cubicBezTo>
                    <a:pt x="53560" y="194484"/>
                    <a:pt x="51774" y="191983"/>
                    <a:pt x="49416" y="191983"/>
                  </a:cubicBezTo>
                  <a:lnTo>
                    <a:pt x="31698" y="191983"/>
                  </a:lnTo>
                  <a:cubicBezTo>
                    <a:pt x="27769" y="190983"/>
                    <a:pt x="26387" y="187673"/>
                    <a:pt x="26387" y="185053"/>
                  </a:cubicBezTo>
                  <a:cubicBezTo>
                    <a:pt x="26387" y="182386"/>
                    <a:pt x="27864" y="178957"/>
                    <a:pt x="32031" y="178052"/>
                  </a:cubicBezTo>
                  <a:cubicBezTo>
                    <a:pt x="34722" y="177457"/>
                    <a:pt x="35508" y="173932"/>
                    <a:pt x="33365" y="172265"/>
                  </a:cubicBezTo>
                  <a:cubicBezTo>
                    <a:pt x="27959" y="168041"/>
                    <a:pt x="31383" y="159434"/>
                    <a:pt x="37702" y="159434"/>
                  </a:cubicBezTo>
                  <a:cubicBezTo>
                    <a:pt x="38259" y="159434"/>
                    <a:pt x="38839" y="159501"/>
                    <a:pt x="39438" y="159643"/>
                  </a:cubicBezTo>
                  <a:cubicBezTo>
                    <a:pt x="39692" y="159702"/>
                    <a:pt x="39943" y="159730"/>
                    <a:pt x="40187" y="159730"/>
                  </a:cubicBezTo>
                  <a:cubicBezTo>
                    <a:pt x="42526" y="159730"/>
                    <a:pt x="44276" y="157194"/>
                    <a:pt x="43176" y="154952"/>
                  </a:cubicBezTo>
                  <a:cubicBezTo>
                    <a:pt x="40624" y="149793"/>
                    <a:pt x="44979" y="144634"/>
                    <a:pt x="49779" y="144634"/>
                  </a:cubicBezTo>
                  <a:cubicBezTo>
                    <a:pt x="51250" y="144634"/>
                    <a:pt x="52763" y="145119"/>
                    <a:pt x="54131" y="146236"/>
                  </a:cubicBezTo>
                  <a:cubicBezTo>
                    <a:pt x="54748" y="146737"/>
                    <a:pt x="55458" y="146961"/>
                    <a:pt x="56156" y="146961"/>
                  </a:cubicBezTo>
                  <a:cubicBezTo>
                    <a:pt x="57881" y="146961"/>
                    <a:pt x="59530" y="145590"/>
                    <a:pt x="59513" y="143640"/>
                  </a:cubicBezTo>
                  <a:cubicBezTo>
                    <a:pt x="59456" y="139212"/>
                    <a:pt x="63181" y="136526"/>
                    <a:pt x="66881" y="136526"/>
                  </a:cubicBezTo>
                  <a:cubicBezTo>
                    <a:pt x="69388" y="136526"/>
                    <a:pt x="71884" y="137759"/>
                    <a:pt x="73183" y="140520"/>
                  </a:cubicBezTo>
                  <a:cubicBezTo>
                    <a:pt x="73754" y="141759"/>
                    <a:pt x="74951" y="142378"/>
                    <a:pt x="76151" y="142378"/>
                  </a:cubicBezTo>
                  <a:cubicBezTo>
                    <a:pt x="77350" y="142378"/>
                    <a:pt x="78553" y="141759"/>
                    <a:pt x="79136" y="140520"/>
                  </a:cubicBezTo>
                  <a:cubicBezTo>
                    <a:pt x="80427" y="137756"/>
                    <a:pt x="82942" y="136504"/>
                    <a:pt x="85466" y="136504"/>
                  </a:cubicBezTo>
                  <a:close/>
                  <a:moveTo>
                    <a:pt x="51624" y="1"/>
                  </a:moveTo>
                  <a:cubicBezTo>
                    <a:pt x="49983" y="1"/>
                    <a:pt x="48344" y="1067"/>
                    <a:pt x="48344" y="3207"/>
                  </a:cubicBezTo>
                  <a:lnTo>
                    <a:pt x="48344" y="53622"/>
                  </a:lnTo>
                  <a:lnTo>
                    <a:pt x="10527" y="53622"/>
                  </a:lnTo>
                  <a:cubicBezTo>
                    <a:pt x="4740" y="53622"/>
                    <a:pt x="1" y="58337"/>
                    <a:pt x="1" y="64172"/>
                  </a:cubicBezTo>
                  <a:lnTo>
                    <a:pt x="1" y="76555"/>
                  </a:lnTo>
                  <a:cubicBezTo>
                    <a:pt x="1" y="81199"/>
                    <a:pt x="3121" y="85152"/>
                    <a:pt x="7479" y="86557"/>
                  </a:cubicBezTo>
                  <a:lnTo>
                    <a:pt x="7479" y="192317"/>
                  </a:lnTo>
                  <a:cubicBezTo>
                    <a:pt x="3121" y="193722"/>
                    <a:pt x="1" y="197651"/>
                    <a:pt x="1" y="202319"/>
                  </a:cubicBezTo>
                  <a:lnTo>
                    <a:pt x="1" y="214917"/>
                  </a:lnTo>
                  <a:cubicBezTo>
                    <a:pt x="1" y="220727"/>
                    <a:pt x="4716" y="225442"/>
                    <a:pt x="10551" y="225442"/>
                  </a:cubicBezTo>
                  <a:lnTo>
                    <a:pt x="206949" y="225442"/>
                  </a:lnTo>
                  <a:cubicBezTo>
                    <a:pt x="212759" y="225442"/>
                    <a:pt x="217475" y="220751"/>
                    <a:pt x="217475" y="214917"/>
                  </a:cubicBezTo>
                  <a:lnTo>
                    <a:pt x="217475" y="202271"/>
                  </a:lnTo>
                  <a:cubicBezTo>
                    <a:pt x="217475" y="197627"/>
                    <a:pt x="214546" y="193650"/>
                    <a:pt x="210449" y="192269"/>
                  </a:cubicBezTo>
                  <a:lnTo>
                    <a:pt x="210449" y="86533"/>
                  </a:lnTo>
                  <a:cubicBezTo>
                    <a:pt x="214546" y="85128"/>
                    <a:pt x="217475" y="81199"/>
                    <a:pt x="217475" y="76531"/>
                  </a:cubicBezTo>
                  <a:lnTo>
                    <a:pt x="217475" y="57075"/>
                  </a:lnTo>
                  <a:cubicBezTo>
                    <a:pt x="217475" y="55170"/>
                    <a:pt x="215951" y="53622"/>
                    <a:pt x="214022" y="53622"/>
                  </a:cubicBezTo>
                  <a:lnTo>
                    <a:pt x="183015" y="53622"/>
                  </a:lnTo>
                  <a:cubicBezTo>
                    <a:pt x="182682" y="53622"/>
                    <a:pt x="182396" y="53741"/>
                    <a:pt x="182182" y="53979"/>
                  </a:cubicBezTo>
                  <a:cubicBezTo>
                    <a:pt x="179491" y="56813"/>
                    <a:pt x="181396" y="60195"/>
                    <a:pt x="184087" y="60195"/>
                  </a:cubicBezTo>
                  <a:lnTo>
                    <a:pt x="206949" y="60195"/>
                  </a:lnTo>
                  <a:cubicBezTo>
                    <a:pt x="209116" y="60195"/>
                    <a:pt x="210878" y="61957"/>
                    <a:pt x="210878" y="64124"/>
                  </a:cubicBezTo>
                  <a:lnTo>
                    <a:pt x="210878" y="76484"/>
                  </a:lnTo>
                  <a:cubicBezTo>
                    <a:pt x="210878" y="78651"/>
                    <a:pt x="209116" y="80413"/>
                    <a:pt x="206949" y="80413"/>
                  </a:cubicBezTo>
                  <a:lnTo>
                    <a:pt x="10527" y="80413"/>
                  </a:lnTo>
                  <a:cubicBezTo>
                    <a:pt x="8360" y="80413"/>
                    <a:pt x="6597" y="78651"/>
                    <a:pt x="6597" y="76484"/>
                  </a:cubicBezTo>
                  <a:lnTo>
                    <a:pt x="6597" y="63648"/>
                  </a:lnTo>
                  <a:cubicBezTo>
                    <a:pt x="6597" y="61743"/>
                    <a:pt x="8145" y="60195"/>
                    <a:pt x="10051" y="60195"/>
                  </a:cubicBezTo>
                  <a:lnTo>
                    <a:pt x="170917" y="60195"/>
                  </a:lnTo>
                  <a:cubicBezTo>
                    <a:pt x="172037" y="60195"/>
                    <a:pt x="173061" y="59599"/>
                    <a:pt x="173585" y="58599"/>
                  </a:cubicBezTo>
                  <a:cubicBezTo>
                    <a:pt x="174847" y="56099"/>
                    <a:pt x="173061" y="53598"/>
                    <a:pt x="170679" y="53598"/>
                  </a:cubicBezTo>
                  <a:lnTo>
                    <a:pt x="54917" y="53598"/>
                  </a:lnTo>
                  <a:lnTo>
                    <a:pt x="54917" y="41739"/>
                  </a:lnTo>
                  <a:lnTo>
                    <a:pt x="101117" y="41739"/>
                  </a:lnTo>
                  <a:cubicBezTo>
                    <a:pt x="103927" y="41739"/>
                    <a:pt x="105475" y="38333"/>
                    <a:pt x="103594" y="36237"/>
                  </a:cubicBezTo>
                  <a:lnTo>
                    <a:pt x="92210" y="23521"/>
                  </a:lnTo>
                  <a:cubicBezTo>
                    <a:pt x="92210" y="23521"/>
                    <a:pt x="103570" y="10875"/>
                    <a:pt x="103594" y="10827"/>
                  </a:cubicBezTo>
                  <a:cubicBezTo>
                    <a:pt x="105475" y="8732"/>
                    <a:pt x="103927" y="5303"/>
                    <a:pt x="101117" y="5303"/>
                  </a:cubicBezTo>
                  <a:lnTo>
                    <a:pt x="54917" y="5303"/>
                  </a:lnTo>
                  <a:lnTo>
                    <a:pt x="54917" y="3207"/>
                  </a:lnTo>
                  <a:cubicBezTo>
                    <a:pt x="54917" y="1073"/>
                    <a:pt x="53269" y="1"/>
                    <a:pt x="51624"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956" name="Google Shape;2956;p45"/>
          <p:cNvGrpSpPr/>
          <p:nvPr/>
        </p:nvGrpSpPr>
        <p:grpSpPr>
          <a:xfrm>
            <a:off x="7010159" y="2845747"/>
            <a:ext cx="333109" cy="312791"/>
            <a:chOff x="7010159" y="2845747"/>
            <a:chExt cx="333109" cy="312791"/>
          </a:xfrm>
        </p:grpSpPr>
        <p:sp>
          <p:nvSpPr>
            <p:cNvPr id="2957" name="Google Shape;2957;p45"/>
            <p:cNvSpPr/>
            <p:nvPr/>
          </p:nvSpPr>
          <p:spPr>
            <a:xfrm>
              <a:off x="7131746" y="3092458"/>
              <a:ext cx="60026" cy="59086"/>
            </a:xfrm>
            <a:custGeom>
              <a:avLst/>
              <a:gdLst/>
              <a:ahLst/>
              <a:cxnLst/>
              <a:rect l="l" t="t" r="r" b="b"/>
              <a:pathLst>
                <a:path w="41184" h="40539" extrusionOk="0">
                  <a:moveTo>
                    <a:pt x="13741" y="1"/>
                  </a:moveTo>
                  <a:lnTo>
                    <a:pt x="0" y="13765"/>
                  </a:lnTo>
                  <a:cubicBezTo>
                    <a:pt x="0" y="13765"/>
                    <a:pt x="18004" y="34293"/>
                    <a:pt x="35817" y="40342"/>
                  </a:cubicBezTo>
                  <a:cubicBezTo>
                    <a:pt x="36214" y="40477"/>
                    <a:pt x="36608" y="40539"/>
                    <a:pt x="36990" y="40539"/>
                  </a:cubicBezTo>
                  <a:cubicBezTo>
                    <a:pt x="39314" y="40539"/>
                    <a:pt x="41184" y="38228"/>
                    <a:pt x="40366" y="35794"/>
                  </a:cubicBezTo>
                  <a:cubicBezTo>
                    <a:pt x="34293" y="17981"/>
                    <a:pt x="13741" y="1"/>
                    <a:pt x="13741" y="1"/>
                  </a:cubicBezTo>
                  <a:close/>
                </a:path>
              </a:pathLst>
            </a:custGeom>
            <a:solidFill>
              <a:srgbClr val="D9D9D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8" name="Google Shape;2958;p45"/>
            <p:cNvSpPr/>
            <p:nvPr/>
          </p:nvSpPr>
          <p:spPr>
            <a:xfrm>
              <a:off x="7131746" y="3092458"/>
              <a:ext cx="38182" cy="38182"/>
            </a:xfrm>
            <a:custGeom>
              <a:avLst/>
              <a:gdLst/>
              <a:ahLst/>
              <a:cxnLst/>
              <a:rect l="l" t="t" r="r" b="b"/>
              <a:pathLst>
                <a:path w="26197" h="26197" extrusionOk="0">
                  <a:moveTo>
                    <a:pt x="13741" y="1"/>
                  </a:moveTo>
                  <a:lnTo>
                    <a:pt x="0" y="13765"/>
                  </a:lnTo>
                  <a:cubicBezTo>
                    <a:pt x="0" y="13765"/>
                    <a:pt x="5240" y="19743"/>
                    <a:pt x="12860" y="26196"/>
                  </a:cubicBezTo>
                  <a:lnTo>
                    <a:pt x="26196" y="12860"/>
                  </a:lnTo>
                  <a:cubicBezTo>
                    <a:pt x="19743" y="5240"/>
                    <a:pt x="13741" y="1"/>
                    <a:pt x="13741" y="1"/>
                  </a:cubicBezTo>
                  <a:close/>
                </a:path>
              </a:pathLst>
            </a:custGeom>
            <a:solidFill>
              <a:srgbClr val="000000">
                <a:alpha val="84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9" name="Google Shape;2959;p45"/>
            <p:cNvSpPr/>
            <p:nvPr/>
          </p:nvSpPr>
          <p:spPr>
            <a:xfrm>
              <a:off x="7085028" y="3051617"/>
              <a:ext cx="108052" cy="102174"/>
            </a:xfrm>
            <a:custGeom>
              <a:avLst/>
              <a:gdLst/>
              <a:ahLst/>
              <a:cxnLst/>
              <a:rect l="l" t="t" r="r" b="b"/>
              <a:pathLst>
                <a:path w="74135" h="70102" extrusionOk="0">
                  <a:moveTo>
                    <a:pt x="58965" y="0"/>
                  </a:moveTo>
                  <a:cubicBezTo>
                    <a:pt x="54187" y="0"/>
                    <a:pt x="50725" y="1469"/>
                    <a:pt x="50725" y="1469"/>
                  </a:cubicBezTo>
                  <a:lnTo>
                    <a:pt x="21600" y="14209"/>
                  </a:lnTo>
                  <a:lnTo>
                    <a:pt x="5525" y="46668"/>
                  </a:lnTo>
                  <a:cubicBezTo>
                    <a:pt x="5525" y="46668"/>
                    <a:pt x="0" y="59695"/>
                    <a:pt x="10383" y="70102"/>
                  </a:cubicBezTo>
                  <a:lnTo>
                    <a:pt x="74135" y="6327"/>
                  </a:lnTo>
                  <a:cubicBezTo>
                    <a:pt x="69104" y="1297"/>
                    <a:pt x="63454" y="0"/>
                    <a:pt x="5896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0" name="Google Shape;2960;p45"/>
            <p:cNvSpPr/>
            <p:nvPr/>
          </p:nvSpPr>
          <p:spPr>
            <a:xfrm>
              <a:off x="7161618" y="2964694"/>
              <a:ext cx="60027" cy="59084"/>
            </a:xfrm>
            <a:custGeom>
              <a:avLst/>
              <a:gdLst/>
              <a:ahLst/>
              <a:cxnLst/>
              <a:rect l="l" t="t" r="r" b="b"/>
              <a:pathLst>
                <a:path w="41185" h="40538" extrusionOk="0">
                  <a:moveTo>
                    <a:pt x="27420" y="0"/>
                  </a:moveTo>
                  <a:cubicBezTo>
                    <a:pt x="27420" y="0"/>
                    <a:pt x="6892" y="17980"/>
                    <a:pt x="819" y="35793"/>
                  </a:cubicBezTo>
                  <a:cubicBezTo>
                    <a:pt x="0" y="38209"/>
                    <a:pt x="1857" y="40537"/>
                    <a:pt x="4195" y="40537"/>
                  </a:cubicBezTo>
                  <a:cubicBezTo>
                    <a:pt x="4576" y="40537"/>
                    <a:pt x="4970" y="40475"/>
                    <a:pt x="5368" y="40342"/>
                  </a:cubicBezTo>
                  <a:cubicBezTo>
                    <a:pt x="23181" y="34293"/>
                    <a:pt x="41185" y="13765"/>
                    <a:pt x="41185" y="13765"/>
                  </a:cubicBezTo>
                  <a:lnTo>
                    <a:pt x="27420" y="0"/>
                  </a:lnTo>
                  <a:close/>
                </a:path>
              </a:pathLst>
            </a:custGeom>
            <a:solidFill>
              <a:srgbClr val="D9D9D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1" name="Google Shape;2961;p45"/>
            <p:cNvSpPr/>
            <p:nvPr/>
          </p:nvSpPr>
          <p:spPr>
            <a:xfrm>
              <a:off x="7183463" y="2964694"/>
              <a:ext cx="38182" cy="38181"/>
            </a:xfrm>
            <a:custGeom>
              <a:avLst/>
              <a:gdLst/>
              <a:ahLst/>
              <a:cxnLst/>
              <a:rect l="l" t="t" r="r" b="b"/>
              <a:pathLst>
                <a:path w="26197" h="26196" extrusionOk="0">
                  <a:moveTo>
                    <a:pt x="12432" y="0"/>
                  </a:moveTo>
                  <a:cubicBezTo>
                    <a:pt x="12432" y="0"/>
                    <a:pt x="6455" y="5239"/>
                    <a:pt x="1" y="12860"/>
                  </a:cubicBezTo>
                  <a:lnTo>
                    <a:pt x="13337" y="26196"/>
                  </a:lnTo>
                  <a:cubicBezTo>
                    <a:pt x="20958" y="19742"/>
                    <a:pt x="26197" y="13765"/>
                    <a:pt x="26197" y="13765"/>
                  </a:cubicBezTo>
                  <a:lnTo>
                    <a:pt x="12432" y="0"/>
                  </a:lnTo>
                  <a:close/>
                </a:path>
              </a:pathLst>
            </a:custGeom>
            <a:solidFill>
              <a:srgbClr val="000000">
                <a:alpha val="84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2" name="Google Shape;2962;p45"/>
            <p:cNvSpPr/>
            <p:nvPr/>
          </p:nvSpPr>
          <p:spPr>
            <a:xfrm>
              <a:off x="7160277" y="2923838"/>
              <a:ext cx="108088" cy="102153"/>
            </a:xfrm>
            <a:custGeom>
              <a:avLst/>
              <a:gdLst/>
              <a:ahLst/>
              <a:cxnLst/>
              <a:rect l="l" t="t" r="r" b="b"/>
              <a:pathLst>
                <a:path w="74160" h="70088" extrusionOk="0">
                  <a:moveTo>
                    <a:pt x="15177" y="0"/>
                  </a:moveTo>
                  <a:cubicBezTo>
                    <a:pt x="10687" y="0"/>
                    <a:pt x="5037" y="1300"/>
                    <a:pt x="1" y="6336"/>
                  </a:cubicBezTo>
                  <a:lnTo>
                    <a:pt x="63776" y="70087"/>
                  </a:lnTo>
                  <a:cubicBezTo>
                    <a:pt x="74159" y="59704"/>
                    <a:pt x="68634" y="46678"/>
                    <a:pt x="68634" y="46678"/>
                  </a:cubicBezTo>
                  <a:lnTo>
                    <a:pt x="52559" y="14219"/>
                  </a:lnTo>
                  <a:lnTo>
                    <a:pt x="23434" y="1478"/>
                  </a:lnTo>
                  <a:cubicBezTo>
                    <a:pt x="23434" y="1478"/>
                    <a:pt x="19965" y="0"/>
                    <a:pt x="15177" y="0"/>
                  </a:cubicBezTo>
                  <a:close/>
                </a:path>
              </a:pathLst>
            </a:custGeom>
            <a:solidFill>
              <a:srgbClr val="FF89A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3" name="Google Shape;2963;p45"/>
            <p:cNvSpPr/>
            <p:nvPr/>
          </p:nvSpPr>
          <p:spPr>
            <a:xfrm>
              <a:off x="7194467" y="2877365"/>
              <a:ext cx="114542" cy="114542"/>
            </a:xfrm>
            <a:custGeom>
              <a:avLst/>
              <a:gdLst/>
              <a:ahLst/>
              <a:cxnLst/>
              <a:rect l="l" t="t" r="r" b="b"/>
              <a:pathLst>
                <a:path w="78588" h="78588" extrusionOk="0">
                  <a:moveTo>
                    <a:pt x="42223" y="0"/>
                  </a:moveTo>
                  <a:cubicBezTo>
                    <a:pt x="42223" y="0"/>
                    <a:pt x="17027" y="9288"/>
                    <a:pt x="0" y="33364"/>
                  </a:cubicBezTo>
                  <a:lnTo>
                    <a:pt x="45224" y="78587"/>
                  </a:lnTo>
                  <a:cubicBezTo>
                    <a:pt x="69300" y="61560"/>
                    <a:pt x="78588" y="36365"/>
                    <a:pt x="78588" y="36365"/>
                  </a:cubicBezTo>
                  <a:lnTo>
                    <a:pt x="65609" y="9669"/>
                  </a:lnTo>
                  <a:lnTo>
                    <a:pt x="42223" y="0"/>
                  </a:lnTo>
                  <a:close/>
                </a:path>
              </a:pathLst>
            </a:custGeom>
            <a:solidFill>
              <a:srgbClr val="FF89A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4" name="Google Shape;2964;p45"/>
            <p:cNvSpPr/>
            <p:nvPr/>
          </p:nvSpPr>
          <p:spPr>
            <a:xfrm>
              <a:off x="7044347" y="3005129"/>
              <a:ext cx="114543" cy="114543"/>
            </a:xfrm>
            <a:custGeom>
              <a:avLst/>
              <a:gdLst/>
              <a:ahLst/>
              <a:cxnLst/>
              <a:rect l="l" t="t" r="r" b="b"/>
              <a:pathLst>
                <a:path w="78589" h="78589" extrusionOk="0">
                  <a:moveTo>
                    <a:pt x="36389" y="1"/>
                  </a:moveTo>
                  <a:lnTo>
                    <a:pt x="12979" y="9669"/>
                  </a:lnTo>
                  <a:lnTo>
                    <a:pt x="0" y="36365"/>
                  </a:lnTo>
                  <a:cubicBezTo>
                    <a:pt x="0" y="36365"/>
                    <a:pt x="9288" y="61561"/>
                    <a:pt x="33388" y="78588"/>
                  </a:cubicBezTo>
                  <a:lnTo>
                    <a:pt x="78588" y="33365"/>
                  </a:lnTo>
                  <a:cubicBezTo>
                    <a:pt x="61609" y="9288"/>
                    <a:pt x="36389" y="1"/>
                    <a:pt x="3638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5" name="Google Shape;2965;p45"/>
            <p:cNvSpPr/>
            <p:nvPr/>
          </p:nvSpPr>
          <p:spPr>
            <a:xfrm>
              <a:off x="7254930" y="2850461"/>
              <a:ext cx="82541" cy="80179"/>
            </a:xfrm>
            <a:custGeom>
              <a:avLst/>
              <a:gdLst/>
              <a:ahLst/>
              <a:cxnLst/>
              <a:rect l="l" t="t" r="r" b="b"/>
              <a:pathLst>
                <a:path w="56632" h="55011" extrusionOk="0">
                  <a:moveTo>
                    <a:pt x="7552" y="1"/>
                  </a:moveTo>
                  <a:cubicBezTo>
                    <a:pt x="5547" y="1"/>
                    <a:pt x="3578" y="1161"/>
                    <a:pt x="2740" y="3242"/>
                  </a:cubicBezTo>
                  <a:cubicBezTo>
                    <a:pt x="1215" y="6933"/>
                    <a:pt x="1" y="12124"/>
                    <a:pt x="739" y="18459"/>
                  </a:cubicBezTo>
                  <a:lnTo>
                    <a:pt x="37080" y="54800"/>
                  </a:lnTo>
                  <a:cubicBezTo>
                    <a:pt x="38364" y="54945"/>
                    <a:pt x="39601" y="55010"/>
                    <a:pt x="40788" y="55010"/>
                  </a:cubicBezTo>
                  <a:cubicBezTo>
                    <a:pt x="45458" y="55010"/>
                    <a:pt x="49354" y="53996"/>
                    <a:pt x="52298" y="52799"/>
                  </a:cubicBezTo>
                  <a:cubicBezTo>
                    <a:pt x="55727" y="51418"/>
                    <a:pt x="56632" y="46965"/>
                    <a:pt x="54012" y="44345"/>
                  </a:cubicBezTo>
                  <a:lnTo>
                    <a:pt x="11194" y="1527"/>
                  </a:lnTo>
                  <a:cubicBezTo>
                    <a:pt x="10164" y="488"/>
                    <a:pt x="8850" y="1"/>
                    <a:pt x="7552" y="1"/>
                  </a:cubicBezTo>
                  <a:close/>
                </a:path>
              </a:pathLst>
            </a:custGeom>
            <a:solidFill>
              <a:srgbClr val="FF89A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6" name="Google Shape;2966;p45"/>
            <p:cNvSpPr/>
            <p:nvPr/>
          </p:nvSpPr>
          <p:spPr>
            <a:xfrm>
              <a:off x="7015885" y="2978206"/>
              <a:ext cx="82576" cy="80197"/>
            </a:xfrm>
            <a:custGeom>
              <a:avLst/>
              <a:gdLst/>
              <a:ahLst/>
              <a:cxnLst/>
              <a:rect l="l" t="t" r="r" b="b"/>
              <a:pathLst>
                <a:path w="56656" h="55024" extrusionOk="0">
                  <a:moveTo>
                    <a:pt x="49102" y="1"/>
                  </a:moveTo>
                  <a:cubicBezTo>
                    <a:pt x="47805" y="1"/>
                    <a:pt x="46494" y="486"/>
                    <a:pt x="45462" y="1517"/>
                  </a:cubicBezTo>
                  <a:lnTo>
                    <a:pt x="2620" y="44335"/>
                  </a:lnTo>
                  <a:cubicBezTo>
                    <a:pt x="1" y="47002"/>
                    <a:pt x="929" y="51432"/>
                    <a:pt x="4359" y="52813"/>
                  </a:cubicBezTo>
                  <a:cubicBezTo>
                    <a:pt x="7302" y="54009"/>
                    <a:pt x="11183" y="55024"/>
                    <a:pt x="15847" y="55024"/>
                  </a:cubicBezTo>
                  <a:cubicBezTo>
                    <a:pt x="17032" y="55024"/>
                    <a:pt x="18268" y="54958"/>
                    <a:pt x="19552" y="54813"/>
                  </a:cubicBezTo>
                  <a:lnTo>
                    <a:pt x="55917" y="18449"/>
                  </a:lnTo>
                  <a:cubicBezTo>
                    <a:pt x="56655" y="12114"/>
                    <a:pt x="55441" y="6923"/>
                    <a:pt x="53917" y="3232"/>
                  </a:cubicBezTo>
                  <a:cubicBezTo>
                    <a:pt x="53065" y="1152"/>
                    <a:pt x="51100" y="1"/>
                    <a:pt x="4910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7" name="Google Shape;2967;p45"/>
            <p:cNvSpPr/>
            <p:nvPr/>
          </p:nvSpPr>
          <p:spPr>
            <a:xfrm>
              <a:off x="7227718" y="2903995"/>
              <a:ext cx="14232" cy="13287"/>
            </a:xfrm>
            <a:custGeom>
              <a:avLst/>
              <a:gdLst/>
              <a:ahLst/>
              <a:cxnLst/>
              <a:rect l="l" t="t" r="r" b="b"/>
              <a:pathLst>
                <a:path w="9765" h="9116" extrusionOk="0">
                  <a:moveTo>
                    <a:pt x="6153" y="1"/>
                  </a:moveTo>
                  <a:cubicBezTo>
                    <a:pt x="5311" y="1"/>
                    <a:pt x="4466" y="316"/>
                    <a:pt x="3811" y="947"/>
                  </a:cubicBezTo>
                  <a:lnTo>
                    <a:pt x="1286" y="3495"/>
                  </a:lnTo>
                  <a:cubicBezTo>
                    <a:pt x="0" y="4758"/>
                    <a:pt x="0" y="6853"/>
                    <a:pt x="1286" y="8163"/>
                  </a:cubicBezTo>
                  <a:cubicBezTo>
                    <a:pt x="1953" y="8782"/>
                    <a:pt x="2787" y="9116"/>
                    <a:pt x="3620" y="9116"/>
                  </a:cubicBezTo>
                  <a:cubicBezTo>
                    <a:pt x="4454" y="9116"/>
                    <a:pt x="5335" y="8782"/>
                    <a:pt x="5954" y="8163"/>
                  </a:cubicBezTo>
                  <a:lnTo>
                    <a:pt x="8478" y="5639"/>
                  </a:lnTo>
                  <a:cubicBezTo>
                    <a:pt x="9764" y="4353"/>
                    <a:pt x="9764" y="2257"/>
                    <a:pt x="8478" y="947"/>
                  </a:cubicBezTo>
                  <a:cubicBezTo>
                    <a:pt x="7835" y="316"/>
                    <a:pt x="6996" y="1"/>
                    <a:pt x="6153"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8" name="Google Shape;2968;p45"/>
            <p:cNvSpPr/>
            <p:nvPr/>
          </p:nvSpPr>
          <p:spPr>
            <a:xfrm>
              <a:off x="7268537" y="2944822"/>
              <a:ext cx="14232" cy="13278"/>
            </a:xfrm>
            <a:custGeom>
              <a:avLst/>
              <a:gdLst/>
              <a:ahLst/>
              <a:cxnLst/>
              <a:rect l="l" t="t" r="r" b="b"/>
              <a:pathLst>
                <a:path w="9765" h="9110" extrusionOk="0">
                  <a:moveTo>
                    <a:pt x="6162" y="0"/>
                  </a:moveTo>
                  <a:cubicBezTo>
                    <a:pt x="5317" y="0"/>
                    <a:pt x="4465" y="322"/>
                    <a:pt x="3811" y="965"/>
                  </a:cubicBezTo>
                  <a:lnTo>
                    <a:pt x="1286" y="3489"/>
                  </a:lnTo>
                  <a:cubicBezTo>
                    <a:pt x="0" y="4775"/>
                    <a:pt x="0" y="6847"/>
                    <a:pt x="1286" y="8157"/>
                  </a:cubicBezTo>
                  <a:cubicBezTo>
                    <a:pt x="1929" y="8776"/>
                    <a:pt x="2810" y="9109"/>
                    <a:pt x="3644" y="9109"/>
                  </a:cubicBezTo>
                  <a:cubicBezTo>
                    <a:pt x="4477" y="9109"/>
                    <a:pt x="5335" y="8776"/>
                    <a:pt x="5954" y="8157"/>
                  </a:cubicBezTo>
                  <a:lnTo>
                    <a:pt x="8478" y="5632"/>
                  </a:lnTo>
                  <a:cubicBezTo>
                    <a:pt x="9764" y="4346"/>
                    <a:pt x="9764" y="2275"/>
                    <a:pt x="8478" y="965"/>
                  </a:cubicBezTo>
                  <a:cubicBezTo>
                    <a:pt x="7847" y="322"/>
                    <a:pt x="7008" y="0"/>
                    <a:pt x="6162"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9" name="Google Shape;2969;p45"/>
            <p:cNvSpPr/>
            <p:nvPr/>
          </p:nvSpPr>
          <p:spPr>
            <a:xfrm>
              <a:off x="7243545" y="2922719"/>
              <a:ext cx="20167" cy="19761"/>
            </a:xfrm>
            <a:custGeom>
              <a:avLst/>
              <a:gdLst/>
              <a:ahLst/>
              <a:cxnLst/>
              <a:rect l="l" t="t" r="r" b="b"/>
              <a:pathLst>
                <a:path w="13837" h="13558" extrusionOk="0">
                  <a:moveTo>
                    <a:pt x="3475" y="0"/>
                  </a:moveTo>
                  <a:cubicBezTo>
                    <a:pt x="1756" y="0"/>
                    <a:pt x="282" y="1342"/>
                    <a:pt x="167" y="3080"/>
                  </a:cubicBezTo>
                  <a:cubicBezTo>
                    <a:pt x="1" y="5842"/>
                    <a:pt x="1049" y="8581"/>
                    <a:pt x="3073" y="10605"/>
                  </a:cubicBezTo>
                  <a:cubicBezTo>
                    <a:pt x="4907" y="12486"/>
                    <a:pt x="7455" y="13558"/>
                    <a:pt x="10003" y="13558"/>
                  </a:cubicBezTo>
                  <a:cubicBezTo>
                    <a:pt x="12027" y="13558"/>
                    <a:pt x="13837" y="12224"/>
                    <a:pt x="13694" y="10009"/>
                  </a:cubicBezTo>
                  <a:cubicBezTo>
                    <a:pt x="13580" y="8274"/>
                    <a:pt x="12129" y="6954"/>
                    <a:pt x="10393" y="6954"/>
                  </a:cubicBezTo>
                  <a:cubicBezTo>
                    <a:pt x="10319" y="6954"/>
                    <a:pt x="10245" y="6956"/>
                    <a:pt x="10170" y="6961"/>
                  </a:cubicBezTo>
                  <a:cubicBezTo>
                    <a:pt x="10119" y="6964"/>
                    <a:pt x="10068" y="6965"/>
                    <a:pt x="10017" y="6965"/>
                  </a:cubicBezTo>
                  <a:cubicBezTo>
                    <a:pt x="9209" y="6965"/>
                    <a:pt x="8390" y="6611"/>
                    <a:pt x="7741" y="5961"/>
                  </a:cubicBezTo>
                  <a:cubicBezTo>
                    <a:pt x="7050" y="5294"/>
                    <a:pt x="6740" y="4413"/>
                    <a:pt x="6764" y="3532"/>
                  </a:cubicBezTo>
                  <a:cubicBezTo>
                    <a:pt x="6883" y="1722"/>
                    <a:pt x="5502" y="127"/>
                    <a:pt x="3692" y="7"/>
                  </a:cubicBezTo>
                  <a:cubicBezTo>
                    <a:pt x="3619" y="3"/>
                    <a:pt x="3547" y="0"/>
                    <a:pt x="3475"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0" name="Google Shape;2970;p45"/>
            <p:cNvSpPr/>
            <p:nvPr/>
          </p:nvSpPr>
          <p:spPr>
            <a:xfrm>
              <a:off x="7155036" y="2845747"/>
              <a:ext cx="188232" cy="185086"/>
            </a:xfrm>
            <a:custGeom>
              <a:avLst/>
              <a:gdLst/>
              <a:ahLst/>
              <a:cxnLst/>
              <a:rect l="l" t="t" r="r" b="b"/>
              <a:pathLst>
                <a:path w="129147" h="126989" extrusionOk="0">
                  <a:moveTo>
                    <a:pt x="76126" y="6512"/>
                  </a:moveTo>
                  <a:cubicBezTo>
                    <a:pt x="76590" y="6512"/>
                    <a:pt x="77055" y="6681"/>
                    <a:pt x="77422" y="7047"/>
                  </a:cubicBezTo>
                  <a:lnTo>
                    <a:pt x="120264" y="49889"/>
                  </a:lnTo>
                  <a:cubicBezTo>
                    <a:pt x="121217" y="50842"/>
                    <a:pt x="120836" y="52461"/>
                    <a:pt x="119621" y="52985"/>
                  </a:cubicBezTo>
                  <a:cubicBezTo>
                    <a:pt x="116392" y="54296"/>
                    <a:pt x="112890" y="54932"/>
                    <a:pt x="109405" y="54932"/>
                  </a:cubicBezTo>
                  <a:cubicBezTo>
                    <a:pt x="108649" y="54932"/>
                    <a:pt x="107894" y="54902"/>
                    <a:pt x="107142" y="54843"/>
                  </a:cubicBezTo>
                  <a:lnTo>
                    <a:pt x="72468" y="20169"/>
                  </a:lnTo>
                  <a:cubicBezTo>
                    <a:pt x="72111" y="15835"/>
                    <a:pt x="72730" y="11620"/>
                    <a:pt x="74326" y="7690"/>
                  </a:cubicBezTo>
                  <a:cubicBezTo>
                    <a:pt x="74648" y="6943"/>
                    <a:pt x="75385" y="6512"/>
                    <a:pt x="76126" y="6512"/>
                  </a:cubicBezTo>
                  <a:close/>
                  <a:moveTo>
                    <a:pt x="68491" y="25551"/>
                  </a:moveTo>
                  <a:lnTo>
                    <a:pt x="101760" y="58820"/>
                  </a:lnTo>
                  <a:cubicBezTo>
                    <a:pt x="99188" y="64654"/>
                    <a:pt x="90258" y="82539"/>
                    <a:pt x="72611" y="95922"/>
                  </a:cubicBezTo>
                  <a:lnTo>
                    <a:pt x="64752" y="88064"/>
                  </a:lnTo>
                  <a:cubicBezTo>
                    <a:pt x="64109" y="87433"/>
                    <a:pt x="63270" y="87117"/>
                    <a:pt x="62428" y="87117"/>
                  </a:cubicBezTo>
                  <a:cubicBezTo>
                    <a:pt x="61585" y="87117"/>
                    <a:pt x="60740" y="87433"/>
                    <a:pt x="60085" y="88064"/>
                  </a:cubicBezTo>
                  <a:cubicBezTo>
                    <a:pt x="58799" y="89350"/>
                    <a:pt x="58799" y="91445"/>
                    <a:pt x="60085" y="92755"/>
                  </a:cubicBezTo>
                  <a:lnTo>
                    <a:pt x="69420" y="102090"/>
                  </a:lnTo>
                  <a:cubicBezTo>
                    <a:pt x="70111" y="104138"/>
                    <a:pt x="72159" y="111807"/>
                    <a:pt x="67182" y="118856"/>
                  </a:cubicBezTo>
                  <a:lnTo>
                    <a:pt x="8455" y="60106"/>
                  </a:lnTo>
                  <a:cubicBezTo>
                    <a:pt x="12017" y="57579"/>
                    <a:pt x="15724" y="56864"/>
                    <a:pt x="18791" y="56864"/>
                  </a:cubicBezTo>
                  <a:cubicBezTo>
                    <a:pt x="21795" y="56864"/>
                    <a:pt x="24184" y="57549"/>
                    <a:pt x="25220" y="57891"/>
                  </a:cubicBezTo>
                  <a:lnTo>
                    <a:pt x="50821" y="83491"/>
                  </a:lnTo>
                  <a:cubicBezTo>
                    <a:pt x="51464" y="84122"/>
                    <a:pt x="52303" y="84438"/>
                    <a:pt x="53146" y="84438"/>
                  </a:cubicBezTo>
                  <a:cubicBezTo>
                    <a:pt x="53988" y="84438"/>
                    <a:pt x="54834" y="84122"/>
                    <a:pt x="55489" y="83491"/>
                  </a:cubicBezTo>
                  <a:cubicBezTo>
                    <a:pt x="56775" y="82205"/>
                    <a:pt x="56775" y="80110"/>
                    <a:pt x="55489" y="78800"/>
                  </a:cubicBezTo>
                  <a:lnTo>
                    <a:pt x="31388" y="54700"/>
                  </a:lnTo>
                  <a:cubicBezTo>
                    <a:pt x="44772" y="37053"/>
                    <a:pt x="62657" y="28123"/>
                    <a:pt x="68491" y="25551"/>
                  </a:cubicBezTo>
                  <a:close/>
                  <a:moveTo>
                    <a:pt x="28483" y="89469"/>
                  </a:moveTo>
                  <a:lnTo>
                    <a:pt x="37818" y="98780"/>
                  </a:lnTo>
                  <a:cubicBezTo>
                    <a:pt x="31650" y="104805"/>
                    <a:pt x="20029" y="115022"/>
                    <a:pt x="8812" y="118856"/>
                  </a:cubicBezTo>
                  <a:cubicBezTo>
                    <a:pt x="8781" y="118865"/>
                    <a:pt x="8752" y="118869"/>
                    <a:pt x="8726" y="118869"/>
                  </a:cubicBezTo>
                  <a:cubicBezTo>
                    <a:pt x="8610" y="118869"/>
                    <a:pt x="8532" y="118795"/>
                    <a:pt x="8455" y="118737"/>
                  </a:cubicBezTo>
                  <a:cubicBezTo>
                    <a:pt x="8407" y="118641"/>
                    <a:pt x="8407" y="118546"/>
                    <a:pt x="8431" y="118475"/>
                  </a:cubicBezTo>
                  <a:cubicBezTo>
                    <a:pt x="12242" y="107234"/>
                    <a:pt x="22458" y="95660"/>
                    <a:pt x="28483" y="89469"/>
                  </a:cubicBezTo>
                  <a:close/>
                  <a:moveTo>
                    <a:pt x="76181" y="1"/>
                  </a:moveTo>
                  <a:cubicBezTo>
                    <a:pt x="72874" y="1"/>
                    <a:pt x="69595" y="1891"/>
                    <a:pt x="68229" y="5261"/>
                  </a:cubicBezTo>
                  <a:cubicBezTo>
                    <a:pt x="66396" y="9786"/>
                    <a:pt x="65586" y="14573"/>
                    <a:pt x="65824" y="19574"/>
                  </a:cubicBezTo>
                  <a:cubicBezTo>
                    <a:pt x="59204" y="22408"/>
                    <a:pt x="40200" y="31909"/>
                    <a:pt x="25792" y="51199"/>
                  </a:cubicBezTo>
                  <a:cubicBezTo>
                    <a:pt x="24066" y="50738"/>
                    <a:pt x="21590" y="50264"/>
                    <a:pt x="18706" y="50264"/>
                  </a:cubicBezTo>
                  <a:cubicBezTo>
                    <a:pt x="13550" y="50264"/>
                    <a:pt x="7090" y="51778"/>
                    <a:pt x="1287" y="57581"/>
                  </a:cubicBezTo>
                  <a:cubicBezTo>
                    <a:pt x="48" y="58820"/>
                    <a:pt x="1" y="60963"/>
                    <a:pt x="1287" y="62273"/>
                  </a:cubicBezTo>
                  <a:lnTo>
                    <a:pt x="23839" y="84825"/>
                  </a:lnTo>
                  <a:cubicBezTo>
                    <a:pt x="16742" y="92088"/>
                    <a:pt x="6383" y="104115"/>
                    <a:pt x="2216" y="116355"/>
                  </a:cubicBezTo>
                  <a:cubicBezTo>
                    <a:pt x="632" y="120921"/>
                    <a:pt x="4359" y="125451"/>
                    <a:pt x="8811" y="125451"/>
                  </a:cubicBezTo>
                  <a:cubicBezTo>
                    <a:pt x="9514" y="125451"/>
                    <a:pt x="10235" y="125339"/>
                    <a:pt x="10956" y="125095"/>
                  </a:cubicBezTo>
                  <a:cubicBezTo>
                    <a:pt x="23196" y="120928"/>
                    <a:pt x="35222" y="110616"/>
                    <a:pt x="42486" y="103472"/>
                  </a:cubicBezTo>
                  <a:lnTo>
                    <a:pt x="65038" y="126024"/>
                  </a:lnTo>
                  <a:cubicBezTo>
                    <a:pt x="65681" y="126667"/>
                    <a:pt x="66533" y="126988"/>
                    <a:pt x="67381" y="126988"/>
                  </a:cubicBezTo>
                  <a:cubicBezTo>
                    <a:pt x="68229" y="126988"/>
                    <a:pt x="69075" y="126667"/>
                    <a:pt x="69706" y="126024"/>
                  </a:cubicBezTo>
                  <a:cubicBezTo>
                    <a:pt x="78755" y="116974"/>
                    <a:pt x="77374" y="106329"/>
                    <a:pt x="76112" y="101519"/>
                  </a:cubicBezTo>
                  <a:cubicBezTo>
                    <a:pt x="95402" y="87111"/>
                    <a:pt x="104904" y="68083"/>
                    <a:pt x="107761" y="61511"/>
                  </a:cubicBezTo>
                  <a:cubicBezTo>
                    <a:pt x="108283" y="61534"/>
                    <a:pt x="108805" y="61545"/>
                    <a:pt x="109327" y="61545"/>
                  </a:cubicBezTo>
                  <a:cubicBezTo>
                    <a:pt x="113688" y="61545"/>
                    <a:pt x="118033" y="60743"/>
                    <a:pt x="122074" y="59105"/>
                  </a:cubicBezTo>
                  <a:cubicBezTo>
                    <a:pt x="127599" y="56867"/>
                    <a:pt x="129147" y="49484"/>
                    <a:pt x="124908" y="45269"/>
                  </a:cubicBezTo>
                  <a:lnTo>
                    <a:pt x="82066" y="2427"/>
                  </a:lnTo>
                  <a:cubicBezTo>
                    <a:pt x="80421" y="774"/>
                    <a:pt x="78295" y="1"/>
                    <a:pt x="76181"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1" name="Google Shape;2971;p45"/>
            <p:cNvSpPr/>
            <p:nvPr/>
          </p:nvSpPr>
          <p:spPr>
            <a:xfrm>
              <a:off x="7111407" y="3031725"/>
              <a:ext cx="14231" cy="13304"/>
            </a:xfrm>
            <a:custGeom>
              <a:avLst/>
              <a:gdLst/>
              <a:ahLst/>
              <a:cxnLst/>
              <a:rect l="l" t="t" r="r" b="b"/>
              <a:pathLst>
                <a:path w="9764" h="9128" extrusionOk="0">
                  <a:moveTo>
                    <a:pt x="3617" y="1"/>
                  </a:moveTo>
                  <a:cubicBezTo>
                    <a:pt x="2768" y="1"/>
                    <a:pt x="1917" y="316"/>
                    <a:pt x="1262" y="947"/>
                  </a:cubicBezTo>
                  <a:cubicBezTo>
                    <a:pt x="0" y="2233"/>
                    <a:pt x="0" y="4305"/>
                    <a:pt x="1262" y="5639"/>
                  </a:cubicBezTo>
                  <a:lnTo>
                    <a:pt x="3810" y="8163"/>
                  </a:lnTo>
                  <a:cubicBezTo>
                    <a:pt x="4441" y="8806"/>
                    <a:pt x="5287" y="9127"/>
                    <a:pt x="6135" y="9127"/>
                  </a:cubicBezTo>
                  <a:cubicBezTo>
                    <a:pt x="6984" y="9127"/>
                    <a:pt x="7835" y="8806"/>
                    <a:pt x="8478" y="8163"/>
                  </a:cubicBezTo>
                  <a:cubicBezTo>
                    <a:pt x="9764" y="6877"/>
                    <a:pt x="9764" y="4805"/>
                    <a:pt x="8478" y="3495"/>
                  </a:cubicBezTo>
                  <a:lnTo>
                    <a:pt x="5954" y="947"/>
                  </a:lnTo>
                  <a:cubicBezTo>
                    <a:pt x="5311" y="316"/>
                    <a:pt x="4465" y="1"/>
                    <a:pt x="3617"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2" name="Google Shape;2972;p45"/>
            <p:cNvSpPr/>
            <p:nvPr/>
          </p:nvSpPr>
          <p:spPr>
            <a:xfrm>
              <a:off x="7070553" y="3072553"/>
              <a:ext cx="14232" cy="13282"/>
            </a:xfrm>
            <a:custGeom>
              <a:avLst/>
              <a:gdLst/>
              <a:ahLst/>
              <a:cxnLst/>
              <a:rect l="l" t="t" r="r" b="b"/>
              <a:pathLst>
                <a:path w="9765" h="9113" extrusionOk="0">
                  <a:moveTo>
                    <a:pt x="3638" y="0"/>
                  </a:moveTo>
                  <a:cubicBezTo>
                    <a:pt x="2793" y="0"/>
                    <a:pt x="1941" y="322"/>
                    <a:pt x="1286" y="965"/>
                  </a:cubicBezTo>
                  <a:cubicBezTo>
                    <a:pt x="0" y="2227"/>
                    <a:pt x="0" y="4322"/>
                    <a:pt x="1286" y="5632"/>
                  </a:cubicBezTo>
                  <a:lnTo>
                    <a:pt x="3811" y="8157"/>
                  </a:lnTo>
                  <a:cubicBezTo>
                    <a:pt x="4445" y="8791"/>
                    <a:pt x="5301" y="9112"/>
                    <a:pt x="6159" y="9112"/>
                  </a:cubicBezTo>
                  <a:cubicBezTo>
                    <a:pt x="7010" y="9112"/>
                    <a:pt x="7862" y="8797"/>
                    <a:pt x="8502" y="8157"/>
                  </a:cubicBezTo>
                  <a:cubicBezTo>
                    <a:pt x="9764" y="6871"/>
                    <a:pt x="9764" y="4799"/>
                    <a:pt x="8502" y="3489"/>
                  </a:cubicBezTo>
                  <a:lnTo>
                    <a:pt x="5954" y="965"/>
                  </a:lnTo>
                  <a:cubicBezTo>
                    <a:pt x="5323" y="322"/>
                    <a:pt x="4483" y="0"/>
                    <a:pt x="3638"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3" name="Google Shape;2973;p45"/>
            <p:cNvSpPr/>
            <p:nvPr/>
          </p:nvSpPr>
          <p:spPr>
            <a:xfrm>
              <a:off x="7089644" y="3050553"/>
              <a:ext cx="20132" cy="19692"/>
            </a:xfrm>
            <a:custGeom>
              <a:avLst/>
              <a:gdLst/>
              <a:ahLst/>
              <a:cxnLst/>
              <a:rect l="l" t="t" r="r" b="b"/>
              <a:pathLst>
                <a:path w="13813" h="13511" extrusionOk="0">
                  <a:moveTo>
                    <a:pt x="10342" y="0"/>
                  </a:moveTo>
                  <a:cubicBezTo>
                    <a:pt x="10269" y="0"/>
                    <a:pt x="10196" y="3"/>
                    <a:pt x="10122" y="8"/>
                  </a:cubicBezTo>
                  <a:cubicBezTo>
                    <a:pt x="8312" y="127"/>
                    <a:pt x="6930" y="1699"/>
                    <a:pt x="7049" y="3508"/>
                  </a:cubicBezTo>
                  <a:cubicBezTo>
                    <a:pt x="7121" y="4366"/>
                    <a:pt x="6764" y="5271"/>
                    <a:pt x="6073" y="5961"/>
                  </a:cubicBezTo>
                  <a:cubicBezTo>
                    <a:pt x="5468" y="6566"/>
                    <a:pt x="4632" y="6918"/>
                    <a:pt x="3821" y="6918"/>
                  </a:cubicBezTo>
                  <a:cubicBezTo>
                    <a:pt x="3770" y="6918"/>
                    <a:pt x="3719" y="6917"/>
                    <a:pt x="3668" y="6914"/>
                  </a:cubicBezTo>
                  <a:cubicBezTo>
                    <a:pt x="3594" y="6909"/>
                    <a:pt x="3520" y="6907"/>
                    <a:pt x="3447" y="6907"/>
                  </a:cubicBezTo>
                  <a:cubicBezTo>
                    <a:pt x="1732" y="6907"/>
                    <a:pt x="281" y="8226"/>
                    <a:pt x="167" y="9962"/>
                  </a:cubicBezTo>
                  <a:cubicBezTo>
                    <a:pt x="0" y="12153"/>
                    <a:pt x="1858" y="13510"/>
                    <a:pt x="3835" y="13510"/>
                  </a:cubicBezTo>
                  <a:cubicBezTo>
                    <a:pt x="6406" y="13510"/>
                    <a:pt x="8883" y="12463"/>
                    <a:pt x="10741" y="10605"/>
                  </a:cubicBezTo>
                  <a:cubicBezTo>
                    <a:pt x="12765" y="8581"/>
                    <a:pt x="13813" y="5842"/>
                    <a:pt x="13646" y="3080"/>
                  </a:cubicBezTo>
                  <a:cubicBezTo>
                    <a:pt x="13532" y="1321"/>
                    <a:pt x="12059" y="0"/>
                    <a:pt x="10342"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4" name="Google Shape;2974;p45"/>
            <p:cNvSpPr/>
            <p:nvPr/>
          </p:nvSpPr>
          <p:spPr>
            <a:xfrm>
              <a:off x="7010159" y="2973484"/>
              <a:ext cx="188232" cy="185054"/>
            </a:xfrm>
            <a:custGeom>
              <a:avLst/>
              <a:gdLst/>
              <a:ahLst/>
              <a:cxnLst/>
              <a:rect l="l" t="t" r="r" b="b"/>
              <a:pathLst>
                <a:path w="129147" h="126967" extrusionOk="0">
                  <a:moveTo>
                    <a:pt x="53016" y="6526"/>
                  </a:moveTo>
                  <a:cubicBezTo>
                    <a:pt x="53754" y="6526"/>
                    <a:pt x="54491" y="6960"/>
                    <a:pt x="54797" y="7734"/>
                  </a:cubicBezTo>
                  <a:cubicBezTo>
                    <a:pt x="56417" y="11615"/>
                    <a:pt x="57036" y="15831"/>
                    <a:pt x="56679" y="20189"/>
                  </a:cubicBezTo>
                  <a:lnTo>
                    <a:pt x="22005" y="54862"/>
                  </a:lnTo>
                  <a:cubicBezTo>
                    <a:pt x="21238" y="54921"/>
                    <a:pt x="20477" y="54950"/>
                    <a:pt x="19722" y="54950"/>
                  </a:cubicBezTo>
                  <a:cubicBezTo>
                    <a:pt x="16165" y="54950"/>
                    <a:pt x="12748" y="54302"/>
                    <a:pt x="9526" y="53005"/>
                  </a:cubicBezTo>
                  <a:cubicBezTo>
                    <a:pt x="8288" y="52481"/>
                    <a:pt x="7930" y="50885"/>
                    <a:pt x="8883" y="49909"/>
                  </a:cubicBezTo>
                  <a:lnTo>
                    <a:pt x="51725" y="7067"/>
                  </a:lnTo>
                  <a:cubicBezTo>
                    <a:pt x="52084" y="6699"/>
                    <a:pt x="52551" y="6526"/>
                    <a:pt x="53016" y="6526"/>
                  </a:cubicBezTo>
                  <a:close/>
                  <a:moveTo>
                    <a:pt x="60608" y="25571"/>
                  </a:moveTo>
                  <a:cubicBezTo>
                    <a:pt x="66443" y="28143"/>
                    <a:pt x="84351" y="37049"/>
                    <a:pt x="97735" y="54719"/>
                  </a:cubicBezTo>
                  <a:lnTo>
                    <a:pt x="72325" y="80153"/>
                  </a:lnTo>
                  <a:cubicBezTo>
                    <a:pt x="71039" y="81415"/>
                    <a:pt x="71039" y="83511"/>
                    <a:pt x="72325" y="84821"/>
                  </a:cubicBezTo>
                  <a:cubicBezTo>
                    <a:pt x="72956" y="85464"/>
                    <a:pt x="73795" y="85785"/>
                    <a:pt x="74641" y="85785"/>
                  </a:cubicBezTo>
                  <a:cubicBezTo>
                    <a:pt x="75486" y="85785"/>
                    <a:pt x="76338" y="85464"/>
                    <a:pt x="76992" y="84821"/>
                  </a:cubicBezTo>
                  <a:lnTo>
                    <a:pt x="103903" y="57911"/>
                  </a:lnTo>
                  <a:cubicBezTo>
                    <a:pt x="104909" y="57571"/>
                    <a:pt x="107268" y="56904"/>
                    <a:pt x="110246" y="56904"/>
                  </a:cubicBezTo>
                  <a:cubicBezTo>
                    <a:pt x="113327" y="56904"/>
                    <a:pt x="117072" y="57618"/>
                    <a:pt x="120668" y="60149"/>
                  </a:cubicBezTo>
                  <a:lnTo>
                    <a:pt x="61918" y="118875"/>
                  </a:lnTo>
                  <a:cubicBezTo>
                    <a:pt x="56917" y="111826"/>
                    <a:pt x="59012" y="104206"/>
                    <a:pt x="59703" y="102110"/>
                  </a:cubicBezTo>
                  <a:lnTo>
                    <a:pt x="67705" y="94108"/>
                  </a:lnTo>
                  <a:cubicBezTo>
                    <a:pt x="68991" y="92822"/>
                    <a:pt x="68991" y="90751"/>
                    <a:pt x="67705" y="89441"/>
                  </a:cubicBezTo>
                  <a:cubicBezTo>
                    <a:pt x="67065" y="88789"/>
                    <a:pt x="66224" y="88467"/>
                    <a:pt x="65383" y="88467"/>
                  </a:cubicBezTo>
                  <a:cubicBezTo>
                    <a:pt x="64533" y="88467"/>
                    <a:pt x="63683" y="88795"/>
                    <a:pt x="63037" y="89441"/>
                  </a:cubicBezTo>
                  <a:lnTo>
                    <a:pt x="56512" y="95966"/>
                  </a:lnTo>
                  <a:cubicBezTo>
                    <a:pt x="38818" y="82558"/>
                    <a:pt x="29935" y="64674"/>
                    <a:pt x="27363" y="58839"/>
                  </a:cubicBezTo>
                  <a:lnTo>
                    <a:pt x="60608" y="25571"/>
                  </a:lnTo>
                  <a:close/>
                  <a:moveTo>
                    <a:pt x="100593" y="89465"/>
                  </a:moveTo>
                  <a:cubicBezTo>
                    <a:pt x="106618" y="95633"/>
                    <a:pt x="116810" y="107230"/>
                    <a:pt x="120668" y="118471"/>
                  </a:cubicBezTo>
                  <a:cubicBezTo>
                    <a:pt x="120692" y="118542"/>
                    <a:pt x="120692" y="118637"/>
                    <a:pt x="120621" y="118732"/>
                  </a:cubicBezTo>
                  <a:cubicBezTo>
                    <a:pt x="120573" y="118780"/>
                    <a:pt x="120478" y="118875"/>
                    <a:pt x="120382" y="118875"/>
                  </a:cubicBezTo>
                  <a:cubicBezTo>
                    <a:pt x="120359" y="118875"/>
                    <a:pt x="120335" y="118875"/>
                    <a:pt x="120263" y="118852"/>
                  </a:cubicBezTo>
                  <a:cubicBezTo>
                    <a:pt x="109047" y="115041"/>
                    <a:pt x="97473" y="104825"/>
                    <a:pt x="91281" y="98776"/>
                  </a:cubicBezTo>
                  <a:lnTo>
                    <a:pt x="100593" y="89465"/>
                  </a:lnTo>
                  <a:close/>
                  <a:moveTo>
                    <a:pt x="52976" y="0"/>
                  </a:moveTo>
                  <a:cubicBezTo>
                    <a:pt x="50859" y="0"/>
                    <a:pt x="48730" y="775"/>
                    <a:pt x="47081" y="2423"/>
                  </a:cubicBezTo>
                  <a:lnTo>
                    <a:pt x="4239" y="45265"/>
                  </a:lnTo>
                  <a:cubicBezTo>
                    <a:pt x="0" y="49480"/>
                    <a:pt x="1548" y="56863"/>
                    <a:pt x="7073" y="59101"/>
                  </a:cubicBezTo>
                  <a:cubicBezTo>
                    <a:pt x="11073" y="60743"/>
                    <a:pt x="15371" y="61548"/>
                    <a:pt x="19687" y="61548"/>
                  </a:cubicBezTo>
                  <a:cubicBezTo>
                    <a:pt x="20253" y="61548"/>
                    <a:pt x="20819" y="61534"/>
                    <a:pt x="21386" y="61507"/>
                  </a:cubicBezTo>
                  <a:cubicBezTo>
                    <a:pt x="24243" y="68103"/>
                    <a:pt x="33745" y="87107"/>
                    <a:pt x="53035" y="101515"/>
                  </a:cubicBezTo>
                  <a:cubicBezTo>
                    <a:pt x="51749" y="106325"/>
                    <a:pt x="50368" y="116970"/>
                    <a:pt x="59417" y="126020"/>
                  </a:cubicBezTo>
                  <a:cubicBezTo>
                    <a:pt x="60048" y="126638"/>
                    <a:pt x="60902" y="126967"/>
                    <a:pt x="61766" y="126967"/>
                  </a:cubicBezTo>
                  <a:cubicBezTo>
                    <a:pt x="62599" y="126967"/>
                    <a:pt x="63443" y="126662"/>
                    <a:pt x="64109" y="126020"/>
                  </a:cubicBezTo>
                  <a:lnTo>
                    <a:pt x="86661" y="103467"/>
                  </a:lnTo>
                  <a:cubicBezTo>
                    <a:pt x="93925" y="110564"/>
                    <a:pt x="105951" y="120923"/>
                    <a:pt x="118191" y="125091"/>
                  </a:cubicBezTo>
                  <a:cubicBezTo>
                    <a:pt x="118923" y="125345"/>
                    <a:pt x="119653" y="125462"/>
                    <a:pt x="120364" y="125462"/>
                  </a:cubicBezTo>
                  <a:cubicBezTo>
                    <a:pt x="124793" y="125462"/>
                    <a:pt x="128470" y="120906"/>
                    <a:pt x="126931" y="116351"/>
                  </a:cubicBezTo>
                  <a:cubicBezTo>
                    <a:pt x="122764" y="104110"/>
                    <a:pt x="112452" y="92084"/>
                    <a:pt x="105308" y="84821"/>
                  </a:cubicBezTo>
                  <a:lnTo>
                    <a:pt x="127860" y="62269"/>
                  </a:lnTo>
                  <a:cubicBezTo>
                    <a:pt x="129146" y="60983"/>
                    <a:pt x="129146" y="58863"/>
                    <a:pt x="127860" y="57577"/>
                  </a:cubicBezTo>
                  <a:cubicBezTo>
                    <a:pt x="122076" y="51793"/>
                    <a:pt x="115570" y="50299"/>
                    <a:pt x="110387" y="50299"/>
                  </a:cubicBezTo>
                  <a:cubicBezTo>
                    <a:pt x="107525" y="50299"/>
                    <a:pt x="105066" y="50754"/>
                    <a:pt x="103355" y="51195"/>
                  </a:cubicBezTo>
                  <a:cubicBezTo>
                    <a:pt x="88947" y="31905"/>
                    <a:pt x="69943" y="22403"/>
                    <a:pt x="63347" y="19522"/>
                  </a:cubicBezTo>
                  <a:cubicBezTo>
                    <a:pt x="63561" y="14568"/>
                    <a:pt x="62751" y="9782"/>
                    <a:pt x="60918" y="5257"/>
                  </a:cubicBezTo>
                  <a:cubicBezTo>
                    <a:pt x="59540" y="1878"/>
                    <a:pt x="56273" y="0"/>
                    <a:pt x="52976"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975" name="Google Shape;2975;p45"/>
          <p:cNvGrpSpPr/>
          <p:nvPr/>
        </p:nvGrpSpPr>
        <p:grpSpPr>
          <a:xfrm>
            <a:off x="1090712" y="3354865"/>
            <a:ext cx="303606" cy="327831"/>
            <a:chOff x="1090712" y="3354865"/>
            <a:chExt cx="303606" cy="327831"/>
          </a:xfrm>
        </p:grpSpPr>
        <p:sp>
          <p:nvSpPr>
            <p:cNvPr id="2976" name="Google Shape;2976;p45"/>
            <p:cNvSpPr/>
            <p:nvPr/>
          </p:nvSpPr>
          <p:spPr>
            <a:xfrm>
              <a:off x="1147913" y="3359651"/>
              <a:ext cx="147621" cy="231235"/>
            </a:xfrm>
            <a:custGeom>
              <a:avLst/>
              <a:gdLst/>
              <a:ahLst/>
              <a:cxnLst/>
              <a:rect l="l" t="t" r="r" b="b"/>
              <a:pathLst>
                <a:path w="101284" h="158652" extrusionOk="0">
                  <a:moveTo>
                    <a:pt x="16671" y="1"/>
                  </a:moveTo>
                  <a:lnTo>
                    <a:pt x="10598" y="6073"/>
                  </a:lnTo>
                  <a:cubicBezTo>
                    <a:pt x="2073" y="14623"/>
                    <a:pt x="1" y="27887"/>
                    <a:pt x="6026" y="38366"/>
                  </a:cubicBezTo>
                  <a:cubicBezTo>
                    <a:pt x="6169" y="38628"/>
                    <a:pt x="6359" y="38937"/>
                    <a:pt x="6526" y="39199"/>
                  </a:cubicBezTo>
                  <a:lnTo>
                    <a:pt x="82018" y="158652"/>
                  </a:lnTo>
                  <a:lnTo>
                    <a:pt x="101284" y="134075"/>
                  </a:lnTo>
                  <a:lnTo>
                    <a:pt x="16671" y="1"/>
                  </a:lnTo>
                  <a:close/>
                </a:path>
              </a:pathLst>
            </a:custGeom>
            <a:solidFill>
              <a:srgbClr val="D9D9D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7" name="Google Shape;2977;p45"/>
            <p:cNvSpPr/>
            <p:nvPr/>
          </p:nvSpPr>
          <p:spPr>
            <a:xfrm>
              <a:off x="1248329" y="3527299"/>
              <a:ext cx="47206" cy="63658"/>
            </a:xfrm>
            <a:custGeom>
              <a:avLst/>
              <a:gdLst/>
              <a:ahLst/>
              <a:cxnLst/>
              <a:rect l="l" t="t" r="r" b="b"/>
              <a:pathLst>
                <a:path w="32388" h="43676" extrusionOk="0">
                  <a:moveTo>
                    <a:pt x="20361" y="0"/>
                  </a:moveTo>
                  <a:cubicBezTo>
                    <a:pt x="10836" y="5263"/>
                    <a:pt x="3858" y="13479"/>
                    <a:pt x="0" y="22886"/>
                  </a:cubicBezTo>
                  <a:lnTo>
                    <a:pt x="13122" y="43676"/>
                  </a:lnTo>
                  <a:lnTo>
                    <a:pt x="32388" y="19075"/>
                  </a:lnTo>
                  <a:lnTo>
                    <a:pt x="20361" y="0"/>
                  </a:lnTo>
                  <a:close/>
                </a:path>
              </a:pathLst>
            </a:custGeom>
            <a:solidFill>
              <a:srgbClr val="000000">
                <a:alpha val="84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8" name="Google Shape;2978;p45"/>
            <p:cNvSpPr/>
            <p:nvPr/>
          </p:nvSpPr>
          <p:spPr>
            <a:xfrm>
              <a:off x="1189461" y="3359651"/>
              <a:ext cx="147586" cy="231235"/>
            </a:xfrm>
            <a:custGeom>
              <a:avLst/>
              <a:gdLst/>
              <a:ahLst/>
              <a:cxnLst/>
              <a:rect l="l" t="t" r="r" b="b"/>
              <a:pathLst>
                <a:path w="101260" h="158652" extrusionOk="0">
                  <a:moveTo>
                    <a:pt x="84590" y="1"/>
                  </a:moveTo>
                  <a:lnTo>
                    <a:pt x="1" y="134075"/>
                  </a:lnTo>
                  <a:lnTo>
                    <a:pt x="19243" y="158652"/>
                  </a:lnTo>
                  <a:lnTo>
                    <a:pt x="94735" y="39199"/>
                  </a:lnTo>
                  <a:cubicBezTo>
                    <a:pt x="94925" y="38937"/>
                    <a:pt x="95092" y="38628"/>
                    <a:pt x="95259" y="38366"/>
                  </a:cubicBezTo>
                  <a:cubicBezTo>
                    <a:pt x="101260" y="27887"/>
                    <a:pt x="99212" y="14623"/>
                    <a:pt x="90662" y="6073"/>
                  </a:cubicBezTo>
                  <a:lnTo>
                    <a:pt x="84590" y="1"/>
                  </a:lnTo>
                  <a:close/>
                </a:path>
              </a:pathLst>
            </a:custGeom>
            <a:solidFill>
              <a:srgbClr val="F0EBD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9" name="Google Shape;2979;p45"/>
            <p:cNvSpPr/>
            <p:nvPr/>
          </p:nvSpPr>
          <p:spPr>
            <a:xfrm>
              <a:off x="1189496" y="3527299"/>
              <a:ext cx="47206" cy="63658"/>
            </a:xfrm>
            <a:custGeom>
              <a:avLst/>
              <a:gdLst/>
              <a:ahLst/>
              <a:cxnLst/>
              <a:rect l="l" t="t" r="r" b="b"/>
              <a:pathLst>
                <a:path w="32388" h="43676" extrusionOk="0">
                  <a:moveTo>
                    <a:pt x="12027" y="0"/>
                  </a:moveTo>
                  <a:lnTo>
                    <a:pt x="0" y="19075"/>
                  </a:lnTo>
                  <a:lnTo>
                    <a:pt x="19219" y="43676"/>
                  </a:lnTo>
                  <a:lnTo>
                    <a:pt x="32388" y="22862"/>
                  </a:lnTo>
                  <a:cubicBezTo>
                    <a:pt x="28387" y="13122"/>
                    <a:pt x="21291" y="5144"/>
                    <a:pt x="12027" y="0"/>
                  </a:cubicBezTo>
                  <a:close/>
                </a:path>
              </a:pathLst>
            </a:custGeom>
            <a:solidFill>
              <a:srgbClr val="000000">
                <a:alpha val="84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0" name="Google Shape;2980;p45"/>
            <p:cNvSpPr/>
            <p:nvPr/>
          </p:nvSpPr>
          <p:spPr>
            <a:xfrm>
              <a:off x="1096162" y="3538022"/>
              <a:ext cx="133285" cy="139884"/>
            </a:xfrm>
            <a:custGeom>
              <a:avLst/>
              <a:gdLst/>
              <a:ahLst/>
              <a:cxnLst/>
              <a:rect l="l" t="t" r="r" b="b"/>
              <a:pathLst>
                <a:path w="91448" h="95975" extrusionOk="0">
                  <a:moveTo>
                    <a:pt x="53564" y="20889"/>
                  </a:moveTo>
                  <a:cubicBezTo>
                    <a:pt x="53808" y="20889"/>
                    <a:pt x="54052" y="20896"/>
                    <a:pt x="54297" y="20911"/>
                  </a:cubicBezTo>
                  <a:cubicBezTo>
                    <a:pt x="56036" y="21030"/>
                    <a:pt x="57703" y="21506"/>
                    <a:pt x="59275" y="22316"/>
                  </a:cubicBezTo>
                  <a:cubicBezTo>
                    <a:pt x="65252" y="25459"/>
                    <a:pt x="67586" y="32937"/>
                    <a:pt x="64395" y="38938"/>
                  </a:cubicBezTo>
                  <a:lnTo>
                    <a:pt x="48772" y="68516"/>
                  </a:lnTo>
                  <a:cubicBezTo>
                    <a:pt x="46625" y="72561"/>
                    <a:pt x="42397" y="75062"/>
                    <a:pt x="37860" y="75062"/>
                  </a:cubicBezTo>
                  <a:cubicBezTo>
                    <a:pt x="37617" y="75062"/>
                    <a:pt x="37372" y="75055"/>
                    <a:pt x="37127" y="75041"/>
                  </a:cubicBezTo>
                  <a:cubicBezTo>
                    <a:pt x="35389" y="74922"/>
                    <a:pt x="33722" y="74445"/>
                    <a:pt x="32150" y="73636"/>
                  </a:cubicBezTo>
                  <a:cubicBezTo>
                    <a:pt x="26172" y="70492"/>
                    <a:pt x="23886" y="63014"/>
                    <a:pt x="27030" y="57037"/>
                  </a:cubicBezTo>
                  <a:lnTo>
                    <a:pt x="42652" y="27436"/>
                  </a:lnTo>
                  <a:cubicBezTo>
                    <a:pt x="44799" y="23390"/>
                    <a:pt x="49027" y="20889"/>
                    <a:pt x="53564" y="20889"/>
                  </a:cubicBezTo>
                  <a:close/>
                  <a:moveTo>
                    <a:pt x="53579" y="0"/>
                  </a:moveTo>
                  <a:cubicBezTo>
                    <a:pt x="41678" y="0"/>
                    <a:pt x="30168" y="6423"/>
                    <a:pt x="24196" y="17672"/>
                  </a:cubicBezTo>
                  <a:lnTo>
                    <a:pt x="8574" y="47273"/>
                  </a:lnTo>
                  <a:cubicBezTo>
                    <a:pt x="0" y="63467"/>
                    <a:pt x="6192" y="83542"/>
                    <a:pt x="22386" y="92116"/>
                  </a:cubicBezTo>
                  <a:cubicBezTo>
                    <a:pt x="27331" y="94734"/>
                    <a:pt x="32640" y="95975"/>
                    <a:pt x="37874" y="95975"/>
                  </a:cubicBezTo>
                  <a:cubicBezTo>
                    <a:pt x="49780" y="95975"/>
                    <a:pt x="61297" y="89552"/>
                    <a:pt x="67252" y="78303"/>
                  </a:cubicBezTo>
                  <a:lnTo>
                    <a:pt x="82875" y="48726"/>
                  </a:lnTo>
                  <a:cubicBezTo>
                    <a:pt x="91448" y="32532"/>
                    <a:pt x="85256" y="12433"/>
                    <a:pt x="69062" y="3860"/>
                  </a:cubicBezTo>
                  <a:cubicBezTo>
                    <a:pt x="64117" y="1242"/>
                    <a:pt x="58810" y="0"/>
                    <a:pt x="53579" y="0"/>
                  </a:cubicBezTo>
                  <a:close/>
                </a:path>
              </a:pathLst>
            </a:custGeom>
            <a:solidFill>
              <a:srgbClr val="FF89A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1" name="Google Shape;2981;p45"/>
            <p:cNvSpPr/>
            <p:nvPr/>
          </p:nvSpPr>
          <p:spPr>
            <a:xfrm>
              <a:off x="1234687" y="3503938"/>
              <a:ext cx="15552" cy="15552"/>
            </a:xfrm>
            <a:custGeom>
              <a:avLst/>
              <a:gdLst/>
              <a:ahLst/>
              <a:cxnLst/>
              <a:rect l="l" t="t" r="r" b="b"/>
              <a:pathLst>
                <a:path w="10670" h="10670" extrusionOk="0">
                  <a:moveTo>
                    <a:pt x="5335" y="1"/>
                  </a:moveTo>
                  <a:cubicBezTo>
                    <a:pt x="2406" y="1"/>
                    <a:pt x="1" y="2382"/>
                    <a:pt x="1" y="5335"/>
                  </a:cubicBezTo>
                  <a:cubicBezTo>
                    <a:pt x="1" y="8288"/>
                    <a:pt x="2406" y="10670"/>
                    <a:pt x="5335" y="10670"/>
                  </a:cubicBezTo>
                  <a:cubicBezTo>
                    <a:pt x="8288" y="10670"/>
                    <a:pt x="10670" y="8288"/>
                    <a:pt x="10670" y="5335"/>
                  </a:cubicBezTo>
                  <a:cubicBezTo>
                    <a:pt x="10670" y="2382"/>
                    <a:pt x="8288" y="1"/>
                    <a:pt x="5335" y="1"/>
                  </a:cubicBezTo>
                  <a:close/>
                </a:path>
              </a:pathLst>
            </a:custGeom>
            <a:solidFill>
              <a:srgbClr val="D9D9D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2" name="Google Shape;2982;p45"/>
            <p:cNvSpPr/>
            <p:nvPr/>
          </p:nvSpPr>
          <p:spPr>
            <a:xfrm>
              <a:off x="1255513" y="3538022"/>
              <a:ext cx="133285" cy="139884"/>
            </a:xfrm>
            <a:custGeom>
              <a:avLst/>
              <a:gdLst/>
              <a:ahLst/>
              <a:cxnLst/>
              <a:rect l="l" t="t" r="r" b="b"/>
              <a:pathLst>
                <a:path w="91448" h="95975" extrusionOk="0">
                  <a:moveTo>
                    <a:pt x="37887" y="20865"/>
                  </a:moveTo>
                  <a:cubicBezTo>
                    <a:pt x="42443" y="20865"/>
                    <a:pt x="46649" y="23366"/>
                    <a:pt x="48796" y="27412"/>
                  </a:cubicBezTo>
                  <a:lnTo>
                    <a:pt x="64419" y="56989"/>
                  </a:lnTo>
                  <a:cubicBezTo>
                    <a:pt x="67586" y="62991"/>
                    <a:pt x="65300" y="70421"/>
                    <a:pt x="59299" y="73612"/>
                  </a:cubicBezTo>
                  <a:cubicBezTo>
                    <a:pt x="57727" y="74445"/>
                    <a:pt x="56060" y="74922"/>
                    <a:pt x="54345" y="75017"/>
                  </a:cubicBezTo>
                  <a:cubicBezTo>
                    <a:pt x="54099" y="75031"/>
                    <a:pt x="53854" y="75039"/>
                    <a:pt x="53609" y="75039"/>
                  </a:cubicBezTo>
                  <a:cubicBezTo>
                    <a:pt x="49054" y="75039"/>
                    <a:pt x="44847" y="72537"/>
                    <a:pt x="42700" y="68492"/>
                  </a:cubicBezTo>
                  <a:lnTo>
                    <a:pt x="27078" y="38890"/>
                  </a:lnTo>
                  <a:cubicBezTo>
                    <a:pt x="23910" y="32913"/>
                    <a:pt x="26197" y="25435"/>
                    <a:pt x="32198" y="22292"/>
                  </a:cubicBezTo>
                  <a:cubicBezTo>
                    <a:pt x="33770" y="21458"/>
                    <a:pt x="35437" y="20982"/>
                    <a:pt x="37151" y="20887"/>
                  </a:cubicBezTo>
                  <a:cubicBezTo>
                    <a:pt x="37397" y="20872"/>
                    <a:pt x="37643" y="20865"/>
                    <a:pt x="37887" y="20865"/>
                  </a:cubicBezTo>
                  <a:close/>
                  <a:moveTo>
                    <a:pt x="37874" y="0"/>
                  </a:moveTo>
                  <a:cubicBezTo>
                    <a:pt x="32640" y="0"/>
                    <a:pt x="27331" y="1242"/>
                    <a:pt x="22386" y="3860"/>
                  </a:cubicBezTo>
                  <a:cubicBezTo>
                    <a:pt x="6216" y="12433"/>
                    <a:pt x="1" y="32532"/>
                    <a:pt x="8598" y="48726"/>
                  </a:cubicBezTo>
                  <a:lnTo>
                    <a:pt x="24220" y="78303"/>
                  </a:lnTo>
                  <a:cubicBezTo>
                    <a:pt x="30175" y="89552"/>
                    <a:pt x="41692" y="95975"/>
                    <a:pt x="53590" y="95975"/>
                  </a:cubicBezTo>
                  <a:cubicBezTo>
                    <a:pt x="58821" y="95975"/>
                    <a:pt x="64125" y="94734"/>
                    <a:pt x="69063" y="92116"/>
                  </a:cubicBezTo>
                  <a:cubicBezTo>
                    <a:pt x="85256" y="83542"/>
                    <a:pt x="91448" y="63467"/>
                    <a:pt x="82875" y="47273"/>
                  </a:cubicBezTo>
                  <a:lnTo>
                    <a:pt x="67253" y="17672"/>
                  </a:lnTo>
                  <a:cubicBezTo>
                    <a:pt x="61297" y="6423"/>
                    <a:pt x="49781" y="0"/>
                    <a:pt x="37874" y="0"/>
                  </a:cubicBezTo>
                  <a:close/>
                </a:path>
              </a:pathLst>
            </a:custGeom>
            <a:solidFill>
              <a:srgbClr val="FF89A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3" name="Google Shape;2983;p45"/>
            <p:cNvSpPr/>
            <p:nvPr/>
          </p:nvSpPr>
          <p:spPr>
            <a:xfrm>
              <a:off x="1234687" y="3503973"/>
              <a:ext cx="15552" cy="15552"/>
            </a:xfrm>
            <a:custGeom>
              <a:avLst/>
              <a:gdLst/>
              <a:ahLst/>
              <a:cxnLst/>
              <a:rect l="l" t="t" r="r" b="b"/>
              <a:pathLst>
                <a:path w="10670" h="10670" extrusionOk="0">
                  <a:moveTo>
                    <a:pt x="5335" y="1"/>
                  </a:moveTo>
                  <a:cubicBezTo>
                    <a:pt x="2406" y="1"/>
                    <a:pt x="1" y="2406"/>
                    <a:pt x="1" y="5335"/>
                  </a:cubicBezTo>
                  <a:cubicBezTo>
                    <a:pt x="1" y="8288"/>
                    <a:pt x="2406" y="10670"/>
                    <a:pt x="5335" y="10670"/>
                  </a:cubicBezTo>
                  <a:cubicBezTo>
                    <a:pt x="8288" y="10670"/>
                    <a:pt x="10670" y="8288"/>
                    <a:pt x="10670" y="5335"/>
                  </a:cubicBezTo>
                  <a:cubicBezTo>
                    <a:pt x="10670" y="2406"/>
                    <a:pt x="8288" y="1"/>
                    <a:pt x="5335"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4" name="Google Shape;2984;p45"/>
            <p:cNvSpPr/>
            <p:nvPr/>
          </p:nvSpPr>
          <p:spPr>
            <a:xfrm>
              <a:off x="1284842" y="3563728"/>
              <a:ext cx="72197" cy="88424"/>
            </a:xfrm>
            <a:custGeom>
              <a:avLst/>
              <a:gdLst/>
              <a:ahLst/>
              <a:cxnLst/>
              <a:rect l="l" t="t" r="r" b="b"/>
              <a:pathLst>
                <a:path w="49535" h="60668" extrusionOk="0">
                  <a:moveTo>
                    <a:pt x="17736" y="6577"/>
                  </a:moveTo>
                  <a:cubicBezTo>
                    <a:pt x="20986" y="6577"/>
                    <a:pt x="24158" y="8326"/>
                    <a:pt x="25768" y="11347"/>
                  </a:cubicBezTo>
                  <a:cubicBezTo>
                    <a:pt x="25768" y="11347"/>
                    <a:pt x="41390" y="40900"/>
                    <a:pt x="41390" y="40948"/>
                  </a:cubicBezTo>
                  <a:cubicBezTo>
                    <a:pt x="43677" y="45258"/>
                    <a:pt x="41962" y="50831"/>
                    <a:pt x="37628" y="53117"/>
                  </a:cubicBezTo>
                  <a:cubicBezTo>
                    <a:pt x="36317" y="53809"/>
                    <a:pt x="34894" y="54136"/>
                    <a:pt x="33485" y="54136"/>
                  </a:cubicBezTo>
                  <a:cubicBezTo>
                    <a:pt x="30235" y="54136"/>
                    <a:pt x="27053" y="52394"/>
                    <a:pt x="25459" y="49354"/>
                  </a:cubicBezTo>
                  <a:lnTo>
                    <a:pt x="9836" y="19777"/>
                  </a:lnTo>
                  <a:cubicBezTo>
                    <a:pt x="7502" y="15395"/>
                    <a:pt x="9217" y="9918"/>
                    <a:pt x="13575" y="7608"/>
                  </a:cubicBezTo>
                  <a:cubicBezTo>
                    <a:pt x="14896" y="6908"/>
                    <a:pt x="16323" y="6577"/>
                    <a:pt x="17736" y="6577"/>
                  </a:cubicBezTo>
                  <a:close/>
                  <a:moveTo>
                    <a:pt x="17680" y="1"/>
                  </a:moveTo>
                  <a:cubicBezTo>
                    <a:pt x="15240" y="1"/>
                    <a:pt x="12783" y="570"/>
                    <a:pt x="10527" y="1773"/>
                  </a:cubicBezTo>
                  <a:cubicBezTo>
                    <a:pt x="2930" y="5774"/>
                    <a:pt x="1" y="15252"/>
                    <a:pt x="4026" y="22849"/>
                  </a:cubicBezTo>
                  <a:cubicBezTo>
                    <a:pt x="4026" y="22849"/>
                    <a:pt x="19648" y="52403"/>
                    <a:pt x="19648" y="52426"/>
                  </a:cubicBezTo>
                  <a:cubicBezTo>
                    <a:pt x="22386" y="57642"/>
                    <a:pt x="27864" y="60642"/>
                    <a:pt x="33436" y="60666"/>
                  </a:cubicBezTo>
                  <a:cubicBezTo>
                    <a:pt x="33489" y="60667"/>
                    <a:pt x="33542" y="60667"/>
                    <a:pt x="33594" y="60667"/>
                  </a:cubicBezTo>
                  <a:cubicBezTo>
                    <a:pt x="40318" y="60667"/>
                    <a:pt x="46336" y="56139"/>
                    <a:pt x="48320" y="49712"/>
                  </a:cubicBezTo>
                  <a:cubicBezTo>
                    <a:pt x="49535" y="45735"/>
                    <a:pt x="49154" y="41496"/>
                    <a:pt x="47225" y="37852"/>
                  </a:cubicBezTo>
                  <a:cubicBezTo>
                    <a:pt x="47225" y="37852"/>
                    <a:pt x="31603" y="8275"/>
                    <a:pt x="31603" y="8251"/>
                  </a:cubicBezTo>
                  <a:cubicBezTo>
                    <a:pt x="28829" y="3020"/>
                    <a:pt x="23300" y="1"/>
                    <a:pt x="17680"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5" name="Google Shape;2985;p45"/>
            <p:cNvSpPr/>
            <p:nvPr/>
          </p:nvSpPr>
          <p:spPr>
            <a:xfrm>
              <a:off x="1090712" y="3354865"/>
              <a:ext cx="303606" cy="327831"/>
            </a:xfrm>
            <a:custGeom>
              <a:avLst/>
              <a:gdLst/>
              <a:ahLst/>
              <a:cxnLst/>
              <a:rect l="l" t="t" r="r" b="b"/>
              <a:pathLst>
                <a:path w="208306" h="224927" extrusionOk="0">
                  <a:moveTo>
                    <a:pt x="152913" y="8548"/>
                  </a:moveTo>
                  <a:lnTo>
                    <a:pt x="156057" y="11715"/>
                  </a:lnTo>
                  <a:cubicBezTo>
                    <a:pt x="163654" y="19288"/>
                    <a:pt x="165344" y="30957"/>
                    <a:pt x="160153" y="40054"/>
                  </a:cubicBezTo>
                  <a:cubicBezTo>
                    <a:pt x="159986" y="40292"/>
                    <a:pt x="92067" y="147814"/>
                    <a:pt x="92067" y="147814"/>
                  </a:cubicBezTo>
                  <a:cubicBezTo>
                    <a:pt x="90448" y="142742"/>
                    <a:pt x="87804" y="138169"/>
                    <a:pt x="84256" y="134287"/>
                  </a:cubicBezTo>
                  <a:cubicBezTo>
                    <a:pt x="82232" y="132049"/>
                    <a:pt x="79922" y="130072"/>
                    <a:pt x="77398" y="128429"/>
                  </a:cubicBezTo>
                  <a:cubicBezTo>
                    <a:pt x="77350" y="128405"/>
                    <a:pt x="77326" y="128405"/>
                    <a:pt x="77326" y="128358"/>
                  </a:cubicBezTo>
                  <a:lnTo>
                    <a:pt x="152913" y="8548"/>
                  </a:lnTo>
                  <a:close/>
                  <a:moveTo>
                    <a:pt x="121526" y="113474"/>
                  </a:moveTo>
                  <a:lnTo>
                    <a:pt x="130909" y="128358"/>
                  </a:lnTo>
                  <a:cubicBezTo>
                    <a:pt x="130861" y="128405"/>
                    <a:pt x="130790" y="128453"/>
                    <a:pt x="130766" y="128477"/>
                  </a:cubicBezTo>
                  <a:cubicBezTo>
                    <a:pt x="129718" y="129167"/>
                    <a:pt x="128742" y="129906"/>
                    <a:pt x="127765" y="130715"/>
                  </a:cubicBezTo>
                  <a:cubicBezTo>
                    <a:pt x="122312" y="135192"/>
                    <a:pt x="118287" y="141098"/>
                    <a:pt x="116167" y="147814"/>
                  </a:cubicBezTo>
                  <a:lnTo>
                    <a:pt x="108023" y="134883"/>
                  </a:lnTo>
                  <a:lnTo>
                    <a:pt x="121526" y="113474"/>
                  </a:lnTo>
                  <a:close/>
                  <a:moveTo>
                    <a:pt x="57298" y="128953"/>
                  </a:moveTo>
                  <a:cubicBezTo>
                    <a:pt x="72635" y="128953"/>
                    <a:pt x="86018" y="141551"/>
                    <a:pt x="87090" y="156816"/>
                  </a:cubicBezTo>
                  <a:lnTo>
                    <a:pt x="87090" y="156887"/>
                  </a:lnTo>
                  <a:cubicBezTo>
                    <a:pt x="87447" y="162365"/>
                    <a:pt x="86328" y="167866"/>
                    <a:pt x="83708" y="172843"/>
                  </a:cubicBezTo>
                  <a:cubicBezTo>
                    <a:pt x="83708" y="172843"/>
                    <a:pt x="68086" y="202397"/>
                    <a:pt x="68086" y="202420"/>
                  </a:cubicBezTo>
                  <a:cubicBezTo>
                    <a:pt x="62784" y="212459"/>
                    <a:pt x="52203" y="218264"/>
                    <a:pt x="41397" y="218264"/>
                  </a:cubicBezTo>
                  <a:cubicBezTo>
                    <a:pt x="36720" y="218264"/>
                    <a:pt x="32001" y="217177"/>
                    <a:pt x="27649" y="214875"/>
                  </a:cubicBezTo>
                  <a:cubicBezTo>
                    <a:pt x="13098" y="207159"/>
                    <a:pt x="7502" y="189037"/>
                    <a:pt x="15194" y="174486"/>
                  </a:cubicBezTo>
                  <a:lnTo>
                    <a:pt x="30840" y="144885"/>
                  </a:lnTo>
                  <a:cubicBezTo>
                    <a:pt x="36032" y="135049"/>
                    <a:pt x="46153" y="128953"/>
                    <a:pt x="57298" y="128953"/>
                  </a:cubicBezTo>
                  <a:close/>
                  <a:moveTo>
                    <a:pt x="55963" y="1"/>
                  </a:moveTo>
                  <a:cubicBezTo>
                    <a:pt x="55127" y="1"/>
                    <a:pt x="54282" y="310"/>
                    <a:pt x="53631" y="951"/>
                  </a:cubicBezTo>
                  <a:lnTo>
                    <a:pt x="47558" y="7023"/>
                  </a:lnTo>
                  <a:cubicBezTo>
                    <a:pt x="37865" y="16740"/>
                    <a:pt x="35746" y="31648"/>
                    <a:pt x="42438" y="43317"/>
                  </a:cubicBezTo>
                  <a:cubicBezTo>
                    <a:pt x="42628" y="43650"/>
                    <a:pt x="82851" y="107330"/>
                    <a:pt x="82851" y="107330"/>
                  </a:cubicBezTo>
                  <a:lnTo>
                    <a:pt x="71539" y="125262"/>
                  </a:lnTo>
                  <a:cubicBezTo>
                    <a:pt x="67038" y="123357"/>
                    <a:pt x="62180" y="122380"/>
                    <a:pt x="57322" y="122380"/>
                  </a:cubicBezTo>
                  <a:cubicBezTo>
                    <a:pt x="43748" y="122380"/>
                    <a:pt x="31364" y="129834"/>
                    <a:pt x="25029" y="141813"/>
                  </a:cubicBezTo>
                  <a:lnTo>
                    <a:pt x="9407" y="171414"/>
                  </a:lnTo>
                  <a:cubicBezTo>
                    <a:pt x="0" y="189180"/>
                    <a:pt x="6811" y="211303"/>
                    <a:pt x="24577" y="220710"/>
                  </a:cubicBezTo>
                  <a:cubicBezTo>
                    <a:pt x="29905" y="223525"/>
                    <a:pt x="35668" y="224856"/>
                    <a:pt x="41374" y="224856"/>
                  </a:cubicBezTo>
                  <a:cubicBezTo>
                    <a:pt x="54541" y="224856"/>
                    <a:pt x="67401" y="217770"/>
                    <a:pt x="73897" y="205492"/>
                  </a:cubicBezTo>
                  <a:lnTo>
                    <a:pt x="89543" y="175915"/>
                  </a:lnTo>
                  <a:cubicBezTo>
                    <a:pt x="92591" y="170128"/>
                    <a:pt x="93996" y="163793"/>
                    <a:pt x="93758" y="157459"/>
                  </a:cubicBezTo>
                  <a:lnTo>
                    <a:pt x="104141" y="141027"/>
                  </a:lnTo>
                  <a:lnTo>
                    <a:pt x="114548" y="157483"/>
                  </a:lnTo>
                  <a:cubicBezTo>
                    <a:pt x="114310" y="163698"/>
                    <a:pt x="115620" y="170033"/>
                    <a:pt x="118739" y="175915"/>
                  </a:cubicBezTo>
                  <a:lnTo>
                    <a:pt x="134362" y="205492"/>
                  </a:lnTo>
                  <a:cubicBezTo>
                    <a:pt x="136481" y="209493"/>
                    <a:pt x="139268" y="212994"/>
                    <a:pt x="142673" y="215971"/>
                  </a:cubicBezTo>
                  <a:cubicBezTo>
                    <a:pt x="143289" y="216511"/>
                    <a:pt x="144057" y="216777"/>
                    <a:pt x="144823" y="216777"/>
                  </a:cubicBezTo>
                  <a:cubicBezTo>
                    <a:pt x="145746" y="216777"/>
                    <a:pt x="146666" y="216392"/>
                    <a:pt x="147317" y="215637"/>
                  </a:cubicBezTo>
                  <a:cubicBezTo>
                    <a:pt x="148508" y="214280"/>
                    <a:pt x="148365" y="212184"/>
                    <a:pt x="146983" y="210993"/>
                  </a:cubicBezTo>
                  <a:cubicBezTo>
                    <a:pt x="144197" y="208588"/>
                    <a:pt x="141935" y="205707"/>
                    <a:pt x="140196" y="202420"/>
                  </a:cubicBezTo>
                  <a:cubicBezTo>
                    <a:pt x="140196" y="202420"/>
                    <a:pt x="124574" y="172867"/>
                    <a:pt x="124574" y="172843"/>
                  </a:cubicBezTo>
                  <a:cubicBezTo>
                    <a:pt x="117049" y="158578"/>
                    <a:pt x="122764" y="139979"/>
                    <a:pt x="137005" y="132454"/>
                  </a:cubicBezTo>
                  <a:cubicBezTo>
                    <a:pt x="137053" y="132406"/>
                    <a:pt x="137077" y="132406"/>
                    <a:pt x="137100" y="132382"/>
                  </a:cubicBezTo>
                  <a:cubicBezTo>
                    <a:pt x="141463" y="130098"/>
                    <a:pt x="146208" y="128945"/>
                    <a:pt x="150997" y="128945"/>
                  </a:cubicBezTo>
                  <a:cubicBezTo>
                    <a:pt x="153948" y="128945"/>
                    <a:pt x="156915" y="129382"/>
                    <a:pt x="159819" y="130263"/>
                  </a:cubicBezTo>
                  <a:cubicBezTo>
                    <a:pt x="167440" y="132620"/>
                    <a:pt x="173727" y="137812"/>
                    <a:pt x="177442" y="144861"/>
                  </a:cubicBezTo>
                  <a:lnTo>
                    <a:pt x="193064" y="174438"/>
                  </a:lnTo>
                  <a:cubicBezTo>
                    <a:pt x="200780" y="189037"/>
                    <a:pt x="195184" y="207159"/>
                    <a:pt x="180633" y="214875"/>
                  </a:cubicBezTo>
                  <a:cubicBezTo>
                    <a:pt x="176259" y="217177"/>
                    <a:pt x="171521" y="218349"/>
                    <a:pt x="166732" y="218349"/>
                  </a:cubicBezTo>
                  <a:cubicBezTo>
                    <a:pt x="163594" y="218349"/>
                    <a:pt x="160435" y="217846"/>
                    <a:pt x="157343" y="216828"/>
                  </a:cubicBezTo>
                  <a:cubicBezTo>
                    <a:pt x="157014" y="216723"/>
                    <a:pt x="156680" y="216673"/>
                    <a:pt x="156349" y="216673"/>
                  </a:cubicBezTo>
                  <a:cubicBezTo>
                    <a:pt x="154955" y="216673"/>
                    <a:pt x="153637" y="217561"/>
                    <a:pt x="153175" y="218947"/>
                  </a:cubicBezTo>
                  <a:cubicBezTo>
                    <a:pt x="152604" y="220686"/>
                    <a:pt x="153556" y="222543"/>
                    <a:pt x="155295" y="223115"/>
                  </a:cubicBezTo>
                  <a:cubicBezTo>
                    <a:pt x="158993" y="224326"/>
                    <a:pt x="162833" y="224926"/>
                    <a:pt x="166661" y="224926"/>
                  </a:cubicBezTo>
                  <a:cubicBezTo>
                    <a:pt x="172544" y="224926"/>
                    <a:pt x="178401" y="223509"/>
                    <a:pt x="183682" y="220710"/>
                  </a:cubicBezTo>
                  <a:cubicBezTo>
                    <a:pt x="201495" y="211303"/>
                    <a:pt x="208306" y="189180"/>
                    <a:pt x="198899" y="171390"/>
                  </a:cubicBezTo>
                  <a:lnTo>
                    <a:pt x="183277" y="141789"/>
                  </a:lnTo>
                  <a:cubicBezTo>
                    <a:pt x="178728" y="133192"/>
                    <a:pt x="171060" y="126857"/>
                    <a:pt x="161748" y="124000"/>
                  </a:cubicBezTo>
                  <a:cubicBezTo>
                    <a:pt x="158201" y="122902"/>
                    <a:pt x="154575" y="122359"/>
                    <a:pt x="150971" y="122359"/>
                  </a:cubicBezTo>
                  <a:cubicBezTo>
                    <a:pt x="146132" y="122359"/>
                    <a:pt x="141333" y="123337"/>
                    <a:pt x="136815" y="125262"/>
                  </a:cubicBezTo>
                  <a:lnTo>
                    <a:pt x="125503" y="107330"/>
                  </a:lnTo>
                  <a:cubicBezTo>
                    <a:pt x="125503" y="107330"/>
                    <a:pt x="165702" y="43650"/>
                    <a:pt x="165916" y="43317"/>
                  </a:cubicBezTo>
                  <a:cubicBezTo>
                    <a:pt x="172608" y="31648"/>
                    <a:pt x="170512" y="16740"/>
                    <a:pt x="160796" y="7023"/>
                  </a:cubicBezTo>
                  <a:lnTo>
                    <a:pt x="154723" y="951"/>
                  </a:lnTo>
                  <a:cubicBezTo>
                    <a:pt x="154082" y="310"/>
                    <a:pt x="153248" y="1"/>
                    <a:pt x="152416" y="1"/>
                  </a:cubicBezTo>
                  <a:cubicBezTo>
                    <a:pt x="151331" y="1"/>
                    <a:pt x="150250" y="525"/>
                    <a:pt x="149603" y="1522"/>
                  </a:cubicBezTo>
                  <a:lnTo>
                    <a:pt x="104213" y="73513"/>
                  </a:lnTo>
                  <a:lnTo>
                    <a:pt x="78136" y="32314"/>
                  </a:lnTo>
                  <a:cubicBezTo>
                    <a:pt x="77504" y="31312"/>
                    <a:pt x="76433" y="30769"/>
                    <a:pt x="75336" y="30769"/>
                  </a:cubicBezTo>
                  <a:cubicBezTo>
                    <a:pt x="74738" y="30769"/>
                    <a:pt x="74133" y="30931"/>
                    <a:pt x="73587" y="31267"/>
                  </a:cubicBezTo>
                  <a:cubicBezTo>
                    <a:pt x="72039" y="32243"/>
                    <a:pt x="71587" y="34267"/>
                    <a:pt x="72539" y="35815"/>
                  </a:cubicBezTo>
                  <a:lnTo>
                    <a:pt x="100212" y="79705"/>
                  </a:lnTo>
                  <a:lnTo>
                    <a:pt x="86709" y="101138"/>
                  </a:lnTo>
                  <a:cubicBezTo>
                    <a:pt x="86709" y="101138"/>
                    <a:pt x="48249" y="40292"/>
                    <a:pt x="48130" y="40006"/>
                  </a:cubicBezTo>
                  <a:cubicBezTo>
                    <a:pt x="42914" y="30933"/>
                    <a:pt x="44581" y="19264"/>
                    <a:pt x="52202" y="11667"/>
                  </a:cubicBezTo>
                  <a:lnTo>
                    <a:pt x="55369" y="8524"/>
                  </a:lnTo>
                  <a:lnTo>
                    <a:pt x="65324" y="24360"/>
                  </a:lnTo>
                  <a:cubicBezTo>
                    <a:pt x="65971" y="25362"/>
                    <a:pt x="67048" y="25905"/>
                    <a:pt x="68146" y="25905"/>
                  </a:cubicBezTo>
                  <a:cubicBezTo>
                    <a:pt x="68745" y="25905"/>
                    <a:pt x="69350" y="25744"/>
                    <a:pt x="69896" y="25408"/>
                  </a:cubicBezTo>
                  <a:cubicBezTo>
                    <a:pt x="71444" y="24408"/>
                    <a:pt x="71873" y="22384"/>
                    <a:pt x="70920" y="20836"/>
                  </a:cubicBezTo>
                  <a:cubicBezTo>
                    <a:pt x="70920" y="20836"/>
                    <a:pt x="58775" y="1594"/>
                    <a:pt x="58751" y="1522"/>
                  </a:cubicBezTo>
                  <a:cubicBezTo>
                    <a:pt x="58131" y="525"/>
                    <a:pt x="57054" y="1"/>
                    <a:pt x="55963"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6" name="Google Shape;2986;p45"/>
            <p:cNvSpPr/>
            <p:nvPr/>
          </p:nvSpPr>
          <p:spPr>
            <a:xfrm>
              <a:off x="1125456" y="3563713"/>
              <a:ext cx="74697" cy="88479"/>
            </a:xfrm>
            <a:custGeom>
              <a:avLst/>
              <a:gdLst/>
              <a:ahLst/>
              <a:cxnLst/>
              <a:rect l="l" t="t" r="r" b="b"/>
              <a:pathLst>
                <a:path w="51250" h="60706" extrusionOk="0">
                  <a:moveTo>
                    <a:pt x="33527" y="6592"/>
                  </a:moveTo>
                  <a:cubicBezTo>
                    <a:pt x="34934" y="6592"/>
                    <a:pt x="36350" y="6920"/>
                    <a:pt x="37651" y="7618"/>
                  </a:cubicBezTo>
                  <a:cubicBezTo>
                    <a:pt x="42033" y="9928"/>
                    <a:pt x="43724" y="15381"/>
                    <a:pt x="41414" y="19787"/>
                  </a:cubicBezTo>
                  <a:cubicBezTo>
                    <a:pt x="41414" y="19787"/>
                    <a:pt x="25768" y="49317"/>
                    <a:pt x="25744" y="49364"/>
                  </a:cubicBezTo>
                  <a:cubicBezTo>
                    <a:pt x="24150" y="52404"/>
                    <a:pt x="20968" y="54146"/>
                    <a:pt x="17718" y="54146"/>
                  </a:cubicBezTo>
                  <a:cubicBezTo>
                    <a:pt x="16308" y="54146"/>
                    <a:pt x="14886" y="53819"/>
                    <a:pt x="13575" y="53127"/>
                  </a:cubicBezTo>
                  <a:cubicBezTo>
                    <a:pt x="9217" y="50793"/>
                    <a:pt x="7526" y="45316"/>
                    <a:pt x="9860" y="40958"/>
                  </a:cubicBezTo>
                  <a:cubicBezTo>
                    <a:pt x="9860" y="40958"/>
                    <a:pt x="25482" y="11428"/>
                    <a:pt x="25482" y="11357"/>
                  </a:cubicBezTo>
                  <a:cubicBezTo>
                    <a:pt x="27078" y="8348"/>
                    <a:pt x="30276" y="6592"/>
                    <a:pt x="33527" y="6592"/>
                  </a:cubicBezTo>
                  <a:close/>
                  <a:moveTo>
                    <a:pt x="33565" y="0"/>
                  </a:moveTo>
                  <a:cubicBezTo>
                    <a:pt x="27947" y="0"/>
                    <a:pt x="22461" y="3031"/>
                    <a:pt x="19672" y="8261"/>
                  </a:cubicBezTo>
                  <a:lnTo>
                    <a:pt x="4049" y="37862"/>
                  </a:lnTo>
                  <a:cubicBezTo>
                    <a:pt x="1" y="45483"/>
                    <a:pt x="2906" y="54913"/>
                    <a:pt x="10503" y="58938"/>
                  </a:cubicBezTo>
                  <a:cubicBezTo>
                    <a:pt x="12775" y="60138"/>
                    <a:pt x="15233" y="60705"/>
                    <a:pt x="17668" y="60705"/>
                  </a:cubicBezTo>
                  <a:cubicBezTo>
                    <a:pt x="23298" y="60705"/>
                    <a:pt x="28802" y="57673"/>
                    <a:pt x="31579" y="52436"/>
                  </a:cubicBezTo>
                  <a:lnTo>
                    <a:pt x="47249" y="22859"/>
                  </a:lnTo>
                  <a:cubicBezTo>
                    <a:pt x="51250" y="15262"/>
                    <a:pt x="48344" y="5784"/>
                    <a:pt x="40747" y="1783"/>
                  </a:cubicBezTo>
                  <a:cubicBezTo>
                    <a:pt x="38469" y="572"/>
                    <a:pt x="36004" y="0"/>
                    <a:pt x="33565"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987" name="Google Shape;2987;p45"/>
          <p:cNvGrpSpPr/>
          <p:nvPr/>
        </p:nvGrpSpPr>
        <p:grpSpPr>
          <a:xfrm>
            <a:off x="1866159" y="3352432"/>
            <a:ext cx="241477" cy="327696"/>
            <a:chOff x="1866159" y="3352432"/>
            <a:chExt cx="241477" cy="327696"/>
          </a:xfrm>
        </p:grpSpPr>
        <p:sp>
          <p:nvSpPr>
            <p:cNvPr id="2988" name="Google Shape;2988;p45"/>
            <p:cNvSpPr/>
            <p:nvPr/>
          </p:nvSpPr>
          <p:spPr>
            <a:xfrm>
              <a:off x="1871332" y="3356910"/>
              <a:ext cx="231757" cy="318217"/>
            </a:xfrm>
            <a:custGeom>
              <a:avLst/>
              <a:gdLst/>
              <a:ahLst/>
              <a:cxnLst/>
              <a:rect l="l" t="t" r="r" b="b"/>
              <a:pathLst>
                <a:path w="159010" h="218331" extrusionOk="0">
                  <a:moveTo>
                    <a:pt x="13122" y="0"/>
                  </a:moveTo>
                  <a:cubicBezTo>
                    <a:pt x="5858" y="0"/>
                    <a:pt x="0" y="5906"/>
                    <a:pt x="0" y="13122"/>
                  </a:cubicBezTo>
                  <a:lnTo>
                    <a:pt x="0" y="205185"/>
                  </a:lnTo>
                  <a:cubicBezTo>
                    <a:pt x="0" y="212448"/>
                    <a:pt x="5882" y="218330"/>
                    <a:pt x="13122" y="218330"/>
                  </a:cubicBezTo>
                  <a:lnTo>
                    <a:pt x="145888" y="218330"/>
                  </a:lnTo>
                  <a:cubicBezTo>
                    <a:pt x="153151" y="218330"/>
                    <a:pt x="159009" y="212424"/>
                    <a:pt x="159009" y="205185"/>
                  </a:cubicBezTo>
                  <a:lnTo>
                    <a:pt x="159009" y="54083"/>
                  </a:lnTo>
                  <a:lnTo>
                    <a:pt x="122311" y="36674"/>
                  </a:lnTo>
                  <a:lnTo>
                    <a:pt x="104903" y="0"/>
                  </a:lnTo>
                  <a:close/>
                </a:path>
              </a:pathLst>
            </a:custGeom>
            <a:solidFill>
              <a:srgbClr val="EFEDE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9" name="Google Shape;2989;p45"/>
            <p:cNvSpPr/>
            <p:nvPr/>
          </p:nvSpPr>
          <p:spPr>
            <a:xfrm>
              <a:off x="1871332" y="3356910"/>
              <a:ext cx="38356" cy="318217"/>
            </a:xfrm>
            <a:custGeom>
              <a:avLst/>
              <a:gdLst/>
              <a:ahLst/>
              <a:cxnLst/>
              <a:rect l="l" t="t" r="r" b="b"/>
              <a:pathLst>
                <a:path w="26316" h="218331" extrusionOk="0">
                  <a:moveTo>
                    <a:pt x="13122" y="0"/>
                  </a:moveTo>
                  <a:cubicBezTo>
                    <a:pt x="5858" y="0"/>
                    <a:pt x="0" y="5906"/>
                    <a:pt x="0" y="13122"/>
                  </a:cubicBezTo>
                  <a:lnTo>
                    <a:pt x="0" y="205185"/>
                  </a:lnTo>
                  <a:cubicBezTo>
                    <a:pt x="0" y="212448"/>
                    <a:pt x="5882" y="218330"/>
                    <a:pt x="13122" y="218330"/>
                  </a:cubicBezTo>
                  <a:lnTo>
                    <a:pt x="26315" y="218330"/>
                  </a:lnTo>
                  <a:cubicBezTo>
                    <a:pt x="19076" y="218330"/>
                    <a:pt x="13170" y="212448"/>
                    <a:pt x="13170" y="205185"/>
                  </a:cubicBezTo>
                  <a:lnTo>
                    <a:pt x="13170" y="13122"/>
                  </a:lnTo>
                  <a:cubicBezTo>
                    <a:pt x="13170" y="5859"/>
                    <a:pt x="19076" y="0"/>
                    <a:pt x="26315" y="0"/>
                  </a:cubicBezTo>
                  <a:close/>
                </a:path>
              </a:pathLst>
            </a:custGeom>
            <a:solidFill>
              <a:srgbClr val="000000">
                <a:alpha val="84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0" name="Google Shape;2990;p45"/>
            <p:cNvSpPr/>
            <p:nvPr/>
          </p:nvSpPr>
          <p:spPr>
            <a:xfrm>
              <a:off x="2024331" y="3357465"/>
              <a:ext cx="78861" cy="78861"/>
            </a:xfrm>
            <a:custGeom>
              <a:avLst/>
              <a:gdLst/>
              <a:ahLst/>
              <a:cxnLst/>
              <a:rect l="l" t="t" r="r" b="b"/>
              <a:pathLst>
                <a:path w="54107" h="54107" extrusionOk="0">
                  <a:moveTo>
                    <a:pt x="0" y="0"/>
                  </a:moveTo>
                  <a:lnTo>
                    <a:pt x="0" y="54107"/>
                  </a:lnTo>
                  <a:lnTo>
                    <a:pt x="54107" y="54107"/>
                  </a:lnTo>
                  <a:lnTo>
                    <a:pt x="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1" name="Google Shape;2991;p45"/>
            <p:cNvSpPr/>
            <p:nvPr/>
          </p:nvSpPr>
          <p:spPr>
            <a:xfrm>
              <a:off x="1903993" y="3472804"/>
              <a:ext cx="28150" cy="28150"/>
            </a:xfrm>
            <a:custGeom>
              <a:avLst/>
              <a:gdLst/>
              <a:ahLst/>
              <a:cxnLst/>
              <a:rect l="l" t="t" r="r" b="b"/>
              <a:pathLst>
                <a:path w="19314" h="19314" extrusionOk="0">
                  <a:moveTo>
                    <a:pt x="5240" y="0"/>
                  </a:moveTo>
                  <a:cubicBezTo>
                    <a:pt x="2358" y="0"/>
                    <a:pt x="1" y="2358"/>
                    <a:pt x="1" y="5240"/>
                  </a:cubicBezTo>
                  <a:lnTo>
                    <a:pt x="1" y="14075"/>
                  </a:lnTo>
                  <a:cubicBezTo>
                    <a:pt x="1" y="16956"/>
                    <a:pt x="2358" y="19314"/>
                    <a:pt x="5240" y="19314"/>
                  </a:cubicBezTo>
                  <a:lnTo>
                    <a:pt x="14075" y="19314"/>
                  </a:lnTo>
                  <a:cubicBezTo>
                    <a:pt x="16956" y="19314"/>
                    <a:pt x="19314" y="16956"/>
                    <a:pt x="19314" y="14075"/>
                  </a:cubicBezTo>
                  <a:lnTo>
                    <a:pt x="19314" y="5216"/>
                  </a:lnTo>
                  <a:cubicBezTo>
                    <a:pt x="19314" y="2358"/>
                    <a:pt x="17004" y="0"/>
                    <a:pt x="14099" y="0"/>
                  </a:cubicBezTo>
                  <a:close/>
                </a:path>
              </a:pathLst>
            </a:custGeom>
            <a:solidFill>
              <a:srgbClr val="1CA8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2" name="Google Shape;2992;p45"/>
            <p:cNvSpPr/>
            <p:nvPr/>
          </p:nvSpPr>
          <p:spPr>
            <a:xfrm>
              <a:off x="1903993" y="3520842"/>
              <a:ext cx="28150" cy="28150"/>
            </a:xfrm>
            <a:custGeom>
              <a:avLst/>
              <a:gdLst/>
              <a:ahLst/>
              <a:cxnLst/>
              <a:rect l="l" t="t" r="r" b="b"/>
              <a:pathLst>
                <a:path w="19314" h="19314" extrusionOk="0">
                  <a:moveTo>
                    <a:pt x="5240" y="1"/>
                  </a:moveTo>
                  <a:cubicBezTo>
                    <a:pt x="2358" y="1"/>
                    <a:pt x="1" y="2334"/>
                    <a:pt x="1" y="5240"/>
                  </a:cubicBezTo>
                  <a:lnTo>
                    <a:pt x="1" y="14075"/>
                  </a:lnTo>
                  <a:cubicBezTo>
                    <a:pt x="1" y="16956"/>
                    <a:pt x="2358" y="19314"/>
                    <a:pt x="5240" y="19314"/>
                  </a:cubicBezTo>
                  <a:lnTo>
                    <a:pt x="14075" y="19314"/>
                  </a:lnTo>
                  <a:cubicBezTo>
                    <a:pt x="16956" y="19314"/>
                    <a:pt x="19314" y="16956"/>
                    <a:pt x="19314" y="14075"/>
                  </a:cubicBezTo>
                  <a:lnTo>
                    <a:pt x="19314" y="5192"/>
                  </a:lnTo>
                  <a:cubicBezTo>
                    <a:pt x="19314" y="2311"/>
                    <a:pt x="17004" y="1"/>
                    <a:pt x="14099" y="1"/>
                  </a:cubicBezTo>
                  <a:close/>
                </a:path>
              </a:pathLst>
            </a:custGeom>
            <a:solidFill>
              <a:srgbClr val="1CA8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3" name="Google Shape;2993;p45"/>
            <p:cNvSpPr/>
            <p:nvPr/>
          </p:nvSpPr>
          <p:spPr>
            <a:xfrm>
              <a:off x="1903993" y="3568810"/>
              <a:ext cx="28150" cy="28152"/>
            </a:xfrm>
            <a:custGeom>
              <a:avLst/>
              <a:gdLst/>
              <a:ahLst/>
              <a:cxnLst/>
              <a:rect l="l" t="t" r="r" b="b"/>
              <a:pathLst>
                <a:path w="19314" h="19315" extrusionOk="0">
                  <a:moveTo>
                    <a:pt x="5240" y="1"/>
                  </a:moveTo>
                  <a:cubicBezTo>
                    <a:pt x="2358" y="1"/>
                    <a:pt x="1" y="2359"/>
                    <a:pt x="1" y="5240"/>
                  </a:cubicBezTo>
                  <a:lnTo>
                    <a:pt x="1" y="14075"/>
                  </a:lnTo>
                  <a:cubicBezTo>
                    <a:pt x="1" y="16981"/>
                    <a:pt x="2358" y="19314"/>
                    <a:pt x="5240" y="19314"/>
                  </a:cubicBezTo>
                  <a:lnTo>
                    <a:pt x="14075" y="19314"/>
                  </a:lnTo>
                  <a:cubicBezTo>
                    <a:pt x="16956" y="19314"/>
                    <a:pt x="19314" y="16957"/>
                    <a:pt x="19314" y="14075"/>
                  </a:cubicBezTo>
                  <a:lnTo>
                    <a:pt x="19314" y="5216"/>
                  </a:lnTo>
                  <a:cubicBezTo>
                    <a:pt x="19314" y="2359"/>
                    <a:pt x="17004" y="1"/>
                    <a:pt x="14099" y="1"/>
                  </a:cubicBezTo>
                  <a:close/>
                </a:path>
              </a:pathLst>
            </a:custGeom>
            <a:solidFill>
              <a:srgbClr val="1CA8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4" name="Google Shape;2994;p45"/>
            <p:cNvSpPr/>
            <p:nvPr/>
          </p:nvSpPr>
          <p:spPr>
            <a:xfrm>
              <a:off x="1903993" y="3616849"/>
              <a:ext cx="28150" cy="28150"/>
            </a:xfrm>
            <a:custGeom>
              <a:avLst/>
              <a:gdLst/>
              <a:ahLst/>
              <a:cxnLst/>
              <a:rect l="l" t="t" r="r" b="b"/>
              <a:pathLst>
                <a:path w="19314" h="19314" extrusionOk="0">
                  <a:moveTo>
                    <a:pt x="5240" y="0"/>
                  </a:moveTo>
                  <a:cubicBezTo>
                    <a:pt x="2358" y="0"/>
                    <a:pt x="1" y="2358"/>
                    <a:pt x="1" y="5239"/>
                  </a:cubicBezTo>
                  <a:lnTo>
                    <a:pt x="1" y="14074"/>
                  </a:lnTo>
                  <a:cubicBezTo>
                    <a:pt x="1" y="16956"/>
                    <a:pt x="2358" y="19313"/>
                    <a:pt x="5240" y="19313"/>
                  </a:cubicBezTo>
                  <a:lnTo>
                    <a:pt x="14075" y="19313"/>
                  </a:lnTo>
                  <a:cubicBezTo>
                    <a:pt x="16956" y="19313"/>
                    <a:pt x="19314" y="16956"/>
                    <a:pt x="19314" y="14074"/>
                  </a:cubicBezTo>
                  <a:lnTo>
                    <a:pt x="19314" y="5215"/>
                  </a:lnTo>
                  <a:cubicBezTo>
                    <a:pt x="19314" y="2358"/>
                    <a:pt x="17004" y="0"/>
                    <a:pt x="14099" y="0"/>
                  </a:cubicBezTo>
                  <a:close/>
                </a:path>
              </a:pathLst>
            </a:custGeom>
            <a:solidFill>
              <a:srgbClr val="1CA8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5" name="Google Shape;2995;p45"/>
            <p:cNvSpPr/>
            <p:nvPr/>
          </p:nvSpPr>
          <p:spPr>
            <a:xfrm>
              <a:off x="1898821" y="3392659"/>
              <a:ext cx="9650" cy="17559"/>
            </a:xfrm>
            <a:custGeom>
              <a:avLst/>
              <a:gdLst/>
              <a:ahLst/>
              <a:cxnLst/>
              <a:rect l="l" t="t" r="r" b="b"/>
              <a:pathLst>
                <a:path w="6621" h="12047" extrusionOk="0">
                  <a:moveTo>
                    <a:pt x="3313" y="1"/>
                  </a:moveTo>
                  <a:cubicBezTo>
                    <a:pt x="1509" y="1"/>
                    <a:pt x="0" y="1470"/>
                    <a:pt x="0" y="3311"/>
                  </a:cubicBezTo>
                  <a:lnTo>
                    <a:pt x="0" y="8670"/>
                  </a:lnTo>
                  <a:cubicBezTo>
                    <a:pt x="0" y="10217"/>
                    <a:pt x="1048" y="11646"/>
                    <a:pt x="2572" y="11956"/>
                  </a:cubicBezTo>
                  <a:cubicBezTo>
                    <a:pt x="2838" y="12017"/>
                    <a:pt x="3100" y="12046"/>
                    <a:pt x="3355" y="12046"/>
                  </a:cubicBezTo>
                  <a:cubicBezTo>
                    <a:pt x="5173" y="12046"/>
                    <a:pt x="6621" y="10561"/>
                    <a:pt x="6621" y="8765"/>
                  </a:cubicBezTo>
                  <a:lnTo>
                    <a:pt x="6621" y="3430"/>
                  </a:lnTo>
                  <a:cubicBezTo>
                    <a:pt x="6621" y="1740"/>
                    <a:pt x="5382" y="239"/>
                    <a:pt x="3715" y="25"/>
                  </a:cubicBezTo>
                  <a:cubicBezTo>
                    <a:pt x="3580" y="9"/>
                    <a:pt x="3446" y="1"/>
                    <a:pt x="3313"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6" name="Google Shape;2996;p45"/>
            <p:cNvSpPr/>
            <p:nvPr/>
          </p:nvSpPr>
          <p:spPr>
            <a:xfrm>
              <a:off x="1986567" y="3392659"/>
              <a:ext cx="9615" cy="17559"/>
            </a:xfrm>
            <a:custGeom>
              <a:avLst/>
              <a:gdLst/>
              <a:ahLst/>
              <a:cxnLst/>
              <a:rect l="l" t="t" r="r" b="b"/>
              <a:pathLst>
                <a:path w="6597" h="12047" extrusionOk="0">
                  <a:moveTo>
                    <a:pt x="3309" y="1"/>
                  </a:moveTo>
                  <a:cubicBezTo>
                    <a:pt x="1488" y="1"/>
                    <a:pt x="0" y="1470"/>
                    <a:pt x="0" y="3311"/>
                  </a:cubicBezTo>
                  <a:lnTo>
                    <a:pt x="0" y="8670"/>
                  </a:lnTo>
                  <a:cubicBezTo>
                    <a:pt x="0" y="10217"/>
                    <a:pt x="1024" y="11646"/>
                    <a:pt x="2548" y="11956"/>
                  </a:cubicBezTo>
                  <a:cubicBezTo>
                    <a:pt x="2812" y="12017"/>
                    <a:pt x="3071" y="12046"/>
                    <a:pt x="3324" y="12046"/>
                  </a:cubicBezTo>
                  <a:cubicBezTo>
                    <a:pt x="5131" y="12046"/>
                    <a:pt x="6597" y="10561"/>
                    <a:pt x="6597" y="8765"/>
                  </a:cubicBezTo>
                  <a:lnTo>
                    <a:pt x="6597" y="3430"/>
                  </a:lnTo>
                  <a:cubicBezTo>
                    <a:pt x="6597" y="1740"/>
                    <a:pt x="5382" y="239"/>
                    <a:pt x="3715" y="25"/>
                  </a:cubicBezTo>
                  <a:cubicBezTo>
                    <a:pt x="3578" y="9"/>
                    <a:pt x="3443" y="1"/>
                    <a:pt x="3309"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7" name="Google Shape;2997;p45"/>
            <p:cNvSpPr/>
            <p:nvPr/>
          </p:nvSpPr>
          <p:spPr>
            <a:xfrm>
              <a:off x="1931414" y="3400047"/>
              <a:ext cx="32454" cy="14447"/>
            </a:xfrm>
            <a:custGeom>
              <a:avLst/>
              <a:gdLst/>
              <a:ahLst/>
              <a:cxnLst/>
              <a:rect l="l" t="t" r="r" b="b"/>
              <a:pathLst>
                <a:path w="22267" h="9912" extrusionOk="0">
                  <a:moveTo>
                    <a:pt x="3689" y="0"/>
                  </a:moveTo>
                  <a:cubicBezTo>
                    <a:pt x="2918" y="0"/>
                    <a:pt x="2144" y="273"/>
                    <a:pt x="1524" y="838"/>
                  </a:cubicBezTo>
                  <a:cubicBezTo>
                    <a:pt x="143" y="2029"/>
                    <a:pt x="0" y="4101"/>
                    <a:pt x="1215" y="5482"/>
                  </a:cubicBezTo>
                  <a:cubicBezTo>
                    <a:pt x="3691" y="8268"/>
                    <a:pt x="7287" y="9911"/>
                    <a:pt x="11169" y="9911"/>
                  </a:cubicBezTo>
                  <a:cubicBezTo>
                    <a:pt x="15027" y="9911"/>
                    <a:pt x="18623" y="8292"/>
                    <a:pt x="21100" y="5482"/>
                  </a:cubicBezTo>
                  <a:cubicBezTo>
                    <a:pt x="22267" y="4101"/>
                    <a:pt x="22124" y="2029"/>
                    <a:pt x="20742" y="838"/>
                  </a:cubicBezTo>
                  <a:cubicBezTo>
                    <a:pt x="20118" y="290"/>
                    <a:pt x="19336" y="19"/>
                    <a:pt x="18559" y="19"/>
                  </a:cubicBezTo>
                  <a:cubicBezTo>
                    <a:pt x="17647" y="19"/>
                    <a:pt x="16741" y="391"/>
                    <a:pt x="16099" y="1124"/>
                  </a:cubicBezTo>
                  <a:cubicBezTo>
                    <a:pt x="14884" y="2505"/>
                    <a:pt x="13098" y="3291"/>
                    <a:pt x="11121" y="3291"/>
                  </a:cubicBezTo>
                  <a:cubicBezTo>
                    <a:pt x="9169" y="3291"/>
                    <a:pt x="7359" y="2505"/>
                    <a:pt x="6168" y="1124"/>
                  </a:cubicBezTo>
                  <a:cubicBezTo>
                    <a:pt x="5521" y="386"/>
                    <a:pt x="4607" y="0"/>
                    <a:pt x="3689"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8" name="Google Shape;2998;p45"/>
            <p:cNvSpPr/>
            <p:nvPr/>
          </p:nvSpPr>
          <p:spPr>
            <a:xfrm>
              <a:off x="1898856" y="3467667"/>
              <a:ext cx="37799" cy="37800"/>
            </a:xfrm>
            <a:custGeom>
              <a:avLst/>
              <a:gdLst/>
              <a:ahLst/>
              <a:cxnLst/>
              <a:rect l="l" t="t" r="r" b="b"/>
              <a:pathLst>
                <a:path w="25934" h="25935" extrusionOk="0">
                  <a:moveTo>
                    <a:pt x="17385" y="6597"/>
                  </a:moveTo>
                  <a:cubicBezTo>
                    <a:pt x="18456" y="6597"/>
                    <a:pt x="19337" y="7455"/>
                    <a:pt x="19337" y="8526"/>
                  </a:cubicBezTo>
                  <a:lnTo>
                    <a:pt x="19337" y="17362"/>
                  </a:lnTo>
                  <a:cubicBezTo>
                    <a:pt x="19337" y="18433"/>
                    <a:pt x="18456" y="19291"/>
                    <a:pt x="17385" y="19291"/>
                  </a:cubicBezTo>
                  <a:lnTo>
                    <a:pt x="8549" y="19291"/>
                  </a:lnTo>
                  <a:cubicBezTo>
                    <a:pt x="7478" y="19291"/>
                    <a:pt x="6620" y="18433"/>
                    <a:pt x="6620" y="17362"/>
                  </a:cubicBezTo>
                  <a:lnTo>
                    <a:pt x="6620" y="8526"/>
                  </a:lnTo>
                  <a:cubicBezTo>
                    <a:pt x="6597" y="7455"/>
                    <a:pt x="7454" y="6597"/>
                    <a:pt x="8549" y="6597"/>
                  </a:cubicBezTo>
                  <a:close/>
                  <a:moveTo>
                    <a:pt x="8549" y="1"/>
                  </a:moveTo>
                  <a:cubicBezTo>
                    <a:pt x="3858" y="1"/>
                    <a:pt x="0" y="3811"/>
                    <a:pt x="0" y="8550"/>
                  </a:cubicBezTo>
                  <a:lnTo>
                    <a:pt x="0" y="17385"/>
                  </a:lnTo>
                  <a:cubicBezTo>
                    <a:pt x="0" y="22101"/>
                    <a:pt x="3810" y="25935"/>
                    <a:pt x="8549" y="25935"/>
                  </a:cubicBezTo>
                  <a:lnTo>
                    <a:pt x="17385" y="25935"/>
                  </a:lnTo>
                  <a:cubicBezTo>
                    <a:pt x="22100" y="25935"/>
                    <a:pt x="25934" y="22124"/>
                    <a:pt x="25934" y="17385"/>
                  </a:cubicBezTo>
                  <a:lnTo>
                    <a:pt x="25934" y="8550"/>
                  </a:lnTo>
                  <a:cubicBezTo>
                    <a:pt x="25934" y="3859"/>
                    <a:pt x="22124" y="1"/>
                    <a:pt x="17385"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9" name="Google Shape;2999;p45"/>
            <p:cNvSpPr/>
            <p:nvPr/>
          </p:nvSpPr>
          <p:spPr>
            <a:xfrm>
              <a:off x="1953419" y="3481724"/>
              <a:ext cx="115167" cy="9652"/>
            </a:xfrm>
            <a:custGeom>
              <a:avLst/>
              <a:gdLst/>
              <a:ahLst/>
              <a:cxnLst/>
              <a:rect l="l" t="t" r="r" b="b"/>
              <a:pathLst>
                <a:path w="79017" h="6622" extrusionOk="0">
                  <a:moveTo>
                    <a:pt x="3501" y="1"/>
                  </a:moveTo>
                  <a:cubicBezTo>
                    <a:pt x="1548" y="1"/>
                    <a:pt x="0" y="1715"/>
                    <a:pt x="239" y="3740"/>
                  </a:cubicBezTo>
                  <a:cubicBezTo>
                    <a:pt x="429" y="5407"/>
                    <a:pt x="1929" y="6621"/>
                    <a:pt x="3620" y="6621"/>
                  </a:cubicBezTo>
                  <a:lnTo>
                    <a:pt x="75397" y="6621"/>
                  </a:lnTo>
                  <a:cubicBezTo>
                    <a:pt x="77088" y="6621"/>
                    <a:pt x="78588" y="5407"/>
                    <a:pt x="78779" y="3740"/>
                  </a:cubicBezTo>
                  <a:cubicBezTo>
                    <a:pt x="79017" y="1739"/>
                    <a:pt x="77493" y="1"/>
                    <a:pt x="75516"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0" name="Google Shape;3000;p45"/>
            <p:cNvSpPr/>
            <p:nvPr/>
          </p:nvSpPr>
          <p:spPr>
            <a:xfrm>
              <a:off x="1898856" y="3515671"/>
              <a:ext cx="37799" cy="37799"/>
            </a:xfrm>
            <a:custGeom>
              <a:avLst/>
              <a:gdLst/>
              <a:ahLst/>
              <a:cxnLst/>
              <a:rect l="l" t="t" r="r" b="b"/>
              <a:pathLst>
                <a:path w="25934" h="25934" extrusionOk="0">
                  <a:moveTo>
                    <a:pt x="17385" y="6597"/>
                  </a:moveTo>
                  <a:cubicBezTo>
                    <a:pt x="18456" y="6597"/>
                    <a:pt x="19337" y="7478"/>
                    <a:pt x="19337" y="8550"/>
                  </a:cubicBezTo>
                  <a:lnTo>
                    <a:pt x="19337" y="17385"/>
                  </a:lnTo>
                  <a:cubicBezTo>
                    <a:pt x="19337" y="18456"/>
                    <a:pt x="18456" y="19314"/>
                    <a:pt x="17385" y="19314"/>
                  </a:cubicBezTo>
                  <a:lnTo>
                    <a:pt x="8549" y="19314"/>
                  </a:lnTo>
                  <a:cubicBezTo>
                    <a:pt x="7478" y="19314"/>
                    <a:pt x="6620" y="18456"/>
                    <a:pt x="6620" y="17385"/>
                  </a:cubicBezTo>
                  <a:lnTo>
                    <a:pt x="6620" y="8550"/>
                  </a:lnTo>
                  <a:cubicBezTo>
                    <a:pt x="6597" y="7478"/>
                    <a:pt x="7454" y="6597"/>
                    <a:pt x="8549" y="6597"/>
                  </a:cubicBezTo>
                  <a:close/>
                  <a:moveTo>
                    <a:pt x="8549" y="0"/>
                  </a:moveTo>
                  <a:cubicBezTo>
                    <a:pt x="3858" y="0"/>
                    <a:pt x="0" y="3810"/>
                    <a:pt x="0" y="8550"/>
                  </a:cubicBezTo>
                  <a:lnTo>
                    <a:pt x="0" y="17385"/>
                  </a:lnTo>
                  <a:cubicBezTo>
                    <a:pt x="0" y="22124"/>
                    <a:pt x="3810" y="25934"/>
                    <a:pt x="8549" y="25934"/>
                  </a:cubicBezTo>
                  <a:lnTo>
                    <a:pt x="17385" y="25934"/>
                  </a:lnTo>
                  <a:cubicBezTo>
                    <a:pt x="22100" y="25934"/>
                    <a:pt x="25934" y="22124"/>
                    <a:pt x="25934" y="17385"/>
                  </a:cubicBezTo>
                  <a:lnTo>
                    <a:pt x="25934" y="8550"/>
                  </a:lnTo>
                  <a:cubicBezTo>
                    <a:pt x="25934" y="3834"/>
                    <a:pt x="22124" y="0"/>
                    <a:pt x="17385"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1" name="Google Shape;3001;p45"/>
            <p:cNvSpPr/>
            <p:nvPr/>
          </p:nvSpPr>
          <p:spPr>
            <a:xfrm>
              <a:off x="1953419" y="3529762"/>
              <a:ext cx="115167" cy="9652"/>
            </a:xfrm>
            <a:custGeom>
              <a:avLst/>
              <a:gdLst/>
              <a:ahLst/>
              <a:cxnLst/>
              <a:rect l="l" t="t" r="r" b="b"/>
              <a:pathLst>
                <a:path w="79017" h="6622" extrusionOk="0">
                  <a:moveTo>
                    <a:pt x="3620" y="1"/>
                  </a:moveTo>
                  <a:cubicBezTo>
                    <a:pt x="1929" y="1"/>
                    <a:pt x="429" y="1215"/>
                    <a:pt x="239" y="2882"/>
                  </a:cubicBezTo>
                  <a:cubicBezTo>
                    <a:pt x="0" y="4883"/>
                    <a:pt x="1548" y="6621"/>
                    <a:pt x="3501" y="6621"/>
                  </a:cubicBezTo>
                  <a:lnTo>
                    <a:pt x="75397" y="6621"/>
                  </a:lnTo>
                  <a:cubicBezTo>
                    <a:pt x="77088" y="6621"/>
                    <a:pt x="78588" y="5383"/>
                    <a:pt x="78779" y="3716"/>
                  </a:cubicBezTo>
                  <a:cubicBezTo>
                    <a:pt x="79017" y="1739"/>
                    <a:pt x="77445" y="1"/>
                    <a:pt x="75516"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2" name="Google Shape;3002;p45"/>
            <p:cNvSpPr/>
            <p:nvPr/>
          </p:nvSpPr>
          <p:spPr>
            <a:xfrm>
              <a:off x="1898856" y="3563709"/>
              <a:ext cx="37799" cy="37765"/>
            </a:xfrm>
            <a:custGeom>
              <a:avLst/>
              <a:gdLst/>
              <a:ahLst/>
              <a:cxnLst/>
              <a:rect l="l" t="t" r="r" b="b"/>
              <a:pathLst>
                <a:path w="25934" h="25911" extrusionOk="0">
                  <a:moveTo>
                    <a:pt x="17385" y="6597"/>
                  </a:moveTo>
                  <a:cubicBezTo>
                    <a:pt x="18456" y="6597"/>
                    <a:pt x="19337" y="7454"/>
                    <a:pt x="19337" y="8526"/>
                  </a:cubicBezTo>
                  <a:lnTo>
                    <a:pt x="19337" y="17385"/>
                  </a:lnTo>
                  <a:cubicBezTo>
                    <a:pt x="19337" y="18456"/>
                    <a:pt x="18456" y="19314"/>
                    <a:pt x="17385" y="19314"/>
                  </a:cubicBezTo>
                  <a:lnTo>
                    <a:pt x="8549" y="19314"/>
                  </a:lnTo>
                  <a:cubicBezTo>
                    <a:pt x="7478" y="19314"/>
                    <a:pt x="6620" y="18456"/>
                    <a:pt x="6620" y="17385"/>
                  </a:cubicBezTo>
                  <a:lnTo>
                    <a:pt x="6620" y="8526"/>
                  </a:lnTo>
                  <a:cubicBezTo>
                    <a:pt x="6597" y="7454"/>
                    <a:pt x="7454" y="6597"/>
                    <a:pt x="8549" y="6597"/>
                  </a:cubicBezTo>
                  <a:close/>
                  <a:moveTo>
                    <a:pt x="8549" y="0"/>
                  </a:moveTo>
                  <a:cubicBezTo>
                    <a:pt x="3858" y="0"/>
                    <a:pt x="0" y="3811"/>
                    <a:pt x="0" y="8526"/>
                  </a:cubicBezTo>
                  <a:lnTo>
                    <a:pt x="0" y="17385"/>
                  </a:lnTo>
                  <a:cubicBezTo>
                    <a:pt x="0" y="22100"/>
                    <a:pt x="3810" y="25910"/>
                    <a:pt x="8549" y="25910"/>
                  </a:cubicBezTo>
                  <a:lnTo>
                    <a:pt x="17385" y="25910"/>
                  </a:lnTo>
                  <a:cubicBezTo>
                    <a:pt x="22100" y="25910"/>
                    <a:pt x="25934" y="22100"/>
                    <a:pt x="25934" y="17385"/>
                  </a:cubicBezTo>
                  <a:lnTo>
                    <a:pt x="25934" y="8526"/>
                  </a:lnTo>
                  <a:cubicBezTo>
                    <a:pt x="25934" y="3834"/>
                    <a:pt x="22124" y="0"/>
                    <a:pt x="17385"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3" name="Google Shape;3003;p45"/>
            <p:cNvSpPr/>
            <p:nvPr/>
          </p:nvSpPr>
          <p:spPr>
            <a:xfrm>
              <a:off x="1953419" y="3577800"/>
              <a:ext cx="115167" cy="9617"/>
            </a:xfrm>
            <a:custGeom>
              <a:avLst/>
              <a:gdLst/>
              <a:ahLst/>
              <a:cxnLst/>
              <a:rect l="l" t="t" r="r" b="b"/>
              <a:pathLst>
                <a:path w="79017" h="6598" extrusionOk="0">
                  <a:moveTo>
                    <a:pt x="3620" y="1"/>
                  </a:moveTo>
                  <a:cubicBezTo>
                    <a:pt x="1929" y="1"/>
                    <a:pt x="429" y="1215"/>
                    <a:pt x="239" y="2882"/>
                  </a:cubicBezTo>
                  <a:cubicBezTo>
                    <a:pt x="0" y="4883"/>
                    <a:pt x="1548" y="6597"/>
                    <a:pt x="3501" y="6597"/>
                  </a:cubicBezTo>
                  <a:lnTo>
                    <a:pt x="75397" y="6597"/>
                  </a:lnTo>
                  <a:cubicBezTo>
                    <a:pt x="77088" y="6597"/>
                    <a:pt x="78588" y="5383"/>
                    <a:pt x="78779" y="3716"/>
                  </a:cubicBezTo>
                  <a:cubicBezTo>
                    <a:pt x="79017" y="1692"/>
                    <a:pt x="77445" y="1"/>
                    <a:pt x="75516"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4" name="Google Shape;3004;p45"/>
            <p:cNvSpPr/>
            <p:nvPr/>
          </p:nvSpPr>
          <p:spPr>
            <a:xfrm>
              <a:off x="1898856" y="3611711"/>
              <a:ext cx="37799" cy="37800"/>
            </a:xfrm>
            <a:custGeom>
              <a:avLst/>
              <a:gdLst/>
              <a:ahLst/>
              <a:cxnLst/>
              <a:rect l="l" t="t" r="r" b="b"/>
              <a:pathLst>
                <a:path w="25934" h="25935" extrusionOk="0">
                  <a:moveTo>
                    <a:pt x="17385" y="6621"/>
                  </a:moveTo>
                  <a:cubicBezTo>
                    <a:pt x="18456" y="6621"/>
                    <a:pt x="19337" y="7478"/>
                    <a:pt x="19337" y="8550"/>
                  </a:cubicBezTo>
                  <a:lnTo>
                    <a:pt x="19337" y="17385"/>
                  </a:lnTo>
                  <a:cubicBezTo>
                    <a:pt x="19337" y="18457"/>
                    <a:pt x="18456" y="19338"/>
                    <a:pt x="17385" y="19338"/>
                  </a:cubicBezTo>
                  <a:lnTo>
                    <a:pt x="8549" y="19338"/>
                  </a:lnTo>
                  <a:cubicBezTo>
                    <a:pt x="7478" y="19338"/>
                    <a:pt x="6620" y="18457"/>
                    <a:pt x="6620" y="17385"/>
                  </a:cubicBezTo>
                  <a:lnTo>
                    <a:pt x="6620" y="8550"/>
                  </a:lnTo>
                  <a:cubicBezTo>
                    <a:pt x="6597" y="7478"/>
                    <a:pt x="7454" y="6621"/>
                    <a:pt x="8549" y="6621"/>
                  </a:cubicBezTo>
                  <a:close/>
                  <a:moveTo>
                    <a:pt x="8549" y="1"/>
                  </a:moveTo>
                  <a:cubicBezTo>
                    <a:pt x="3858" y="1"/>
                    <a:pt x="0" y="3811"/>
                    <a:pt x="0" y="8550"/>
                  </a:cubicBezTo>
                  <a:lnTo>
                    <a:pt x="0" y="17385"/>
                  </a:lnTo>
                  <a:cubicBezTo>
                    <a:pt x="0" y="22100"/>
                    <a:pt x="3810" y="25934"/>
                    <a:pt x="8549" y="25934"/>
                  </a:cubicBezTo>
                  <a:lnTo>
                    <a:pt x="17385" y="25934"/>
                  </a:lnTo>
                  <a:cubicBezTo>
                    <a:pt x="22100" y="25934"/>
                    <a:pt x="25934" y="22124"/>
                    <a:pt x="25934" y="17385"/>
                  </a:cubicBezTo>
                  <a:lnTo>
                    <a:pt x="25934" y="8550"/>
                  </a:lnTo>
                  <a:cubicBezTo>
                    <a:pt x="25934" y="3858"/>
                    <a:pt x="22124" y="1"/>
                    <a:pt x="17385"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5" name="Google Shape;3005;p45"/>
            <p:cNvSpPr/>
            <p:nvPr/>
          </p:nvSpPr>
          <p:spPr>
            <a:xfrm>
              <a:off x="1953419" y="3625837"/>
              <a:ext cx="115167" cy="9617"/>
            </a:xfrm>
            <a:custGeom>
              <a:avLst/>
              <a:gdLst/>
              <a:ahLst/>
              <a:cxnLst/>
              <a:rect l="l" t="t" r="r" b="b"/>
              <a:pathLst>
                <a:path w="79017" h="6598" extrusionOk="0">
                  <a:moveTo>
                    <a:pt x="3620" y="1"/>
                  </a:moveTo>
                  <a:cubicBezTo>
                    <a:pt x="1929" y="1"/>
                    <a:pt x="429" y="1216"/>
                    <a:pt x="239" y="2883"/>
                  </a:cubicBezTo>
                  <a:cubicBezTo>
                    <a:pt x="0" y="4883"/>
                    <a:pt x="1548" y="6598"/>
                    <a:pt x="3501" y="6598"/>
                  </a:cubicBezTo>
                  <a:lnTo>
                    <a:pt x="75397" y="6598"/>
                  </a:lnTo>
                  <a:cubicBezTo>
                    <a:pt x="77088" y="6598"/>
                    <a:pt x="78588" y="5383"/>
                    <a:pt x="78779" y="3716"/>
                  </a:cubicBezTo>
                  <a:cubicBezTo>
                    <a:pt x="79017" y="1692"/>
                    <a:pt x="77445" y="1"/>
                    <a:pt x="75516"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6" name="Google Shape;3006;p45"/>
            <p:cNvSpPr/>
            <p:nvPr/>
          </p:nvSpPr>
          <p:spPr>
            <a:xfrm>
              <a:off x="1866159" y="3437375"/>
              <a:ext cx="241442" cy="242752"/>
            </a:xfrm>
            <a:custGeom>
              <a:avLst/>
              <a:gdLst/>
              <a:ahLst/>
              <a:cxnLst/>
              <a:rect l="l" t="t" r="r" b="b"/>
              <a:pathLst>
                <a:path w="165655" h="166554" extrusionOk="0">
                  <a:moveTo>
                    <a:pt x="3315" y="1"/>
                  </a:moveTo>
                  <a:cubicBezTo>
                    <a:pt x="1489" y="1"/>
                    <a:pt x="1" y="1476"/>
                    <a:pt x="1" y="3280"/>
                  </a:cubicBezTo>
                  <a:lnTo>
                    <a:pt x="1" y="163122"/>
                  </a:lnTo>
                  <a:cubicBezTo>
                    <a:pt x="1" y="165028"/>
                    <a:pt x="1549" y="166552"/>
                    <a:pt x="3454" y="166552"/>
                  </a:cubicBezTo>
                  <a:lnTo>
                    <a:pt x="162154" y="166552"/>
                  </a:lnTo>
                  <a:cubicBezTo>
                    <a:pt x="162197" y="166553"/>
                    <a:pt x="162240" y="166554"/>
                    <a:pt x="162283" y="166554"/>
                  </a:cubicBezTo>
                  <a:cubicBezTo>
                    <a:pt x="164175" y="166554"/>
                    <a:pt x="165654" y="165033"/>
                    <a:pt x="165654" y="163170"/>
                  </a:cubicBezTo>
                  <a:lnTo>
                    <a:pt x="165654" y="127234"/>
                  </a:lnTo>
                  <a:cubicBezTo>
                    <a:pt x="165654" y="127067"/>
                    <a:pt x="165607" y="126877"/>
                    <a:pt x="165440" y="126734"/>
                  </a:cubicBezTo>
                  <a:cubicBezTo>
                    <a:pt x="164430" y="125674"/>
                    <a:pt x="163337" y="125235"/>
                    <a:pt x="162345" y="125235"/>
                  </a:cubicBezTo>
                  <a:cubicBezTo>
                    <a:pt x="160531" y="125235"/>
                    <a:pt x="159058" y="126703"/>
                    <a:pt x="159058" y="128520"/>
                  </a:cubicBezTo>
                  <a:lnTo>
                    <a:pt x="159058" y="157931"/>
                  </a:lnTo>
                  <a:cubicBezTo>
                    <a:pt x="159058" y="159050"/>
                    <a:pt x="158129" y="160003"/>
                    <a:pt x="156962" y="160003"/>
                  </a:cubicBezTo>
                  <a:lnTo>
                    <a:pt x="8693" y="160003"/>
                  </a:lnTo>
                  <a:cubicBezTo>
                    <a:pt x="7550" y="160003"/>
                    <a:pt x="6597" y="159098"/>
                    <a:pt x="6597" y="157931"/>
                  </a:cubicBezTo>
                  <a:lnTo>
                    <a:pt x="6597" y="2018"/>
                  </a:lnTo>
                  <a:cubicBezTo>
                    <a:pt x="6597" y="1828"/>
                    <a:pt x="6550" y="1637"/>
                    <a:pt x="6407" y="1494"/>
                  </a:cubicBezTo>
                  <a:cubicBezTo>
                    <a:pt x="5400" y="437"/>
                    <a:pt x="4308" y="1"/>
                    <a:pt x="3315"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7" name="Google Shape;3007;p45"/>
            <p:cNvSpPr/>
            <p:nvPr/>
          </p:nvSpPr>
          <p:spPr>
            <a:xfrm>
              <a:off x="1866229" y="3352432"/>
              <a:ext cx="241407" cy="257650"/>
            </a:xfrm>
            <a:custGeom>
              <a:avLst/>
              <a:gdLst/>
              <a:ahLst/>
              <a:cxnLst/>
              <a:rect l="l" t="t" r="r" b="b"/>
              <a:pathLst>
                <a:path w="165631" h="176775" extrusionOk="0">
                  <a:moveTo>
                    <a:pt x="111547" y="11193"/>
                  </a:moveTo>
                  <a:lnTo>
                    <a:pt x="154390" y="54035"/>
                  </a:lnTo>
                  <a:lnTo>
                    <a:pt x="111547" y="54035"/>
                  </a:lnTo>
                  <a:lnTo>
                    <a:pt x="111547" y="11193"/>
                  </a:lnTo>
                  <a:close/>
                  <a:moveTo>
                    <a:pt x="3454" y="0"/>
                  </a:moveTo>
                  <a:cubicBezTo>
                    <a:pt x="1572" y="0"/>
                    <a:pt x="0" y="1548"/>
                    <a:pt x="0" y="3453"/>
                  </a:cubicBezTo>
                  <a:lnTo>
                    <a:pt x="0" y="49748"/>
                  </a:lnTo>
                  <a:cubicBezTo>
                    <a:pt x="0" y="49939"/>
                    <a:pt x="72" y="50106"/>
                    <a:pt x="215" y="50249"/>
                  </a:cubicBezTo>
                  <a:cubicBezTo>
                    <a:pt x="1233" y="51317"/>
                    <a:pt x="2331" y="51758"/>
                    <a:pt x="3326" y="51758"/>
                  </a:cubicBezTo>
                  <a:cubicBezTo>
                    <a:pt x="5147" y="51758"/>
                    <a:pt x="6621" y="50280"/>
                    <a:pt x="6621" y="48462"/>
                  </a:cubicBezTo>
                  <a:lnTo>
                    <a:pt x="6621" y="16408"/>
                  </a:lnTo>
                  <a:cubicBezTo>
                    <a:pt x="6621" y="10955"/>
                    <a:pt x="11027" y="6597"/>
                    <a:pt x="16432" y="6597"/>
                  </a:cubicBezTo>
                  <a:lnTo>
                    <a:pt x="104998" y="6597"/>
                  </a:lnTo>
                  <a:lnTo>
                    <a:pt x="104998" y="57321"/>
                  </a:lnTo>
                  <a:cubicBezTo>
                    <a:pt x="104998" y="59131"/>
                    <a:pt x="106499" y="60608"/>
                    <a:pt x="108309" y="60608"/>
                  </a:cubicBezTo>
                  <a:lnTo>
                    <a:pt x="159034" y="60608"/>
                  </a:lnTo>
                  <a:lnTo>
                    <a:pt x="159034" y="173345"/>
                  </a:lnTo>
                  <a:cubicBezTo>
                    <a:pt x="159034" y="175036"/>
                    <a:pt x="160248" y="176536"/>
                    <a:pt x="161915" y="176750"/>
                  </a:cubicBezTo>
                  <a:cubicBezTo>
                    <a:pt x="162052" y="176767"/>
                    <a:pt x="162188" y="176775"/>
                    <a:pt x="162321" y="176775"/>
                  </a:cubicBezTo>
                  <a:cubicBezTo>
                    <a:pt x="164142" y="176775"/>
                    <a:pt x="165630" y="175305"/>
                    <a:pt x="165630" y="173464"/>
                  </a:cubicBezTo>
                  <a:lnTo>
                    <a:pt x="165630" y="173464"/>
                  </a:lnTo>
                  <a:cubicBezTo>
                    <a:pt x="165630" y="173464"/>
                    <a:pt x="165630" y="173464"/>
                    <a:pt x="165630" y="173464"/>
                  </a:cubicBezTo>
                  <a:cubicBezTo>
                    <a:pt x="165606" y="173464"/>
                    <a:pt x="165606" y="57369"/>
                    <a:pt x="165606" y="57321"/>
                  </a:cubicBezTo>
                  <a:cubicBezTo>
                    <a:pt x="165606" y="56440"/>
                    <a:pt x="165249" y="55583"/>
                    <a:pt x="164654" y="54988"/>
                  </a:cubicBezTo>
                  <a:lnTo>
                    <a:pt x="110571" y="953"/>
                  </a:lnTo>
                  <a:cubicBezTo>
                    <a:pt x="109952" y="357"/>
                    <a:pt x="109118" y="0"/>
                    <a:pt x="108237"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008" name="Google Shape;3008;p45"/>
          <p:cNvGrpSpPr/>
          <p:nvPr/>
        </p:nvGrpSpPr>
        <p:grpSpPr>
          <a:xfrm>
            <a:off x="3321255" y="3363756"/>
            <a:ext cx="331825" cy="327719"/>
            <a:chOff x="3321255" y="3363756"/>
            <a:chExt cx="331825" cy="327719"/>
          </a:xfrm>
        </p:grpSpPr>
        <p:sp>
          <p:nvSpPr>
            <p:cNvPr id="3009" name="Google Shape;3009;p45"/>
            <p:cNvSpPr/>
            <p:nvPr/>
          </p:nvSpPr>
          <p:spPr>
            <a:xfrm>
              <a:off x="3381200" y="3522751"/>
              <a:ext cx="110551" cy="110550"/>
            </a:xfrm>
            <a:custGeom>
              <a:avLst/>
              <a:gdLst/>
              <a:ahLst/>
              <a:cxnLst/>
              <a:rect l="l" t="t" r="r" b="b"/>
              <a:pathLst>
                <a:path w="75850" h="75849" extrusionOk="0">
                  <a:moveTo>
                    <a:pt x="14479" y="0"/>
                  </a:moveTo>
                  <a:lnTo>
                    <a:pt x="0" y="14479"/>
                  </a:lnTo>
                  <a:lnTo>
                    <a:pt x="22576" y="55154"/>
                  </a:lnTo>
                  <a:lnTo>
                    <a:pt x="61346" y="75849"/>
                  </a:lnTo>
                  <a:lnTo>
                    <a:pt x="75849" y="61346"/>
                  </a:lnTo>
                  <a:lnTo>
                    <a:pt x="56441" y="21314"/>
                  </a:lnTo>
                  <a:lnTo>
                    <a:pt x="14479" y="0"/>
                  </a:lnTo>
                  <a:close/>
                </a:path>
              </a:pathLst>
            </a:custGeom>
            <a:solidFill>
              <a:srgbClr val="1CA8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0" name="Google Shape;3010;p45"/>
            <p:cNvSpPr/>
            <p:nvPr/>
          </p:nvSpPr>
          <p:spPr>
            <a:xfrm>
              <a:off x="3407439" y="3547498"/>
              <a:ext cx="84312" cy="85803"/>
            </a:xfrm>
            <a:custGeom>
              <a:avLst/>
              <a:gdLst/>
              <a:ahLst/>
              <a:cxnLst/>
              <a:rect l="l" t="t" r="r" b="b"/>
              <a:pathLst>
                <a:path w="57847" h="58870" extrusionOk="0">
                  <a:moveTo>
                    <a:pt x="29912" y="1"/>
                  </a:moveTo>
                  <a:lnTo>
                    <a:pt x="45391" y="31960"/>
                  </a:lnTo>
                  <a:lnTo>
                    <a:pt x="30936" y="46439"/>
                  </a:lnTo>
                  <a:lnTo>
                    <a:pt x="1" y="29936"/>
                  </a:lnTo>
                  <a:lnTo>
                    <a:pt x="4573" y="38175"/>
                  </a:lnTo>
                  <a:lnTo>
                    <a:pt x="43343" y="58870"/>
                  </a:lnTo>
                  <a:lnTo>
                    <a:pt x="57846" y="44367"/>
                  </a:lnTo>
                  <a:lnTo>
                    <a:pt x="38438" y="4335"/>
                  </a:lnTo>
                  <a:lnTo>
                    <a:pt x="2991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1" name="Google Shape;3011;p45"/>
            <p:cNvSpPr/>
            <p:nvPr/>
          </p:nvSpPr>
          <p:spPr>
            <a:xfrm>
              <a:off x="3514207" y="3389571"/>
              <a:ext cx="110551" cy="110551"/>
            </a:xfrm>
            <a:custGeom>
              <a:avLst/>
              <a:gdLst/>
              <a:ahLst/>
              <a:cxnLst/>
              <a:rect l="l" t="t" r="r" b="b"/>
              <a:pathLst>
                <a:path w="75850" h="75850" extrusionOk="0">
                  <a:moveTo>
                    <a:pt x="14503" y="1"/>
                  </a:moveTo>
                  <a:lnTo>
                    <a:pt x="0" y="14504"/>
                  </a:lnTo>
                  <a:lnTo>
                    <a:pt x="21314" y="56441"/>
                  </a:lnTo>
                  <a:lnTo>
                    <a:pt x="61346" y="75849"/>
                  </a:lnTo>
                  <a:lnTo>
                    <a:pt x="75849" y="61370"/>
                  </a:lnTo>
                  <a:lnTo>
                    <a:pt x="55155" y="22600"/>
                  </a:lnTo>
                  <a:lnTo>
                    <a:pt x="14503" y="1"/>
                  </a:lnTo>
                  <a:close/>
                </a:path>
              </a:pathLst>
            </a:custGeom>
            <a:solidFill>
              <a:srgbClr val="1CA8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2" name="Google Shape;3012;p45"/>
            <p:cNvSpPr/>
            <p:nvPr/>
          </p:nvSpPr>
          <p:spPr>
            <a:xfrm>
              <a:off x="3539197" y="3416229"/>
              <a:ext cx="85388" cy="83894"/>
            </a:xfrm>
            <a:custGeom>
              <a:avLst/>
              <a:gdLst/>
              <a:ahLst/>
              <a:cxnLst/>
              <a:rect l="l" t="t" r="r" b="b"/>
              <a:pathLst>
                <a:path w="58585" h="57560" extrusionOk="0">
                  <a:moveTo>
                    <a:pt x="29769" y="0"/>
                  </a:moveTo>
                  <a:lnTo>
                    <a:pt x="46201" y="30768"/>
                  </a:lnTo>
                  <a:lnTo>
                    <a:pt x="31793" y="45176"/>
                  </a:lnTo>
                  <a:lnTo>
                    <a:pt x="1" y="29768"/>
                  </a:lnTo>
                  <a:lnTo>
                    <a:pt x="4287" y="38222"/>
                  </a:lnTo>
                  <a:lnTo>
                    <a:pt x="44153" y="57559"/>
                  </a:lnTo>
                  <a:lnTo>
                    <a:pt x="58584" y="43128"/>
                  </a:lnTo>
                  <a:lnTo>
                    <a:pt x="37985" y="4549"/>
                  </a:lnTo>
                  <a:lnTo>
                    <a:pt x="29769"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3" name="Google Shape;3013;p45"/>
            <p:cNvSpPr/>
            <p:nvPr/>
          </p:nvSpPr>
          <p:spPr>
            <a:xfrm>
              <a:off x="3326393" y="3572975"/>
              <a:ext cx="115097" cy="113787"/>
            </a:xfrm>
            <a:custGeom>
              <a:avLst/>
              <a:gdLst/>
              <a:ahLst/>
              <a:cxnLst/>
              <a:rect l="l" t="t" r="r" b="b"/>
              <a:pathLst>
                <a:path w="78969" h="78070" extrusionOk="0">
                  <a:moveTo>
                    <a:pt x="17623" y="1"/>
                  </a:moveTo>
                  <a:lnTo>
                    <a:pt x="1477" y="58322"/>
                  </a:lnTo>
                  <a:cubicBezTo>
                    <a:pt x="0" y="63728"/>
                    <a:pt x="1524" y="69515"/>
                    <a:pt x="5477" y="73492"/>
                  </a:cubicBezTo>
                  <a:cubicBezTo>
                    <a:pt x="8423" y="76455"/>
                    <a:pt x="12400" y="78070"/>
                    <a:pt x="16473" y="78070"/>
                  </a:cubicBezTo>
                  <a:cubicBezTo>
                    <a:pt x="17865" y="78070"/>
                    <a:pt x="19270" y="77881"/>
                    <a:pt x="20647" y="77493"/>
                  </a:cubicBezTo>
                  <a:lnTo>
                    <a:pt x="78969" y="61346"/>
                  </a:lnTo>
                  <a:lnTo>
                    <a:pt x="60203" y="20695"/>
                  </a:lnTo>
                  <a:lnTo>
                    <a:pt x="17623" y="1"/>
                  </a:lnTo>
                  <a:close/>
                </a:path>
              </a:pathLst>
            </a:custGeom>
            <a:solidFill>
              <a:srgbClr val="1CA8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4" name="Google Shape;3014;p45"/>
            <p:cNvSpPr/>
            <p:nvPr/>
          </p:nvSpPr>
          <p:spPr>
            <a:xfrm>
              <a:off x="3328128" y="3597030"/>
              <a:ext cx="113363" cy="89679"/>
            </a:xfrm>
            <a:custGeom>
              <a:avLst/>
              <a:gdLst/>
              <a:ahLst/>
              <a:cxnLst/>
              <a:rect l="l" t="t" r="r" b="b"/>
              <a:pathLst>
                <a:path w="77779" h="61529" extrusionOk="0">
                  <a:moveTo>
                    <a:pt x="50368" y="0"/>
                  </a:moveTo>
                  <a:lnTo>
                    <a:pt x="65348" y="32411"/>
                  </a:lnTo>
                  <a:lnTo>
                    <a:pt x="7026" y="48534"/>
                  </a:lnTo>
                  <a:cubicBezTo>
                    <a:pt x="5662" y="48923"/>
                    <a:pt x="4274" y="49102"/>
                    <a:pt x="2899" y="49102"/>
                  </a:cubicBezTo>
                  <a:cubicBezTo>
                    <a:pt x="1921" y="49102"/>
                    <a:pt x="951" y="49012"/>
                    <a:pt x="1" y="48843"/>
                  </a:cubicBezTo>
                  <a:lnTo>
                    <a:pt x="1" y="48843"/>
                  </a:lnTo>
                  <a:cubicBezTo>
                    <a:pt x="572" y="51868"/>
                    <a:pt x="2025" y="54702"/>
                    <a:pt x="4287" y="56964"/>
                  </a:cubicBezTo>
                  <a:cubicBezTo>
                    <a:pt x="7241" y="59918"/>
                    <a:pt x="11232" y="61529"/>
                    <a:pt x="15316" y="61529"/>
                  </a:cubicBezTo>
                  <a:cubicBezTo>
                    <a:pt x="16698" y="61529"/>
                    <a:pt x="18090" y="61344"/>
                    <a:pt x="19457" y="60965"/>
                  </a:cubicBezTo>
                  <a:lnTo>
                    <a:pt x="77779" y="44819"/>
                  </a:lnTo>
                  <a:lnTo>
                    <a:pt x="58989" y="4191"/>
                  </a:lnTo>
                  <a:lnTo>
                    <a:pt x="50368"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5" name="Google Shape;3015;p45"/>
            <p:cNvSpPr/>
            <p:nvPr/>
          </p:nvSpPr>
          <p:spPr>
            <a:xfrm>
              <a:off x="3402303" y="3410812"/>
              <a:ext cx="201352" cy="201352"/>
            </a:xfrm>
            <a:custGeom>
              <a:avLst/>
              <a:gdLst/>
              <a:ahLst/>
              <a:cxnLst/>
              <a:rect l="l" t="t" r="r" b="b"/>
              <a:pathLst>
                <a:path w="138149" h="138149" extrusionOk="0">
                  <a:moveTo>
                    <a:pt x="76802" y="1"/>
                  </a:moveTo>
                  <a:lnTo>
                    <a:pt x="0" y="76802"/>
                  </a:lnTo>
                  <a:lnTo>
                    <a:pt x="61370" y="138148"/>
                  </a:lnTo>
                  <a:lnTo>
                    <a:pt x="138148" y="61371"/>
                  </a:lnTo>
                  <a:lnTo>
                    <a:pt x="76802" y="1"/>
                  </a:lnTo>
                  <a:close/>
                </a:path>
              </a:pathLst>
            </a:custGeom>
            <a:solidFill>
              <a:srgbClr val="1793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6" name="Google Shape;3016;p45"/>
            <p:cNvSpPr/>
            <p:nvPr/>
          </p:nvSpPr>
          <p:spPr>
            <a:xfrm>
              <a:off x="3473631" y="3482141"/>
              <a:ext cx="130024" cy="130024"/>
            </a:xfrm>
            <a:custGeom>
              <a:avLst/>
              <a:gdLst/>
              <a:ahLst/>
              <a:cxnLst/>
              <a:rect l="l" t="t" r="r" b="b"/>
              <a:pathLst>
                <a:path w="89210" h="89210" extrusionOk="0">
                  <a:moveTo>
                    <a:pt x="76802" y="1"/>
                  </a:moveTo>
                  <a:lnTo>
                    <a:pt x="0" y="76778"/>
                  </a:lnTo>
                  <a:lnTo>
                    <a:pt x="12431" y="89209"/>
                  </a:lnTo>
                  <a:lnTo>
                    <a:pt x="89209" y="12408"/>
                  </a:lnTo>
                  <a:lnTo>
                    <a:pt x="76802" y="1"/>
                  </a:lnTo>
                  <a:close/>
                </a:path>
              </a:pathLst>
            </a:custGeom>
            <a:solidFill>
              <a:srgbClr val="1CA8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7" name="Google Shape;3017;p45"/>
            <p:cNvSpPr/>
            <p:nvPr/>
          </p:nvSpPr>
          <p:spPr>
            <a:xfrm>
              <a:off x="3352112" y="3543854"/>
              <a:ext cx="118536" cy="118534"/>
            </a:xfrm>
            <a:custGeom>
              <a:avLst/>
              <a:gdLst/>
              <a:ahLst/>
              <a:cxnLst/>
              <a:rect l="l" t="t" r="r" b="b"/>
              <a:pathLst>
                <a:path w="81328" h="81327" extrusionOk="0">
                  <a:moveTo>
                    <a:pt x="19981" y="0"/>
                  </a:moveTo>
                  <a:lnTo>
                    <a:pt x="1" y="19981"/>
                  </a:lnTo>
                  <a:lnTo>
                    <a:pt x="61347" y="81326"/>
                  </a:lnTo>
                  <a:lnTo>
                    <a:pt x="81327" y="61346"/>
                  </a:lnTo>
                  <a:lnTo>
                    <a:pt x="19981" y="0"/>
                  </a:lnTo>
                  <a:close/>
                </a:path>
              </a:pathLst>
            </a:custGeom>
            <a:solidFill>
              <a:srgbClr val="1793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8" name="Google Shape;3018;p45"/>
            <p:cNvSpPr/>
            <p:nvPr/>
          </p:nvSpPr>
          <p:spPr>
            <a:xfrm>
              <a:off x="3423406" y="3615148"/>
              <a:ext cx="47242" cy="47240"/>
            </a:xfrm>
            <a:custGeom>
              <a:avLst/>
              <a:gdLst/>
              <a:ahLst/>
              <a:cxnLst/>
              <a:rect l="l" t="t" r="r" b="b"/>
              <a:pathLst>
                <a:path w="32413" h="32412" extrusionOk="0">
                  <a:moveTo>
                    <a:pt x="19981" y="0"/>
                  </a:moveTo>
                  <a:lnTo>
                    <a:pt x="1" y="19980"/>
                  </a:lnTo>
                  <a:lnTo>
                    <a:pt x="12432" y="32411"/>
                  </a:lnTo>
                  <a:lnTo>
                    <a:pt x="32412" y="12431"/>
                  </a:lnTo>
                  <a:lnTo>
                    <a:pt x="19981" y="0"/>
                  </a:lnTo>
                  <a:close/>
                </a:path>
              </a:pathLst>
            </a:custGeom>
            <a:solidFill>
              <a:srgbClr val="1CA8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9" name="Google Shape;3019;p45"/>
            <p:cNvSpPr/>
            <p:nvPr/>
          </p:nvSpPr>
          <p:spPr>
            <a:xfrm>
              <a:off x="3535345" y="3368494"/>
              <a:ext cx="112494" cy="110629"/>
            </a:xfrm>
            <a:custGeom>
              <a:avLst/>
              <a:gdLst/>
              <a:ahLst/>
              <a:cxnLst/>
              <a:rect l="l" t="t" r="r" b="b"/>
              <a:pathLst>
                <a:path w="77183" h="75903" extrusionOk="0">
                  <a:moveTo>
                    <a:pt x="19969" y="0"/>
                  </a:moveTo>
                  <a:cubicBezTo>
                    <a:pt x="16623" y="0"/>
                    <a:pt x="13277" y="1280"/>
                    <a:pt x="10717" y="3840"/>
                  </a:cubicBezTo>
                  <a:lnTo>
                    <a:pt x="0" y="14557"/>
                  </a:lnTo>
                  <a:lnTo>
                    <a:pt x="61346" y="75903"/>
                  </a:lnTo>
                  <a:lnTo>
                    <a:pt x="72063" y="65186"/>
                  </a:lnTo>
                  <a:cubicBezTo>
                    <a:pt x="77183" y="60066"/>
                    <a:pt x="77183" y="51803"/>
                    <a:pt x="72063" y="46682"/>
                  </a:cubicBezTo>
                  <a:lnTo>
                    <a:pt x="29221" y="3840"/>
                  </a:lnTo>
                  <a:cubicBezTo>
                    <a:pt x="26661" y="1280"/>
                    <a:pt x="23315" y="0"/>
                    <a:pt x="19969" y="0"/>
                  </a:cubicBezTo>
                  <a:close/>
                </a:path>
              </a:pathLst>
            </a:custGeom>
            <a:solidFill>
              <a:srgbClr val="1793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0" name="Google Shape;3020;p45"/>
            <p:cNvSpPr/>
            <p:nvPr/>
          </p:nvSpPr>
          <p:spPr>
            <a:xfrm>
              <a:off x="3458948" y="3472944"/>
              <a:ext cx="88059" cy="77074"/>
            </a:xfrm>
            <a:custGeom>
              <a:avLst/>
              <a:gdLst/>
              <a:ahLst/>
              <a:cxnLst/>
              <a:rect l="l" t="t" r="r" b="b"/>
              <a:pathLst>
                <a:path w="60418" h="52881" extrusionOk="0">
                  <a:moveTo>
                    <a:pt x="44366" y="0"/>
                  </a:moveTo>
                  <a:cubicBezTo>
                    <a:pt x="36484" y="0"/>
                    <a:pt x="26202" y="4948"/>
                    <a:pt x="17457" y="13693"/>
                  </a:cubicBezTo>
                  <a:cubicBezTo>
                    <a:pt x="4668" y="26481"/>
                    <a:pt x="1" y="42556"/>
                    <a:pt x="7050" y="49605"/>
                  </a:cubicBezTo>
                  <a:cubicBezTo>
                    <a:pt x="9278" y="51826"/>
                    <a:pt x="12408" y="52880"/>
                    <a:pt x="16051" y="52880"/>
                  </a:cubicBezTo>
                  <a:cubicBezTo>
                    <a:pt x="23933" y="52880"/>
                    <a:pt x="34216" y="47944"/>
                    <a:pt x="42962" y="39198"/>
                  </a:cubicBezTo>
                  <a:cubicBezTo>
                    <a:pt x="55750" y="26410"/>
                    <a:pt x="60418" y="10335"/>
                    <a:pt x="53369" y="3286"/>
                  </a:cubicBezTo>
                  <a:cubicBezTo>
                    <a:pt x="51140" y="1058"/>
                    <a:pt x="48010" y="0"/>
                    <a:pt x="44366" y="0"/>
                  </a:cubicBezTo>
                  <a:close/>
                </a:path>
              </a:pathLst>
            </a:custGeom>
            <a:solidFill>
              <a:srgbClr val="1CA8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1" name="Google Shape;3021;p45"/>
            <p:cNvSpPr/>
            <p:nvPr/>
          </p:nvSpPr>
          <p:spPr>
            <a:xfrm>
              <a:off x="3606673" y="3418450"/>
              <a:ext cx="41166" cy="60673"/>
            </a:xfrm>
            <a:custGeom>
              <a:avLst/>
              <a:gdLst/>
              <a:ahLst/>
              <a:cxnLst/>
              <a:rect l="l" t="t" r="r" b="b"/>
              <a:pathLst>
                <a:path w="28244" h="41628" extrusionOk="0">
                  <a:moveTo>
                    <a:pt x="10717" y="1"/>
                  </a:moveTo>
                  <a:cubicBezTo>
                    <a:pt x="15837" y="5121"/>
                    <a:pt x="15836" y="13384"/>
                    <a:pt x="10717" y="18504"/>
                  </a:cubicBezTo>
                  <a:lnTo>
                    <a:pt x="0" y="29220"/>
                  </a:lnTo>
                  <a:lnTo>
                    <a:pt x="12407" y="41628"/>
                  </a:lnTo>
                  <a:lnTo>
                    <a:pt x="23124" y="30911"/>
                  </a:lnTo>
                  <a:cubicBezTo>
                    <a:pt x="28244" y="25791"/>
                    <a:pt x="28244" y="17528"/>
                    <a:pt x="23124" y="12407"/>
                  </a:cubicBezTo>
                  <a:lnTo>
                    <a:pt x="10717" y="1"/>
                  </a:lnTo>
                  <a:close/>
                </a:path>
              </a:pathLst>
            </a:custGeom>
            <a:solidFill>
              <a:srgbClr val="1CA8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2" name="Google Shape;3022;p45"/>
            <p:cNvSpPr/>
            <p:nvPr/>
          </p:nvSpPr>
          <p:spPr>
            <a:xfrm>
              <a:off x="3457976" y="3468118"/>
              <a:ext cx="90039" cy="86670"/>
            </a:xfrm>
            <a:custGeom>
              <a:avLst/>
              <a:gdLst/>
              <a:ahLst/>
              <a:cxnLst/>
              <a:rect l="l" t="t" r="r" b="b"/>
              <a:pathLst>
                <a:path w="61776" h="59465" extrusionOk="0">
                  <a:moveTo>
                    <a:pt x="45010" y="6573"/>
                  </a:moveTo>
                  <a:cubicBezTo>
                    <a:pt x="47892" y="6573"/>
                    <a:pt x="50178" y="7335"/>
                    <a:pt x="51702" y="8907"/>
                  </a:cubicBezTo>
                  <a:cubicBezTo>
                    <a:pt x="54179" y="11360"/>
                    <a:pt x="54727" y="15956"/>
                    <a:pt x="53107" y="21457"/>
                  </a:cubicBezTo>
                  <a:cubicBezTo>
                    <a:pt x="51297" y="27720"/>
                    <a:pt x="47130" y="34341"/>
                    <a:pt x="41319" y="40152"/>
                  </a:cubicBezTo>
                  <a:cubicBezTo>
                    <a:pt x="33484" y="47986"/>
                    <a:pt x="24053" y="52868"/>
                    <a:pt x="16766" y="52868"/>
                  </a:cubicBezTo>
                  <a:cubicBezTo>
                    <a:pt x="13885" y="52868"/>
                    <a:pt x="11622" y="52083"/>
                    <a:pt x="10074" y="50535"/>
                  </a:cubicBezTo>
                  <a:cubicBezTo>
                    <a:pt x="7598" y="48082"/>
                    <a:pt x="7050" y="43486"/>
                    <a:pt x="8669" y="37984"/>
                  </a:cubicBezTo>
                  <a:cubicBezTo>
                    <a:pt x="10479" y="31721"/>
                    <a:pt x="14647" y="25101"/>
                    <a:pt x="20457" y="19290"/>
                  </a:cubicBezTo>
                  <a:cubicBezTo>
                    <a:pt x="28292" y="11455"/>
                    <a:pt x="37699" y="6573"/>
                    <a:pt x="45010" y="6573"/>
                  </a:cubicBezTo>
                  <a:close/>
                  <a:moveTo>
                    <a:pt x="45010" y="1"/>
                  </a:moveTo>
                  <a:cubicBezTo>
                    <a:pt x="36032" y="1"/>
                    <a:pt x="24839" y="5597"/>
                    <a:pt x="15790" y="14646"/>
                  </a:cubicBezTo>
                  <a:cubicBezTo>
                    <a:pt x="9193" y="21219"/>
                    <a:pt x="4430" y="28840"/>
                    <a:pt x="2335" y="36175"/>
                  </a:cubicBezTo>
                  <a:cubicBezTo>
                    <a:pt x="1" y="44152"/>
                    <a:pt x="1096" y="50939"/>
                    <a:pt x="5431" y="55226"/>
                  </a:cubicBezTo>
                  <a:cubicBezTo>
                    <a:pt x="8217" y="58012"/>
                    <a:pt x="12122" y="59465"/>
                    <a:pt x="16766" y="59465"/>
                  </a:cubicBezTo>
                  <a:cubicBezTo>
                    <a:pt x="25744" y="59465"/>
                    <a:pt x="36961" y="53869"/>
                    <a:pt x="45987" y="44819"/>
                  </a:cubicBezTo>
                  <a:cubicBezTo>
                    <a:pt x="52583" y="38246"/>
                    <a:pt x="57346" y="30626"/>
                    <a:pt x="59442" y="23315"/>
                  </a:cubicBezTo>
                  <a:cubicBezTo>
                    <a:pt x="61776" y="15337"/>
                    <a:pt x="60680" y="8550"/>
                    <a:pt x="56346" y="4263"/>
                  </a:cubicBezTo>
                  <a:cubicBezTo>
                    <a:pt x="53560" y="1453"/>
                    <a:pt x="49654" y="1"/>
                    <a:pt x="45010"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3" name="Google Shape;3023;p45"/>
            <p:cNvSpPr/>
            <p:nvPr/>
          </p:nvSpPr>
          <p:spPr>
            <a:xfrm>
              <a:off x="3321255" y="3363756"/>
              <a:ext cx="331825" cy="327719"/>
            </a:xfrm>
            <a:custGeom>
              <a:avLst/>
              <a:gdLst/>
              <a:ahLst/>
              <a:cxnLst/>
              <a:rect l="l" t="t" r="r" b="b"/>
              <a:pathLst>
                <a:path w="227667" h="224850" extrusionOk="0">
                  <a:moveTo>
                    <a:pt x="166857" y="6556"/>
                  </a:moveTo>
                  <a:cubicBezTo>
                    <a:pt x="169381" y="6556"/>
                    <a:pt x="171905" y="7496"/>
                    <a:pt x="173799" y="9378"/>
                  </a:cubicBezTo>
                  <a:lnTo>
                    <a:pt x="216641" y="52220"/>
                  </a:lnTo>
                  <a:cubicBezTo>
                    <a:pt x="220451" y="56054"/>
                    <a:pt x="220451" y="62293"/>
                    <a:pt x="216641" y="66103"/>
                  </a:cubicBezTo>
                  <a:lnTo>
                    <a:pt x="208234" y="74486"/>
                  </a:lnTo>
                  <a:lnTo>
                    <a:pt x="151532" y="17784"/>
                  </a:lnTo>
                  <a:lnTo>
                    <a:pt x="159915" y="9378"/>
                  </a:lnTo>
                  <a:cubicBezTo>
                    <a:pt x="161808" y="7496"/>
                    <a:pt x="164332" y="6556"/>
                    <a:pt x="166857" y="6556"/>
                  </a:cubicBezTo>
                  <a:close/>
                  <a:moveTo>
                    <a:pt x="146888" y="22428"/>
                  </a:moveTo>
                  <a:lnTo>
                    <a:pt x="203591" y="79130"/>
                  </a:lnTo>
                  <a:lnTo>
                    <a:pt x="193779" y="88965"/>
                  </a:lnTo>
                  <a:lnTo>
                    <a:pt x="137053" y="32239"/>
                  </a:lnTo>
                  <a:lnTo>
                    <a:pt x="146888" y="22428"/>
                  </a:lnTo>
                  <a:close/>
                  <a:moveTo>
                    <a:pt x="55584" y="113684"/>
                  </a:moveTo>
                  <a:lnTo>
                    <a:pt x="112310" y="170410"/>
                  </a:lnTo>
                  <a:lnTo>
                    <a:pt x="102474" y="180222"/>
                  </a:lnTo>
                  <a:lnTo>
                    <a:pt x="45772" y="123520"/>
                  </a:lnTo>
                  <a:lnTo>
                    <a:pt x="55584" y="113684"/>
                  </a:lnTo>
                  <a:close/>
                  <a:moveTo>
                    <a:pt x="41128" y="128187"/>
                  </a:moveTo>
                  <a:lnTo>
                    <a:pt x="97830" y="184889"/>
                  </a:lnTo>
                  <a:lnTo>
                    <a:pt x="82518" y="200202"/>
                  </a:lnTo>
                  <a:lnTo>
                    <a:pt x="25815" y="143500"/>
                  </a:lnTo>
                  <a:lnTo>
                    <a:pt x="41128" y="128187"/>
                  </a:lnTo>
                  <a:close/>
                  <a:moveTo>
                    <a:pt x="166845" y="1"/>
                  </a:moveTo>
                  <a:cubicBezTo>
                    <a:pt x="162624" y="1"/>
                    <a:pt x="158403" y="1578"/>
                    <a:pt x="155247" y="4734"/>
                  </a:cubicBezTo>
                  <a:lnTo>
                    <a:pt x="119597" y="40408"/>
                  </a:lnTo>
                  <a:cubicBezTo>
                    <a:pt x="118311" y="41670"/>
                    <a:pt x="118311" y="43766"/>
                    <a:pt x="119597" y="45075"/>
                  </a:cubicBezTo>
                  <a:cubicBezTo>
                    <a:pt x="120225" y="45727"/>
                    <a:pt x="121060" y="46049"/>
                    <a:pt x="121901" y="46049"/>
                  </a:cubicBezTo>
                  <a:cubicBezTo>
                    <a:pt x="122750" y="46049"/>
                    <a:pt x="123607" y="45721"/>
                    <a:pt x="124265" y="45075"/>
                  </a:cubicBezTo>
                  <a:lnTo>
                    <a:pt x="132385" y="36955"/>
                  </a:lnTo>
                  <a:lnTo>
                    <a:pt x="189088" y="93657"/>
                  </a:lnTo>
                  <a:lnTo>
                    <a:pt x="116977" y="165790"/>
                  </a:lnTo>
                  <a:lnTo>
                    <a:pt x="60251" y="109088"/>
                  </a:lnTo>
                  <a:lnTo>
                    <a:pt x="114953" y="54387"/>
                  </a:lnTo>
                  <a:cubicBezTo>
                    <a:pt x="116215" y="53125"/>
                    <a:pt x="116215" y="51029"/>
                    <a:pt x="114953" y="49719"/>
                  </a:cubicBezTo>
                  <a:cubicBezTo>
                    <a:pt x="114313" y="49067"/>
                    <a:pt x="113472" y="48746"/>
                    <a:pt x="112628" y="48746"/>
                  </a:cubicBezTo>
                  <a:cubicBezTo>
                    <a:pt x="111776" y="48746"/>
                    <a:pt x="110920" y="49073"/>
                    <a:pt x="110262" y="49719"/>
                  </a:cubicBezTo>
                  <a:lnTo>
                    <a:pt x="18790" y="141190"/>
                  </a:lnTo>
                  <a:cubicBezTo>
                    <a:pt x="18409" y="141571"/>
                    <a:pt x="18100" y="142095"/>
                    <a:pt x="17957" y="142619"/>
                  </a:cubicBezTo>
                  <a:lnTo>
                    <a:pt x="1834" y="200940"/>
                  </a:lnTo>
                  <a:cubicBezTo>
                    <a:pt x="1" y="207489"/>
                    <a:pt x="1882" y="214514"/>
                    <a:pt x="6669" y="219301"/>
                  </a:cubicBezTo>
                  <a:cubicBezTo>
                    <a:pt x="10241" y="222873"/>
                    <a:pt x="15099" y="224850"/>
                    <a:pt x="20052" y="224850"/>
                  </a:cubicBezTo>
                  <a:cubicBezTo>
                    <a:pt x="21719" y="224850"/>
                    <a:pt x="23410" y="224636"/>
                    <a:pt x="25077" y="224159"/>
                  </a:cubicBezTo>
                  <a:lnTo>
                    <a:pt x="41533" y="219611"/>
                  </a:lnTo>
                  <a:cubicBezTo>
                    <a:pt x="43295" y="219134"/>
                    <a:pt x="44296" y="217301"/>
                    <a:pt x="43819" y="215562"/>
                  </a:cubicBezTo>
                  <a:cubicBezTo>
                    <a:pt x="43422" y="214092"/>
                    <a:pt x="42096" y="213136"/>
                    <a:pt x="40644" y="213136"/>
                  </a:cubicBezTo>
                  <a:cubicBezTo>
                    <a:pt x="40356" y="213136"/>
                    <a:pt x="40063" y="213173"/>
                    <a:pt x="39771" y="213252"/>
                  </a:cubicBezTo>
                  <a:lnTo>
                    <a:pt x="23315" y="217825"/>
                  </a:lnTo>
                  <a:cubicBezTo>
                    <a:pt x="22240" y="218125"/>
                    <a:pt x="21144" y="218271"/>
                    <a:pt x="20058" y="218271"/>
                  </a:cubicBezTo>
                  <a:cubicBezTo>
                    <a:pt x="16838" y="218271"/>
                    <a:pt x="13693" y="216990"/>
                    <a:pt x="11360" y="214657"/>
                  </a:cubicBezTo>
                  <a:cubicBezTo>
                    <a:pt x="8217" y="211538"/>
                    <a:pt x="7002" y="206942"/>
                    <a:pt x="8193" y="202703"/>
                  </a:cubicBezTo>
                  <a:lnTo>
                    <a:pt x="22815" y="149835"/>
                  </a:lnTo>
                  <a:lnTo>
                    <a:pt x="76183" y="203203"/>
                  </a:lnTo>
                  <a:lnTo>
                    <a:pt x="54583" y="209180"/>
                  </a:lnTo>
                  <a:cubicBezTo>
                    <a:pt x="52821" y="209656"/>
                    <a:pt x="51797" y="211466"/>
                    <a:pt x="52297" y="213229"/>
                  </a:cubicBezTo>
                  <a:cubicBezTo>
                    <a:pt x="52693" y="214694"/>
                    <a:pt x="54012" y="215633"/>
                    <a:pt x="55459" y="215633"/>
                  </a:cubicBezTo>
                  <a:cubicBezTo>
                    <a:pt x="55752" y="215633"/>
                    <a:pt x="56049" y="215595"/>
                    <a:pt x="56346" y="215515"/>
                  </a:cubicBezTo>
                  <a:lnTo>
                    <a:pt x="83399" y="208061"/>
                  </a:lnTo>
                  <a:cubicBezTo>
                    <a:pt x="83923" y="207894"/>
                    <a:pt x="84471" y="207608"/>
                    <a:pt x="84852" y="207180"/>
                  </a:cubicBezTo>
                  <a:lnTo>
                    <a:pt x="221285" y="70771"/>
                  </a:lnTo>
                  <a:cubicBezTo>
                    <a:pt x="227667" y="64365"/>
                    <a:pt x="227667" y="53958"/>
                    <a:pt x="221285" y="47576"/>
                  </a:cubicBezTo>
                  <a:lnTo>
                    <a:pt x="178443" y="4734"/>
                  </a:lnTo>
                  <a:cubicBezTo>
                    <a:pt x="175287" y="1578"/>
                    <a:pt x="171066" y="1"/>
                    <a:pt x="166845"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024" name="Google Shape;3024;p45"/>
          <p:cNvGrpSpPr/>
          <p:nvPr/>
        </p:nvGrpSpPr>
        <p:grpSpPr>
          <a:xfrm>
            <a:off x="4868922" y="3367634"/>
            <a:ext cx="204892" cy="327834"/>
            <a:chOff x="4868922" y="3367634"/>
            <a:chExt cx="204892" cy="327834"/>
          </a:xfrm>
        </p:grpSpPr>
        <p:sp>
          <p:nvSpPr>
            <p:cNvPr id="3025" name="Google Shape;3025;p45"/>
            <p:cNvSpPr/>
            <p:nvPr/>
          </p:nvSpPr>
          <p:spPr>
            <a:xfrm>
              <a:off x="4873435" y="3613204"/>
              <a:ext cx="195312" cy="77750"/>
            </a:xfrm>
            <a:custGeom>
              <a:avLst/>
              <a:gdLst/>
              <a:ahLst/>
              <a:cxnLst/>
              <a:rect l="l" t="t" r="r" b="b"/>
              <a:pathLst>
                <a:path w="134005" h="53345" extrusionOk="0">
                  <a:moveTo>
                    <a:pt x="66991" y="1"/>
                  </a:moveTo>
                  <a:lnTo>
                    <a:pt x="0" y="9764"/>
                  </a:lnTo>
                  <a:lnTo>
                    <a:pt x="0" y="44295"/>
                  </a:lnTo>
                  <a:cubicBezTo>
                    <a:pt x="0" y="49296"/>
                    <a:pt x="4049" y="53345"/>
                    <a:pt x="9050" y="53345"/>
                  </a:cubicBezTo>
                  <a:lnTo>
                    <a:pt x="124955" y="53345"/>
                  </a:lnTo>
                  <a:cubicBezTo>
                    <a:pt x="129932" y="53345"/>
                    <a:pt x="134005" y="49296"/>
                    <a:pt x="134005" y="44295"/>
                  </a:cubicBezTo>
                  <a:lnTo>
                    <a:pt x="134005" y="9764"/>
                  </a:lnTo>
                  <a:lnTo>
                    <a:pt x="66991" y="1"/>
                  </a:lnTo>
                  <a:close/>
                </a:path>
              </a:pathLst>
            </a:custGeom>
            <a:solidFill>
              <a:srgbClr val="1CA8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6" name="Google Shape;3026;p45"/>
            <p:cNvSpPr/>
            <p:nvPr/>
          </p:nvSpPr>
          <p:spPr>
            <a:xfrm>
              <a:off x="4873400" y="3372737"/>
              <a:ext cx="195277" cy="254838"/>
            </a:xfrm>
            <a:custGeom>
              <a:avLst/>
              <a:gdLst/>
              <a:ahLst/>
              <a:cxnLst/>
              <a:rect l="l" t="t" r="r" b="b"/>
              <a:pathLst>
                <a:path w="133981" h="174846" extrusionOk="0">
                  <a:moveTo>
                    <a:pt x="9431" y="1"/>
                  </a:moveTo>
                  <a:cubicBezTo>
                    <a:pt x="4240" y="1"/>
                    <a:pt x="1" y="4240"/>
                    <a:pt x="1" y="9455"/>
                  </a:cubicBezTo>
                  <a:lnTo>
                    <a:pt x="1" y="45081"/>
                  </a:lnTo>
                  <a:cubicBezTo>
                    <a:pt x="1" y="45081"/>
                    <a:pt x="22958" y="60727"/>
                    <a:pt x="22958" y="87447"/>
                  </a:cubicBezTo>
                  <a:cubicBezTo>
                    <a:pt x="22958" y="114143"/>
                    <a:pt x="1" y="129789"/>
                    <a:pt x="1" y="129789"/>
                  </a:cubicBezTo>
                  <a:lnTo>
                    <a:pt x="1" y="174846"/>
                  </a:lnTo>
                  <a:lnTo>
                    <a:pt x="133528" y="174846"/>
                  </a:lnTo>
                  <a:lnTo>
                    <a:pt x="133528" y="129551"/>
                  </a:lnTo>
                  <a:cubicBezTo>
                    <a:pt x="133981" y="129551"/>
                    <a:pt x="111048" y="113905"/>
                    <a:pt x="111048" y="87233"/>
                  </a:cubicBezTo>
                  <a:cubicBezTo>
                    <a:pt x="111048" y="60561"/>
                    <a:pt x="133981" y="44891"/>
                    <a:pt x="133981" y="44891"/>
                  </a:cubicBezTo>
                  <a:lnTo>
                    <a:pt x="133981" y="9455"/>
                  </a:lnTo>
                  <a:cubicBezTo>
                    <a:pt x="133981" y="4240"/>
                    <a:pt x="129766" y="1"/>
                    <a:pt x="124550" y="1"/>
                  </a:cubicBezTo>
                  <a:lnTo>
                    <a:pt x="89543" y="1"/>
                  </a:lnTo>
                  <a:lnTo>
                    <a:pt x="66991" y="7074"/>
                  </a:lnTo>
                  <a:lnTo>
                    <a:pt x="44415" y="1"/>
                  </a:lnTo>
                  <a:close/>
                </a:path>
              </a:pathLst>
            </a:custGeom>
            <a:solidFill>
              <a:srgbClr val="1793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7" name="Google Shape;3027;p45"/>
            <p:cNvSpPr/>
            <p:nvPr/>
          </p:nvSpPr>
          <p:spPr>
            <a:xfrm>
              <a:off x="4938098" y="3372737"/>
              <a:ext cx="65950" cy="224363"/>
            </a:xfrm>
            <a:custGeom>
              <a:avLst/>
              <a:gdLst/>
              <a:ahLst/>
              <a:cxnLst/>
              <a:rect l="l" t="t" r="r" b="b"/>
              <a:pathLst>
                <a:path w="45249" h="153937" extrusionOk="0">
                  <a:moveTo>
                    <a:pt x="1" y="1"/>
                  </a:moveTo>
                  <a:lnTo>
                    <a:pt x="1" y="131408"/>
                  </a:lnTo>
                  <a:cubicBezTo>
                    <a:pt x="1" y="143839"/>
                    <a:pt x="10122" y="153937"/>
                    <a:pt x="22625" y="153937"/>
                  </a:cubicBezTo>
                  <a:cubicBezTo>
                    <a:pt x="35127" y="153937"/>
                    <a:pt x="45248" y="143839"/>
                    <a:pt x="45248" y="131408"/>
                  </a:cubicBezTo>
                  <a:lnTo>
                    <a:pt x="45248" y="1"/>
                  </a:lnTo>
                  <a:close/>
                </a:path>
              </a:pathLst>
            </a:custGeom>
            <a:solidFill>
              <a:srgbClr val="F0EBD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8" name="Google Shape;3028;p45"/>
            <p:cNvSpPr/>
            <p:nvPr/>
          </p:nvSpPr>
          <p:spPr>
            <a:xfrm>
              <a:off x="4956356" y="3485023"/>
              <a:ext cx="29678" cy="29678"/>
            </a:xfrm>
            <a:custGeom>
              <a:avLst/>
              <a:gdLst/>
              <a:ahLst/>
              <a:cxnLst/>
              <a:rect l="l" t="t" r="r" b="b"/>
              <a:pathLst>
                <a:path w="20362" h="20362" extrusionOk="0">
                  <a:moveTo>
                    <a:pt x="10193" y="0"/>
                  </a:moveTo>
                  <a:cubicBezTo>
                    <a:pt x="4549" y="0"/>
                    <a:pt x="0" y="4572"/>
                    <a:pt x="0" y="10193"/>
                  </a:cubicBezTo>
                  <a:cubicBezTo>
                    <a:pt x="0" y="15813"/>
                    <a:pt x="4549" y="20361"/>
                    <a:pt x="10193" y="20361"/>
                  </a:cubicBezTo>
                  <a:cubicBezTo>
                    <a:pt x="15813" y="20361"/>
                    <a:pt x="20362" y="15813"/>
                    <a:pt x="20362" y="10193"/>
                  </a:cubicBezTo>
                  <a:cubicBezTo>
                    <a:pt x="20362" y="4572"/>
                    <a:pt x="15813" y="0"/>
                    <a:pt x="10193" y="0"/>
                  </a:cubicBezTo>
                  <a:close/>
                </a:path>
              </a:pathLst>
            </a:custGeom>
            <a:solidFill>
              <a:srgbClr val="9E9C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9" name="Google Shape;3029;p45"/>
            <p:cNvSpPr/>
            <p:nvPr/>
          </p:nvSpPr>
          <p:spPr>
            <a:xfrm>
              <a:off x="4954204" y="3641978"/>
              <a:ext cx="34017" cy="34017"/>
            </a:xfrm>
            <a:custGeom>
              <a:avLst/>
              <a:gdLst/>
              <a:ahLst/>
              <a:cxnLst/>
              <a:rect l="l" t="t" r="r" b="b"/>
              <a:pathLst>
                <a:path w="23339" h="23339" extrusionOk="0">
                  <a:moveTo>
                    <a:pt x="11670" y="1"/>
                  </a:moveTo>
                  <a:cubicBezTo>
                    <a:pt x="5216" y="1"/>
                    <a:pt x="1" y="5216"/>
                    <a:pt x="1" y="11670"/>
                  </a:cubicBezTo>
                  <a:cubicBezTo>
                    <a:pt x="1" y="18100"/>
                    <a:pt x="5216" y="23339"/>
                    <a:pt x="11670" y="23339"/>
                  </a:cubicBezTo>
                  <a:cubicBezTo>
                    <a:pt x="18100" y="23339"/>
                    <a:pt x="23339" y="18100"/>
                    <a:pt x="23339" y="11670"/>
                  </a:cubicBezTo>
                  <a:cubicBezTo>
                    <a:pt x="23339" y="5216"/>
                    <a:pt x="18100" y="1"/>
                    <a:pt x="11670" y="1"/>
                  </a:cubicBezTo>
                  <a:close/>
                </a:path>
              </a:pathLst>
            </a:custGeom>
            <a:solidFill>
              <a:srgbClr val="3A48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0" name="Google Shape;3030;p45"/>
            <p:cNvSpPr/>
            <p:nvPr/>
          </p:nvSpPr>
          <p:spPr>
            <a:xfrm>
              <a:off x="4951600" y="3480232"/>
              <a:ext cx="39224" cy="39223"/>
            </a:xfrm>
            <a:custGeom>
              <a:avLst/>
              <a:gdLst/>
              <a:ahLst/>
              <a:cxnLst/>
              <a:rect l="l" t="t" r="r" b="b"/>
              <a:pathLst>
                <a:path w="26912" h="26911" extrusionOk="0">
                  <a:moveTo>
                    <a:pt x="13456" y="6597"/>
                  </a:moveTo>
                  <a:cubicBezTo>
                    <a:pt x="17219" y="6597"/>
                    <a:pt x="20314" y="9693"/>
                    <a:pt x="20314" y="13480"/>
                  </a:cubicBezTo>
                  <a:cubicBezTo>
                    <a:pt x="20314" y="17266"/>
                    <a:pt x="17219" y="20362"/>
                    <a:pt x="13456" y="20362"/>
                  </a:cubicBezTo>
                  <a:cubicBezTo>
                    <a:pt x="9669" y="20362"/>
                    <a:pt x="6574" y="17266"/>
                    <a:pt x="6574" y="13480"/>
                  </a:cubicBezTo>
                  <a:cubicBezTo>
                    <a:pt x="6574" y="9693"/>
                    <a:pt x="9669" y="6597"/>
                    <a:pt x="13456" y="6597"/>
                  </a:cubicBezTo>
                  <a:close/>
                  <a:moveTo>
                    <a:pt x="13456" y="1"/>
                  </a:moveTo>
                  <a:cubicBezTo>
                    <a:pt x="6026" y="1"/>
                    <a:pt x="1" y="6026"/>
                    <a:pt x="1" y="13456"/>
                  </a:cubicBezTo>
                  <a:cubicBezTo>
                    <a:pt x="1" y="20862"/>
                    <a:pt x="6026" y="26911"/>
                    <a:pt x="13456" y="26911"/>
                  </a:cubicBezTo>
                  <a:cubicBezTo>
                    <a:pt x="20862" y="26911"/>
                    <a:pt x="26911" y="20862"/>
                    <a:pt x="26911" y="13456"/>
                  </a:cubicBezTo>
                  <a:cubicBezTo>
                    <a:pt x="26887" y="6026"/>
                    <a:pt x="20862" y="1"/>
                    <a:pt x="13456"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1" name="Google Shape;3031;p45"/>
            <p:cNvSpPr/>
            <p:nvPr/>
          </p:nvSpPr>
          <p:spPr>
            <a:xfrm>
              <a:off x="4913767" y="3397797"/>
              <a:ext cx="9617" cy="19162"/>
            </a:xfrm>
            <a:custGeom>
              <a:avLst/>
              <a:gdLst/>
              <a:ahLst/>
              <a:cxnLst/>
              <a:rect l="l" t="t" r="r" b="b"/>
              <a:pathLst>
                <a:path w="6598" h="13147" extrusionOk="0">
                  <a:moveTo>
                    <a:pt x="3293" y="0"/>
                  </a:moveTo>
                  <a:cubicBezTo>
                    <a:pt x="3158" y="0"/>
                    <a:pt x="3021" y="8"/>
                    <a:pt x="2882" y="24"/>
                  </a:cubicBezTo>
                  <a:cubicBezTo>
                    <a:pt x="1215" y="239"/>
                    <a:pt x="1" y="1715"/>
                    <a:pt x="1" y="3406"/>
                  </a:cubicBezTo>
                  <a:lnTo>
                    <a:pt x="1" y="9717"/>
                  </a:lnTo>
                  <a:cubicBezTo>
                    <a:pt x="1" y="11432"/>
                    <a:pt x="1215" y="12908"/>
                    <a:pt x="2882" y="13122"/>
                  </a:cubicBezTo>
                  <a:cubicBezTo>
                    <a:pt x="3019" y="13139"/>
                    <a:pt x="3155" y="13147"/>
                    <a:pt x="3289" y="13147"/>
                  </a:cubicBezTo>
                  <a:cubicBezTo>
                    <a:pt x="5110" y="13147"/>
                    <a:pt x="6598" y="11677"/>
                    <a:pt x="6598" y="9836"/>
                  </a:cubicBezTo>
                  <a:lnTo>
                    <a:pt x="6598" y="3287"/>
                  </a:lnTo>
                  <a:cubicBezTo>
                    <a:pt x="6598" y="1468"/>
                    <a:pt x="5130" y="0"/>
                    <a:pt x="3293"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2" name="Google Shape;3032;p45"/>
            <p:cNvSpPr/>
            <p:nvPr/>
          </p:nvSpPr>
          <p:spPr>
            <a:xfrm>
              <a:off x="5019389" y="3397797"/>
              <a:ext cx="9650" cy="19162"/>
            </a:xfrm>
            <a:custGeom>
              <a:avLst/>
              <a:gdLst/>
              <a:ahLst/>
              <a:cxnLst/>
              <a:rect l="l" t="t" r="r" b="b"/>
              <a:pathLst>
                <a:path w="6621" h="13147" extrusionOk="0">
                  <a:moveTo>
                    <a:pt x="3316" y="0"/>
                  </a:moveTo>
                  <a:cubicBezTo>
                    <a:pt x="3181" y="0"/>
                    <a:pt x="3044" y="8"/>
                    <a:pt x="2906" y="24"/>
                  </a:cubicBezTo>
                  <a:cubicBezTo>
                    <a:pt x="1215" y="239"/>
                    <a:pt x="0" y="1715"/>
                    <a:pt x="0" y="3406"/>
                  </a:cubicBezTo>
                  <a:lnTo>
                    <a:pt x="0" y="9717"/>
                  </a:lnTo>
                  <a:cubicBezTo>
                    <a:pt x="0" y="11432"/>
                    <a:pt x="1215" y="12908"/>
                    <a:pt x="2906" y="13122"/>
                  </a:cubicBezTo>
                  <a:cubicBezTo>
                    <a:pt x="3041" y="13139"/>
                    <a:pt x="3175" y="13147"/>
                    <a:pt x="3308" y="13147"/>
                  </a:cubicBezTo>
                  <a:cubicBezTo>
                    <a:pt x="5112" y="13147"/>
                    <a:pt x="6621" y="11677"/>
                    <a:pt x="6621" y="9836"/>
                  </a:cubicBezTo>
                  <a:lnTo>
                    <a:pt x="6621" y="3287"/>
                  </a:lnTo>
                  <a:cubicBezTo>
                    <a:pt x="6621" y="1468"/>
                    <a:pt x="5154" y="0"/>
                    <a:pt x="3316"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3" name="Google Shape;3033;p45"/>
            <p:cNvSpPr/>
            <p:nvPr/>
          </p:nvSpPr>
          <p:spPr>
            <a:xfrm>
              <a:off x="4952851" y="3406641"/>
              <a:ext cx="36758" cy="15385"/>
            </a:xfrm>
            <a:custGeom>
              <a:avLst/>
              <a:gdLst/>
              <a:ahLst/>
              <a:cxnLst/>
              <a:rect l="l" t="t" r="r" b="b"/>
              <a:pathLst>
                <a:path w="25220" h="10556" extrusionOk="0">
                  <a:moveTo>
                    <a:pt x="3689" y="1"/>
                  </a:moveTo>
                  <a:cubicBezTo>
                    <a:pt x="2918" y="1"/>
                    <a:pt x="2144" y="273"/>
                    <a:pt x="1524" y="839"/>
                  </a:cubicBezTo>
                  <a:cubicBezTo>
                    <a:pt x="143" y="2053"/>
                    <a:pt x="0" y="4101"/>
                    <a:pt x="1215" y="5483"/>
                  </a:cubicBezTo>
                  <a:cubicBezTo>
                    <a:pt x="3977" y="8721"/>
                    <a:pt x="8145" y="10555"/>
                    <a:pt x="12598" y="10555"/>
                  </a:cubicBezTo>
                  <a:cubicBezTo>
                    <a:pt x="17027" y="10555"/>
                    <a:pt x="21195" y="8721"/>
                    <a:pt x="24029" y="5483"/>
                  </a:cubicBezTo>
                  <a:cubicBezTo>
                    <a:pt x="25220" y="4101"/>
                    <a:pt x="25100" y="2029"/>
                    <a:pt x="23719" y="839"/>
                  </a:cubicBezTo>
                  <a:cubicBezTo>
                    <a:pt x="23094" y="291"/>
                    <a:pt x="22313" y="20"/>
                    <a:pt x="21536" y="20"/>
                  </a:cubicBezTo>
                  <a:cubicBezTo>
                    <a:pt x="20624" y="20"/>
                    <a:pt x="19718" y="392"/>
                    <a:pt x="19075" y="1125"/>
                  </a:cubicBezTo>
                  <a:cubicBezTo>
                    <a:pt x="17504" y="2911"/>
                    <a:pt x="15146" y="3958"/>
                    <a:pt x="12622" y="3958"/>
                  </a:cubicBezTo>
                  <a:cubicBezTo>
                    <a:pt x="10097" y="3958"/>
                    <a:pt x="7740" y="2911"/>
                    <a:pt x="6168" y="1125"/>
                  </a:cubicBezTo>
                  <a:cubicBezTo>
                    <a:pt x="5521" y="387"/>
                    <a:pt x="4607" y="1"/>
                    <a:pt x="3689"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4" name="Google Shape;3034;p45"/>
            <p:cNvSpPr/>
            <p:nvPr/>
          </p:nvSpPr>
          <p:spPr>
            <a:xfrm>
              <a:off x="4949379" y="3637153"/>
              <a:ext cx="43632" cy="43632"/>
            </a:xfrm>
            <a:custGeom>
              <a:avLst/>
              <a:gdLst/>
              <a:ahLst/>
              <a:cxnLst/>
              <a:rect l="l" t="t" r="r" b="b"/>
              <a:pathLst>
                <a:path w="29936" h="29936" extrusionOk="0">
                  <a:moveTo>
                    <a:pt x="14980" y="6597"/>
                  </a:moveTo>
                  <a:cubicBezTo>
                    <a:pt x="19576" y="6597"/>
                    <a:pt x="23339" y="10360"/>
                    <a:pt x="23339" y="14980"/>
                  </a:cubicBezTo>
                  <a:cubicBezTo>
                    <a:pt x="23339" y="19576"/>
                    <a:pt x="19576" y="23339"/>
                    <a:pt x="14980" y="23339"/>
                  </a:cubicBezTo>
                  <a:cubicBezTo>
                    <a:pt x="10360" y="23339"/>
                    <a:pt x="6597" y="19576"/>
                    <a:pt x="6597" y="14980"/>
                  </a:cubicBezTo>
                  <a:cubicBezTo>
                    <a:pt x="6597" y="10360"/>
                    <a:pt x="10360" y="6597"/>
                    <a:pt x="14980" y="6597"/>
                  </a:cubicBezTo>
                  <a:close/>
                  <a:moveTo>
                    <a:pt x="14980" y="0"/>
                  </a:moveTo>
                  <a:cubicBezTo>
                    <a:pt x="6716" y="0"/>
                    <a:pt x="1" y="6716"/>
                    <a:pt x="1" y="14980"/>
                  </a:cubicBezTo>
                  <a:cubicBezTo>
                    <a:pt x="1" y="23219"/>
                    <a:pt x="6716" y="29935"/>
                    <a:pt x="14980" y="29935"/>
                  </a:cubicBezTo>
                  <a:cubicBezTo>
                    <a:pt x="23220" y="29935"/>
                    <a:pt x="29935" y="23219"/>
                    <a:pt x="29935" y="14980"/>
                  </a:cubicBezTo>
                  <a:cubicBezTo>
                    <a:pt x="29935" y="6716"/>
                    <a:pt x="23220" y="0"/>
                    <a:pt x="14980"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5" name="Google Shape;3035;p45"/>
            <p:cNvSpPr/>
            <p:nvPr/>
          </p:nvSpPr>
          <p:spPr>
            <a:xfrm>
              <a:off x="4868922" y="3367634"/>
              <a:ext cx="204892" cy="327834"/>
            </a:xfrm>
            <a:custGeom>
              <a:avLst/>
              <a:gdLst/>
              <a:ahLst/>
              <a:cxnLst/>
              <a:rect l="l" t="t" r="r" b="b"/>
              <a:pathLst>
                <a:path w="140578" h="224929" extrusionOk="0">
                  <a:moveTo>
                    <a:pt x="89638" y="6574"/>
                  </a:moveTo>
                  <a:lnTo>
                    <a:pt x="89638" y="134409"/>
                  </a:lnTo>
                  <a:cubicBezTo>
                    <a:pt x="89638" y="143840"/>
                    <a:pt x="82923" y="152103"/>
                    <a:pt x="73587" y="153651"/>
                  </a:cubicBezTo>
                  <a:cubicBezTo>
                    <a:pt x="72486" y="153831"/>
                    <a:pt x="71398" y="153918"/>
                    <a:pt x="70329" y="153918"/>
                  </a:cubicBezTo>
                  <a:cubicBezTo>
                    <a:pt x="65324" y="153918"/>
                    <a:pt x="60757" y="152017"/>
                    <a:pt x="57322" y="148936"/>
                  </a:cubicBezTo>
                  <a:cubicBezTo>
                    <a:pt x="53297" y="145292"/>
                    <a:pt x="50964" y="140077"/>
                    <a:pt x="50964" y="134695"/>
                  </a:cubicBezTo>
                  <a:lnTo>
                    <a:pt x="50964" y="6574"/>
                  </a:lnTo>
                  <a:close/>
                  <a:moveTo>
                    <a:pt x="127622" y="6574"/>
                  </a:moveTo>
                  <a:cubicBezTo>
                    <a:pt x="127622" y="6574"/>
                    <a:pt x="133743" y="9408"/>
                    <a:pt x="133552" y="12765"/>
                  </a:cubicBezTo>
                  <a:lnTo>
                    <a:pt x="133552" y="46701"/>
                  </a:lnTo>
                  <a:cubicBezTo>
                    <a:pt x="128480" y="50821"/>
                    <a:pt x="110833" y="66300"/>
                    <a:pt x="110833" y="90734"/>
                  </a:cubicBezTo>
                  <a:cubicBezTo>
                    <a:pt x="110833" y="115167"/>
                    <a:pt x="134005" y="134719"/>
                    <a:pt x="134005" y="134719"/>
                  </a:cubicBezTo>
                  <a:lnTo>
                    <a:pt x="134005" y="174846"/>
                  </a:lnTo>
                  <a:lnTo>
                    <a:pt x="6597" y="174846"/>
                  </a:lnTo>
                  <a:lnTo>
                    <a:pt x="6597" y="134766"/>
                  </a:lnTo>
                  <a:cubicBezTo>
                    <a:pt x="11860" y="130670"/>
                    <a:pt x="29578" y="115167"/>
                    <a:pt x="29578" y="90734"/>
                  </a:cubicBezTo>
                  <a:cubicBezTo>
                    <a:pt x="29578" y="66300"/>
                    <a:pt x="11884" y="50773"/>
                    <a:pt x="6597" y="46701"/>
                  </a:cubicBezTo>
                  <a:lnTo>
                    <a:pt x="6597" y="12742"/>
                  </a:lnTo>
                  <a:cubicBezTo>
                    <a:pt x="6597" y="9336"/>
                    <a:pt x="9336" y="6598"/>
                    <a:pt x="12718" y="6598"/>
                  </a:cubicBezTo>
                  <a:lnTo>
                    <a:pt x="44367" y="6598"/>
                  </a:lnTo>
                  <a:lnTo>
                    <a:pt x="44367" y="134695"/>
                  </a:lnTo>
                  <a:cubicBezTo>
                    <a:pt x="44367" y="148912"/>
                    <a:pt x="56012" y="160510"/>
                    <a:pt x="70301" y="160510"/>
                  </a:cubicBezTo>
                  <a:cubicBezTo>
                    <a:pt x="84590" y="160510"/>
                    <a:pt x="96211" y="148912"/>
                    <a:pt x="96211" y="134695"/>
                  </a:cubicBezTo>
                  <a:lnTo>
                    <a:pt x="96211" y="6574"/>
                  </a:lnTo>
                  <a:close/>
                  <a:moveTo>
                    <a:pt x="12741" y="1"/>
                  </a:moveTo>
                  <a:cubicBezTo>
                    <a:pt x="5716" y="1"/>
                    <a:pt x="1" y="5693"/>
                    <a:pt x="1" y="12742"/>
                  </a:cubicBezTo>
                  <a:lnTo>
                    <a:pt x="1" y="48344"/>
                  </a:lnTo>
                  <a:cubicBezTo>
                    <a:pt x="1" y="49416"/>
                    <a:pt x="548" y="50464"/>
                    <a:pt x="1429" y="51059"/>
                  </a:cubicBezTo>
                  <a:cubicBezTo>
                    <a:pt x="1644" y="51202"/>
                    <a:pt x="22934" y="66110"/>
                    <a:pt x="22934" y="90662"/>
                  </a:cubicBezTo>
                  <a:cubicBezTo>
                    <a:pt x="22934" y="115215"/>
                    <a:pt x="1644" y="130146"/>
                    <a:pt x="1429" y="130289"/>
                  </a:cubicBezTo>
                  <a:cubicBezTo>
                    <a:pt x="548" y="130908"/>
                    <a:pt x="1" y="131933"/>
                    <a:pt x="1" y="133004"/>
                  </a:cubicBezTo>
                  <a:lnTo>
                    <a:pt x="1" y="221474"/>
                  </a:lnTo>
                  <a:cubicBezTo>
                    <a:pt x="1" y="223380"/>
                    <a:pt x="1549" y="224928"/>
                    <a:pt x="3454" y="224928"/>
                  </a:cubicBezTo>
                  <a:lnTo>
                    <a:pt x="97616" y="224928"/>
                  </a:lnTo>
                  <a:cubicBezTo>
                    <a:pt x="97854" y="224928"/>
                    <a:pt x="98092" y="224832"/>
                    <a:pt x="98283" y="224642"/>
                  </a:cubicBezTo>
                  <a:cubicBezTo>
                    <a:pt x="101188" y="221784"/>
                    <a:pt x="99188" y="218307"/>
                    <a:pt x="96402" y="218307"/>
                  </a:cubicBezTo>
                  <a:lnTo>
                    <a:pt x="12360" y="218307"/>
                  </a:lnTo>
                  <a:cubicBezTo>
                    <a:pt x="9169" y="218307"/>
                    <a:pt x="6621" y="215711"/>
                    <a:pt x="6621" y="212568"/>
                  </a:cubicBezTo>
                  <a:lnTo>
                    <a:pt x="6621" y="181419"/>
                  </a:lnTo>
                  <a:lnTo>
                    <a:pt x="134029" y="181419"/>
                  </a:lnTo>
                  <a:lnTo>
                    <a:pt x="134029" y="212568"/>
                  </a:lnTo>
                  <a:cubicBezTo>
                    <a:pt x="134029" y="215759"/>
                    <a:pt x="131433" y="218307"/>
                    <a:pt x="128289" y="218307"/>
                  </a:cubicBezTo>
                  <a:lnTo>
                    <a:pt x="109642" y="218307"/>
                  </a:lnTo>
                  <a:cubicBezTo>
                    <a:pt x="109642" y="218307"/>
                    <a:pt x="106332" y="219855"/>
                    <a:pt x="106332" y="221689"/>
                  </a:cubicBezTo>
                  <a:cubicBezTo>
                    <a:pt x="106332" y="223470"/>
                    <a:pt x="107786" y="224929"/>
                    <a:pt x="109557" y="224929"/>
                  </a:cubicBezTo>
                  <a:cubicBezTo>
                    <a:pt x="109586" y="224929"/>
                    <a:pt x="109614" y="224928"/>
                    <a:pt x="109642" y="224928"/>
                  </a:cubicBezTo>
                  <a:lnTo>
                    <a:pt x="128075" y="224928"/>
                  </a:lnTo>
                  <a:cubicBezTo>
                    <a:pt x="128104" y="224928"/>
                    <a:pt x="128133" y="224928"/>
                    <a:pt x="128162" y="224928"/>
                  </a:cubicBezTo>
                  <a:cubicBezTo>
                    <a:pt x="134933" y="224928"/>
                    <a:pt x="140434" y="219421"/>
                    <a:pt x="140196" y="212663"/>
                  </a:cubicBezTo>
                  <a:lnTo>
                    <a:pt x="140196" y="133099"/>
                  </a:lnTo>
                  <a:cubicBezTo>
                    <a:pt x="140387" y="131980"/>
                    <a:pt x="139863" y="130980"/>
                    <a:pt x="138958" y="130385"/>
                  </a:cubicBezTo>
                  <a:cubicBezTo>
                    <a:pt x="138768" y="130242"/>
                    <a:pt x="117477" y="115429"/>
                    <a:pt x="117477" y="90757"/>
                  </a:cubicBezTo>
                  <a:cubicBezTo>
                    <a:pt x="117406" y="66181"/>
                    <a:pt x="138696" y="51249"/>
                    <a:pt x="138910" y="51107"/>
                  </a:cubicBezTo>
                  <a:cubicBezTo>
                    <a:pt x="139792" y="50487"/>
                    <a:pt x="140578" y="48392"/>
                    <a:pt x="140578" y="48392"/>
                  </a:cubicBezTo>
                  <a:lnTo>
                    <a:pt x="140578" y="12742"/>
                  </a:lnTo>
                  <a:cubicBezTo>
                    <a:pt x="140578" y="5716"/>
                    <a:pt x="134862" y="1"/>
                    <a:pt x="127837"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036" name="Google Shape;3036;p45"/>
          <p:cNvGrpSpPr/>
          <p:nvPr/>
        </p:nvGrpSpPr>
        <p:grpSpPr>
          <a:xfrm>
            <a:off x="5501297" y="3371349"/>
            <a:ext cx="334047" cy="327554"/>
            <a:chOff x="5501297" y="3371349"/>
            <a:chExt cx="334047" cy="327554"/>
          </a:xfrm>
        </p:grpSpPr>
        <p:sp>
          <p:nvSpPr>
            <p:cNvPr id="3037" name="Google Shape;3037;p45"/>
            <p:cNvSpPr/>
            <p:nvPr/>
          </p:nvSpPr>
          <p:spPr>
            <a:xfrm>
              <a:off x="5510286" y="3558016"/>
              <a:ext cx="135403" cy="135403"/>
            </a:xfrm>
            <a:custGeom>
              <a:avLst/>
              <a:gdLst/>
              <a:ahLst/>
              <a:cxnLst/>
              <a:rect l="l" t="t" r="r" b="b"/>
              <a:pathLst>
                <a:path w="92901" h="92901" extrusionOk="0">
                  <a:moveTo>
                    <a:pt x="6192" y="1"/>
                  </a:moveTo>
                  <a:cubicBezTo>
                    <a:pt x="3097" y="8741"/>
                    <a:pt x="1001" y="17314"/>
                    <a:pt x="1" y="25506"/>
                  </a:cubicBezTo>
                  <a:lnTo>
                    <a:pt x="24101" y="68800"/>
                  </a:lnTo>
                  <a:lnTo>
                    <a:pt x="67396" y="92901"/>
                  </a:lnTo>
                  <a:cubicBezTo>
                    <a:pt x="75564" y="91900"/>
                    <a:pt x="84161" y="89805"/>
                    <a:pt x="92901" y="86709"/>
                  </a:cubicBezTo>
                  <a:lnTo>
                    <a:pt x="60466" y="29697"/>
                  </a:lnTo>
                  <a:lnTo>
                    <a:pt x="6192" y="1"/>
                  </a:lnTo>
                  <a:close/>
                </a:path>
              </a:pathLst>
            </a:custGeom>
            <a:solidFill>
              <a:srgbClr val="EFEDE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8" name="Google Shape;3038;p45"/>
            <p:cNvSpPr/>
            <p:nvPr/>
          </p:nvSpPr>
          <p:spPr>
            <a:xfrm>
              <a:off x="5690916" y="3377388"/>
              <a:ext cx="135438" cy="135473"/>
            </a:xfrm>
            <a:custGeom>
              <a:avLst/>
              <a:gdLst/>
              <a:ahLst/>
              <a:cxnLst/>
              <a:rect l="l" t="t" r="r" b="b"/>
              <a:pathLst>
                <a:path w="92925" h="92949" extrusionOk="0">
                  <a:moveTo>
                    <a:pt x="25506" y="1"/>
                  </a:moveTo>
                  <a:cubicBezTo>
                    <a:pt x="17313" y="1025"/>
                    <a:pt x="8740" y="3097"/>
                    <a:pt x="0" y="6193"/>
                  </a:cubicBezTo>
                  <a:lnTo>
                    <a:pt x="29697" y="60465"/>
                  </a:lnTo>
                  <a:lnTo>
                    <a:pt x="86733" y="92948"/>
                  </a:lnTo>
                  <a:cubicBezTo>
                    <a:pt x="89828" y="84185"/>
                    <a:pt x="91924" y="75611"/>
                    <a:pt x="92924" y="67419"/>
                  </a:cubicBezTo>
                  <a:lnTo>
                    <a:pt x="68824" y="24149"/>
                  </a:lnTo>
                  <a:lnTo>
                    <a:pt x="25506" y="1"/>
                  </a:lnTo>
                  <a:close/>
                </a:path>
              </a:pathLst>
            </a:custGeom>
            <a:solidFill>
              <a:srgbClr val="EFEDE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9" name="Google Shape;3039;p45"/>
            <p:cNvSpPr/>
            <p:nvPr/>
          </p:nvSpPr>
          <p:spPr>
            <a:xfrm>
              <a:off x="5506434" y="3595189"/>
              <a:ext cx="102082" cy="99313"/>
            </a:xfrm>
            <a:custGeom>
              <a:avLst/>
              <a:gdLst/>
              <a:ahLst/>
              <a:cxnLst/>
              <a:rect l="l" t="t" r="r" b="b"/>
              <a:pathLst>
                <a:path w="70039" h="68139" extrusionOk="0">
                  <a:moveTo>
                    <a:pt x="2644" y="1"/>
                  </a:moveTo>
                  <a:lnTo>
                    <a:pt x="2644" y="1"/>
                  </a:lnTo>
                  <a:cubicBezTo>
                    <a:pt x="0" y="21386"/>
                    <a:pt x="4501" y="40200"/>
                    <a:pt x="17170" y="52869"/>
                  </a:cubicBezTo>
                  <a:cubicBezTo>
                    <a:pt x="27517" y="63195"/>
                    <a:pt x="41960" y="68138"/>
                    <a:pt x="58556" y="68138"/>
                  </a:cubicBezTo>
                  <a:cubicBezTo>
                    <a:pt x="62282" y="68138"/>
                    <a:pt x="66117" y="67889"/>
                    <a:pt x="70039" y="67396"/>
                  </a:cubicBezTo>
                  <a:lnTo>
                    <a:pt x="2644" y="1"/>
                  </a:lnTo>
                  <a:close/>
                </a:path>
              </a:pathLst>
            </a:custGeom>
            <a:solidFill>
              <a:srgbClr val="E9543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0" name="Google Shape;3040;p45"/>
            <p:cNvSpPr/>
            <p:nvPr/>
          </p:nvSpPr>
          <p:spPr>
            <a:xfrm>
              <a:off x="5519311" y="3386412"/>
              <a:ext cx="297983" cy="297982"/>
            </a:xfrm>
            <a:custGeom>
              <a:avLst/>
              <a:gdLst/>
              <a:ahLst/>
              <a:cxnLst/>
              <a:rect l="l" t="t" r="r" b="b"/>
              <a:pathLst>
                <a:path w="204448" h="204447" extrusionOk="0">
                  <a:moveTo>
                    <a:pt x="117739" y="1"/>
                  </a:moveTo>
                  <a:cubicBezTo>
                    <a:pt x="93949" y="8431"/>
                    <a:pt x="68848" y="24291"/>
                    <a:pt x="46558" y="46558"/>
                  </a:cubicBezTo>
                  <a:cubicBezTo>
                    <a:pt x="24291" y="68848"/>
                    <a:pt x="8383" y="93948"/>
                    <a:pt x="0" y="117739"/>
                  </a:cubicBezTo>
                  <a:lnTo>
                    <a:pt x="86709" y="204447"/>
                  </a:lnTo>
                  <a:cubicBezTo>
                    <a:pt x="110523" y="196064"/>
                    <a:pt x="135624" y="180180"/>
                    <a:pt x="157890" y="157890"/>
                  </a:cubicBezTo>
                  <a:cubicBezTo>
                    <a:pt x="180157" y="135599"/>
                    <a:pt x="196041" y="110499"/>
                    <a:pt x="204448" y="86709"/>
                  </a:cubicBezTo>
                  <a:lnTo>
                    <a:pt x="117739" y="1"/>
                  </a:lnTo>
                  <a:close/>
                </a:path>
              </a:pathLst>
            </a:custGeom>
            <a:solidFill>
              <a:srgbClr val="E9543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1" name="Google Shape;3041;p45"/>
            <p:cNvSpPr/>
            <p:nvPr/>
          </p:nvSpPr>
          <p:spPr>
            <a:xfrm>
              <a:off x="5728089" y="3376350"/>
              <a:ext cx="102117" cy="99302"/>
            </a:xfrm>
            <a:custGeom>
              <a:avLst/>
              <a:gdLst/>
              <a:ahLst/>
              <a:cxnLst/>
              <a:rect l="l" t="t" r="r" b="b"/>
              <a:pathLst>
                <a:path w="70063" h="68132" extrusionOk="0">
                  <a:moveTo>
                    <a:pt x="11463" y="1"/>
                  </a:moveTo>
                  <a:cubicBezTo>
                    <a:pt x="7742" y="1"/>
                    <a:pt x="3914" y="248"/>
                    <a:pt x="1" y="737"/>
                  </a:cubicBezTo>
                  <a:lnTo>
                    <a:pt x="67396" y="68131"/>
                  </a:lnTo>
                  <a:cubicBezTo>
                    <a:pt x="70063" y="46770"/>
                    <a:pt x="65538" y="27956"/>
                    <a:pt x="52869" y="15263"/>
                  </a:cubicBezTo>
                  <a:cubicBezTo>
                    <a:pt x="42501" y="4915"/>
                    <a:pt x="28050" y="1"/>
                    <a:pt x="11463" y="1"/>
                  </a:cubicBezTo>
                  <a:close/>
                </a:path>
              </a:pathLst>
            </a:custGeom>
            <a:solidFill>
              <a:srgbClr val="E9543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2" name="Google Shape;3042;p45"/>
            <p:cNvSpPr/>
            <p:nvPr/>
          </p:nvSpPr>
          <p:spPr>
            <a:xfrm>
              <a:off x="5569849" y="3658742"/>
              <a:ext cx="75946" cy="34712"/>
            </a:xfrm>
            <a:custGeom>
              <a:avLst/>
              <a:gdLst/>
              <a:ahLst/>
              <a:cxnLst/>
              <a:rect l="l" t="t" r="r" b="b"/>
              <a:pathLst>
                <a:path w="52107" h="23816" extrusionOk="0">
                  <a:moveTo>
                    <a:pt x="42033" y="1"/>
                  </a:moveTo>
                  <a:cubicBezTo>
                    <a:pt x="40199" y="763"/>
                    <a:pt x="38342" y="1430"/>
                    <a:pt x="36532" y="2097"/>
                  </a:cubicBezTo>
                  <a:cubicBezTo>
                    <a:pt x="27768" y="5193"/>
                    <a:pt x="19195" y="7264"/>
                    <a:pt x="11026" y="8288"/>
                  </a:cubicBezTo>
                  <a:cubicBezTo>
                    <a:pt x="7264" y="8765"/>
                    <a:pt x="3572" y="9003"/>
                    <a:pt x="0" y="9027"/>
                  </a:cubicBezTo>
                  <a:lnTo>
                    <a:pt x="26553" y="23815"/>
                  </a:lnTo>
                  <a:cubicBezTo>
                    <a:pt x="27577" y="23696"/>
                    <a:pt x="28602" y="23553"/>
                    <a:pt x="29649" y="23410"/>
                  </a:cubicBezTo>
                  <a:cubicBezTo>
                    <a:pt x="33793" y="22744"/>
                    <a:pt x="38008" y="21863"/>
                    <a:pt x="42342" y="20696"/>
                  </a:cubicBezTo>
                  <a:cubicBezTo>
                    <a:pt x="45557" y="19838"/>
                    <a:pt x="48796" y="18814"/>
                    <a:pt x="52106" y="17671"/>
                  </a:cubicBezTo>
                  <a:lnTo>
                    <a:pt x="42033" y="1"/>
                  </a:lnTo>
                  <a:close/>
                </a:path>
              </a:pathLst>
            </a:custGeom>
            <a:solidFill>
              <a:srgbClr val="F0EBD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3" name="Google Shape;3043;p45"/>
            <p:cNvSpPr/>
            <p:nvPr/>
          </p:nvSpPr>
          <p:spPr>
            <a:xfrm>
              <a:off x="5521497" y="3659611"/>
              <a:ext cx="87054" cy="34906"/>
            </a:xfrm>
            <a:custGeom>
              <a:avLst/>
              <a:gdLst/>
              <a:ahLst/>
              <a:cxnLst/>
              <a:rect l="l" t="t" r="r" b="b"/>
              <a:pathLst>
                <a:path w="59728" h="23949" extrusionOk="0">
                  <a:moveTo>
                    <a:pt x="1" y="0"/>
                  </a:moveTo>
                  <a:cubicBezTo>
                    <a:pt x="906" y="1477"/>
                    <a:pt x="1906" y="2906"/>
                    <a:pt x="2954" y="4239"/>
                  </a:cubicBezTo>
                  <a:cubicBezTo>
                    <a:pt x="4168" y="5787"/>
                    <a:pt x="5454" y="7264"/>
                    <a:pt x="6859" y="8669"/>
                  </a:cubicBezTo>
                  <a:cubicBezTo>
                    <a:pt x="15956" y="17790"/>
                    <a:pt x="28269" y="22695"/>
                    <a:pt x="42367" y="23743"/>
                  </a:cubicBezTo>
                  <a:cubicBezTo>
                    <a:pt x="44338" y="23876"/>
                    <a:pt x="46324" y="23948"/>
                    <a:pt x="48349" y="23948"/>
                  </a:cubicBezTo>
                  <a:cubicBezTo>
                    <a:pt x="48869" y="23948"/>
                    <a:pt x="49391" y="23943"/>
                    <a:pt x="49916" y="23934"/>
                  </a:cubicBezTo>
                  <a:cubicBezTo>
                    <a:pt x="53131" y="23886"/>
                    <a:pt x="56393" y="23648"/>
                    <a:pt x="59727" y="23219"/>
                  </a:cubicBezTo>
                  <a:lnTo>
                    <a:pt x="44177" y="7692"/>
                  </a:lnTo>
                  <a:cubicBezTo>
                    <a:pt x="40272" y="8181"/>
                    <a:pt x="36454" y="8428"/>
                    <a:pt x="32745" y="8428"/>
                  </a:cubicBezTo>
                  <a:cubicBezTo>
                    <a:pt x="20370" y="8428"/>
                    <a:pt x="9199" y="5680"/>
                    <a:pt x="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4" name="Google Shape;3044;p45"/>
            <p:cNvSpPr/>
            <p:nvPr/>
          </p:nvSpPr>
          <p:spPr>
            <a:xfrm>
              <a:off x="5791642" y="3436950"/>
              <a:ext cx="34642" cy="75911"/>
            </a:xfrm>
            <a:custGeom>
              <a:avLst/>
              <a:gdLst/>
              <a:ahLst/>
              <a:cxnLst/>
              <a:rect l="l" t="t" r="r" b="b"/>
              <a:pathLst>
                <a:path w="23768" h="52083" extrusionOk="0">
                  <a:moveTo>
                    <a:pt x="8955" y="0"/>
                  </a:moveTo>
                  <a:lnTo>
                    <a:pt x="8955" y="0"/>
                  </a:lnTo>
                  <a:cubicBezTo>
                    <a:pt x="9003" y="3572"/>
                    <a:pt x="8717" y="7264"/>
                    <a:pt x="8288" y="11026"/>
                  </a:cubicBezTo>
                  <a:cubicBezTo>
                    <a:pt x="7264" y="19218"/>
                    <a:pt x="5192" y="27792"/>
                    <a:pt x="2073" y="36531"/>
                  </a:cubicBezTo>
                  <a:cubicBezTo>
                    <a:pt x="1430" y="38341"/>
                    <a:pt x="739" y="40199"/>
                    <a:pt x="1" y="42033"/>
                  </a:cubicBezTo>
                  <a:lnTo>
                    <a:pt x="17600" y="52082"/>
                  </a:lnTo>
                  <a:cubicBezTo>
                    <a:pt x="20291" y="44414"/>
                    <a:pt x="22244" y="36889"/>
                    <a:pt x="23339" y="29649"/>
                  </a:cubicBezTo>
                  <a:cubicBezTo>
                    <a:pt x="23482" y="28625"/>
                    <a:pt x="23649" y="27601"/>
                    <a:pt x="23768" y="26553"/>
                  </a:cubicBezTo>
                  <a:lnTo>
                    <a:pt x="8955" y="0"/>
                  </a:lnTo>
                  <a:close/>
                </a:path>
              </a:pathLst>
            </a:custGeom>
            <a:solidFill>
              <a:srgbClr val="F0EBD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5" name="Google Shape;3045;p45"/>
            <p:cNvSpPr/>
            <p:nvPr/>
          </p:nvSpPr>
          <p:spPr>
            <a:xfrm>
              <a:off x="5623058" y="3490159"/>
              <a:ext cx="194237" cy="194235"/>
            </a:xfrm>
            <a:custGeom>
              <a:avLst/>
              <a:gdLst/>
              <a:ahLst/>
              <a:cxnLst/>
              <a:rect l="l" t="t" r="r" b="b"/>
              <a:pathLst>
                <a:path w="133267" h="133266" extrusionOk="0">
                  <a:moveTo>
                    <a:pt x="117716" y="1"/>
                  </a:moveTo>
                  <a:cubicBezTo>
                    <a:pt x="109333" y="23791"/>
                    <a:pt x="93425" y="48868"/>
                    <a:pt x="71159" y="71182"/>
                  </a:cubicBezTo>
                  <a:cubicBezTo>
                    <a:pt x="48892" y="93472"/>
                    <a:pt x="23815" y="109332"/>
                    <a:pt x="1" y="117739"/>
                  </a:cubicBezTo>
                  <a:lnTo>
                    <a:pt x="15528" y="133266"/>
                  </a:lnTo>
                  <a:cubicBezTo>
                    <a:pt x="22220" y="130908"/>
                    <a:pt x="29007" y="127931"/>
                    <a:pt x="35842" y="124431"/>
                  </a:cubicBezTo>
                  <a:cubicBezTo>
                    <a:pt x="54631" y="114691"/>
                    <a:pt x="71730" y="101688"/>
                    <a:pt x="86709" y="86709"/>
                  </a:cubicBezTo>
                  <a:cubicBezTo>
                    <a:pt x="92806" y="80612"/>
                    <a:pt x="98617" y="74159"/>
                    <a:pt x="103999" y="67371"/>
                  </a:cubicBezTo>
                  <a:cubicBezTo>
                    <a:pt x="116406" y="51725"/>
                    <a:pt x="126623" y="34341"/>
                    <a:pt x="133267" y="15528"/>
                  </a:cubicBezTo>
                  <a:lnTo>
                    <a:pt x="11771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6" name="Google Shape;3046;p45"/>
            <p:cNvSpPr/>
            <p:nvPr/>
          </p:nvSpPr>
          <p:spPr>
            <a:xfrm>
              <a:off x="5792511" y="3388634"/>
              <a:ext cx="37278" cy="87019"/>
            </a:xfrm>
            <a:custGeom>
              <a:avLst/>
              <a:gdLst/>
              <a:ahLst/>
              <a:cxnLst/>
              <a:rect l="l" t="t" r="r" b="b"/>
              <a:pathLst>
                <a:path w="25577" h="59704" extrusionOk="0">
                  <a:moveTo>
                    <a:pt x="0" y="1"/>
                  </a:moveTo>
                  <a:cubicBezTo>
                    <a:pt x="7383" y="11932"/>
                    <a:pt x="9788" y="27268"/>
                    <a:pt x="7692" y="44176"/>
                  </a:cubicBezTo>
                  <a:lnTo>
                    <a:pt x="23219" y="59703"/>
                  </a:lnTo>
                  <a:cubicBezTo>
                    <a:pt x="23315" y="59060"/>
                    <a:pt x="23362" y="58370"/>
                    <a:pt x="23458" y="57727"/>
                  </a:cubicBezTo>
                  <a:cubicBezTo>
                    <a:pt x="25577" y="37175"/>
                    <a:pt x="20933" y="19100"/>
                    <a:pt x="8669" y="6835"/>
                  </a:cubicBezTo>
                  <a:cubicBezTo>
                    <a:pt x="6049" y="4216"/>
                    <a:pt x="3120" y="1930"/>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7" name="Google Shape;3047;p45"/>
            <p:cNvSpPr/>
            <p:nvPr/>
          </p:nvSpPr>
          <p:spPr>
            <a:xfrm>
              <a:off x="5615248" y="3482817"/>
              <a:ext cx="106144" cy="105237"/>
            </a:xfrm>
            <a:custGeom>
              <a:avLst/>
              <a:gdLst/>
              <a:ahLst/>
              <a:cxnLst/>
              <a:rect l="l" t="t" r="r" b="b"/>
              <a:pathLst>
                <a:path w="72826" h="72204" extrusionOk="0">
                  <a:moveTo>
                    <a:pt x="69226" y="1"/>
                  </a:moveTo>
                  <a:cubicBezTo>
                    <a:pt x="68384" y="1"/>
                    <a:pt x="67539" y="322"/>
                    <a:pt x="66896" y="965"/>
                  </a:cubicBezTo>
                  <a:lnTo>
                    <a:pt x="60585" y="7276"/>
                  </a:lnTo>
                  <a:lnTo>
                    <a:pt x="54845" y="1513"/>
                  </a:lnTo>
                  <a:cubicBezTo>
                    <a:pt x="54202" y="882"/>
                    <a:pt x="53363" y="566"/>
                    <a:pt x="52524" y="566"/>
                  </a:cubicBezTo>
                  <a:cubicBezTo>
                    <a:pt x="51684" y="566"/>
                    <a:pt x="50845" y="882"/>
                    <a:pt x="50202" y="1513"/>
                  </a:cubicBezTo>
                  <a:cubicBezTo>
                    <a:pt x="48916" y="2799"/>
                    <a:pt x="48916" y="4895"/>
                    <a:pt x="50202" y="6205"/>
                  </a:cubicBezTo>
                  <a:lnTo>
                    <a:pt x="55965" y="11944"/>
                  </a:lnTo>
                  <a:lnTo>
                    <a:pt x="48606" y="19302"/>
                  </a:lnTo>
                  <a:lnTo>
                    <a:pt x="42867" y="13539"/>
                  </a:lnTo>
                  <a:cubicBezTo>
                    <a:pt x="42224" y="12908"/>
                    <a:pt x="41378" y="12593"/>
                    <a:pt x="40536" y="12593"/>
                  </a:cubicBezTo>
                  <a:cubicBezTo>
                    <a:pt x="39693" y="12593"/>
                    <a:pt x="38854" y="12908"/>
                    <a:pt x="38223" y="13539"/>
                  </a:cubicBezTo>
                  <a:cubicBezTo>
                    <a:pt x="36937" y="14825"/>
                    <a:pt x="36937" y="16921"/>
                    <a:pt x="38223" y="18183"/>
                  </a:cubicBezTo>
                  <a:lnTo>
                    <a:pt x="43962" y="23946"/>
                  </a:lnTo>
                  <a:lnTo>
                    <a:pt x="36604" y="31281"/>
                  </a:lnTo>
                  <a:lnTo>
                    <a:pt x="30840" y="25518"/>
                  </a:lnTo>
                  <a:cubicBezTo>
                    <a:pt x="30197" y="24875"/>
                    <a:pt x="29352" y="24554"/>
                    <a:pt x="28510" y="24554"/>
                  </a:cubicBezTo>
                  <a:cubicBezTo>
                    <a:pt x="27667" y="24554"/>
                    <a:pt x="26828" y="24875"/>
                    <a:pt x="26197" y="25518"/>
                  </a:cubicBezTo>
                  <a:cubicBezTo>
                    <a:pt x="24911" y="26804"/>
                    <a:pt x="24911" y="28876"/>
                    <a:pt x="26197" y="30186"/>
                  </a:cubicBezTo>
                  <a:lnTo>
                    <a:pt x="31936" y="35925"/>
                  </a:lnTo>
                  <a:lnTo>
                    <a:pt x="24577" y="43283"/>
                  </a:lnTo>
                  <a:lnTo>
                    <a:pt x="18838" y="37544"/>
                  </a:lnTo>
                  <a:cubicBezTo>
                    <a:pt x="18195" y="36901"/>
                    <a:pt x="17355" y="36580"/>
                    <a:pt x="16516" y="36580"/>
                  </a:cubicBezTo>
                  <a:cubicBezTo>
                    <a:pt x="15677" y="36580"/>
                    <a:pt x="14837" y="36901"/>
                    <a:pt x="14194" y="37544"/>
                  </a:cubicBezTo>
                  <a:cubicBezTo>
                    <a:pt x="12908" y="38830"/>
                    <a:pt x="12908" y="40902"/>
                    <a:pt x="14194" y="42188"/>
                  </a:cubicBezTo>
                  <a:lnTo>
                    <a:pt x="19933" y="47927"/>
                  </a:lnTo>
                  <a:lnTo>
                    <a:pt x="12575" y="55286"/>
                  </a:lnTo>
                  <a:lnTo>
                    <a:pt x="6835" y="49547"/>
                  </a:lnTo>
                  <a:cubicBezTo>
                    <a:pt x="6192" y="48904"/>
                    <a:pt x="5353" y="48582"/>
                    <a:pt x="4514" y="48582"/>
                  </a:cubicBezTo>
                  <a:cubicBezTo>
                    <a:pt x="3674" y="48582"/>
                    <a:pt x="2835" y="48904"/>
                    <a:pt x="2192" y="49547"/>
                  </a:cubicBezTo>
                  <a:cubicBezTo>
                    <a:pt x="906" y="50809"/>
                    <a:pt x="906" y="52905"/>
                    <a:pt x="2192" y="54190"/>
                  </a:cubicBezTo>
                  <a:lnTo>
                    <a:pt x="7931" y="59930"/>
                  </a:lnTo>
                  <a:lnTo>
                    <a:pt x="1263" y="66598"/>
                  </a:lnTo>
                  <a:cubicBezTo>
                    <a:pt x="1" y="67884"/>
                    <a:pt x="1" y="69956"/>
                    <a:pt x="1263" y="71265"/>
                  </a:cubicBezTo>
                  <a:cubicBezTo>
                    <a:pt x="1891" y="71881"/>
                    <a:pt x="2752" y="72203"/>
                    <a:pt x="3618" y="72203"/>
                  </a:cubicBezTo>
                  <a:cubicBezTo>
                    <a:pt x="4461" y="72203"/>
                    <a:pt x="5309" y="71899"/>
                    <a:pt x="5954" y="71265"/>
                  </a:cubicBezTo>
                  <a:lnTo>
                    <a:pt x="12622" y="64597"/>
                  </a:lnTo>
                  <a:lnTo>
                    <a:pt x="18362" y="70337"/>
                  </a:lnTo>
                  <a:cubicBezTo>
                    <a:pt x="19005" y="70980"/>
                    <a:pt x="19850" y="71301"/>
                    <a:pt x="20692" y="71301"/>
                  </a:cubicBezTo>
                  <a:cubicBezTo>
                    <a:pt x="21535" y="71301"/>
                    <a:pt x="22374" y="70980"/>
                    <a:pt x="23005" y="70337"/>
                  </a:cubicBezTo>
                  <a:cubicBezTo>
                    <a:pt x="24291" y="69074"/>
                    <a:pt x="24291" y="66979"/>
                    <a:pt x="23005" y="65669"/>
                  </a:cubicBezTo>
                  <a:lnTo>
                    <a:pt x="17266" y="59930"/>
                  </a:lnTo>
                  <a:lnTo>
                    <a:pt x="24601" y="52571"/>
                  </a:lnTo>
                  <a:lnTo>
                    <a:pt x="30364" y="58310"/>
                  </a:lnTo>
                  <a:cubicBezTo>
                    <a:pt x="30980" y="58926"/>
                    <a:pt x="31835" y="59248"/>
                    <a:pt x="32696" y="59248"/>
                  </a:cubicBezTo>
                  <a:cubicBezTo>
                    <a:pt x="33532" y="59248"/>
                    <a:pt x="34374" y="58944"/>
                    <a:pt x="35008" y="58310"/>
                  </a:cubicBezTo>
                  <a:cubicBezTo>
                    <a:pt x="36270" y="57024"/>
                    <a:pt x="36270" y="54953"/>
                    <a:pt x="35008" y="53667"/>
                  </a:cubicBezTo>
                  <a:lnTo>
                    <a:pt x="29245" y="47927"/>
                  </a:lnTo>
                  <a:lnTo>
                    <a:pt x="36604" y="40569"/>
                  </a:lnTo>
                  <a:lnTo>
                    <a:pt x="42343" y="46308"/>
                  </a:lnTo>
                  <a:cubicBezTo>
                    <a:pt x="42986" y="46951"/>
                    <a:pt x="43837" y="47272"/>
                    <a:pt x="44683" y="47272"/>
                  </a:cubicBezTo>
                  <a:cubicBezTo>
                    <a:pt x="45528" y="47272"/>
                    <a:pt x="46367" y="46951"/>
                    <a:pt x="46987" y="46308"/>
                  </a:cubicBezTo>
                  <a:cubicBezTo>
                    <a:pt x="48273" y="45046"/>
                    <a:pt x="48273" y="42950"/>
                    <a:pt x="46987" y="41688"/>
                  </a:cubicBezTo>
                  <a:lnTo>
                    <a:pt x="41247" y="35925"/>
                  </a:lnTo>
                  <a:lnTo>
                    <a:pt x="48606" y="28590"/>
                  </a:lnTo>
                  <a:lnTo>
                    <a:pt x="54345" y="34329"/>
                  </a:lnTo>
                  <a:cubicBezTo>
                    <a:pt x="54988" y="34960"/>
                    <a:pt x="55840" y="35276"/>
                    <a:pt x="56685" y="35276"/>
                  </a:cubicBezTo>
                  <a:cubicBezTo>
                    <a:pt x="57531" y="35276"/>
                    <a:pt x="58370" y="34960"/>
                    <a:pt x="58989" y="34329"/>
                  </a:cubicBezTo>
                  <a:cubicBezTo>
                    <a:pt x="60275" y="33043"/>
                    <a:pt x="60275" y="30971"/>
                    <a:pt x="58989" y="29638"/>
                  </a:cubicBezTo>
                  <a:lnTo>
                    <a:pt x="53250" y="23899"/>
                  </a:lnTo>
                  <a:lnTo>
                    <a:pt x="60585" y="16540"/>
                  </a:lnTo>
                  <a:lnTo>
                    <a:pt x="66348" y="22303"/>
                  </a:lnTo>
                  <a:cubicBezTo>
                    <a:pt x="66961" y="22916"/>
                    <a:pt x="67811" y="23232"/>
                    <a:pt x="68667" y="23232"/>
                  </a:cubicBezTo>
                  <a:cubicBezTo>
                    <a:pt x="69508" y="23232"/>
                    <a:pt x="70355" y="22928"/>
                    <a:pt x="70992" y="22303"/>
                  </a:cubicBezTo>
                  <a:cubicBezTo>
                    <a:pt x="72278" y="21017"/>
                    <a:pt x="72278" y="18921"/>
                    <a:pt x="70992" y="17659"/>
                  </a:cubicBezTo>
                  <a:lnTo>
                    <a:pt x="65229" y="11920"/>
                  </a:lnTo>
                  <a:lnTo>
                    <a:pt x="71539" y="5585"/>
                  </a:lnTo>
                  <a:cubicBezTo>
                    <a:pt x="72825" y="4323"/>
                    <a:pt x="72825" y="2228"/>
                    <a:pt x="71539" y="965"/>
                  </a:cubicBezTo>
                  <a:cubicBezTo>
                    <a:pt x="70908" y="322"/>
                    <a:pt x="70069" y="1"/>
                    <a:pt x="69226"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8" name="Google Shape;3048;p45"/>
            <p:cNvSpPr/>
            <p:nvPr/>
          </p:nvSpPr>
          <p:spPr>
            <a:xfrm>
              <a:off x="5584080" y="3516525"/>
              <a:ext cx="16349" cy="15477"/>
            </a:xfrm>
            <a:custGeom>
              <a:avLst/>
              <a:gdLst/>
              <a:ahLst/>
              <a:cxnLst/>
              <a:rect l="l" t="t" r="r" b="b"/>
              <a:pathLst>
                <a:path w="11217" h="10619" extrusionOk="0">
                  <a:moveTo>
                    <a:pt x="3614" y="1"/>
                  </a:moveTo>
                  <a:cubicBezTo>
                    <a:pt x="2779" y="1"/>
                    <a:pt x="1938" y="322"/>
                    <a:pt x="1286" y="962"/>
                  </a:cubicBezTo>
                  <a:cubicBezTo>
                    <a:pt x="0" y="2248"/>
                    <a:pt x="0" y="4320"/>
                    <a:pt x="1286" y="5630"/>
                  </a:cubicBezTo>
                  <a:lnTo>
                    <a:pt x="5311" y="9654"/>
                  </a:lnTo>
                  <a:cubicBezTo>
                    <a:pt x="5942" y="10297"/>
                    <a:pt x="6787" y="10619"/>
                    <a:pt x="7633" y="10619"/>
                  </a:cubicBezTo>
                  <a:cubicBezTo>
                    <a:pt x="8478" y="10619"/>
                    <a:pt x="9324" y="10297"/>
                    <a:pt x="9955" y="9654"/>
                  </a:cubicBezTo>
                  <a:cubicBezTo>
                    <a:pt x="11217" y="8368"/>
                    <a:pt x="11217" y="6297"/>
                    <a:pt x="9955" y="5011"/>
                  </a:cubicBezTo>
                  <a:lnTo>
                    <a:pt x="5930" y="986"/>
                  </a:lnTo>
                  <a:cubicBezTo>
                    <a:pt x="5296" y="328"/>
                    <a:pt x="4458" y="1"/>
                    <a:pt x="3614"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9" name="Google Shape;3049;p45"/>
            <p:cNvSpPr/>
            <p:nvPr/>
          </p:nvSpPr>
          <p:spPr>
            <a:xfrm>
              <a:off x="5648986" y="3451710"/>
              <a:ext cx="16349" cy="15455"/>
            </a:xfrm>
            <a:custGeom>
              <a:avLst/>
              <a:gdLst/>
              <a:ahLst/>
              <a:cxnLst/>
              <a:rect l="l" t="t" r="r" b="b"/>
              <a:pathLst>
                <a:path w="11217" h="10604" extrusionOk="0">
                  <a:moveTo>
                    <a:pt x="3599" y="0"/>
                  </a:moveTo>
                  <a:cubicBezTo>
                    <a:pt x="2757" y="0"/>
                    <a:pt x="1917" y="316"/>
                    <a:pt x="1286" y="947"/>
                  </a:cubicBezTo>
                  <a:cubicBezTo>
                    <a:pt x="0" y="2233"/>
                    <a:pt x="0" y="4329"/>
                    <a:pt x="1286" y="5638"/>
                  </a:cubicBezTo>
                  <a:lnTo>
                    <a:pt x="5311" y="9639"/>
                  </a:lnTo>
                  <a:cubicBezTo>
                    <a:pt x="5942" y="10282"/>
                    <a:pt x="6787" y="10604"/>
                    <a:pt x="7633" y="10604"/>
                  </a:cubicBezTo>
                  <a:cubicBezTo>
                    <a:pt x="8478" y="10604"/>
                    <a:pt x="9324" y="10282"/>
                    <a:pt x="9955" y="9639"/>
                  </a:cubicBezTo>
                  <a:cubicBezTo>
                    <a:pt x="11217" y="8377"/>
                    <a:pt x="11217" y="6281"/>
                    <a:pt x="9955" y="4995"/>
                  </a:cubicBezTo>
                  <a:lnTo>
                    <a:pt x="5930" y="947"/>
                  </a:lnTo>
                  <a:cubicBezTo>
                    <a:pt x="5287" y="316"/>
                    <a:pt x="4442" y="0"/>
                    <a:pt x="3599"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0" name="Google Shape;3050;p45"/>
            <p:cNvSpPr/>
            <p:nvPr/>
          </p:nvSpPr>
          <p:spPr>
            <a:xfrm>
              <a:off x="5614243" y="3481541"/>
              <a:ext cx="26206" cy="25662"/>
            </a:xfrm>
            <a:custGeom>
              <a:avLst/>
              <a:gdLst/>
              <a:ahLst/>
              <a:cxnLst/>
              <a:rect l="l" t="t" r="r" b="b"/>
              <a:pathLst>
                <a:path w="17980" h="17607" extrusionOk="0">
                  <a:moveTo>
                    <a:pt x="14411" y="1"/>
                  </a:moveTo>
                  <a:cubicBezTo>
                    <a:pt x="14339" y="1"/>
                    <a:pt x="14266" y="3"/>
                    <a:pt x="14193" y="8"/>
                  </a:cubicBezTo>
                  <a:cubicBezTo>
                    <a:pt x="12384" y="127"/>
                    <a:pt x="11002" y="1722"/>
                    <a:pt x="11121" y="3532"/>
                  </a:cubicBezTo>
                  <a:cubicBezTo>
                    <a:pt x="11240" y="5461"/>
                    <a:pt x="10502" y="7438"/>
                    <a:pt x="9002" y="8890"/>
                  </a:cubicBezTo>
                  <a:cubicBezTo>
                    <a:pt x="7662" y="10252"/>
                    <a:pt x="5897" y="11026"/>
                    <a:pt x="4117" y="11026"/>
                  </a:cubicBezTo>
                  <a:cubicBezTo>
                    <a:pt x="3967" y="11026"/>
                    <a:pt x="3817" y="11021"/>
                    <a:pt x="3667" y="11010"/>
                  </a:cubicBezTo>
                  <a:cubicBezTo>
                    <a:pt x="3592" y="11005"/>
                    <a:pt x="3518" y="11003"/>
                    <a:pt x="3444" y="11003"/>
                  </a:cubicBezTo>
                  <a:cubicBezTo>
                    <a:pt x="1708" y="11003"/>
                    <a:pt x="257" y="12322"/>
                    <a:pt x="143" y="14058"/>
                  </a:cubicBezTo>
                  <a:cubicBezTo>
                    <a:pt x="0" y="16416"/>
                    <a:pt x="2024" y="17606"/>
                    <a:pt x="4072" y="17606"/>
                  </a:cubicBezTo>
                  <a:cubicBezTo>
                    <a:pt x="7621" y="17606"/>
                    <a:pt x="11074" y="16154"/>
                    <a:pt x="13693" y="13558"/>
                  </a:cubicBezTo>
                  <a:cubicBezTo>
                    <a:pt x="16480" y="10772"/>
                    <a:pt x="17980" y="6914"/>
                    <a:pt x="17718" y="3080"/>
                  </a:cubicBezTo>
                  <a:cubicBezTo>
                    <a:pt x="17604" y="1343"/>
                    <a:pt x="16129" y="1"/>
                    <a:pt x="14411"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1" name="Google Shape;3051;p45"/>
            <p:cNvSpPr/>
            <p:nvPr/>
          </p:nvSpPr>
          <p:spPr>
            <a:xfrm>
              <a:off x="5501297" y="3371349"/>
              <a:ext cx="334047" cy="327554"/>
            </a:xfrm>
            <a:custGeom>
              <a:avLst/>
              <a:gdLst/>
              <a:ahLst/>
              <a:cxnLst/>
              <a:rect l="l" t="t" r="r" b="b"/>
              <a:pathLst>
                <a:path w="229192" h="224737" extrusionOk="0">
                  <a:moveTo>
                    <a:pt x="167176" y="6739"/>
                  </a:moveTo>
                  <a:cubicBezTo>
                    <a:pt x="183318" y="6739"/>
                    <a:pt x="196802" y="11691"/>
                    <a:pt x="206139" y="21028"/>
                  </a:cubicBezTo>
                  <a:cubicBezTo>
                    <a:pt x="216427" y="31292"/>
                    <a:pt x="221261" y="46152"/>
                    <a:pt x="220332" y="64251"/>
                  </a:cubicBezTo>
                  <a:lnTo>
                    <a:pt x="162916" y="6835"/>
                  </a:lnTo>
                  <a:cubicBezTo>
                    <a:pt x="164321" y="6763"/>
                    <a:pt x="165702" y="6740"/>
                    <a:pt x="167059" y="6740"/>
                  </a:cubicBezTo>
                  <a:cubicBezTo>
                    <a:pt x="167098" y="6739"/>
                    <a:pt x="167137" y="6739"/>
                    <a:pt x="167176" y="6739"/>
                  </a:cubicBezTo>
                  <a:close/>
                  <a:moveTo>
                    <a:pt x="154438" y="7621"/>
                  </a:moveTo>
                  <a:lnTo>
                    <a:pt x="219546" y="72729"/>
                  </a:lnTo>
                  <a:cubicBezTo>
                    <a:pt x="218713" y="78635"/>
                    <a:pt x="217308" y="84732"/>
                    <a:pt x="215403" y="90947"/>
                  </a:cubicBezTo>
                  <a:lnTo>
                    <a:pt x="136220" y="11764"/>
                  </a:lnTo>
                  <a:cubicBezTo>
                    <a:pt x="142435" y="9859"/>
                    <a:pt x="148555" y="8454"/>
                    <a:pt x="154438" y="7621"/>
                  </a:cubicBezTo>
                  <a:close/>
                  <a:moveTo>
                    <a:pt x="13813" y="134170"/>
                  </a:moveTo>
                  <a:lnTo>
                    <a:pt x="92996" y="213353"/>
                  </a:lnTo>
                  <a:cubicBezTo>
                    <a:pt x="86781" y="215282"/>
                    <a:pt x="80660" y="216687"/>
                    <a:pt x="74778" y="217497"/>
                  </a:cubicBezTo>
                  <a:lnTo>
                    <a:pt x="9669" y="152388"/>
                  </a:lnTo>
                  <a:cubicBezTo>
                    <a:pt x="10479" y="146530"/>
                    <a:pt x="11884" y="140433"/>
                    <a:pt x="13813" y="134170"/>
                  </a:cubicBezTo>
                  <a:close/>
                  <a:moveTo>
                    <a:pt x="8836" y="160914"/>
                  </a:moveTo>
                  <a:lnTo>
                    <a:pt x="66276" y="218330"/>
                  </a:lnTo>
                  <a:cubicBezTo>
                    <a:pt x="64871" y="218378"/>
                    <a:pt x="63490" y="218425"/>
                    <a:pt x="62133" y="218425"/>
                  </a:cubicBezTo>
                  <a:cubicBezTo>
                    <a:pt x="45939" y="218425"/>
                    <a:pt x="32412" y="213472"/>
                    <a:pt x="23053" y="204089"/>
                  </a:cubicBezTo>
                  <a:cubicBezTo>
                    <a:pt x="12765" y="193849"/>
                    <a:pt x="7931" y="179013"/>
                    <a:pt x="8836" y="160914"/>
                  </a:cubicBezTo>
                  <a:close/>
                  <a:moveTo>
                    <a:pt x="167059" y="0"/>
                  </a:moveTo>
                  <a:cubicBezTo>
                    <a:pt x="163249" y="0"/>
                    <a:pt x="159272" y="286"/>
                    <a:pt x="155224" y="762"/>
                  </a:cubicBezTo>
                  <a:lnTo>
                    <a:pt x="154795" y="762"/>
                  </a:lnTo>
                  <a:cubicBezTo>
                    <a:pt x="146650" y="1762"/>
                    <a:pt x="138125" y="3858"/>
                    <a:pt x="129409" y="6906"/>
                  </a:cubicBezTo>
                  <a:lnTo>
                    <a:pt x="128980" y="6906"/>
                  </a:lnTo>
                  <a:cubicBezTo>
                    <a:pt x="120693" y="9859"/>
                    <a:pt x="112262" y="13670"/>
                    <a:pt x="103927" y="18289"/>
                  </a:cubicBezTo>
                  <a:cubicBezTo>
                    <a:pt x="102474" y="19099"/>
                    <a:pt x="101712" y="20909"/>
                    <a:pt x="102379" y="22457"/>
                  </a:cubicBezTo>
                  <a:cubicBezTo>
                    <a:pt x="102916" y="23783"/>
                    <a:pt x="104163" y="24529"/>
                    <a:pt x="105444" y="24529"/>
                  </a:cubicBezTo>
                  <a:cubicBezTo>
                    <a:pt x="105981" y="24529"/>
                    <a:pt x="106524" y="24398"/>
                    <a:pt x="107023" y="24124"/>
                  </a:cubicBezTo>
                  <a:cubicBezTo>
                    <a:pt x="114405" y="20052"/>
                    <a:pt x="121883" y="16599"/>
                    <a:pt x="129266" y="13860"/>
                  </a:cubicBezTo>
                  <a:lnTo>
                    <a:pt x="213021" y="97615"/>
                  </a:lnTo>
                  <a:cubicBezTo>
                    <a:pt x="204329" y="121072"/>
                    <a:pt x="188397" y="145149"/>
                    <a:pt x="167964" y="165605"/>
                  </a:cubicBezTo>
                  <a:cubicBezTo>
                    <a:pt x="147508" y="186062"/>
                    <a:pt x="123431" y="202017"/>
                    <a:pt x="99974" y="210686"/>
                  </a:cubicBezTo>
                  <a:lnTo>
                    <a:pt x="16195" y="126907"/>
                  </a:lnTo>
                  <a:cubicBezTo>
                    <a:pt x="24887" y="103450"/>
                    <a:pt x="40819" y="79373"/>
                    <a:pt x="61275" y="58917"/>
                  </a:cubicBezTo>
                  <a:cubicBezTo>
                    <a:pt x="71944" y="48224"/>
                    <a:pt x="83494" y="38817"/>
                    <a:pt x="95592" y="30959"/>
                  </a:cubicBezTo>
                  <a:cubicBezTo>
                    <a:pt x="97235" y="29887"/>
                    <a:pt x="97616" y="27625"/>
                    <a:pt x="96306" y="26077"/>
                  </a:cubicBezTo>
                  <a:cubicBezTo>
                    <a:pt x="95678" y="25336"/>
                    <a:pt x="94754" y="24957"/>
                    <a:pt x="93814" y="24957"/>
                  </a:cubicBezTo>
                  <a:cubicBezTo>
                    <a:pt x="93152" y="24957"/>
                    <a:pt x="92482" y="25145"/>
                    <a:pt x="91901" y="25529"/>
                  </a:cubicBezTo>
                  <a:cubicBezTo>
                    <a:pt x="79446" y="33626"/>
                    <a:pt x="67586" y="43295"/>
                    <a:pt x="56584" y="54273"/>
                  </a:cubicBezTo>
                  <a:cubicBezTo>
                    <a:pt x="34556" y="76301"/>
                    <a:pt x="18219" y="101306"/>
                    <a:pt x="9265" y="126669"/>
                  </a:cubicBezTo>
                  <a:cubicBezTo>
                    <a:pt x="6097" y="135670"/>
                    <a:pt x="3954" y="144482"/>
                    <a:pt x="2930" y="152864"/>
                  </a:cubicBezTo>
                  <a:cubicBezTo>
                    <a:pt x="1" y="176203"/>
                    <a:pt x="5359" y="195445"/>
                    <a:pt x="18409" y="208471"/>
                  </a:cubicBezTo>
                  <a:cubicBezTo>
                    <a:pt x="29031" y="219092"/>
                    <a:pt x="44153" y="224736"/>
                    <a:pt x="62133" y="224736"/>
                  </a:cubicBezTo>
                  <a:cubicBezTo>
                    <a:pt x="65967" y="224736"/>
                    <a:pt x="69968" y="224450"/>
                    <a:pt x="73969" y="223950"/>
                  </a:cubicBezTo>
                  <a:lnTo>
                    <a:pt x="74397" y="223950"/>
                  </a:lnTo>
                  <a:cubicBezTo>
                    <a:pt x="82542" y="222950"/>
                    <a:pt x="91067" y="220878"/>
                    <a:pt x="99783" y="217782"/>
                  </a:cubicBezTo>
                  <a:lnTo>
                    <a:pt x="100212" y="217782"/>
                  </a:lnTo>
                  <a:cubicBezTo>
                    <a:pt x="125527" y="208828"/>
                    <a:pt x="150580" y="192468"/>
                    <a:pt x="172608" y="170463"/>
                  </a:cubicBezTo>
                  <a:cubicBezTo>
                    <a:pt x="194636" y="148435"/>
                    <a:pt x="210973" y="123430"/>
                    <a:pt x="219927" y="98068"/>
                  </a:cubicBezTo>
                  <a:cubicBezTo>
                    <a:pt x="223095" y="89113"/>
                    <a:pt x="225238" y="80302"/>
                    <a:pt x="226262" y="71872"/>
                  </a:cubicBezTo>
                  <a:cubicBezTo>
                    <a:pt x="229191" y="48534"/>
                    <a:pt x="223833" y="29292"/>
                    <a:pt x="210783" y="16265"/>
                  </a:cubicBezTo>
                  <a:cubicBezTo>
                    <a:pt x="200161" y="5644"/>
                    <a:pt x="185039" y="0"/>
                    <a:pt x="167059"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052" name="Google Shape;3052;p45"/>
          <p:cNvGrpSpPr/>
          <p:nvPr/>
        </p:nvGrpSpPr>
        <p:grpSpPr>
          <a:xfrm>
            <a:off x="6318014" y="3373917"/>
            <a:ext cx="328493" cy="296454"/>
            <a:chOff x="6318014" y="3373917"/>
            <a:chExt cx="328493" cy="296454"/>
          </a:xfrm>
        </p:grpSpPr>
        <p:sp>
          <p:nvSpPr>
            <p:cNvPr id="3053" name="Google Shape;3053;p45"/>
            <p:cNvSpPr/>
            <p:nvPr/>
          </p:nvSpPr>
          <p:spPr>
            <a:xfrm>
              <a:off x="6353210" y="3451423"/>
              <a:ext cx="258033" cy="19197"/>
            </a:xfrm>
            <a:custGeom>
              <a:avLst/>
              <a:gdLst/>
              <a:ahLst/>
              <a:cxnLst/>
              <a:rect l="l" t="t" r="r" b="b"/>
              <a:pathLst>
                <a:path w="177038" h="13171" extrusionOk="0">
                  <a:moveTo>
                    <a:pt x="0" y="1"/>
                  </a:moveTo>
                  <a:lnTo>
                    <a:pt x="0" y="13170"/>
                  </a:lnTo>
                  <a:lnTo>
                    <a:pt x="177037" y="13170"/>
                  </a:lnTo>
                  <a:lnTo>
                    <a:pt x="177037" y="1"/>
                  </a:lnTo>
                  <a:close/>
                </a:path>
              </a:pathLst>
            </a:custGeom>
            <a:solidFill>
              <a:srgbClr val="3A48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4" name="Google Shape;3054;p45"/>
            <p:cNvSpPr/>
            <p:nvPr/>
          </p:nvSpPr>
          <p:spPr>
            <a:xfrm>
              <a:off x="6353210" y="3511644"/>
              <a:ext cx="258033" cy="19197"/>
            </a:xfrm>
            <a:custGeom>
              <a:avLst/>
              <a:gdLst/>
              <a:ahLst/>
              <a:cxnLst/>
              <a:rect l="l" t="t" r="r" b="b"/>
              <a:pathLst>
                <a:path w="177038" h="13171" extrusionOk="0">
                  <a:moveTo>
                    <a:pt x="0" y="1"/>
                  </a:moveTo>
                  <a:lnTo>
                    <a:pt x="0" y="13170"/>
                  </a:lnTo>
                  <a:lnTo>
                    <a:pt x="177037" y="13170"/>
                  </a:lnTo>
                  <a:lnTo>
                    <a:pt x="177037" y="1"/>
                  </a:lnTo>
                  <a:close/>
                </a:path>
              </a:pathLst>
            </a:custGeom>
            <a:solidFill>
              <a:srgbClr val="3A48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5" name="Google Shape;3055;p45"/>
            <p:cNvSpPr/>
            <p:nvPr/>
          </p:nvSpPr>
          <p:spPr>
            <a:xfrm>
              <a:off x="6353210" y="3571171"/>
              <a:ext cx="258033" cy="19195"/>
            </a:xfrm>
            <a:custGeom>
              <a:avLst/>
              <a:gdLst/>
              <a:ahLst/>
              <a:cxnLst/>
              <a:rect l="l" t="t" r="r" b="b"/>
              <a:pathLst>
                <a:path w="177038" h="13170" extrusionOk="0">
                  <a:moveTo>
                    <a:pt x="0" y="0"/>
                  </a:moveTo>
                  <a:lnTo>
                    <a:pt x="0" y="13170"/>
                  </a:lnTo>
                  <a:lnTo>
                    <a:pt x="177037" y="13170"/>
                  </a:lnTo>
                  <a:lnTo>
                    <a:pt x="177037" y="0"/>
                  </a:lnTo>
                  <a:close/>
                </a:path>
              </a:pathLst>
            </a:custGeom>
            <a:solidFill>
              <a:srgbClr val="3A48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6" name="Google Shape;3056;p45"/>
            <p:cNvSpPr/>
            <p:nvPr/>
          </p:nvSpPr>
          <p:spPr>
            <a:xfrm>
              <a:off x="6485036" y="3438269"/>
              <a:ext cx="46166" cy="46165"/>
            </a:xfrm>
            <a:custGeom>
              <a:avLst/>
              <a:gdLst/>
              <a:ahLst/>
              <a:cxnLst/>
              <a:rect l="l" t="t" r="r" b="b"/>
              <a:pathLst>
                <a:path w="31675" h="31674" extrusionOk="0">
                  <a:moveTo>
                    <a:pt x="15837" y="0"/>
                  </a:moveTo>
                  <a:cubicBezTo>
                    <a:pt x="7098" y="0"/>
                    <a:pt x="1" y="7073"/>
                    <a:pt x="1" y="15837"/>
                  </a:cubicBezTo>
                  <a:cubicBezTo>
                    <a:pt x="1" y="24577"/>
                    <a:pt x="7098" y="31673"/>
                    <a:pt x="15837" y="31673"/>
                  </a:cubicBezTo>
                  <a:cubicBezTo>
                    <a:pt x="24601" y="31673"/>
                    <a:pt x="31674" y="24577"/>
                    <a:pt x="31674" y="15837"/>
                  </a:cubicBezTo>
                  <a:cubicBezTo>
                    <a:pt x="31674" y="7073"/>
                    <a:pt x="24601" y="0"/>
                    <a:pt x="15837" y="0"/>
                  </a:cubicBezTo>
                  <a:close/>
                </a:path>
              </a:pathLst>
            </a:custGeom>
            <a:solidFill>
              <a:srgbClr val="FF89A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7" name="Google Shape;3057;p45"/>
            <p:cNvSpPr/>
            <p:nvPr/>
          </p:nvSpPr>
          <p:spPr>
            <a:xfrm>
              <a:off x="6485106" y="3445106"/>
              <a:ext cx="45888" cy="39293"/>
            </a:xfrm>
            <a:custGeom>
              <a:avLst/>
              <a:gdLst/>
              <a:ahLst/>
              <a:cxnLst/>
              <a:rect l="l" t="t" r="r" b="b"/>
              <a:pathLst>
                <a:path w="31484" h="26959" extrusionOk="0">
                  <a:moveTo>
                    <a:pt x="4549" y="1"/>
                  </a:moveTo>
                  <a:lnTo>
                    <a:pt x="4549" y="1"/>
                  </a:lnTo>
                  <a:cubicBezTo>
                    <a:pt x="1715" y="2858"/>
                    <a:pt x="0" y="6788"/>
                    <a:pt x="0" y="11122"/>
                  </a:cubicBezTo>
                  <a:cubicBezTo>
                    <a:pt x="0" y="19862"/>
                    <a:pt x="7073" y="26958"/>
                    <a:pt x="15837" y="26958"/>
                  </a:cubicBezTo>
                  <a:cubicBezTo>
                    <a:pt x="23791" y="26958"/>
                    <a:pt x="30364" y="21076"/>
                    <a:pt x="31483" y="13456"/>
                  </a:cubicBezTo>
                  <a:lnTo>
                    <a:pt x="31483" y="13456"/>
                  </a:lnTo>
                  <a:cubicBezTo>
                    <a:pt x="28602" y="16361"/>
                    <a:pt x="24601" y="18171"/>
                    <a:pt x="20219" y="18171"/>
                  </a:cubicBezTo>
                  <a:cubicBezTo>
                    <a:pt x="11455" y="18171"/>
                    <a:pt x="4382" y="11074"/>
                    <a:pt x="4382" y="2334"/>
                  </a:cubicBezTo>
                  <a:cubicBezTo>
                    <a:pt x="4382" y="1525"/>
                    <a:pt x="4430" y="763"/>
                    <a:pt x="4549" y="1"/>
                  </a:cubicBezTo>
                  <a:close/>
                </a:path>
              </a:pathLst>
            </a:custGeom>
            <a:solidFill>
              <a:srgbClr val="000000">
                <a:alpha val="84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8" name="Google Shape;3058;p45"/>
            <p:cNvSpPr/>
            <p:nvPr/>
          </p:nvSpPr>
          <p:spPr>
            <a:xfrm>
              <a:off x="6531166" y="3438269"/>
              <a:ext cx="46165" cy="46165"/>
            </a:xfrm>
            <a:custGeom>
              <a:avLst/>
              <a:gdLst/>
              <a:ahLst/>
              <a:cxnLst/>
              <a:rect l="l" t="t" r="r" b="b"/>
              <a:pathLst>
                <a:path w="31674" h="31674" extrusionOk="0">
                  <a:moveTo>
                    <a:pt x="15837" y="0"/>
                  </a:moveTo>
                  <a:cubicBezTo>
                    <a:pt x="7097" y="0"/>
                    <a:pt x="0" y="7073"/>
                    <a:pt x="0" y="15837"/>
                  </a:cubicBezTo>
                  <a:cubicBezTo>
                    <a:pt x="0" y="24577"/>
                    <a:pt x="7097" y="31673"/>
                    <a:pt x="15837" y="31673"/>
                  </a:cubicBezTo>
                  <a:cubicBezTo>
                    <a:pt x="24601" y="31673"/>
                    <a:pt x="31674" y="24577"/>
                    <a:pt x="31674" y="15837"/>
                  </a:cubicBezTo>
                  <a:cubicBezTo>
                    <a:pt x="31674" y="7073"/>
                    <a:pt x="24601" y="0"/>
                    <a:pt x="15837" y="0"/>
                  </a:cubicBezTo>
                  <a:close/>
                </a:path>
              </a:pathLst>
            </a:custGeom>
            <a:solidFill>
              <a:srgbClr val="1CA8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9" name="Google Shape;3059;p45"/>
            <p:cNvSpPr/>
            <p:nvPr/>
          </p:nvSpPr>
          <p:spPr>
            <a:xfrm>
              <a:off x="6531235" y="3445106"/>
              <a:ext cx="45888" cy="39293"/>
            </a:xfrm>
            <a:custGeom>
              <a:avLst/>
              <a:gdLst/>
              <a:ahLst/>
              <a:cxnLst/>
              <a:rect l="l" t="t" r="r" b="b"/>
              <a:pathLst>
                <a:path w="31484" h="26959" extrusionOk="0">
                  <a:moveTo>
                    <a:pt x="4550" y="1"/>
                  </a:moveTo>
                  <a:lnTo>
                    <a:pt x="4550" y="1"/>
                  </a:lnTo>
                  <a:cubicBezTo>
                    <a:pt x="1716" y="2858"/>
                    <a:pt x="1" y="6788"/>
                    <a:pt x="1" y="11122"/>
                  </a:cubicBezTo>
                  <a:cubicBezTo>
                    <a:pt x="1" y="19862"/>
                    <a:pt x="7074" y="26958"/>
                    <a:pt x="15838" y="26958"/>
                  </a:cubicBezTo>
                  <a:cubicBezTo>
                    <a:pt x="23768" y="26958"/>
                    <a:pt x="30364" y="21076"/>
                    <a:pt x="31484" y="13456"/>
                  </a:cubicBezTo>
                  <a:lnTo>
                    <a:pt x="31484" y="13456"/>
                  </a:lnTo>
                  <a:cubicBezTo>
                    <a:pt x="28602" y="16361"/>
                    <a:pt x="24601" y="18171"/>
                    <a:pt x="20196" y="18171"/>
                  </a:cubicBezTo>
                  <a:cubicBezTo>
                    <a:pt x="11456" y="18171"/>
                    <a:pt x="4359" y="11074"/>
                    <a:pt x="4359" y="2334"/>
                  </a:cubicBezTo>
                  <a:cubicBezTo>
                    <a:pt x="4359" y="1525"/>
                    <a:pt x="4430" y="763"/>
                    <a:pt x="4550" y="1"/>
                  </a:cubicBezTo>
                  <a:close/>
                </a:path>
              </a:pathLst>
            </a:custGeom>
            <a:solidFill>
              <a:srgbClr val="000000">
                <a:alpha val="84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0" name="Google Shape;3060;p45"/>
            <p:cNvSpPr/>
            <p:nvPr/>
          </p:nvSpPr>
          <p:spPr>
            <a:xfrm>
              <a:off x="6438943" y="3438269"/>
              <a:ext cx="46165" cy="46165"/>
            </a:xfrm>
            <a:custGeom>
              <a:avLst/>
              <a:gdLst/>
              <a:ahLst/>
              <a:cxnLst/>
              <a:rect l="l" t="t" r="r" b="b"/>
              <a:pathLst>
                <a:path w="31674" h="31674" extrusionOk="0">
                  <a:moveTo>
                    <a:pt x="15837" y="0"/>
                  </a:moveTo>
                  <a:cubicBezTo>
                    <a:pt x="7073" y="0"/>
                    <a:pt x="0" y="7073"/>
                    <a:pt x="0" y="15837"/>
                  </a:cubicBezTo>
                  <a:cubicBezTo>
                    <a:pt x="0" y="24577"/>
                    <a:pt x="7073" y="31673"/>
                    <a:pt x="15837" y="31673"/>
                  </a:cubicBezTo>
                  <a:cubicBezTo>
                    <a:pt x="24577" y="31673"/>
                    <a:pt x="31673" y="24577"/>
                    <a:pt x="31673" y="15837"/>
                  </a:cubicBezTo>
                  <a:cubicBezTo>
                    <a:pt x="31673" y="7073"/>
                    <a:pt x="24577" y="0"/>
                    <a:pt x="15837" y="0"/>
                  </a:cubicBezTo>
                  <a:close/>
                </a:path>
              </a:pathLst>
            </a:custGeom>
            <a:solidFill>
              <a:srgbClr val="FFC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1" name="Google Shape;3061;p45"/>
            <p:cNvSpPr/>
            <p:nvPr/>
          </p:nvSpPr>
          <p:spPr>
            <a:xfrm>
              <a:off x="6438978" y="3445106"/>
              <a:ext cx="45921" cy="39293"/>
            </a:xfrm>
            <a:custGeom>
              <a:avLst/>
              <a:gdLst/>
              <a:ahLst/>
              <a:cxnLst/>
              <a:rect l="l" t="t" r="r" b="b"/>
              <a:pathLst>
                <a:path w="31507" h="26959" extrusionOk="0">
                  <a:moveTo>
                    <a:pt x="4549" y="1"/>
                  </a:moveTo>
                  <a:lnTo>
                    <a:pt x="4549" y="1"/>
                  </a:lnTo>
                  <a:cubicBezTo>
                    <a:pt x="1739" y="2858"/>
                    <a:pt x="0" y="6788"/>
                    <a:pt x="0" y="11122"/>
                  </a:cubicBezTo>
                  <a:cubicBezTo>
                    <a:pt x="0" y="19862"/>
                    <a:pt x="7097" y="26958"/>
                    <a:pt x="15837" y="26958"/>
                  </a:cubicBezTo>
                  <a:cubicBezTo>
                    <a:pt x="23791" y="26958"/>
                    <a:pt x="30364" y="21076"/>
                    <a:pt x="31507" y="13456"/>
                  </a:cubicBezTo>
                  <a:lnTo>
                    <a:pt x="31507" y="13456"/>
                  </a:lnTo>
                  <a:cubicBezTo>
                    <a:pt x="28577" y="16361"/>
                    <a:pt x="24624" y="18171"/>
                    <a:pt x="20219" y="18171"/>
                  </a:cubicBezTo>
                  <a:cubicBezTo>
                    <a:pt x="11455" y="18171"/>
                    <a:pt x="4382" y="11074"/>
                    <a:pt x="4382" y="2334"/>
                  </a:cubicBezTo>
                  <a:cubicBezTo>
                    <a:pt x="4382" y="1525"/>
                    <a:pt x="4430" y="763"/>
                    <a:pt x="4549" y="1"/>
                  </a:cubicBezTo>
                  <a:close/>
                </a:path>
              </a:pathLst>
            </a:custGeom>
            <a:solidFill>
              <a:srgbClr val="000000">
                <a:alpha val="84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2" name="Google Shape;3062;p45"/>
            <p:cNvSpPr/>
            <p:nvPr/>
          </p:nvSpPr>
          <p:spPr>
            <a:xfrm>
              <a:off x="6485036" y="3557739"/>
              <a:ext cx="46166" cy="46165"/>
            </a:xfrm>
            <a:custGeom>
              <a:avLst/>
              <a:gdLst/>
              <a:ahLst/>
              <a:cxnLst/>
              <a:rect l="l" t="t" r="r" b="b"/>
              <a:pathLst>
                <a:path w="31675" h="31674" extrusionOk="0">
                  <a:moveTo>
                    <a:pt x="15837" y="0"/>
                  </a:moveTo>
                  <a:cubicBezTo>
                    <a:pt x="7098" y="0"/>
                    <a:pt x="1" y="7097"/>
                    <a:pt x="1" y="15837"/>
                  </a:cubicBezTo>
                  <a:cubicBezTo>
                    <a:pt x="1" y="24600"/>
                    <a:pt x="7098" y="31673"/>
                    <a:pt x="15837" y="31673"/>
                  </a:cubicBezTo>
                  <a:cubicBezTo>
                    <a:pt x="24601" y="31673"/>
                    <a:pt x="31674" y="24600"/>
                    <a:pt x="31674" y="15837"/>
                  </a:cubicBezTo>
                  <a:cubicBezTo>
                    <a:pt x="31674" y="7097"/>
                    <a:pt x="24601" y="0"/>
                    <a:pt x="15837" y="0"/>
                  </a:cubicBezTo>
                  <a:close/>
                </a:path>
              </a:pathLst>
            </a:custGeom>
            <a:solidFill>
              <a:srgbClr val="FFC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3" name="Google Shape;3063;p45"/>
            <p:cNvSpPr/>
            <p:nvPr/>
          </p:nvSpPr>
          <p:spPr>
            <a:xfrm>
              <a:off x="6485106" y="3564611"/>
              <a:ext cx="45888" cy="39258"/>
            </a:xfrm>
            <a:custGeom>
              <a:avLst/>
              <a:gdLst/>
              <a:ahLst/>
              <a:cxnLst/>
              <a:rect l="l" t="t" r="r" b="b"/>
              <a:pathLst>
                <a:path w="31484" h="26935" extrusionOk="0">
                  <a:moveTo>
                    <a:pt x="4549" y="0"/>
                  </a:moveTo>
                  <a:lnTo>
                    <a:pt x="4549" y="0"/>
                  </a:lnTo>
                  <a:cubicBezTo>
                    <a:pt x="1715" y="2858"/>
                    <a:pt x="0" y="6788"/>
                    <a:pt x="0" y="11098"/>
                  </a:cubicBezTo>
                  <a:cubicBezTo>
                    <a:pt x="0" y="19862"/>
                    <a:pt x="7073" y="26934"/>
                    <a:pt x="15837" y="26934"/>
                  </a:cubicBezTo>
                  <a:cubicBezTo>
                    <a:pt x="23791" y="26934"/>
                    <a:pt x="30364" y="21076"/>
                    <a:pt x="31483" y="13456"/>
                  </a:cubicBezTo>
                  <a:lnTo>
                    <a:pt x="31483" y="13456"/>
                  </a:lnTo>
                  <a:cubicBezTo>
                    <a:pt x="28602" y="16361"/>
                    <a:pt x="24601" y="18147"/>
                    <a:pt x="20219" y="18147"/>
                  </a:cubicBezTo>
                  <a:cubicBezTo>
                    <a:pt x="11455" y="18147"/>
                    <a:pt x="4382" y="11074"/>
                    <a:pt x="4382" y="2310"/>
                  </a:cubicBezTo>
                  <a:cubicBezTo>
                    <a:pt x="4382" y="1525"/>
                    <a:pt x="4430" y="739"/>
                    <a:pt x="4549" y="0"/>
                  </a:cubicBezTo>
                  <a:close/>
                </a:path>
              </a:pathLst>
            </a:custGeom>
            <a:solidFill>
              <a:srgbClr val="000000">
                <a:alpha val="84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4" name="Google Shape;3064;p45"/>
            <p:cNvSpPr/>
            <p:nvPr/>
          </p:nvSpPr>
          <p:spPr>
            <a:xfrm>
              <a:off x="6531166" y="3557739"/>
              <a:ext cx="46165" cy="46165"/>
            </a:xfrm>
            <a:custGeom>
              <a:avLst/>
              <a:gdLst/>
              <a:ahLst/>
              <a:cxnLst/>
              <a:rect l="l" t="t" r="r" b="b"/>
              <a:pathLst>
                <a:path w="31674" h="31674" extrusionOk="0">
                  <a:moveTo>
                    <a:pt x="15837" y="0"/>
                  </a:moveTo>
                  <a:cubicBezTo>
                    <a:pt x="7097" y="0"/>
                    <a:pt x="0" y="7097"/>
                    <a:pt x="0" y="15837"/>
                  </a:cubicBezTo>
                  <a:cubicBezTo>
                    <a:pt x="0" y="24600"/>
                    <a:pt x="7097" y="31673"/>
                    <a:pt x="15837" y="31673"/>
                  </a:cubicBezTo>
                  <a:cubicBezTo>
                    <a:pt x="24601" y="31673"/>
                    <a:pt x="31674" y="24600"/>
                    <a:pt x="31674" y="15837"/>
                  </a:cubicBezTo>
                  <a:cubicBezTo>
                    <a:pt x="31674" y="7097"/>
                    <a:pt x="24601" y="0"/>
                    <a:pt x="15837" y="0"/>
                  </a:cubicBezTo>
                  <a:close/>
                </a:path>
              </a:pathLst>
            </a:custGeom>
            <a:solidFill>
              <a:srgbClr val="FF89A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5" name="Google Shape;3065;p45"/>
            <p:cNvSpPr/>
            <p:nvPr/>
          </p:nvSpPr>
          <p:spPr>
            <a:xfrm>
              <a:off x="6531235" y="3564611"/>
              <a:ext cx="45888" cy="39258"/>
            </a:xfrm>
            <a:custGeom>
              <a:avLst/>
              <a:gdLst/>
              <a:ahLst/>
              <a:cxnLst/>
              <a:rect l="l" t="t" r="r" b="b"/>
              <a:pathLst>
                <a:path w="31484" h="26935" extrusionOk="0">
                  <a:moveTo>
                    <a:pt x="4550" y="0"/>
                  </a:moveTo>
                  <a:cubicBezTo>
                    <a:pt x="1716" y="2858"/>
                    <a:pt x="1" y="6788"/>
                    <a:pt x="1" y="11098"/>
                  </a:cubicBezTo>
                  <a:cubicBezTo>
                    <a:pt x="1" y="19862"/>
                    <a:pt x="7074" y="26934"/>
                    <a:pt x="15838" y="26934"/>
                  </a:cubicBezTo>
                  <a:cubicBezTo>
                    <a:pt x="23768" y="26934"/>
                    <a:pt x="30364" y="21076"/>
                    <a:pt x="31484" y="13456"/>
                  </a:cubicBezTo>
                  <a:lnTo>
                    <a:pt x="31484" y="13456"/>
                  </a:lnTo>
                  <a:cubicBezTo>
                    <a:pt x="28602" y="16361"/>
                    <a:pt x="24601" y="18147"/>
                    <a:pt x="20196" y="18147"/>
                  </a:cubicBezTo>
                  <a:cubicBezTo>
                    <a:pt x="11456" y="18147"/>
                    <a:pt x="4359" y="11074"/>
                    <a:pt x="4359" y="2310"/>
                  </a:cubicBezTo>
                  <a:cubicBezTo>
                    <a:pt x="4359" y="1525"/>
                    <a:pt x="4430" y="739"/>
                    <a:pt x="4550" y="0"/>
                  </a:cubicBezTo>
                  <a:close/>
                </a:path>
              </a:pathLst>
            </a:custGeom>
            <a:solidFill>
              <a:srgbClr val="000000">
                <a:alpha val="84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6" name="Google Shape;3066;p45"/>
            <p:cNvSpPr/>
            <p:nvPr/>
          </p:nvSpPr>
          <p:spPr>
            <a:xfrm>
              <a:off x="6438943" y="3557739"/>
              <a:ext cx="46165" cy="46165"/>
            </a:xfrm>
            <a:custGeom>
              <a:avLst/>
              <a:gdLst/>
              <a:ahLst/>
              <a:cxnLst/>
              <a:rect l="l" t="t" r="r" b="b"/>
              <a:pathLst>
                <a:path w="31674" h="31674" extrusionOk="0">
                  <a:moveTo>
                    <a:pt x="15837" y="0"/>
                  </a:moveTo>
                  <a:cubicBezTo>
                    <a:pt x="7073" y="0"/>
                    <a:pt x="0" y="7097"/>
                    <a:pt x="0" y="15837"/>
                  </a:cubicBezTo>
                  <a:cubicBezTo>
                    <a:pt x="0" y="24600"/>
                    <a:pt x="7073" y="31673"/>
                    <a:pt x="15837" y="31673"/>
                  </a:cubicBezTo>
                  <a:cubicBezTo>
                    <a:pt x="24577" y="31673"/>
                    <a:pt x="31673" y="24600"/>
                    <a:pt x="31673" y="15837"/>
                  </a:cubicBezTo>
                  <a:cubicBezTo>
                    <a:pt x="31673" y="7097"/>
                    <a:pt x="24577" y="0"/>
                    <a:pt x="15837" y="0"/>
                  </a:cubicBezTo>
                  <a:close/>
                </a:path>
              </a:pathLst>
            </a:custGeom>
            <a:solidFill>
              <a:srgbClr val="1CA8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7" name="Google Shape;3067;p45"/>
            <p:cNvSpPr/>
            <p:nvPr/>
          </p:nvSpPr>
          <p:spPr>
            <a:xfrm>
              <a:off x="6438978" y="3564611"/>
              <a:ext cx="45921" cy="39258"/>
            </a:xfrm>
            <a:custGeom>
              <a:avLst/>
              <a:gdLst/>
              <a:ahLst/>
              <a:cxnLst/>
              <a:rect l="l" t="t" r="r" b="b"/>
              <a:pathLst>
                <a:path w="31507" h="26935" extrusionOk="0">
                  <a:moveTo>
                    <a:pt x="4549" y="0"/>
                  </a:moveTo>
                  <a:cubicBezTo>
                    <a:pt x="1739" y="2858"/>
                    <a:pt x="0" y="6788"/>
                    <a:pt x="0" y="11098"/>
                  </a:cubicBezTo>
                  <a:cubicBezTo>
                    <a:pt x="0" y="19862"/>
                    <a:pt x="7097" y="26934"/>
                    <a:pt x="15837" y="26934"/>
                  </a:cubicBezTo>
                  <a:cubicBezTo>
                    <a:pt x="23791" y="26934"/>
                    <a:pt x="30364" y="21076"/>
                    <a:pt x="31507" y="13456"/>
                  </a:cubicBezTo>
                  <a:lnTo>
                    <a:pt x="31507" y="13456"/>
                  </a:lnTo>
                  <a:cubicBezTo>
                    <a:pt x="28577" y="16361"/>
                    <a:pt x="24624" y="18147"/>
                    <a:pt x="20219" y="18147"/>
                  </a:cubicBezTo>
                  <a:cubicBezTo>
                    <a:pt x="11455" y="18147"/>
                    <a:pt x="4382" y="11074"/>
                    <a:pt x="4382" y="2310"/>
                  </a:cubicBezTo>
                  <a:cubicBezTo>
                    <a:pt x="4382" y="1525"/>
                    <a:pt x="4430" y="739"/>
                    <a:pt x="4549" y="0"/>
                  </a:cubicBezTo>
                  <a:close/>
                </a:path>
              </a:pathLst>
            </a:custGeom>
            <a:solidFill>
              <a:srgbClr val="000000">
                <a:alpha val="84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8" name="Google Shape;3068;p45"/>
            <p:cNvSpPr/>
            <p:nvPr/>
          </p:nvSpPr>
          <p:spPr>
            <a:xfrm>
              <a:off x="6458553" y="3498003"/>
              <a:ext cx="46165" cy="46165"/>
            </a:xfrm>
            <a:custGeom>
              <a:avLst/>
              <a:gdLst/>
              <a:ahLst/>
              <a:cxnLst/>
              <a:rect l="l" t="t" r="r" b="b"/>
              <a:pathLst>
                <a:path w="31674" h="31674" extrusionOk="0">
                  <a:moveTo>
                    <a:pt x="15837" y="1"/>
                  </a:moveTo>
                  <a:cubicBezTo>
                    <a:pt x="7073" y="1"/>
                    <a:pt x="0" y="7097"/>
                    <a:pt x="0" y="15837"/>
                  </a:cubicBezTo>
                  <a:cubicBezTo>
                    <a:pt x="0" y="24577"/>
                    <a:pt x="7073" y="31674"/>
                    <a:pt x="15837" y="31674"/>
                  </a:cubicBezTo>
                  <a:cubicBezTo>
                    <a:pt x="24577" y="31674"/>
                    <a:pt x="31674" y="24577"/>
                    <a:pt x="31674" y="15837"/>
                  </a:cubicBezTo>
                  <a:cubicBezTo>
                    <a:pt x="31674" y="7097"/>
                    <a:pt x="24577" y="1"/>
                    <a:pt x="15837" y="1"/>
                  </a:cubicBezTo>
                  <a:close/>
                </a:path>
              </a:pathLst>
            </a:custGeom>
            <a:solidFill>
              <a:srgbClr val="00B2B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9" name="Google Shape;3069;p45"/>
            <p:cNvSpPr/>
            <p:nvPr/>
          </p:nvSpPr>
          <p:spPr>
            <a:xfrm>
              <a:off x="6458588" y="3504875"/>
              <a:ext cx="45921" cy="39258"/>
            </a:xfrm>
            <a:custGeom>
              <a:avLst/>
              <a:gdLst/>
              <a:ahLst/>
              <a:cxnLst/>
              <a:rect l="l" t="t" r="r" b="b"/>
              <a:pathLst>
                <a:path w="31507" h="26935" extrusionOk="0">
                  <a:moveTo>
                    <a:pt x="4549" y="1"/>
                  </a:moveTo>
                  <a:lnTo>
                    <a:pt x="4549" y="1"/>
                  </a:lnTo>
                  <a:cubicBezTo>
                    <a:pt x="1739" y="2859"/>
                    <a:pt x="0" y="6788"/>
                    <a:pt x="0" y="11098"/>
                  </a:cubicBezTo>
                  <a:cubicBezTo>
                    <a:pt x="0" y="19838"/>
                    <a:pt x="7097" y="26935"/>
                    <a:pt x="15837" y="26935"/>
                  </a:cubicBezTo>
                  <a:cubicBezTo>
                    <a:pt x="23791" y="26935"/>
                    <a:pt x="30364" y="21077"/>
                    <a:pt x="31507" y="13456"/>
                  </a:cubicBezTo>
                  <a:lnTo>
                    <a:pt x="31507" y="13456"/>
                  </a:lnTo>
                  <a:cubicBezTo>
                    <a:pt x="28601" y="16361"/>
                    <a:pt x="24624" y="18147"/>
                    <a:pt x="20219" y="18147"/>
                  </a:cubicBezTo>
                  <a:cubicBezTo>
                    <a:pt x="11455" y="18147"/>
                    <a:pt x="4382" y="11075"/>
                    <a:pt x="4382" y="2311"/>
                  </a:cubicBezTo>
                  <a:cubicBezTo>
                    <a:pt x="4382" y="1501"/>
                    <a:pt x="4430" y="739"/>
                    <a:pt x="4549" y="1"/>
                  </a:cubicBezTo>
                  <a:close/>
                </a:path>
              </a:pathLst>
            </a:custGeom>
            <a:solidFill>
              <a:srgbClr val="000000">
                <a:alpha val="84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0" name="Google Shape;3070;p45"/>
            <p:cNvSpPr/>
            <p:nvPr/>
          </p:nvSpPr>
          <p:spPr>
            <a:xfrm>
              <a:off x="6504648" y="3498003"/>
              <a:ext cx="46200" cy="46165"/>
            </a:xfrm>
            <a:custGeom>
              <a:avLst/>
              <a:gdLst/>
              <a:ahLst/>
              <a:cxnLst/>
              <a:rect l="l" t="t" r="r" b="b"/>
              <a:pathLst>
                <a:path w="31698" h="31674" extrusionOk="0">
                  <a:moveTo>
                    <a:pt x="15860" y="1"/>
                  </a:moveTo>
                  <a:cubicBezTo>
                    <a:pt x="7097" y="1"/>
                    <a:pt x="0" y="7097"/>
                    <a:pt x="0" y="15837"/>
                  </a:cubicBezTo>
                  <a:cubicBezTo>
                    <a:pt x="0" y="24577"/>
                    <a:pt x="7097" y="31674"/>
                    <a:pt x="15860" y="31674"/>
                  </a:cubicBezTo>
                  <a:cubicBezTo>
                    <a:pt x="24600" y="31674"/>
                    <a:pt x="31697" y="24577"/>
                    <a:pt x="31697" y="15837"/>
                  </a:cubicBezTo>
                  <a:cubicBezTo>
                    <a:pt x="31697" y="7097"/>
                    <a:pt x="24600" y="1"/>
                    <a:pt x="15860" y="1"/>
                  </a:cubicBezTo>
                  <a:close/>
                </a:path>
              </a:pathLst>
            </a:custGeom>
            <a:solidFill>
              <a:srgbClr val="E9543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1" name="Google Shape;3071;p45"/>
            <p:cNvSpPr/>
            <p:nvPr/>
          </p:nvSpPr>
          <p:spPr>
            <a:xfrm>
              <a:off x="6504717" y="3504875"/>
              <a:ext cx="45888" cy="39258"/>
            </a:xfrm>
            <a:custGeom>
              <a:avLst/>
              <a:gdLst/>
              <a:ahLst/>
              <a:cxnLst/>
              <a:rect l="l" t="t" r="r" b="b"/>
              <a:pathLst>
                <a:path w="31484" h="26935" extrusionOk="0">
                  <a:moveTo>
                    <a:pt x="4549" y="1"/>
                  </a:moveTo>
                  <a:cubicBezTo>
                    <a:pt x="1715" y="2859"/>
                    <a:pt x="1" y="6788"/>
                    <a:pt x="1" y="11098"/>
                  </a:cubicBezTo>
                  <a:cubicBezTo>
                    <a:pt x="1" y="19838"/>
                    <a:pt x="7074" y="26935"/>
                    <a:pt x="15837" y="26935"/>
                  </a:cubicBezTo>
                  <a:cubicBezTo>
                    <a:pt x="23791" y="26935"/>
                    <a:pt x="30364" y="21077"/>
                    <a:pt x="31483" y="13456"/>
                  </a:cubicBezTo>
                  <a:lnTo>
                    <a:pt x="31483" y="13456"/>
                  </a:lnTo>
                  <a:cubicBezTo>
                    <a:pt x="28602" y="16361"/>
                    <a:pt x="24625" y="18147"/>
                    <a:pt x="20219" y="18147"/>
                  </a:cubicBezTo>
                  <a:cubicBezTo>
                    <a:pt x="11455" y="18147"/>
                    <a:pt x="4383" y="11075"/>
                    <a:pt x="4383" y="2311"/>
                  </a:cubicBezTo>
                  <a:cubicBezTo>
                    <a:pt x="4383" y="1501"/>
                    <a:pt x="4430" y="739"/>
                    <a:pt x="4549" y="1"/>
                  </a:cubicBezTo>
                  <a:close/>
                </a:path>
              </a:pathLst>
            </a:custGeom>
            <a:solidFill>
              <a:srgbClr val="000000">
                <a:alpha val="84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2" name="Google Shape;3072;p45"/>
            <p:cNvSpPr/>
            <p:nvPr/>
          </p:nvSpPr>
          <p:spPr>
            <a:xfrm>
              <a:off x="6412424" y="3498003"/>
              <a:ext cx="46166" cy="46165"/>
            </a:xfrm>
            <a:custGeom>
              <a:avLst/>
              <a:gdLst/>
              <a:ahLst/>
              <a:cxnLst/>
              <a:rect l="l" t="t" r="r" b="b"/>
              <a:pathLst>
                <a:path w="31675" h="31674" extrusionOk="0">
                  <a:moveTo>
                    <a:pt x="15838" y="1"/>
                  </a:moveTo>
                  <a:cubicBezTo>
                    <a:pt x="7098" y="1"/>
                    <a:pt x="1" y="7097"/>
                    <a:pt x="1" y="15837"/>
                  </a:cubicBezTo>
                  <a:cubicBezTo>
                    <a:pt x="1" y="24577"/>
                    <a:pt x="7098" y="31674"/>
                    <a:pt x="15838" y="31674"/>
                  </a:cubicBezTo>
                  <a:cubicBezTo>
                    <a:pt x="24578" y="31674"/>
                    <a:pt x="31674" y="24577"/>
                    <a:pt x="31674" y="15837"/>
                  </a:cubicBezTo>
                  <a:cubicBezTo>
                    <a:pt x="31674" y="7097"/>
                    <a:pt x="24578" y="1"/>
                    <a:pt x="15838" y="1"/>
                  </a:cubicBezTo>
                  <a:close/>
                </a:path>
              </a:pathLst>
            </a:custGeom>
            <a:solidFill>
              <a:srgbClr val="FF89A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3" name="Google Shape;3073;p45"/>
            <p:cNvSpPr/>
            <p:nvPr/>
          </p:nvSpPr>
          <p:spPr>
            <a:xfrm>
              <a:off x="6412459" y="3504875"/>
              <a:ext cx="45923" cy="39258"/>
            </a:xfrm>
            <a:custGeom>
              <a:avLst/>
              <a:gdLst/>
              <a:ahLst/>
              <a:cxnLst/>
              <a:rect l="l" t="t" r="r" b="b"/>
              <a:pathLst>
                <a:path w="31508" h="26935" extrusionOk="0">
                  <a:moveTo>
                    <a:pt x="4573" y="1"/>
                  </a:moveTo>
                  <a:lnTo>
                    <a:pt x="4573" y="1"/>
                  </a:lnTo>
                  <a:cubicBezTo>
                    <a:pt x="1739" y="2859"/>
                    <a:pt x="1" y="6788"/>
                    <a:pt x="1" y="11098"/>
                  </a:cubicBezTo>
                  <a:cubicBezTo>
                    <a:pt x="1" y="19838"/>
                    <a:pt x="7097" y="26935"/>
                    <a:pt x="15837" y="26935"/>
                  </a:cubicBezTo>
                  <a:cubicBezTo>
                    <a:pt x="23791" y="26935"/>
                    <a:pt x="30364" y="21077"/>
                    <a:pt x="31507" y="13456"/>
                  </a:cubicBezTo>
                  <a:lnTo>
                    <a:pt x="31507" y="13456"/>
                  </a:lnTo>
                  <a:cubicBezTo>
                    <a:pt x="28578" y="16361"/>
                    <a:pt x="24625" y="18147"/>
                    <a:pt x="20219" y="18147"/>
                  </a:cubicBezTo>
                  <a:cubicBezTo>
                    <a:pt x="11479" y="18147"/>
                    <a:pt x="4383" y="11075"/>
                    <a:pt x="4383" y="2311"/>
                  </a:cubicBezTo>
                  <a:cubicBezTo>
                    <a:pt x="4383" y="1501"/>
                    <a:pt x="4454" y="739"/>
                    <a:pt x="4573" y="1"/>
                  </a:cubicBezTo>
                  <a:close/>
                </a:path>
              </a:pathLst>
            </a:custGeom>
            <a:solidFill>
              <a:srgbClr val="000000">
                <a:alpha val="84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4" name="Google Shape;3074;p45"/>
            <p:cNvSpPr/>
            <p:nvPr/>
          </p:nvSpPr>
          <p:spPr>
            <a:xfrm>
              <a:off x="6341061" y="3379088"/>
              <a:ext cx="282988" cy="268270"/>
            </a:xfrm>
            <a:custGeom>
              <a:avLst/>
              <a:gdLst/>
              <a:ahLst/>
              <a:cxnLst/>
              <a:rect l="l" t="t" r="r" b="b"/>
              <a:pathLst>
                <a:path w="194160" h="184062" extrusionOk="0">
                  <a:moveTo>
                    <a:pt x="14384" y="1"/>
                  </a:moveTo>
                  <a:cubicBezTo>
                    <a:pt x="6430" y="1"/>
                    <a:pt x="0" y="6431"/>
                    <a:pt x="0" y="14385"/>
                  </a:cubicBezTo>
                  <a:lnTo>
                    <a:pt x="0" y="184062"/>
                  </a:lnTo>
                  <a:lnTo>
                    <a:pt x="20195" y="184062"/>
                  </a:lnTo>
                  <a:lnTo>
                    <a:pt x="20195" y="34579"/>
                  </a:lnTo>
                  <a:cubicBezTo>
                    <a:pt x="20195" y="26649"/>
                    <a:pt x="26649" y="20219"/>
                    <a:pt x="34579" y="20219"/>
                  </a:cubicBezTo>
                  <a:lnTo>
                    <a:pt x="159129" y="20219"/>
                  </a:lnTo>
                  <a:cubicBezTo>
                    <a:pt x="167083" y="20219"/>
                    <a:pt x="173513" y="26649"/>
                    <a:pt x="173513" y="34579"/>
                  </a:cubicBezTo>
                  <a:lnTo>
                    <a:pt x="173513" y="184062"/>
                  </a:lnTo>
                  <a:lnTo>
                    <a:pt x="194160" y="184062"/>
                  </a:lnTo>
                  <a:lnTo>
                    <a:pt x="194160" y="14385"/>
                  </a:lnTo>
                  <a:cubicBezTo>
                    <a:pt x="194136" y="6431"/>
                    <a:pt x="187706" y="1"/>
                    <a:pt x="179776" y="1"/>
                  </a:cubicBezTo>
                  <a:close/>
                </a:path>
              </a:pathLst>
            </a:custGeom>
            <a:solidFill>
              <a:srgbClr val="00B2B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5" name="Google Shape;3075;p45"/>
            <p:cNvSpPr/>
            <p:nvPr/>
          </p:nvSpPr>
          <p:spPr>
            <a:xfrm>
              <a:off x="6341061" y="3608935"/>
              <a:ext cx="29469" cy="38389"/>
            </a:xfrm>
            <a:custGeom>
              <a:avLst/>
              <a:gdLst/>
              <a:ahLst/>
              <a:cxnLst/>
              <a:rect l="l" t="t" r="r" b="b"/>
              <a:pathLst>
                <a:path w="20219" h="26339" extrusionOk="0">
                  <a:moveTo>
                    <a:pt x="0" y="0"/>
                  </a:moveTo>
                  <a:lnTo>
                    <a:pt x="0" y="26339"/>
                  </a:lnTo>
                  <a:lnTo>
                    <a:pt x="20219" y="26339"/>
                  </a:lnTo>
                  <a:lnTo>
                    <a:pt x="20219" y="0"/>
                  </a:lnTo>
                  <a:close/>
                </a:path>
              </a:pathLst>
            </a:custGeom>
            <a:solidFill>
              <a:srgbClr val="000000">
                <a:alpha val="84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6" name="Google Shape;3076;p45"/>
            <p:cNvSpPr/>
            <p:nvPr/>
          </p:nvSpPr>
          <p:spPr>
            <a:xfrm>
              <a:off x="6593955" y="3608935"/>
              <a:ext cx="29471" cy="38424"/>
            </a:xfrm>
            <a:custGeom>
              <a:avLst/>
              <a:gdLst/>
              <a:ahLst/>
              <a:cxnLst/>
              <a:rect l="l" t="t" r="r" b="b"/>
              <a:pathLst>
                <a:path w="20220" h="26363" extrusionOk="0">
                  <a:moveTo>
                    <a:pt x="1" y="0"/>
                  </a:moveTo>
                  <a:lnTo>
                    <a:pt x="1" y="26363"/>
                  </a:lnTo>
                  <a:lnTo>
                    <a:pt x="20219" y="26363"/>
                  </a:lnTo>
                  <a:lnTo>
                    <a:pt x="20219" y="0"/>
                  </a:lnTo>
                  <a:close/>
                </a:path>
              </a:pathLst>
            </a:custGeom>
            <a:solidFill>
              <a:srgbClr val="000000">
                <a:alpha val="84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7" name="Google Shape;3077;p45"/>
            <p:cNvSpPr/>
            <p:nvPr/>
          </p:nvSpPr>
          <p:spPr>
            <a:xfrm>
              <a:off x="6323117" y="3628129"/>
              <a:ext cx="318219" cy="37730"/>
            </a:xfrm>
            <a:custGeom>
              <a:avLst/>
              <a:gdLst/>
              <a:ahLst/>
              <a:cxnLst/>
              <a:rect l="l" t="t" r="r" b="b"/>
              <a:pathLst>
                <a:path w="218332" h="25887" extrusionOk="0">
                  <a:moveTo>
                    <a:pt x="12169" y="1"/>
                  </a:moveTo>
                  <a:cubicBezTo>
                    <a:pt x="5430" y="1"/>
                    <a:pt x="0" y="5454"/>
                    <a:pt x="0" y="12146"/>
                  </a:cubicBezTo>
                  <a:lnTo>
                    <a:pt x="0" y="25887"/>
                  </a:lnTo>
                  <a:lnTo>
                    <a:pt x="218331" y="25887"/>
                  </a:lnTo>
                  <a:lnTo>
                    <a:pt x="218331" y="12241"/>
                  </a:lnTo>
                  <a:cubicBezTo>
                    <a:pt x="218331" y="5478"/>
                    <a:pt x="212878" y="1"/>
                    <a:pt x="206162" y="1"/>
                  </a:cubicBezTo>
                  <a:close/>
                </a:path>
              </a:pathLst>
            </a:custGeom>
            <a:solidFill>
              <a:srgbClr val="E9543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8" name="Google Shape;3078;p45"/>
            <p:cNvSpPr/>
            <p:nvPr/>
          </p:nvSpPr>
          <p:spPr>
            <a:xfrm>
              <a:off x="6318014" y="3373917"/>
              <a:ext cx="328493" cy="296454"/>
            </a:xfrm>
            <a:custGeom>
              <a:avLst/>
              <a:gdLst/>
              <a:ahLst/>
              <a:cxnLst/>
              <a:rect l="l" t="t" r="r" b="b"/>
              <a:pathLst>
                <a:path w="225381" h="203399" extrusionOk="0">
                  <a:moveTo>
                    <a:pt x="175156" y="27268"/>
                  </a:moveTo>
                  <a:cubicBezTo>
                    <a:pt x="181300" y="27268"/>
                    <a:pt x="186230" y="32245"/>
                    <a:pt x="186230" y="38341"/>
                  </a:cubicBezTo>
                  <a:lnTo>
                    <a:pt x="186230" y="50106"/>
                  </a:lnTo>
                  <a:lnTo>
                    <a:pt x="178490" y="50106"/>
                  </a:lnTo>
                  <a:cubicBezTo>
                    <a:pt x="175132" y="44628"/>
                    <a:pt x="169083" y="40961"/>
                    <a:pt x="162201" y="40961"/>
                  </a:cubicBezTo>
                  <a:cubicBezTo>
                    <a:pt x="155628" y="40961"/>
                    <a:pt x="149865" y="44271"/>
                    <a:pt x="146388" y="49320"/>
                  </a:cubicBezTo>
                  <a:cubicBezTo>
                    <a:pt x="142983" y="44295"/>
                    <a:pt x="137172" y="40961"/>
                    <a:pt x="130599" y="40961"/>
                  </a:cubicBezTo>
                  <a:cubicBezTo>
                    <a:pt x="124003" y="40961"/>
                    <a:pt x="118239" y="44271"/>
                    <a:pt x="114786" y="49320"/>
                  </a:cubicBezTo>
                  <a:cubicBezTo>
                    <a:pt x="111357" y="44295"/>
                    <a:pt x="105546" y="40961"/>
                    <a:pt x="98974" y="40961"/>
                  </a:cubicBezTo>
                  <a:cubicBezTo>
                    <a:pt x="92091" y="40961"/>
                    <a:pt x="86018" y="44628"/>
                    <a:pt x="82684" y="50106"/>
                  </a:cubicBezTo>
                  <a:lnTo>
                    <a:pt x="39509" y="50106"/>
                  </a:lnTo>
                  <a:lnTo>
                    <a:pt x="39509" y="38341"/>
                  </a:lnTo>
                  <a:cubicBezTo>
                    <a:pt x="39533" y="32245"/>
                    <a:pt x="44486" y="27268"/>
                    <a:pt x="50606" y="27268"/>
                  </a:cubicBezTo>
                  <a:close/>
                  <a:moveTo>
                    <a:pt x="186254" y="56679"/>
                  </a:moveTo>
                  <a:lnTo>
                    <a:pt x="186254" y="63251"/>
                  </a:lnTo>
                  <a:lnTo>
                    <a:pt x="181110" y="63251"/>
                  </a:lnTo>
                  <a:cubicBezTo>
                    <a:pt x="181134" y="63108"/>
                    <a:pt x="181181" y="62894"/>
                    <a:pt x="181205" y="62727"/>
                  </a:cubicBezTo>
                  <a:cubicBezTo>
                    <a:pt x="181324" y="61822"/>
                    <a:pt x="181419" y="60917"/>
                    <a:pt x="181419" y="59989"/>
                  </a:cubicBezTo>
                  <a:cubicBezTo>
                    <a:pt x="181419" y="58869"/>
                    <a:pt x="181324" y="57774"/>
                    <a:pt x="181110" y="56679"/>
                  </a:cubicBezTo>
                  <a:close/>
                  <a:moveTo>
                    <a:pt x="79041" y="56679"/>
                  </a:moveTo>
                  <a:cubicBezTo>
                    <a:pt x="78827" y="56702"/>
                    <a:pt x="78731" y="59679"/>
                    <a:pt x="78731" y="59989"/>
                  </a:cubicBezTo>
                  <a:cubicBezTo>
                    <a:pt x="78731" y="61084"/>
                    <a:pt x="78827" y="62180"/>
                    <a:pt x="79041" y="63275"/>
                  </a:cubicBezTo>
                  <a:lnTo>
                    <a:pt x="39080" y="63275"/>
                  </a:lnTo>
                  <a:lnTo>
                    <a:pt x="39080" y="56679"/>
                  </a:lnTo>
                  <a:close/>
                  <a:moveTo>
                    <a:pt x="98831" y="47415"/>
                  </a:moveTo>
                  <a:cubicBezTo>
                    <a:pt x="105737" y="47415"/>
                    <a:pt x="111357" y="53059"/>
                    <a:pt x="111357" y="59965"/>
                  </a:cubicBezTo>
                  <a:cubicBezTo>
                    <a:pt x="111357" y="66871"/>
                    <a:pt x="105737" y="72491"/>
                    <a:pt x="98831" y="72491"/>
                  </a:cubicBezTo>
                  <a:cubicBezTo>
                    <a:pt x="93711" y="72491"/>
                    <a:pt x="89305" y="69419"/>
                    <a:pt x="87376" y="65037"/>
                  </a:cubicBezTo>
                  <a:cubicBezTo>
                    <a:pt x="83732" y="56893"/>
                    <a:pt x="89924" y="47415"/>
                    <a:pt x="98831" y="47415"/>
                  </a:cubicBezTo>
                  <a:close/>
                  <a:moveTo>
                    <a:pt x="162082" y="47415"/>
                  </a:moveTo>
                  <a:cubicBezTo>
                    <a:pt x="167202" y="47462"/>
                    <a:pt x="171608" y="50511"/>
                    <a:pt x="173561" y="54892"/>
                  </a:cubicBezTo>
                  <a:cubicBezTo>
                    <a:pt x="177157" y="62989"/>
                    <a:pt x="170941" y="72491"/>
                    <a:pt x="162082" y="72491"/>
                  </a:cubicBezTo>
                  <a:cubicBezTo>
                    <a:pt x="155176" y="72491"/>
                    <a:pt x="149556" y="66847"/>
                    <a:pt x="149556" y="59965"/>
                  </a:cubicBezTo>
                  <a:cubicBezTo>
                    <a:pt x="149556" y="53059"/>
                    <a:pt x="155176" y="47415"/>
                    <a:pt x="162082" y="47415"/>
                  </a:cubicBezTo>
                  <a:close/>
                  <a:moveTo>
                    <a:pt x="130456" y="47462"/>
                  </a:moveTo>
                  <a:cubicBezTo>
                    <a:pt x="137363" y="47462"/>
                    <a:pt x="142983" y="53083"/>
                    <a:pt x="142983" y="59989"/>
                  </a:cubicBezTo>
                  <a:cubicBezTo>
                    <a:pt x="142983" y="66895"/>
                    <a:pt x="137363" y="72515"/>
                    <a:pt x="130456" y="72515"/>
                  </a:cubicBezTo>
                  <a:cubicBezTo>
                    <a:pt x="123526" y="72515"/>
                    <a:pt x="117906" y="66895"/>
                    <a:pt x="117906" y="59989"/>
                  </a:cubicBezTo>
                  <a:cubicBezTo>
                    <a:pt x="117906" y="53083"/>
                    <a:pt x="123526" y="47462"/>
                    <a:pt x="130456" y="47462"/>
                  </a:cubicBezTo>
                  <a:close/>
                  <a:moveTo>
                    <a:pt x="186230" y="69872"/>
                  </a:moveTo>
                  <a:lnTo>
                    <a:pt x="186230" y="90947"/>
                  </a:lnTo>
                  <a:lnTo>
                    <a:pt x="160343" y="90947"/>
                  </a:lnTo>
                  <a:cubicBezTo>
                    <a:pt x="156962" y="85470"/>
                    <a:pt x="150937" y="81779"/>
                    <a:pt x="144054" y="81779"/>
                  </a:cubicBezTo>
                  <a:cubicBezTo>
                    <a:pt x="137482" y="81779"/>
                    <a:pt x="131695" y="85113"/>
                    <a:pt x="128242" y="90161"/>
                  </a:cubicBezTo>
                  <a:cubicBezTo>
                    <a:pt x="124812" y="85113"/>
                    <a:pt x="119025" y="81779"/>
                    <a:pt x="112429" y="81779"/>
                  </a:cubicBezTo>
                  <a:cubicBezTo>
                    <a:pt x="105856" y="81779"/>
                    <a:pt x="100093" y="85113"/>
                    <a:pt x="96640" y="90161"/>
                  </a:cubicBezTo>
                  <a:cubicBezTo>
                    <a:pt x="93210" y="85113"/>
                    <a:pt x="87400" y="81779"/>
                    <a:pt x="80827" y="81779"/>
                  </a:cubicBezTo>
                  <a:cubicBezTo>
                    <a:pt x="73945" y="81779"/>
                    <a:pt x="67872" y="85446"/>
                    <a:pt x="64538" y="90947"/>
                  </a:cubicBezTo>
                  <a:lnTo>
                    <a:pt x="39533" y="90947"/>
                  </a:lnTo>
                  <a:lnTo>
                    <a:pt x="39533" y="69872"/>
                  </a:lnTo>
                  <a:lnTo>
                    <a:pt x="82684" y="69872"/>
                  </a:lnTo>
                  <a:cubicBezTo>
                    <a:pt x="86066" y="75349"/>
                    <a:pt x="92115" y="79040"/>
                    <a:pt x="98974" y="79040"/>
                  </a:cubicBezTo>
                  <a:cubicBezTo>
                    <a:pt x="105570" y="79040"/>
                    <a:pt x="111333" y="75706"/>
                    <a:pt x="114786" y="70634"/>
                  </a:cubicBezTo>
                  <a:cubicBezTo>
                    <a:pt x="118216" y="75706"/>
                    <a:pt x="124026" y="79040"/>
                    <a:pt x="130599" y="79040"/>
                  </a:cubicBezTo>
                  <a:cubicBezTo>
                    <a:pt x="137172" y="79040"/>
                    <a:pt x="142959" y="75706"/>
                    <a:pt x="146412" y="70634"/>
                  </a:cubicBezTo>
                  <a:cubicBezTo>
                    <a:pt x="149817" y="75706"/>
                    <a:pt x="155628" y="79040"/>
                    <a:pt x="162201" y="79040"/>
                  </a:cubicBezTo>
                  <a:cubicBezTo>
                    <a:pt x="169083" y="79040"/>
                    <a:pt x="175156" y="75373"/>
                    <a:pt x="178490" y="69872"/>
                  </a:cubicBezTo>
                  <a:close/>
                  <a:moveTo>
                    <a:pt x="61204" y="97544"/>
                  </a:moveTo>
                  <a:cubicBezTo>
                    <a:pt x="61156" y="97544"/>
                    <a:pt x="61109" y="98068"/>
                    <a:pt x="61109" y="98116"/>
                  </a:cubicBezTo>
                  <a:cubicBezTo>
                    <a:pt x="60823" y="100116"/>
                    <a:pt x="60847" y="102164"/>
                    <a:pt x="61204" y="104141"/>
                  </a:cubicBezTo>
                  <a:lnTo>
                    <a:pt x="39080" y="104141"/>
                  </a:lnTo>
                  <a:lnTo>
                    <a:pt x="39080" y="97544"/>
                  </a:lnTo>
                  <a:close/>
                  <a:moveTo>
                    <a:pt x="186230" y="97544"/>
                  </a:moveTo>
                  <a:lnTo>
                    <a:pt x="186230" y="104141"/>
                  </a:lnTo>
                  <a:lnTo>
                    <a:pt x="163249" y="104141"/>
                  </a:lnTo>
                  <a:cubicBezTo>
                    <a:pt x="163273" y="104045"/>
                    <a:pt x="163320" y="103926"/>
                    <a:pt x="163320" y="103831"/>
                  </a:cubicBezTo>
                  <a:cubicBezTo>
                    <a:pt x="163630" y="101759"/>
                    <a:pt x="163630" y="99616"/>
                    <a:pt x="163249" y="97544"/>
                  </a:cubicBezTo>
                  <a:close/>
                  <a:moveTo>
                    <a:pt x="80636" y="88423"/>
                  </a:moveTo>
                  <a:cubicBezTo>
                    <a:pt x="87543" y="88423"/>
                    <a:pt x="93187" y="94043"/>
                    <a:pt x="93187" y="100949"/>
                  </a:cubicBezTo>
                  <a:cubicBezTo>
                    <a:pt x="93187" y="107856"/>
                    <a:pt x="87543" y="113476"/>
                    <a:pt x="80636" y="113476"/>
                  </a:cubicBezTo>
                  <a:cubicBezTo>
                    <a:pt x="80617" y="113476"/>
                    <a:pt x="80597" y="113476"/>
                    <a:pt x="80577" y="113476"/>
                  </a:cubicBezTo>
                  <a:cubicBezTo>
                    <a:pt x="75482" y="113476"/>
                    <a:pt x="71103" y="110434"/>
                    <a:pt x="69182" y="106046"/>
                  </a:cubicBezTo>
                  <a:cubicBezTo>
                    <a:pt x="68467" y="104450"/>
                    <a:pt x="68110" y="102712"/>
                    <a:pt x="68110" y="100949"/>
                  </a:cubicBezTo>
                  <a:cubicBezTo>
                    <a:pt x="68110" y="94139"/>
                    <a:pt x="73825" y="88423"/>
                    <a:pt x="80636" y="88423"/>
                  </a:cubicBezTo>
                  <a:close/>
                  <a:moveTo>
                    <a:pt x="112262" y="88447"/>
                  </a:moveTo>
                  <a:cubicBezTo>
                    <a:pt x="119168" y="88447"/>
                    <a:pt x="124788" y="94067"/>
                    <a:pt x="124788" y="100973"/>
                  </a:cubicBezTo>
                  <a:cubicBezTo>
                    <a:pt x="124788" y="107879"/>
                    <a:pt x="119168" y="113500"/>
                    <a:pt x="112262" y="113500"/>
                  </a:cubicBezTo>
                  <a:cubicBezTo>
                    <a:pt x="105356" y="113500"/>
                    <a:pt x="99712" y="107879"/>
                    <a:pt x="99712" y="100973"/>
                  </a:cubicBezTo>
                  <a:cubicBezTo>
                    <a:pt x="99712" y="94067"/>
                    <a:pt x="105356" y="88447"/>
                    <a:pt x="112262" y="88447"/>
                  </a:cubicBezTo>
                  <a:close/>
                  <a:moveTo>
                    <a:pt x="143911" y="88447"/>
                  </a:moveTo>
                  <a:cubicBezTo>
                    <a:pt x="149032" y="88447"/>
                    <a:pt x="153390" y="91519"/>
                    <a:pt x="155366" y="95877"/>
                  </a:cubicBezTo>
                  <a:cubicBezTo>
                    <a:pt x="156795" y="99092"/>
                    <a:pt x="156795" y="102831"/>
                    <a:pt x="155366" y="106046"/>
                  </a:cubicBezTo>
                  <a:cubicBezTo>
                    <a:pt x="153390" y="110404"/>
                    <a:pt x="149032" y="113500"/>
                    <a:pt x="143911" y="113500"/>
                  </a:cubicBezTo>
                  <a:cubicBezTo>
                    <a:pt x="137005" y="113500"/>
                    <a:pt x="131361" y="107879"/>
                    <a:pt x="131361" y="100973"/>
                  </a:cubicBezTo>
                  <a:cubicBezTo>
                    <a:pt x="131361" y="94067"/>
                    <a:pt x="136981" y="88447"/>
                    <a:pt x="143911" y="88447"/>
                  </a:cubicBezTo>
                  <a:close/>
                  <a:moveTo>
                    <a:pt x="186206" y="110737"/>
                  </a:moveTo>
                  <a:lnTo>
                    <a:pt x="186206" y="131813"/>
                  </a:lnTo>
                  <a:lnTo>
                    <a:pt x="178466" y="131813"/>
                  </a:lnTo>
                  <a:cubicBezTo>
                    <a:pt x="175156" y="126312"/>
                    <a:pt x="169107" y="122644"/>
                    <a:pt x="162201" y="122644"/>
                  </a:cubicBezTo>
                  <a:cubicBezTo>
                    <a:pt x="155628" y="122644"/>
                    <a:pt x="149865" y="125978"/>
                    <a:pt x="146388" y="131051"/>
                  </a:cubicBezTo>
                  <a:cubicBezTo>
                    <a:pt x="142983" y="125978"/>
                    <a:pt x="137172" y="122644"/>
                    <a:pt x="130599" y="122644"/>
                  </a:cubicBezTo>
                  <a:cubicBezTo>
                    <a:pt x="124003" y="122644"/>
                    <a:pt x="118239" y="125978"/>
                    <a:pt x="114786" y="131051"/>
                  </a:cubicBezTo>
                  <a:cubicBezTo>
                    <a:pt x="111357" y="125978"/>
                    <a:pt x="105546" y="122644"/>
                    <a:pt x="98974" y="122644"/>
                  </a:cubicBezTo>
                  <a:cubicBezTo>
                    <a:pt x="92091" y="122644"/>
                    <a:pt x="86018" y="126312"/>
                    <a:pt x="82684" y="131813"/>
                  </a:cubicBezTo>
                  <a:lnTo>
                    <a:pt x="39509" y="131813"/>
                  </a:lnTo>
                  <a:lnTo>
                    <a:pt x="39509" y="110737"/>
                  </a:lnTo>
                  <a:lnTo>
                    <a:pt x="64514" y="110737"/>
                  </a:lnTo>
                  <a:cubicBezTo>
                    <a:pt x="67872" y="116214"/>
                    <a:pt x="73921" y="119906"/>
                    <a:pt x="80779" y="119906"/>
                  </a:cubicBezTo>
                  <a:cubicBezTo>
                    <a:pt x="87376" y="119906"/>
                    <a:pt x="93139" y="116572"/>
                    <a:pt x="96592" y="111523"/>
                  </a:cubicBezTo>
                  <a:cubicBezTo>
                    <a:pt x="100021" y="116572"/>
                    <a:pt x="105832" y="119906"/>
                    <a:pt x="112405" y="119906"/>
                  </a:cubicBezTo>
                  <a:cubicBezTo>
                    <a:pt x="118978" y="119906"/>
                    <a:pt x="124765" y="116572"/>
                    <a:pt x="128218" y="111523"/>
                  </a:cubicBezTo>
                  <a:cubicBezTo>
                    <a:pt x="131623" y="116572"/>
                    <a:pt x="137434" y="119906"/>
                    <a:pt x="144007" y="119906"/>
                  </a:cubicBezTo>
                  <a:cubicBezTo>
                    <a:pt x="150889" y="119906"/>
                    <a:pt x="156962" y="116238"/>
                    <a:pt x="160296" y="110737"/>
                  </a:cubicBezTo>
                  <a:close/>
                  <a:moveTo>
                    <a:pt x="186254" y="138838"/>
                  </a:moveTo>
                  <a:lnTo>
                    <a:pt x="186254" y="145411"/>
                  </a:lnTo>
                  <a:lnTo>
                    <a:pt x="181110" y="145411"/>
                  </a:lnTo>
                  <a:cubicBezTo>
                    <a:pt x="181134" y="145339"/>
                    <a:pt x="181134" y="145220"/>
                    <a:pt x="181181" y="145125"/>
                  </a:cubicBezTo>
                  <a:cubicBezTo>
                    <a:pt x="181324" y="144149"/>
                    <a:pt x="181419" y="143125"/>
                    <a:pt x="181419" y="142148"/>
                  </a:cubicBezTo>
                  <a:cubicBezTo>
                    <a:pt x="181419" y="141053"/>
                    <a:pt x="181324" y="139934"/>
                    <a:pt x="181110" y="138838"/>
                  </a:cubicBezTo>
                  <a:close/>
                  <a:moveTo>
                    <a:pt x="79031" y="138862"/>
                  </a:moveTo>
                  <a:lnTo>
                    <a:pt x="79031" y="138862"/>
                  </a:lnTo>
                  <a:cubicBezTo>
                    <a:pt x="78967" y="138884"/>
                    <a:pt x="78946" y="139342"/>
                    <a:pt x="78946" y="139410"/>
                  </a:cubicBezTo>
                  <a:cubicBezTo>
                    <a:pt x="78827" y="140291"/>
                    <a:pt x="78731" y="141219"/>
                    <a:pt x="78731" y="142148"/>
                  </a:cubicBezTo>
                  <a:cubicBezTo>
                    <a:pt x="78731" y="143244"/>
                    <a:pt x="78827" y="144339"/>
                    <a:pt x="79041" y="145458"/>
                  </a:cubicBezTo>
                  <a:lnTo>
                    <a:pt x="39080" y="145458"/>
                  </a:lnTo>
                  <a:lnTo>
                    <a:pt x="39080" y="138862"/>
                  </a:lnTo>
                  <a:close/>
                  <a:moveTo>
                    <a:pt x="98831" y="129431"/>
                  </a:moveTo>
                  <a:cubicBezTo>
                    <a:pt x="105737" y="129431"/>
                    <a:pt x="111357" y="135052"/>
                    <a:pt x="111357" y="141958"/>
                  </a:cubicBezTo>
                  <a:cubicBezTo>
                    <a:pt x="111357" y="148864"/>
                    <a:pt x="105737" y="154508"/>
                    <a:pt x="98831" y="154508"/>
                  </a:cubicBezTo>
                  <a:cubicBezTo>
                    <a:pt x="93711" y="154508"/>
                    <a:pt x="89305" y="151436"/>
                    <a:pt x="87376" y="147054"/>
                  </a:cubicBezTo>
                  <a:cubicBezTo>
                    <a:pt x="83780" y="138957"/>
                    <a:pt x="89972" y="129431"/>
                    <a:pt x="98831" y="129431"/>
                  </a:cubicBezTo>
                  <a:close/>
                  <a:moveTo>
                    <a:pt x="130432" y="129431"/>
                  </a:moveTo>
                  <a:cubicBezTo>
                    <a:pt x="137363" y="129431"/>
                    <a:pt x="142983" y="135052"/>
                    <a:pt x="142983" y="141958"/>
                  </a:cubicBezTo>
                  <a:cubicBezTo>
                    <a:pt x="142983" y="148864"/>
                    <a:pt x="137363" y="154508"/>
                    <a:pt x="130432" y="154508"/>
                  </a:cubicBezTo>
                  <a:cubicBezTo>
                    <a:pt x="123526" y="154508"/>
                    <a:pt x="117906" y="148864"/>
                    <a:pt x="117906" y="141958"/>
                  </a:cubicBezTo>
                  <a:cubicBezTo>
                    <a:pt x="117906" y="135052"/>
                    <a:pt x="123526" y="129431"/>
                    <a:pt x="130432" y="129431"/>
                  </a:cubicBezTo>
                  <a:close/>
                  <a:moveTo>
                    <a:pt x="162082" y="129431"/>
                  </a:moveTo>
                  <a:cubicBezTo>
                    <a:pt x="167083" y="129431"/>
                    <a:pt x="171536" y="132551"/>
                    <a:pt x="173513" y="136933"/>
                  </a:cubicBezTo>
                  <a:cubicBezTo>
                    <a:pt x="174227" y="138481"/>
                    <a:pt x="174632" y="140219"/>
                    <a:pt x="174632" y="141958"/>
                  </a:cubicBezTo>
                  <a:cubicBezTo>
                    <a:pt x="174632" y="148792"/>
                    <a:pt x="168917" y="154508"/>
                    <a:pt x="162082" y="154508"/>
                  </a:cubicBezTo>
                  <a:cubicBezTo>
                    <a:pt x="155176" y="154508"/>
                    <a:pt x="149556" y="148864"/>
                    <a:pt x="149556" y="141958"/>
                  </a:cubicBezTo>
                  <a:cubicBezTo>
                    <a:pt x="149556" y="135052"/>
                    <a:pt x="155176" y="129431"/>
                    <a:pt x="162082" y="129431"/>
                  </a:cubicBezTo>
                  <a:close/>
                  <a:moveTo>
                    <a:pt x="186254" y="152007"/>
                  </a:moveTo>
                  <a:lnTo>
                    <a:pt x="186254" y="171321"/>
                  </a:lnTo>
                  <a:lnTo>
                    <a:pt x="63847" y="171321"/>
                  </a:lnTo>
                  <a:cubicBezTo>
                    <a:pt x="62371" y="171321"/>
                    <a:pt x="61037" y="172273"/>
                    <a:pt x="60704" y="173726"/>
                  </a:cubicBezTo>
                  <a:cubicBezTo>
                    <a:pt x="60251" y="175727"/>
                    <a:pt x="61871" y="177489"/>
                    <a:pt x="63919" y="177489"/>
                  </a:cubicBezTo>
                  <a:lnTo>
                    <a:pt x="209901" y="177489"/>
                  </a:lnTo>
                  <a:cubicBezTo>
                    <a:pt x="214783" y="177489"/>
                    <a:pt x="218760" y="181442"/>
                    <a:pt x="218760" y="186348"/>
                  </a:cubicBezTo>
                  <a:lnTo>
                    <a:pt x="218760" y="196826"/>
                  </a:lnTo>
                  <a:lnTo>
                    <a:pt x="7026" y="196826"/>
                  </a:lnTo>
                  <a:lnTo>
                    <a:pt x="7026" y="186348"/>
                  </a:lnTo>
                  <a:cubicBezTo>
                    <a:pt x="7026" y="181466"/>
                    <a:pt x="10979" y="177489"/>
                    <a:pt x="15909" y="177489"/>
                  </a:cubicBezTo>
                  <a:lnTo>
                    <a:pt x="50606" y="177489"/>
                  </a:lnTo>
                  <a:cubicBezTo>
                    <a:pt x="52297" y="177489"/>
                    <a:pt x="53797" y="176179"/>
                    <a:pt x="53821" y="174464"/>
                  </a:cubicBezTo>
                  <a:cubicBezTo>
                    <a:pt x="53893" y="172750"/>
                    <a:pt x="52488" y="171321"/>
                    <a:pt x="50749" y="171321"/>
                  </a:cubicBezTo>
                  <a:lnTo>
                    <a:pt x="39533" y="171321"/>
                  </a:lnTo>
                  <a:lnTo>
                    <a:pt x="39533" y="152007"/>
                  </a:lnTo>
                  <a:lnTo>
                    <a:pt x="82732" y="152007"/>
                  </a:lnTo>
                  <a:cubicBezTo>
                    <a:pt x="86090" y="157532"/>
                    <a:pt x="92139" y="161224"/>
                    <a:pt x="99021" y="161224"/>
                  </a:cubicBezTo>
                  <a:cubicBezTo>
                    <a:pt x="105594" y="161224"/>
                    <a:pt x="111357" y="157866"/>
                    <a:pt x="114810" y="152769"/>
                  </a:cubicBezTo>
                  <a:cubicBezTo>
                    <a:pt x="118239" y="157866"/>
                    <a:pt x="124050" y="161224"/>
                    <a:pt x="130623" y="161224"/>
                  </a:cubicBezTo>
                  <a:cubicBezTo>
                    <a:pt x="137196" y="161224"/>
                    <a:pt x="142983" y="157866"/>
                    <a:pt x="146436" y="152769"/>
                  </a:cubicBezTo>
                  <a:cubicBezTo>
                    <a:pt x="149865" y="157866"/>
                    <a:pt x="155652" y="161224"/>
                    <a:pt x="162249" y="161224"/>
                  </a:cubicBezTo>
                  <a:cubicBezTo>
                    <a:pt x="169107" y="161224"/>
                    <a:pt x="175180" y="157532"/>
                    <a:pt x="178514" y="152007"/>
                  </a:cubicBezTo>
                  <a:close/>
                  <a:moveTo>
                    <a:pt x="163606" y="0"/>
                  </a:moveTo>
                  <a:cubicBezTo>
                    <a:pt x="163439" y="0"/>
                    <a:pt x="163273" y="72"/>
                    <a:pt x="163130" y="191"/>
                  </a:cubicBezTo>
                  <a:cubicBezTo>
                    <a:pt x="160105" y="3072"/>
                    <a:pt x="162082" y="6573"/>
                    <a:pt x="164916" y="6573"/>
                  </a:cubicBezTo>
                  <a:lnTo>
                    <a:pt x="204329" y="6573"/>
                  </a:lnTo>
                  <a:cubicBezTo>
                    <a:pt x="205520" y="6573"/>
                    <a:pt x="206496" y="7573"/>
                    <a:pt x="206496" y="8764"/>
                  </a:cubicBezTo>
                  <a:lnTo>
                    <a:pt x="206496" y="171345"/>
                  </a:lnTo>
                  <a:lnTo>
                    <a:pt x="192898" y="171345"/>
                  </a:lnTo>
                  <a:lnTo>
                    <a:pt x="192898" y="38341"/>
                  </a:lnTo>
                  <a:lnTo>
                    <a:pt x="192826" y="38341"/>
                  </a:lnTo>
                  <a:cubicBezTo>
                    <a:pt x="192826" y="28578"/>
                    <a:pt x="184944" y="20671"/>
                    <a:pt x="175228" y="20671"/>
                  </a:cubicBezTo>
                  <a:lnTo>
                    <a:pt x="50154" y="20671"/>
                  </a:lnTo>
                  <a:cubicBezTo>
                    <a:pt x="40390" y="20671"/>
                    <a:pt x="32484" y="28578"/>
                    <a:pt x="32484" y="38341"/>
                  </a:cubicBezTo>
                  <a:lnTo>
                    <a:pt x="32484" y="171345"/>
                  </a:lnTo>
                  <a:lnTo>
                    <a:pt x="18885" y="171345"/>
                  </a:lnTo>
                  <a:lnTo>
                    <a:pt x="18885" y="10074"/>
                  </a:lnTo>
                  <a:cubicBezTo>
                    <a:pt x="18885" y="8169"/>
                    <a:pt x="20433" y="6621"/>
                    <a:pt x="22339" y="6621"/>
                  </a:cubicBezTo>
                  <a:lnTo>
                    <a:pt x="152723" y="6621"/>
                  </a:lnTo>
                  <a:cubicBezTo>
                    <a:pt x="153009" y="6621"/>
                    <a:pt x="153271" y="6502"/>
                    <a:pt x="153485" y="6287"/>
                  </a:cubicBezTo>
                  <a:cubicBezTo>
                    <a:pt x="156295" y="3430"/>
                    <a:pt x="154318" y="24"/>
                    <a:pt x="151556" y="24"/>
                  </a:cubicBezTo>
                  <a:lnTo>
                    <a:pt x="29983" y="24"/>
                  </a:lnTo>
                  <a:cubicBezTo>
                    <a:pt x="20219" y="24"/>
                    <a:pt x="12289" y="7954"/>
                    <a:pt x="12289" y="17718"/>
                  </a:cubicBezTo>
                  <a:lnTo>
                    <a:pt x="12289" y="171440"/>
                  </a:lnTo>
                  <a:cubicBezTo>
                    <a:pt x="5264" y="172964"/>
                    <a:pt x="1" y="179156"/>
                    <a:pt x="1" y="186538"/>
                  </a:cubicBezTo>
                  <a:lnTo>
                    <a:pt x="1" y="200112"/>
                  </a:lnTo>
                  <a:cubicBezTo>
                    <a:pt x="1" y="201922"/>
                    <a:pt x="1501" y="203399"/>
                    <a:pt x="3311" y="203399"/>
                  </a:cubicBezTo>
                  <a:lnTo>
                    <a:pt x="222071" y="203399"/>
                  </a:lnTo>
                  <a:cubicBezTo>
                    <a:pt x="223881" y="203399"/>
                    <a:pt x="225381" y="201922"/>
                    <a:pt x="225381" y="200112"/>
                  </a:cubicBezTo>
                  <a:lnTo>
                    <a:pt x="225381" y="186538"/>
                  </a:lnTo>
                  <a:cubicBezTo>
                    <a:pt x="225381" y="179156"/>
                    <a:pt x="220118" y="172964"/>
                    <a:pt x="213093" y="171440"/>
                  </a:cubicBezTo>
                  <a:lnTo>
                    <a:pt x="213093" y="3453"/>
                  </a:lnTo>
                  <a:cubicBezTo>
                    <a:pt x="213093" y="1548"/>
                    <a:pt x="211545" y="0"/>
                    <a:pt x="209639"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079" name="Google Shape;3079;p45"/>
          <p:cNvGrpSpPr/>
          <p:nvPr/>
        </p:nvGrpSpPr>
        <p:grpSpPr>
          <a:xfrm>
            <a:off x="7073468" y="3377423"/>
            <a:ext cx="246510" cy="327833"/>
            <a:chOff x="7073468" y="3377423"/>
            <a:chExt cx="246510" cy="327833"/>
          </a:xfrm>
        </p:grpSpPr>
        <p:sp>
          <p:nvSpPr>
            <p:cNvPr id="3080" name="Google Shape;3080;p45"/>
            <p:cNvSpPr/>
            <p:nvPr/>
          </p:nvSpPr>
          <p:spPr>
            <a:xfrm>
              <a:off x="7078606" y="3382560"/>
              <a:ext cx="236895" cy="318182"/>
            </a:xfrm>
            <a:custGeom>
              <a:avLst/>
              <a:gdLst/>
              <a:ahLst/>
              <a:cxnLst/>
              <a:rect l="l" t="t" r="r" b="b"/>
              <a:pathLst>
                <a:path w="162535" h="218307" extrusionOk="0">
                  <a:moveTo>
                    <a:pt x="27173" y="0"/>
                  </a:moveTo>
                  <a:cubicBezTo>
                    <a:pt x="12170" y="0"/>
                    <a:pt x="0" y="12169"/>
                    <a:pt x="0" y="27172"/>
                  </a:cubicBezTo>
                  <a:lnTo>
                    <a:pt x="0" y="191134"/>
                  </a:lnTo>
                  <a:cubicBezTo>
                    <a:pt x="0" y="206137"/>
                    <a:pt x="12170" y="218306"/>
                    <a:pt x="27173" y="218306"/>
                  </a:cubicBezTo>
                  <a:lnTo>
                    <a:pt x="135338" y="218306"/>
                  </a:lnTo>
                  <a:cubicBezTo>
                    <a:pt x="150341" y="218306"/>
                    <a:pt x="162534" y="206137"/>
                    <a:pt x="162534" y="191134"/>
                  </a:cubicBezTo>
                  <a:lnTo>
                    <a:pt x="162534" y="27172"/>
                  </a:lnTo>
                  <a:cubicBezTo>
                    <a:pt x="162534" y="12169"/>
                    <a:pt x="150341" y="0"/>
                    <a:pt x="135386" y="0"/>
                  </a:cubicBezTo>
                  <a:close/>
                </a:path>
              </a:pathLst>
            </a:custGeom>
            <a:solidFill>
              <a:srgbClr val="3A48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1" name="Google Shape;3081;p45"/>
            <p:cNvSpPr/>
            <p:nvPr/>
          </p:nvSpPr>
          <p:spPr>
            <a:xfrm>
              <a:off x="7100993" y="3404982"/>
              <a:ext cx="192050" cy="63381"/>
            </a:xfrm>
            <a:custGeom>
              <a:avLst/>
              <a:gdLst/>
              <a:ahLst/>
              <a:cxnLst/>
              <a:rect l="l" t="t" r="r" b="b"/>
              <a:pathLst>
                <a:path w="131767" h="43486" extrusionOk="0">
                  <a:moveTo>
                    <a:pt x="11813" y="0"/>
                  </a:moveTo>
                  <a:cubicBezTo>
                    <a:pt x="5288" y="0"/>
                    <a:pt x="1" y="5311"/>
                    <a:pt x="1" y="11812"/>
                  </a:cubicBezTo>
                  <a:lnTo>
                    <a:pt x="1" y="31697"/>
                  </a:lnTo>
                  <a:cubicBezTo>
                    <a:pt x="1" y="38198"/>
                    <a:pt x="5288" y="43485"/>
                    <a:pt x="11789" y="43485"/>
                  </a:cubicBezTo>
                  <a:lnTo>
                    <a:pt x="119978" y="43485"/>
                  </a:lnTo>
                  <a:cubicBezTo>
                    <a:pt x="126479" y="43485"/>
                    <a:pt x="131766" y="38198"/>
                    <a:pt x="131766" y="31697"/>
                  </a:cubicBezTo>
                  <a:lnTo>
                    <a:pt x="131766" y="11812"/>
                  </a:lnTo>
                  <a:cubicBezTo>
                    <a:pt x="131766" y="5311"/>
                    <a:pt x="126479" y="0"/>
                    <a:pt x="119954" y="0"/>
                  </a:cubicBezTo>
                  <a:close/>
                </a:path>
              </a:pathLst>
            </a:custGeom>
            <a:solidFill>
              <a:srgbClr val="1CA8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2" name="Google Shape;3082;p45"/>
            <p:cNvSpPr/>
            <p:nvPr/>
          </p:nvSpPr>
          <p:spPr>
            <a:xfrm>
              <a:off x="7100993" y="3404947"/>
              <a:ext cx="36446" cy="63381"/>
            </a:xfrm>
            <a:custGeom>
              <a:avLst/>
              <a:gdLst/>
              <a:ahLst/>
              <a:cxnLst/>
              <a:rect l="l" t="t" r="r" b="b"/>
              <a:pathLst>
                <a:path w="25006" h="43486" extrusionOk="0">
                  <a:moveTo>
                    <a:pt x="11813" y="0"/>
                  </a:moveTo>
                  <a:cubicBezTo>
                    <a:pt x="5288" y="0"/>
                    <a:pt x="1" y="5287"/>
                    <a:pt x="1" y="11812"/>
                  </a:cubicBezTo>
                  <a:lnTo>
                    <a:pt x="1" y="31673"/>
                  </a:lnTo>
                  <a:cubicBezTo>
                    <a:pt x="1" y="38199"/>
                    <a:pt x="5288" y="43485"/>
                    <a:pt x="11813" y="43485"/>
                  </a:cubicBezTo>
                  <a:lnTo>
                    <a:pt x="24918" y="43485"/>
                  </a:lnTo>
                  <a:cubicBezTo>
                    <a:pt x="18433" y="43462"/>
                    <a:pt x="13170" y="38193"/>
                    <a:pt x="13170" y="31697"/>
                  </a:cubicBezTo>
                  <a:lnTo>
                    <a:pt x="13170" y="11788"/>
                  </a:lnTo>
                  <a:cubicBezTo>
                    <a:pt x="13170" y="5287"/>
                    <a:pt x="18481" y="0"/>
                    <a:pt x="25006" y="0"/>
                  </a:cubicBezTo>
                  <a:close/>
                  <a:moveTo>
                    <a:pt x="24918" y="43485"/>
                  </a:moveTo>
                  <a:cubicBezTo>
                    <a:pt x="24933" y="43485"/>
                    <a:pt x="24947" y="43485"/>
                    <a:pt x="24962" y="43485"/>
                  </a:cubicBezTo>
                  <a:cubicBezTo>
                    <a:pt x="24977" y="43485"/>
                    <a:pt x="24991" y="43485"/>
                    <a:pt x="25006" y="43485"/>
                  </a:cubicBezTo>
                  <a:close/>
                </a:path>
              </a:pathLst>
            </a:custGeom>
            <a:solidFill>
              <a:srgbClr val="000000">
                <a:alpha val="84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3" name="Google Shape;3083;p45"/>
            <p:cNvSpPr/>
            <p:nvPr/>
          </p:nvSpPr>
          <p:spPr>
            <a:xfrm>
              <a:off x="7101028" y="3492068"/>
              <a:ext cx="49879" cy="41549"/>
            </a:xfrm>
            <a:custGeom>
              <a:avLst/>
              <a:gdLst/>
              <a:ahLst/>
              <a:cxnLst/>
              <a:rect l="l" t="t" r="r" b="b"/>
              <a:pathLst>
                <a:path w="34222" h="28507" extrusionOk="0">
                  <a:moveTo>
                    <a:pt x="7026" y="0"/>
                  </a:moveTo>
                  <a:cubicBezTo>
                    <a:pt x="3120" y="0"/>
                    <a:pt x="1" y="3144"/>
                    <a:pt x="1" y="7026"/>
                  </a:cubicBezTo>
                  <a:lnTo>
                    <a:pt x="1" y="21481"/>
                  </a:lnTo>
                  <a:cubicBezTo>
                    <a:pt x="1" y="25387"/>
                    <a:pt x="3144" y="28506"/>
                    <a:pt x="7026" y="28506"/>
                  </a:cubicBezTo>
                  <a:lnTo>
                    <a:pt x="27197" y="28506"/>
                  </a:lnTo>
                  <a:cubicBezTo>
                    <a:pt x="31102" y="28506"/>
                    <a:pt x="34222" y="25363"/>
                    <a:pt x="34222" y="21481"/>
                  </a:cubicBezTo>
                  <a:lnTo>
                    <a:pt x="34222" y="7026"/>
                  </a:lnTo>
                  <a:cubicBezTo>
                    <a:pt x="34222" y="3120"/>
                    <a:pt x="31078" y="0"/>
                    <a:pt x="27197" y="0"/>
                  </a:cubicBezTo>
                  <a:close/>
                </a:path>
              </a:pathLst>
            </a:custGeom>
            <a:solidFill>
              <a:srgbClr val="D9D9D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4" name="Google Shape;3084;p45"/>
            <p:cNvSpPr/>
            <p:nvPr/>
          </p:nvSpPr>
          <p:spPr>
            <a:xfrm>
              <a:off x="7100993" y="3492068"/>
              <a:ext cx="29436" cy="41549"/>
            </a:xfrm>
            <a:custGeom>
              <a:avLst/>
              <a:gdLst/>
              <a:ahLst/>
              <a:cxnLst/>
              <a:rect l="l" t="t" r="r" b="b"/>
              <a:pathLst>
                <a:path w="20196" h="28507" extrusionOk="0">
                  <a:moveTo>
                    <a:pt x="7026" y="0"/>
                  </a:moveTo>
                  <a:cubicBezTo>
                    <a:pt x="3120" y="0"/>
                    <a:pt x="1" y="3144"/>
                    <a:pt x="1" y="7026"/>
                  </a:cubicBezTo>
                  <a:lnTo>
                    <a:pt x="1" y="21481"/>
                  </a:lnTo>
                  <a:cubicBezTo>
                    <a:pt x="1" y="25387"/>
                    <a:pt x="3144" y="28506"/>
                    <a:pt x="7026" y="28506"/>
                  </a:cubicBezTo>
                  <a:lnTo>
                    <a:pt x="20024" y="28506"/>
                  </a:lnTo>
                  <a:cubicBezTo>
                    <a:pt x="16244" y="28459"/>
                    <a:pt x="13170" y="25329"/>
                    <a:pt x="13170" y="21529"/>
                  </a:cubicBezTo>
                  <a:lnTo>
                    <a:pt x="13170" y="7026"/>
                  </a:lnTo>
                  <a:cubicBezTo>
                    <a:pt x="13170" y="3144"/>
                    <a:pt x="16337" y="0"/>
                    <a:pt x="20195" y="0"/>
                  </a:cubicBezTo>
                  <a:close/>
                  <a:moveTo>
                    <a:pt x="20024" y="28506"/>
                  </a:moveTo>
                  <a:lnTo>
                    <a:pt x="20024" y="28506"/>
                  </a:lnTo>
                  <a:cubicBezTo>
                    <a:pt x="20052" y="28507"/>
                    <a:pt x="20081" y="28507"/>
                    <a:pt x="20110" y="28507"/>
                  </a:cubicBezTo>
                  <a:cubicBezTo>
                    <a:pt x="20138" y="28507"/>
                    <a:pt x="20167" y="28507"/>
                    <a:pt x="20195" y="28506"/>
                  </a:cubicBezTo>
                  <a:close/>
                </a:path>
              </a:pathLst>
            </a:custGeom>
            <a:solidFill>
              <a:srgbClr val="000000">
                <a:alpha val="84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5" name="Google Shape;3085;p45"/>
            <p:cNvSpPr/>
            <p:nvPr/>
          </p:nvSpPr>
          <p:spPr>
            <a:xfrm>
              <a:off x="7172043" y="3492068"/>
              <a:ext cx="49949" cy="41549"/>
            </a:xfrm>
            <a:custGeom>
              <a:avLst/>
              <a:gdLst/>
              <a:ahLst/>
              <a:cxnLst/>
              <a:rect l="l" t="t" r="r" b="b"/>
              <a:pathLst>
                <a:path w="34270" h="28507" extrusionOk="0">
                  <a:moveTo>
                    <a:pt x="7026" y="0"/>
                  </a:moveTo>
                  <a:cubicBezTo>
                    <a:pt x="3121" y="0"/>
                    <a:pt x="1" y="3144"/>
                    <a:pt x="1" y="7026"/>
                  </a:cubicBezTo>
                  <a:lnTo>
                    <a:pt x="1" y="21481"/>
                  </a:lnTo>
                  <a:cubicBezTo>
                    <a:pt x="1" y="25387"/>
                    <a:pt x="3168" y="28506"/>
                    <a:pt x="7026" y="28506"/>
                  </a:cubicBezTo>
                  <a:lnTo>
                    <a:pt x="27221" y="28506"/>
                  </a:lnTo>
                  <a:cubicBezTo>
                    <a:pt x="31103" y="28506"/>
                    <a:pt x="34246" y="25363"/>
                    <a:pt x="34246" y="21481"/>
                  </a:cubicBezTo>
                  <a:lnTo>
                    <a:pt x="34246" y="6978"/>
                  </a:lnTo>
                  <a:cubicBezTo>
                    <a:pt x="34270" y="3120"/>
                    <a:pt x="31150" y="0"/>
                    <a:pt x="27269" y="0"/>
                  </a:cubicBezTo>
                  <a:close/>
                </a:path>
              </a:pathLst>
            </a:custGeom>
            <a:solidFill>
              <a:srgbClr val="D9D9D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6" name="Google Shape;3086;p45"/>
            <p:cNvSpPr/>
            <p:nvPr/>
          </p:nvSpPr>
          <p:spPr>
            <a:xfrm>
              <a:off x="7172043" y="3492068"/>
              <a:ext cx="29471" cy="41549"/>
            </a:xfrm>
            <a:custGeom>
              <a:avLst/>
              <a:gdLst/>
              <a:ahLst/>
              <a:cxnLst/>
              <a:rect l="l" t="t" r="r" b="b"/>
              <a:pathLst>
                <a:path w="20220" h="28507" extrusionOk="0">
                  <a:moveTo>
                    <a:pt x="7026" y="0"/>
                  </a:moveTo>
                  <a:cubicBezTo>
                    <a:pt x="3121" y="0"/>
                    <a:pt x="1" y="3144"/>
                    <a:pt x="1" y="7026"/>
                  </a:cubicBezTo>
                  <a:lnTo>
                    <a:pt x="1" y="21481"/>
                  </a:lnTo>
                  <a:cubicBezTo>
                    <a:pt x="1" y="25387"/>
                    <a:pt x="3168" y="28506"/>
                    <a:pt x="7026" y="28506"/>
                  </a:cubicBezTo>
                  <a:lnTo>
                    <a:pt x="20047" y="28506"/>
                  </a:lnTo>
                  <a:cubicBezTo>
                    <a:pt x="16245" y="28459"/>
                    <a:pt x="13194" y="25329"/>
                    <a:pt x="13194" y="21529"/>
                  </a:cubicBezTo>
                  <a:lnTo>
                    <a:pt x="13194" y="7026"/>
                  </a:lnTo>
                  <a:cubicBezTo>
                    <a:pt x="13194" y="3144"/>
                    <a:pt x="16338" y="0"/>
                    <a:pt x="20219" y="0"/>
                  </a:cubicBezTo>
                  <a:close/>
                  <a:moveTo>
                    <a:pt x="20047" y="28506"/>
                  </a:moveTo>
                  <a:cubicBezTo>
                    <a:pt x="20075" y="28507"/>
                    <a:pt x="20104" y="28507"/>
                    <a:pt x="20133" y="28507"/>
                  </a:cubicBezTo>
                  <a:cubicBezTo>
                    <a:pt x="20162" y="28507"/>
                    <a:pt x="20191" y="28507"/>
                    <a:pt x="20219" y="28506"/>
                  </a:cubicBezTo>
                  <a:close/>
                </a:path>
              </a:pathLst>
            </a:custGeom>
            <a:solidFill>
              <a:srgbClr val="000000">
                <a:alpha val="84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7" name="Google Shape;3087;p45"/>
            <p:cNvSpPr/>
            <p:nvPr/>
          </p:nvSpPr>
          <p:spPr>
            <a:xfrm>
              <a:off x="7243164" y="3492068"/>
              <a:ext cx="49880" cy="41549"/>
            </a:xfrm>
            <a:custGeom>
              <a:avLst/>
              <a:gdLst/>
              <a:ahLst/>
              <a:cxnLst/>
              <a:rect l="l" t="t" r="r" b="b"/>
              <a:pathLst>
                <a:path w="34223" h="28507" extrusionOk="0">
                  <a:moveTo>
                    <a:pt x="7026" y="0"/>
                  </a:moveTo>
                  <a:cubicBezTo>
                    <a:pt x="3121" y="0"/>
                    <a:pt x="1" y="3144"/>
                    <a:pt x="1" y="7026"/>
                  </a:cubicBezTo>
                  <a:lnTo>
                    <a:pt x="1" y="21481"/>
                  </a:lnTo>
                  <a:cubicBezTo>
                    <a:pt x="1" y="25387"/>
                    <a:pt x="3144" y="28506"/>
                    <a:pt x="7026" y="28506"/>
                  </a:cubicBezTo>
                  <a:lnTo>
                    <a:pt x="27197" y="28506"/>
                  </a:lnTo>
                  <a:cubicBezTo>
                    <a:pt x="31103" y="28506"/>
                    <a:pt x="34222" y="25363"/>
                    <a:pt x="34222" y="21481"/>
                  </a:cubicBezTo>
                  <a:lnTo>
                    <a:pt x="34222" y="7026"/>
                  </a:lnTo>
                  <a:cubicBezTo>
                    <a:pt x="34222" y="3120"/>
                    <a:pt x="31079" y="0"/>
                    <a:pt x="27197" y="0"/>
                  </a:cubicBezTo>
                  <a:close/>
                </a:path>
              </a:pathLst>
            </a:custGeom>
            <a:solidFill>
              <a:srgbClr val="D9D9D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8" name="Google Shape;3088;p45"/>
            <p:cNvSpPr/>
            <p:nvPr/>
          </p:nvSpPr>
          <p:spPr>
            <a:xfrm>
              <a:off x="7243130" y="3492068"/>
              <a:ext cx="29434" cy="41549"/>
            </a:xfrm>
            <a:custGeom>
              <a:avLst/>
              <a:gdLst/>
              <a:ahLst/>
              <a:cxnLst/>
              <a:rect l="l" t="t" r="r" b="b"/>
              <a:pathLst>
                <a:path w="20195" h="28507" extrusionOk="0">
                  <a:moveTo>
                    <a:pt x="7025" y="0"/>
                  </a:moveTo>
                  <a:cubicBezTo>
                    <a:pt x="3120" y="0"/>
                    <a:pt x="0" y="3144"/>
                    <a:pt x="0" y="7026"/>
                  </a:cubicBezTo>
                  <a:lnTo>
                    <a:pt x="0" y="21481"/>
                  </a:lnTo>
                  <a:cubicBezTo>
                    <a:pt x="0" y="25387"/>
                    <a:pt x="3144" y="28506"/>
                    <a:pt x="7025" y="28506"/>
                  </a:cubicBezTo>
                  <a:lnTo>
                    <a:pt x="20023" y="28506"/>
                  </a:lnTo>
                  <a:cubicBezTo>
                    <a:pt x="16243" y="28459"/>
                    <a:pt x="13169" y="25329"/>
                    <a:pt x="13169" y="21529"/>
                  </a:cubicBezTo>
                  <a:lnTo>
                    <a:pt x="13169" y="7026"/>
                  </a:lnTo>
                  <a:cubicBezTo>
                    <a:pt x="13169" y="3144"/>
                    <a:pt x="16337" y="0"/>
                    <a:pt x="20195" y="0"/>
                  </a:cubicBezTo>
                  <a:close/>
                  <a:moveTo>
                    <a:pt x="20023" y="28506"/>
                  </a:moveTo>
                  <a:lnTo>
                    <a:pt x="20023" y="28506"/>
                  </a:lnTo>
                  <a:cubicBezTo>
                    <a:pt x="20052" y="28507"/>
                    <a:pt x="20080" y="28507"/>
                    <a:pt x="20109" y="28507"/>
                  </a:cubicBezTo>
                  <a:cubicBezTo>
                    <a:pt x="20137" y="28507"/>
                    <a:pt x="20166" y="28507"/>
                    <a:pt x="20195" y="28506"/>
                  </a:cubicBezTo>
                  <a:close/>
                </a:path>
              </a:pathLst>
            </a:custGeom>
            <a:solidFill>
              <a:srgbClr val="000000">
                <a:alpha val="84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9" name="Google Shape;3089;p45"/>
            <p:cNvSpPr/>
            <p:nvPr/>
          </p:nvSpPr>
          <p:spPr>
            <a:xfrm>
              <a:off x="7101028" y="3558606"/>
              <a:ext cx="49879" cy="41584"/>
            </a:xfrm>
            <a:custGeom>
              <a:avLst/>
              <a:gdLst/>
              <a:ahLst/>
              <a:cxnLst/>
              <a:rect l="l" t="t" r="r" b="b"/>
              <a:pathLst>
                <a:path w="34222" h="28531" extrusionOk="0">
                  <a:moveTo>
                    <a:pt x="7026" y="1"/>
                  </a:moveTo>
                  <a:cubicBezTo>
                    <a:pt x="3120" y="1"/>
                    <a:pt x="1" y="3168"/>
                    <a:pt x="1" y="7026"/>
                  </a:cubicBezTo>
                  <a:lnTo>
                    <a:pt x="1" y="21505"/>
                  </a:lnTo>
                  <a:cubicBezTo>
                    <a:pt x="1" y="25387"/>
                    <a:pt x="3144" y="28530"/>
                    <a:pt x="7026" y="28530"/>
                  </a:cubicBezTo>
                  <a:lnTo>
                    <a:pt x="27197" y="28530"/>
                  </a:lnTo>
                  <a:cubicBezTo>
                    <a:pt x="31102" y="28530"/>
                    <a:pt x="34222" y="25363"/>
                    <a:pt x="34222" y="21505"/>
                  </a:cubicBezTo>
                  <a:lnTo>
                    <a:pt x="34222" y="7026"/>
                  </a:lnTo>
                  <a:cubicBezTo>
                    <a:pt x="34222" y="3168"/>
                    <a:pt x="31078" y="1"/>
                    <a:pt x="27197" y="1"/>
                  </a:cubicBezTo>
                  <a:close/>
                </a:path>
              </a:pathLst>
            </a:custGeom>
            <a:solidFill>
              <a:srgbClr val="D9D9D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0" name="Google Shape;3090;p45"/>
            <p:cNvSpPr/>
            <p:nvPr/>
          </p:nvSpPr>
          <p:spPr>
            <a:xfrm>
              <a:off x="7172043" y="3558606"/>
              <a:ext cx="49949" cy="41584"/>
            </a:xfrm>
            <a:custGeom>
              <a:avLst/>
              <a:gdLst/>
              <a:ahLst/>
              <a:cxnLst/>
              <a:rect l="l" t="t" r="r" b="b"/>
              <a:pathLst>
                <a:path w="34270" h="28531" extrusionOk="0">
                  <a:moveTo>
                    <a:pt x="7026" y="1"/>
                  </a:moveTo>
                  <a:cubicBezTo>
                    <a:pt x="3121" y="1"/>
                    <a:pt x="1" y="3168"/>
                    <a:pt x="1" y="7026"/>
                  </a:cubicBezTo>
                  <a:lnTo>
                    <a:pt x="1" y="21505"/>
                  </a:lnTo>
                  <a:cubicBezTo>
                    <a:pt x="1" y="25387"/>
                    <a:pt x="3168" y="28530"/>
                    <a:pt x="7026" y="28530"/>
                  </a:cubicBezTo>
                  <a:lnTo>
                    <a:pt x="27221" y="28530"/>
                  </a:lnTo>
                  <a:cubicBezTo>
                    <a:pt x="31103" y="28530"/>
                    <a:pt x="34246" y="25363"/>
                    <a:pt x="34246" y="21505"/>
                  </a:cubicBezTo>
                  <a:lnTo>
                    <a:pt x="34246" y="7002"/>
                  </a:lnTo>
                  <a:cubicBezTo>
                    <a:pt x="34270" y="3168"/>
                    <a:pt x="31150" y="1"/>
                    <a:pt x="27269" y="1"/>
                  </a:cubicBezTo>
                  <a:close/>
                </a:path>
              </a:pathLst>
            </a:custGeom>
            <a:solidFill>
              <a:srgbClr val="D9D9D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1" name="Google Shape;3091;p45"/>
            <p:cNvSpPr/>
            <p:nvPr/>
          </p:nvSpPr>
          <p:spPr>
            <a:xfrm>
              <a:off x="7243164" y="3558606"/>
              <a:ext cx="49880" cy="41584"/>
            </a:xfrm>
            <a:custGeom>
              <a:avLst/>
              <a:gdLst/>
              <a:ahLst/>
              <a:cxnLst/>
              <a:rect l="l" t="t" r="r" b="b"/>
              <a:pathLst>
                <a:path w="34223" h="28531" extrusionOk="0">
                  <a:moveTo>
                    <a:pt x="7026" y="1"/>
                  </a:moveTo>
                  <a:cubicBezTo>
                    <a:pt x="3121" y="1"/>
                    <a:pt x="1" y="3168"/>
                    <a:pt x="1" y="7026"/>
                  </a:cubicBezTo>
                  <a:lnTo>
                    <a:pt x="1" y="21505"/>
                  </a:lnTo>
                  <a:cubicBezTo>
                    <a:pt x="1" y="25387"/>
                    <a:pt x="3144" y="28530"/>
                    <a:pt x="7026" y="28530"/>
                  </a:cubicBezTo>
                  <a:lnTo>
                    <a:pt x="27197" y="28530"/>
                  </a:lnTo>
                  <a:cubicBezTo>
                    <a:pt x="31103" y="28530"/>
                    <a:pt x="34222" y="25363"/>
                    <a:pt x="34222" y="21505"/>
                  </a:cubicBezTo>
                  <a:lnTo>
                    <a:pt x="34222" y="7026"/>
                  </a:lnTo>
                  <a:cubicBezTo>
                    <a:pt x="34222" y="3168"/>
                    <a:pt x="31079" y="1"/>
                    <a:pt x="27197" y="1"/>
                  </a:cubicBezTo>
                  <a:close/>
                </a:path>
              </a:pathLst>
            </a:custGeom>
            <a:solidFill>
              <a:srgbClr val="1CA8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2" name="Google Shape;3092;p45"/>
            <p:cNvSpPr/>
            <p:nvPr/>
          </p:nvSpPr>
          <p:spPr>
            <a:xfrm>
              <a:off x="7101028" y="3624553"/>
              <a:ext cx="49879" cy="41584"/>
            </a:xfrm>
            <a:custGeom>
              <a:avLst/>
              <a:gdLst/>
              <a:ahLst/>
              <a:cxnLst/>
              <a:rect l="l" t="t" r="r" b="b"/>
              <a:pathLst>
                <a:path w="34222" h="28531" extrusionOk="0">
                  <a:moveTo>
                    <a:pt x="7026" y="1"/>
                  </a:moveTo>
                  <a:cubicBezTo>
                    <a:pt x="3120" y="1"/>
                    <a:pt x="1" y="3168"/>
                    <a:pt x="1" y="7026"/>
                  </a:cubicBezTo>
                  <a:lnTo>
                    <a:pt x="1" y="21505"/>
                  </a:lnTo>
                  <a:cubicBezTo>
                    <a:pt x="1" y="25387"/>
                    <a:pt x="3144" y="28530"/>
                    <a:pt x="7026" y="28530"/>
                  </a:cubicBezTo>
                  <a:lnTo>
                    <a:pt x="27197" y="28530"/>
                  </a:lnTo>
                  <a:cubicBezTo>
                    <a:pt x="31102" y="28530"/>
                    <a:pt x="34222" y="25363"/>
                    <a:pt x="34222" y="21505"/>
                  </a:cubicBezTo>
                  <a:lnTo>
                    <a:pt x="34222" y="7026"/>
                  </a:lnTo>
                  <a:cubicBezTo>
                    <a:pt x="34222" y="3168"/>
                    <a:pt x="31078" y="1"/>
                    <a:pt x="27197" y="1"/>
                  </a:cubicBezTo>
                  <a:close/>
                </a:path>
              </a:pathLst>
            </a:custGeom>
            <a:solidFill>
              <a:srgbClr val="D9D9D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3" name="Google Shape;3093;p45"/>
            <p:cNvSpPr/>
            <p:nvPr/>
          </p:nvSpPr>
          <p:spPr>
            <a:xfrm>
              <a:off x="7172043" y="3624553"/>
              <a:ext cx="49949" cy="41584"/>
            </a:xfrm>
            <a:custGeom>
              <a:avLst/>
              <a:gdLst/>
              <a:ahLst/>
              <a:cxnLst/>
              <a:rect l="l" t="t" r="r" b="b"/>
              <a:pathLst>
                <a:path w="34270" h="28531" extrusionOk="0">
                  <a:moveTo>
                    <a:pt x="7026" y="1"/>
                  </a:moveTo>
                  <a:cubicBezTo>
                    <a:pt x="3121" y="1"/>
                    <a:pt x="1" y="3168"/>
                    <a:pt x="1" y="7026"/>
                  </a:cubicBezTo>
                  <a:lnTo>
                    <a:pt x="1" y="21505"/>
                  </a:lnTo>
                  <a:cubicBezTo>
                    <a:pt x="1" y="25387"/>
                    <a:pt x="3168" y="28530"/>
                    <a:pt x="7026" y="28530"/>
                  </a:cubicBezTo>
                  <a:lnTo>
                    <a:pt x="27221" y="28530"/>
                  </a:lnTo>
                  <a:cubicBezTo>
                    <a:pt x="31103" y="28530"/>
                    <a:pt x="34246" y="25363"/>
                    <a:pt x="34246" y="21505"/>
                  </a:cubicBezTo>
                  <a:lnTo>
                    <a:pt x="34246" y="7002"/>
                  </a:lnTo>
                  <a:cubicBezTo>
                    <a:pt x="34270" y="3168"/>
                    <a:pt x="31150" y="1"/>
                    <a:pt x="27269" y="1"/>
                  </a:cubicBezTo>
                  <a:close/>
                </a:path>
              </a:pathLst>
            </a:custGeom>
            <a:solidFill>
              <a:srgbClr val="D9D9D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4" name="Google Shape;3094;p45"/>
            <p:cNvSpPr/>
            <p:nvPr/>
          </p:nvSpPr>
          <p:spPr>
            <a:xfrm>
              <a:off x="7243164" y="3624553"/>
              <a:ext cx="49880" cy="41584"/>
            </a:xfrm>
            <a:custGeom>
              <a:avLst/>
              <a:gdLst/>
              <a:ahLst/>
              <a:cxnLst/>
              <a:rect l="l" t="t" r="r" b="b"/>
              <a:pathLst>
                <a:path w="34223" h="28531" extrusionOk="0">
                  <a:moveTo>
                    <a:pt x="7026" y="1"/>
                  </a:moveTo>
                  <a:cubicBezTo>
                    <a:pt x="3121" y="1"/>
                    <a:pt x="1" y="3168"/>
                    <a:pt x="1" y="7026"/>
                  </a:cubicBezTo>
                  <a:lnTo>
                    <a:pt x="1" y="21505"/>
                  </a:lnTo>
                  <a:cubicBezTo>
                    <a:pt x="1" y="25387"/>
                    <a:pt x="3144" y="28530"/>
                    <a:pt x="7026" y="28530"/>
                  </a:cubicBezTo>
                  <a:lnTo>
                    <a:pt x="27197" y="28530"/>
                  </a:lnTo>
                  <a:cubicBezTo>
                    <a:pt x="31103" y="28530"/>
                    <a:pt x="34222" y="25363"/>
                    <a:pt x="34222" y="21505"/>
                  </a:cubicBezTo>
                  <a:lnTo>
                    <a:pt x="34222" y="7026"/>
                  </a:lnTo>
                  <a:cubicBezTo>
                    <a:pt x="34222" y="3168"/>
                    <a:pt x="31079" y="1"/>
                    <a:pt x="27197" y="1"/>
                  </a:cubicBezTo>
                  <a:close/>
                </a:path>
              </a:pathLst>
            </a:custGeom>
            <a:solidFill>
              <a:srgbClr val="FF89A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5" name="Google Shape;3095;p45"/>
            <p:cNvSpPr/>
            <p:nvPr/>
          </p:nvSpPr>
          <p:spPr>
            <a:xfrm>
              <a:off x="7100993" y="3558606"/>
              <a:ext cx="29436" cy="41584"/>
            </a:xfrm>
            <a:custGeom>
              <a:avLst/>
              <a:gdLst/>
              <a:ahLst/>
              <a:cxnLst/>
              <a:rect l="l" t="t" r="r" b="b"/>
              <a:pathLst>
                <a:path w="20196" h="28531" extrusionOk="0">
                  <a:moveTo>
                    <a:pt x="7026" y="1"/>
                  </a:moveTo>
                  <a:cubicBezTo>
                    <a:pt x="3120" y="1"/>
                    <a:pt x="1" y="3168"/>
                    <a:pt x="1" y="7026"/>
                  </a:cubicBezTo>
                  <a:lnTo>
                    <a:pt x="1" y="21505"/>
                  </a:lnTo>
                  <a:cubicBezTo>
                    <a:pt x="1" y="25410"/>
                    <a:pt x="3144" y="28530"/>
                    <a:pt x="7026" y="28530"/>
                  </a:cubicBezTo>
                  <a:lnTo>
                    <a:pt x="20108" y="28530"/>
                  </a:lnTo>
                  <a:cubicBezTo>
                    <a:pt x="16290" y="28507"/>
                    <a:pt x="13170" y="25405"/>
                    <a:pt x="13170" y="21529"/>
                  </a:cubicBezTo>
                  <a:lnTo>
                    <a:pt x="13170" y="7026"/>
                  </a:lnTo>
                  <a:cubicBezTo>
                    <a:pt x="13170" y="3168"/>
                    <a:pt x="16337" y="1"/>
                    <a:pt x="20195" y="1"/>
                  </a:cubicBezTo>
                  <a:close/>
                  <a:moveTo>
                    <a:pt x="20108" y="28530"/>
                  </a:moveTo>
                  <a:cubicBezTo>
                    <a:pt x="20122" y="28530"/>
                    <a:pt x="20137" y="28530"/>
                    <a:pt x="20152" y="28530"/>
                  </a:cubicBezTo>
                  <a:cubicBezTo>
                    <a:pt x="20166" y="28530"/>
                    <a:pt x="20181" y="28530"/>
                    <a:pt x="20195" y="28530"/>
                  </a:cubicBezTo>
                  <a:close/>
                </a:path>
              </a:pathLst>
            </a:custGeom>
            <a:solidFill>
              <a:srgbClr val="000000">
                <a:alpha val="84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6" name="Google Shape;3096;p45"/>
            <p:cNvSpPr/>
            <p:nvPr/>
          </p:nvSpPr>
          <p:spPr>
            <a:xfrm>
              <a:off x="7172043" y="3558606"/>
              <a:ext cx="29471" cy="41584"/>
            </a:xfrm>
            <a:custGeom>
              <a:avLst/>
              <a:gdLst/>
              <a:ahLst/>
              <a:cxnLst/>
              <a:rect l="l" t="t" r="r" b="b"/>
              <a:pathLst>
                <a:path w="20220" h="28531" extrusionOk="0">
                  <a:moveTo>
                    <a:pt x="7026" y="1"/>
                  </a:moveTo>
                  <a:cubicBezTo>
                    <a:pt x="3121" y="1"/>
                    <a:pt x="1" y="3168"/>
                    <a:pt x="1" y="7026"/>
                  </a:cubicBezTo>
                  <a:lnTo>
                    <a:pt x="1" y="21505"/>
                  </a:lnTo>
                  <a:cubicBezTo>
                    <a:pt x="1" y="25410"/>
                    <a:pt x="3168" y="28530"/>
                    <a:pt x="7026" y="28530"/>
                  </a:cubicBezTo>
                  <a:lnTo>
                    <a:pt x="20131" y="28530"/>
                  </a:lnTo>
                  <a:cubicBezTo>
                    <a:pt x="16290" y="28507"/>
                    <a:pt x="13194" y="25405"/>
                    <a:pt x="13194" y="21529"/>
                  </a:cubicBezTo>
                  <a:lnTo>
                    <a:pt x="13194" y="7026"/>
                  </a:lnTo>
                  <a:cubicBezTo>
                    <a:pt x="13194" y="3168"/>
                    <a:pt x="16338" y="1"/>
                    <a:pt x="20219" y="1"/>
                  </a:cubicBezTo>
                  <a:close/>
                  <a:moveTo>
                    <a:pt x="20131" y="28530"/>
                  </a:moveTo>
                  <a:cubicBezTo>
                    <a:pt x="20146" y="28530"/>
                    <a:pt x="20161" y="28530"/>
                    <a:pt x="20175" y="28530"/>
                  </a:cubicBezTo>
                  <a:cubicBezTo>
                    <a:pt x="20190" y="28530"/>
                    <a:pt x="20205" y="28530"/>
                    <a:pt x="20219" y="28530"/>
                  </a:cubicBezTo>
                  <a:close/>
                </a:path>
              </a:pathLst>
            </a:custGeom>
            <a:solidFill>
              <a:srgbClr val="000000">
                <a:alpha val="84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7" name="Google Shape;3097;p45"/>
            <p:cNvSpPr/>
            <p:nvPr/>
          </p:nvSpPr>
          <p:spPr>
            <a:xfrm>
              <a:off x="7243130" y="3558606"/>
              <a:ext cx="29434" cy="41584"/>
            </a:xfrm>
            <a:custGeom>
              <a:avLst/>
              <a:gdLst/>
              <a:ahLst/>
              <a:cxnLst/>
              <a:rect l="l" t="t" r="r" b="b"/>
              <a:pathLst>
                <a:path w="20195" h="28531" extrusionOk="0">
                  <a:moveTo>
                    <a:pt x="7025" y="1"/>
                  </a:moveTo>
                  <a:cubicBezTo>
                    <a:pt x="3120" y="1"/>
                    <a:pt x="0" y="3168"/>
                    <a:pt x="0" y="7026"/>
                  </a:cubicBezTo>
                  <a:lnTo>
                    <a:pt x="0" y="21505"/>
                  </a:lnTo>
                  <a:cubicBezTo>
                    <a:pt x="0" y="25410"/>
                    <a:pt x="3144" y="28530"/>
                    <a:pt x="7025" y="28530"/>
                  </a:cubicBezTo>
                  <a:lnTo>
                    <a:pt x="20107" y="28530"/>
                  </a:lnTo>
                  <a:cubicBezTo>
                    <a:pt x="16289" y="28507"/>
                    <a:pt x="13169" y="25405"/>
                    <a:pt x="13169" y="21529"/>
                  </a:cubicBezTo>
                  <a:lnTo>
                    <a:pt x="13169" y="7026"/>
                  </a:lnTo>
                  <a:cubicBezTo>
                    <a:pt x="13169" y="3168"/>
                    <a:pt x="16337" y="1"/>
                    <a:pt x="20195" y="1"/>
                  </a:cubicBezTo>
                  <a:close/>
                  <a:moveTo>
                    <a:pt x="20107" y="28530"/>
                  </a:moveTo>
                  <a:cubicBezTo>
                    <a:pt x="20122" y="28530"/>
                    <a:pt x="20136" y="28530"/>
                    <a:pt x="20151" y="28530"/>
                  </a:cubicBezTo>
                  <a:cubicBezTo>
                    <a:pt x="20165" y="28530"/>
                    <a:pt x="20180" y="28530"/>
                    <a:pt x="20195" y="28530"/>
                  </a:cubicBezTo>
                  <a:close/>
                </a:path>
              </a:pathLst>
            </a:custGeom>
            <a:solidFill>
              <a:srgbClr val="000000">
                <a:alpha val="84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8" name="Google Shape;3098;p45"/>
            <p:cNvSpPr/>
            <p:nvPr/>
          </p:nvSpPr>
          <p:spPr>
            <a:xfrm>
              <a:off x="7100993" y="3624553"/>
              <a:ext cx="29436" cy="41584"/>
            </a:xfrm>
            <a:custGeom>
              <a:avLst/>
              <a:gdLst/>
              <a:ahLst/>
              <a:cxnLst/>
              <a:rect l="l" t="t" r="r" b="b"/>
              <a:pathLst>
                <a:path w="20196" h="28531" extrusionOk="0">
                  <a:moveTo>
                    <a:pt x="7026" y="1"/>
                  </a:moveTo>
                  <a:cubicBezTo>
                    <a:pt x="3120" y="1"/>
                    <a:pt x="1" y="3168"/>
                    <a:pt x="1" y="7026"/>
                  </a:cubicBezTo>
                  <a:lnTo>
                    <a:pt x="1" y="21505"/>
                  </a:lnTo>
                  <a:cubicBezTo>
                    <a:pt x="1" y="25411"/>
                    <a:pt x="3144" y="28530"/>
                    <a:pt x="7026" y="28530"/>
                  </a:cubicBezTo>
                  <a:lnTo>
                    <a:pt x="20108" y="28530"/>
                  </a:lnTo>
                  <a:cubicBezTo>
                    <a:pt x="16290" y="28507"/>
                    <a:pt x="13170" y="25405"/>
                    <a:pt x="13170" y="21529"/>
                  </a:cubicBezTo>
                  <a:lnTo>
                    <a:pt x="13170" y="7026"/>
                  </a:lnTo>
                  <a:cubicBezTo>
                    <a:pt x="13170" y="3168"/>
                    <a:pt x="16337" y="1"/>
                    <a:pt x="20195" y="1"/>
                  </a:cubicBezTo>
                  <a:close/>
                  <a:moveTo>
                    <a:pt x="20108" y="28530"/>
                  </a:moveTo>
                  <a:cubicBezTo>
                    <a:pt x="20122" y="28531"/>
                    <a:pt x="20137" y="28531"/>
                    <a:pt x="20152" y="28531"/>
                  </a:cubicBezTo>
                  <a:cubicBezTo>
                    <a:pt x="20166" y="28531"/>
                    <a:pt x="20181" y="28531"/>
                    <a:pt x="20195" y="28530"/>
                  </a:cubicBezTo>
                  <a:close/>
                </a:path>
              </a:pathLst>
            </a:custGeom>
            <a:solidFill>
              <a:srgbClr val="000000">
                <a:alpha val="84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9" name="Google Shape;3099;p45"/>
            <p:cNvSpPr/>
            <p:nvPr/>
          </p:nvSpPr>
          <p:spPr>
            <a:xfrm>
              <a:off x="7172043" y="3624553"/>
              <a:ext cx="29471" cy="41584"/>
            </a:xfrm>
            <a:custGeom>
              <a:avLst/>
              <a:gdLst/>
              <a:ahLst/>
              <a:cxnLst/>
              <a:rect l="l" t="t" r="r" b="b"/>
              <a:pathLst>
                <a:path w="20220" h="28531" extrusionOk="0">
                  <a:moveTo>
                    <a:pt x="7026" y="1"/>
                  </a:moveTo>
                  <a:cubicBezTo>
                    <a:pt x="3121" y="1"/>
                    <a:pt x="1" y="3168"/>
                    <a:pt x="1" y="7026"/>
                  </a:cubicBezTo>
                  <a:lnTo>
                    <a:pt x="1" y="21505"/>
                  </a:lnTo>
                  <a:cubicBezTo>
                    <a:pt x="1" y="25411"/>
                    <a:pt x="3168" y="28530"/>
                    <a:pt x="7026" y="28530"/>
                  </a:cubicBezTo>
                  <a:lnTo>
                    <a:pt x="20131" y="28530"/>
                  </a:lnTo>
                  <a:cubicBezTo>
                    <a:pt x="16290" y="28507"/>
                    <a:pt x="13194" y="25405"/>
                    <a:pt x="13194" y="21529"/>
                  </a:cubicBezTo>
                  <a:lnTo>
                    <a:pt x="13194" y="7026"/>
                  </a:lnTo>
                  <a:cubicBezTo>
                    <a:pt x="13194" y="3168"/>
                    <a:pt x="16338" y="1"/>
                    <a:pt x="20219" y="1"/>
                  </a:cubicBezTo>
                  <a:close/>
                  <a:moveTo>
                    <a:pt x="20131" y="28530"/>
                  </a:moveTo>
                  <a:cubicBezTo>
                    <a:pt x="20146" y="28531"/>
                    <a:pt x="20161" y="28531"/>
                    <a:pt x="20175" y="28531"/>
                  </a:cubicBezTo>
                  <a:cubicBezTo>
                    <a:pt x="20190" y="28531"/>
                    <a:pt x="20205" y="28531"/>
                    <a:pt x="20219" y="28530"/>
                  </a:cubicBezTo>
                  <a:close/>
                </a:path>
              </a:pathLst>
            </a:custGeom>
            <a:solidFill>
              <a:srgbClr val="000000">
                <a:alpha val="84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0" name="Google Shape;3100;p45"/>
            <p:cNvSpPr/>
            <p:nvPr/>
          </p:nvSpPr>
          <p:spPr>
            <a:xfrm>
              <a:off x="7243130" y="3624553"/>
              <a:ext cx="29434" cy="41584"/>
            </a:xfrm>
            <a:custGeom>
              <a:avLst/>
              <a:gdLst/>
              <a:ahLst/>
              <a:cxnLst/>
              <a:rect l="l" t="t" r="r" b="b"/>
              <a:pathLst>
                <a:path w="20195" h="28531" extrusionOk="0">
                  <a:moveTo>
                    <a:pt x="7025" y="1"/>
                  </a:moveTo>
                  <a:cubicBezTo>
                    <a:pt x="3120" y="1"/>
                    <a:pt x="0" y="3168"/>
                    <a:pt x="0" y="7026"/>
                  </a:cubicBezTo>
                  <a:lnTo>
                    <a:pt x="0" y="21505"/>
                  </a:lnTo>
                  <a:cubicBezTo>
                    <a:pt x="0" y="25411"/>
                    <a:pt x="3144" y="28530"/>
                    <a:pt x="7025" y="28530"/>
                  </a:cubicBezTo>
                  <a:lnTo>
                    <a:pt x="20107" y="28530"/>
                  </a:lnTo>
                  <a:cubicBezTo>
                    <a:pt x="16289" y="28507"/>
                    <a:pt x="13169" y="25405"/>
                    <a:pt x="13169" y="21529"/>
                  </a:cubicBezTo>
                  <a:lnTo>
                    <a:pt x="13169" y="7026"/>
                  </a:lnTo>
                  <a:cubicBezTo>
                    <a:pt x="13169" y="3168"/>
                    <a:pt x="16337" y="1"/>
                    <a:pt x="20195" y="1"/>
                  </a:cubicBezTo>
                  <a:close/>
                  <a:moveTo>
                    <a:pt x="20107" y="28530"/>
                  </a:moveTo>
                  <a:cubicBezTo>
                    <a:pt x="20122" y="28531"/>
                    <a:pt x="20136" y="28531"/>
                    <a:pt x="20151" y="28531"/>
                  </a:cubicBezTo>
                  <a:cubicBezTo>
                    <a:pt x="20165" y="28531"/>
                    <a:pt x="20180" y="28531"/>
                    <a:pt x="20195" y="28530"/>
                  </a:cubicBezTo>
                  <a:close/>
                </a:path>
              </a:pathLst>
            </a:custGeom>
            <a:solidFill>
              <a:srgbClr val="000000">
                <a:alpha val="84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1" name="Google Shape;3101;p45"/>
            <p:cNvSpPr/>
            <p:nvPr/>
          </p:nvSpPr>
          <p:spPr>
            <a:xfrm>
              <a:off x="7073468" y="3377423"/>
              <a:ext cx="246510" cy="327833"/>
            </a:xfrm>
            <a:custGeom>
              <a:avLst/>
              <a:gdLst/>
              <a:ahLst/>
              <a:cxnLst/>
              <a:rect l="l" t="t" r="r" b="b"/>
              <a:pathLst>
                <a:path w="169132" h="224928" extrusionOk="0">
                  <a:moveTo>
                    <a:pt x="30483" y="1"/>
                  </a:moveTo>
                  <a:cubicBezTo>
                    <a:pt x="13670" y="1"/>
                    <a:pt x="1" y="13646"/>
                    <a:pt x="1" y="30483"/>
                  </a:cubicBezTo>
                  <a:lnTo>
                    <a:pt x="1" y="194445"/>
                  </a:lnTo>
                  <a:cubicBezTo>
                    <a:pt x="1" y="211258"/>
                    <a:pt x="13647" y="224927"/>
                    <a:pt x="30483" y="224927"/>
                  </a:cubicBezTo>
                  <a:lnTo>
                    <a:pt x="138673" y="224927"/>
                  </a:lnTo>
                  <a:cubicBezTo>
                    <a:pt x="155486" y="224927"/>
                    <a:pt x="169131" y="211305"/>
                    <a:pt x="169131" y="194445"/>
                  </a:cubicBezTo>
                  <a:lnTo>
                    <a:pt x="169131" y="30483"/>
                  </a:lnTo>
                  <a:cubicBezTo>
                    <a:pt x="169131" y="13694"/>
                    <a:pt x="155486" y="1"/>
                    <a:pt x="138673" y="1"/>
                  </a:cubicBezTo>
                  <a:lnTo>
                    <a:pt x="124503" y="1"/>
                  </a:lnTo>
                  <a:cubicBezTo>
                    <a:pt x="122788" y="1"/>
                    <a:pt x="121312" y="1215"/>
                    <a:pt x="121097" y="2882"/>
                  </a:cubicBezTo>
                  <a:cubicBezTo>
                    <a:pt x="120859" y="4883"/>
                    <a:pt x="122407" y="6621"/>
                    <a:pt x="124384" y="6621"/>
                  </a:cubicBezTo>
                  <a:lnTo>
                    <a:pt x="138625" y="6621"/>
                  </a:lnTo>
                  <a:cubicBezTo>
                    <a:pt x="151818" y="6621"/>
                    <a:pt x="162511" y="17314"/>
                    <a:pt x="162511" y="30483"/>
                  </a:cubicBezTo>
                  <a:lnTo>
                    <a:pt x="162511" y="194445"/>
                  </a:lnTo>
                  <a:cubicBezTo>
                    <a:pt x="162511" y="207638"/>
                    <a:pt x="151818" y="218331"/>
                    <a:pt x="138625" y="218331"/>
                  </a:cubicBezTo>
                  <a:lnTo>
                    <a:pt x="30460" y="218331"/>
                  </a:lnTo>
                  <a:cubicBezTo>
                    <a:pt x="17266" y="218331"/>
                    <a:pt x="6574" y="207638"/>
                    <a:pt x="6574" y="194445"/>
                  </a:cubicBezTo>
                  <a:lnTo>
                    <a:pt x="6574" y="30483"/>
                  </a:lnTo>
                  <a:cubicBezTo>
                    <a:pt x="6574" y="17337"/>
                    <a:pt x="17290" y="6621"/>
                    <a:pt x="30460" y="6621"/>
                  </a:cubicBezTo>
                  <a:lnTo>
                    <a:pt x="111405" y="6621"/>
                  </a:lnTo>
                  <a:cubicBezTo>
                    <a:pt x="113096" y="6621"/>
                    <a:pt x="114572" y="5383"/>
                    <a:pt x="114787" y="3716"/>
                  </a:cubicBezTo>
                  <a:cubicBezTo>
                    <a:pt x="115049" y="1715"/>
                    <a:pt x="113477" y="1"/>
                    <a:pt x="111548"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2" name="Google Shape;3102;p45"/>
            <p:cNvSpPr/>
            <p:nvPr/>
          </p:nvSpPr>
          <p:spPr>
            <a:xfrm>
              <a:off x="7095890" y="3399880"/>
              <a:ext cx="202289" cy="72967"/>
            </a:xfrm>
            <a:custGeom>
              <a:avLst/>
              <a:gdLst/>
              <a:ahLst/>
              <a:cxnLst/>
              <a:rect l="l" t="t" r="r" b="b"/>
              <a:pathLst>
                <a:path w="138792" h="50063" extrusionOk="0">
                  <a:moveTo>
                    <a:pt x="15099" y="0"/>
                  </a:moveTo>
                  <a:cubicBezTo>
                    <a:pt x="6764" y="0"/>
                    <a:pt x="1" y="6740"/>
                    <a:pt x="1" y="15075"/>
                  </a:cubicBezTo>
                  <a:lnTo>
                    <a:pt x="1" y="46605"/>
                  </a:lnTo>
                  <a:cubicBezTo>
                    <a:pt x="1" y="48510"/>
                    <a:pt x="1549" y="50058"/>
                    <a:pt x="3454" y="50058"/>
                  </a:cubicBezTo>
                  <a:lnTo>
                    <a:pt x="31793" y="50058"/>
                  </a:lnTo>
                  <a:cubicBezTo>
                    <a:pt x="32008" y="50058"/>
                    <a:pt x="32198" y="50011"/>
                    <a:pt x="32341" y="49844"/>
                  </a:cubicBezTo>
                  <a:cubicBezTo>
                    <a:pt x="35318" y="46986"/>
                    <a:pt x="33317" y="43485"/>
                    <a:pt x="30531" y="43485"/>
                  </a:cubicBezTo>
                  <a:lnTo>
                    <a:pt x="15099" y="43485"/>
                  </a:lnTo>
                  <a:cubicBezTo>
                    <a:pt x="10408" y="43485"/>
                    <a:pt x="6598" y="39675"/>
                    <a:pt x="6598" y="34960"/>
                  </a:cubicBezTo>
                  <a:lnTo>
                    <a:pt x="6598" y="15123"/>
                  </a:lnTo>
                  <a:cubicBezTo>
                    <a:pt x="6598" y="10407"/>
                    <a:pt x="10408" y="6597"/>
                    <a:pt x="15099" y="6597"/>
                  </a:cubicBezTo>
                  <a:lnTo>
                    <a:pt x="123241" y="6597"/>
                  </a:lnTo>
                  <a:cubicBezTo>
                    <a:pt x="127956" y="6597"/>
                    <a:pt x="131767" y="10407"/>
                    <a:pt x="131767" y="15123"/>
                  </a:cubicBezTo>
                  <a:lnTo>
                    <a:pt x="131767" y="34960"/>
                  </a:lnTo>
                  <a:cubicBezTo>
                    <a:pt x="131767" y="39675"/>
                    <a:pt x="127956" y="43485"/>
                    <a:pt x="123241" y="43485"/>
                  </a:cubicBezTo>
                  <a:lnTo>
                    <a:pt x="43748" y="43485"/>
                  </a:lnTo>
                  <a:cubicBezTo>
                    <a:pt x="43748" y="43485"/>
                    <a:pt x="40438" y="45033"/>
                    <a:pt x="40438" y="46843"/>
                  </a:cubicBezTo>
                  <a:cubicBezTo>
                    <a:pt x="40438" y="48599"/>
                    <a:pt x="41827" y="50063"/>
                    <a:pt x="43583" y="50063"/>
                  </a:cubicBezTo>
                  <a:cubicBezTo>
                    <a:pt x="43638" y="50063"/>
                    <a:pt x="43693" y="50061"/>
                    <a:pt x="43748" y="50058"/>
                  </a:cubicBezTo>
                  <a:lnTo>
                    <a:pt x="123527" y="50058"/>
                  </a:lnTo>
                  <a:cubicBezTo>
                    <a:pt x="123570" y="50059"/>
                    <a:pt x="123614" y="50059"/>
                    <a:pt x="123658" y="50059"/>
                  </a:cubicBezTo>
                  <a:cubicBezTo>
                    <a:pt x="131932" y="50059"/>
                    <a:pt x="138600" y="43323"/>
                    <a:pt x="138339" y="35031"/>
                  </a:cubicBezTo>
                  <a:lnTo>
                    <a:pt x="138792" y="15075"/>
                  </a:lnTo>
                  <a:cubicBezTo>
                    <a:pt x="138792" y="6740"/>
                    <a:pt x="132005" y="0"/>
                    <a:pt x="123670"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3" name="Google Shape;3103;p45"/>
            <p:cNvSpPr/>
            <p:nvPr/>
          </p:nvSpPr>
          <p:spPr>
            <a:xfrm>
              <a:off x="7140631" y="3425564"/>
              <a:ext cx="9652" cy="18885"/>
            </a:xfrm>
            <a:custGeom>
              <a:avLst/>
              <a:gdLst/>
              <a:ahLst/>
              <a:cxnLst/>
              <a:rect l="l" t="t" r="r" b="b"/>
              <a:pathLst>
                <a:path w="6622" h="12957" extrusionOk="0">
                  <a:moveTo>
                    <a:pt x="3293" y="1"/>
                  </a:moveTo>
                  <a:cubicBezTo>
                    <a:pt x="3158" y="1"/>
                    <a:pt x="3021" y="9"/>
                    <a:pt x="2882" y="25"/>
                  </a:cubicBezTo>
                  <a:cubicBezTo>
                    <a:pt x="1215" y="239"/>
                    <a:pt x="1" y="1716"/>
                    <a:pt x="1" y="3407"/>
                  </a:cubicBezTo>
                  <a:lnTo>
                    <a:pt x="1" y="9551"/>
                  </a:lnTo>
                  <a:cubicBezTo>
                    <a:pt x="1" y="11241"/>
                    <a:pt x="1215" y="12742"/>
                    <a:pt x="2882" y="12932"/>
                  </a:cubicBezTo>
                  <a:cubicBezTo>
                    <a:pt x="3019" y="12949"/>
                    <a:pt x="3155" y="12957"/>
                    <a:pt x="3289" y="12957"/>
                  </a:cubicBezTo>
                  <a:cubicBezTo>
                    <a:pt x="5113" y="12957"/>
                    <a:pt x="6621" y="11489"/>
                    <a:pt x="6621" y="9670"/>
                  </a:cubicBezTo>
                  <a:lnTo>
                    <a:pt x="6621" y="3287"/>
                  </a:lnTo>
                  <a:cubicBezTo>
                    <a:pt x="6621" y="1468"/>
                    <a:pt x="5133" y="1"/>
                    <a:pt x="3293"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4" name="Google Shape;3104;p45"/>
            <p:cNvSpPr/>
            <p:nvPr/>
          </p:nvSpPr>
          <p:spPr>
            <a:xfrm>
              <a:off x="7243719" y="3425599"/>
              <a:ext cx="9652" cy="18918"/>
            </a:xfrm>
            <a:custGeom>
              <a:avLst/>
              <a:gdLst/>
              <a:ahLst/>
              <a:cxnLst/>
              <a:rect l="l" t="t" r="r" b="b"/>
              <a:pathLst>
                <a:path w="6622" h="12980" extrusionOk="0">
                  <a:moveTo>
                    <a:pt x="3314" y="0"/>
                  </a:moveTo>
                  <a:cubicBezTo>
                    <a:pt x="1509" y="0"/>
                    <a:pt x="1" y="1470"/>
                    <a:pt x="1" y="3311"/>
                  </a:cubicBezTo>
                  <a:lnTo>
                    <a:pt x="1" y="9550"/>
                  </a:lnTo>
                  <a:cubicBezTo>
                    <a:pt x="1" y="11241"/>
                    <a:pt x="1215" y="12742"/>
                    <a:pt x="2882" y="12956"/>
                  </a:cubicBezTo>
                  <a:cubicBezTo>
                    <a:pt x="3018" y="12972"/>
                    <a:pt x="3151" y="12980"/>
                    <a:pt x="3283" y="12980"/>
                  </a:cubicBezTo>
                  <a:cubicBezTo>
                    <a:pt x="5128" y="12980"/>
                    <a:pt x="6621" y="11470"/>
                    <a:pt x="6621" y="9670"/>
                  </a:cubicBezTo>
                  <a:lnTo>
                    <a:pt x="6621" y="3430"/>
                  </a:lnTo>
                  <a:cubicBezTo>
                    <a:pt x="6621" y="1716"/>
                    <a:pt x="5383" y="239"/>
                    <a:pt x="3716" y="25"/>
                  </a:cubicBezTo>
                  <a:cubicBezTo>
                    <a:pt x="3581" y="8"/>
                    <a:pt x="3446" y="0"/>
                    <a:pt x="3314"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5" name="Google Shape;3105;p45"/>
            <p:cNvSpPr/>
            <p:nvPr/>
          </p:nvSpPr>
          <p:spPr>
            <a:xfrm>
              <a:off x="7178952" y="3434236"/>
              <a:ext cx="36064" cy="15210"/>
            </a:xfrm>
            <a:custGeom>
              <a:avLst/>
              <a:gdLst/>
              <a:ahLst/>
              <a:cxnLst/>
              <a:rect l="l" t="t" r="r" b="b"/>
              <a:pathLst>
                <a:path w="24744" h="10436" extrusionOk="0">
                  <a:moveTo>
                    <a:pt x="3689" y="0"/>
                  </a:moveTo>
                  <a:cubicBezTo>
                    <a:pt x="2918" y="0"/>
                    <a:pt x="2144" y="273"/>
                    <a:pt x="1524" y="838"/>
                  </a:cubicBezTo>
                  <a:cubicBezTo>
                    <a:pt x="143" y="2029"/>
                    <a:pt x="0" y="4101"/>
                    <a:pt x="1215" y="5482"/>
                  </a:cubicBezTo>
                  <a:cubicBezTo>
                    <a:pt x="3929" y="8625"/>
                    <a:pt x="8002" y="10435"/>
                    <a:pt x="12360" y="10435"/>
                  </a:cubicBezTo>
                  <a:cubicBezTo>
                    <a:pt x="16694" y="10435"/>
                    <a:pt x="20766" y="8625"/>
                    <a:pt x="23553" y="5482"/>
                  </a:cubicBezTo>
                  <a:cubicBezTo>
                    <a:pt x="24743" y="4101"/>
                    <a:pt x="24624" y="2029"/>
                    <a:pt x="23243" y="838"/>
                  </a:cubicBezTo>
                  <a:cubicBezTo>
                    <a:pt x="22618" y="290"/>
                    <a:pt x="21837" y="20"/>
                    <a:pt x="21059" y="20"/>
                  </a:cubicBezTo>
                  <a:cubicBezTo>
                    <a:pt x="20148" y="20"/>
                    <a:pt x="19242" y="391"/>
                    <a:pt x="18599" y="1124"/>
                  </a:cubicBezTo>
                  <a:cubicBezTo>
                    <a:pt x="17075" y="2862"/>
                    <a:pt x="14813" y="3863"/>
                    <a:pt x="12384" y="3863"/>
                  </a:cubicBezTo>
                  <a:cubicBezTo>
                    <a:pt x="9931" y="3863"/>
                    <a:pt x="7668" y="2886"/>
                    <a:pt x="6168" y="1124"/>
                  </a:cubicBezTo>
                  <a:cubicBezTo>
                    <a:pt x="5521" y="386"/>
                    <a:pt x="4607" y="0"/>
                    <a:pt x="3689"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6" name="Google Shape;3106;p45"/>
            <p:cNvSpPr/>
            <p:nvPr/>
          </p:nvSpPr>
          <p:spPr>
            <a:xfrm>
              <a:off x="7095857" y="3487556"/>
              <a:ext cx="60187" cy="51198"/>
            </a:xfrm>
            <a:custGeom>
              <a:avLst/>
              <a:gdLst/>
              <a:ahLst/>
              <a:cxnLst/>
              <a:rect l="l" t="t" r="r" b="b"/>
              <a:pathLst>
                <a:path w="41295" h="35127" extrusionOk="0">
                  <a:moveTo>
                    <a:pt x="30816" y="6573"/>
                  </a:moveTo>
                  <a:cubicBezTo>
                    <a:pt x="30816" y="6573"/>
                    <a:pt x="34555" y="8193"/>
                    <a:pt x="34293" y="10241"/>
                  </a:cubicBezTo>
                  <a:lnTo>
                    <a:pt x="34722" y="24767"/>
                  </a:lnTo>
                  <a:cubicBezTo>
                    <a:pt x="34531" y="26816"/>
                    <a:pt x="30816" y="28554"/>
                    <a:pt x="30816" y="28554"/>
                  </a:cubicBezTo>
                  <a:lnTo>
                    <a:pt x="10359" y="28554"/>
                  </a:lnTo>
                  <a:cubicBezTo>
                    <a:pt x="8311" y="28554"/>
                    <a:pt x="6621" y="26887"/>
                    <a:pt x="6621" y="24791"/>
                  </a:cubicBezTo>
                  <a:lnTo>
                    <a:pt x="6621" y="10336"/>
                  </a:lnTo>
                  <a:cubicBezTo>
                    <a:pt x="6621" y="8264"/>
                    <a:pt x="8288" y="6573"/>
                    <a:pt x="10359" y="6573"/>
                  </a:cubicBezTo>
                  <a:close/>
                  <a:moveTo>
                    <a:pt x="10336" y="1"/>
                  </a:moveTo>
                  <a:cubicBezTo>
                    <a:pt x="4620" y="1"/>
                    <a:pt x="0" y="4621"/>
                    <a:pt x="0" y="10336"/>
                  </a:cubicBezTo>
                  <a:lnTo>
                    <a:pt x="0" y="24791"/>
                  </a:lnTo>
                  <a:cubicBezTo>
                    <a:pt x="0" y="30507"/>
                    <a:pt x="4620" y="35127"/>
                    <a:pt x="10336" y="35127"/>
                  </a:cubicBezTo>
                  <a:lnTo>
                    <a:pt x="30792" y="35127"/>
                  </a:lnTo>
                  <a:cubicBezTo>
                    <a:pt x="30792" y="35127"/>
                    <a:pt x="41104" y="30459"/>
                    <a:pt x="40842" y="24744"/>
                  </a:cubicBezTo>
                  <a:lnTo>
                    <a:pt x="41294" y="10241"/>
                  </a:lnTo>
                  <a:cubicBezTo>
                    <a:pt x="41104" y="4549"/>
                    <a:pt x="30792" y="1"/>
                    <a:pt x="30792"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7" name="Google Shape;3107;p45"/>
            <p:cNvSpPr/>
            <p:nvPr/>
          </p:nvSpPr>
          <p:spPr>
            <a:xfrm>
              <a:off x="7166942" y="3487556"/>
              <a:ext cx="59527" cy="51198"/>
            </a:xfrm>
            <a:custGeom>
              <a:avLst/>
              <a:gdLst/>
              <a:ahLst/>
              <a:cxnLst/>
              <a:rect l="l" t="t" r="r" b="b"/>
              <a:pathLst>
                <a:path w="40842" h="35127" extrusionOk="0">
                  <a:moveTo>
                    <a:pt x="30507" y="6573"/>
                  </a:moveTo>
                  <a:cubicBezTo>
                    <a:pt x="32555" y="6573"/>
                    <a:pt x="34245" y="8240"/>
                    <a:pt x="34245" y="10336"/>
                  </a:cubicBezTo>
                  <a:lnTo>
                    <a:pt x="34245" y="24791"/>
                  </a:lnTo>
                  <a:cubicBezTo>
                    <a:pt x="34245" y="26887"/>
                    <a:pt x="32578" y="28554"/>
                    <a:pt x="30507" y="28554"/>
                  </a:cubicBezTo>
                  <a:lnTo>
                    <a:pt x="10312" y="28554"/>
                  </a:lnTo>
                  <a:cubicBezTo>
                    <a:pt x="8264" y="28554"/>
                    <a:pt x="6573" y="26887"/>
                    <a:pt x="6573" y="24791"/>
                  </a:cubicBezTo>
                  <a:lnTo>
                    <a:pt x="6573" y="10336"/>
                  </a:lnTo>
                  <a:cubicBezTo>
                    <a:pt x="6573" y="8264"/>
                    <a:pt x="8240" y="6573"/>
                    <a:pt x="10312" y="6573"/>
                  </a:cubicBezTo>
                  <a:close/>
                  <a:moveTo>
                    <a:pt x="10312" y="1"/>
                  </a:moveTo>
                  <a:cubicBezTo>
                    <a:pt x="4596" y="1"/>
                    <a:pt x="0" y="4621"/>
                    <a:pt x="0" y="10336"/>
                  </a:cubicBezTo>
                  <a:lnTo>
                    <a:pt x="0" y="24791"/>
                  </a:lnTo>
                  <a:cubicBezTo>
                    <a:pt x="0" y="30507"/>
                    <a:pt x="4596" y="35127"/>
                    <a:pt x="10312" y="35127"/>
                  </a:cubicBezTo>
                  <a:lnTo>
                    <a:pt x="30507" y="35127"/>
                  </a:lnTo>
                  <a:cubicBezTo>
                    <a:pt x="36222" y="35127"/>
                    <a:pt x="40842" y="30507"/>
                    <a:pt x="40842" y="24791"/>
                  </a:cubicBezTo>
                  <a:lnTo>
                    <a:pt x="40842" y="10336"/>
                  </a:lnTo>
                  <a:cubicBezTo>
                    <a:pt x="40842" y="4644"/>
                    <a:pt x="36222" y="1"/>
                    <a:pt x="30507"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8" name="Google Shape;3108;p45"/>
            <p:cNvSpPr/>
            <p:nvPr/>
          </p:nvSpPr>
          <p:spPr>
            <a:xfrm>
              <a:off x="7237992" y="3487556"/>
              <a:ext cx="59529" cy="51198"/>
            </a:xfrm>
            <a:custGeom>
              <a:avLst/>
              <a:gdLst/>
              <a:ahLst/>
              <a:cxnLst/>
              <a:rect l="l" t="t" r="r" b="b"/>
              <a:pathLst>
                <a:path w="40843" h="35127" extrusionOk="0">
                  <a:moveTo>
                    <a:pt x="30507" y="6573"/>
                  </a:moveTo>
                  <a:cubicBezTo>
                    <a:pt x="32579" y="6573"/>
                    <a:pt x="34270" y="8240"/>
                    <a:pt x="34270" y="10336"/>
                  </a:cubicBezTo>
                  <a:lnTo>
                    <a:pt x="34270" y="24791"/>
                  </a:lnTo>
                  <a:cubicBezTo>
                    <a:pt x="34270" y="26887"/>
                    <a:pt x="32603" y="28554"/>
                    <a:pt x="30507" y="28554"/>
                  </a:cubicBezTo>
                  <a:lnTo>
                    <a:pt x="10336" y="28554"/>
                  </a:lnTo>
                  <a:cubicBezTo>
                    <a:pt x="8288" y="28554"/>
                    <a:pt x="6573" y="26887"/>
                    <a:pt x="6573" y="24791"/>
                  </a:cubicBezTo>
                  <a:lnTo>
                    <a:pt x="6573" y="10336"/>
                  </a:lnTo>
                  <a:cubicBezTo>
                    <a:pt x="6573" y="8264"/>
                    <a:pt x="8240" y="6573"/>
                    <a:pt x="10336" y="6573"/>
                  </a:cubicBezTo>
                  <a:close/>
                  <a:moveTo>
                    <a:pt x="10336" y="1"/>
                  </a:moveTo>
                  <a:cubicBezTo>
                    <a:pt x="4620" y="1"/>
                    <a:pt x="0" y="4621"/>
                    <a:pt x="0" y="10336"/>
                  </a:cubicBezTo>
                  <a:lnTo>
                    <a:pt x="0" y="24791"/>
                  </a:lnTo>
                  <a:cubicBezTo>
                    <a:pt x="0" y="30507"/>
                    <a:pt x="4620" y="35127"/>
                    <a:pt x="10336" y="35127"/>
                  </a:cubicBezTo>
                  <a:lnTo>
                    <a:pt x="30507" y="35127"/>
                  </a:lnTo>
                  <a:cubicBezTo>
                    <a:pt x="36222" y="35127"/>
                    <a:pt x="40842" y="30507"/>
                    <a:pt x="40842" y="24791"/>
                  </a:cubicBezTo>
                  <a:lnTo>
                    <a:pt x="40842" y="10336"/>
                  </a:lnTo>
                  <a:cubicBezTo>
                    <a:pt x="40842" y="4644"/>
                    <a:pt x="36222" y="1"/>
                    <a:pt x="30507"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9" name="Google Shape;3109;p45"/>
            <p:cNvSpPr/>
            <p:nvPr/>
          </p:nvSpPr>
          <p:spPr>
            <a:xfrm>
              <a:off x="7095857" y="3553503"/>
              <a:ext cx="60187" cy="51198"/>
            </a:xfrm>
            <a:custGeom>
              <a:avLst/>
              <a:gdLst/>
              <a:ahLst/>
              <a:cxnLst/>
              <a:rect l="l" t="t" r="r" b="b"/>
              <a:pathLst>
                <a:path w="41295" h="35127" extrusionOk="0">
                  <a:moveTo>
                    <a:pt x="30816" y="6574"/>
                  </a:moveTo>
                  <a:cubicBezTo>
                    <a:pt x="30816" y="6574"/>
                    <a:pt x="34555" y="8383"/>
                    <a:pt x="34293" y="10455"/>
                  </a:cubicBezTo>
                  <a:lnTo>
                    <a:pt x="34722" y="25006"/>
                  </a:lnTo>
                  <a:cubicBezTo>
                    <a:pt x="34531" y="27054"/>
                    <a:pt x="30816" y="28578"/>
                    <a:pt x="30816" y="28578"/>
                  </a:cubicBezTo>
                  <a:lnTo>
                    <a:pt x="10359" y="28578"/>
                  </a:lnTo>
                  <a:cubicBezTo>
                    <a:pt x="8311" y="28578"/>
                    <a:pt x="6621" y="26911"/>
                    <a:pt x="6621" y="24815"/>
                  </a:cubicBezTo>
                  <a:lnTo>
                    <a:pt x="6621" y="10336"/>
                  </a:lnTo>
                  <a:cubicBezTo>
                    <a:pt x="6621" y="8264"/>
                    <a:pt x="8288" y="6574"/>
                    <a:pt x="10359" y="6574"/>
                  </a:cubicBezTo>
                  <a:close/>
                  <a:moveTo>
                    <a:pt x="10336" y="1"/>
                  </a:moveTo>
                  <a:cubicBezTo>
                    <a:pt x="4620" y="1"/>
                    <a:pt x="0" y="4621"/>
                    <a:pt x="0" y="10336"/>
                  </a:cubicBezTo>
                  <a:lnTo>
                    <a:pt x="0" y="24792"/>
                  </a:lnTo>
                  <a:cubicBezTo>
                    <a:pt x="0" y="30507"/>
                    <a:pt x="4620" y="35127"/>
                    <a:pt x="10336" y="35127"/>
                  </a:cubicBezTo>
                  <a:lnTo>
                    <a:pt x="30792" y="35127"/>
                  </a:lnTo>
                  <a:cubicBezTo>
                    <a:pt x="30792" y="35127"/>
                    <a:pt x="41104" y="30650"/>
                    <a:pt x="40842" y="24982"/>
                  </a:cubicBezTo>
                  <a:lnTo>
                    <a:pt x="41294" y="10479"/>
                  </a:lnTo>
                  <a:cubicBezTo>
                    <a:pt x="41104" y="4788"/>
                    <a:pt x="30792" y="1"/>
                    <a:pt x="30792"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0" name="Google Shape;3110;p45"/>
            <p:cNvSpPr/>
            <p:nvPr/>
          </p:nvSpPr>
          <p:spPr>
            <a:xfrm>
              <a:off x="7166942" y="3553503"/>
              <a:ext cx="59527" cy="51198"/>
            </a:xfrm>
            <a:custGeom>
              <a:avLst/>
              <a:gdLst/>
              <a:ahLst/>
              <a:cxnLst/>
              <a:rect l="l" t="t" r="r" b="b"/>
              <a:pathLst>
                <a:path w="40842" h="35127" extrusionOk="0">
                  <a:moveTo>
                    <a:pt x="30507" y="6574"/>
                  </a:moveTo>
                  <a:cubicBezTo>
                    <a:pt x="32555" y="6574"/>
                    <a:pt x="34245" y="8241"/>
                    <a:pt x="34245" y="10336"/>
                  </a:cubicBezTo>
                  <a:lnTo>
                    <a:pt x="34245" y="24792"/>
                  </a:lnTo>
                  <a:cubicBezTo>
                    <a:pt x="34245" y="26887"/>
                    <a:pt x="32578" y="28554"/>
                    <a:pt x="30507" y="28554"/>
                  </a:cubicBezTo>
                  <a:lnTo>
                    <a:pt x="10312" y="28554"/>
                  </a:lnTo>
                  <a:cubicBezTo>
                    <a:pt x="8264" y="28554"/>
                    <a:pt x="6573" y="26887"/>
                    <a:pt x="6573" y="24792"/>
                  </a:cubicBezTo>
                  <a:lnTo>
                    <a:pt x="6573" y="10336"/>
                  </a:lnTo>
                  <a:cubicBezTo>
                    <a:pt x="6573" y="8264"/>
                    <a:pt x="8240" y="6574"/>
                    <a:pt x="10312" y="6574"/>
                  </a:cubicBezTo>
                  <a:close/>
                  <a:moveTo>
                    <a:pt x="10312" y="1"/>
                  </a:moveTo>
                  <a:cubicBezTo>
                    <a:pt x="4596" y="1"/>
                    <a:pt x="0" y="4621"/>
                    <a:pt x="0" y="10336"/>
                  </a:cubicBezTo>
                  <a:lnTo>
                    <a:pt x="0" y="24792"/>
                  </a:lnTo>
                  <a:cubicBezTo>
                    <a:pt x="0" y="30507"/>
                    <a:pt x="4596" y="35127"/>
                    <a:pt x="10312" y="35127"/>
                  </a:cubicBezTo>
                  <a:lnTo>
                    <a:pt x="30507" y="35127"/>
                  </a:lnTo>
                  <a:cubicBezTo>
                    <a:pt x="36222" y="35127"/>
                    <a:pt x="40842" y="30507"/>
                    <a:pt x="40842" y="24792"/>
                  </a:cubicBezTo>
                  <a:lnTo>
                    <a:pt x="40842" y="10336"/>
                  </a:lnTo>
                  <a:cubicBezTo>
                    <a:pt x="40842" y="4645"/>
                    <a:pt x="36222" y="1"/>
                    <a:pt x="30507"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1" name="Google Shape;3111;p45"/>
            <p:cNvSpPr/>
            <p:nvPr/>
          </p:nvSpPr>
          <p:spPr>
            <a:xfrm>
              <a:off x="7237992" y="3553503"/>
              <a:ext cx="59529" cy="51198"/>
            </a:xfrm>
            <a:custGeom>
              <a:avLst/>
              <a:gdLst/>
              <a:ahLst/>
              <a:cxnLst/>
              <a:rect l="l" t="t" r="r" b="b"/>
              <a:pathLst>
                <a:path w="40843" h="35127" extrusionOk="0">
                  <a:moveTo>
                    <a:pt x="30507" y="6574"/>
                  </a:moveTo>
                  <a:cubicBezTo>
                    <a:pt x="32579" y="6574"/>
                    <a:pt x="34270" y="8241"/>
                    <a:pt x="34270" y="10336"/>
                  </a:cubicBezTo>
                  <a:lnTo>
                    <a:pt x="34270" y="24792"/>
                  </a:lnTo>
                  <a:cubicBezTo>
                    <a:pt x="34270" y="26887"/>
                    <a:pt x="32603" y="28554"/>
                    <a:pt x="30507" y="28554"/>
                  </a:cubicBezTo>
                  <a:lnTo>
                    <a:pt x="10336" y="28554"/>
                  </a:lnTo>
                  <a:cubicBezTo>
                    <a:pt x="8288" y="28554"/>
                    <a:pt x="6573" y="26887"/>
                    <a:pt x="6573" y="24792"/>
                  </a:cubicBezTo>
                  <a:lnTo>
                    <a:pt x="6573" y="10336"/>
                  </a:lnTo>
                  <a:cubicBezTo>
                    <a:pt x="6573" y="8264"/>
                    <a:pt x="8240" y="6574"/>
                    <a:pt x="10336" y="6574"/>
                  </a:cubicBezTo>
                  <a:close/>
                  <a:moveTo>
                    <a:pt x="10336" y="1"/>
                  </a:moveTo>
                  <a:cubicBezTo>
                    <a:pt x="4620" y="1"/>
                    <a:pt x="0" y="4621"/>
                    <a:pt x="0" y="10336"/>
                  </a:cubicBezTo>
                  <a:lnTo>
                    <a:pt x="0" y="24792"/>
                  </a:lnTo>
                  <a:cubicBezTo>
                    <a:pt x="0" y="30507"/>
                    <a:pt x="4620" y="35127"/>
                    <a:pt x="10336" y="35127"/>
                  </a:cubicBezTo>
                  <a:lnTo>
                    <a:pt x="30507" y="35127"/>
                  </a:lnTo>
                  <a:cubicBezTo>
                    <a:pt x="36222" y="35127"/>
                    <a:pt x="40842" y="30507"/>
                    <a:pt x="40842" y="24792"/>
                  </a:cubicBezTo>
                  <a:lnTo>
                    <a:pt x="40842" y="10336"/>
                  </a:lnTo>
                  <a:cubicBezTo>
                    <a:pt x="40842" y="4645"/>
                    <a:pt x="36222" y="1"/>
                    <a:pt x="30507"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2" name="Google Shape;3112;p45"/>
            <p:cNvSpPr/>
            <p:nvPr/>
          </p:nvSpPr>
          <p:spPr>
            <a:xfrm>
              <a:off x="7095857" y="3620111"/>
              <a:ext cx="59527" cy="51198"/>
            </a:xfrm>
            <a:custGeom>
              <a:avLst/>
              <a:gdLst/>
              <a:ahLst/>
              <a:cxnLst/>
              <a:rect l="l" t="t" r="r" b="b"/>
              <a:pathLst>
                <a:path w="40842" h="35127" extrusionOk="0">
                  <a:moveTo>
                    <a:pt x="30816" y="6573"/>
                  </a:moveTo>
                  <a:cubicBezTo>
                    <a:pt x="30816" y="6573"/>
                    <a:pt x="34555" y="8169"/>
                    <a:pt x="34293" y="10241"/>
                  </a:cubicBezTo>
                  <a:lnTo>
                    <a:pt x="34722" y="24768"/>
                  </a:lnTo>
                  <a:cubicBezTo>
                    <a:pt x="34531" y="26816"/>
                    <a:pt x="30816" y="28530"/>
                    <a:pt x="30816" y="28530"/>
                  </a:cubicBezTo>
                  <a:lnTo>
                    <a:pt x="10359" y="28530"/>
                  </a:lnTo>
                  <a:cubicBezTo>
                    <a:pt x="8311" y="28530"/>
                    <a:pt x="6621" y="26863"/>
                    <a:pt x="6621" y="24791"/>
                  </a:cubicBezTo>
                  <a:lnTo>
                    <a:pt x="6621" y="10312"/>
                  </a:lnTo>
                  <a:cubicBezTo>
                    <a:pt x="6621" y="8264"/>
                    <a:pt x="8288" y="6573"/>
                    <a:pt x="10359" y="6573"/>
                  </a:cubicBezTo>
                  <a:close/>
                  <a:moveTo>
                    <a:pt x="10336" y="1"/>
                  </a:moveTo>
                  <a:cubicBezTo>
                    <a:pt x="4620" y="1"/>
                    <a:pt x="0" y="4597"/>
                    <a:pt x="0" y="10312"/>
                  </a:cubicBezTo>
                  <a:lnTo>
                    <a:pt x="0" y="24791"/>
                  </a:lnTo>
                  <a:cubicBezTo>
                    <a:pt x="0" y="30507"/>
                    <a:pt x="4620" y="35127"/>
                    <a:pt x="10336" y="35127"/>
                  </a:cubicBezTo>
                  <a:lnTo>
                    <a:pt x="30507" y="35127"/>
                  </a:lnTo>
                  <a:cubicBezTo>
                    <a:pt x="36222" y="35127"/>
                    <a:pt x="40842" y="30507"/>
                    <a:pt x="40842" y="24791"/>
                  </a:cubicBezTo>
                  <a:lnTo>
                    <a:pt x="40842" y="10312"/>
                  </a:lnTo>
                  <a:cubicBezTo>
                    <a:pt x="40842" y="4597"/>
                    <a:pt x="36222" y="1"/>
                    <a:pt x="30507"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3" name="Google Shape;3113;p45"/>
            <p:cNvSpPr/>
            <p:nvPr/>
          </p:nvSpPr>
          <p:spPr>
            <a:xfrm>
              <a:off x="7166942" y="3620111"/>
              <a:ext cx="59527" cy="51198"/>
            </a:xfrm>
            <a:custGeom>
              <a:avLst/>
              <a:gdLst/>
              <a:ahLst/>
              <a:cxnLst/>
              <a:rect l="l" t="t" r="r" b="b"/>
              <a:pathLst>
                <a:path w="40842" h="35127" extrusionOk="0">
                  <a:moveTo>
                    <a:pt x="30507" y="6573"/>
                  </a:moveTo>
                  <a:cubicBezTo>
                    <a:pt x="32555" y="6573"/>
                    <a:pt x="34245" y="8240"/>
                    <a:pt x="34245" y="10312"/>
                  </a:cubicBezTo>
                  <a:lnTo>
                    <a:pt x="34245" y="24791"/>
                  </a:lnTo>
                  <a:cubicBezTo>
                    <a:pt x="34245" y="26863"/>
                    <a:pt x="32578" y="28530"/>
                    <a:pt x="30507" y="28530"/>
                  </a:cubicBezTo>
                  <a:lnTo>
                    <a:pt x="10312" y="28530"/>
                  </a:lnTo>
                  <a:cubicBezTo>
                    <a:pt x="8264" y="28530"/>
                    <a:pt x="6573" y="26863"/>
                    <a:pt x="6573" y="24791"/>
                  </a:cubicBezTo>
                  <a:lnTo>
                    <a:pt x="6573" y="10312"/>
                  </a:lnTo>
                  <a:cubicBezTo>
                    <a:pt x="6573" y="8264"/>
                    <a:pt x="8240" y="6573"/>
                    <a:pt x="10312" y="6573"/>
                  </a:cubicBezTo>
                  <a:close/>
                  <a:moveTo>
                    <a:pt x="10312" y="1"/>
                  </a:moveTo>
                  <a:cubicBezTo>
                    <a:pt x="4596" y="1"/>
                    <a:pt x="0" y="4597"/>
                    <a:pt x="0" y="10312"/>
                  </a:cubicBezTo>
                  <a:lnTo>
                    <a:pt x="0" y="24791"/>
                  </a:lnTo>
                  <a:cubicBezTo>
                    <a:pt x="0" y="30507"/>
                    <a:pt x="4596" y="35127"/>
                    <a:pt x="10312" y="35127"/>
                  </a:cubicBezTo>
                  <a:lnTo>
                    <a:pt x="30507" y="35127"/>
                  </a:lnTo>
                  <a:cubicBezTo>
                    <a:pt x="36222" y="35127"/>
                    <a:pt x="40842" y="30507"/>
                    <a:pt x="40842" y="24791"/>
                  </a:cubicBezTo>
                  <a:lnTo>
                    <a:pt x="40842" y="10288"/>
                  </a:lnTo>
                  <a:cubicBezTo>
                    <a:pt x="40842" y="4597"/>
                    <a:pt x="36246" y="1"/>
                    <a:pt x="30554"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4" name="Google Shape;3114;p45"/>
            <p:cNvSpPr/>
            <p:nvPr/>
          </p:nvSpPr>
          <p:spPr>
            <a:xfrm>
              <a:off x="7237992" y="3620111"/>
              <a:ext cx="59529" cy="51198"/>
            </a:xfrm>
            <a:custGeom>
              <a:avLst/>
              <a:gdLst/>
              <a:ahLst/>
              <a:cxnLst/>
              <a:rect l="l" t="t" r="r" b="b"/>
              <a:pathLst>
                <a:path w="40843" h="35127" extrusionOk="0">
                  <a:moveTo>
                    <a:pt x="30507" y="6573"/>
                  </a:moveTo>
                  <a:cubicBezTo>
                    <a:pt x="32579" y="6573"/>
                    <a:pt x="34270" y="8240"/>
                    <a:pt x="34270" y="10312"/>
                  </a:cubicBezTo>
                  <a:lnTo>
                    <a:pt x="34270" y="24791"/>
                  </a:lnTo>
                  <a:cubicBezTo>
                    <a:pt x="34270" y="26863"/>
                    <a:pt x="32603" y="28530"/>
                    <a:pt x="30507" y="28530"/>
                  </a:cubicBezTo>
                  <a:lnTo>
                    <a:pt x="10336" y="28530"/>
                  </a:lnTo>
                  <a:cubicBezTo>
                    <a:pt x="8288" y="28530"/>
                    <a:pt x="6573" y="26863"/>
                    <a:pt x="6573" y="24791"/>
                  </a:cubicBezTo>
                  <a:lnTo>
                    <a:pt x="6573" y="10312"/>
                  </a:lnTo>
                  <a:cubicBezTo>
                    <a:pt x="6573" y="8264"/>
                    <a:pt x="8240" y="6573"/>
                    <a:pt x="10336" y="6573"/>
                  </a:cubicBezTo>
                  <a:close/>
                  <a:moveTo>
                    <a:pt x="10336" y="1"/>
                  </a:moveTo>
                  <a:cubicBezTo>
                    <a:pt x="4620" y="1"/>
                    <a:pt x="0" y="4597"/>
                    <a:pt x="0" y="10312"/>
                  </a:cubicBezTo>
                  <a:lnTo>
                    <a:pt x="0" y="24791"/>
                  </a:lnTo>
                  <a:cubicBezTo>
                    <a:pt x="0" y="30507"/>
                    <a:pt x="4620" y="35127"/>
                    <a:pt x="10336" y="35127"/>
                  </a:cubicBezTo>
                  <a:lnTo>
                    <a:pt x="30507" y="35127"/>
                  </a:lnTo>
                  <a:cubicBezTo>
                    <a:pt x="36222" y="35127"/>
                    <a:pt x="40842" y="30507"/>
                    <a:pt x="40842" y="24791"/>
                  </a:cubicBezTo>
                  <a:lnTo>
                    <a:pt x="40842" y="10288"/>
                  </a:lnTo>
                  <a:cubicBezTo>
                    <a:pt x="40842" y="4597"/>
                    <a:pt x="36270" y="1"/>
                    <a:pt x="30578"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115" name="Google Shape;3115;p45"/>
          <p:cNvGrpSpPr/>
          <p:nvPr/>
        </p:nvGrpSpPr>
        <p:grpSpPr>
          <a:xfrm>
            <a:off x="7738644" y="3382022"/>
            <a:ext cx="328493" cy="245466"/>
            <a:chOff x="7738644" y="3382022"/>
            <a:chExt cx="328493" cy="245466"/>
          </a:xfrm>
        </p:grpSpPr>
        <p:sp>
          <p:nvSpPr>
            <p:cNvPr id="3116" name="Google Shape;3116;p45"/>
            <p:cNvSpPr/>
            <p:nvPr/>
          </p:nvSpPr>
          <p:spPr>
            <a:xfrm>
              <a:off x="7743746" y="3400852"/>
              <a:ext cx="318254" cy="221947"/>
            </a:xfrm>
            <a:custGeom>
              <a:avLst/>
              <a:gdLst/>
              <a:ahLst/>
              <a:cxnLst/>
              <a:rect l="l" t="t" r="r" b="b"/>
              <a:pathLst>
                <a:path w="218356" h="152279" extrusionOk="0">
                  <a:moveTo>
                    <a:pt x="58941" y="0"/>
                  </a:moveTo>
                  <a:cubicBezTo>
                    <a:pt x="42866" y="0"/>
                    <a:pt x="27792" y="3453"/>
                    <a:pt x="14099" y="10288"/>
                  </a:cubicBezTo>
                  <a:cubicBezTo>
                    <a:pt x="5406" y="14598"/>
                    <a:pt x="0" y="23291"/>
                    <a:pt x="0" y="32983"/>
                  </a:cubicBezTo>
                  <a:lnTo>
                    <a:pt x="0" y="120501"/>
                  </a:lnTo>
                  <a:cubicBezTo>
                    <a:pt x="0" y="134504"/>
                    <a:pt x="11384" y="145863"/>
                    <a:pt x="25339" y="145863"/>
                  </a:cubicBezTo>
                  <a:cubicBezTo>
                    <a:pt x="28292" y="145863"/>
                    <a:pt x="31174" y="145363"/>
                    <a:pt x="33984" y="144363"/>
                  </a:cubicBezTo>
                  <a:cubicBezTo>
                    <a:pt x="41723" y="141553"/>
                    <a:pt x="50130" y="140124"/>
                    <a:pt x="58989" y="140124"/>
                  </a:cubicBezTo>
                  <a:cubicBezTo>
                    <a:pt x="82399" y="140124"/>
                    <a:pt x="101545" y="150102"/>
                    <a:pt x="102331" y="150483"/>
                  </a:cubicBezTo>
                  <a:cubicBezTo>
                    <a:pt x="104467" y="151683"/>
                    <a:pt x="106838" y="152278"/>
                    <a:pt x="109208" y="152278"/>
                  </a:cubicBezTo>
                  <a:cubicBezTo>
                    <a:pt x="111542" y="152278"/>
                    <a:pt x="113874" y="151701"/>
                    <a:pt x="115977" y="150555"/>
                  </a:cubicBezTo>
                  <a:lnTo>
                    <a:pt x="116096" y="150483"/>
                  </a:lnTo>
                  <a:cubicBezTo>
                    <a:pt x="116287" y="150388"/>
                    <a:pt x="135672" y="140124"/>
                    <a:pt x="159415" y="140124"/>
                  </a:cubicBezTo>
                  <a:cubicBezTo>
                    <a:pt x="168250" y="140124"/>
                    <a:pt x="176656" y="141553"/>
                    <a:pt x="184420" y="144363"/>
                  </a:cubicBezTo>
                  <a:cubicBezTo>
                    <a:pt x="187230" y="145363"/>
                    <a:pt x="190111" y="145863"/>
                    <a:pt x="193064" y="145863"/>
                  </a:cubicBezTo>
                  <a:cubicBezTo>
                    <a:pt x="199685" y="145863"/>
                    <a:pt x="205972" y="143315"/>
                    <a:pt x="210735" y="138647"/>
                  </a:cubicBezTo>
                  <a:cubicBezTo>
                    <a:pt x="215641" y="133837"/>
                    <a:pt x="218355" y="127383"/>
                    <a:pt x="218355" y="120501"/>
                  </a:cubicBezTo>
                  <a:lnTo>
                    <a:pt x="218355" y="32983"/>
                  </a:lnTo>
                  <a:cubicBezTo>
                    <a:pt x="218355" y="23291"/>
                    <a:pt x="212950" y="14598"/>
                    <a:pt x="204257" y="10288"/>
                  </a:cubicBezTo>
                  <a:cubicBezTo>
                    <a:pt x="190564" y="3453"/>
                    <a:pt x="175466" y="0"/>
                    <a:pt x="159391" y="0"/>
                  </a:cubicBezTo>
                  <a:cubicBezTo>
                    <a:pt x="137458" y="0"/>
                    <a:pt x="118787" y="6525"/>
                    <a:pt x="109166" y="10645"/>
                  </a:cubicBezTo>
                  <a:cubicBezTo>
                    <a:pt x="99545" y="6502"/>
                    <a:pt x="80922" y="0"/>
                    <a:pt x="58941" y="0"/>
                  </a:cubicBezTo>
                  <a:close/>
                </a:path>
              </a:pathLst>
            </a:custGeom>
            <a:solidFill>
              <a:srgbClr val="1CA8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7" name="Google Shape;3117;p45"/>
            <p:cNvSpPr/>
            <p:nvPr/>
          </p:nvSpPr>
          <p:spPr>
            <a:xfrm>
              <a:off x="7753395" y="3400678"/>
              <a:ext cx="299615" cy="214089"/>
            </a:xfrm>
            <a:custGeom>
              <a:avLst/>
              <a:gdLst/>
              <a:ahLst/>
              <a:cxnLst/>
              <a:rect l="l" t="t" r="r" b="b"/>
              <a:pathLst>
                <a:path w="205568" h="146888" extrusionOk="0">
                  <a:moveTo>
                    <a:pt x="52512" y="0"/>
                  </a:moveTo>
                  <a:cubicBezTo>
                    <a:pt x="36437" y="0"/>
                    <a:pt x="21315" y="3453"/>
                    <a:pt x="7621" y="10288"/>
                  </a:cubicBezTo>
                  <a:cubicBezTo>
                    <a:pt x="4668" y="11741"/>
                    <a:pt x="2120" y="13717"/>
                    <a:pt x="1" y="16051"/>
                  </a:cubicBezTo>
                  <a:lnTo>
                    <a:pt x="1" y="120477"/>
                  </a:lnTo>
                  <a:cubicBezTo>
                    <a:pt x="1" y="130908"/>
                    <a:pt x="8479" y="139386"/>
                    <a:pt x="18862" y="139386"/>
                  </a:cubicBezTo>
                  <a:cubicBezTo>
                    <a:pt x="21077" y="139386"/>
                    <a:pt x="23220" y="139005"/>
                    <a:pt x="25292" y="138243"/>
                  </a:cubicBezTo>
                  <a:cubicBezTo>
                    <a:pt x="33746" y="135194"/>
                    <a:pt x="42915" y="133646"/>
                    <a:pt x="52512" y="133646"/>
                  </a:cubicBezTo>
                  <a:cubicBezTo>
                    <a:pt x="77993" y="133646"/>
                    <a:pt x="98545" y="144553"/>
                    <a:pt x="98974" y="144792"/>
                  </a:cubicBezTo>
                  <a:lnTo>
                    <a:pt x="102760" y="146887"/>
                  </a:lnTo>
                  <a:lnTo>
                    <a:pt x="106571" y="144792"/>
                  </a:lnTo>
                  <a:cubicBezTo>
                    <a:pt x="106785" y="144672"/>
                    <a:pt x="127218" y="133646"/>
                    <a:pt x="153033" y="133646"/>
                  </a:cubicBezTo>
                  <a:cubicBezTo>
                    <a:pt x="162630" y="133646"/>
                    <a:pt x="171799" y="135194"/>
                    <a:pt x="180253" y="138243"/>
                  </a:cubicBezTo>
                  <a:cubicBezTo>
                    <a:pt x="182325" y="139005"/>
                    <a:pt x="184492" y="139386"/>
                    <a:pt x="186683" y="139386"/>
                  </a:cubicBezTo>
                  <a:cubicBezTo>
                    <a:pt x="191612" y="139386"/>
                    <a:pt x="196280" y="137481"/>
                    <a:pt x="199852" y="134004"/>
                  </a:cubicBezTo>
                  <a:cubicBezTo>
                    <a:pt x="203543" y="130431"/>
                    <a:pt x="205567" y="125621"/>
                    <a:pt x="205567" y="120477"/>
                  </a:cubicBezTo>
                  <a:lnTo>
                    <a:pt x="205567" y="16051"/>
                  </a:lnTo>
                  <a:cubicBezTo>
                    <a:pt x="203472" y="13693"/>
                    <a:pt x="200900" y="11741"/>
                    <a:pt x="197923" y="10288"/>
                  </a:cubicBezTo>
                  <a:cubicBezTo>
                    <a:pt x="184230" y="3453"/>
                    <a:pt x="169107" y="0"/>
                    <a:pt x="153033" y="0"/>
                  </a:cubicBezTo>
                  <a:cubicBezTo>
                    <a:pt x="131076" y="0"/>
                    <a:pt x="112405" y="6525"/>
                    <a:pt x="102784" y="10645"/>
                  </a:cubicBezTo>
                  <a:cubicBezTo>
                    <a:pt x="93139" y="6502"/>
                    <a:pt x="74516" y="0"/>
                    <a:pt x="52512" y="0"/>
                  </a:cubicBezTo>
                  <a:close/>
                </a:path>
              </a:pathLst>
            </a:custGeom>
            <a:solidFill>
              <a:srgbClr val="000000">
                <a:alpha val="84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8" name="Google Shape;3118;p45"/>
            <p:cNvSpPr/>
            <p:nvPr/>
          </p:nvSpPr>
          <p:spPr>
            <a:xfrm>
              <a:off x="7862869" y="3386879"/>
              <a:ext cx="177993" cy="214872"/>
            </a:xfrm>
            <a:custGeom>
              <a:avLst/>
              <a:gdLst/>
              <a:ahLst/>
              <a:cxnLst/>
              <a:rect l="l" t="t" r="r" b="b"/>
              <a:pathLst>
                <a:path w="122122" h="147425" extrusionOk="0">
                  <a:moveTo>
                    <a:pt x="77546" y="1"/>
                  </a:moveTo>
                  <a:cubicBezTo>
                    <a:pt x="49449" y="1"/>
                    <a:pt x="27316" y="12135"/>
                    <a:pt x="27316" y="12135"/>
                  </a:cubicBezTo>
                  <a:lnTo>
                    <a:pt x="1" y="68409"/>
                  </a:lnTo>
                  <a:lnTo>
                    <a:pt x="27316" y="147425"/>
                  </a:lnTo>
                  <a:cubicBezTo>
                    <a:pt x="27316" y="147425"/>
                    <a:pt x="49466" y="135298"/>
                    <a:pt x="77565" y="135298"/>
                  </a:cubicBezTo>
                  <a:cubicBezTo>
                    <a:pt x="87049" y="135298"/>
                    <a:pt x="97211" y="136680"/>
                    <a:pt x="107428" y="140376"/>
                  </a:cubicBezTo>
                  <a:cubicBezTo>
                    <a:pt x="108670" y="140823"/>
                    <a:pt x="109925" y="141032"/>
                    <a:pt x="111149" y="141032"/>
                  </a:cubicBezTo>
                  <a:cubicBezTo>
                    <a:pt x="116969" y="141032"/>
                    <a:pt x="122121" y="136316"/>
                    <a:pt x="122121" y="130040"/>
                  </a:cubicBezTo>
                  <a:lnTo>
                    <a:pt x="122121" y="18589"/>
                  </a:lnTo>
                  <a:cubicBezTo>
                    <a:pt x="122121" y="14422"/>
                    <a:pt x="119740" y="10611"/>
                    <a:pt x="116001" y="8754"/>
                  </a:cubicBezTo>
                  <a:cubicBezTo>
                    <a:pt x="102939" y="2266"/>
                    <a:pt x="89686" y="1"/>
                    <a:pt x="77546" y="1"/>
                  </a:cubicBezTo>
                  <a:close/>
                </a:path>
              </a:pathLst>
            </a:custGeom>
            <a:solidFill>
              <a:srgbClr val="F0EBD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9" name="Google Shape;3119;p45"/>
            <p:cNvSpPr/>
            <p:nvPr/>
          </p:nvSpPr>
          <p:spPr>
            <a:xfrm>
              <a:off x="7764919" y="3386778"/>
              <a:ext cx="138283" cy="215111"/>
            </a:xfrm>
            <a:custGeom>
              <a:avLst/>
              <a:gdLst/>
              <a:ahLst/>
              <a:cxnLst/>
              <a:rect l="l" t="t" r="r" b="b"/>
              <a:pathLst>
                <a:path w="94877" h="147589" extrusionOk="0">
                  <a:moveTo>
                    <a:pt x="44632" y="0"/>
                  </a:moveTo>
                  <a:cubicBezTo>
                    <a:pt x="32475" y="0"/>
                    <a:pt x="19203" y="2271"/>
                    <a:pt x="6121" y="8775"/>
                  </a:cubicBezTo>
                  <a:cubicBezTo>
                    <a:pt x="2358" y="10609"/>
                    <a:pt x="0" y="14419"/>
                    <a:pt x="0" y="18634"/>
                  </a:cubicBezTo>
                  <a:lnTo>
                    <a:pt x="0" y="130205"/>
                  </a:lnTo>
                  <a:cubicBezTo>
                    <a:pt x="0" y="136472"/>
                    <a:pt x="5154" y="141183"/>
                    <a:pt x="10969" y="141183"/>
                  </a:cubicBezTo>
                  <a:cubicBezTo>
                    <a:pt x="12203" y="141183"/>
                    <a:pt x="13467" y="140971"/>
                    <a:pt x="14718" y="140516"/>
                  </a:cubicBezTo>
                  <a:cubicBezTo>
                    <a:pt x="24942" y="136816"/>
                    <a:pt x="35109" y="135432"/>
                    <a:pt x="44596" y="135432"/>
                  </a:cubicBezTo>
                  <a:cubicBezTo>
                    <a:pt x="72720" y="135432"/>
                    <a:pt x="94877" y="147589"/>
                    <a:pt x="94877" y="147589"/>
                  </a:cubicBezTo>
                  <a:lnTo>
                    <a:pt x="94877" y="12133"/>
                  </a:lnTo>
                  <a:cubicBezTo>
                    <a:pt x="94199" y="11769"/>
                    <a:pt x="72308" y="0"/>
                    <a:pt x="44632" y="0"/>
                  </a:cubicBezTo>
                  <a:close/>
                </a:path>
              </a:pathLst>
            </a:custGeom>
            <a:solidFill>
              <a:srgbClr val="EFEDE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0" name="Google Shape;3120;p45"/>
            <p:cNvSpPr/>
            <p:nvPr/>
          </p:nvSpPr>
          <p:spPr>
            <a:xfrm>
              <a:off x="7738644" y="3382022"/>
              <a:ext cx="328493" cy="245466"/>
            </a:xfrm>
            <a:custGeom>
              <a:avLst/>
              <a:gdLst/>
              <a:ahLst/>
              <a:cxnLst/>
              <a:rect l="l" t="t" r="r" b="b"/>
              <a:pathLst>
                <a:path w="225381" h="168416" extrusionOk="0">
                  <a:moveTo>
                    <a:pt x="62485" y="6616"/>
                  </a:moveTo>
                  <a:cubicBezTo>
                    <a:pt x="85072" y="6616"/>
                    <a:pt x="103737" y="14717"/>
                    <a:pt x="109428" y="17492"/>
                  </a:cubicBezTo>
                  <a:lnTo>
                    <a:pt x="109428" y="145518"/>
                  </a:lnTo>
                  <a:cubicBezTo>
                    <a:pt x="107118" y="144494"/>
                    <a:pt x="104784" y="143541"/>
                    <a:pt x="102427" y="142684"/>
                  </a:cubicBezTo>
                  <a:cubicBezTo>
                    <a:pt x="90972" y="138492"/>
                    <a:pt x="78827" y="135873"/>
                    <a:pt x="66610" y="135397"/>
                  </a:cubicBezTo>
                  <a:cubicBezTo>
                    <a:pt x="65431" y="135343"/>
                    <a:pt x="64266" y="135316"/>
                    <a:pt x="63093" y="135316"/>
                  </a:cubicBezTo>
                  <a:cubicBezTo>
                    <a:pt x="62703" y="135316"/>
                    <a:pt x="62311" y="135319"/>
                    <a:pt x="61918" y="135325"/>
                  </a:cubicBezTo>
                  <a:cubicBezTo>
                    <a:pt x="60275" y="135325"/>
                    <a:pt x="58822" y="136468"/>
                    <a:pt x="58537" y="138064"/>
                  </a:cubicBezTo>
                  <a:cubicBezTo>
                    <a:pt x="58179" y="140278"/>
                    <a:pt x="60013" y="141945"/>
                    <a:pt x="61990" y="141945"/>
                  </a:cubicBezTo>
                  <a:cubicBezTo>
                    <a:pt x="62129" y="141945"/>
                    <a:pt x="62268" y="141945"/>
                    <a:pt x="62406" y="141945"/>
                  </a:cubicBezTo>
                  <a:cubicBezTo>
                    <a:pt x="88886" y="141945"/>
                    <a:pt x="110195" y="153188"/>
                    <a:pt x="111095" y="153662"/>
                  </a:cubicBezTo>
                  <a:lnTo>
                    <a:pt x="111119" y="153662"/>
                  </a:lnTo>
                  <a:cubicBezTo>
                    <a:pt x="111611" y="153935"/>
                    <a:pt x="112127" y="154058"/>
                    <a:pt x="112644" y="154058"/>
                  </a:cubicBezTo>
                  <a:cubicBezTo>
                    <a:pt x="113253" y="154058"/>
                    <a:pt x="113862" y="153887"/>
                    <a:pt x="114429" y="153591"/>
                  </a:cubicBezTo>
                  <a:cubicBezTo>
                    <a:pt x="116377" y="152558"/>
                    <a:pt x="137167" y="141954"/>
                    <a:pt x="163019" y="141954"/>
                  </a:cubicBezTo>
                  <a:cubicBezTo>
                    <a:pt x="168777" y="141954"/>
                    <a:pt x="174787" y="142480"/>
                    <a:pt x="180895" y="143755"/>
                  </a:cubicBezTo>
                  <a:cubicBezTo>
                    <a:pt x="184587" y="144541"/>
                    <a:pt x="188230" y="145541"/>
                    <a:pt x="191731" y="146827"/>
                  </a:cubicBezTo>
                  <a:cubicBezTo>
                    <a:pt x="193288" y="147391"/>
                    <a:pt x="194870" y="147654"/>
                    <a:pt x="196423" y="147654"/>
                  </a:cubicBezTo>
                  <a:cubicBezTo>
                    <a:pt x="203992" y="147654"/>
                    <a:pt x="210878" y="141418"/>
                    <a:pt x="210878" y="133396"/>
                  </a:cubicBezTo>
                  <a:lnTo>
                    <a:pt x="210878" y="28946"/>
                  </a:lnTo>
                  <a:cubicBezTo>
                    <a:pt x="215831" y="33138"/>
                    <a:pt x="218784" y="39329"/>
                    <a:pt x="218784" y="46021"/>
                  </a:cubicBezTo>
                  <a:lnTo>
                    <a:pt x="218784" y="133372"/>
                  </a:lnTo>
                  <a:cubicBezTo>
                    <a:pt x="218784" y="139374"/>
                    <a:pt x="216451" y="144970"/>
                    <a:pt x="212164" y="149185"/>
                  </a:cubicBezTo>
                  <a:cubicBezTo>
                    <a:pt x="207981" y="153252"/>
                    <a:pt x="202342" y="155436"/>
                    <a:pt x="196646" y="155436"/>
                  </a:cubicBezTo>
                  <a:cubicBezTo>
                    <a:pt x="194137" y="155436"/>
                    <a:pt x="191617" y="155012"/>
                    <a:pt x="189207" y="154138"/>
                  </a:cubicBezTo>
                  <a:cubicBezTo>
                    <a:pt x="181062" y="151209"/>
                    <a:pt x="172275" y="149709"/>
                    <a:pt x="163035" y="149709"/>
                  </a:cubicBezTo>
                  <a:cubicBezTo>
                    <a:pt x="138387" y="149709"/>
                    <a:pt x="118240" y="160402"/>
                    <a:pt x="118025" y="160497"/>
                  </a:cubicBezTo>
                  <a:cubicBezTo>
                    <a:pt x="116343" y="161416"/>
                    <a:pt x="114471" y="161893"/>
                    <a:pt x="112611" y="161893"/>
                  </a:cubicBezTo>
                  <a:cubicBezTo>
                    <a:pt x="110810" y="161893"/>
                    <a:pt x="109021" y="161446"/>
                    <a:pt x="107428" y="160521"/>
                  </a:cubicBezTo>
                  <a:cubicBezTo>
                    <a:pt x="107404" y="160521"/>
                    <a:pt x="107380" y="160497"/>
                    <a:pt x="107380" y="160497"/>
                  </a:cubicBezTo>
                  <a:cubicBezTo>
                    <a:pt x="106523" y="160044"/>
                    <a:pt x="86709" y="149709"/>
                    <a:pt x="62395" y="149709"/>
                  </a:cubicBezTo>
                  <a:cubicBezTo>
                    <a:pt x="53155" y="149709"/>
                    <a:pt x="44343" y="151209"/>
                    <a:pt x="36222" y="154138"/>
                  </a:cubicBezTo>
                  <a:cubicBezTo>
                    <a:pt x="33782" y="155027"/>
                    <a:pt x="31307" y="155441"/>
                    <a:pt x="28881" y="155441"/>
                  </a:cubicBezTo>
                  <a:cubicBezTo>
                    <a:pt x="17194" y="155441"/>
                    <a:pt x="6645" y="145835"/>
                    <a:pt x="6645" y="133372"/>
                  </a:cubicBezTo>
                  <a:lnTo>
                    <a:pt x="6645" y="46021"/>
                  </a:lnTo>
                  <a:cubicBezTo>
                    <a:pt x="6645" y="39306"/>
                    <a:pt x="9574" y="33138"/>
                    <a:pt x="14551" y="28923"/>
                  </a:cubicBezTo>
                  <a:lnTo>
                    <a:pt x="14551" y="133372"/>
                  </a:lnTo>
                  <a:cubicBezTo>
                    <a:pt x="14551" y="137087"/>
                    <a:pt x="16052" y="140731"/>
                    <a:pt x="18671" y="143398"/>
                  </a:cubicBezTo>
                  <a:cubicBezTo>
                    <a:pt x="21362" y="146139"/>
                    <a:pt x="25121" y="147625"/>
                    <a:pt x="28910" y="147625"/>
                  </a:cubicBezTo>
                  <a:cubicBezTo>
                    <a:pt x="30519" y="147625"/>
                    <a:pt x="32134" y="147357"/>
                    <a:pt x="33674" y="146804"/>
                  </a:cubicBezTo>
                  <a:cubicBezTo>
                    <a:pt x="38628" y="144970"/>
                    <a:pt x="43915" y="143660"/>
                    <a:pt x="49297" y="142874"/>
                  </a:cubicBezTo>
                  <a:cubicBezTo>
                    <a:pt x="51226" y="142565"/>
                    <a:pt x="52512" y="140660"/>
                    <a:pt x="51964" y="138731"/>
                  </a:cubicBezTo>
                  <a:cubicBezTo>
                    <a:pt x="51582" y="137266"/>
                    <a:pt x="50177" y="136331"/>
                    <a:pt x="48696" y="136331"/>
                  </a:cubicBezTo>
                  <a:cubicBezTo>
                    <a:pt x="48516" y="136331"/>
                    <a:pt x="48334" y="136345"/>
                    <a:pt x="48154" y="136373"/>
                  </a:cubicBezTo>
                  <a:cubicBezTo>
                    <a:pt x="42390" y="137230"/>
                    <a:pt x="36770" y="138659"/>
                    <a:pt x="31412" y="140612"/>
                  </a:cubicBezTo>
                  <a:cubicBezTo>
                    <a:pt x="30610" y="140900"/>
                    <a:pt x="29790" y="141035"/>
                    <a:pt x="28981" y="141035"/>
                  </a:cubicBezTo>
                  <a:cubicBezTo>
                    <a:pt x="24917" y="141035"/>
                    <a:pt x="21124" y="137643"/>
                    <a:pt x="21124" y="133372"/>
                  </a:cubicBezTo>
                  <a:lnTo>
                    <a:pt x="21124" y="21945"/>
                  </a:lnTo>
                  <a:cubicBezTo>
                    <a:pt x="21124" y="18992"/>
                    <a:pt x="22767" y="16349"/>
                    <a:pt x="25411" y="15039"/>
                  </a:cubicBezTo>
                  <a:cubicBezTo>
                    <a:pt x="37982" y="8798"/>
                    <a:pt x="50762" y="6616"/>
                    <a:pt x="62485" y="6616"/>
                  </a:cubicBezTo>
                  <a:close/>
                  <a:moveTo>
                    <a:pt x="162936" y="0"/>
                  </a:moveTo>
                  <a:cubicBezTo>
                    <a:pt x="138283" y="0"/>
                    <a:pt x="118305" y="8921"/>
                    <a:pt x="112667" y="11729"/>
                  </a:cubicBezTo>
                  <a:cubicBezTo>
                    <a:pt x="106954" y="8943"/>
                    <a:pt x="86807" y="12"/>
                    <a:pt x="62259" y="12"/>
                  </a:cubicBezTo>
                  <a:cubicBezTo>
                    <a:pt x="49659" y="12"/>
                    <a:pt x="35900" y="2364"/>
                    <a:pt x="22339" y="9109"/>
                  </a:cubicBezTo>
                  <a:cubicBezTo>
                    <a:pt x="17695" y="11419"/>
                    <a:pt x="14718" y="15944"/>
                    <a:pt x="14432" y="21016"/>
                  </a:cubicBezTo>
                  <a:cubicBezTo>
                    <a:pt x="5502" y="26136"/>
                    <a:pt x="1" y="35519"/>
                    <a:pt x="1" y="45902"/>
                  </a:cubicBezTo>
                  <a:lnTo>
                    <a:pt x="1" y="133325"/>
                  </a:lnTo>
                  <a:cubicBezTo>
                    <a:pt x="1" y="149481"/>
                    <a:pt x="13876" y="161968"/>
                    <a:pt x="29018" y="161968"/>
                  </a:cubicBezTo>
                  <a:cubicBezTo>
                    <a:pt x="32133" y="161968"/>
                    <a:pt x="35301" y="161440"/>
                    <a:pt x="38413" y="160306"/>
                  </a:cubicBezTo>
                  <a:cubicBezTo>
                    <a:pt x="45844" y="157615"/>
                    <a:pt x="53869" y="156258"/>
                    <a:pt x="62323" y="156258"/>
                  </a:cubicBezTo>
                  <a:cubicBezTo>
                    <a:pt x="84780" y="156258"/>
                    <a:pt x="103046" y="165665"/>
                    <a:pt x="104189" y="166260"/>
                  </a:cubicBezTo>
                  <a:cubicBezTo>
                    <a:pt x="106889" y="167676"/>
                    <a:pt x="109828" y="168416"/>
                    <a:pt x="112761" y="168416"/>
                  </a:cubicBezTo>
                  <a:cubicBezTo>
                    <a:pt x="115597" y="168416"/>
                    <a:pt x="118426" y="167724"/>
                    <a:pt x="121026" y="166284"/>
                  </a:cubicBezTo>
                  <a:lnTo>
                    <a:pt x="121121" y="166236"/>
                  </a:lnTo>
                  <a:cubicBezTo>
                    <a:pt x="121312" y="166141"/>
                    <a:pt x="140125" y="156258"/>
                    <a:pt x="162939" y="156258"/>
                  </a:cubicBezTo>
                  <a:cubicBezTo>
                    <a:pt x="171394" y="156258"/>
                    <a:pt x="179467" y="157615"/>
                    <a:pt x="186849" y="160306"/>
                  </a:cubicBezTo>
                  <a:cubicBezTo>
                    <a:pt x="190064" y="161497"/>
                    <a:pt x="193374" y="162069"/>
                    <a:pt x="196708" y="162069"/>
                  </a:cubicBezTo>
                  <a:cubicBezTo>
                    <a:pt x="212354" y="162069"/>
                    <a:pt x="225381" y="148971"/>
                    <a:pt x="225381" y="133372"/>
                  </a:cubicBezTo>
                  <a:lnTo>
                    <a:pt x="225381" y="46021"/>
                  </a:lnTo>
                  <a:cubicBezTo>
                    <a:pt x="225381" y="35591"/>
                    <a:pt x="219856" y="26160"/>
                    <a:pt x="210878" y="21016"/>
                  </a:cubicBezTo>
                  <a:cubicBezTo>
                    <a:pt x="210545" y="15896"/>
                    <a:pt x="207568" y="11371"/>
                    <a:pt x="202900" y="9061"/>
                  </a:cubicBezTo>
                  <a:cubicBezTo>
                    <a:pt x="196875" y="6085"/>
                    <a:pt x="190517" y="3775"/>
                    <a:pt x="183944" y="2274"/>
                  </a:cubicBezTo>
                  <a:cubicBezTo>
                    <a:pt x="183690" y="2215"/>
                    <a:pt x="183436" y="2187"/>
                    <a:pt x="183185" y="2187"/>
                  </a:cubicBezTo>
                  <a:cubicBezTo>
                    <a:pt x="181513" y="2187"/>
                    <a:pt x="180020" y="3449"/>
                    <a:pt x="179895" y="5251"/>
                  </a:cubicBezTo>
                  <a:cubicBezTo>
                    <a:pt x="179729" y="6870"/>
                    <a:pt x="180919" y="8371"/>
                    <a:pt x="182539" y="8752"/>
                  </a:cubicBezTo>
                  <a:cubicBezTo>
                    <a:pt x="188588" y="10157"/>
                    <a:pt x="194446" y="12276"/>
                    <a:pt x="199971" y="15015"/>
                  </a:cubicBezTo>
                  <a:cubicBezTo>
                    <a:pt x="202662" y="16349"/>
                    <a:pt x="204305" y="18992"/>
                    <a:pt x="204305" y="21945"/>
                  </a:cubicBezTo>
                  <a:lnTo>
                    <a:pt x="204305" y="133396"/>
                  </a:lnTo>
                  <a:cubicBezTo>
                    <a:pt x="204305" y="137711"/>
                    <a:pt x="200554" y="141072"/>
                    <a:pt x="196484" y="141072"/>
                  </a:cubicBezTo>
                  <a:cubicBezTo>
                    <a:pt x="195658" y="141072"/>
                    <a:pt x="194818" y="140933"/>
                    <a:pt x="193993" y="140636"/>
                  </a:cubicBezTo>
                  <a:cubicBezTo>
                    <a:pt x="183283" y="136756"/>
                    <a:pt x="172648" y="135372"/>
                    <a:pt x="162928" y="135372"/>
                  </a:cubicBezTo>
                  <a:cubicBezTo>
                    <a:pt x="152960" y="135372"/>
                    <a:pt x="143953" y="136828"/>
                    <a:pt x="136815" y="138540"/>
                  </a:cubicBezTo>
                  <a:cubicBezTo>
                    <a:pt x="130980" y="139945"/>
                    <a:pt x="125265" y="141755"/>
                    <a:pt x="119692" y="143970"/>
                  </a:cubicBezTo>
                  <a:cubicBezTo>
                    <a:pt x="119359" y="144089"/>
                    <a:pt x="116001" y="145518"/>
                    <a:pt x="115977" y="145518"/>
                  </a:cubicBezTo>
                  <a:lnTo>
                    <a:pt x="115977" y="17468"/>
                  </a:lnTo>
                  <a:cubicBezTo>
                    <a:pt x="121611" y="14770"/>
                    <a:pt x="140450" y="6594"/>
                    <a:pt x="163044" y="6594"/>
                  </a:cubicBezTo>
                  <a:cubicBezTo>
                    <a:pt x="165378" y="6594"/>
                    <a:pt x="167752" y="6681"/>
                    <a:pt x="170155" y="6870"/>
                  </a:cubicBezTo>
                  <a:cubicBezTo>
                    <a:pt x="170255" y="6880"/>
                    <a:pt x="170353" y="6884"/>
                    <a:pt x="170451" y="6884"/>
                  </a:cubicBezTo>
                  <a:cubicBezTo>
                    <a:pt x="172133" y="6884"/>
                    <a:pt x="173545" y="5556"/>
                    <a:pt x="173680" y="3846"/>
                  </a:cubicBezTo>
                  <a:cubicBezTo>
                    <a:pt x="173846" y="2036"/>
                    <a:pt x="172465" y="441"/>
                    <a:pt x="170655" y="298"/>
                  </a:cubicBezTo>
                  <a:cubicBezTo>
                    <a:pt x="168040" y="94"/>
                    <a:pt x="165463" y="0"/>
                    <a:pt x="162936"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1" name="Google Shape;3121;p45"/>
            <p:cNvSpPr/>
            <p:nvPr/>
          </p:nvSpPr>
          <p:spPr>
            <a:xfrm>
              <a:off x="7785155" y="3430892"/>
              <a:ext cx="103504" cy="18994"/>
            </a:xfrm>
            <a:custGeom>
              <a:avLst/>
              <a:gdLst/>
              <a:ahLst/>
              <a:cxnLst/>
              <a:rect l="l" t="t" r="r" b="b"/>
              <a:pathLst>
                <a:path w="71015" h="13032" extrusionOk="0">
                  <a:moveTo>
                    <a:pt x="30632" y="0"/>
                  </a:moveTo>
                  <a:cubicBezTo>
                    <a:pt x="21709" y="0"/>
                    <a:pt x="12251" y="1192"/>
                    <a:pt x="2667" y="4251"/>
                  </a:cubicBezTo>
                  <a:cubicBezTo>
                    <a:pt x="953" y="4823"/>
                    <a:pt x="0" y="6657"/>
                    <a:pt x="524" y="8395"/>
                  </a:cubicBezTo>
                  <a:cubicBezTo>
                    <a:pt x="983" y="9811"/>
                    <a:pt x="2273" y="10704"/>
                    <a:pt x="3651" y="10704"/>
                  </a:cubicBezTo>
                  <a:cubicBezTo>
                    <a:pt x="3988" y="10704"/>
                    <a:pt x="4331" y="10651"/>
                    <a:pt x="4668" y="10538"/>
                  </a:cubicBezTo>
                  <a:cubicBezTo>
                    <a:pt x="13549" y="7701"/>
                    <a:pt x="22340" y="6593"/>
                    <a:pt x="30654" y="6593"/>
                  </a:cubicBezTo>
                  <a:cubicBezTo>
                    <a:pt x="44388" y="6593"/>
                    <a:pt x="56823" y="9615"/>
                    <a:pt x="66228" y="12848"/>
                  </a:cubicBezTo>
                  <a:cubicBezTo>
                    <a:pt x="66581" y="12973"/>
                    <a:pt x="66942" y="13031"/>
                    <a:pt x="67299" y="13031"/>
                  </a:cubicBezTo>
                  <a:cubicBezTo>
                    <a:pt x="68656" y="13031"/>
                    <a:pt x="69948" y="12182"/>
                    <a:pt x="70420" y="10824"/>
                  </a:cubicBezTo>
                  <a:cubicBezTo>
                    <a:pt x="71015" y="9110"/>
                    <a:pt x="70110" y="7228"/>
                    <a:pt x="68395" y="6633"/>
                  </a:cubicBezTo>
                  <a:cubicBezTo>
                    <a:pt x="58442" y="3202"/>
                    <a:pt x="45255" y="0"/>
                    <a:pt x="30632"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2" name="Google Shape;3122;p45"/>
            <p:cNvSpPr/>
            <p:nvPr/>
          </p:nvSpPr>
          <p:spPr>
            <a:xfrm>
              <a:off x="7785155" y="3461912"/>
              <a:ext cx="103504" cy="19001"/>
            </a:xfrm>
            <a:custGeom>
              <a:avLst/>
              <a:gdLst/>
              <a:ahLst/>
              <a:cxnLst/>
              <a:rect l="l" t="t" r="r" b="b"/>
              <a:pathLst>
                <a:path w="71015" h="13037" extrusionOk="0">
                  <a:moveTo>
                    <a:pt x="30665" y="1"/>
                  </a:moveTo>
                  <a:cubicBezTo>
                    <a:pt x="21732" y="1"/>
                    <a:pt x="12263" y="1195"/>
                    <a:pt x="2667" y="4259"/>
                  </a:cubicBezTo>
                  <a:cubicBezTo>
                    <a:pt x="953" y="4830"/>
                    <a:pt x="0" y="6664"/>
                    <a:pt x="524" y="8402"/>
                  </a:cubicBezTo>
                  <a:cubicBezTo>
                    <a:pt x="986" y="9808"/>
                    <a:pt x="2290" y="10700"/>
                    <a:pt x="3678" y="10700"/>
                  </a:cubicBezTo>
                  <a:cubicBezTo>
                    <a:pt x="4007" y="10700"/>
                    <a:pt x="4340" y="10650"/>
                    <a:pt x="4668" y="10545"/>
                  </a:cubicBezTo>
                  <a:cubicBezTo>
                    <a:pt x="13558" y="7696"/>
                    <a:pt x="22357" y="6584"/>
                    <a:pt x="30679" y="6584"/>
                  </a:cubicBezTo>
                  <a:cubicBezTo>
                    <a:pt x="44403" y="6584"/>
                    <a:pt x="56829" y="9609"/>
                    <a:pt x="66228" y="12855"/>
                  </a:cubicBezTo>
                  <a:cubicBezTo>
                    <a:pt x="66576" y="12978"/>
                    <a:pt x="66934" y="13036"/>
                    <a:pt x="67287" y="13036"/>
                  </a:cubicBezTo>
                  <a:cubicBezTo>
                    <a:pt x="68648" y="13036"/>
                    <a:pt x="69947" y="12174"/>
                    <a:pt x="70420" y="10831"/>
                  </a:cubicBezTo>
                  <a:cubicBezTo>
                    <a:pt x="71015" y="9117"/>
                    <a:pt x="70110" y="7235"/>
                    <a:pt x="68395" y="6640"/>
                  </a:cubicBezTo>
                  <a:cubicBezTo>
                    <a:pt x="58449" y="3197"/>
                    <a:pt x="45275" y="1"/>
                    <a:pt x="30665"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3" name="Google Shape;3123;p45"/>
            <p:cNvSpPr/>
            <p:nvPr/>
          </p:nvSpPr>
          <p:spPr>
            <a:xfrm>
              <a:off x="7785155" y="3492943"/>
              <a:ext cx="103504" cy="19001"/>
            </a:xfrm>
            <a:custGeom>
              <a:avLst/>
              <a:gdLst/>
              <a:ahLst/>
              <a:cxnLst/>
              <a:rect l="l" t="t" r="r" b="b"/>
              <a:pathLst>
                <a:path w="71015" h="13037" extrusionOk="0">
                  <a:moveTo>
                    <a:pt x="30665" y="1"/>
                  </a:moveTo>
                  <a:cubicBezTo>
                    <a:pt x="21732" y="1"/>
                    <a:pt x="12263" y="1195"/>
                    <a:pt x="2667" y="4259"/>
                  </a:cubicBezTo>
                  <a:cubicBezTo>
                    <a:pt x="953" y="4806"/>
                    <a:pt x="0" y="6664"/>
                    <a:pt x="524" y="8378"/>
                  </a:cubicBezTo>
                  <a:cubicBezTo>
                    <a:pt x="967" y="9784"/>
                    <a:pt x="2282" y="10676"/>
                    <a:pt x="3676" y="10676"/>
                  </a:cubicBezTo>
                  <a:cubicBezTo>
                    <a:pt x="4006" y="10676"/>
                    <a:pt x="4340" y="10626"/>
                    <a:pt x="4668" y="10522"/>
                  </a:cubicBezTo>
                  <a:cubicBezTo>
                    <a:pt x="13544" y="7686"/>
                    <a:pt x="22329" y="6578"/>
                    <a:pt x="30640" y="6578"/>
                  </a:cubicBezTo>
                  <a:cubicBezTo>
                    <a:pt x="44379" y="6578"/>
                    <a:pt x="56820" y="9606"/>
                    <a:pt x="66228" y="12856"/>
                  </a:cubicBezTo>
                  <a:cubicBezTo>
                    <a:pt x="66576" y="12978"/>
                    <a:pt x="66934" y="13036"/>
                    <a:pt x="67287" y="13036"/>
                  </a:cubicBezTo>
                  <a:cubicBezTo>
                    <a:pt x="68648" y="13036"/>
                    <a:pt x="69947" y="12174"/>
                    <a:pt x="70420" y="10831"/>
                  </a:cubicBezTo>
                  <a:cubicBezTo>
                    <a:pt x="71015" y="9093"/>
                    <a:pt x="70110" y="7235"/>
                    <a:pt x="68395" y="6640"/>
                  </a:cubicBezTo>
                  <a:cubicBezTo>
                    <a:pt x="58449" y="3197"/>
                    <a:pt x="45275" y="1"/>
                    <a:pt x="30665"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4" name="Google Shape;3124;p45"/>
            <p:cNvSpPr/>
            <p:nvPr/>
          </p:nvSpPr>
          <p:spPr>
            <a:xfrm>
              <a:off x="7785155" y="3523913"/>
              <a:ext cx="103504" cy="18994"/>
            </a:xfrm>
            <a:custGeom>
              <a:avLst/>
              <a:gdLst/>
              <a:ahLst/>
              <a:cxnLst/>
              <a:rect l="l" t="t" r="r" b="b"/>
              <a:pathLst>
                <a:path w="71015" h="13032" extrusionOk="0">
                  <a:moveTo>
                    <a:pt x="30632" y="1"/>
                  </a:moveTo>
                  <a:cubicBezTo>
                    <a:pt x="21709" y="1"/>
                    <a:pt x="12251" y="1193"/>
                    <a:pt x="2667" y="4252"/>
                  </a:cubicBezTo>
                  <a:cubicBezTo>
                    <a:pt x="953" y="4824"/>
                    <a:pt x="0" y="6657"/>
                    <a:pt x="524" y="8396"/>
                  </a:cubicBezTo>
                  <a:cubicBezTo>
                    <a:pt x="970" y="9792"/>
                    <a:pt x="2300" y="10683"/>
                    <a:pt x="3704" y="10683"/>
                  </a:cubicBezTo>
                  <a:cubicBezTo>
                    <a:pt x="4025" y="10683"/>
                    <a:pt x="4349" y="10636"/>
                    <a:pt x="4668" y="10539"/>
                  </a:cubicBezTo>
                  <a:cubicBezTo>
                    <a:pt x="13549" y="7701"/>
                    <a:pt x="22340" y="6594"/>
                    <a:pt x="30654" y="6594"/>
                  </a:cubicBezTo>
                  <a:cubicBezTo>
                    <a:pt x="44388" y="6594"/>
                    <a:pt x="56823" y="9615"/>
                    <a:pt x="66228" y="12849"/>
                  </a:cubicBezTo>
                  <a:cubicBezTo>
                    <a:pt x="66581" y="12973"/>
                    <a:pt x="66942" y="13032"/>
                    <a:pt x="67299" y="13032"/>
                  </a:cubicBezTo>
                  <a:cubicBezTo>
                    <a:pt x="68656" y="13032"/>
                    <a:pt x="69948" y="12182"/>
                    <a:pt x="70420" y="10825"/>
                  </a:cubicBezTo>
                  <a:cubicBezTo>
                    <a:pt x="71015" y="9110"/>
                    <a:pt x="70110" y="7229"/>
                    <a:pt x="68395" y="6633"/>
                  </a:cubicBezTo>
                  <a:cubicBezTo>
                    <a:pt x="58442" y="3202"/>
                    <a:pt x="45255" y="1"/>
                    <a:pt x="30632"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5" name="Google Shape;3125;p45"/>
            <p:cNvSpPr/>
            <p:nvPr/>
          </p:nvSpPr>
          <p:spPr>
            <a:xfrm>
              <a:off x="7917260" y="3430942"/>
              <a:ext cx="103539" cy="18980"/>
            </a:xfrm>
            <a:custGeom>
              <a:avLst/>
              <a:gdLst/>
              <a:ahLst/>
              <a:cxnLst/>
              <a:rect l="l" t="t" r="r" b="b"/>
              <a:pathLst>
                <a:path w="71039" h="13022" extrusionOk="0">
                  <a:moveTo>
                    <a:pt x="40391" y="0"/>
                  </a:moveTo>
                  <a:cubicBezTo>
                    <a:pt x="25775" y="0"/>
                    <a:pt x="12586" y="3192"/>
                    <a:pt x="2620" y="6623"/>
                  </a:cubicBezTo>
                  <a:cubicBezTo>
                    <a:pt x="905" y="7218"/>
                    <a:pt x="0" y="9099"/>
                    <a:pt x="595" y="10814"/>
                  </a:cubicBezTo>
                  <a:cubicBezTo>
                    <a:pt x="1067" y="12171"/>
                    <a:pt x="2359" y="13021"/>
                    <a:pt x="3715" y="13021"/>
                  </a:cubicBezTo>
                  <a:cubicBezTo>
                    <a:pt x="4073" y="13021"/>
                    <a:pt x="4434" y="12962"/>
                    <a:pt x="4787" y="12838"/>
                  </a:cubicBezTo>
                  <a:cubicBezTo>
                    <a:pt x="14192" y="9604"/>
                    <a:pt x="26636" y="6583"/>
                    <a:pt x="40371" y="6583"/>
                  </a:cubicBezTo>
                  <a:cubicBezTo>
                    <a:pt x="48686" y="6583"/>
                    <a:pt x="57474" y="7690"/>
                    <a:pt x="66347" y="10528"/>
                  </a:cubicBezTo>
                  <a:cubicBezTo>
                    <a:pt x="66689" y="10641"/>
                    <a:pt x="67036" y="10694"/>
                    <a:pt x="67377" y="10694"/>
                  </a:cubicBezTo>
                  <a:cubicBezTo>
                    <a:pt x="68773" y="10694"/>
                    <a:pt x="70070" y="9801"/>
                    <a:pt x="70491" y="8385"/>
                  </a:cubicBezTo>
                  <a:cubicBezTo>
                    <a:pt x="71039" y="6670"/>
                    <a:pt x="70086" y="4789"/>
                    <a:pt x="68348" y="4241"/>
                  </a:cubicBezTo>
                  <a:cubicBezTo>
                    <a:pt x="58769" y="1190"/>
                    <a:pt x="49314" y="0"/>
                    <a:pt x="40391"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6" name="Google Shape;3126;p45"/>
            <p:cNvSpPr/>
            <p:nvPr/>
          </p:nvSpPr>
          <p:spPr>
            <a:xfrm>
              <a:off x="7917260" y="3461912"/>
              <a:ext cx="103539" cy="19001"/>
            </a:xfrm>
            <a:custGeom>
              <a:avLst/>
              <a:gdLst/>
              <a:ahLst/>
              <a:cxnLst/>
              <a:rect l="l" t="t" r="r" b="b"/>
              <a:pathLst>
                <a:path w="71039" h="13037" extrusionOk="0">
                  <a:moveTo>
                    <a:pt x="40367" y="1"/>
                  </a:moveTo>
                  <a:cubicBezTo>
                    <a:pt x="25760" y="1"/>
                    <a:pt x="12580" y="3197"/>
                    <a:pt x="2620" y="6640"/>
                  </a:cubicBezTo>
                  <a:cubicBezTo>
                    <a:pt x="905" y="7235"/>
                    <a:pt x="0" y="9117"/>
                    <a:pt x="595" y="10831"/>
                  </a:cubicBezTo>
                  <a:cubicBezTo>
                    <a:pt x="1068" y="12174"/>
                    <a:pt x="2367" y="13036"/>
                    <a:pt x="3728" y="13036"/>
                  </a:cubicBezTo>
                  <a:cubicBezTo>
                    <a:pt x="4081" y="13036"/>
                    <a:pt x="4439" y="12978"/>
                    <a:pt x="4787" y="12855"/>
                  </a:cubicBezTo>
                  <a:cubicBezTo>
                    <a:pt x="14186" y="9609"/>
                    <a:pt x="26621" y="6584"/>
                    <a:pt x="40347" y="6584"/>
                  </a:cubicBezTo>
                  <a:cubicBezTo>
                    <a:pt x="48669" y="6584"/>
                    <a:pt x="57466" y="7696"/>
                    <a:pt x="66347" y="10545"/>
                  </a:cubicBezTo>
                  <a:cubicBezTo>
                    <a:pt x="66680" y="10650"/>
                    <a:pt x="67017" y="10700"/>
                    <a:pt x="67350" y="10700"/>
                  </a:cubicBezTo>
                  <a:cubicBezTo>
                    <a:pt x="68756" y="10700"/>
                    <a:pt x="70067" y="9808"/>
                    <a:pt x="70491" y="8402"/>
                  </a:cubicBezTo>
                  <a:cubicBezTo>
                    <a:pt x="71039" y="6664"/>
                    <a:pt x="70086" y="4830"/>
                    <a:pt x="68348" y="4259"/>
                  </a:cubicBezTo>
                  <a:cubicBezTo>
                    <a:pt x="58761" y="1195"/>
                    <a:pt x="49297" y="1"/>
                    <a:pt x="40367"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7" name="Google Shape;3127;p45"/>
            <p:cNvSpPr/>
            <p:nvPr/>
          </p:nvSpPr>
          <p:spPr>
            <a:xfrm>
              <a:off x="7917260" y="3492943"/>
              <a:ext cx="103539" cy="19001"/>
            </a:xfrm>
            <a:custGeom>
              <a:avLst/>
              <a:gdLst/>
              <a:ahLst/>
              <a:cxnLst/>
              <a:rect l="l" t="t" r="r" b="b"/>
              <a:pathLst>
                <a:path w="71039" h="13037" extrusionOk="0">
                  <a:moveTo>
                    <a:pt x="40367" y="1"/>
                  </a:moveTo>
                  <a:cubicBezTo>
                    <a:pt x="25760" y="1"/>
                    <a:pt x="12580" y="3197"/>
                    <a:pt x="2620" y="6640"/>
                  </a:cubicBezTo>
                  <a:cubicBezTo>
                    <a:pt x="905" y="7235"/>
                    <a:pt x="0" y="9093"/>
                    <a:pt x="595" y="10831"/>
                  </a:cubicBezTo>
                  <a:cubicBezTo>
                    <a:pt x="1068" y="12174"/>
                    <a:pt x="2367" y="13036"/>
                    <a:pt x="3728" y="13036"/>
                  </a:cubicBezTo>
                  <a:cubicBezTo>
                    <a:pt x="4081" y="13036"/>
                    <a:pt x="4439" y="12978"/>
                    <a:pt x="4787" y="12856"/>
                  </a:cubicBezTo>
                  <a:cubicBezTo>
                    <a:pt x="14195" y="9606"/>
                    <a:pt x="26645" y="6578"/>
                    <a:pt x="40386" y="6578"/>
                  </a:cubicBezTo>
                  <a:cubicBezTo>
                    <a:pt x="48697" y="6578"/>
                    <a:pt x="57480" y="7686"/>
                    <a:pt x="66347" y="10522"/>
                  </a:cubicBezTo>
                  <a:cubicBezTo>
                    <a:pt x="66689" y="10634"/>
                    <a:pt x="67036" y="10688"/>
                    <a:pt x="67377" y="10688"/>
                  </a:cubicBezTo>
                  <a:cubicBezTo>
                    <a:pt x="68773" y="10688"/>
                    <a:pt x="70070" y="9794"/>
                    <a:pt x="70491" y="8378"/>
                  </a:cubicBezTo>
                  <a:cubicBezTo>
                    <a:pt x="71039" y="6664"/>
                    <a:pt x="70086" y="4782"/>
                    <a:pt x="68348" y="4259"/>
                  </a:cubicBezTo>
                  <a:cubicBezTo>
                    <a:pt x="58761" y="1195"/>
                    <a:pt x="49297" y="1"/>
                    <a:pt x="40367"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8" name="Google Shape;3128;p45"/>
            <p:cNvSpPr/>
            <p:nvPr/>
          </p:nvSpPr>
          <p:spPr>
            <a:xfrm>
              <a:off x="7917260" y="3523913"/>
              <a:ext cx="103504" cy="18994"/>
            </a:xfrm>
            <a:custGeom>
              <a:avLst/>
              <a:gdLst/>
              <a:ahLst/>
              <a:cxnLst/>
              <a:rect l="l" t="t" r="r" b="b"/>
              <a:pathLst>
                <a:path w="71015" h="13032" extrusionOk="0">
                  <a:moveTo>
                    <a:pt x="40400" y="1"/>
                  </a:moveTo>
                  <a:cubicBezTo>
                    <a:pt x="25780" y="1"/>
                    <a:pt x="12588" y="3202"/>
                    <a:pt x="2620" y="6633"/>
                  </a:cubicBezTo>
                  <a:cubicBezTo>
                    <a:pt x="905" y="7229"/>
                    <a:pt x="0" y="9110"/>
                    <a:pt x="595" y="10825"/>
                  </a:cubicBezTo>
                  <a:cubicBezTo>
                    <a:pt x="1067" y="12182"/>
                    <a:pt x="2359" y="13032"/>
                    <a:pt x="3715" y="13032"/>
                  </a:cubicBezTo>
                  <a:cubicBezTo>
                    <a:pt x="4073" y="13032"/>
                    <a:pt x="4434" y="12973"/>
                    <a:pt x="4787" y="12849"/>
                  </a:cubicBezTo>
                  <a:cubicBezTo>
                    <a:pt x="14192" y="9615"/>
                    <a:pt x="26636" y="6594"/>
                    <a:pt x="40371" y="6594"/>
                  </a:cubicBezTo>
                  <a:cubicBezTo>
                    <a:pt x="48686" y="6594"/>
                    <a:pt x="57474" y="7701"/>
                    <a:pt x="66347" y="10539"/>
                  </a:cubicBezTo>
                  <a:cubicBezTo>
                    <a:pt x="66689" y="10651"/>
                    <a:pt x="67036" y="10705"/>
                    <a:pt x="67377" y="10705"/>
                  </a:cubicBezTo>
                  <a:cubicBezTo>
                    <a:pt x="68773" y="10705"/>
                    <a:pt x="70070" y="9812"/>
                    <a:pt x="70491" y="8396"/>
                  </a:cubicBezTo>
                  <a:cubicBezTo>
                    <a:pt x="71015" y="6633"/>
                    <a:pt x="70086" y="4824"/>
                    <a:pt x="68348" y="4252"/>
                  </a:cubicBezTo>
                  <a:cubicBezTo>
                    <a:pt x="58772" y="1193"/>
                    <a:pt x="49320" y="1"/>
                    <a:pt x="40400"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129" name="Google Shape;3129;p45"/>
          <p:cNvGrpSpPr/>
          <p:nvPr/>
        </p:nvGrpSpPr>
        <p:grpSpPr>
          <a:xfrm>
            <a:off x="1821905" y="3910699"/>
            <a:ext cx="323807" cy="327831"/>
            <a:chOff x="1821905" y="3910699"/>
            <a:chExt cx="323807" cy="327831"/>
          </a:xfrm>
        </p:grpSpPr>
        <p:sp>
          <p:nvSpPr>
            <p:cNvPr id="3130" name="Google Shape;3130;p45"/>
            <p:cNvSpPr/>
            <p:nvPr/>
          </p:nvSpPr>
          <p:spPr>
            <a:xfrm>
              <a:off x="1983339" y="3922882"/>
              <a:ext cx="69074" cy="41617"/>
            </a:xfrm>
            <a:custGeom>
              <a:avLst/>
              <a:gdLst/>
              <a:ahLst/>
              <a:cxnLst/>
              <a:rect l="l" t="t" r="r" b="b"/>
              <a:pathLst>
                <a:path w="47392" h="28554" extrusionOk="0">
                  <a:moveTo>
                    <a:pt x="0" y="0"/>
                  </a:moveTo>
                  <a:lnTo>
                    <a:pt x="0" y="28554"/>
                  </a:lnTo>
                  <a:lnTo>
                    <a:pt x="47391" y="28554"/>
                  </a:lnTo>
                  <a:lnTo>
                    <a:pt x="34627" y="14265"/>
                  </a:lnTo>
                  <a:lnTo>
                    <a:pt x="47391" y="0"/>
                  </a:lnTo>
                  <a:close/>
                </a:path>
              </a:pathLst>
            </a:custGeom>
            <a:solidFill>
              <a:srgbClr val="FF89A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1" name="Google Shape;3131;p45"/>
            <p:cNvSpPr/>
            <p:nvPr/>
          </p:nvSpPr>
          <p:spPr>
            <a:xfrm>
              <a:off x="1982749" y="3922882"/>
              <a:ext cx="21140" cy="41617"/>
            </a:xfrm>
            <a:custGeom>
              <a:avLst/>
              <a:gdLst/>
              <a:ahLst/>
              <a:cxnLst/>
              <a:rect l="l" t="t" r="r" b="b"/>
              <a:pathLst>
                <a:path w="14504" h="28554" extrusionOk="0">
                  <a:moveTo>
                    <a:pt x="1" y="0"/>
                  </a:moveTo>
                  <a:lnTo>
                    <a:pt x="1" y="28554"/>
                  </a:lnTo>
                  <a:lnTo>
                    <a:pt x="14504" y="28554"/>
                  </a:lnTo>
                  <a:lnTo>
                    <a:pt x="14504" y="0"/>
                  </a:lnTo>
                  <a:close/>
                </a:path>
              </a:pathLst>
            </a:custGeom>
            <a:solidFill>
              <a:srgbClr val="000000">
                <a:alpha val="84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2" name="Google Shape;3132;p45"/>
            <p:cNvSpPr/>
            <p:nvPr/>
          </p:nvSpPr>
          <p:spPr>
            <a:xfrm>
              <a:off x="1839294" y="4068834"/>
              <a:ext cx="287501" cy="165218"/>
            </a:xfrm>
            <a:custGeom>
              <a:avLst/>
              <a:gdLst/>
              <a:ahLst/>
              <a:cxnLst/>
              <a:rect l="l" t="t" r="r" b="b"/>
              <a:pathLst>
                <a:path w="197256" h="113357" extrusionOk="0">
                  <a:moveTo>
                    <a:pt x="51273" y="1"/>
                  </a:moveTo>
                  <a:lnTo>
                    <a:pt x="0" y="16528"/>
                  </a:lnTo>
                  <a:lnTo>
                    <a:pt x="0" y="113357"/>
                  </a:lnTo>
                  <a:lnTo>
                    <a:pt x="51273" y="113357"/>
                  </a:lnTo>
                  <a:lnTo>
                    <a:pt x="98616" y="101259"/>
                  </a:lnTo>
                  <a:lnTo>
                    <a:pt x="146007" y="113357"/>
                  </a:lnTo>
                  <a:lnTo>
                    <a:pt x="197256" y="113357"/>
                  </a:lnTo>
                  <a:lnTo>
                    <a:pt x="197256" y="16528"/>
                  </a:lnTo>
                  <a:lnTo>
                    <a:pt x="146007" y="1"/>
                  </a:lnTo>
                  <a:close/>
                </a:path>
              </a:pathLst>
            </a:custGeom>
            <a:solidFill>
              <a:srgbClr val="EE6B2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3" name="Google Shape;3133;p45"/>
            <p:cNvSpPr/>
            <p:nvPr/>
          </p:nvSpPr>
          <p:spPr>
            <a:xfrm>
              <a:off x="1839294" y="4068244"/>
              <a:ext cx="287501" cy="43527"/>
            </a:xfrm>
            <a:custGeom>
              <a:avLst/>
              <a:gdLst/>
              <a:ahLst/>
              <a:cxnLst/>
              <a:rect l="l" t="t" r="r" b="b"/>
              <a:pathLst>
                <a:path w="197256" h="29864" extrusionOk="0">
                  <a:moveTo>
                    <a:pt x="51273" y="1"/>
                  </a:moveTo>
                  <a:lnTo>
                    <a:pt x="0" y="16576"/>
                  </a:lnTo>
                  <a:lnTo>
                    <a:pt x="0" y="29864"/>
                  </a:lnTo>
                  <a:lnTo>
                    <a:pt x="197256" y="29864"/>
                  </a:lnTo>
                  <a:lnTo>
                    <a:pt x="197256" y="16576"/>
                  </a:lnTo>
                  <a:lnTo>
                    <a:pt x="146007" y="1"/>
                  </a:lnTo>
                  <a:close/>
                </a:path>
              </a:pathLst>
            </a:custGeom>
            <a:solidFill>
              <a:srgbClr val="000000">
                <a:alpha val="84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4" name="Google Shape;3134;p45"/>
            <p:cNvSpPr/>
            <p:nvPr/>
          </p:nvSpPr>
          <p:spPr>
            <a:xfrm>
              <a:off x="1826799" y="4026628"/>
              <a:ext cx="312457" cy="65949"/>
            </a:xfrm>
            <a:custGeom>
              <a:avLst/>
              <a:gdLst/>
              <a:ahLst/>
              <a:cxnLst/>
              <a:rect l="l" t="t" r="r" b="b"/>
              <a:pathLst>
                <a:path w="214379" h="45248" extrusionOk="0">
                  <a:moveTo>
                    <a:pt x="36532" y="0"/>
                  </a:moveTo>
                  <a:cubicBezTo>
                    <a:pt x="30554" y="0"/>
                    <a:pt x="25029" y="3144"/>
                    <a:pt x="21981" y="8288"/>
                  </a:cubicBezTo>
                  <a:lnTo>
                    <a:pt x="0" y="45248"/>
                  </a:lnTo>
                  <a:lnTo>
                    <a:pt x="214378" y="45248"/>
                  </a:lnTo>
                  <a:lnTo>
                    <a:pt x="192421" y="8288"/>
                  </a:lnTo>
                  <a:cubicBezTo>
                    <a:pt x="189397" y="3168"/>
                    <a:pt x="183848" y="0"/>
                    <a:pt x="17787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5" name="Google Shape;3135;p45"/>
            <p:cNvSpPr/>
            <p:nvPr/>
          </p:nvSpPr>
          <p:spPr>
            <a:xfrm>
              <a:off x="1914232" y="4002782"/>
              <a:ext cx="138285" cy="230646"/>
            </a:xfrm>
            <a:custGeom>
              <a:avLst/>
              <a:gdLst/>
              <a:ahLst/>
              <a:cxnLst/>
              <a:rect l="l" t="t" r="r" b="b"/>
              <a:pathLst>
                <a:path w="94878" h="158248" extrusionOk="0">
                  <a:moveTo>
                    <a:pt x="47415" y="1"/>
                  </a:moveTo>
                  <a:lnTo>
                    <a:pt x="1" y="34175"/>
                  </a:lnTo>
                  <a:lnTo>
                    <a:pt x="1" y="45034"/>
                  </a:lnTo>
                  <a:lnTo>
                    <a:pt x="1" y="158247"/>
                  </a:lnTo>
                  <a:lnTo>
                    <a:pt x="24911" y="158247"/>
                  </a:lnTo>
                  <a:lnTo>
                    <a:pt x="47415" y="146126"/>
                  </a:lnTo>
                  <a:lnTo>
                    <a:pt x="69944" y="158247"/>
                  </a:lnTo>
                  <a:lnTo>
                    <a:pt x="94878" y="158247"/>
                  </a:lnTo>
                  <a:lnTo>
                    <a:pt x="94878" y="45034"/>
                  </a:lnTo>
                  <a:lnTo>
                    <a:pt x="94878" y="35032"/>
                  </a:lnTo>
                  <a:lnTo>
                    <a:pt x="47415" y="1"/>
                  </a:lnTo>
                  <a:close/>
                </a:path>
              </a:pathLst>
            </a:custGeom>
            <a:solidFill>
              <a:srgbClr val="E9543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6" name="Google Shape;3136;p45"/>
            <p:cNvSpPr/>
            <p:nvPr/>
          </p:nvSpPr>
          <p:spPr>
            <a:xfrm>
              <a:off x="1914232" y="4002990"/>
              <a:ext cx="138320" cy="85976"/>
            </a:xfrm>
            <a:custGeom>
              <a:avLst/>
              <a:gdLst/>
              <a:ahLst/>
              <a:cxnLst/>
              <a:rect l="l" t="t" r="r" b="b"/>
              <a:pathLst>
                <a:path w="94902" h="58989" extrusionOk="0">
                  <a:moveTo>
                    <a:pt x="47463" y="1"/>
                  </a:moveTo>
                  <a:lnTo>
                    <a:pt x="1" y="34222"/>
                  </a:lnTo>
                  <a:lnTo>
                    <a:pt x="1" y="45129"/>
                  </a:lnTo>
                  <a:lnTo>
                    <a:pt x="1" y="58989"/>
                  </a:lnTo>
                  <a:cubicBezTo>
                    <a:pt x="2882" y="58584"/>
                    <a:pt x="5645" y="57417"/>
                    <a:pt x="7979" y="55655"/>
                  </a:cubicBezTo>
                  <a:lnTo>
                    <a:pt x="47463" y="25744"/>
                  </a:lnTo>
                  <a:lnTo>
                    <a:pt x="86924" y="55655"/>
                  </a:lnTo>
                  <a:cubicBezTo>
                    <a:pt x="89258" y="57417"/>
                    <a:pt x="92020" y="58584"/>
                    <a:pt x="94902" y="58989"/>
                  </a:cubicBezTo>
                  <a:lnTo>
                    <a:pt x="94902" y="45129"/>
                  </a:lnTo>
                  <a:lnTo>
                    <a:pt x="94902" y="35103"/>
                  </a:lnTo>
                  <a:lnTo>
                    <a:pt x="47463" y="1"/>
                  </a:lnTo>
                  <a:close/>
                </a:path>
              </a:pathLst>
            </a:custGeom>
            <a:solidFill>
              <a:srgbClr val="000000">
                <a:alpha val="84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7" name="Google Shape;3137;p45"/>
            <p:cNvSpPr/>
            <p:nvPr/>
          </p:nvSpPr>
          <p:spPr>
            <a:xfrm>
              <a:off x="1895558" y="3987840"/>
              <a:ext cx="174938" cy="82075"/>
            </a:xfrm>
            <a:custGeom>
              <a:avLst/>
              <a:gdLst/>
              <a:ahLst/>
              <a:cxnLst/>
              <a:rect l="l" t="t" r="r" b="b"/>
              <a:pathLst>
                <a:path w="120026" h="56312" extrusionOk="0">
                  <a:moveTo>
                    <a:pt x="60022" y="1"/>
                  </a:moveTo>
                  <a:cubicBezTo>
                    <a:pt x="58257" y="1"/>
                    <a:pt x="56489" y="560"/>
                    <a:pt x="55012" y="1680"/>
                  </a:cubicBezTo>
                  <a:lnTo>
                    <a:pt x="2215" y="41688"/>
                  </a:lnTo>
                  <a:cubicBezTo>
                    <a:pt x="358" y="43069"/>
                    <a:pt x="1" y="45689"/>
                    <a:pt x="1406" y="47522"/>
                  </a:cubicBezTo>
                  <a:lnTo>
                    <a:pt x="6835" y="54667"/>
                  </a:lnTo>
                  <a:cubicBezTo>
                    <a:pt x="7647" y="55744"/>
                    <a:pt x="8886" y="56312"/>
                    <a:pt x="10142" y="56312"/>
                  </a:cubicBezTo>
                  <a:cubicBezTo>
                    <a:pt x="11024" y="56312"/>
                    <a:pt x="11914" y="56032"/>
                    <a:pt x="12670" y="55453"/>
                  </a:cubicBezTo>
                  <a:lnTo>
                    <a:pt x="60013" y="19564"/>
                  </a:lnTo>
                  <a:lnTo>
                    <a:pt x="107380" y="55453"/>
                  </a:lnTo>
                  <a:cubicBezTo>
                    <a:pt x="108127" y="56032"/>
                    <a:pt x="109011" y="56312"/>
                    <a:pt x="109891" y="56312"/>
                  </a:cubicBezTo>
                  <a:cubicBezTo>
                    <a:pt x="111144" y="56312"/>
                    <a:pt x="112389" y="55744"/>
                    <a:pt x="113215" y="54667"/>
                  </a:cubicBezTo>
                  <a:lnTo>
                    <a:pt x="118644" y="47522"/>
                  </a:lnTo>
                  <a:cubicBezTo>
                    <a:pt x="120026" y="45665"/>
                    <a:pt x="119645" y="43069"/>
                    <a:pt x="117835" y="41688"/>
                  </a:cubicBezTo>
                  <a:lnTo>
                    <a:pt x="65014" y="1680"/>
                  </a:lnTo>
                  <a:cubicBezTo>
                    <a:pt x="63550" y="560"/>
                    <a:pt x="61787" y="1"/>
                    <a:pt x="6002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8" name="Google Shape;3138;p45"/>
            <p:cNvSpPr/>
            <p:nvPr/>
          </p:nvSpPr>
          <p:spPr>
            <a:xfrm>
              <a:off x="1957897" y="4054221"/>
              <a:ext cx="50330" cy="50330"/>
            </a:xfrm>
            <a:custGeom>
              <a:avLst/>
              <a:gdLst/>
              <a:ahLst/>
              <a:cxnLst/>
              <a:rect l="l" t="t" r="r" b="b"/>
              <a:pathLst>
                <a:path w="34532" h="34532" extrusionOk="0">
                  <a:moveTo>
                    <a:pt x="17266" y="1"/>
                  </a:moveTo>
                  <a:cubicBezTo>
                    <a:pt x="7716" y="1"/>
                    <a:pt x="0" y="7740"/>
                    <a:pt x="0" y="17266"/>
                  </a:cubicBezTo>
                  <a:cubicBezTo>
                    <a:pt x="0" y="26792"/>
                    <a:pt x="7716" y="34532"/>
                    <a:pt x="17266" y="34532"/>
                  </a:cubicBezTo>
                  <a:cubicBezTo>
                    <a:pt x="26792" y="34532"/>
                    <a:pt x="34531" y="26792"/>
                    <a:pt x="34531" y="17266"/>
                  </a:cubicBezTo>
                  <a:cubicBezTo>
                    <a:pt x="34531" y="7740"/>
                    <a:pt x="26792" y="1"/>
                    <a:pt x="17266" y="1"/>
                  </a:cubicBezTo>
                  <a:close/>
                </a:path>
              </a:pathLst>
            </a:custGeom>
            <a:solidFill>
              <a:srgbClr val="EFEDE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9" name="Google Shape;3139;p45"/>
            <p:cNvSpPr/>
            <p:nvPr/>
          </p:nvSpPr>
          <p:spPr>
            <a:xfrm>
              <a:off x="1950711" y="4137351"/>
              <a:ext cx="65290" cy="96077"/>
            </a:xfrm>
            <a:custGeom>
              <a:avLst/>
              <a:gdLst/>
              <a:ahLst/>
              <a:cxnLst/>
              <a:rect l="l" t="t" r="r" b="b"/>
              <a:pathLst>
                <a:path w="44796" h="65919" extrusionOk="0">
                  <a:moveTo>
                    <a:pt x="9622" y="0"/>
                  </a:moveTo>
                  <a:cubicBezTo>
                    <a:pt x="4311" y="0"/>
                    <a:pt x="1" y="4287"/>
                    <a:pt x="1" y="9621"/>
                  </a:cubicBezTo>
                  <a:lnTo>
                    <a:pt x="1" y="65918"/>
                  </a:lnTo>
                  <a:lnTo>
                    <a:pt x="44796" y="65918"/>
                  </a:lnTo>
                  <a:lnTo>
                    <a:pt x="44796" y="9597"/>
                  </a:lnTo>
                  <a:cubicBezTo>
                    <a:pt x="44796" y="4287"/>
                    <a:pt x="40509" y="0"/>
                    <a:pt x="3524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0" name="Google Shape;3140;p45"/>
            <p:cNvSpPr/>
            <p:nvPr/>
          </p:nvSpPr>
          <p:spPr>
            <a:xfrm>
              <a:off x="1856614" y="4126522"/>
              <a:ext cx="39710" cy="53314"/>
            </a:xfrm>
            <a:custGeom>
              <a:avLst/>
              <a:gdLst/>
              <a:ahLst/>
              <a:cxnLst/>
              <a:rect l="l" t="t" r="r" b="b"/>
              <a:pathLst>
                <a:path w="27245" h="36579" extrusionOk="0">
                  <a:moveTo>
                    <a:pt x="13599" y="0"/>
                  </a:moveTo>
                  <a:cubicBezTo>
                    <a:pt x="6073" y="0"/>
                    <a:pt x="1" y="6097"/>
                    <a:pt x="1" y="13598"/>
                  </a:cubicBezTo>
                  <a:lnTo>
                    <a:pt x="1" y="30125"/>
                  </a:lnTo>
                  <a:lnTo>
                    <a:pt x="13599" y="36579"/>
                  </a:lnTo>
                  <a:lnTo>
                    <a:pt x="27197" y="30125"/>
                  </a:lnTo>
                  <a:lnTo>
                    <a:pt x="27197" y="13598"/>
                  </a:lnTo>
                  <a:cubicBezTo>
                    <a:pt x="27245" y="6097"/>
                    <a:pt x="21124" y="0"/>
                    <a:pt x="13599" y="0"/>
                  </a:cubicBezTo>
                  <a:close/>
                </a:path>
              </a:pathLst>
            </a:custGeom>
            <a:solidFill>
              <a:srgbClr val="EFEDE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1" name="Google Shape;3141;p45"/>
            <p:cNvSpPr/>
            <p:nvPr/>
          </p:nvSpPr>
          <p:spPr>
            <a:xfrm>
              <a:off x="2069801" y="4126522"/>
              <a:ext cx="39675" cy="53314"/>
            </a:xfrm>
            <a:custGeom>
              <a:avLst/>
              <a:gdLst/>
              <a:ahLst/>
              <a:cxnLst/>
              <a:rect l="l" t="t" r="r" b="b"/>
              <a:pathLst>
                <a:path w="27221" h="36579" extrusionOk="0">
                  <a:moveTo>
                    <a:pt x="13622" y="0"/>
                  </a:moveTo>
                  <a:cubicBezTo>
                    <a:pt x="6073" y="0"/>
                    <a:pt x="0" y="6097"/>
                    <a:pt x="0" y="13598"/>
                  </a:cubicBezTo>
                  <a:lnTo>
                    <a:pt x="0" y="30125"/>
                  </a:lnTo>
                  <a:lnTo>
                    <a:pt x="13622" y="36579"/>
                  </a:lnTo>
                  <a:lnTo>
                    <a:pt x="27220" y="30125"/>
                  </a:lnTo>
                  <a:lnTo>
                    <a:pt x="27220" y="13598"/>
                  </a:lnTo>
                  <a:cubicBezTo>
                    <a:pt x="27220" y="6097"/>
                    <a:pt x="21148" y="0"/>
                    <a:pt x="13622" y="0"/>
                  </a:cubicBezTo>
                  <a:close/>
                </a:path>
              </a:pathLst>
            </a:custGeom>
            <a:solidFill>
              <a:srgbClr val="EFEDE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2" name="Google Shape;3142;p45"/>
            <p:cNvSpPr/>
            <p:nvPr/>
          </p:nvSpPr>
          <p:spPr>
            <a:xfrm>
              <a:off x="1856614" y="4170671"/>
              <a:ext cx="39710" cy="19232"/>
            </a:xfrm>
            <a:custGeom>
              <a:avLst/>
              <a:gdLst/>
              <a:ahLst/>
              <a:cxnLst/>
              <a:rect l="l" t="t" r="r" b="b"/>
              <a:pathLst>
                <a:path w="27245" h="13195" extrusionOk="0">
                  <a:moveTo>
                    <a:pt x="1" y="1"/>
                  </a:moveTo>
                  <a:lnTo>
                    <a:pt x="1" y="13194"/>
                  </a:lnTo>
                  <a:lnTo>
                    <a:pt x="27245" y="13194"/>
                  </a:lnTo>
                  <a:lnTo>
                    <a:pt x="27245" y="1"/>
                  </a:lnTo>
                  <a:close/>
                </a:path>
              </a:pathLst>
            </a:custGeom>
            <a:solidFill>
              <a:srgbClr val="00B2B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3" name="Google Shape;3143;p45"/>
            <p:cNvSpPr/>
            <p:nvPr/>
          </p:nvSpPr>
          <p:spPr>
            <a:xfrm>
              <a:off x="2069836" y="4170671"/>
              <a:ext cx="39675" cy="19232"/>
            </a:xfrm>
            <a:custGeom>
              <a:avLst/>
              <a:gdLst/>
              <a:ahLst/>
              <a:cxnLst/>
              <a:rect l="l" t="t" r="r" b="b"/>
              <a:pathLst>
                <a:path w="27221" h="13195" extrusionOk="0">
                  <a:moveTo>
                    <a:pt x="0" y="1"/>
                  </a:moveTo>
                  <a:lnTo>
                    <a:pt x="0" y="13194"/>
                  </a:lnTo>
                  <a:lnTo>
                    <a:pt x="27220" y="13194"/>
                  </a:lnTo>
                  <a:lnTo>
                    <a:pt x="27220" y="1"/>
                  </a:lnTo>
                  <a:close/>
                </a:path>
              </a:pathLst>
            </a:custGeom>
            <a:solidFill>
              <a:srgbClr val="00B2B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4" name="Google Shape;3144;p45"/>
            <p:cNvSpPr/>
            <p:nvPr/>
          </p:nvSpPr>
          <p:spPr>
            <a:xfrm>
              <a:off x="1953108" y="4049467"/>
              <a:ext cx="59874" cy="59874"/>
            </a:xfrm>
            <a:custGeom>
              <a:avLst/>
              <a:gdLst/>
              <a:ahLst/>
              <a:cxnLst/>
              <a:rect l="l" t="t" r="r" b="b"/>
              <a:pathLst>
                <a:path w="41080" h="41080" extrusionOk="0">
                  <a:moveTo>
                    <a:pt x="20528" y="6573"/>
                  </a:moveTo>
                  <a:cubicBezTo>
                    <a:pt x="28244" y="6573"/>
                    <a:pt x="34507" y="12812"/>
                    <a:pt x="34507" y="20528"/>
                  </a:cubicBezTo>
                  <a:cubicBezTo>
                    <a:pt x="34507" y="28244"/>
                    <a:pt x="28244" y="34483"/>
                    <a:pt x="20528" y="34483"/>
                  </a:cubicBezTo>
                  <a:cubicBezTo>
                    <a:pt x="12836" y="34483"/>
                    <a:pt x="6573" y="28244"/>
                    <a:pt x="6573" y="20528"/>
                  </a:cubicBezTo>
                  <a:cubicBezTo>
                    <a:pt x="6573" y="12812"/>
                    <a:pt x="12860" y="6573"/>
                    <a:pt x="20528" y="6573"/>
                  </a:cubicBezTo>
                  <a:close/>
                  <a:moveTo>
                    <a:pt x="20528" y="0"/>
                  </a:moveTo>
                  <a:cubicBezTo>
                    <a:pt x="9192" y="0"/>
                    <a:pt x="0" y="9216"/>
                    <a:pt x="0" y="20528"/>
                  </a:cubicBezTo>
                  <a:cubicBezTo>
                    <a:pt x="0" y="31840"/>
                    <a:pt x="9216" y="41080"/>
                    <a:pt x="20528" y="41080"/>
                  </a:cubicBezTo>
                  <a:cubicBezTo>
                    <a:pt x="31888" y="41080"/>
                    <a:pt x="41080" y="31840"/>
                    <a:pt x="41080" y="20528"/>
                  </a:cubicBezTo>
                  <a:cubicBezTo>
                    <a:pt x="41080" y="9216"/>
                    <a:pt x="31840" y="0"/>
                    <a:pt x="20528"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5" name="Google Shape;3145;p45"/>
            <p:cNvSpPr/>
            <p:nvPr/>
          </p:nvSpPr>
          <p:spPr>
            <a:xfrm>
              <a:off x="1978236" y="4064800"/>
              <a:ext cx="20167" cy="19412"/>
            </a:xfrm>
            <a:custGeom>
              <a:avLst/>
              <a:gdLst/>
              <a:ahLst/>
              <a:cxnLst/>
              <a:rect l="l" t="t" r="r" b="b"/>
              <a:pathLst>
                <a:path w="13837" h="13319" extrusionOk="0">
                  <a:moveTo>
                    <a:pt x="3347" y="0"/>
                  </a:moveTo>
                  <a:cubicBezTo>
                    <a:pt x="1514" y="0"/>
                    <a:pt x="25" y="1475"/>
                    <a:pt x="25" y="3293"/>
                  </a:cubicBezTo>
                  <a:lnTo>
                    <a:pt x="25" y="10032"/>
                  </a:lnTo>
                  <a:cubicBezTo>
                    <a:pt x="1" y="11890"/>
                    <a:pt x="1453" y="13318"/>
                    <a:pt x="3240" y="13318"/>
                  </a:cubicBezTo>
                  <a:lnTo>
                    <a:pt x="9955" y="13318"/>
                  </a:lnTo>
                  <a:cubicBezTo>
                    <a:pt x="11384" y="13318"/>
                    <a:pt x="12741" y="12413"/>
                    <a:pt x="13146" y="11056"/>
                  </a:cubicBezTo>
                  <a:cubicBezTo>
                    <a:pt x="13837" y="8794"/>
                    <a:pt x="12170" y="6698"/>
                    <a:pt x="10027" y="6698"/>
                  </a:cubicBezTo>
                  <a:lnTo>
                    <a:pt x="6621" y="6698"/>
                  </a:lnTo>
                  <a:lnTo>
                    <a:pt x="6621" y="3340"/>
                  </a:lnTo>
                  <a:cubicBezTo>
                    <a:pt x="6621" y="1911"/>
                    <a:pt x="5740" y="578"/>
                    <a:pt x="4359" y="149"/>
                  </a:cubicBezTo>
                  <a:cubicBezTo>
                    <a:pt x="4015" y="48"/>
                    <a:pt x="3675" y="0"/>
                    <a:pt x="3347"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6" name="Google Shape;3146;p45"/>
            <p:cNvSpPr/>
            <p:nvPr/>
          </p:nvSpPr>
          <p:spPr>
            <a:xfrm>
              <a:off x="1821905" y="3910699"/>
              <a:ext cx="323807" cy="327831"/>
            </a:xfrm>
            <a:custGeom>
              <a:avLst/>
              <a:gdLst/>
              <a:ahLst/>
              <a:cxnLst/>
              <a:rect l="l" t="t" r="r" b="b"/>
              <a:pathLst>
                <a:path w="222166" h="224927" extrusionOk="0">
                  <a:moveTo>
                    <a:pt x="150555" y="11884"/>
                  </a:moveTo>
                  <a:lnTo>
                    <a:pt x="142721" y="20671"/>
                  </a:lnTo>
                  <a:cubicBezTo>
                    <a:pt x="141577" y="21910"/>
                    <a:pt x="141577" y="23815"/>
                    <a:pt x="142721" y="25077"/>
                  </a:cubicBezTo>
                  <a:lnTo>
                    <a:pt x="150555" y="33841"/>
                  </a:lnTo>
                  <a:lnTo>
                    <a:pt x="113834" y="33841"/>
                  </a:lnTo>
                  <a:lnTo>
                    <a:pt x="113834" y="11884"/>
                  </a:lnTo>
                  <a:close/>
                  <a:moveTo>
                    <a:pt x="181276" y="83017"/>
                  </a:moveTo>
                  <a:cubicBezTo>
                    <a:pt x="186087" y="83017"/>
                    <a:pt x="190564" y="85589"/>
                    <a:pt x="193017" y="89685"/>
                  </a:cubicBezTo>
                  <a:lnTo>
                    <a:pt x="211997" y="121692"/>
                  </a:lnTo>
                  <a:lnTo>
                    <a:pt x="161320" y="121692"/>
                  </a:lnTo>
                  <a:lnTo>
                    <a:pt x="161320" y="112595"/>
                  </a:lnTo>
                  <a:cubicBezTo>
                    <a:pt x="161629" y="112547"/>
                    <a:pt x="161939" y="112499"/>
                    <a:pt x="162272" y="112404"/>
                  </a:cubicBezTo>
                  <a:cubicBezTo>
                    <a:pt x="163939" y="112023"/>
                    <a:pt x="165440" y="111047"/>
                    <a:pt x="166487" y="109666"/>
                  </a:cubicBezTo>
                  <a:lnTo>
                    <a:pt x="171917" y="102497"/>
                  </a:lnTo>
                  <a:cubicBezTo>
                    <a:pt x="174322" y="99306"/>
                    <a:pt x="173656" y="94496"/>
                    <a:pt x="170488" y="92043"/>
                  </a:cubicBezTo>
                  <a:lnTo>
                    <a:pt x="158533" y="83017"/>
                  </a:lnTo>
                  <a:close/>
                  <a:moveTo>
                    <a:pt x="62609" y="83017"/>
                  </a:moveTo>
                  <a:lnTo>
                    <a:pt x="50701" y="92067"/>
                  </a:lnTo>
                  <a:cubicBezTo>
                    <a:pt x="49106" y="93257"/>
                    <a:pt x="48082" y="95044"/>
                    <a:pt x="47796" y="97020"/>
                  </a:cubicBezTo>
                  <a:cubicBezTo>
                    <a:pt x="47534" y="98949"/>
                    <a:pt x="48082" y="100973"/>
                    <a:pt x="49272" y="102545"/>
                  </a:cubicBezTo>
                  <a:lnTo>
                    <a:pt x="54678" y="109737"/>
                  </a:lnTo>
                  <a:cubicBezTo>
                    <a:pt x="55893" y="111333"/>
                    <a:pt x="57798" y="112428"/>
                    <a:pt x="59822" y="112642"/>
                  </a:cubicBezTo>
                  <a:lnTo>
                    <a:pt x="59822" y="121763"/>
                  </a:lnTo>
                  <a:lnTo>
                    <a:pt x="9145" y="121763"/>
                  </a:lnTo>
                  <a:lnTo>
                    <a:pt x="28125" y="89685"/>
                  </a:lnTo>
                  <a:cubicBezTo>
                    <a:pt x="30578" y="85589"/>
                    <a:pt x="35055" y="83017"/>
                    <a:pt x="39866" y="83017"/>
                  </a:cubicBezTo>
                  <a:close/>
                  <a:moveTo>
                    <a:pt x="59798" y="128265"/>
                  </a:moveTo>
                  <a:lnTo>
                    <a:pt x="59798" y="218330"/>
                  </a:lnTo>
                  <a:lnTo>
                    <a:pt x="15003" y="218330"/>
                  </a:lnTo>
                  <a:lnTo>
                    <a:pt x="15003" y="128265"/>
                  </a:lnTo>
                  <a:close/>
                  <a:moveTo>
                    <a:pt x="206115" y="128312"/>
                  </a:moveTo>
                  <a:lnTo>
                    <a:pt x="206115" y="218354"/>
                  </a:lnTo>
                  <a:lnTo>
                    <a:pt x="161320" y="218354"/>
                  </a:lnTo>
                  <a:lnTo>
                    <a:pt x="161320" y="128312"/>
                  </a:lnTo>
                  <a:close/>
                  <a:moveTo>
                    <a:pt x="110571" y="56250"/>
                  </a:moveTo>
                  <a:cubicBezTo>
                    <a:pt x="111637" y="56250"/>
                    <a:pt x="112702" y="56583"/>
                    <a:pt x="113595" y="57250"/>
                  </a:cubicBezTo>
                  <a:cubicBezTo>
                    <a:pt x="113595" y="57250"/>
                    <a:pt x="166440" y="97234"/>
                    <a:pt x="166487" y="97258"/>
                  </a:cubicBezTo>
                  <a:cubicBezTo>
                    <a:pt x="166868" y="97520"/>
                    <a:pt x="166940" y="98092"/>
                    <a:pt x="166678" y="98473"/>
                  </a:cubicBezTo>
                  <a:lnTo>
                    <a:pt x="161224" y="105617"/>
                  </a:lnTo>
                  <a:cubicBezTo>
                    <a:pt x="161063" y="105837"/>
                    <a:pt x="160774" y="105967"/>
                    <a:pt x="160493" y="105967"/>
                  </a:cubicBezTo>
                  <a:cubicBezTo>
                    <a:pt x="160319" y="105967"/>
                    <a:pt x="160147" y="105917"/>
                    <a:pt x="160010" y="105808"/>
                  </a:cubicBezTo>
                  <a:lnTo>
                    <a:pt x="112548" y="69896"/>
                  </a:lnTo>
                  <a:cubicBezTo>
                    <a:pt x="111972" y="69464"/>
                    <a:pt x="111258" y="69244"/>
                    <a:pt x="110544" y="69244"/>
                  </a:cubicBezTo>
                  <a:cubicBezTo>
                    <a:pt x="109841" y="69244"/>
                    <a:pt x="109138" y="69458"/>
                    <a:pt x="108571" y="69896"/>
                  </a:cubicBezTo>
                  <a:cubicBezTo>
                    <a:pt x="108571" y="69896"/>
                    <a:pt x="92139" y="82303"/>
                    <a:pt x="92139" y="82350"/>
                  </a:cubicBezTo>
                  <a:cubicBezTo>
                    <a:pt x="90614" y="83494"/>
                    <a:pt x="90400" y="85827"/>
                    <a:pt x="91710" y="87232"/>
                  </a:cubicBezTo>
                  <a:cubicBezTo>
                    <a:pt x="92350" y="87912"/>
                    <a:pt x="93243" y="88256"/>
                    <a:pt x="94136" y="88256"/>
                  </a:cubicBezTo>
                  <a:cubicBezTo>
                    <a:pt x="94838" y="88256"/>
                    <a:pt x="95539" y="88043"/>
                    <a:pt x="96116" y="87613"/>
                  </a:cubicBezTo>
                  <a:lnTo>
                    <a:pt x="110571" y="76683"/>
                  </a:lnTo>
                  <a:lnTo>
                    <a:pt x="154699" y="110094"/>
                  </a:lnTo>
                  <a:lnTo>
                    <a:pt x="154699" y="218378"/>
                  </a:lnTo>
                  <a:lnTo>
                    <a:pt x="136243" y="218378"/>
                  </a:lnTo>
                  <a:lnTo>
                    <a:pt x="136243" y="204232"/>
                  </a:lnTo>
                  <a:cubicBezTo>
                    <a:pt x="136243" y="202542"/>
                    <a:pt x="135028" y="201065"/>
                    <a:pt x="133361" y="200851"/>
                  </a:cubicBezTo>
                  <a:cubicBezTo>
                    <a:pt x="133224" y="200834"/>
                    <a:pt x="133089" y="200826"/>
                    <a:pt x="132955" y="200826"/>
                  </a:cubicBezTo>
                  <a:cubicBezTo>
                    <a:pt x="131134" y="200826"/>
                    <a:pt x="129646" y="202294"/>
                    <a:pt x="129646" y="204113"/>
                  </a:cubicBezTo>
                  <a:lnTo>
                    <a:pt x="129646" y="218378"/>
                  </a:lnTo>
                  <a:lnTo>
                    <a:pt x="91448" y="218378"/>
                  </a:lnTo>
                  <a:lnTo>
                    <a:pt x="91448" y="165391"/>
                  </a:lnTo>
                  <a:cubicBezTo>
                    <a:pt x="91448" y="161914"/>
                    <a:pt x="94282" y="159080"/>
                    <a:pt x="97759" y="159080"/>
                  </a:cubicBezTo>
                  <a:lnTo>
                    <a:pt x="126098" y="159080"/>
                  </a:lnTo>
                  <a:cubicBezTo>
                    <a:pt x="128051" y="159080"/>
                    <a:pt x="129670" y="160700"/>
                    <a:pt x="129670" y="162652"/>
                  </a:cubicBezTo>
                  <a:lnTo>
                    <a:pt x="129670" y="191897"/>
                  </a:lnTo>
                  <a:cubicBezTo>
                    <a:pt x="129670" y="192325"/>
                    <a:pt x="129813" y="192778"/>
                    <a:pt x="130075" y="193135"/>
                  </a:cubicBezTo>
                  <a:cubicBezTo>
                    <a:pt x="130974" y="194217"/>
                    <a:pt x="131999" y="194659"/>
                    <a:pt x="132951" y="194659"/>
                  </a:cubicBezTo>
                  <a:cubicBezTo>
                    <a:pt x="134722" y="194659"/>
                    <a:pt x="136243" y="193130"/>
                    <a:pt x="136243" y="191349"/>
                  </a:cubicBezTo>
                  <a:lnTo>
                    <a:pt x="136243" y="165344"/>
                  </a:lnTo>
                  <a:cubicBezTo>
                    <a:pt x="136243" y="158223"/>
                    <a:pt x="130480" y="152436"/>
                    <a:pt x="123359" y="152436"/>
                  </a:cubicBezTo>
                  <a:lnTo>
                    <a:pt x="97759" y="152436"/>
                  </a:lnTo>
                  <a:cubicBezTo>
                    <a:pt x="90638" y="152436"/>
                    <a:pt x="84875" y="158223"/>
                    <a:pt x="84875" y="165344"/>
                  </a:cubicBezTo>
                  <a:lnTo>
                    <a:pt x="84875" y="218330"/>
                  </a:lnTo>
                  <a:lnTo>
                    <a:pt x="66419" y="218330"/>
                  </a:lnTo>
                  <a:lnTo>
                    <a:pt x="66419" y="110023"/>
                  </a:lnTo>
                  <a:lnTo>
                    <a:pt x="85709" y="95448"/>
                  </a:lnTo>
                  <a:cubicBezTo>
                    <a:pt x="87090" y="94377"/>
                    <a:pt x="87423" y="92257"/>
                    <a:pt x="86328" y="90828"/>
                  </a:cubicBezTo>
                  <a:cubicBezTo>
                    <a:pt x="85684" y="89975"/>
                    <a:pt x="84696" y="89525"/>
                    <a:pt x="83701" y="89525"/>
                  </a:cubicBezTo>
                  <a:cubicBezTo>
                    <a:pt x="83001" y="89525"/>
                    <a:pt x="82298" y="89747"/>
                    <a:pt x="81708" y="90209"/>
                  </a:cubicBezTo>
                  <a:lnTo>
                    <a:pt x="61108" y="105808"/>
                  </a:lnTo>
                  <a:cubicBezTo>
                    <a:pt x="60958" y="105920"/>
                    <a:pt x="60782" y="105974"/>
                    <a:pt x="60606" y="105974"/>
                  </a:cubicBezTo>
                  <a:cubicBezTo>
                    <a:pt x="60336" y="105974"/>
                    <a:pt x="60067" y="105848"/>
                    <a:pt x="59894" y="105617"/>
                  </a:cubicBezTo>
                  <a:lnTo>
                    <a:pt x="54440" y="98473"/>
                  </a:lnTo>
                  <a:cubicBezTo>
                    <a:pt x="54154" y="98092"/>
                    <a:pt x="54226" y="97544"/>
                    <a:pt x="54631" y="97258"/>
                  </a:cubicBezTo>
                  <a:lnTo>
                    <a:pt x="107547" y="57250"/>
                  </a:lnTo>
                  <a:cubicBezTo>
                    <a:pt x="108440" y="56583"/>
                    <a:pt x="109505" y="56250"/>
                    <a:pt x="110571" y="56250"/>
                  </a:cubicBezTo>
                  <a:close/>
                  <a:moveTo>
                    <a:pt x="110595" y="0"/>
                  </a:moveTo>
                  <a:cubicBezTo>
                    <a:pt x="108785" y="0"/>
                    <a:pt x="107285" y="1501"/>
                    <a:pt x="107285" y="3311"/>
                  </a:cubicBezTo>
                  <a:lnTo>
                    <a:pt x="107285" y="50130"/>
                  </a:lnTo>
                  <a:cubicBezTo>
                    <a:pt x="105975" y="50511"/>
                    <a:pt x="104713" y="51154"/>
                    <a:pt x="103593" y="51987"/>
                  </a:cubicBezTo>
                  <a:lnTo>
                    <a:pt x="71396" y="76445"/>
                  </a:lnTo>
                  <a:lnTo>
                    <a:pt x="39937" y="76445"/>
                  </a:lnTo>
                  <a:cubicBezTo>
                    <a:pt x="39893" y="76444"/>
                    <a:pt x="39849" y="76444"/>
                    <a:pt x="39804" y="76444"/>
                  </a:cubicBezTo>
                  <a:cubicBezTo>
                    <a:pt x="32781" y="76444"/>
                    <a:pt x="26173" y="80198"/>
                    <a:pt x="22553" y="86280"/>
                  </a:cubicBezTo>
                  <a:lnTo>
                    <a:pt x="619" y="123216"/>
                  </a:lnTo>
                  <a:cubicBezTo>
                    <a:pt x="24" y="124216"/>
                    <a:pt x="0" y="125502"/>
                    <a:pt x="596" y="126526"/>
                  </a:cubicBezTo>
                  <a:cubicBezTo>
                    <a:pt x="1191" y="127550"/>
                    <a:pt x="3453" y="128312"/>
                    <a:pt x="3453" y="128312"/>
                  </a:cubicBezTo>
                  <a:lnTo>
                    <a:pt x="8835" y="128312"/>
                  </a:lnTo>
                  <a:lnTo>
                    <a:pt x="8835" y="221664"/>
                  </a:lnTo>
                  <a:cubicBezTo>
                    <a:pt x="8859" y="223451"/>
                    <a:pt x="10336" y="224927"/>
                    <a:pt x="12170" y="224927"/>
                  </a:cubicBezTo>
                  <a:lnTo>
                    <a:pt x="209425" y="224927"/>
                  </a:lnTo>
                  <a:cubicBezTo>
                    <a:pt x="211235" y="224927"/>
                    <a:pt x="212711" y="223451"/>
                    <a:pt x="212711" y="221617"/>
                  </a:cubicBezTo>
                  <a:lnTo>
                    <a:pt x="212711" y="128265"/>
                  </a:lnTo>
                  <a:lnTo>
                    <a:pt x="217974" y="128265"/>
                  </a:lnTo>
                  <a:cubicBezTo>
                    <a:pt x="220546" y="128265"/>
                    <a:pt x="222166" y="125240"/>
                    <a:pt x="220665" y="123097"/>
                  </a:cubicBezTo>
                  <a:lnTo>
                    <a:pt x="198756" y="86304"/>
                  </a:lnTo>
                  <a:cubicBezTo>
                    <a:pt x="195136" y="80160"/>
                    <a:pt x="188516" y="76421"/>
                    <a:pt x="181419" y="76421"/>
                  </a:cubicBezTo>
                  <a:lnTo>
                    <a:pt x="149865" y="76421"/>
                  </a:lnTo>
                  <a:lnTo>
                    <a:pt x="117596" y="52011"/>
                  </a:lnTo>
                  <a:cubicBezTo>
                    <a:pt x="116453" y="51154"/>
                    <a:pt x="115167" y="50558"/>
                    <a:pt x="113857" y="50153"/>
                  </a:cubicBezTo>
                  <a:lnTo>
                    <a:pt x="113857" y="40437"/>
                  </a:lnTo>
                  <a:lnTo>
                    <a:pt x="157914" y="40437"/>
                  </a:lnTo>
                  <a:cubicBezTo>
                    <a:pt x="160724" y="40318"/>
                    <a:pt x="162248" y="36889"/>
                    <a:pt x="160367" y="34793"/>
                  </a:cubicBezTo>
                  <a:lnTo>
                    <a:pt x="149555" y="22743"/>
                  </a:lnTo>
                  <a:cubicBezTo>
                    <a:pt x="149555" y="22743"/>
                    <a:pt x="160319" y="10693"/>
                    <a:pt x="160367" y="10693"/>
                  </a:cubicBezTo>
                  <a:cubicBezTo>
                    <a:pt x="162222" y="8626"/>
                    <a:pt x="160743" y="5309"/>
                    <a:pt x="158029" y="5309"/>
                  </a:cubicBezTo>
                  <a:cubicBezTo>
                    <a:pt x="157991" y="5309"/>
                    <a:pt x="157953" y="5310"/>
                    <a:pt x="157914" y="5311"/>
                  </a:cubicBezTo>
                  <a:lnTo>
                    <a:pt x="114310" y="5311"/>
                  </a:lnTo>
                  <a:lnTo>
                    <a:pt x="114310" y="3311"/>
                  </a:lnTo>
                  <a:cubicBezTo>
                    <a:pt x="114310" y="3311"/>
                    <a:pt x="112405" y="0"/>
                    <a:pt x="110595"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7" name="Google Shape;3147;p45"/>
            <p:cNvSpPr/>
            <p:nvPr/>
          </p:nvSpPr>
          <p:spPr>
            <a:xfrm>
              <a:off x="2064698" y="4121656"/>
              <a:ext cx="49290" cy="72725"/>
            </a:xfrm>
            <a:custGeom>
              <a:avLst/>
              <a:gdLst/>
              <a:ahLst/>
              <a:cxnLst/>
              <a:rect l="l" t="t" r="r" b="b"/>
              <a:pathLst>
                <a:path w="33818" h="49897" extrusionOk="0">
                  <a:moveTo>
                    <a:pt x="16906" y="6361"/>
                  </a:moveTo>
                  <a:cubicBezTo>
                    <a:pt x="22642" y="6361"/>
                    <a:pt x="27244" y="11135"/>
                    <a:pt x="27244" y="16961"/>
                  </a:cubicBezTo>
                  <a:lnTo>
                    <a:pt x="27244" y="30083"/>
                  </a:lnTo>
                  <a:lnTo>
                    <a:pt x="6573" y="30083"/>
                  </a:lnTo>
                  <a:lnTo>
                    <a:pt x="6573" y="16794"/>
                  </a:lnTo>
                  <a:cubicBezTo>
                    <a:pt x="6573" y="11317"/>
                    <a:pt x="10812" y="6792"/>
                    <a:pt x="16171" y="6387"/>
                  </a:cubicBezTo>
                  <a:cubicBezTo>
                    <a:pt x="16418" y="6370"/>
                    <a:pt x="16663" y="6361"/>
                    <a:pt x="16906" y="6361"/>
                  </a:cubicBezTo>
                  <a:close/>
                  <a:moveTo>
                    <a:pt x="27244" y="36703"/>
                  </a:moveTo>
                  <a:lnTo>
                    <a:pt x="27244" y="43276"/>
                  </a:lnTo>
                  <a:lnTo>
                    <a:pt x="6573" y="43276"/>
                  </a:lnTo>
                  <a:lnTo>
                    <a:pt x="6573" y="36703"/>
                  </a:lnTo>
                  <a:close/>
                  <a:moveTo>
                    <a:pt x="16904" y="1"/>
                  </a:moveTo>
                  <a:cubicBezTo>
                    <a:pt x="7578" y="1"/>
                    <a:pt x="1" y="7635"/>
                    <a:pt x="1" y="16985"/>
                  </a:cubicBezTo>
                  <a:lnTo>
                    <a:pt x="1" y="46610"/>
                  </a:lnTo>
                  <a:cubicBezTo>
                    <a:pt x="1" y="48396"/>
                    <a:pt x="1453" y="49896"/>
                    <a:pt x="3263" y="49896"/>
                  </a:cubicBezTo>
                  <a:lnTo>
                    <a:pt x="30531" y="49896"/>
                  </a:lnTo>
                  <a:cubicBezTo>
                    <a:pt x="32365" y="49896"/>
                    <a:pt x="33817" y="48420"/>
                    <a:pt x="33817" y="46610"/>
                  </a:cubicBezTo>
                  <a:lnTo>
                    <a:pt x="33817" y="17223"/>
                  </a:lnTo>
                  <a:cubicBezTo>
                    <a:pt x="33817" y="7983"/>
                    <a:pt x="26530" y="196"/>
                    <a:pt x="17290" y="5"/>
                  </a:cubicBezTo>
                  <a:cubicBezTo>
                    <a:pt x="17161" y="2"/>
                    <a:pt x="17032" y="1"/>
                    <a:pt x="16904"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8" name="Google Shape;3148;p45"/>
            <p:cNvSpPr/>
            <p:nvPr/>
          </p:nvSpPr>
          <p:spPr>
            <a:xfrm>
              <a:off x="1852101" y="4121656"/>
              <a:ext cx="49290" cy="72690"/>
            </a:xfrm>
            <a:custGeom>
              <a:avLst/>
              <a:gdLst/>
              <a:ahLst/>
              <a:cxnLst/>
              <a:rect l="l" t="t" r="r" b="b"/>
              <a:pathLst>
                <a:path w="33818" h="49873" extrusionOk="0">
                  <a:moveTo>
                    <a:pt x="16930" y="6361"/>
                  </a:moveTo>
                  <a:cubicBezTo>
                    <a:pt x="22666" y="6361"/>
                    <a:pt x="27268" y="11135"/>
                    <a:pt x="27268" y="16961"/>
                  </a:cubicBezTo>
                  <a:lnTo>
                    <a:pt x="27268" y="30083"/>
                  </a:lnTo>
                  <a:lnTo>
                    <a:pt x="6598" y="30083"/>
                  </a:lnTo>
                  <a:lnTo>
                    <a:pt x="6598" y="16794"/>
                  </a:lnTo>
                  <a:cubicBezTo>
                    <a:pt x="6598" y="11317"/>
                    <a:pt x="10837" y="6792"/>
                    <a:pt x="16195" y="6387"/>
                  </a:cubicBezTo>
                  <a:cubicBezTo>
                    <a:pt x="16442" y="6370"/>
                    <a:pt x="16687" y="6361"/>
                    <a:pt x="16930" y="6361"/>
                  </a:cubicBezTo>
                  <a:close/>
                  <a:moveTo>
                    <a:pt x="27245" y="36703"/>
                  </a:moveTo>
                  <a:lnTo>
                    <a:pt x="27245" y="43276"/>
                  </a:lnTo>
                  <a:lnTo>
                    <a:pt x="6574" y="43276"/>
                  </a:lnTo>
                  <a:lnTo>
                    <a:pt x="6574" y="36703"/>
                  </a:lnTo>
                  <a:close/>
                  <a:moveTo>
                    <a:pt x="16915" y="1"/>
                  </a:moveTo>
                  <a:cubicBezTo>
                    <a:pt x="16786" y="1"/>
                    <a:pt x="16657" y="2"/>
                    <a:pt x="16528" y="5"/>
                  </a:cubicBezTo>
                  <a:cubicBezTo>
                    <a:pt x="7288" y="172"/>
                    <a:pt x="1" y="7983"/>
                    <a:pt x="1" y="17223"/>
                  </a:cubicBezTo>
                  <a:lnTo>
                    <a:pt x="1" y="46610"/>
                  </a:lnTo>
                  <a:cubicBezTo>
                    <a:pt x="1" y="48420"/>
                    <a:pt x="1454" y="49872"/>
                    <a:pt x="3263" y="49872"/>
                  </a:cubicBezTo>
                  <a:lnTo>
                    <a:pt x="30531" y="49872"/>
                  </a:lnTo>
                  <a:cubicBezTo>
                    <a:pt x="32365" y="49872"/>
                    <a:pt x="33817" y="48420"/>
                    <a:pt x="33817" y="46610"/>
                  </a:cubicBezTo>
                  <a:lnTo>
                    <a:pt x="33817" y="16985"/>
                  </a:lnTo>
                  <a:cubicBezTo>
                    <a:pt x="33817" y="7612"/>
                    <a:pt x="26218" y="1"/>
                    <a:pt x="16915"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149" name="Google Shape;3149;p45"/>
          <p:cNvGrpSpPr/>
          <p:nvPr/>
        </p:nvGrpSpPr>
        <p:grpSpPr>
          <a:xfrm>
            <a:off x="3325559" y="3914759"/>
            <a:ext cx="310826" cy="327798"/>
            <a:chOff x="3325559" y="3914759"/>
            <a:chExt cx="310826" cy="327798"/>
          </a:xfrm>
        </p:grpSpPr>
        <p:sp>
          <p:nvSpPr>
            <p:cNvPr id="3150" name="Google Shape;3150;p45"/>
            <p:cNvSpPr/>
            <p:nvPr/>
          </p:nvSpPr>
          <p:spPr>
            <a:xfrm>
              <a:off x="3384775" y="3948706"/>
              <a:ext cx="247202" cy="289408"/>
            </a:xfrm>
            <a:custGeom>
              <a:avLst/>
              <a:gdLst/>
              <a:ahLst/>
              <a:cxnLst/>
              <a:rect l="l" t="t" r="r" b="b"/>
              <a:pathLst>
                <a:path w="169607" h="198565" extrusionOk="0">
                  <a:moveTo>
                    <a:pt x="18528" y="0"/>
                  </a:moveTo>
                  <a:cubicBezTo>
                    <a:pt x="8311" y="0"/>
                    <a:pt x="0" y="8288"/>
                    <a:pt x="0" y="18504"/>
                  </a:cubicBezTo>
                  <a:lnTo>
                    <a:pt x="0" y="180037"/>
                  </a:lnTo>
                  <a:cubicBezTo>
                    <a:pt x="0" y="190253"/>
                    <a:pt x="8288" y="198564"/>
                    <a:pt x="18528" y="198564"/>
                  </a:cubicBezTo>
                  <a:lnTo>
                    <a:pt x="151079" y="198564"/>
                  </a:lnTo>
                  <a:cubicBezTo>
                    <a:pt x="161296" y="198564"/>
                    <a:pt x="169607" y="190277"/>
                    <a:pt x="169607" y="180037"/>
                  </a:cubicBezTo>
                  <a:lnTo>
                    <a:pt x="169607" y="18480"/>
                  </a:lnTo>
                  <a:cubicBezTo>
                    <a:pt x="169607" y="8288"/>
                    <a:pt x="161296" y="0"/>
                    <a:pt x="151079" y="0"/>
                  </a:cubicBezTo>
                  <a:close/>
                </a:path>
              </a:pathLst>
            </a:custGeom>
            <a:solidFill>
              <a:srgbClr val="EFEDE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1" name="Google Shape;3151;p45"/>
            <p:cNvSpPr/>
            <p:nvPr/>
          </p:nvSpPr>
          <p:spPr>
            <a:xfrm>
              <a:off x="3384775" y="3948706"/>
              <a:ext cx="234360" cy="276600"/>
            </a:xfrm>
            <a:custGeom>
              <a:avLst/>
              <a:gdLst/>
              <a:ahLst/>
              <a:cxnLst/>
              <a:rect l="l" t="t" r="r" b="b"/>
              <a:pathLst>
                <a:path w="160796" h="189777" extrusionOk="0">
                  <a:moveTo>
                    <a:pt x="18528" y="0"/>
                  </a:moveTo>
                  <a:cubicBezTo>
                    <a:pt x="8311" y="0"/>
                    <a:pt x="0" y="8288"/>
                    <a:pt x="0" y="18504"/>
                  </a:cubicBezTo>
                  <a:lnTo>
                    <a:pt x="0" y="180061"/>
                  </a:lnTo>
                  <a:cubicBezTo>
                    <a:pt x="0" y="183633"/>
                    <a:pt x="1024" y="186943"/>
                    <a:pt x="2786" y="189777"/>
                  </a:cubicBezTo>
                  <a:lnTo>
                    <a:pt x="131313" y="189777"/>
                  </a:lnTo>
                  <a:cubicBezTo>
                    <a:pt x="147602" y="189777"/>
                    <a:pt x="160795" y="176584"/>
                    <a:pt x="160795" y="160295"/>
                  </a:cubicBezTo>
                  <a:lnTo>
                    <a:pt x="160795" y="2763"/>
                  </a:lnTo>
                  <a:cubicBezTo>
                    <a:pt x="157985" y="1024"/>
                    <a:pt x="154651" y="0"/>
                    <a:pt x="151079" y="0"/>
                  </a:cubicBezTo>
                  <a:close/>
                </a:path>
              </a:pathLst>
            </a:custGeom>
            <a:solidFill>
              <a:srgbClr val="000000">
                <a:alpha val="84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2" name="Google Shape;3152;p45"/>
            <p:cNvSpPr/>
            <p:nvPr/>
          </p:nvSpPr>
          <p:spPr>
            <a:xfrm>
              <a:off x="3355966" y="3919237"/>
              <a:ext cx="247202" cy="289443"/>
            </a:xfrm>
            <a:custGeom>
              <a:avLst/>
              <a:gdLst/>
              <a:ahLst/>
              <a:cxnLst/>
              <a:rect l="l" t="t" r="r" b="b"/>
              <a:pathLst>
                <a:path w="169607" h="198589" extrusionOk="0">
                  <a:moveTo>
                    <a:pt x="18528" y="1"/>
                  </a:moveTo>
                  <a:cubicBezTo>
                    <a:pt x="8311" y="1"/>
                    <a:pt x="0" y="8288"/>
                    <a:pt x="0" y="18528"/>
                  </a:cubicBezTo>
                  <a:lnTo>
                    <a:pt x="0" y="180085"/>
                  </a:lnTo>
                  <a:cubicBezTo>
                    <a:pt x="0" y="190277"/>
                    <a:pt x="8287" y="198589"/>
                    <a:pt x="18528" y="198589"/>
                  </a:cubicBezTo>
                  <a:lnTo>
                    <a:pt x="151079" y="198589"/>
                  </a:lnTo>
                  <a:cubicBezTo>
                    <a:pt x="161296" y="198589"/>
                    <a:pt x="169607" y="190301"/>
                    <a:pt x="169607" y="180085"/>
                  </a:cubicBezTo>
                  <a:lnTo>
                    <a:pt x="169607" y="18528"/>
                  </a:lnTo>
                  <a:cubicBezTo>
                    <a:pt x="169607" y="8288"/>
                    <a:pt x="161296" y="1"/>
                    <a:pt x="151079" y="1"/>
                  </a:cubicBezTo>
                  <a:close/>
                </a:path>
              </a:pathLst>
            </a:custGeom>
            <a:solidFill>
              <a:srgbClr val="00B2B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3" name="Google Shape;3153;p45"/>
            <p:cNvSpPr/>
            <p:nvPr/>
          </p:nvSpPr>
          <p:spPr>
            <a:xfrm>
              <a:off x="3355966" y="3919237"/>
              <a:ext cx="59007" cy="289443"/>
            </a:xfrm>
            <a:custGeom>
              <a:avLst/>
              <a:gdLst/>
              <a:ahLst/>
              <a:cxnLst/>
              <a:rect l="l" t="t" r="r" b="b"/>
              <a:pathLst>
                <a:path w="40485" h="198589" extrusionOk="0">
                  <a:moveTo>
                    <a:pt x="18528" y="1"/>
                  </a:moveTo>
                  <a:cubicBezTo>
                    <a:pt x="8311" y="1"/>
                    <a:pt x="0" y="8288"/>
                    <a:pt x="0" y="18528"/>
                  </a:cubicBezTo>
                  <a:lnTo>
                    <a:pt x="0" y="180085"/>
                  </a:lnTo>
                  <a:cubicBezTo>
                    <a:pt x="0" y="190277"/>
                    <a:pt x="8287" y="198589"/>
                    <a:pt x="18528" y="198589"/>
                  </a:cubicBezTo>
                  <a:lnTo>
                    <a:pt x="40485" y="198589"/>
                  </a:lnTo>
                  <a:cubicBezTo>
                    <a:pt x="30244" y="198565"/>
                    <a:pt x="21981" y="190277"/>
                    <a:pt x="21981" y="180085"/>
                  </a:cubicBezTo>
                  <a:lnTo>
                    <a:pt x="21981" y="18528"/>
                  </a:lnTo>
                  <a:cubicBezTo>
                    <a:pt x="21981" y="8312"/>
                    <a:pt x="30268" y="1"/>
                    <a:pt x="40485" y="1"/>
                  </a:cubicBezTo>
                  <a:close/>
                </a:path>
              </a:pathLst>
            </a:custGeom>
            <a:solidFill>
              <a:srgbClr val="000000">
                <a:alpha val="84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4" name="Google Shape;3154;p45"/>
            <p:cNvSpPr/>
            <p:nvPr/>
          </p:nvSpPr>
          <p:spPr>
            <a:xfrm>
              <a:off x="3332432" y="3944852"/>
              <a:ext cx="47310" cy="24993"/>
            </a:xfrm>
            <a:custGeom>
              <a:avLst/>
              <a:gdLst/>
              <a:ahLst/>
              <a:cxnLst/>
              <a:rect l="l" t="t" r="r" b="b"/>
              <a:pathLst>
                <a:path w="32460" h="17148" extrusionOk="0">
                  <a:moveTo>
                    <a:pt x="8574" y="1"/>
                  </a:moveTo>
                  <a:cubicBezTo>
                    <a:pt x="3835" y="1"/>
                    <a:pt x="1" y="3835"/>
                    <a:pt x="1" y="8574"/>
                  </a:cubicBezTo>
                  <a:cubicBezTo>
                    <a:pt x="1" y="13313"/>
                    <a:pt x="3835" y="17147"/>
                    <a:pt x="8574" y="17147"/>
                  </a:cubicBezTo>
                  <a:lnTo>
                    <a:pt x="23887" y="17147"/>
                  </a:lnTo>
                  <a:cubicBezTo>
                    <a:pt x="28626" y="17147"/>
                    <a:pt x="32460" y="13313"/>
                    <a:pt x="32460" y="8574"/>
                  </a:cubicBezTo>
                  <a:cubicBezTo>
                    <a:pt x="32460" y="3835"/>
                    <a:pt x="28626" y="1"/>
                    <a:pt x="23887" y="1"/>
                  </a:cubicBezTo>
                  <a:close/>
                </a:path>
              </a:pathLst>
            </a:custGeom>
            <a:solidFill>
              <a:srgbClr val="3A48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5" name="Google Shape;3155;p45"/>
            <p:cNvSpPr/>
            <p:nvPr/>
          </p:nvSpPr>
          <p:spPr>
            <a:xfrm>
              <a:off x="3332432" y="3997334"/>
              <a:ext cx="47310" cy="24992"/>
            </a:xfrm>
            <a:custGeom>
              <a:avLst/>
              <a:gdLst/>
              <a:ahLst/>
              <a:cxnLst/>
              <a:rect l="l" t="t" r="r" b="b"/>
              <a:pathLst>
                <a:path w="32460" h="17147" extrusionOk="0">
                  <a:moveTo>
                    <a:pt x="8574" y="0"/>
                  </a:moveTo>
                  <a:cubicBezTo>
                    <a:pt x="3835" y="0"/>
                    <a:pt x="1" y="3858"/>
                    <a:pt x="1" y="8573"/>
                  </a:cubicBezTo>
                  <a:cubicBezTo>
                    <a:pt x="1" y="13312"/>
                    <a:pt x="3835" y="17146"/>
                    <a:pt x="8574" y="17146"/>
                  </a:cubicBezTo>
                  <a:lnTo>
                    <a:pt x="23887" y="17146"/>
                  </a:lnTo>
                  <a:cubicBezTo>
                    <a:pt x="28626" y="17146"/>
                    <a:pt x="32460" y="13312"/>
                    <a:pt x="32460" y="8573"/>
                  </a:cubicBezTo>
                  <a:cubicBezTo>
                    <a:pt x="32460" y="3858"/>
                    <a:pt x="28626" y="0"/>
                    <a:pt x="23887" y="0"/>
                  </a:cubicBezTo>
                  <a:close/>
                </a:path>
              </a:pathLst>
            </a:custGeom>
            <a:solidFill>
              <a:srgbClr val="3A48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6" name="Google Shape;3156;p45"/>
            <p:cNvSpPr/>
            <p:nvPr/>
          </p:nvSpPr>
          <p:spPr>
            <a:xfrm>
              <a:off x="3332432" y="4049849"/>
              <a:ext cx="47310" cy="24992"/>
            </a:xfrm>
            <a:custGeom>
              <a:avLst/>
              <a:gdLst/>
              <a:ahLst/>
              <a:cxnLst/>
              <a:rect l="l" t="t" r="r" b="b"/>
              <a:pathLst>
                <a:path w="32460" h="17147" extrusionOk="0">
                  <a:moveTo>
                    <a:pt x="8574" y="0"/>
                  </a:moveTo>
                  <a:cubicBezTo>
                    <a:pt x="3835" y="0"/>
                    <a:pt x="1" y="3834"/>
                    <a:pt x="1" y="8573"/>
                  </a:cubicBezTo>
                  <a:cubicBezTo>
                    <a:pt x="1" y="13312"/>
                    <a:pt x="3835" y="17147"/>
                    <a:pt x="8574" y="17147"/>
                  </a:cubicBezTo>
                  <a:lnTo>
                    <a:pt x="23887" y="17147"/>
                  </a:lnTo>
                  <a:cubicBezTo>
                    <a:pt x="28626" y="17147"/>
                    <a:pt x="32460" y="13312"/>
                    <a:pt x="32460" y="8573"/>
                  </a:cubicBezTo>
                  <a:cubicBezTo>
                    <a:pt x="32460" y="3834"/>
                    <a:pt x="28626" y="0"/>
                    <a:pt x="23887" y="0"/>
                  </a:cubicBezTo>
                  <a:close/>
                </a:path>
              </a:pathLst>
            </a:custGeom>
            <a:solidFill>
              <a:srgbClr val="3A48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7" name="Google Shape;3157;p45"/>
            <p:cNvSpPr/>
            <p:nvPr/>
          </p:nvSpPr>
          <p:spPr>
            <a:xfrm>
              <a:off x="3332432" y="4102399"/>
              <a:ext cx="47310" cy="24992"/>
            </a:xfrm>
            <a:custGeom>
              <a:avLst/>
              <a:gdLst/>
              <a:ahLst/>
              <a:cxnLst/>
              <a:rect l="l" t="t" r="r" b="b"/>
              <a:pathLst>
                <a:path w="32460" h="17147" extrusionOk="0">
                  <a:moveTo>
                    <a:pt x="8574" y="0"/>
                  </a:moveTo>
                  <a:cubicBezTo>
                    <a:pt x="3835" y="0"/>
                    <a:pt x="1" y="3834"/>
                    <a:pt x="1" y="8573"/>
                  </a:cubicBezTo>
                  <a:cubicBezTo>
                    <a:pt x="1" y="13289"/>
                    <a:pt x="3835" y="17146"/>
                    <a:pt x="8574" y="17146"/>
                  </a:cubicBezTo>
                  <a:lnTo>
                    <a:pt x="23887" y="17146"/>
                  </a:lnTo>
                  <a:cubicBezTo>
                    <a:pt x="28626" y="17146"/>
                    <a:pt x="32460" y="13289"/>
                    <a:pt x="32460" y="8573"/>
                  </a:cubicBezTo>
                  <a:cubicBezTo>
                    <a:pt x="32460" y="3810"/>
                    <a:pt x="28626" y="0"/>
                    <a:pt x="23887" y="0"/>
                  </a:cubicBezTo>
                  <a:close/>
                </a:path>
              </a:pathLst>
            </a:custGeom>
            <a:solidFill>
              <a:srgbClr val="3A48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8" name="Google Shape;3158;p45"/>
            <p:cNvSpPr/>
            <p:nvPr/>
          </p:nvSpPr>
          <p:spPr>
            <a:xfrm>
              <a:off x="3332432" y="4154879"/>
              <a:ext cx="47310" cy="24992"/>
            </a:xfrm>
            <a:custGeom>
              <a:avLst/>
              <a:gdLst/>
              <a:ahLst/>
              <a:cxnLst/>
              <a:rect l="l" t="t" r="r" b="b"/>
              <a:pathLst>
                <a:path w="32460" h="17147" extrusionOk="0">
                  <a:moveTo>
                    <a:pt x="8574" y="0"/>
                  </a:moveTo>
                  <a:cubicBezTo>
                    <a:pt x="3835" y="0"/>
                    <a:pt x="1" y="3835"/>
                    <a:pt x="1" y="8574"/>
                  </a:cubicBezTo>
                  <a:cubicBezTo>
                    <a:pt x="1" y="13313"/>
                    <a:pt x="3835" y="17147"/>
                    <a:pt x="8574" y="17147"/>
                  </a:cubicBezTo>
                  <a:lnTo>
                    <a:pt x="23887" y="17147"/>
                  </a:lnTo>
                  <a:cubicBezTo>
                    <a:pt x="28626" y="17147"/>
                    <a:pt x="32460" y="13313"/>
                    <a:pt x="32460" y="8574"/>
                  </a:cubicBezTo>
                  <a:cubicBezTo>
                    <a:pt x="32460" y="3811"/>
                    <a:pt x="28626" y="0"/>
                    <a:pt x="23887" y="0"/>
                  </a:cubicBezTo>
                  <a:close/>
                </a:path>
              </a:pathLst>
            </a:custGeom>
            <a:solidFill>
              <a:srgbClr val="3A48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9" name="Google Shape;3159;p45"/>
            <p:cNvSpPr/>
            <p:nvPr/>
          </p:nvSpPr>
          <p:spPr>
            <a:xfrm>
              <a:off x="3420004" y="4011349"/>
              <a:ext cx="9652" cy="19619"/>
            </a:xfrm>
            <a:custGeom>
              <a:avLst/>
              <a:gdLst/>
              <a:ahLst/>
              <a:cxnLst/>
              <a:rect l="l" t="t" r="r" b="b"/>
              <a:pathLst>
                <a:path w="6622" h="13461" extrusionOk="0">
                  <a:moveTo>
                    <a:pt x="3299" y="0"/>
                  </a:moveTo>
                  <a:cubicBezTo>
                    <a:pt x="1473" y="0"/>
                    <a:pt x="1" y="1484"/>
                    <a:pt x="1" y="3315"/>
                  </a:cubicBezTo>
                  <a:lnTo>
                    <a:pt x="1" y="10031"/>
                  </a:lnTo>
                  <a:cubicBezTo>
                    <a:pt x="1" y="11722"/>
                    <a:pt x="1239" y="13222"/>
                    <a:pt x="2906" y="13436"/>
                  </a:cubicBezTo>
                  <a:cubicBezTo>
                    <a:pt x="3041" y="13453"/>
                    <a:pt x="3176" y="13461"/>
                    <a:pt x="3308" y="13461"/>
                  </a:cubicBezTo>
                  <a:cubicBezTo>
                    <a:pt x="5113" y="13461"/>
                    <a:pt x="6621" y="11991"/>
                    <a:pt x="6621" y="10150"/>
                  </a:cubicBezTo>
                  <a:lnTo>
                    <a:pt x="6621" y="3434"/>
                  </a:lnTo>
                  <a:cubicBezTo>
                    <a:pt x="6621" y="1744"/>
                    <a:pt x="5407" y="243"/>
                    <a:pt x="3740" y="29"/>
                  </a:cubicBezTo>
                  <a:cubicBezTo>
                    <a:pt x="3591" y="10"/>
                    <a:pt x="3444" y="0"/>
                    <a:pt x="3299"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0" name="Google Shape;3160;p45"/>
            <p:cNvSpPr/>
            <p:nvPr/>
          </p:nvSpPr>
          <p:spPr>
            <a:xfrm>
              <a:off x="3530139" y="4011320"/>
              <a:ext cx="9615" cy="19614"/>
            </a:xfrm>
            <a:custGeom>
              <a:avLst/>
              <a:gdLst/>
              <a:ahLst/>
              <a:cxnLst/>
              <a:rect l="l" t="t" r="r" b="b"/>
              <a:pathLst>
                <a:path w="6597" h="13457" extrusionOk="0">
                  <a:moveTo>
                    <a:pt x="3292" y="1"/>
                  </a:moveTo>
                  <a:cubicBezTo>
                    <a:pt x="3157" y="1"/>
                    <a:pt x="3020" y="9"/>
                    <a:pt x="2882" y="25"/>
                  </a:cubicBezTo>
                  <a:cubicBezTo>
                    <a:pt x="1215" y="239"/>
                    <a:pt x="0" y="1764"/>
                    <a:pt x="0" y="3454"/>
                  </a:cubicBezTo>
                  <a:lnTo>
                    <a:pt x="0" y="10027"/>
                  </a:lnTo>
                  <a:cubicBezTo>
                    <a:pt x="0" y="11718"/>
                    <a:pt x="1215" y="13218"/>
                    <a:pt x="2882" y="13433"/>
                  </a:cubicBezTo>
                  <a:cubicBezTo>
                    <a:pt x="3019" y="13449"/>
                    <a:pt x="3154" y="13457"/>
                    <a:pt x="3288" y="13457"/>
                  </a:cubicBezTo>
                  <a:cubicBezTo>
                    <a:pt x="5109" y="13457"/>
                    <a:pt x="6597" y="11987"/>
                    <a:pt x="6597" y="10146"/>
                  </a:cubicBezTo>
                  <a:lnTo>
                    <a:pt x="6597" y="3311"/>
                  </a:lnTo>
                  <a:cubicBezTo>
                    <a:pt x="6597" y="1470"/>
                    <a:pt x="5129" y="1"/>
                    <a:pt x="3292"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1" name="Google Shape;3161;p45"/>
            <p:cNvSpPr/>
            <p:nvPr/>
          </p:nvSpPr>
          <p:spPr>
            <a:xfrm>
              <a:off x="3460649" y="4020600"/>
              <a:ext cx="37939" cy="15643"/>
            </a:xfrm>
            <a:custGeom>
              <a:avLst/>
              <a:gdLst/>
              <a:ahLst/>
              <a:cxnLst/>
              <a:rect l="l" t="t" r="r" b="b"/>
              <a:pathLst>
                <a:path w="26030" h="10733" extrusionOk="0">
                  <a:moveTo>
                    <a:pt x="3675" y="0"/>
                  </a:moveTo>
                  <a:cubicBezTo>
                    <a:pt x="2906" y="0"/>
                    <a:pt x="2131" y="272"/>
                    <a:pt x="1501" y="826"/>
                  </a:cubicBezTo>
                  <a:cubicBezTo>
                    <a:pt x="143" y="2017"/>
                    <a:pt x="1" y="4113"/>
                    <a:pt x="1215" y="5470"/>
                  </a:cubicBezTo>
                  <a:cubicBezTo>
                    <a:pt x="4120" y="8804"/>
                    <a:pt x="8455" y="10733"/>
                    <a:pt x="13027" y="10733"/>
                  </a:cubicBezTo>
                  <a:cubicBezTo>
                    <a:pt x="17599" y="10733"/>
                    <a:pt x="21934" y="8828"/>
                    <a:pt x="24839" y="5494"/>
                  </a:cubicBezTo>
                  <a:cubicBezTo>
                    <a:pt x="26030" y="4136"/>
                    <a:pt x="25911" y="2065"/>
                    <a:pt x="24553" y="874"/>
                  </a:cubicBezTo>
                  <a:cubicBezTo>
                    <a:pt x="23902" y="300"/>
                    <a:pt x="23102" y="17"/>
                    <a:pt x="22310" y="17"/>
                  </a:cubicBezTo>
                  <a:cubicBezTo>
                    <a:pt x="21394" y="17"/>
                    <a:pt x="20489" y="395"/>
                    <a:pt x="19838" y="1136"/>
                  </a:cubicBezTo>
                  <a:cubicBezTo>
                    <a:pt x="18171" y="3041"/>
                    <a:pt x="15670" y="4136"/>
                    <a:pt x="13003" y="4136"/>
                  </a:cubicBezTo>
                  <a:cubicBezTo>
                    <a:pt x="10312" y="4136"/>
                    <a:pt x="7812" y="3041"/>
                    <a:pt x="6145" y="1136"/>
                  </a:cubicBezTo>
                  <a:cubicBezTo>
                    <a:pt x="5498" y="385"/>
                    <a:pt x="4590" y="0"/>
                    <a:pt x="3675"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2" name="Google Shape;3162;p45"/>
            <p:cNvSpPr/>
            <p:nvPr/>
          </p:nvSpPr>
          <p:spPr>
            <a:xfrm>
              <a:off x="3325559" y="3914759"/>
              <a:ext cx="310826" cy="327798"/>
            </a:xfrm>
            <a:custGeom>
              <a:avLst/>
              <a:gdLst/>
              <a:ahLst/>
              <a:cxnLst/>
              <a:rect l="l" t="t" r="r" b="b"/>
              <a:pathLst>
                <a:path w="213260" h="224904" extrusionOk="0">
                  <a:moveTo>
                    <a:pt x="28578" y="24148"/>
                  </a:moveTo>
                  <a:cubicBezTo>
                    <a:pt x="30983" y="24148"/>
                    <a:pt x="33198" y="25768"/>
                    <a:pt x="33770" y="28125"/>
                  </a:cubicBezTo>
                  <a:cubicBezTo>
                    <a:pt x="34603" y="31602"/>
                    <a:pt x="31983" y="34698"/>
                    <a:pt x="28649" y="34698"/>
                  </a:cubicBezTo>
                  <a:lnTo>
                    <a:pt x="13265" y="34698"/>
                  </a:lnTo>
                  <a:cubicBezTo>
                    <a:pt x="9931" y="34698"/>
                    <a:pt x="7312" y="31579"/>
                    <a:pt x="8145" y="28125"/>
                  </a:cubicBezTo>
                  <a:cubicBezTo>
                    <a:pt x="8717" y="25768"/>
                    <a:pt x="10908" y="24148"/>
                    <a:pt x="13337" y="24148"/>
                  </a:cubicBezTo>
                  <a:close/>
                  <a:moveTo>
                    <a:pt x="28578" y="60180"/>
                  </a:moveTo>
                  <a:cubicBezTo>
                    <a:pt x="30983" y="60180"/>
                    <a:pt x="33198" y="61775"/>
                    <a:pt x="33770" y="64133"/>
                  </a:cubicBezTo>
                  <a:cubicBezTo>
                    <a:pt x="34603" y="67610"/>
                    <a:pt x="31983" y="70706"/>
                    <a:pt x="28649" y="70706"/>
                  </a:cubicBezTo>
                  <a:lnTo>
                    <a:pt x="13265" y="70706"/>
                  </a:lnTo>
                  <a:cubicBezTo>
                    <a:pt x="9931" y="70706"/>
                    <a:pt x="7312" y="67586"/>
                    <a:pt x="8145" y="64133"/>
                  </a:cubicBezTo>
                  <a:cubicBezTo>
                    <a:pt x="8717" y="61775"/>
                    <a:pt x="10908" y="60180"/>
                    <a:pt x="13337" y="60180"/>
                  </a:cubicBezTo>
                  <a:close/>
                  <a:moveTo>
                    <a:pt x="28673" y="96235"/>
                  </a:moveTo>
                  <a:cubicBezTo>
                    <a:pt x="32198" y="96235"/>
                    <a:pt x="35079" y="99854"/>
                    <a:pt x="33484" y="103617"/>
                  </a:cubicBezTo>
                  <a:cubicBezTo>
                    <a:pt x="32698" y="105570"/>
                    <a:pt x="30697" y="106760"/>
                    <a:pt x="28578" y="106760"/>
                  </a:cubicBezTo>
                  <a:lnTo>
                    <a:pt x="13241" y="106760"/>
                  </a:lnTo>
                  <a:cubicBezTo>
                    <a:pt x="9907" y="106760"/>
                    <a:pt x="7288" y="103641"/>
                    <a:pt x="8169" y="100188"/>
                  </a:cubicBezTo>
                  <a:cubicBezTo>
                    <a:pt x="8717" y="97830"/>
                    <a:pt x="10931" y="96235"/>
                    <a:pt x="13337" y="96235"/>
                  </a:cubicBezTo>
                  <a:close/>
                  <a:moveTo>
                    <a:pt x="28483" y="131789"/>
                  </a:moveTo>
                  <a:cubicBezTo>
                    <a:pt x="30435" y="131789"/>
                    <a:pt x="32269" y="132790"/>
                    <a:pt x="33222" y="134480"/>
                  </a:cubicBezTo>
                  <a:cubicBezTo>
                    <a:pt x="35341" y="138243"/>
                    <a:pt x="32364" y="142339"/>
                    <a:pt x="28673" y="142339"/>
                  </a:cubicBezTo>
                  <a:lnTo>
                    <a:pt x="13289" y="142339"/>
                  </a:lnTo>
                  <a:cubicBezTo>
                    <a:pt x="9955" y="142339"/>
                    <a:pt x="7335" y="139219"/>
                    <a:pt x="8169" y="135766"/>
                  </a:cubicBezTo>
                  <a:cubicBezTo>
                    <a:pt x="8717" y="133409"/>
                    <a:pt x="10908" y="131789"/>
                    <a:pt x="13337" y="131789"/>
                  </a:cubicBezTo>
                  <a:close/>
                  <a:moveTo>
                    <a:pt x="28649" y="167820"/>
                  </a:moveTo>
                  <a:cubicBezTo>
                    <a:pt x="32222" y="167820"/>
                    <a:pt x="35079" y="171559"/>
                    <a:pt x="33436" y="175251"/>
                  </a:cubicBezTo>
                  <a:cubicBezTo>
                    <a:pt x="32603" y="177156"/>
                    <a:pt x="30626" y="178346"/>
                    <a:pt x="28554" y="178346"/>
                  </a:cubicBezTo>
                  <a:lnTo>
                    <a:pt x="13241" y="178346"/>
                  </a:lnTo>
                  <a:cubicBezTo>
                    <a:pt x="9907" y="178346"/>
                    <a:pt x="7288" y="175251"/>
                    <a:pt x="8121" y="171774"/>
                  </a:cubicBezTo>
                  <a:cubicBezTo>
                    <a:pt x="8693" y="169416"/>
                    <a:pt x="10908" y="167820"/>
                    <a:pt x="13313" y="167820"/>
                  </a:cubicBezTo>
                  <a:close/>
                  <a:moveTo>
                    <a:pt x="156319" y="1"/>
                  </a:moveTo>
                  <a:cubicBezTo>
                    <a:pt x="154628" y="1"/>
                    <a:pt x="153128" y="1239"/>
                    <a:pt x="152937" y="2906"/>
                  </a:cubicBezTo>
                  <a:cubicBezTo>
                    <a:pt x="152675" y="4883"/>
                    <a:pt x="154247" y="6621"/>
                    <a:pt x="156200" y="6621"/>
                  </a:cubicBezTo>
                  <a:lnTo>
                    <a:pt x="171703" y="6621"/>
                  </a:lnTo>
                  <a:cubicBezTo>
                    <a:pt x="180110" y="6621"/>
                    <a:pt x="186920" y="13432"/>
                    <a:pt x="186920" y="21838"/>
                  </a:cubicBezTo>
                  <a:lnTo>
                    <a:pt x="186920" y="195136"/>
                  </a:lnTo>
                  <a:cubicBezTo>
                    <a:pt x="186920" y="197041"/>
                    <a:pt x="185373" y="198589"/>
                    <a:pt x="183467" y="198589"/>
                  </a:cubicBezTo>
                  <a:lnTo>
                    <a:pt x="70372" y="198589"/>
                  </a:lnTo>
                  <a:cubicBezTo>
                    <a:pt x="70182" y="198589"/>
                    <a:pt x="69991" y="198660"/>
                    <a:pt x="69848" y="198803"/>
                  </a:cubicBezTo>
                  <a:cubicBezTo>
                    <a:pt x="66872" y="201661"/>
                    <a:pt x="68848" y="205161"/>
                    <a:pt x="71658" y="205161"/>
                  </a:cubicBezTo>
                  <a:lnTo>
                    <a:pt x="171703" y="205161"/>
                  </a:lnTo>
                  <a:cubicBezTo>
                    <a:pt x="183729" y="205161"/>
                    <a:pt x="193493" y="195398"/>
                    <a:pt x="193493" y="183371"/>
                  </a:cubicBezTo>
                  <a:lnTo>
                    <a:pt x="193493" y="26554"/>
                  </a:lnTo>
                  <a:cubicBezTo>
                    <a:pt x="200947" y="27554"/>
                    <a:pt x="206686" y="33936"/>
                    <a:pt x="206686" y="41628"/>
                  </a:cubicBezTo>
                  <a:lnTo>
                    <a:pt x="206686" y="203137"/>
                  </a:lnTo>
                  <a:cubicBezTo>
                    <a:pt x="206686" y="211544"/>
                    <a:pt x="199876" y="218355"/>
                    <a:pt x="191469" y="218355"/>
                  </a:cubicBezTo>
                  <a:lnTo>
                    <a:pt x="59037" y="218355"/>
                  </a:lnTo>
                  <a:cubicBezTo>
                    <a:pt x="51321" y="218355"/>
                    <a:pt x="44962" y="212615"/>
                    <a:pt x="43962" y="205161"/>
                  </a:cubicBezTo>
                  <a:lnTo>
                    <a:pt x="58537" y="205161"/>
                  </a:lnTo>
                  <a:cubicBezTo>
                    <a:pt x="60227" y="205161"/>
                    <a:pt x="61704" y="203947"/>
                    <a:pt x="61918" y="202280"/>
                  </a:cubicBezTo>
                  <a:cubicBezTo>
                    <a:pt x="62156" y="200279"/>
                    <a:pt x="60608" y="198565"/>
                    <a:pt x="58656" y="198565"/>
                  </a:cubicBezTo>
                  <a:lnTo>
                    <a:pt x="39414" y="198565"/>
                  </a:lnTo>
                  <a:cubicBezTo>
                    <a:pt x="31579" y="198565"/>
                    <a:pt x="25101" y="192587"/>
                    <a:pt x="24315" y="184967"/>
                  </a:cubicBezTo>
                  <a:lnTo>
                    <a:pt x="28697" y="184967"/>
                  </a:lnTo>
                  <a:cubicBezTo>
                    <a:pt x="36294" y="184967"/>
                    <a:pt x="42414" y="177489"/>
                    <a:pt x="40033" y="169630"/>
                  </a:cubicBezTo>
                  <a:cubicBezTo>
                    <a:pt x="38532" y="164606"/>
                    <a:pt x="33770" y="161224"/>
                    <a:pt x="28483" y="161224"/>
                  </a:cubicBezTo>
                  <a:lnTo>
                    <a:pt x="24387" y="161224"/>
                  </a:lnTo>
                  <a:lnTo>
                    <a:pt x="24387" y="148936"/>
                  </a:lnTo>
                  <a:lnTo>
                    <a:pt x="28721" y="148936"/>
                  </a:lnTo>
                  <a:cubicBezTo>
                    <a:pt x="36318" y="148936"/>
                    <a:pt x="42462" y="141458"/>
                    <a:pt x="40080" y="133599"/>
                  </a:cubicBezTo>
                  <a:cubicBezTo>
                    <a:pt x="38556" y="128574"/>
                    <a:pt x="33793" y="125217"/>
                    <a:pt x="28530" y="125217"/>
                  </a:cubicBezTo>
                  <a:lnTo>
                    <a:pt x="24410" y="125217"/>
                  </a:lnTo>
                  <a:lnTo>
                    <a:pt x="24410" y="113357"/>
                  </a:lnTo>
                  <a:lnTo>
                    <a:pt x="28768" y="113357"/>
                  </a:lnTo>
                  <a:cubicBezTo>
                    <a:pt x="35222" y="113357"/>
                    <a:pt x="40604" y="107951"/>
                    <a:pt x="40604" y="101521"/>
                  </a:cubicBezTo>
                  <a:cubicBezTo>
                    <a:pt x="40604" y="95068"/>
                    <a:pt x="35198" y="89662"/>
                    <a:pt x="28768" y="89662"/>
                  </a:cubicBezTo>
                  <a:lnTo>
                    <a:pt x="24410" y="89662"/>
                  </a:lnTo>
                  <a:lnTo>
                    <a:pt x="24410" y="77374"/>
                  </a:lnTo>
                  <a:lnTo>
                    <a:pt x="28578" y="77374"/>
                  </a:lnTo>
                  <a:cubicBezTo>
                    <a:pt x="34365" y="77374"/>
                    <a:pt x="39437" y="73301"/>
                    <a:pt x="40438" y="67586"/>
                  </a:cubicBezTo>
                  <a:cubicBezTo>
                    <a:pt x="41676" y="60132"/>
                    <a:pt x="35960" y="53654"/>
                    <a:pt x="28721" y="53654"/>
                  </a:cubicBezTo>
                  <a:lnTo>
                    <a:pt x="24387" y="53654"/>
                  </a:lnTo>
                  <a:lnTo>
                    <a:pt x="24387" y="41366"/>
                  </a:lnTo>
                  <a:lnTo>
                    <a:pt x="28554" y="41366"/>
                  </a:lnTo>
                  <a:cubicBezTo>
                    <a:pt x="34317" y="41366"/>
                    <a:pt x="39414" y="37270"/>
                    <a:pt x="40390" y="31555"/>
                  </a:cubicBezTo>
                  <a:cubicBezTo>
                    <a:pt x="41652" y="24125"/>
                    <a:pt x="35937" y="17623"/>
                    <a:pt x="28697" y="17623"/>
                  </a:cubicBezTo>
                  <a:lnTo>
                    <a:pt x="24839" y="17623"/>
                  </a:lnTo>
                  <a:cubicBezTo>
                    <a:pt x="26649" y="11265"/>
                    <a:pt x="32484" y="6645"/>
                    <a:pt x="39390" y="6645"/>
                  </a:cubicBezTo>
                  <a:lnTo>
                    <a:pt x="143078" y="6645"/>
                  </a:lnTo>
                  <a:cubicBezTo>
                    <a:pt x="144769" y="6645"/>
                    <a:pt x="146245" y="5430"/>
                    <a:pt x="146460" y="3763"/>
                  </a:cubicBezTo>
                  <a:cubicBezTo>
                    <a:pt x="146698" y="1763"/>
                    <a:pt x="145150" y="48"/>
                    <a:pt x="143197" y="48"/>
                  </a:cubicBezTo>
                  <a:lnTo>
                    <a:pt x="39390" y="48"/>
                  </a:lnTo>
                  <a:cubicBezTo>
                    <a:pt x="28816" y="48"/>
                    <a:pt x="20005" y="7550"/>
                    <a:pt x="18052" y="17600"/>
                  </a:cubicBezTo>
                  <a:lnTo>
                    <a:pt x="13575" y="17600"/>
                  </a:lnTo>
                  <a:cubicBezTo>
                    <a:pt x="7812" y="17600"/>
                    <a:pt x="2715" y="21672"/>
                    <a:pt x="1739" y="27387"/>
                  </a:cubicBezTo>
                  <a:cubicBezTo>
                    <a:pt x="477" y="34841"/>
                    <a:pt x="6192" y="41319"/>
                    <a:pt x="13432" y="41319"/>
                  </a:cubicBezTo>
                  <a:lnTo>
                    <a:pt x="17766" y="41319"/>
                  </a:lnTo>
                  <a:lnTo>
                    <a:pt x="17766" y="53631"/>
                  </a:lnTo>
                  <a:lnTo>
                    <a:pt x="13599" y="53631"/>
                  </a:lnTo>
                  <a:cubicBezTo>
                    <a:pt x="7836" y="53631"/>
                    <a:pt x="2739" y="57703"/>
                    <a:pt x="1763" y="63418"/>
                  </a:cubicBezTo>
                  <a:cubicBezTo>
                    <a:pt x="501" y="70848"/>
                    <a:pt x="6216" y="77350"/>
                    <a:pt x="13456" y="77350"/>
                  </a:cubicBezTo>
                  <a:lnTo>
                    <a:pt x="17814" y="77350"/>
                  </a:lnTo>
                  <a:lnTo>
                    <a:pt x="17814" y="89638"/>
                  </a:lnTo>
                  <a:lnTo>
                    <a:pt x="13646" y="89638"/>
                  </a:lnTo>
                  <a:cubicBezTo>
                    <a:pt x="7859" y="89638"/>
                    <a:pt x="2763" y="93710"/>
                    <a:pt x="1787" y="99426"/>
                  </a:cubicBezTo>
                  <a:cubicBezTo>
                    <a:pt x="548" y="106880"/>
                    <a:pt x="6264" y="113357"/>
                    <a:pt x="13480" y="113357"/>
                  </a:cubicBezTo>
                  <a:lnTo>
                    <a:pt x="17838" y="113357"/>
                  </a:lnTo>
                  <a:lnTo>
                    <a:pt x="17838" y="125217"/>
                  </a:lnTo>
                  <a:lnTo>
                    <a:pt x="13670" y="125217"/>
                  </a:lnTo>
                  <a:cubicBezTo>
                    <a:pt x="7883" y="125217"/>
                    <a:pt x="2811" y="129289"/>
                    <a:pt x="1810" y="135004"/>
                  </a:cubicBezTo>
                  <a:cubicBezTo>
                    <a:pt x="572" y="142458"/>
                    <a:pt x="6288" y="148936"/>
                    <a:pt x="13527" y="148936"/>
                  </a:cubicBezTo>
                  <a:lnTo>
                    <a:pt x="17861" y="148936"/>
                  </a:lnTo>
                  <a:lnTo>
                    <a:pt x="17861" y="161224"/>
                  </a:lnTo>
                  <a:lnTo>
                    <a:pt x="13408" y="161248"/>
                  </a:lnTo>
                  <a:cubicBezTo>
                    <a:pt x="5907" y="161248"/>
                    <a:pt x="1" y="168059"/>
                    <a:pt x="1668" y="175727"/>
                  </a:cubicBezTo>
                  <a:cubicBezTo>
                    <a:pt x="2858" y="181180"/>
                    <a:pt x="7836" y="184967"/>
                    <a:pt x="13408" y="184967"/>
                  </a:cubicBezTo>
                  <a:lnTo>
                    <a:pt x="17742" y="184967"/>
                  </a:lnTo>
                  <a:cubicBezTo>
                    <a:pt x="18481" y="195612"/>
                    <a:pt x="26935" y="204161"/>
                    <a:pt x="37508" y="205090"/>
                  </a:cubicBezTo>
                  <a:cubicBezTo>
                    <a:pt x="38485" y="216187"/>
                    <a:pt x="47844" y="224904"/>
                    <a:pt x="59180" y="224904"/>
                  </a:cubicBezTo>
                  <a:lnTo>
                    <a:pt x="191469" y="224904"/>
                  </a:lnTo>
                  <a:cubicBezTo>
                    <a:pt x="203495" y="224904"/>
                    <a:pt x="213259" y="215140"/>
                    <a:pt x="213259" y="203113"/>
                  </a:cubicBezTo>
                  <a:lnTo>
                    <a:pt x="213259" y="41557"/>
                  </a:lnTo>
                  <a:cubicBezTo>
                    <a:pt x="213259" y="30197"/>
                    <a:pt x="204519" y="20838"/>
                    <a:pt x="193422" y="19862"/>
                  </a:cubicBezTo>
                  <a:cubicBezTo>
                    <a:pt x="192422" y="8764"/>
                    <a:pt x="183086" y="1"/>
                    <a:pt x="171703"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163" name="Google Shape;3163;p45"/>
          <p:cNvGrpSpPr/>
          <p:nvPr/>
        </p:nvGrpSpPr>
        <p:grpSpPr>
          <a:xfrm>
            <a:off x="4057474" y="3920000"/>
            <a:ext cx="396887" cy="327843"/>
            <a:chOff x="4057474" y="3920000"/>
            <a:chExt cx="396887" cy="327843"/>
          </a:xfrm>
        </p:grpSpPr>
        <p:sp>
          <p:nvSpPr>
            <p:cNvPr id="3164" name="Google Shape;3164;p45"/>
            <p:cNvSpPr/>
            <p:nvPr/>
          </p:nvSpPr>
          <p:spPr>
            <a:xfrm>
              <a:off x="4173897" y="3924801"/>
              <a:ext cx="85665" cy="69316"/>
            </a:xfrm>
            <a:custGeom>
              <a:avLst/>
              <a:gdLst/>
              <a:ahLst/>
              <a:cxnLst/>
              <a:rect l="l" t="t" r="r" b="b"/>
              <a:pathLst>
                <a:path w="58775" h="47558" extrusionOk="0">
                  <a:moveTo>
                    <a:pt x="19055" y="1"/>
                  </a:moveTo>
                  <a:cubicBezTo>
                    <a:pt x="13054" y="1"/>
                    <a:pt x="7056" y="1368"/>
                    <a:pt x="1548" y="4018"/>
                  </a:cubicBezTo>
                  <a:cubicBezTo>
                    <a:pt x="0" y="17949"/>
                    <a:pt x="5597" y="32071"/>
                    <a:pt x="17504" y="40525"/>
                  </a:cubicBezTo>
                  <a:cubicBezTo>
                    <a:pt x="24203" y="45281"/>
                    <a:pt x="31942" y="47558"/>
                    <a:pt x="39679" y="47558"/>
                  </a:cubicBezTo>
                  <a:cubicBezTo>
                    <a:pt x="45693" y="47558"/>
                    <a:pt x="51706" y="46182"/>
                    <a:pt x="57227" y="43526"/>
                  </a:cubicBezTo>
                  <a:cubicBezTo>
                    <a:pt x="58775" y="29594"/>
                    <a:pt x="53178" y="15472"/>
                    <a:pt x="41271" y="7018"/>
                  </a:cubicBezTo>
                  <a:cubicBezTo>
                    <a:pt x="34560" y="2280"/>
                    <a:pt x="26805" y="1"/>
                    <a:pt x="19055" y="1"/>
                  </a:cubicBezTo>
                  <a:close/>
                </a:path>
              </a:pathLst>
            </a:custGeom>
            <a:solidFill>
              <a:srgbClr val="1CA8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5" name="Google Shape;3165;p45"/>
            <p:cNvSpPr/>
            <p:nvPr/>
          </p:nvSpPr>
          <p:spPr>
            <a:xfrm>
              <a:off x="4173966" y="3930969"/>
              <a:ext cx="83825" cy="63148"/>
            </a:xfrm>
            <a:custGeom>
              <a:avLst/>
              <a:gdLst/>
              <a:ahLst/>
              <a:cxnLst/>
              <a:rect l="l" t="t" r="r" b="b"/>
              <a:pathLst>
                <a:path w="57513" h="43326" extrusionOk="0">
                  <a:moveTo>
                    <a:pt x="1477" y="0"/>
                  </a:moveTo>
                  <a:cubicBezTo>
                    <a:pt x="1" y="13860"/>
                    <a:pt x="5597" y="27887"/>
                    <a:pt x="17457" y="36293"/>
                  </a:cubicBezTo>
                  <a:cubicBezTo>
                    <a:pt x="24156" y="41049"/>
                    <a:pt x="31895" y="43326"/>
                    <a:pt x="39632" y="43326"/>
                  </a:cubicBezTo>
                  <a:cubicBezTo>
                    <a:pt x="45646" y="43326"/>
                    <a:pt x="51659" y="41950"/>
                    <a:pt x="57180" y="39294"/>
                  </a:cubicBezTo>
                  <a:cubicBezTo>
                    <a:pt x="57513" y="36293"/>
                    <a:pt x="57513" y="33269"/>
                    <a:pt x="57203" y="30340"/>
                  </a:cubicBezTo>
                  <a:lnTo>
                    <a:pt x="57203" y="30340"/>
                  </a:lnTo>
                  <a:cubicBezTo>
                    <a:pt x="57180" y="30387"/>
                    <a:pt x="57180" y="30459"/>
                    <a:pt x="57180" y="30506"/>
                  </a:cubicBezTo>
                  <a:cubicBezTo>
                    <a:pt x="51659" y="33162"/>
                    <a:pt x="45646" y="34538"/>
                    <a:pt x="39632" y="34538"/>
                  </a:cubicBezTo>
                  <a:cubicBezTo>
                    <a:pt x="31895" y="34538"/>
                    <a:pt x="24156" y="32262"/>
                    <a:pt x="17457" y="27506"/>
                  </a:cubicBezTo>
                  <a:cubicBezTo>
                    <a:pt x="8122" y="20861"/>
                    <a:pt x="2668" y="10764"/>
                    <a:pt x="1477" y="0"/>
                  </a:cubicBezTo>
                  <a:close/>
                </a:path>
              </a:pathLst>
            </a:custGeom>
            <a:solidFill>
              <a:srgbClr val="00AE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6" name="Google Shape;3166;p45"/>
            <p:cNvSpPr/>
            <p:nvPr/>
          </p:nvSpPr>
          <p:spPr>
            <a:xfrm>
              <a:off x="4241060" y="3933224"/>
              <a:ext cx="75738" cy="123707"/>
            </a:xfrm>
            <a:custGeom>
              <a:avLst/>
              <a:gdLst/>
              <a:ahLst/>
              <a:cxnLst/>
              <a:rect l="l" t="t" r="r" b="b"/>
              <a:pathLst>
                <a:path w="51964" h="84876" extrusionOk="0">
                  <a:moveTo>
                    <a:pt x="43963" y="1"/>
                  </a:moveTo>
                  <a:cubicBezTo>
                    <a:pt x="42946" y="1"/>
                    <a:pt x="41915" y="223"/>
                    <a:pt x="40937" y="692"/>
                  </a:cubicBezTo>
                  <a:cubicBezTo>
                    <a:pt x="40461" y="882"/>
                    <a:pt x="29554" y="6240"/>
                    <a:pt x="19504" y="18552"/>
                  </a:cubicBezTo>
                  <a:cubicBezTo>
                    <a:pt x="10312" y="29817"/>
                    <a:pt x="0" y="49416"/>
                    <a:pt x="3263" y="78636"/>
                  </a:cubicBezTo>
                  <a:cubicBezTo>
                    <a:pt x="3644" y="82208"/>
                    <a:pt x="6668" y="84875"/>
                    <a:pt x="10193" y="84875"/>
                  </a:cubicBezTo>
                  <a:cubicBezTo>
                    <a:pt x="10455" y="84875"/>
                    <a:pt x="10693" y="84828"/>
                    <a:pt x="11026" y="84828"/>
                  </a:cubicBezTo>
                  <a:cubicBezTo>
                    <a:pt x="14861" y="84423"/>
                    <a:pt x="17623" y="80970"/>
                    <a:pt x="17218" y="77136"/>
                  </a:cubicBezTo>
                  <a:cubicBezTo>
                    <a:pt x="15075" y="57751"/>
                    <a:pt x="19385" y="41200"/>
                    <a:pt x="30007" y="27864"/>
                  </a:cubicBezTo>
                  <a:cubicBezTo>
                    <a:pt x="38056" y="17766"/>
                    <a:pt x="46963" y="13337"/>
                    <a:pt x="47010" y="13313"/>
                  </a:cubicBezTo>
                  <a:cubicBezTo>
                    <a:pt x="50487" y="11599"/>
                    <a:pt x="51964" y="7431"/>
                    <a:pt x="50297" y="3954"/>
                  </a:cubicBezTo>
                  <a:cubicBezTo>
                    <a:pt x="49064" y="1454"/>
                    <a:pt x="46563" y="1"/>
                    <a:pt x="43963" y="1"/>
                  </a:cubicBezTo>
                  <a:close/>
                </a:path>
              </a:pathLst>
            </a:custGeom>
            <a:solidFill>
              <a:srgbClr val="AD4F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7" name="Google Shape;3167;p45"/>
            <p:cNvSpPr/>
            <p:nvPr/>
          </p:nvSpPr>
          <p:spPr>
            <a:xfrm>
              <a:off x="4057474" y="4006449"/>
              <a:ext cx="396887" cy="236564"/>
            </a:xfrm>
            <a:custGeom>
              <a:avLst/>
              <a:gdLst/>
              <a:ahLst/>
              <a:cxnLst/>
              <a:rect l="l" t="t" r="r" b="b"/>
              <a:pathLst>
                <a:path w="272307" h="162308" extrusionOk="0">
                  <a:moveTo>
                    <a:pt x="86176" y="1"/>
                  </a:moveTo>
                  <a:cubicBezTo>
                    <a:pt x="73299" y="1"/>
                    <a:pt x="60684" y="4211"/>
                    <a:pt x="49802" y="14465"/>
                  </a:cubicBezTo>
                  <a:cubicBezTo>
                    <a:pt x="0" y="61437"/>
                    <a:pt x="51095" y="162308"/>
                    <a:pt x="112887" y="162308"/>
                  </a:cubicBezTo>
                  <a:cubicBezTo>
                    <a:pt x="116632" y="162308"/>
                    <a:pt x="120418" y="161937"/>
                    <a:pt x="124222" y="161161"/>
                  </a:cubicBezTo>
                  <a:cubicBezTo>
                    <a:pt x="128163" y="160363"/>
                    <a:pt x="132158" y="159964"/>
                    <a:pt x="136153" y="159964"/>
                  </a:cubicBezTo>
                  <a:cubicBezTo>
                    <a:pt x="140148" y="159964"/>
                    <a:pt x="144143" y="160363"/>
                    <a:pt x="148084" y="161161"/>
                  </a:cubicBezTo>
                  <a:cubicBezTo>
                    <a:pt x="151887" y="161937"/>
                    <a:pt x="155671" y="162307"/>
                    <a:pt x="159415" y="162307"/>
                  </a:cubicBezTo>
                  <a:cubicBezTo>
                    <a:pt x="221209" y="162307"/>
                    <a:pt x="272307" y="61393"/>
                    <a:pt x="222504" y="14465"/>
                  </a:cubicBezTo>
                  <a:cubicBezTo>
                    <a:pt x="211630" y="4219"/>
                    <a:pt x="199014" y="11"/>
                    <a:pt x="186132" y="11"/>
                  </a:cubicBezTo>
                  <a:cubicBezTo>
                    <a:pt x="168744" y="11"/>
                    <a:pt x="150873" y="7678"/>
                    <a:pt x="136153" y="18513"/>
                  </a:cubicBezTo>
                  <a:cubicBezTo>
                    <a:pt x="121431" y="7677"/>
                    <a:pt x="103565" y="1"/>
                    <a:pt x="86176" y="1"/>
                  </a:cubicBezTo>
                  <a:close/>
                </a:path>
              </a:pathLst>
            </a:custGeom>
            <a:solidFill>
              <a:srgbClr val="FF89A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8" name="Google Shape;3168;p45"/>
            <p:cNvSpPr/>
            <p:nvPr/>
          </p:nvSpPr>
          <p:spPr>
            <a:xfrm>
              <a:off x="4057499" y="4006485"/>
              <a:ext cx="180440" cy="236520"/>
            </a:xfrm>
            <a:custGeom>
              <a:avLst/>
              <a:gdLst/>
              <a:ahLst/>
              <a:cxnLst/>
              <a:rect l="l" t="t" r="r" b="b"/>
              <a:pathLst>
                <a:path w="123801" h="162278" extrusionOk="0">
                  <a:moveTo>
                    <a:pt x="86154" y="0"/>
                  </a:moveTo>
                  <a:cubicBezTo>
                    <a:pt x="73285" y="0"/>
                    <a:pt x="60683" y="4210"/>
                    <a:pt x="49808" y="14440"/>
                  </a:cubicBezTo>
                  <a:cubicBezTo>
                    <a:pt x="1" y="61390"/>
                    <a:pt x="51076" y="162277"/>
                    <a:pt x="112852" y="162277"/>
                  </a:cubicBezTo>
                  <a:cubicBezTo>
                    <a:pt x="116471" y="162277"/>
                    <a:pt x="120126" y="161931"/>
                    <a:pt x="123800" y="161207"/>
                  </a:cubicBezTo>
                  <a:cubicBezTo>
                    <a:pt x="67241" y="150348"/>
                    <a:pt x="24946" y="58568"/>
                    <a:pt x="71765" y="14440"/>
                  </a:cubicBezTo>
                  <a:cubicBezTo>
                    <a:pt x="79600" y="7057"/>
                    <a:pt x="88364" y="2818"/>
                    <a:pt x="97461" y="1032"/>
                  </a:cubicBezTo>
                  <a:cubicBezTo>
                    <a:pt x="93694" y="359"/>
                    <a:pt x="89913" y="0"/>
                    <a:pt x="86154" y="0"/>
                  </a:cubicBezTo>
                  <a:close/>
                </a:path>
              </a:pathLst>
            </a:custGeom>
            <a:solidFill>
              <a:srgbClr val="000000">
                <a:alpha val="84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9" name="Google Shape;3169;p45"/>
            <p:cNvSpPr/>
            <p:nvPr/>
          </p:nvSpPr>
          <p:spPr>
            <a:xfrm>
              <a:off x="4192641" y="4112672"/>
              <a:ext cx="9650" cy="20169"/>
            </a:xfrm>
            <a:custGeom>
              <a:avLst/>
              <a:gdLst/>
              <a:ahLst/>
              <a:cxnLst/>
              <a:rect l="l" t="t" r="r" b="b"/>
              <a:pathLst>
                <a:path w="6621" h="13838" extrusionOk="0">
                  <a:moveTo>
                    <a:pt x="3328" y="1"/>
                  </a:moveTo>
                  <a:cubicBezTo>
                    <a:pt x="1488" y="1"/>
                    <a:pt x="0" y="1470"/>
                    <a:pt x="0" y="3311"/>
                  </a:cubicBezTo>
                  <a:lnTo>
                    <a:pt x="0" y="10408"/>
                  </a:lnTo>
                  <a:cubicBezTo>
                    <a:pt x="0" y="12123"/>
                    <a:pt x="1239" y="13599"/>
                    <a:pt x="2906" y="13814"/>
                  </a:cubicBezTo>
                  <a:cubicBezTo>
                    <a:pt x="3042" y="13830"/>
                    <a:pt x="3178" y="13838"/>
                    <a:pt x="3312" y="13838"/>
                  </a:cubicBezTo>
                  <a:cubicBezTo>
                    <a:pt x="5133" y="13838"/>
                    <a:pt x="6621" y="12368"/>
                    <a:pt x="6621" y="10527"/>
                  </a:cubicBezTo>
                  <a:lnTo>
                    <a:pt x="6621" y="3430"/>
                  </a:lnTo>
                  <a:cubicBezTo>
                    <a:pt x="6621" y="1716"/>
                    <a:pt x="5406" y="239"/>
                    <a:pt x="3739" y="25"/>
                  </a:cubicBezTo>
                  <a:cubicBezTo>
                    <a:pt x="3601" y="9"/>
                    <a:pt x="3463" y="1"/>
                    <a:pt x="3328"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0" name="Google Shape;3170;p45"/>
            <p:cNvSpPr/>
            <p:nvPr/>
          </p:nvSpPr>
          <p:spPr>
            <a:xfrm>
              <a:off x="4309196" y="4112672"/>
              <a:ext cx="9615" cy="20169"/>
            </a:xfrm>
            <a:custGeom>
              <a:avLst/>
              <a:gdLst/>
              <a:ahLst/>
              <a:cxnLst/>
              <a:rect l="l" t="t" r="r" b="b"/>
              <a:pathLst>
                <a:path w="6597" h="13838" extrusionOk="0">
                  <a:moveTo>
                    <a:pt x="3305" y="1"/>
                  </a:moveTo>
                  <a:cubicBezTo>
                    <a:pt x="1468" y="1"/>
                    <a:pt x="0" y="1470"/>
                    <a:pt x="0" y="3311"/>
                  </a:cubicBezTo>
                  <a:lnTo>
                    <a:pt x="0" y="10408"/>
                  </a:lnTo>
                  <a:cubicBezTo>
                    <a:pt x="0" y="12123"/>
                    <a:pt x="1215" y="13599"/>
                    <a:pt x="2882" y="13814"/>
                  </a:cubicBezTo>
                  <a:cubicBezTo>
                    <a:pt x="3019" y="13830"/>
                    <a:pt x="3154" y="13838"/>
                    <a:pt x="3288" y="13838"/>
                  </a:cubicBezTo>
                  <a:cubicBezTo>
                    <a:pt x="5109" y="13838"/>
                    <a:pt x="6597" y="12368"/>
                    <a:pt x="6597" y="10527"/>
                  </a:cubicBezTo>
                  <a:lnTo>
                    <a:pt x="6597" y="3430"/>
                  </a:lnTo>
                  <a:cubicBezTo>
                    <a:pt x="6597" y="1716"/>
                    <a:pt x="5382" y="239"/>
                    <a:pt x="3715" y="25"/>
                  </a:cubicBezTo>
                  <a:cubicBezTo>
                    <a:pt x="3577" y="9"/>
                    <a:pt x="3440" y="1"/>
                    <a:pt x="3305"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1" name="Google Shape;3171;p45"/>
            <p:cNvSpPr/>
            <p:nvPr/>
          </p:nvSpPr>
          <p:spPr>
            <a:xfrm>
              <a:off x="4236166" y="4122472"/>
              <a:ext cx="39466" cy="15957"/>
            </a:xfrm>
            <a:custGeom>
              <a:avLst/>
              <a:gdLst/>
              <a:ahLst/>
              <a:cxnLst/>
              <a:rect l="l" t="t" r="r" b="b"/>
              <a:pathLst>
                <a:path w="27078" h="10948" extrusionOk="0">
                  <a:moveTo>
                    <a:pt x="3699" y="0"/>
                  </a:moveTo>
                  <a:cubicBezTo>
                    <a:pt x="2930" y="0"/>
                    <a:pt x="2155" y="272"/>
                    <a:pt x="1525" y="826"/>
                  </a:cubicBezTo>
                  <a:cubicBezTo>
                    <a:pt x="143" y="2017"/>
                    <a:pt x="1" y="4113"/>
                    <a:pt x="1239" y="5470"/>
                  </a:cubicBezTo>
                  <a:cubicBezTo>
                    <a:pt x="4263" y="8971"/>
                    <a:pt x="8764" y="10947"/>
                    <a:pt x="13551" y="10947"/>
                  </a:cubicBezTo>
                  <a:cubicBezTo>
                    <a:pt x="18338" y="10947"/>
                    <a:pt x="22839" y="8971"/>
                    <a:pt x="25887" y="5470"/>
                  </a:cubicBezTo>
                  <a:cubicBezTo>
                    <a:pt x="27078" y="4113"/>
                    <a:pt x="26959" y="2017"/>
                    <a:pt x="25577" y="826"/>
                  </a:cubicBezTo>
                  <a:cubicBezTo>
                    <a:pt x="24947" y="272"/>
                    <a:pt x="24172" y="0"/>
                    <a:pt x="23403" y="0"/>
                  </a:cubicBezTo>
                  <a:cubicBezTo>
                    <a:pt x="22488" y="0"/>
                    <a:pt x="21581" y="385"/>
                    <a:pt x="20933" y="1136"/>
                  </a:cubicBezTo>
                  <a:cubicBezTo>
                    <a:pt x="19147" y="3184"/>
                    <a:pt x="16433" y="4375"/>
                    <a:pt x="13551" y="4375"/>
                  </a:cubicBezTo>
                  <a:cubicBezTo>
                    <a:pt x="10669" y="4375"/>
                    <a:pt x="7978" y="3184"/>
                    <a:pt x="6168" y="1136"/>
                  </a:cubicBezTo>
                  <a:cubicBezTo>
                    <a:pt x="5521" y="385"/>
                    <a:pt x="4614" y="0"/>
                    <a:pt x="3699"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2" name="Google Shape;3172;p45"/>
            <p:cNvSpPr/>
            <p:nvPr/>
          </p:nvSpPr>
          <p:spPr>
            <a:xfrm>
              <a:off x="4128254" y="3920000"/>
              <a:ext cx="287709" cy="263793"/>
            </a:xfrm>
            <a:custGeom>
              <a:avLst/>
              <a:gdLst/>
              <a:ahLst/>
              <a:cxnLst/>
              <a:rect l="l" t="t" r="r" b="b"/>
              <a:pathLst>
                <a:path w="197399" h="180990" extrusionOk="0">
                  <a:moveTo>
                    <a:pt x="50416" y="6478"/>
                  </a:moveTo>
                  <a:cubicBezTo>
                    <a:pt x="57727" y="6478"/>
                    <a:pt x="64752" y="8717"/>
                    <a:pt x="70682" y="12908"/>
                  </a:cubicBezTo>
                  <a:cubicBezTo>
                    <a:pt x="78398" y="18385"/>
                    <a:pt x="83470" y="26697"/>
                    <a:pt x="85042" y="36127"/>
                  </a:cubicBezTo>
                  <a:cubicBezTo>
                    <a:pt x="78850" y="28935"/>
                    <a:pt x="67991" y="19457"/>
                    <a:pt x="52273" y="16671"/>
                  </a:cubicBezTo>
                  <a:cubicBezTo>
                    <a:pt x="52073" y="16634"/>
                    <a:pt x="51875" y="16616"/>
                    <a:pt x="51679" y="16616"/>
                  </a:cubicBezTo>
                  <a:cubicBezTo>
                    <a:pt x="49983" y="16616"/>
                    <a:pt x="48501" y="17952"/>
                    <a:pt x="48415" y="19767"/>
                  </a:cubicBezTo>
                  <a:cubicBezTo>
                    <a:pt x="48320" y="21434"/>
                    <a:pt x="49606" y="22886"/>
                    <a:pt x="51249" y="23172"/>
                  </a:cubicBezTo>
                  <a:cubicBezTo>
                    <a:pt x="68038" y="26220"/>
                    <a:pt x="78540" y="38008"/>
                    <a:pt x="83065" y="44295"/>
                  </a:cubicBezTo>
                  <a:cubicBezTo>
                    <a:pt x="82875" y="44724"/>
                    <a:pt x="82708" y="45153"/>
                    <a:pt x="82541" y="45605"/>
                  </a:cubicBezTo>
                  <a:cubicBezTo>
                    <a:pt x="78779" y="46820"/>
                    <a:pt x="74897" y="47439"/>
                    <a:pt x="71015" y="47439"/>
                  </a:cubicBezTo>
                  <a:cubicBezTo>
                    <a:pt x="63680" y="47439"/>
                    <a:pt x="56655" y="45200"/>
                    <a:pt x="50725" y="41009"/>
                  </a:cubicBezTo>
                  <a:cubicBezTo>
                    <a:pt x="40723" y="33936"/>
                    <a:pt x="35198" y="21958"/>
                    <a:pt x="36008" y="9431"/>
                  </a:cubicBezTo>
                  <a:cubicBezTo>
                    <a:pt x="40580" y="7502"/>
                    <a:pt x="45534" y="6478"/>
                    <a:pt x="50416" y="6478"/>
                  </a:cubicBezTo>
                  <a:close/>
                  <a:moveTo>
                    <a:pt x="121313" y="12342"/>
                  </a:moveTo>
                  <a:cubicBezTo>
                    <a:pt x="122698" y="12342"/>
                    <a:pt x="124050" y="13108"/>
                    <a:pt x="124669" y="14432"/>
                  </a:cubicBezTo>
                  <a:cubicBezTo>
                    <a:pt x="125550" y="16242"/>
                    <a:pt x="124764" y="18504"/>
                    <a:pt x="122954" y="19362"/>
                  </a:cubicBezTo>
                  <a:cubicBezTo>
                    <a:pt x="122954" y="19362"/>
                    <a:pt x="122931" y="19362"/>
                    <a:pt x="122931" y="19409"/>
                  </a:cubicBezTo>
                  <a:cubicBezTo>
                    <a:pt x="122526" y="19600"/>
                    <a:pt x="113214" y="24315"/>
                    <a:pt x="104784" y="34841"/>
                  </a:cubicBezTo>
                  <a:cubicBezTo>
                    <a:pt x="96497" y="45248"/>
                    <a:pt x="91805" y="57584"/>
                    <a:pt x="90924" y="71563"/>
                  </a:cubicBezTo>
                  <a:cubicBezTo>
                    <a:pt x="90805" y="71634"/>
                    <a:pt x="88114" y="73468"/>
                    <a:pt x="87614" y="73778"/>
                  </a:cubicBezTo>
                  <a:cubicBezTo>
                    <a:pt x="86328" y="72896"/>
                    <a:pt x="84994" y="71968"/>
                    <a:pt x="83542" y="71039"/>
                  </a:cubicBezTo>
                  <a:cubicBezTo>
                    <a:pt x="84875" y="51392"/>
                    <a:pt x="92853" y="37770"/>
                    <a:pt x="99426" y="29673"/>
                  </a:cubicBezTo>
                  <a:cubicBezTo>
                    <a:pt x="109023" y="17909"/>
                    <a:pt x="119287" y="12908"/>
                    <a:pt x="119740" y="12694"/>
                  </a:cubicBezTo>
                  <a:cubicBezTo>
                    <a:pt x="120242" y="12456"/>
                    <a:pt x="120780" y="12342"/>
                    <a:pt x="121313" y="12342"/>
                  </a:cubicBezTo>
                  <a:close/>
                  <a:moveTo>
                    <a:pt x="50368" y="1"/>
                  </a:moveTo>
                  <a:cubicBezTo>
                    <a:pt x="43890" y="1"/>
                    <a:pt x="37341" y="1501"/>
                    <a:pt x="31412" y="4335"/>
                  </a:cubicBezTo>
                  <a:cubicBezTo>
                    <a:pt x="30411" y="4835"/>
                    <a:pt x="29697" y="5835"/>
                    <a:pt x="29578" y="6931"/>
                  </a:cubicBezTo>
                  <a:cubicBezTo>
                    <a:pt x="27816" y="22505"/>
                    <a:pt x="34460" y="37651"/>
                    <a:pt x="46891" y="46462"/>
                  </a:cubicBezTo>
                  <a:cubicBezTo>
                    <a:pt x="53940" y="51463"/>
                    <a:pt x="62275" y="54107"/>
                    <a:pt x="70967" y="54107"/>
                  </a:cubicBezTo>
                  <a:cubicBezTo>
                    <a:pt x="73992" y="54107"/>
                    <a:pt x="76993" y="53773"/>
                    <a:pt x="79946" y="53154"/>
                  </a:cubicBezTo>
                  <a:lnTo>
                    <a:pt x="79946" y="53154"/>
                  </a:lnTo>
                  <a:cubicBezTo>
                    <a:pt x="78707" y="57465"/>
                    <a:pt x="77778" y="62180"/>
                    <a:pt x="77231" y="67276"/>
                  </a:cubicBezTo>
                  <a:cubicBezTo>
                    <a:pt x="68586" y="62466"/>
                    <a:pt x="57989" y="58155"/>
                    <a:pt x="46272" y="56607"/>
                  </a:cubicBezTo>
                  <a:cubicBezTo>
                    <a:pt x="43376" y="56223"/>
                    <a:pt x="40522" y="56033"/>
                    <a:pt x="37719" y="56033"/>
                  </a:cubicBezTo>
                  <a:cubicBezTo>
                    <a:pt x="24177" y="56033"/>
                    <a:pt x="11816" y="60480"/>
                    <a:pt x="1596" y="69062"/>
                  </a:cubicBezTo>
                  <a:cubicBezTo>
                    <a:pt x="191" y="70205"/>
                    <a:pt x="0" y="72301"/>
                    <a:pt x="1191" y="73706"/>
                  </a:cubicBezTo>
                  <a:cubicBezTo>
                    <a:pt x="1839" y="74473"/>
                    <a:pt x="2773" y="74873"/>
                    <a:pt x="3713" y="74873"/>
                  </a:cubicBezTo>
                  <a:cubicBezTo>
                    <a:pt x="4465" y="74873"/>
                    <a:pt x="5221" y="74617"/>
                    <a:pt x="5835" y="74087"/>
                  </a:cubicBezTo>
                  <a:cubicBezTo>
                    <a:pt x="14924" y="66447"/>
                    <a:pt x="25545" y="62594"/>
                    <a:pt x="37510" y="62594"/>
                  </a:cubicBezTo>
                  <a:cubicBezTo>
                    <a:pt x="40091" y="62594"/>
                    <a:pt x="42734" y="62773"/>
                    <a:pt x="45438" y="63133"/>
                  </a:cubicBezTo>
                  <a:cubicBezTo>
                    <a:pt x="56393" y="64585"/>
                    <a:pt x="68157" y="69110"/>
                    <a:pt x="79231" y="76088"/>
                  </a:cubicBezTo>
                  <a:cubicBezTo>
                    <a:pt x="81422" y="77445"/>
                    <a:pt x="83565" y="78898"/>
                    <a:pt x="85661" y="80446"/>
                  </a:cubicBezTo>
                  <a:cubicBezTo>
                    <a:pt x="86239" y="80864"/>
                    <a:pt x="86913" y="81082"/>
                    <a:pt x="87598" y="81082"/>
                  </a:cubicBezTo>
                  <a:cubicBezTo>
                    <a:pt x="88043" y="81082"/>
                    <a:pt x="88492" y="80990"/>
                    <a:pt x="88924" y="80803"/>
                  </a:cubicBezTo>
                  <a:cubicBezTo>
                    <a:pt x="91353" y="79779"/>
                    <a:pt x="93258" y="77826"/>
                    <a:pt x="95425" y="76445"/>
                  </a:cubicBezTo>
                  <a:cubicBezTo>
                    <a:pt x="108065" y="68388"/>
                    <a:pt x="122954" y="62665"/>
                    <a:pt x="137563" y="62665"/>
                  </a:cubicBezTo>
                  <a:cubicBezTo>
                    <a:pt x="149596" y="62665"/>
                    <a:pt x="161439" y="66548"/>
                    <a:pt x="171679" y="76207"/>
                  </a:cubicBezTo>
                  <a:cubicBezTo>
                    <a:pt x="184229" y="88019"/>
                    <a:pt x="190826" y="104308"/>
                    <a:pt x="190731" y="123311"/>
                  </a:cubicBezTo>
                  <a:cubicBezTo>
                    <a:pt x="190683" y="140672"/>
                    <a:pt x="185015" y="159366"/>
                    <a:pt x="174846" y="175989"/>
                  </a:cubicBezTo>
                  <a:cubicBezTo>
                    <a:pt x="173894" y="177537"/>
                    <a:pt x="174370" y="179561"/>
                    <a:pt x="175918" y="180514"/>
                  </a:cubicBezTo>
                  <a:cubicBezTo>
                    <a:pt x="176442" y="180823"/>
                    <a:pt x="177037" y="180990"/>
                    <a:pt x="177633" y="180990"/>
                  </a:cubicBezTo>
                  <a:cubicBezTo>
                    <a:pt x="178752" y="180990"/>
                    <a:pt x="179847" y="180418"/>
                    <a:pt x="180443" y="179394"/>
                  </a:cubicBezTo>
                  <a:cubicBezTo>
                    <a:pt x="191254" y="161772"/>
                    <a:pt x="197232" y="141887"/>
                    <a:pt x="197327" y="123311"/>
                  </a:cubicBezTo>
                  <a:cubicBezTo>
                    <a:pt x="197399" y="102426"/>
                    <a:pt x="190088" y="84470"/>
                    <a:pt x="176180" y="71372"/>
                  </a:cubicBezTo>
                  <a:cubicBezTo>
                    <a:pt x="164533" y="60388"/>
                    <a:pt x="151167" y="55985"/>
                    <a:pt x="137678" y="55985"/>
                  </a:cubicBezTo>
                  <a:cubicBezTo>
                    <a:pt x="123998" y="55985"/>
                    <a:pt x="110192" y="60513"/>
                    <a:pt x="97925" y="67300"/>
                  </a:cubicBezTo>
                  <a:cubicBezTo>
                    <a:pt x="99378" y="56607"/>
                    <a:pt x="103403" y="47105"/>
                    <a:pt x="109880" y="38961"/>
                  </a:cubicBezTo>
                  <a:cubicBezTo>
                    <a:pt x="117239" y="29721"/>
                    <a:pt x="125431" y="25482"/>
                    <a:pt x="125788" y="25292"/>
                  </a:cubicBezTo>
                  <a:cubicBezTo>
                    <a:pt x="130742" y="22743"/>
                    <a:pt x="133052" y="16695"/>
                    <a:pt x="130575" y="11574"/>
                  </a:cubicBezTo>
                  <a:cubicBezTo>
                    <a:pt x="128832" y="7932"/>
                    <a:pt x="125049" y="5766"/>
                    <a:pt x="121185" y="5766"/>
                  </a:cubicBezTo>
                  <a:cubicBezTo>
                    <a:pt x="119719" y="5766"/>
                    <a:pt x="118241" y="6078"/>
                    <a:pt x="116858" y="6740"/>
                  </a:cubicBezTo>
                  <a:cubicBezTo>
                    <a:pt x="116382" y="6978"/>
                    <a:pt x="104784" y="12622"/>
                    <a:pt x="94306" y="25506"/>
                  </a:cubicBezTo>
                  <a:cubicBezTo>
                    <a:pt x="93067" y="27030"/>
                    <a:pt x="91781" y="28721"/>
                    <a:pt x="90495" y="30626"/>
                  </a:cubicBezTo>
                  <a:cubicBezTo>
                    <a:pt x="87947" y="21338"/>
                    <a:pt x="82375" y="13241"/>
                    <a:pt x="74468" y="7645"/>
                  </a:cubicBezTo>
                  <a:cubicBezTo>
                    <a:pt x="67395" y="2644"/>
                    <a:pt x="59060" y="1"/>
                    <a:pt x="50368"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3" name="Google Shape;3173;p45"/>
            <p:cNvSpPr/>
            <p:nvPr/>
          </p:nvSpPr>
          <p:spPr>
            <a:xfrm>
              <a:off x="4094551" y="4033487"/>
              <a:ext cx="286910" cy="214356"/>
            </a:xfrm>
            <a:custGeom>
              <a:avLst/>
              <a:gdLst/>
              <a:ahLst/>
              <a:cxnLst/>
              <a:rect l="l" t="t" r="r" b="b"/>
              <a:pathLst>
                <a:path w="196851" h="147071" extrusionOk="0">
                  <a:moveTo>
                    <a:pt x="17792" y="0"/>
                  </a:moveTo>
                  <a:cubicBezTo>
                    <a:pt x="16808" y="0"/>
                    <a:pt x="15834" y="437"/>
                    <a:pt x="15194" y="1272"/>
                  </a:cubicBezTo>
                  <a:cubicBezTo>
                    <a:pt x="4835" y="14679"/>
                    <a:pt x="0" y="31849"/>
                    <a:pt x="1215" y="50925"/>
                  </a:cubicBezTo>
                  <a:cubicBezTo>
                    <a:pt x="2263" y="68047"/>
                    <a:pt x="8336" y="86289"/>
                    <a:pt x="18290" y="102245"/>
                  </a:cubicBezTo>
                  <a:cubicBezTo>
                    <a:pt x="27697" y="117367"/>
                    <a:pt x="39842" y="129512"/>
                    <a:pt x="53416" y="137371"/>
                  </a:cubicBezTo>
                  <a:cubicBezTo>
                    <a:pt x="64470" y="143798"/>
                    <a:pt x="76061" y="147071"/>
                    <a:pt x="87529" y="147071"/>
                  </a:cubicBezTo>
                  <a:cubicBezTo>
                    <a:pt x="91527" y="147071"/>
                    <a:pt x="95510" y="146673"/>
                    <a:pt x="99450" y="145873"/>
                  </a:cubicBezTo>
                  <a:cubicBezTo>
                    <a:pt x="103212" y="145111"/>
                    <a:pt x="106987" y="144729"/>
                    <a:pt x="110756" y="144729"/>
                  </a:cubicBezTo>
                  <a:cubicBezTo>
                    <a:pt x="114524" y="144729"/>
                    <a:pt x="118287" y="145111"/>
                    <a:pt x="122026" y="145873"/>
                  </a:cubicBezTo>
                  <a:cubicBezTo>
                    <a:pt x="125952" y="146670"/>
                    <a:pt x="129905" y="147053"/>
                    <a:pt x="133843" y="147053"/>
                  </a:cubicBezTo>
                  <a:cubicBezTo>
                    <a:pt x="143781" y="147053"/>
                    <a:pt x="153620" y="144612"/>
                    <a:pt x="162677" y="140229"/>
                  </a:cubicBezTo>
                  <a:cubicBezTo>
                    <a:pt x="174775" y="134394"/>
                    <a:pt x="186206" y="124940"/>
                    <a:pt x="195732" y="112890"/>
                  </a:cubicBezTo>
                  <a:cubicBezTo>
                    <a:pt x="196851" y="111437"/>
                    <a:pt x="196613" y="109365"/>
                    <a:pt x="195184" y="108270"/>
                  </a:cubicBezTo>
                  <a:cubicBezTo>
                    <a:pt x="194575" y="107782"/>
                    <a:pt x="193849" y="107546"/>
                    <a:pt x="193131" y="107546"/>
                  </a:cubicBezTo>
                  <a:cubicBezTo>
                    <a:pt x="192166" y="107546"/>
                    <a:pt x="191216" y="107974"/>
                    <a:pt x="190588" y="108794"/>
                  </a:cubicBezTo>
                  <a:cubicBezTo>
                    <a:pt x="181681" y="120082"/>
                    <a:pt x="171060" y="128917"/>
                    <a:pt x="159867" y="134323"/>
                  </a:cubicBezTo>
                  <a:cubicBezTo>
                    <a:pt x="151325" y="138418"/>
                    <a:pt x="142699" y="140490"/>
                    <a:pt x="134125" y="140490"/>
                  </a:cubicBezTo>
                  <a:cubicBezTo>
                    <a:pt x="130532" y="140490"/>
                    <a:pt x="126948" y="140126"/>
                    <a:pt x="123383" y="139395"/>
                  </a:cubicBezTo>
                  <a:cubicBezTo>
                    <a:pt x="119204" y="138550"/>
                    <a:pt x="114995" y="138127"/>
                    <a:pt x="110785" y="138127"/>
                  </a:cubicBezTo>
                  <a:cubicBezTo>
                    <a:pt x="106576" y="138127"/>
                    <a:pt x="102367" y="138550"/>
                    <a:pt x="98188" y="139395"/>
                  </a:cubicBezTo>
                  <a:cubicBezTo>
                    <a:pt x="94684" y="140112"/>
                    <a:pt x="91135" y="140468"/>
                    <a:pt x="87566" y="140468"/>
                  </a:cubicBezTo>
                  <a:cubicBezTo>
                    <a:pt x="77259" y="140468"/>
                    <a:pt x="66786" y="137499"/>
                    <a:pt x="56774" y="131679"/>
                  </a:cubicBezTo>
                  <a:cubicBezTo>
                    <a:pt x="44152" y="124368"/>
                    <a:pt x="32769" y="112961"/>
                    <a:pt x="23934" y="98768"/>
                  </a:cubicBezTo>
                  <a:cubicBezTo>
                    <a:pt x="14551" y="83741"/>
                    <a:pt x="8836" y="66595"/>
                    <a:pt x="7812" y="50496"/>
                  </a:cubicBezTo>
                  <a:cubicBezTo>
                    <a:pt x="6669" y="33016"/>
                    <a:pt x="11050" y="17394"/>
                    <a:pt x="20386" y="5296"/>
                  </a:cubicBezTo>
                  <a:cubicBezTo>
                    <a:pt x="21505" y="3868"/>
                    <a:pt x="21219" y="1772"/>
                    <a:pt x="19790" y="676"/>
                  </a:cubicBezTo>
                  <a:cubicBezTo>
                    <a:pt x="19196" y="221"/>
                    <a:pt x="18491" y="0"/>
                    <a:pt x="17792"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174" name="Google Shape;3174;p45"/>
          <p:cNvGrpSpPr/>
          <p:nvPr/>
        </p:nvGrpSpPr>
        <p:grpSpPr>
          <a:xfrm>
            <a:off x="4817726" y="3920990"/>
            <a:ext cx="331443" cy="327747"/>
            <a:chOff x="4817726" y="3920990"/>
            <a:chExt cx="331443" cy="327747"/>
          </a:xfrm>
        </p:grpSpPr>
        <p:sp>
          <p:nvSpPr>
            <p:cNvPr id="3175" name="Google Shape;3175;p45"/>
            <p:cNvSpPr/>
            <p:nvPr/>
          </p:nvSpPr>
          <p:spPr>
            <a:xfrm>
              <a:off x="5008768" y="3925702"/>
              <a:ext cx="135195" cy="132026"/>
            </a:xfrm>
            <a:custGeom>
              <a:avLst/>
              <a:gdLst/>
              <a:ahLst/>
              <a:cxnLst/>
              <a:rect l="l" t="t" r="r" b="b"/>
              <a:pathLst>
                <a:path w="92758" h="90584" extrusionOk="0">
                  <a:moveTo>
                    <a:pt x="32037" y="0"/>
                  </a:moveTo>
                  <a:cubicBezTo>
                    <a:pt x="26285" y="0"/>
                    <a:pt x="20540" y="2197"/>
                    <a:pt x="16170" y="6591"/>
                  </a:cubicBezTo>
                  <a:lnTo>
                    <a:pt x="0" y="22761"/>
                  </a:lnTo>
                  <a:lnTo>
                    <a:pt x="27839" y="62769"/>
                  </a:lnTo>
                  <a:lnTo>
                    <a:pt x="67848" y="90584"/>
                  </a:lnTo>
                  <a:lnTo>
                    <a:pt x="84018" y="74438"/>
                  </a:lnTo>
                  <a:cubicBezTo>
                    <a:pt x="92758" y="65650"/>
                    <a:pt x="92758" y="51409"/>
                    <a:pt x="84018" y="42646"/>
                  </a:cubicBezTo>
                  <a:lnTo>
                    <a:pt x="47939" y="6591"/>
                  </a:lnTo>
                  <a:cubicBezTo>
                    <a:pt x="43545" y="2197"/>
                    <a:pt x="37788" y="0"/>
                    <a:pt x="32037" y="0"/>
                  </a:cubicBezTo>
                  <a:close/>
                </a:path>
              </a:pathLst>
            </a:custGeom>
            <a:solidFill>
              <a:srgbClr val="FF89A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6" name="Google Shape;3176;p45"/>
            <p:cNvSpPr/>
            <p:nvPr/>
          </p:nvSpPr>
          <p:spPr>
            <a:xfrm>
              <a:off x="5043789" y="3974253"/>
              <a:ext cx="100174" cy="83475"/>
            </a:xfrm>
            <a:custGeom>
              <a:avLst/>
              <a:gdLst/>
              <a:ahLst/>
              <a:cxnLst/>
              <a:rect l="l" t="t" r="r" b="b"/>
              <a:pathLst>
                <a:path w="68730" h="57273" extrusionOk="0">
                  <a:moveTo>
                    <a:pt x="50655" y="0"/>
                  </a:moveTo>
                  <a:cubicBezTo>
                    <a:pt x="59442" y="8788"/>
                    <a:pt x="59442" y="23028"/>
                    <a:pt x="50654" y="31768"/>
                  </a:cubicBezTo>
                  <a:lnTo>
                    <a:pt x="34508" y="47938"/>
                  </a:lnTo>
                  <a:lnTo>
                    <a:pt x="1" y="23933"/>
                  </a:lnTo>
                  <a:lnTo>
                    <a:pt x="3811" y="29458"/>
                  </a:lnTo>
                  <a:lnTo>
                    <a:pt x="43820" y="57273"/>
                  </a:lnTo>
                  <a:lnTo>
                    <a:pt x="59990" y="41127"/>
                  </a:lnTo>
                  <a:cubicBezTo>
                    <a:pt x="68730" y="32339"/>
                    <a:pt x="68730" y="18098"/>
                    <a:pt x="59990" y="9335"/>
                  </a:cubicBezTo>
                  <a:lnTo>
                    <a:pt x="50655" y="0"/>
                  </a:lnTo>
                  <a:close/>
                </a:path>
              </a:pathLst>
            </a:custGeom>
            <a:solidFill>
              <a:srgbClr val="000000">
                <a:alpha val="84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7" name="Google Shape;3177;p45"/>
            <p:cNvSpPr/>
            <p:nvPr/>
          </p:nvSpPr>
          <p:spPr>
            <a:xfrm>
              <a:off x="4959480" y="3976611"/>
              <a:ext cx="130440" cy="130405"/>
            </a:xfrm>
            <a:custGeom>
              <a:avLst/>
              <a:gdLst/>
              <a:ahLst/>
              <a:cxnLst/>
              <a:rect l="l" t="t" r="r" b="b"/>
              <a:pathLst>
                <a:path w="89496" h="89472" extrusionOk="0">
                  <a:moveTo>
                    <a:pt x="21648" y="1"/>
                  </a:moveTo>
                  <a:lnTo>
                    <a:pt x="1" y="21672"/>
                  </a:lnTo>
                  <a:lnTo>
                    <a:pt x="27816" y="61656"/>
                  </a:lnTo>
                  <a:lnTo>
                    <a:pt x="67824" y="89471"/>
                  </a:lnTo>
                  <a:lnTo>
                    <a:pt x="89495" y="67848"/>
                  </a:lnTo>
                  <a:lnTo>
                    <a:pt x="61656" y="27840"/>
                  </a:lnTo>
                  <a:lnTo>
                    <a:pt x="21648" y="1"/>
                  </a:lnTo>
                  <a:close/>
                </a:path>
              </a:pathLst>
            </a:custGeom>
            <a:solidFill>
              <a:srgbClr val="9E9C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8" name="Google Shape;3178;p45"/>
            <p:cNvSpPr/>
            <p:nvPr/>
          </p:nvSpPr>
          <p:spPr>
            <a:xfrm>
              <a:off x="4994467" y="4011563"/>
              <a:ext cx="95453" cy="95453"/>
            </a:xfrm>
            <a:custGeom>
              <a:avLst/>
              <a:gdLst/>
              <a:ahLst/>
              <a:cxnLst/>
              <a:rect l="l" t="t" r="r" b="b"/>
              <a:pathLst>
                <a:path w="65491" h="65491" extrusionOk="0">
                  <a:moveTo>
                    <a:pt x="32150" y="1"/>
                  </a:moveTo>
                  <a:lnTo>
                    <a:pt x="56155" y="34508"/>
                  </a:lnTo>
                  <a:lnTo>
                    <a:pt x="34484" y="56179"/>
                  </a:lnTo>
                  <a:lnTo>
                    <a:pt x="1" y="32198"/>
                  </a:lnTo>
                  <a:lnTo>
                    <a:pt x="3811" y="37675"/>
                  </a:lnTo>
                  <a:lnTo>
                    <a:pt x="43819" y="65490"/>
                  </a:lnTo>
                  <a:lnTo>
                    <a:pt x="65490" y="43867"/>
                  </a:lnTo>
                  <a:lnTo>
                    <a:pt x="37651" y="3859"/>
                  </a:lnTo>
                  <a:lnTo>
                    <a:pt x="32150" y="1"/>
                  </a:lnTo>
                  <a:close/>
                </a:path>
              </a:pathLst>
            </a:custGeom>
            <a:solidFill>
              <a:srgbClr val="000000">
                <a:alpha val="84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9" name="Google Shape;3179;p45"/>
            <p:cNvSpPr/>
            <p:nvPr/>
          </p:nvSpPr>
          <p:spPr>
            <a:xfrm>
              <a:off x="4823523" y="4192817"/>
              <a:ext cx="50157" cy="50157"/>
            </a:xfrm>
            <a:custGeom>
              <a:avLst/>
              <a:gdLst/>
              <a:ahLst/>
              <a:cxnLst/>
              <a:rect l="l" t="t" r="r" b="b"/>
              <a:pathLst>
                <a:path w="34413" h="34413" extrusionOk="0">
                  <a:moveTo>
                    <a:pt x="0" y="1"/>
                  </a:moveTo>
                  <a:lnTo>
                    <a:pt x="524" y="26958"/>
                  </a:lnTo>
                  <a:cubicBezTo>
                    <a:pt x="596" y="30745"/>
                    <a:pt x="3644" y="33817"/>
                    <a:pt x="7430" y="33865"/>
                  </a:cubicBezTo>
                  <a:lnTo>
                    <a:pt x="34412" y="34412"/>
                  </a:lnTo>
                  <a:lnTo>
                    <a:pt x="24672" y="9717"/>
                  </a:lnTo>
                  <a:lnTo>
                    <a:pt x="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0" name="Google Shape;3180;p45"/>
            <p:cNvSpPr/>
            <p:nvPr/>
          </p:nvSpPr>
          <p:spPr>
            <a:xfrm>
              <a:off x="4822550" y="4126904"/>
              <a:ext cx="123915" cy="117042"/>
            </a:xfrm>
            <a:custGeom>
              <a:avLst/>
              <a:gdLst/>
              <a:ahLst/>
              <a:cxnLst/>
              <a:rect l="l" t="t" r="r" b="b"/>
              <a:pathLst>
                <a:path w="85019" h="80303" extrusionOk="0">
                  <a:moveTo>
                    <a:pt x="41223" y="0"/>
                  </a:moveTo>
                  <a:lnTo>
                    <a:pt x="0" y="12479"/>
                  </a:lnTo>
                  <a:lnTo>
                    <a:pt x="667" y="45247"/>
                  </a:lnTo>
                  <a:lnTo>
                    <a:pt x="35079" y="79659"/>
                  </a:lnTo>
                  <a:lnTo>
                    <a:pt x="67824" y="80302"/>
                  </a:lnTo>
                  <a:lnTo>
                    <a:pt x="85018" y="43795"/>
                  </a:lnTo>
                  <a:lnTo>
                    <a:pt x="41223" y="0"/>
                  </a:lnTo>
                  <a:close/>
                </a:path>
              </a:pathLst>
            </a:custGeom>
            <a:solidFill>
              <a:srgbClr val="EFEDE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1" name="Google Shape;3181;p45"/>
            <p:cNvSpPr/>
            <p:nvPr/>
          </p:nvSpPr>
          <p:spPr>
            <a:xfrm>
              <a:off x="4860071" y="4177128"/>
              <a:ext cx="86395" cy="66818"/>
            </a:xfrm>
            <a:custGeom>
              <a:avLst/>
              <a:gdLst/>
              <a:ahLst/>
              <a:cxnLst/>
              <a:rect l="l" t="t" r="r" b="b"/>
              <a:pathLst>
                <a:path w="59276" h="45844" extrusionOk="0">
                  <a:moveTo>
                    <a:pt x="49964" y="0"/>
                  </a:moveTo>
                  <a:lnTo>
                    <a:pt x="43558" y="25720"/>
                  </a:lnTo>
                  <a:lnTo>
                    <a:pt x="1" y="35889"/>
                  </a:lnTo>
                  <a:lnTo>
                    <a:pt x="9336" y="45200"/>
                  </a:lnTo>
                  <a:lnTo>
                    <a:pt x="42081" y="45843"/>
                  </a:lnTo>
                  <a:lnTo>
                    <a:pt x="59275" y="9336"/>
                  </a:lnTo>
                  <a:lnTo>
                    <a:pt x="49964" y="0"/>
                  </a:lnTo>
                  <a:close/>
                </a:path>
              </a:pathLst>
            </a:custGeom>
            <a:solidFill>
              <a:srgbClr val="000000">
                <a:alpha val="84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2" name="Google Shape;3182;p45"/>
            <p:cNvSpPr/>
            <p:nvPr/>
          </p:nvSpPr>
          <p:spPr>
            <a:xfrm>
              <a:off x="4825847" y="4229435"/>
              <a:ext cx="47832" cy="13574"/>
            </a:xfrm>
            <a:custGeom>
              <a:avLst/>
              <a:gdLst/>
              <a:ahLst/>
              <a:cxnLst/>
              <a:rect l="l" t="t" r="r" b="b"/>
              <a:pathLst>
                <a:path w="32818" h="9313" extrusionOk="0">
                  <a:moveTo>
                    <a:pt x="23482" y="1"/>
                  </a:moveTo>
                  <a:lnTo>
                    <a:pt x="1" y="5478"/>
                  </a:lnTo>
                  <a:cubicBezTo>
                    <a:pt x="1215" y="7407"/>
                    <a:pt x="3406" y="8717"/>
                    <a:pt x="5835" y="8764"/>
                  </a:cubicBezTo>
                  <a:lnTo>
                    <a:pt x="32817" y="9312"/>
                  </a:lnTo>
                  <a:lnTo>
                    <a:pt x="23482" y="1"/>
                  </a:lnTo>
                  <a:close/>
                </a:path>
              </a:pathLst>
            </a:custGeom>
            <a:solidFill>
              <a:srgbClr val="000000">
                <a:alpha val="84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3" name="Google Shape;3183;p45"/>
            <p:cNvSpPr/>
            <p:nvPr/>
          </p:nvSpPr>
          <p:spPr>
            <a:xfrm>
              <a:off x="4986171" y="3955178"/>
              <a:ext cx="126380" cy="123949"/>
            </a:xfrm>
            <a:custGeom>
              <a:avLst/>
              <a:gdLst/>
              <a:ahLst/>
              <a:cxnLst/>
              <a:rect l="l" t="t" r="r" b="b"/>
              <a:pathLst>
                <a:path w="86710" h="85042" extrusionOk="0">
                  <a:moveTo>
                    <a:pt x="9443" y="1"/>
                  </a:moveTo>
                  <a:cubicBezTo>
                    <a:pt x="7241" y="1"/>
                    <a:pt x="5038" y="846"/>
                    <a:pt x="3359" y="2537"/>
                  </a:cubicBezTo>
                  <a:cubicBezTo>
                    <a:pt x="1" y="5895"/>
                    <a:pt x="1" y="11348"/>
                    <a:pt x="3359" y="14706"/>
                  </a:cubicBezTo>
                  <a:lnTo>
                    <a:pt x="71182" y="82505"/>
                  </a:lnTo>
                  <a:cubicBezTo>
                    <a:pt x="72861" y="84196"/>
                    <a:pt x="75064" y="85042"/>
                    <a:pt x="77267" y="85042"/>
                  </a:cubicBezTo>
                  <a:cubicBezTo>
                    <a:pt x="79470" y="85042"/>
                    <a:pt x="81673" y="84196"/>
                    <a:pt x="83352" y="82505"/>
                  </a:cubicBezTo>
                  <a:cubicBezTo>
                    <a:pt x="86709" y="79171"/>
                    <a:pt x="86709" y="73694"/>
                    <a:pt x="83352" y="70336"/>
                  </a:cubicBezTo>
                  <a:lnTo>
                    <a:pt x="15528" y="2537"/>
                  </a:lnTo>
                  <a:cubicBezTo>
                    <a:pt x="13849" y="846"/>
                    <a:pt x="11646" y="1"/>
                    <a:pt x="9443" y="1"/>
                  </a:cubicBezTo>
                  <a:close/>
                </a:path>
              </a:pathLst>
            </a:custGeom>
            <a:solidFill>
              <a:srgbClr val="D9D9D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4" name="Google Shape;3184;p45"/>
            <p:cNvSpPr/>
            <p:nvPr/>
          </p:nvSpPr>
          <p:spPr>
            <a:xfrm>
              <a:off x="5076313" y="4044122"/>
              <a:ext cx="36238" cy="35005"/>
            </a:xfrm>
            <a:custGeom>
              <a:avLst/>
              <a:gdLst/>
              <a:ahLst/>
              <a:cxnLst/>
              <a:rect l="l" t="t" r="r" b="b"/>
              <a:pathLst>
                <a:path w="24863" h="24017" extrusionOk="0">
                  <a:moveTo>
                    <a:pt x="12194" y="0"/>
                  </a:moveTo>
                  <a:cubicBezTo>
                    <a:pt x="15551" y="3358"/>
                    <a:pt x="15551" y="8811"/>
                    <a:pt x="12193" y="12169"/>
                  </a:cubicBezTo>
                  <a:cubicBezTo>
                    <a:pt x="10502" y="13848"/>
                    <a:pt x="8299" y="14687"/>
                    <a:pt x="6097" y="14687"/>
                  </a:cubicBezTo>
                  <a:cubicBezTo>
                    <a:pt x="3894" y="14687"/>
                    <a:pt x="1691" y="13848"/>
                    <a:pt x="0" y="12169"/>
                  </a:cubicBezTo>
                  <a:lnTo>
                    <a:pt x="0" y="12169"/>
                  </a:lnTo>
                  <a:lnTo>
                    <a:pt x="9335" y="21480"/>
                  </a:lnTo>
                  <a:cubicBezTo>
                    <a:pt x="11014" y="23171"/>
                    <a:pt x="13217" y="24017"/>
                    <a:pt x="15420" y="24017"/>
                  </a:cubicBezTo>
                  <a:cubicBezTo>
                    <a:pt x="17623" y="24017"/>
                    <a:pt x="19826" y="23171"/>
                    <a:pt x="21505" y="21480"/>
                  </a:cubicBezTo>
                  <a:cubicBezTo>
                    <a:pt x="24862" y="18146"/>
                    <a:pt x="24862" y="12669"/>
                    <a:pt x="21505" y="9311"/>
                  </a:cubicBezTo>
                  <a:lnTo>
                    <a:pt x="12194" y="0"/>
                  </a:lnTo>
                  <a:close/>
                </a:path>
              </a:pathLst>
            </a:custGeom>
            <a:solidFill>
              <a:srgbClr val="000000">
                <a:alpha val="84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5" name="Google Shape;3185;p45"/>
            <p:cNvSpPr/>
            <p:nvPr/>
          </p:nvSpPr>
          <p:spPr>
            <a:xfrm>
              <a:off x="4822515" y="4025899"/>
              <a:ext cx="217874" cy="217871"/>
            </a:xfrm>
            <a:custGeom>
              <a:avLst/>
              <a:gdLst/>
              <a:ahLst/>
              <a:cxnLst/>
              <a:rect l="l" t="t" r="r" b="b"/>
              <a:pathLst>
                <a:path w="149485" h="149483" extrusionOk="0">
                  <a:moveTo>
                    <a:pt x="81780" y="0"/>
                  </a:moveTo>
                  <a:lnTo>
                    <a:pt x="1" y="81779"/>
                  </a:lnTo>
                  <a:cubicBezTo>
                    <a:pt x="1" y="81779"/>
                    <a:pt x="10646" y="80779"/>
                    <a:pt x="18028" y="80112"/>
                  </a:cubicBezTo>
                  <a:cubicBezTo>
                    <a:pt x="18212" y="80095"/>
                    <a:pt x="18394" y="80086"/>
                    <a:pt x="18574" y="80086"/>
                  </a:cubicBezTo>
                  <a:cubicBezTo>
                    <a:pt x="21898" y="80086"/>
                    <a:pt x="24561" y="82939"/>
                    <a:pt x="24268" y="86327"/>
                  </a:cubicBezTo>
                  <a:lnTo>
                    <a:pt x="23220" y="97496"/>
                  </a:lnTo>
                  <a:cubicBezTo>
                    <a:pt x="22904" y="100885"/>
                    <a:pt x="25566" y="103737"/>
                    <a:pt x="28889" y="103737"/>
                  </a:cubicBezTo>
                  <a:cubicBezTo>
                    <a:pt x="29069" y="103737"/>
                    <a:pt x="29252" y="103729"/>
                    <a:pt x="29435" y="103712"/>
                  </a:cubicBezTo>
                  <a:lnTo>
                    <a:pt x="40604" y="102664"/>
                  </a:lnTo>
                  <a:cubicBezTo>
                    <a:pt x="40788" y="102647"/>
                    <a:pt x="40970" y="102638"/>
                    <a:pt x="41151" y="102638"/>
                  </a:cubicBezTo>
                  <a:cubicBezTo>
                    <a:pt x="44474" y="102638"/>
                    <a:pt x="47136" y="105491"/>
                    <a:pt x="46820" y="108880"/>
                  </a:cubicBezTo>
                  <a:lnTo>
                    <a:pt x="45772" y="120048"/>
                  </a:lnTo>
                  <a:cubicBezTo>
                    <a:pt x="45478" y="123437"/>
                    <a:pt x="48142" y="126290"/>
                    <a:pt x="51465" y="126290"/>
                  </a:cubicBezTo>
                  <a:cubicBezTo>
                    <a:pt x="51646" y="126290"/>
                    <a:pt x="51828" y="126281"/>
                    <a:pt x="52011" y="126264"/>
                  </a:cubicBezTo>
                  <a:lnTo>
                    <a:pt x="63157" y="125240"/>
                  </a:lnTo>
                  <a:cubicBezTo>
                    <a:pt x="63340" y="125223"/>
                    <a:pt x="63523" y="125214"/>
                    <a:pt x="63703" y="125214"/>
                  </a:cubicBezTo>
                  <a:cubicBezTo>
                    <a:pt x="67026" y="125214"/>
                    <a:pt x="69690" y="128067"/>
                    <a:pt x="69396" y="131456"/>
                  </a:cubicBezTo>
                  <a:cubicBezTo>
                    <a:pt x="68705" y="138838"/>
                    <a:pt x="67729" y="149483"/>
                    <a:pt x="67729" y="149483"/>
                  </a:cubicBezTo>
                  <a:lnTo>
                    <a:pt x="149484" y="67728"/>
                  </a:lnTo>
                  <a:lnTo>
                    <a:pt x="121788" y="27839"/>
                  </a:lnTo>
                  <a:lnTo>
                    <a:pt x="81780" y="0"/>
                  </a:lnTo>
                  <a:close/>
                </a:path>
              </a:pathLst>
            </a:custGeom>
            <a:solidFill>
              <a:srgbClr val="FFC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6" name="Google Shape;3186;p45"/>
            <p:cNvSpPr/>
            <p:nvPr/>
          </p:nvSpPr>
          <p:spPr>
            <a:xfrm>
              <a:off x="4921334" y="4060920"/>
              <a:ext cx="119229" cy="182991"/>
            </a:xfrm>
            <a:custGeom>
              <a:avLst/>
              <a:gdLst/>
              <a:ahLst/>
              <a:cxnLst/>
              <a:rect l="l" t="t" r="r" b="b"/>
              <a:pathLst>
                <a:path w="81804" h="125551" extrusionOk="0">
                  <a:moveTo>
                    <a:pt x="48463" y="1"/>
                  </a:moveTo>
                  <a:lnTo>
                    <a:pt x="72468" y="34484"/>
                  </a:lnTo>
                  <a:lnTo>
                    <a:pt x="1501" y="105451"/>
                  </a:lnTo>
                  <a:cubicBezTo>
                    <a:pt x="1667" y="106118"/>
                    <a:pt x="1763" y="106808"/>
                    <a:pt x="1667" y="107523"/>
                  </a:cubicBezTo>
                  <a:cubicBezTo>
                    <a:pt x="1001" y="114905"/>
                    <a:pt x="0" y="125550"/>
                    <a:pt x="0" y="125550"/>
                  </a:cubicBezTo>
                  <a:lnTo>
                    <a:pt x="81803" y="43819"/>
                  </a:lnTo>
                  <a:lnTo>
                    <a:pt x="53988" y="3811"/>
                  </a:lnTo>
                  <a:lnTo>
                    <a:pt x="48463" y="1"/>
                  </a:lnTo>
                  <a:close/>
                </a:path>
              </a:pathLst>
            </a:custGeom>
            <a:solidFill>
              <a:srgbClr val="000000">
                <a:alpha val="84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7" name="Google Shape;3187;p45"/>
            <p:cNvSpPr/>
            <p:nvPr/>
          </p:nvSpPr>
          <p:spPr>
            <a:xfrm>
              <a:off x="4936849" y="4004500"/>
              <a:ext cx="126380" cy="123957"/>
            </a:xfrm>
            <a:custGeom>
              <a:avLst/>
              <a:gdLst/>
              <a:ahLst/>
              <a:cxnLst/>
              <a:rect l="l" t="t" r="r" b="b"/>
              <a:pathLst>
                <a:path w="86710" h="85048" extrusionOk="0">
                  <a:moveTo>
                    <a:pt x="9443" y="1"/>
                  </a:moveTo>
                  <a:cubicBezTo>
                    <a:pt x="7240" y="1"/>
                    <a:pt x="5037" y="846"/>
                    <a:pt x="3358" y="2537"/>
                  </a:cubicBezTo>
                  <a:cubicBezTo>
                    <a:pt x="1" y="5895"/>
                    <a:pt x="1" y="11348"/>
                    <a:pt x="3358" y="14706"/>
                  </a:cubicBezTo>
                  <a:lnTo>
                    <a:pt x="71158" y="82529"/>
                  </a:lnTo>
                  <a:cubicBezTo>
                    <a:pt x="72849" y="84208"/>
                    <a:pt x="75052" y="85048"/>
                    <a:pt x="77255" y="85048"/>
                  </a:cubicBezTo>
                  <a:cubicBezTo>
                    <a:pt x="79458" y="85048"/>
                    <a:pt x="81660" y="84208"/>
                    <a:pt x="83351" y="82529"/>
                  </a:cubicBezTo>
                  <a:cubicBezTo>
                    <a:pt x="86709" y="79148"/>
                    <a:pt x="86709" y="73718"/>
                    <a:pt x="83351" y="70336"/>
                  </a:cubicBezTo>
                  <a:lnTo>
                    <a:pt x="15528" y="2537"/>
                  </a:lnTo>
                  <a:cubicBezTo>
                    <a:pt x="13849" y="846"/>
                    <a:pt x="11646" y="1"/>
                    <a:pt x="9443" y="1"/>
                  </a:cubicBezTo>
                  <a:close/>
                </a:path>
              </a:pathLst>
            </a:custGeom>
            <a:solidFill>
              <a:srgbClr val="D9D9D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8" name="Google Shape;3188;p45"/>
            <p:cNvSpPr/>
            <p:nvPr/>
          </p:nvSpPr>
          <p:spPr>
            <a:xfrm>
              <a:off x="5026990" y="4093444"/>
              <a:ext cx="36239" cy="35014"/>
            </a:xfrm>
            <a:custGeom>
              <a:avLst/>
              <a:gdLst/>
              <a:ahLst/>
              <a:cxnLst/>
              <a:rect l="l" t="t" r="r" b="b"/>
              <a:pathLst>
                <a:path w="24864" h="24023" extrusionOk="0">
                  <a:moveTo>
                    <a:pt x="12170" y="0"/>
                  </a:moveTo>
                  <a:lnTo>
                    <a:pt x="12198" y="28"/>
                  </a:lnTo>
                  <a:lnTo>
                    <a:pt x="12198" y="28"/>
                  </a:lnTo>
                  <a:cubicBezTo>
                    <a:pt x="12189" y="19"/>
                    <a:pt x="12179" y="9"/>
                    <a:pt x="12170" y="0"/>
                  </a:cubicBezTo>
                  <a:close/>
                  <a:moveTo>
                    <a:pt x="1" y="12169"/>
                  </a:moveTo>
                  <a:lnTo>
                    <a:pt x="1" y="12169"/>
                  </a:lnTo>
                  <a:cubicBezTo>
                    <a:pt x="10" y="12179"/>
                    <a:pt x="19" y="12188"/>
                    <a:pt x="29" y="12197"/>
                  </a:cubicBezTo>
                  <a:lnTo>
                    <a:pt x="29" y="12197"/>
                  </a:lnTo>
                  <a:lnTo>
                    <a:pt x="1" y="12169"/>
                  </a:lnTo>
                  <a:close/>
                  <a:moveTo>
                    <a:pt x="12198" y="28"/>
                  </a:moveTo>
                  <a:cubicBezTo>
                    <a:pt x="15552" y="3388"/>
                    <a:pt x="15542" y="8821"/>
                    <a:pt x="12170" y="12169"/>
                  </a:cubicBezTo>
                  <a:cubicBezTo>
                    <a:pt x="10491" y="13860"/>
                    <a:pt x="8288" y="14705"/>
                    <a:pt x="6085" y="14705"/>
                  </a:cubicBezTo>
                  <a:cubicBezTo>
                    <a:pt x="3895" y="14705"/>
                    <a:pt x="1704" y="13869"/>
                    <a:pt x="29" y="12197"/>
                  </a:cubicBezTo>
                  <a:lnTo>
                    <a:pt x="29" y="12197"/>
                  </a:lnTo>
                  <a:lnTo>
                    <a:pt x="9312" y="21504"/>
                  </a:lnTo>
                  <a:cubicBezTo>
                    <a:pt x="10991" y="23183"/>
                    <a:pt x="13194" y="24023"/>
                    <a:pt x="15400" y="24023"/>
                  </a:cubicBezTo>
                  <a:cubicBezTo>
                    <a:pt x="17606" y="24023"/>
                    <a:pt x="19814" y="23183"/>
                    <a:pt x="21505" y="21504"/>
                  </a:cubicBezTo>
                  <a:cubicBezTo>
                    <a:pt x="24863" y="18123"/>
                    <a:pt x="24863" y="12693"/>
                    <a:pt x="21505" y="9311"/>
                  </a:cubicBezTo>
                  <a:lnTo>
                    <a:pt x="12198" y="28"/>
                  </a:lnTo>
                  <a:close/>
                </a:path>
              </a:pathLst>
            </a:custGeom>
            <a:solidFill>
              <a:srgbClr val="000000">
                <a:alpha val="84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9" name="Google Shape;3189;p45"/>
            <p:cNvSpPr/>
            <p:nvPr/>
          </p:nvSpPr>
          <p:spPr>
            <a:xfrm>
              <a:off x="4914635" y="4080710"/>
              <a:ext cx="15620" cy="14696"/>
            </a:xfrm>
            <a:custGeom>
              <a:avLst/>
              <a:gdLst/>
              <a:ahLst/>
              <a:cxnLst/>
              <a:rect l="l" t="t" r="r" b="b"/>
              <a:pathLst>
                <a:path w="10717" h="10083" extrusionOk="0">
                  <a:moveTo>
                    <a:pt x="7100" y="0"/>
                  </a:moveTo>
                  <a:cubicBezTo>
                    <a:pt x="6247" y="0"/>
                    <a:pt x="5397" y="328"/>
                    <a:pt x="4763" y="974"/>
                  </a:cubicBezTo>
                  <a:lnTo>
                    <a:pt x="1262" y="4450"/>
                  </a:lnTo>
                  <a:cubicBezTo>
                    <a:pt x="0" y="5736"/>
                    <a:pt x="0" y="7808"/>
                    <a:pt x="1262" y="9118"/>
                  </a:cubicBezTo>
                  <a:cubicBezTo>
                    <a:pt x="1905" y="9761"/>
                    <a:pt x="2757" y="10083"/>
                    <a:pt x="3608" y="10083"/>
                  </a:cubicBezTo>
                  <a:cubicBezTo>
                    <a:pt x="4460" y="10083"/>
                    <a:pt x="5311" y="9761"/>
                    <a:pt x="5954" y="9118"/>
                  </a:cubicBezTo>
                  <a:lnTo>
                    <a:pt x="9431" y="5641"/>
                  </a:lnTo>
                  <a:cubicBezTo>
                    <a:pt x="10717" y="4355"/>
                    <a:pt x="10717" y="2283"/>
                    <a:pt x="9431" y="974"/>
                  </a:cubicBezTo>
                  <a:cubicBezTo>
                    <a:pt x="8791" y="322"/>
                    <a:pt x="7944" y="0"/>
                    <a:pt x="7100"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0" name="Google Shape;3190;p45"/>
            <p:cNvSpPr/>
            <p:nvPr/>
          </p:nvSpPr>
          <p:spPr>
            <a:xfrm>
              <a:off x="4970622" y="4136779"/>
              <a:ext cx="15620" cy="14658"/>
            </a:xfrm>
            <a:custGeom>
              <a:avLst/>
              <a:gdLst/>
              <a:ahLst/>
              <a:cxnLst/>
              <a:rect l="l" t="t" r="r" b="b"/>
              <a:pathLst>
                <a:path w="10717" h="10057" extrusionOk="0">
                  <a:moveTo>
                    <a:pt x="7118" y="0"/>
                  </a:moveTo>
                  <a:cubicBezTo>
                    <a:pt x="6269" y="0"/>
                    <a:pt x="5418" y="322"/>
                    <a:pt x="4763" y="965"/>
                  </a:cubicBezTo>
                  <a:lnTo>
                    <a:pt x="1286" y="4442"/>
                  </a:lnTo>
                  <a:cubicBezTo>
                    <a:pt x="0" y="5728"/>
                    <a:pt x="0" y="7799"/>
                    <a:pt x="1286" y="9109"/>
                  </a:cubicBezTo>
                  <a:cubicBezTo>
                    <a:pt x="1905" y="9728"/>
                    <a:pt x="2764" y="10056"/>
                    <a:pt x="3632" y="10056"/>
                  </a:cubicBezTo>
                  <a:cubicBezTo>
                    <a:pt x="4468" y="10056"/>
                    <a:pt x="5311" y="9752"/>
                    <a:pt x="5954" y="9109"/>
                  </a:cubicBezTo>
                  <a:lnTo>
                    <a:pt x="9454" y="5632"/>
                  </a:lnTo>
                  <a:cubicBezTo>
                    <a:pt x="10717" y="4323"/>
                    <a:pt x="10717" y="2251"/>
                    <a:pt x="9454" y="965"/>
                  </a:cubicBezTo>
                  <a:cubicBezTo>
                    <a:pt x="8811" y="322"/>
                    <a:pt x="7966" y="0"/>
                    <a:pt x="7118"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1" name="Google Shape;3191;p45"/>
            <p:cNvSpPr/>
            <p:nvPr/>
          </p:nvSpPr>
          <p:spPr>
            <a:xfrm>
              <a:off x="4936190" y="4106553"/>
              <a:ext cx="23951" cy="23479"/>
            </a:xfrm>
            <a:custGeom>
              <a:avLst/>
              <a:gdLst/>
              <a:ahLst/>
              <a:cxnLst/>
              <a:rect l="l" t="t" r="r" b="b"/>
              <a:pathLst>
                <a:path w="16433" h="16109" extrusionOk="0">
                  <a:moveTo>
                    <a:pt x="3518" y="1"/>
                  </a:moveTo>
                  <a:cubicBezTo>
                    <a:pt x="1803" y="1"/>
                    <a:pt x="352" y="1320"/>
                    <a:pt x="238" y="3056"/>
                  </a:cubicBezTo>
                  <a:cubicBezTo>
                    <a:pt x="0" y="6509"/>
                    <a:pt x="1310" y="9938"/>
                    <a:pt x="3834" y="12463"/>
                  </a:cubicBezTo>
                  <a:cubicBezTo>
                    <a:pt x="6107" y="14735"/>
                    <a:pt x="9259" y="16109"/>
                    <a:pt x="12475" y="16109"/>
                  </a:cubicBezTo>
                  <a:cubicBezTo>
                    <a:pt x="12730" y="16109"/>
                    <a:pt x="12986" y="16100"/>
                    <a:pt x="13241" y="16083"/>
                  </a:cubicBezTo>
                  <a:cubicBezTo>
                    <a:pt x="15051" y="15963"/>
                    <a:pt x="16432" y="14368"/>
                    <a:pt x="16313" y="12558"/>
                  </a:cubicBezTo>
                  <a:cubicBezTo>
                    <a:pt x="16199" y="10821"/>
                    <a:pt x="14746" y="9479"/>
                    <a:pt x="13009" y="9479"/>
                  </a:cubicBezTo>
                  <a:cubicBezTo>
                    <a:pt x="12936" y="9479"/>
                    <a:pt x="12862" y="9481"/>
                    <a:pt x="12788" y="9486"/>
                  </a:cubicBezTo>
                  <a:cubicBezTo>
                    <a:pt x="12681" y="9493"/>
                    <a:pt x="12574" y="9496"/>
                    <a:pt x="12466" y="9496"/>
                  </a:cubicBezTo>
                  <a:cubicBezTo>
                    <a:pt x="11025" y="9496"/>
                    <a:pt x="9588" y="8903"/>
                    <a:pt x="8502" y="7795"/>
                  </a:cubicBezTo>
                  <a:cubicBezTo>
                    <a:pt x="7311" y="6604"/>
                    <a:pt x="6716" y="5056"/>
                    <a:pt x="6811" y="3509"/>
                  </a:cubicBezTo>
                  <a:cubicBezTo>
                    <a:pt x="6930" y="1699"/>
                    <a:pt x="5573" y="127"/>
                    <a:pt x="3739" y="8"/>
                  </a:cubicBezTo>
                  <a:cubicBezTo>
                    <a:pt x="3665" y="3"/>
                    <a:pt x="3591" y="1"/>
                    <a:pt x="3518"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2" name="Google Shape;3192;p45"/>
            <p:cNvSpPr/>
            <p:nvPr/>
          </p:nvSpPr>
          <p:spPr>
            <a:xfrm>
              <a:off x="4817726" y="3920990"/>
              <a:ext cx="331443" cy="327747"/>
            </a:xfrm>
            <a:custGeom>
              <a:avLst/>
              <a:gdLst/>
              <a:ahLst/>
              <a:cxnLst/>
              <a:rect l="l" t="t" r="r" b="b"/>
              <a:pathLst>
                <a:path w="227405" h="224869" extrusionOk="0">
                  <a:moveTo>
                    <a:pt x="163153" y="6543"/>
                  </a:moveTo>
                  <a:cubicBezTo>
                    <a:pt x="168065" y="6543"/>
                    <a:pt x="172977" y="8407"/>
                    <a:pt x="176704" y="12134"/>
                  </a:cubicBezTo>
                  <a:lnTo>
                    <a:pt x="212759" y="48189"/>
                  </a:lnTo>
                  <a:cubicBezTo>
                    <a:pt x="220237" y="55666"/>
                    <a:pt x="220237" y="67836"/>
                    <a:pt x="212759" y="75313"/>
                  </a:cubicBezTo>
                  <a:lnTo>
                    <a:pt x="198946" y="89126"/>
                  </a:lnTo>
                  <a:lnTo>
                    <a:pt x="154104" y="44283"/>
                  </a:lnTo>
                  <a:cubicBezTo>
                    <a:pt x="153473" y="43652"/>
                    <a:pt x="152627" y="43337"/>
                    <a:pt x="151779" y="43337"/>
                  </a:cubicBezTo>
                  <a:cubicBezTo>
                    <a:pt x="150930" y="43337"/>
                    <a:pt x="150079" y="43652"/>
                    <a:pt x="149436" y="44283"/>
                  </a:cubicBezTo>
                  <a:cubicBezTo>
                    <a:pt x="148150" y="45569"/>
                    <a:pt x="148198" y="47689"/>
                    <a:pt x="149436" y="48975"/>
                  </a:cubicBezTo>
                  <a:lnTo>
                    <a:pt x="196589" y="96127"/>
                  </a:lnTo>
                  <a:cubicBezTo>
                    <a:pt x="198661" y="98175"/>
                    <a:pt x="198661" y="101604"/>
                    <a:pt x="196589" y="103652"/>
                  </a:cubicBezTo>
                  <a:cubicBezTo>
                    <a:pt x="195565" y="104676"/>
                    <a:pt x="194195" y="105188"/>
                    <a:pt x="192826" y="105188"/>
                  </a:cubicBezTo>
                  <a:cubicBezTo>
                    <a:pt x="191457" y="105188"/>
                    <a:pt x="190087" y="104676"/>
                    <a:pt x="189063" y="103652"/>
                  </a:cubicBezTo>
                  <a:lnTo>
                    <a:pt x="121264" y="35829"/>
                  </a:lnTo>
                  <a:cubicBezTo>
                    <a:pt x="119192" y="33781"/>
                    <a:pt x="119192" y="30352"/>
                    <a:pt x="121264" y="28304"/>
                  </a:cubicBezTo>
                  <a:cubicBezTo>
                    <a:pt x="122288" y="27280"/>
                    <a:pt x="123657" y="26768"/>
                    <a:pt x="125026" y="26768"/>
                  </a:cubicBezTo>
                  <a:cubicBezTo>
                    <a:pt x="126396" y="26768"/>
                    <a:pt x="127765" y="27280"/>
                    <a:pt x="128789" y="28304"/>
                  </a:cubicBezTo>
                  <a:lnTo>
                    <a:pt x="140172" y="39711"/>
                  </a:lnTo>
                  <a:cubicBezTo>
                    <a:pt x="140803" y="40330"/>
                    <a:pt x="141655" y="40640"/>
                    <a:pt x="142509" y="40640"/>
                  </a:cubicBezTo>
                  <a:cubicBezTo>
                    <a:pt x="143363" y="40640"/>
                    <a:pt x="144221" y="40330"/>
                    <a:pt x="144864" y="39711"/>
                  </a:cubicBezTo>
                  <a:cubicBezTo>
                    <a:pt x="146102" y="38449"/>
                    <a:pt x="146126" y="36305"/>
                    <a:pt x="144864" y="35043"/>
                  </a:cubicBezTo>
                  <a:lnTo>
                    <a:pt x="135790" y="25946"/>
                  </a:lnTo>
                  <a:lnTo>
                    <a:pt x="149603" y="12134"/>
                  </a:lnTo>
                  <a:cubicBezTo>
                    <a:pt x="153330" y="8407"/>
                    <a:pt x="158242" y="6543"/>
                    <a:pt x="163153" y="6543"/>
                  </a:cubicBezTo>
                  <a:close/>
                  <a:moveTo>
                    <a:pt x="118930" y="42807"/>
                  </a:moveTo>
                  <a:lnTo>
                    <a:pt x="182086" y="105962"/>
                  </a:lnTo>
                  <a:lnTo>
                    <a:pt x="165106" y="122966"/>
                  </a:lnTo>
                  <a:lnTo>
                    <a:pt x="153223" y="111082"/>
                  </a:lnTo>
                  <a:cubicBezTo>
                    <a:pt x="152580" y="110451"/>
                    <a:pt x="151740" y="110136"/>
                    <a:pt x="150898" y="110136"/>
                  </a:cubicBezTo>
                  <a:cubicBezTo>
                    <a:pt x="150055" y="110136"/>
                    <a:pt x="149210" y="110451"/>
                    <a:pt x="148555" y="111082"/>
                  </a:cubicBezTo>
                  <a:cubicBezTo>
                    <a:pt x="147245" y="112368"/>
                    <a:pt x="147269" y="114464"/>
                    <a:pt x="148555" y="115774"/>
                  </a:cubicBezTo>
                  <a:lnTo>
                    <a:pt x="162772" y="129991"/>
                  </a:lnTo>
                  <a:cubicBezTo>
                    <a:pt x="164868" y="132087"/>
                    <a:pt x="164868" y="135445"/>
                    <a:pt x="162772" y="137516"/>
                  </a:cubicBezTo>
                  <a:cubicBezTo>
                    <a:pt x="161748" y="138552"/>
                    <a:pt x="160379" y="139070"/>
                    <a:pt x="159010" y="139070"/>
                  </a:cubicBezTo>
                  <a:cubicBezTo>
                    <a:pt x="157640" y="139070"/>
                    <a:pt x="156271" y="138552"/>
                    <a:pt x="155247" y="137516"/>
                  </a:cubicBezTo>
                  <a:lnTo>
                    <a:pt x="87423" y="69717"/>
                  </a:lnTo>
                  <a:cubicBezTo>
                    <a:pt x="85351" y="67597"/>
                    <a:pt x="85351" y="64216"/>
                    <a:pt x="87399" y="62144"/>
                  </a:cubicBezTo>
                  <a:cubicBezTo>
                    <a:pt x="88435" y="61120"/>
                    <a:pt x="89805" y="60608"/>
                    <a:pt x="91171" y="60608"/>
                  </a:cubicBezTo>
                  <a:cubicBezTo>
                    <a:pt x="92537" y="60608"/>
                    <a:pt x="93901" y="61120"/>
                    <a:pt x="94925" y="62144"/>
                  </a:cubicBezTo>
                  <a:lnTo>
                    <a:pt x="139291" y="106510"/>
                  </a:lnTo>
                  <a:cubicBezTo>
                    <a:pt x="139934" y="107153"/>
                    <a:pt x="140786" y="107475"/>
                    <a:pt x="141634" y="107475"/>
                  </a:cubicBezTo>
                  <a:cubicBezTo>
                    <a:pt x="142482" y="107475"/>
                    <a:pt x="143328" y="107153"/>
                    <a:pt x="143959" y="106510"/>
                  </a:cubicBezTo>
                  <a:cubicBezTo>
                    <a:pt x="145245" y="105224"/>
                    <a:pt x="145245" y="103152"/>
                    <a:pt x="143959" y="101842"/>
                  </a:cubicBezTo>
                  <a:lnTo>
                    <a:pt x="101926" y="59810"/>
                  </a:lnTo>
                  <a:lnTo>
                    <a:pt x="118930" y="42807"/>
                  </a:lnTo>
                  <a:close/>
                  <a:moveTo>
                    <a:pt x="85089" y="76647"/>
                  </a:moveTo>
                  <a:lnTo>
                    <a:pt x="148245" y="139826"/>
                  </a:lnTo>
                  <a:lnTo>
                    <a:pt x="75254" y="212817"/>
                  </a:lnTo>
                  <a:lnTo>
                    <a:pt x="76064" y="203935"/>
                  </a:lnTo>
                  <a:lnTo>
                    <a:pt x="76064" y="203839"/>
                  </a:lnTo>
                  <a:cubicBezTo>
                    <a:pt x="76302" y="201339"/>
                    <a:pt x="75445" y="198791"/>
                    <a:pt x="73754" y="196933"/>
                  </a:cubicBezTo>
                  <a:cubicBezTo>
                    <a:pt x="71729" y="194742"/>
                    <a:pt x="69134" y="194028"/>
                    <a:pt x="66252" y="194028"/>
                  </a:cubicBezTo>
                  <a:cubicBezTo>
                    <a:pt x="66252" y="194028"/>
                    <a:pt x="55083" y="195076"/>
                    <a:pt x="55059" y="195076"/>
                  </a:cubicBezTo>
                  <a:cubicBezTo>
                    <a:pt x="54984" y="195083"/>
                    <a:pt x="54909" y="195086"/>
                    <a:pt x="54835" y="195086"/>
                  </a:cubicBezTo>
                  <a:cubicBezTo>
                    <a:pt x="53431" y="195086"/>
                    <a:pt x="52256" y="193833"/>
                    <a:pt x="52392" y="192408"/>
                  </a:cubicBezTo>
                  <a:cubicBezTo>
                    <a:pt x="52392" y="192408"/>
                    <a:pt x="53440" y="181263"/>
                    <a:pt x="53440" y="181216"/>
                  </a:cubicBezTo>
                  <a:cubicBezTo>
                    <a:pt x="53916" y="175979"/>
                    <a:pt x="49580" y="171368"/>
                    <a:pt x="44417" y="171368"/>
                  </a:cubicBezTo>
                  <a:cubicBezTo>
                    <a:pt x="44156" y="171368"/>
                    <a:pt x="43893" y="171380"/>
                    <a:pt x="43628" y="171404"/>
                  </a:cubicBezTo>
                  <a:cubicBezTo>
                    <a:pt x="43628" y="171404"/>
                    <a:pt x="32483" y="172404"/>
                    <a:pt x="32459" y="172452"/>
                  </a:cubicBezTo>
                  <a:cubicBezTo>
                    <a:pt x="32384" y="172459"/>
                    <a:pt x="32309" y="172463"/>
                    <a:pt x="32235" y="172463"/>
                  </a:cubicBezTo>
                  <a:cubicBezTo>
                    <a:pt x="30836" y="172463"/>
                    <a:pt x="29703" y="171210"/>
                    <a:pt x="29816" y="169785"/>
                  </a:cubicBezTo>
                  <a:lnTo>
                    <a:pt x="30840" y="158640"/>
                  </a:lnTo>
                  <a:cubicBezTo>
                    <a:pt x="31400" y="152705"/>
                    <a:pt x="26337" y="148877"/>
                    <a:pt x="20959" y="148877"/>
                  </a:cubicBezTo>
                  <a:cubicBezTo>
                    <a:pt x="20618" y="148877"/>
                    <a:pt x="20275" y="148892"/>
                    <a:pt x="19933" y="148923"/>
                  </a:cubicBezTo>
                  <a:cubicBezTo>
                    <a:pt x="19933" y="148923"/>
                    <a:pt x="12265" y="149638"/>
                    <a:pt x="12098" y="149638"/>
                  </a:cubicBezTo>
                  <a:lnTo>
                    <a:pt x="85089" y="76647"/>
                  </a:lnTo>
                  <a:close/>
                  <a:moveTo>
                    <a:pt x="7454" y="194623"/>
                  </a:moveTo>
                  <a:lnTo>
                    <a:pt x="30292" y="217461"/>
                  </a:lnTo>
                  <a:lnTo>
                    <a:pt x="11503" y="217104"/>
                  </a:lnTo>
                  <a:cubicBezTo>
                    <a:pt x="9478" y="217056"/>
                    <a:pt x="7859" y="215437"/>
                    <a:pt x="7835" y="213413"/>
                  </a:cubicBezTo>
                  <a:lnTo>
                    <a:pt x="7454" y="194623"/>
                  </a:lnTo>
                  <a:close/>
                  <a:moveTo>
                    <a:pt x="21872" y="155366"/>
                  </a:moveTo>
                  <a:cubicBezTo>
                    <a:pt x="23271" y="155366"/>
                    <a:pt x="24404" y="156620"/>
                    <a:pt x="24291" y="158044"/>
                  </a:cubicBezTo>
                  <a:cubicBezTo>
                    <a:pt x="23934" y="161759"/>
                    <a:pt x="23624" y="165474"/>
                    <a:pt x="23267" y="169189"/>
                  </a:cubicBezTo>
                  <a:cubicBezTo>
                    <a:pt x="23029" y="171738"/>
                    <a:pt x="23886" y="174238"/>
                    <a:pt x="25577" y="176096"/>
                  </a:cubicBezTo>
                  <a:cubicBezTo>
                    <a:pt x="27241" y="177921"/>
                    <a:pt x="29735" y="179052"/>
                    <a:pt x="32275" y="179052"/>
                  </a:cubicBezTo>
                  <a:cubicBezTo>
                    <a:pt x="32352" y="179052"/>
                    <a:pt x="32430" y="179051"/>
                    <a:pt x="32507" y="179049"/>
                  </a:cubicBezTo>
                  <a:cubicBezTo>
                    <a:pt x="36413" y="178930"/>
                    <a:pt x="40366" y="178334"/>
                    <a:pt x="44248" y="177977"/>
                  </a:cubicBezTo>
                  <a:cubicBezTo>
                    <a:pt x="44309" y="177972"/>
                    <a:pt x="44371" y="177969"/>
                    <a:pt x="44432" y="177969"/>
                  </a:cubicBezTo>
                  <a:cubicBezTo>
                    <a:pt x="45809" y="177969"/>
                    <a:pt x="47005" y="179229"/>
                    <a:pt x="46891" y="180620"/>
                  </a:cubicBezTo>
                  <a:lnTo>
                    <a:pt x="45843" y="191789"/>
                  </a:lnTo>
                  <a:cubicBezTo>
                    <a:pt x="45605" y="194314"/>
                    <a:pt x="46462" y="196814"/>
                    <a:pt x="48177" y="198695"/>
                  </a:cubicBezTo>
                  <a:cubicBezTo>
                    <a:pt x="49873" y="200568"/>
                    <a:pt x="52344" y="201646"/>
                    <a:pt x="54855" y="201646"/>
                  </a:cubicBezTo>
                  <a:cubicBezTo>
                    <a:pt x="55058" y="201646"/>
                    <a:pt x="55261" y="201639"/>
                    <a:pt x="55464" y="201625"/>
                  </a:cubicBezTo>
                  <a:cubicBezTo>
                    <a:pt x="59251" y="201339"/>
                    <a:pt x="63061" y="200910"/>
                    <a:pt x="66824" y="200577"/>
                  </a:cubicBezTo>
                  <a:cubicBezTo>
                    <a:pt x="66899" y="200570"/>
                    <a:pt x="66974" y="200566"/>
                    <a:pt x="67048" y="200566"/>
                  </a:cubicBezTo>
                  <a:cubicBezTo>
                    <a:pt x="68450" y="200566"/>
                    <a:pt x="69604" y="201818"/>
                    <a:pt x="69491" y="203220"/>
                  </a:cubicBezTo>
                  <a:cubicBezTo>
                    <a:pt x="69491" y="203220"/>
                    <a:pt x="68205" y="217223"/>
                    <a:pt x="68110" y="218199"/>
                  </a:cubicBezTo>
                  <a:lnTo>
                    <a:pt x="39747" y="217628"/>
                  </a:lnTo>
                  <a:lnTo>
                    <a:pt x="7240" y="185121"/>
                  </a:lnTo>
                  <a:lnTo>
                    <a:pt x="6668" y="156758"/>
                  </a:lnTo>
                  <a:cubicBezTo>
                    <a:pt x="6668" y="156758"/>
                    <a:pt x="16909" y="155806"/>
                    <a:pt x="21648" y="155377"/>
                  </a:cubicBezTo>
                  <a:cubicBezTo>
                    <a:pt x="21723" y="155370"/>
                    <a:pt x="21798" y="155366"/>
                    <a:pt x="21872" y="155366"/>
                  </a:cubicBezTo>
                  <a:close/>
                  <a:moveTo>
                    <a:pt x="163124" y="0"/>
                  </a:moveTo>
                  <a:cubicBezTo>
                    <a:pt x="156527" y="0"/>
                    <a:pt x="149924" y="2513"/>
                    <a:pt x="144888" y="7538"/>
                  </a:cubicBezTo>
                  <a:lnTo>
                    <a:pt x="130789" y="21636"/>
                  </a:lnTo>
                  <a:cubicBezTo>
                    <a:pt x="129027" y="20659"/>
                    <a:pt x="127051" y="20159"/>
                    <a:pt x="125002" y="20159"/>
                  </a:cubicBezTo>
                  <a:cubicBezTo>
                    <a:pt x="121811" y="20159"/>
                    <a:pt x="118835" y="21398"/>
                    <a:pt x="116572" y="23636"/>
                  </a:cubicBezTo>
                  <a:cubicBezTo>
                    <a:pt x="112738" y="27470"/>
                    <a:pt x="112095" y="33281"/>
                    <a:pt x="114572" y="37806"/>
                  </a:cubicBezTo>
                  <a:lnTo>
                    <a:pt x="96925" y="55452"/>
                  </a:lnTo>
                  <a:cubicBezTo>
                    <a:pt x="95187" y="54476"/>
                    <a:pt x="93210" y="53976"/>
                    <a:pt x="91162" y="53976"/>
                  </a:cubicBezTo>
                  <a:cubicBezTo>
                    <a:pt x="87971" y="53976"/>
                    <a:pt x="84994" y="55214"/>
                    <a:pt x="82732" y="57453"/>
                  </a:cubicBezTo>
                  <a:cubicBezTo>
                    <a:pt x="78898" y="61287"/>
                    <a:pt x="78231" y="67097"/>
                    <a:pt x="80731" y="71622"/>
                  </a:cubicBezTo>
                  <a:lnTo>
                    <a:pt x="1000" y="151376"/>
                  </a:lnTo>
                  <a:cubicBezTo>
                    <a:pt x="643" y="151781"/>
                    <a:pt x="334" y="152257"/>
                    <a:pt x="191" y="152734"/>
                  </a:cubicBezTo>
                  <a:cubicBezTo>
                    <a:pt x="72" y="153067"/>
                    <a:pt x="0" y="153448"/>
                    <a:pt x="0" y="153805"/>
                  </a:cubicBezTo>
                  <a:lnTo>
                    <a:pt x="1191" y="213532"/>
                  </a:lnTo>
                  <a:cubicBezTo>
                    <a:pt x="1310" y="219081"/>
                    <a:pt x="5740" y="223558"/>
                    <a:pt x="11312" y="223677"/>
                  </a:cubicBezTo>
                  <a:lnTo>
                    <a:pt x="71039" y="224867"/>
                  </a:lnTo>
                  <a:cubicBezTo>
                    <a:pt x="71066" y="224868"/>
                    <a:pt x="71093" y="224869"/>
                    <a:pt x="71120" y="224869"/>
                  </a:cubicBezTo>
                  <a:cubicBezTo>
                    <a:pt x="71954" y="224869"/>
                    <a:pt x="72844" y="224515"/>
                    <a:pt x="73444" y="223915"/>
                  </a:cubicBezTo>
                  <a:lnTo>
                    <a:pt x="153199" y="144161"/>
                  </a:lnTo>
                  <a:cubicBezTo>
                    <a:pt x="154961" y="145137"/>
                    <a:pt x="156914" y="145661"/>
                    <a:pt x="158962" y="145661"/>
                  </a:cubicBezTo>
                  <a:cubicBezTo>
                    <a:pt x="162153" y="145661"/>
                    <a:pt x="165130" y="144399"/>
                    <a:pt x="167392" y="142160"/>
                  </a:cubicBezTo>
                  <a:cubicBezTo>
                    <a:pt x="171226" y="138326"/>
                    <a:pt x="171893" y="132515"/>
                    <a:pt x="169393" y="127991"/>
                  </a:cubicBezTo>
                  <a:lnTo>
                    <a:pt x="187039" y="110344"/>
                  </a:lnTo>
                  <a:cubicBezTo>
                    <a:pt x="188801" y="111321"/>
                    <a:pt x="190754" y="111845"/>
                    <a:pt x="192826" y="111845"/>
                  </a:cubicBezTo>
                  <a:cubicBezTo>
                    <a:pt x="195993" y="111845"/>
                    <a:pt x="198970" y="110582"/>
                    <a:pt x="201233" y="108344"/>
                  </a:cubicBezTo>
                  <a:cubicBezTo>
                    <a:pt x="204924" y="104653"/>
                    <a:pt x="205805" y="98747"/>
                    <a:pt x="203233" y="94150"/>
                  </a:cubicBezTo>
                  <a:lnTo>
                    <a:pt x="217379" y="80005"/>
                  </a:lnTo>
                  <a:cubicBezTo>
                    <a:pt x="227405" y="69979"/>
                    <a:pt x="227405" y="53642"/>
                    <a:pt x="217379" y="43569"/>
                  </a:cubicBezTo>
                  <a:lnTo>
                    <a:pt x="181324" y="7538"/>
                  </a:lnTo>
                  <a:cubicBezTo>
                    <a:pt x="176311" y="2513"/>
                    <a:pt x="169720" y="0"/>
                    <a:pt x="163124"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193" name="Google Shape;3193;p45"/>
          <p:cNvGrpSpPr/>
          <p:nvPr/>
        </p:nvGrpSpPr>
        <p:grpSpPr>
          <a:xfrm>
            <a:off x="5537568" y="3925935"/>
            <a:ext cx="323357" cy="327833"/>
            <a:chOff x="5537568" y="3925935"/>
            <a:chExt cx="323357" cy="327833"/>
          </a:xfrm>
        </p:grpSpPr>
        <p:sp>
          <p:nvSpPr>
            <p:cNvPr id="3194" name="Google Shape;3194;p45"/>
            <p:cNvSpPr/>
            <p:nvPr/>
          </p:nvSpPr>
          <p:spPr>
            <a:xfrm>
              <a:off x="5598414" y="4194206"/>
              <a:ext cx="201629" cy="23012"/>
            </a:xfrm>
            <a:custGeom>
              <a:avLst/>
              <a:gdLst/>
              <a:ahLst/>
              <a:cxnLst/>
              <a:rect l="l" t="t" r="r" b="b"/>
              <a:pathLst>
                <a:path w="138339" h="15789" extrusionOk="0">
                  <a:moveTo>
                    <a:pt x="1" y="0"/>
                  </a:moveTo>
                  <a:lnTo>
                    <a:pt x="1" y="15789"/>
                  </a:lnTo>
                  <a:lnTo>
                    <a:pt x="138339" y="15789"/>
                  </a:lnTo>
                  <a:lnTo>
                    <a:pt x="138339"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5" name="Google Shape;3195;p45"/>
            <p:cNvSpPr/>
            <p:nvPr/>
          </p:nvSpPr>
          <p:spPr>
            <a:xfrm>
              <a:off x="5564537" y="4126124"/>
              <a:ext cx="76398" cy="122472"/>
            </a:xfrm>
            <a:custGeom>
              <a:avLst/>
              <a:gdLst/>
              <a:ahLst/>
              <a:cxnLst/>
              <a:rect l="l" t="t" r="r" b="b"/>
              <a:pathLst>
                <a:path w="52417" h="84029" extrusionOk="0">
                  <a:moveTo>
                    <a:pt x="40959" y="0"/>
                  </a:moveTo>
                  <a:cubicBezTo>
                    <a:pt x="37032" y="0"/>
                    <a:pt x="33295" y="2318"/>
                    <a:pt x="31650" y="6179"/>
                  </a:cubicBezTo>
                  <a:lnTo>
                    <a:pt x="1025" y="78908"/>
                  </a:lnTo>
                  <a:cubicBezTo>
                    <a:pt x="1" y="81361"/>
                    <a:pt x="1787" y="84028"/>
                    <a:pt x="4454" y="84028"/>
                  </a:cubicBezTo>
                  <a:lnTo>
                    <a:pt x="18290" y="84028"/>
                  </a:lnTo>
                  <a:cubicBezTo>
                    <a:pt x="19767" y="84028"/>
                    <a:pt x="21124" y="83147"/>
                    <a:pt x="21720" y="81766"/>
                  </a:cubicBezTo>
                  <a:lnTo>
                    <a:pt x="50249" y="13990"/>
                  </a:lnTo>
                  <a:cubicBezTo>
                    <a:pt x="52416" y="8870"/>
                    <a:pt x="49987" y="2964"/>
                    <a:pt x="44867" y="797"/>
                  </a:cubicBezTo>
                  <a:cubicBezTo>
                    <a:pt x="43590" y="256"/>
                    <a:pt x="42264" y="0"/>
                    <a:pt x="40959" y="0"/>
                  </a:cubicBezTo>
                  <a:close/>
                </a:path>
              </a:pathLst>
            </a:custGeom>
            <a:solidFill>
              <a:srgbClr val="4657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6" name="Google Shape;3196;p45"/>
            <p:cNvSpPr/>
            <p:nvPr/>
          </p:nvSpPr>
          <p:spPr>
            <a:xfrm>
              <a:off x="5757454" y="4126124"/>
              <a:ext cx="76363" cy="122472"/>
            </a:xfrm>
            <a:custGeom>
              <a:avLst/>
              <a:gdLst/>
              <a:ahLst/>
              <a:cxnLst/>
              <a:rect l="l" t="t" r="r" b="b"/>
              <a:pathLst>
                <a:path w="52393" h="84029" extrusionOk="0">
                  <a:moveTo>
                    <a:pt x="11438" y="0"/>
                  </a:moveTo>
                  <a:cubicBezTo>
                    <a:pt x="10131" y="0"/>
                    <a:pt x="8803" y="256"/>
                    <a:pt x="7526" y="797"/>
                  </a:cubicBezTo>
                  <a:cubicBezTo>
                    <a:pt x="2406" y="2964"/>
                    <a:pt x="1" y="8870"/>
                    <a:pt x="2144" y="13990"/>
                  </a:cubicBezTo>
                  <a:lnTo>
                    <a:pt x="30697" y="81766"/>
                  </a:lnTo>
                  <a:cubicBezTo>
                    <a:pt x="31293" y="83147"/>
                    <a:pt x="32626" y="84028"/>
                    <a:pt x="34127" y="84028"/>
                  </a:cubicBezTo>
                  <a:lnTo>
                    <a:pt x="47963" y="84028"/>
                  </a:lnTo>
                  <a:cubicBezTo>
                    <a:pt x="50606" y="84028"/>
                    <a:pt x="52392" y="81361"/>
                    <a:pt x="51392" y="78908"/>
                  </a:cubicBezTo>
                  <a:lnTo>
                    <a:pt x="20743" y="6179"/>
                  </a:lnTo>
                  <a:cubicBezTo>
                    <a:pt x="19117" y="2318"/>
                    <a:pt x="15370" y="0"/>
                    <a:pt x="11438" y="0"/>
                  </a:cubicBezTo>
                  <a:close/>
                </a:path>
              </a:pathLst>
            </a:custGeom>
            <a:solidFill>
              <a:srgbClr val="4657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7" name="Google Shape;3197;p45"/>
            <p:cNvSpPr/>
            <p:nvPr/>
          </p:nvSpPr>
          <p:spPr>
            <a:xfrm>
              <a:off x="5568321" y="3931038"/>
              <a:ext cx="261885" cy="204891"/>
            </a:xfrm>
            <a:custGeom>
              <a:avLst/>
              <a:gdLst/>
              <a:ahLst/>
              <a:cxnLst/>
              <a:rect l="l" t="t" r="r" b="b"/>
              <a:pathLst>
                <a:path w="179681" h="140577" extrusionOk="0">
                  <a:moveTo>
                    <a:pt x="14837" y="1"/>
                  </a:moveTo>
                  <a:cubicBezTo>
                    <a:pt x="6645" y="1"/>
                    <a:pt x="0" y="6645"/>
                    <a:pt x="0" y="14837"/>
                  </a:cubicBezTo>
                  <a:lnTo>
                    <a:pt x="0" y="140577"/>
                  </a:lnTo>
                  <a:lnTo>
                    <a:pt x="179681" y="140577"/>
                  </a:lnTo>
                  <a:lnTo>
                    <a:pt x="179681" y="14837"/>
                  </a:lnTo>
                  <a:cubicBezTo>
                    <a:pt x="179657" y="6645"/>
                    <a:pt x="173013" y="1"/>
                    <a:pt x="164844" y="1"/>
                  </a:cubicBezTo>
                  <a:close/>
                </a:path>
              </a:pathLst>
            </a:custGeom>
            <a:solidFill>
              <a:srgbClr val="FFC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8" name="Google Shape;3198;p45"/>
            <p:cNvSpPr/>
            <p:nvPr/>
          </p:nvSpPr>
          <p:spPr>
            <a:xfrm>
              <a:off x="5568321" y="3931038"/>
              <a:ext cx="36343" cy="204891"/>
            </a:xfrm>
            <a:custGeom>
              <a:avLst/>
              <a:gdLst/>
              <a:ahLst/>
              <a:cxnLst/>
              <a:rect l="l" t="t" r="r" b="b"/>
              <a:pathLst>
                <a:path w="24935" h="140577" extrusionOk="0">
                  <a:moveTo>
                    <a:pt x="14837" y="1"/>
                  </a:moveTo>
                  <a:cubicBezTo>
                    <a:pt x="6645" y="1"/>
                    <a:pt x="0" y="6645"/>
                    <a:pt x="0" y="14837"/>
                  </a:cubicBezTo>
                  <a:lnTo>
                    <a:pt x="0" y="140577"/>
                  </a:lnTo>
                  <a:lnTo>
                    <a:pt x="10098" y="140577"/>
                  </a:lnTo>
                  <a:lnTo>
                    <a:pt x="10098" y="14813"/>
                  </a:lnTo>
                  <a:cubicBezTo>
                    <a:pt x="10074" y="6645"/>
                    <a:pt x="16718" y="1"/>
                    <a:pt x="24934" y="1"/>
                  </a:cubicBezTo>
                  <a:close/>
                </a:path>
              </a:pathLst>
            </a:custGeom>
            <a:solidFill>
              <a:srgbClr val="000000">
                <a:alpha val="84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9" name="Google Shape;3199;p45"/>
            <p:cNvSpPr/>
            <p:nvPr/>
          </p:nvSpPr>
          <p:spPr>
            <a:xfrm>
              <a:off x="5597095" y="3959847"/>
              <a:ext cx="203608" cy="176082"/>
            </a:xfrm>
            <a:custGeom>
              <a:avLst/>
              <a:gdLst/>
              <a:ahLst/>
              <a:cxnLst/>
              <a:rect l="l" t="t" r="r" b="b"/>
              <a:pathLst>
                <a:path w="139697" h="120811" extrusionOk="0">
                  <a:moveTo>
                    <a:pt x="1" y="1"/>
                  </a:moveTo>
                  <a:lnTo>
                    <a:pt x="1" y="120811"/>
                  </a:lnTo>
                  <a:lnTo>
                    <a:pt x="139696" y="120811"/>
                  </a:lnTo>
                  <a:lnTo>
                    <a:pt x="139696" y="1"/>
                  </a:lnTo>
                  <a:close/>
                </a:path>
              </a:pathLst>
            </a:custGeom>
            <a:solidFill>
              <a:srgbClr val="1CA8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0" name="Google Shape;3200;p45"/>
            <p:cNvSpPr/>
            <p:nvPr/>
          </p:nvSpPr>
          <p:spPr>
            <a:xfrm>
              <a:off x="5597755" y="3959847"/>
              <a:ext cx="21763" cy="176082"/>
            </a:xfrm>
            <a:custGeom>
              <a:avLst/>
              <a:gdLst/>
              <a:ahLst/>
              <a:cxnLst/>
              <a:rect l="l" t="t" r="r" b="b"/>
              <a:pathLst>
                <a:path w="14932" h="120811" extrusionOk="0">
                  <a:moveTo>
                    <a:pt x="0" y="1"/>
                  </a:moveTo>
                  <a:lnTo>
                    <a:pt x="0" y="120811"/>
                  </a:lnTo>
                  <a:lnTo>
                    <a:pt x="14932" y="120811"/>
                  </a:lnTo>
                  <a:lnTo>
                    <a:pt x="14932" y="1"/>
                  </a:lnTo>
                  <a:close/>
                </a:path>
              </a:pathLst>
            </a:custGeom>
            <a:solidFill>
              <a:srgbClr val="000000">
                <a:alpha val="84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1" name="Google Shape;3201;p45"/>
            <p:cNvSpPr/>
            <p:nvPr/>
          </p:nvSpPr>
          <p:spPr>
            <a:xfrm>
              <a:off x="5742459" y="4077060"/>
              <a:ext cx="72371" cy="58903"/>
            </a:xfrm>
            <a:custGeom>
              <a:avLst/>
              <a:gdLst/>
              <a:ahLst/>
              <a:cxnLst/>
              <a:rect l="l" t="t" r="r" b="b"/>
              <a:pathLst>
                <a:path w="49654" h="40414" extrusionOk="0">
                  <a:moveTo>
                    <a:pt x="7383" y="1"/>
                  </a:moveTo>
                  <a:cubicBezTo>
                    <a:pt x="3287" y="1"/>
                    <a:pt x="1" y="3287"/>
                    <a:pt x="1" y="7383"/>
                  </a:cubicBezTo>
                  <a:lnTo>
                    <a:pt x="1" y="40414"/>
                  </a:lnTo>
                  <a:lnTo>
                    <a:pt x="49654" y="40414"/>
                  </a:lnTo>
                  <a:lnTo>
                    <a:pt x="49654" y="7383"/>
                  </a:lnTo>
                  <a:cubicBezTo>
                    <a:pt x="49606" y="3287"/>
                    <a:pt x="46344" y="1"/>
                    <a:pt x="42271" y="1"/>
                  </a:cubicBezTo>
                  <a:close/>
                </a:path>
              </a:pathLst>
            </a:custGeom>
            <a:solidFill>
              <a:srgbClr val="FF89A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2" name="Google Shape;3202;p45"/>
            <p:cNvSpPr/>
            <p:nvPr/>
          </p:nvSpPr>
          <p:spPr>
            <a:xfrm>
              <a:off x="5758461" y="4093651"/>
              <a:ext cx="39675" cy="42278"/>
            </a:xfrm>
            <a:custGeom>
              <a:avLst/>
              <a:gdLst/>
              <a:ahLst/>
              <a:cxnLst/>
              <a:rect l="l" t="t" r="r" b="b"/>
              <a:pathLst>
                <a:path w="27221" h="29007" extrusionOk="0">
                  <a:moveTo>
                    <a:pt x="0" y="1"/>
                  </a:moveTo>
                  <a:lnTo>
                    <a:pt x="0" y="29007"/>
                  </a:lnTo>
                  <a:lnTo>
                    <a:pt x="27220" y="29007"/>
                  </a:lnTo>
                  <a:lnTo>
                    <a:pt x="27220" y="1"/>
                  </a:lnTo>
                  <a:close/>
                </a:path>
              </a:pathLst>
            </a:custGeom>
            <a:solidFill>
              <a:srgbClr val="EFEDE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3" name="Google Shape;3203;p45"/>
            <p:cNvSpPr/>
            <p:nvPr/>
          </p:nvSpPr>
          <p:spPr>
            <a:xfrm>
              <a:off x="5758461" y="4093651"/>
              <a:ext cx="12774" cy="42278"/>
            </a:xfrm>
            <a:custGeom>
              <a:avLst/>
              <a:gdLst/>
              <a:ahLst/>
              <a:cxnLst/>
              <a:rect l="l" t="t" r="r" b="b"/>
              <a:pathLst>
                <a:path w="8764" h="29007" extrusionOk="0">
                  <a:moveTo>
                    <a:pt x="0" y="1"/>
                  </a:moveTo>
                  <a:lnTo>
                    <a:pt x="0" y="29007"/>
                  </a:lnTo>
                  <a:lnTo>
                    <a:pt x="8764" y="29007"/>
                  </a:lnTo>
                  <a:lnTo>
                    <a:pt x="8764" y="1"/>
                  </a:lnTo>
                  <a:close/>
                </a:path>
              </a:pathLst>
            </a:custGeom>
            <a:solidFill>
              <a:srgbClr val="F0EBD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4" name="Google Shape;3204;p45"/>
            <p:cNvSpPr/>
            <p:nvPr/>
          </p:nvSpPr>
          <p:spPr>
            <a:xfrm>
              <a:off x="5757454" y="4126357"/>
              <a:ext cx="47172" cy="49280"/>
            </a:xfrm>
            <a:custGeom>
              <a:avLst/>
              <a:gdLst/>
              <a:ahLst/>
              <a:cxnLst/>
              <a:rect l="l" t="t" r="r" b="b"/>
              <a:pathLst>
                <a:path w="32365" h="33811" extrusionOk="0">
                  <a:moveTo>
                    <a:pt x="11418" y="0"/>
                  </a:moveTo>
                  <a:cubicBezTo>
                    <a:pt x="10122" y="0"/>
                    <a:pt x="8802" y="251"/>
                    <a:pt x="7526" y="780"/>
                  </a:cubicBezTo>
                  <a:cubicBezTo>
                    <a:pt x="2406" y="2971"/>
                    <a:pt x="1" y="8853"/>
                    <a:pt x="2144" y="13997"/>
                  </a:cubicBezTo>
                  <a:lnTo>
                    <a:pt x="10479" y="33810"/>
                  </a:lnTo>
                  <a:lnTo>
                    <a:pt x="32364" y="33810"/>
                  </a:lnTo>
                  <a:lnTo>
                    <a:pt x="20743" y="6186"/>
                  </a:lnTo>
                  <a:cubicBezTo>
                    <a:pt x="19111" y="2330"/>
                    <a:pt x="15372" y="0"/>
                    <a:pt x="11418" y="0"/>
                  </a:cubicBezTo>
                  <a:close/>
                </a:path>
              </a:pathLst>
            </a:custGeom>
            <a:solidFill>
              <a:srgbClr val="000000">
                <a:alpha val="84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5" name="Google Shape;3205;p45"/>
            <p:cNvSpPr/>
            <p:nvPr/>
          </p:nvSpPr>
          <p:spPr>
            <a:xfrm>
              <a:off x="5593660" y="4126333"/>
              <a:ext cx="47275" cy="49304"/>
            </a:xfrm>
            <a:custGeom>
              <a:avLst/>
              <a:gdLst/>
              <a:ahLst/>
              <a:cxnLst/>
              <a:rect l="l" t="t" r="r" b="b"/>
              <a:pathLst>
                <a:path w="32436" h="33828" extrusionOk="0">
                  <a:moveTo>
                    <a:pt x="20950" y="0"/>
                  </a:moveTo>
                  <a:cubicBezTo>
                    <a:pt x="17018" y="0"/>
                    <a:pt x="13272" y="2318"/>
                    <a:pt x="11645" y="6179"/>
                  </a:cubicBezTo>
                  <a:lnTo>
                    <a:pt x="0" y="33827"/>
                  </a:lnTo>
                  <a:lnTo>
                    <a:pt x="21909" y="33827"/>
                  </a:lnTo>
                  <a:lnTo>
                    <a:pt x="30244" y="14014"/>
                  </a:lnTo>
                  <a:cubicBezTo>
                    <a:pt x="32435" y="8894"/>
                    <a:pt x="30006" y="2988"/>
                    <a:pt x="24862" y="797"/>
                  </a:cubicBezTo>
                  <a:cubicBezTo>
                    <a:pt x="23585" y="256"/>
                    <a:pt x="22257" y="0"/>
                    <a:pt x="20950" y="0"/>
                  </a:cubicBezTo>
                  <a:close/>
                </a:path>
              </a:pathLst>
            </a:custGeom>
            <a:solidFill>
              <a:srgbClr val="000000">
                <a:alpha val="84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6" name="Google Shape;3206;p45"/>
            <p:cNvSpPr/>
            <p:nvPr/>
          </p:nvSpPr>
          <p:spPr>
            <a:xfrm>
              <a:off x="5542636" y="4115450"/>
              <a:ext cx="313151" cy="40959"/>
            </a:xfrm>
            <a:custGeom>
              <a:avLst/>
              <a:gdLst/>
              <a:ahLst/>
              <a:cxnLst/>
              <a:rect l="l" t="t" r="r" b="b"/>
              <a:pathLst>
                <a:path w="214855" h="28102" extrusionOk="0">
                  <a:moveTo>
                    <a:pt x="17576" y="0"/>
                  </a:moveTo>
                  <a:cubicBezTo>
                    <a:pt x="7860" y="0"/>
                    <a:pt x="1" y="7859"/>
                    <a:pt x="1" y="17552"/>
                  </a:cubicBezTo>
                  <a:lnTo>
                    <a:pt x="1" y="20719"/>
                  </a:lnTo>
                  <a:cubicBezTo>
                    <a:pt x="1" y="24791"/>
                    <a:pt x="3311" y="28101"/>
                    <a:pt x="7383" y="28101"/>
                  </a:cubicBezTo>
                  <a:lnTo>
                    <a:pt x="207425" y="28101"/>
                  </a:lnTo>
                  <a:cubicBezTo>
                    <a:pt x="211521" y="28101"/>
                    <a:pt x="214807" y="24791"/>
                    <a:pt x="214807" y="20719"/>
                  </a:cubicBezTo>
                  <a:lnTo>
                    <a:pt x="214807" y="17480"/>
                  </a:lnTo>
                  <a:cubicBezTo>
                    <a:pt x="214855" y="7835"/>
                    <a:pt x="206996" y="0"/>
                    <a:pt x="197280" y="0"/>
                  </a:cubicBezTo>
                  <a:close/>
                </a:path>
              </a:pathLst>
            </a:custGeom>
            <a:solidFill>
              <a:srgbClr val="4657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7" name="Google Shape;3207;p45"/>
            <p:cNvSpPr/>
            <p:nvPr/>
          </p:nvSpPr>
          <p:spPr>
            <a:xfrm>
              <a:off x="5636143" y="4024233"/>
              <a:ext cx="9617" cy="20132"/>
            </a:xfrm>
            <a:custGeom>
              <a:avLst/>
              <a:gdLst/>
              <a:ahLst/>
              <a:cxnLst/>
              <a:rect l="l" t="t" r="r" b="b"/>
              <a:pathLst>
                <a:path w="6598" h="13813" extrusionOk="0">
                  <a:moveTo>
                    <a:pt x="3319" y="0"/>
                  </a:moveTo>
                  <a:cubicBezTo>
                    <a:pt x="1512" y="0"/>
                    <a:pt x="1" y="1490"/>
                    <a:pt x="1" y="3310"/>
                  </a:cubicBezTo>
                  <a:lnTo>
                    <a:pt x="1" y="10502"/>
                  </a:lnTo>
                  <a:cubicBezTo>
                    <a:pt x="1" y="12344"/>
                    <a:pt x="1468" y="13813"/>
                    <a:pt x="3306" y="13813"/>
                  </a:cubicBezTo>
                  <a:cubicBezTo>
                    <a:pt x="3441" y="13813"/>
                    <a:pt x="3577" y="13805"/>
                    <a:pt x="3716" y="13789"/>
                  </a:cubicBezTo>
                  <a:cubicBezTo>
                    <a:pt x="5383" y="13574"/>
                    <a:pt x="6598" y="12098"/>
                    <a:pt x="6598" y="10407"/>
                  </a:cubicBezTo>
                  <a:lnTo>
                    <a:pt x="6598" y="3429"/>
                  </a:lnTo>
                  <a:cubicBezTo>
                    <a:pt x="6598" y="1739"/>
                    <a:pt x="5383" y="238"/>
                    <a:pt x="3716" y="24"/>
                  </a:cubicBezTo>
                  <a:cubicBezTo>
                    <a:pt x="3582" y="8"/>
                    <a:pt x="3450" y="0"/>
                    <a:pt x="3319"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8" name="Google Shape;3208;p45"/>
            <p:cNvSpPr/>
            <p:nvPr/>
          </p:nvSpPr>
          <p:spPr>
            <a:xfrm>
              <a:off x="5752629" y="4024233"/>
              <a:ext cx="9650" cy="20132"/>
            </a:xfrm>
            <a:custGeom>
              <a:avLst/>
              <a:gdLst/>
              <a:ahLst/>
              <a:cxnLst/>
              <a:rect l="l" t="t" r="r" b="b"/>
              <a:pathLst>
                <a:path w="6621" h="13813" extrusionOk="0">
                  <a:moveTo>
                    <a:pt x="3338" y="0"/>
                  </a:moveTo>
                  <a:cubicBezTo>
                    <a:pt x="1512" y="0"/>
                    <a:pt x="0" y="1490"/>
                    <a:pt x="0" y="3310"/>
                  </a:cubicBezTo>
                  <a:lnTo>
                    <a:pt x="0" y="10502"/>
                  </a:lnTo>
                  <a:cubicBezTo>
                    <a:pt x="0" y="12344"/>
                    <a:pt x="1488" y="13813"/>
                    <a:pt x="3328" y="13813"/>
                  </a:cubicBezTo>
                  <a:cubicBezTo>
                    <a:pt x="3464" y="13813"/>
                    <a:pt x="3601" y="13805"/>
                    <a:pt x="3739" y="13789"/>
                  </a:cubicBezTo>
                  <a:cubicBezTo>
                    <a:pt x="5430" y="13574"/>
                    <a:pt x="6621" y="12098"/>
                    <a:pt x="6621" y="10407"/>
                  </a:cubicBezTo>
                  <a:lnTo>
                    <a:pt x="6621" y="3429"/>
                  </a:lnTo>
                  <a:cubicBezTo>
                    <a:pt x="6621" y="1739"/>
                    <a:pt x="5406" y="238"/>
                    <a:pt x="3739" y="24"/>
                  </a:cubicBezTo>
                  <a:cubicBezTo>
                    <a:pt x="3604" y="8"/>
                    <a:pt x="3470" y="0"/>
                    <a:pt x="3338"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9" name="Google Shape;3209;p45"/>
            <p:cNvSpPr/>
            <p:nvPr/>
          </p:nvSpPr>
          <p:spPr>
            <a:xfrm>
              <a:off x="5679496" y="4034015"/>
              <a:ext cx="39361" cy="15974"/>
            </a:xfrm>
            <a:custGeom>
              <a:avLst/>
              <a:gdLst/>
              <a:ahLst/>
              <a:cxnLst/>
              <a:rect l="l" t="t" r="r" b="b"/>
              <a:pathLst>
                <a:path w="27006" h="10960" extrusionOk="0">
                  <a:moveTo>
                    <a:pt x="3689" y="0"/>
                  </a:moveTo>
                  <a:cubicBezTo>
                    <a:pt x="2918" y="0"/>
                    <a:pt x="2144" y="273"/>
                    <a:pt x="1524" y="838"/>
                  </a:cubicBezTo>
                  <a:cubicBezTo>
                    <a:pt x="143" y="2029"/>
                    <a:pt x="0" y="4101"/>
                    <a:pt x="1215" y="5482"/>
                  </a:cubicBezTo>
                  <a:cubicBezTo>
                    <a:pt x="4263" y="8959"/>
                    <a:pt x="8716" y="10959"/>
                    <a:pt x="13503" y="10959"/>
                  </a:cubicBezTo>
                  <a:cubicBezTo>
                    <a:pt x="18314" y="10959"/>
                    <a:pt x="22767" y="8959"/>
                    <a:pt x="25815" y="5482"/>
                  </a:cubicBezTo>
                  <a:cubicBezTo>
                    <a:pt x="27006" y="4101"/>
                    <a:pt x="26887" y="2029"/>
                    <a:pt x="25506" y="838"/>
                  </a:cubicBezTo>
                  <a:cubicBezTo>
                    <a:pt x="24881" y="290"/>
                    <a:pt x="24099" y="20"/>
                    <a:pt x="23322" y="20"/>
                  </a:cubicBezTo>
                  <a:cubicBezTo>
                    <a:pt x="22411" y="20"/>
                    <a:pt x="21504" y="392"/>
                    <a:pt x="20862" y="1124"/>
                  </a:cubicBezTo>
                  <a:cubicBezTo>
                    <a:pt x="19076" y="3172"/>
                    <a:pt x="16408" y="4339"/>
                    <a:pt x="13503" y="4339"/>
                  </a:cubicBezTo>
                  <a:cubicBezTo>
                    <a:pt x="10622" y="4339"/>
                    <a:pt x="7954" y="3172"/>
                    <a:pt x="6168" y="1124"/>
                  </a:cubicBezTo>
                  <a:cubicBezTo>
                    <a:pt x="5521" y="386"/>
                    <a:pt x="4607" y="0"/>
                    <a:pt x="3689"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0" name="Google Shape;3210;p45"/>
            <p:cNvSpPr/>
            <p:nvPr/>
          </p:nvSpPr>
          <p:spPr>
            <a:xfrm>
              <a:off x="5537568" y="3925935"/>
              <a:ext cx="323357" cy="327833"/>
            </a:xfrm>
            <a:custGeom>
              <a:avLst/>
              <a:gdLst/>
              <a:ahLst/>
              <a:cxnLst/>
              <a:rect l="l" t="t" r="r" b="b"/>
              <a:pathLst>
                <a:path w="221857" h="224928" extrusionOk="0">
                  <a:moveTo>
                    <a:pt x="175704" y="118168"/>
                  </a:moveTo>
                  <a:lnTo>
                    <a:pt x="175704" y="126503"/>
                  </a:lnTo>
                  <a:lnTo>
                    <a:pt x="155033" y="126503"/>
                  </a:lnTo>
                  <a:lnTo>
                    <a:pt x="155033" y="118168"/>
                  </a:lnTo>
                  <a:close/>
                  <a:moveTo>
                    <a:pt x="182610" y="107189"/>
                  </a:moveTo>
                  <a:cubicBezTo>
                    <a:pt x="184873" y="107189"/>
                    <a:pt x="186683" y="108999"/>
                    <a:pt x="186683" y="111262"/>
                  </a:cubicBezTo>
                  <a:lnTo>
                    <a:pt x="186683" y="126503"/>
                  </a:lnTo>
                  <a:lnTo>
                    <a:pt x="182277" y="126503"/>
                  </a:lnTo>
                  <a:lnTo>
                    <a:pt x="182277" y="114881"/>
                  </a:lnTo>
                  <a:cubicBezTo>
                    <a:pt x="182301" y="113048"/>
                    <a:pt x="180824" y="111571"/>
                    <a:pt x="178991" y="111571"/>
                  </a:cubicBezTo>
                  <a:lnTo>
                    <a:pt x="151771" y="111571"/>
                  </a:lnTo>
                  <a:cubicBezTo>
                    <a:pt x="149937" y="111571"/>
                    <a:pt x="148460" y="113048"/>
                    <a:pt x="148460" y="114881"/>
                  </a:cubicBezTo>
                  <a:lnTo>
                    <a:pt x="148460" y="126503"/>
                  </a:lnTo>
                  <a:lnTo>
                    <a:pt x="143626" y="126503"/>
                  </a:lnTo>
                  <a:lnTo>
                    <a:pt x="143626" y="111262"/>
                  </a:lnTo>
                  <a:cubicBezTo>
                    <a:pt x="143626" y="108999"/>
                    <a:pt x="145460" y="107189"/>
                    <a:pt x="147722" y="107189"/>
                  </a:cubicBezTo>
                  <a:close/>
                  <a:moveTo>
                    <a:pt x="186111" y="6598"/>
                  </a:moveTo>
                  <a:cubicBezTo>
                    <a:pt x="192493" y="6598"/>
                    <a:pt x="197637" y="11765"/>
                    <a:pt x="197637" y="18124"/>
                  </a:cubicBezTo>
                  <a:lnTo>
                    <a:pt x="197637" y="126503"/>
                  </a:lnTo>
                  <a:lnTo>
                    <a:pt x="193660" y="126503"/>
                  </a:lnTo>
                  <a:lnTo>
                    <a:pt x="193660" y="111190"/>
                  </a:lnTo>
                  <a:cubicBezTo>
                    <a:pt x="193660" y="111190"/>
                    <a:pt x="189231" y="101141"/>
                    <a:pt x="183992" y="100593"/>
                  </a:cubicBezTo>
                  <a:lnTo>
                    <a:pt x="183992" y="23434"/>
                  </a:lnTo>
                  <a:cubicBezTo>
                    <a:pt x="183876" y="21657"/>
                    <a:pt x="182508" y="20215"/>
                    <a:pt x="180775" y="20215"/>
                  </a:cubicBezTo>
                  <a:cubicBezTo>
                    <a:pt x="180721" y="20215"/>
                    <a:pt x="180665" y="20216"/>
                    <a:pt x="180610" y="20219"/>
                  </a:cubicBezTo>
                  <a:lnTo>
                    <a:pt x="76683" y="20219"/>
                  </a:lnTo>
                  <a:cubicBezTo>
                    <a:pt x="76628" y="20216"/>
                    <a:pt x="76573" y="20215"/>
                    <a:pt x="76518" y="20215"/>
                  </a:cubicBezTo>
                  <a:cubicBezTo>
                    <a:pt x="74783" y="20215"/>
                    <a:pt x="73373" y="21657"/>
                    <a:pt x="73373" y="23434"/>
                  </a:cubicBezTo>
                  <a:cubicBezTo>
                    <a:pt x="73373" y="25244"/>
                    <a:pt x="76683" y="26792"/>
                    <a:pt x="76683" y="26792"/>
                  </a:cubicBezTo>
                  <a:lnTo>
                    <a:pt x="177419" y="26792"/>
                  </a:lnTo>
                  <a:lnTo>
                    <a:pt x="177419" y="100593"/>
                  </a:lnTo>
                  <a:lnTo>
                    <a:pt x="147722" y="100593"/>
                  </a:lnTo>
                  <a:cubicBezTo>
                    <a:pt x="141816" y="100593"/>
                    <a:pt x="137053" y="105356"/>
                    <a:pt x="137053" y="111238"/>
                  </a:cubicBezTo>
                  <a:lnTo>
                    <a:pt x="137053" y="126479"/>
                  </a:lnTo>
                  <a:lnTo>
                    <a:pt x="44343" y="126479"/>
                  </a:lnTo>
                  <a:lnTo>
                    <a:pt x="44343" y="26768"/>
                  </a:lnTo>
                  <a:lnTo>
                    <a:pt x="63371" y="26768"/>
                  </a:lnTo>
                  <a:cubicBezTo>
                    <a:pt x="65062" y="26768"/>
                    <a:pt x="66562" y="25530"/>
                    <a:pt x="66777" y="23863"/>
                  </a:cubicBezTo>
                  <a:cubicBezTo>
                    <a:pt x="67015" y="21886"/>
                    <a:pt x="65467" y="20148"/>
                    <a:pt x="63490" y="20148"/>
                  </a:cubicBezTo>
                  <a:lnTo>
                    <a:pt x="41057" y="20148"/>
                  </a:lnTo>
                  <a:cubicBezTo>
                    <a:pt x="39247" y="20148"/>
                    <a:pt x="37747" y="21648"/>
                    <a:pt x="37747" y="23458"/>
                  </a:cubicBezTo>
                  <a:lnTo>
                    <a:pt x="37747" y="126455"/>
                  </a:lnTo>
                  <a:lnTo>
                    <a:pt x="24149" y="126455"/>
                  </a:lnTo>
                  <a:lnTo>
                    <a:pt x="24149" y="18124"/>
                  </a:lnTo>
                  <a:cubicBezTo>
                    <a:pt x="24149" y="11765"/>
                    <a:pt x="29293" y="6598"/>
                    <a:pt x="35675" y="6598"/>
                  </a:cubicBezTo>
                  <a:close/>
                  <a:moveTo>
                    <a:pt x="200519" y="133099"/>
                  </a:moveTo>
                  <a:cubicBezTo>
                    <a:pt x="208401" y="133099"/>
                    <a:pt x="214784" y="139482"/>
                    <a:pt x="214784" y="147340"/>
                  </a:cubicBezTo>
                  <a:lnTo>
                    <a:pt x="214784" y="150508"/>
                  </a:lnTo>
                  <a:cubicBezTo>
                    <a:pt x="214784" y="152770"/>
                    <a:pt x="212974" y="154580"/>
                    <a:pt x="210711" y="154580"/>
                  </a:cubicBezTo>
                  <a:lnTo>
                    <a:pt x="10670" y="154580"/>
                  </a:lnTo>
                  <a:cubicBezTo>
                    <a:pt x="8407" y="154580"/>
                    <a:pt x="6574" y="152770"/>
                    <a:pt x="6574" y="150508"/>
                  </a:cubicBezTo>
                  <a:lnTo>
                    <a:pt x="6574" y="147340"/>
                  </a:lnTo>
                  <a:cubicBezTo>
                    <a:pt x="6574" y="139482"/>
                    <a:pt x="12980" y="133099"/>
                    <a:pt x="20839" y="133099"/>
                  </a:cubicBezTo>
                  <a:close/>
                  <a:moveTo>
                    <a:pt x="153509" y="161677"/>
                  </a:moveTo>
                  <a:lnTo>
                    <a:pt x="161677" y="180990"/>
                  </a:lnTo>
                  <a:lnTo>
                    <a:pt x="60085" y="180990"/>
                  </a:lnTo>
                  <a:lnTo>
                    <a:pt x="68206" y="161677"/>
                  </a:lnTo>
                  <a:close/>
                  <a:moveTo>
                    <a:pt x="164535" y="187110"/>
                  </a:moveTo>
                  <a:lnTo>
                    <a:pt x="168345" y="196350"/>
                  </a:lnTo>
                  <a:lnTo>
                    <a:pt x="53393" y="196350"/>
                  </a:lnTo>
                  <a:lnTo>
                    <a:pt x="56108" y="189730"/>
                  </a:lnTo>
                  <a:lnTo>
                    <a:pt x="57179" y="187110"/>
                  </a:lnTo>
                  <a:close/>
                  <a:moveTo>
                    <a:pt x="60942" y="161629"/>
                  </a:moveTo>
                  <a:lnTo>
                    <a:pt x="37175" y="218069"/>
                  </a:lnTo>
                  <a:cubicBezTo>
                    <a:pt x="37128" y="218236"/>
                    <a:pt x="36985" y="218307"/>
                    <a:pt x="36794" y="218307"/>
                  </a:cubicBezTo>
                  <a:lnTo>
                    <a:pt x="22982" y="218307"/>
                  </a:lnTo>
                  <a:cubicBezTo>
                    <a:pt x="22672" y="218307"/>
                    <a:pt x="22506" y="218021"/>
                    <a:pt x="22625" y="217759"/>
                  </a:cubicBezTo>
                  <a:lnTo>
                    <a:pt x="46249" y="161629"/>
                  </a:lnTo>
                  <a:close/>
                  <a:moveTo>
                    <a:pt x="35723" y="1"/>
                  </a:moveTo>
                  <a:cubicBezTo>
                    <a:pt x="25720" y="1"/>
                    <a:pt x="17600" y="8122"/>
                    <a:pt x="17600" y="18124"/>
                  </a:cubicBezTo>
                  <a:lnTo>
                    <a:pt x="17600" y="127193"/>
                  </a:lnTo>
                  <a:cubicBezTo>
                    <a:pt x="7645" y="128765"/>
                    <a:pt x="25" y="137386"/>
                    <a:pt x="25" y="147745"/>
                  </a:cubicBezTo>
                  <a:lnTo>
                    <a:pt x="25" y="150984"/>
                  </a:lnTo>
                  <a:cubicBezTo>
                    <a:pt x="1" y="156866"/>
                    <a:pt x="4764" y="161677"/>
                    <a:pt x="10670" y="161677"/>
                  </a:cubicBezTo>
                  <a:lnTo>
                    <a:pt x="39033" y="161677"/>
                  </a:lnTo>
                  <a:cubicBezTo>
                    <a:pt x="39033" y="161677"/>
                    <a:pt x="16433" y="215187"/>
                    <a:pt x="16409" y="215259"/>
                  </a:cubicBezTo>
                  <a:cubicBezTo>
                    <a:pt x="14504" y="219784"/>
                    <a:pt x="17957" y="224928"/>
                    <a:pt x="22863" y="224928"/>
                  </a:cubicBezTo>
                  <a:lnTo>
                    <a:pt x="36389" y="224928"/>
                  </a:lnTo>
                  <a:cubicBezTo>
                    <a:pt x="39199" y="224928"/>
                    <a:pt x="41771" y="223237"/>
                    <a:pt x="42867" y="220617"/>
                  </a:cubicBezTo>
                  <a:lnTo>
                    <a:pt x="50321" y="202947"/>
                  </a:lnTo>
                  <a:lnTo>
                    <a:pt x="171489" y="202947"/>
                  </a:lnTo>
                  <a:lnTo>
                    <a:pt x="178943" y="220617"/>
                  </a:lnTo>
                  <a:cubicBezTo>
                    <a:pt x="180038" y="223237"/>
                    <a:pt x="182563" y="224928"/>
                    <a:pt x="185420" y="224928"/>
                  </a:cubicBezTo>
                  <a:lnTo>
                    <a:pt x="198852" y="224928"/>
                  </a:lnTo>
                  <a:cubicBezTo>
                    <a:pt x="203758" y="224928"/>
                    <a:pt x="207211" y="219736"/>
                    <a:pt x="205306" y="215211"/>
                  </a:cubicBezTo>
                  <a:lnTo>
                    <a:pt x="197280" y="196136"/>
                  </a:lnTo>
                  <a:cubicBezTo>
                    <a:pt x="196762" y="194893"/>
                    <a:pt x="195541" y="194028"/>
                    <a:pt x="194213" y="194028"/>
                  </a:cubicBezTo>
                  <a:cubicBezTo>
                    <a:pt x="194015" y="194028"/>
                    <a:pt x="193814" y="194048"/>
                    <a:pt x="193613" y="194088"/>
                  </a:cubicBezTo>
                  <a:cubicBezTo>
                    <a:pt x="191469" y="194493"/>
                    <a:pt x="190350" y="196708"/>
                    <a:pt x="191136" y="198613"/>
                  </a:cubicBezTo>
                  <a:cubicBezTo>
                    <a:pt x="191136" y="198613"/>
                    <a:pt x="199185" y="217712"/>
                    <a:pt x="199209" y="217783"/>
                  </a:cubicBezTo>
                  <a:cubicBezTo>
                    <a:pt x="199328" y="218045"/>
                    <a:pt x="199114" y="218355"/>
                    <a:pt x="198852" y="218355"/>
                  </a:cubicBezTo>
                  <a:lnTo>
                    <a:pt x="185016" y="218355"/>
                  </a:lnTo>
                  <a:cubicBezTo>
                    <a:pt x="185016" y="218355"/>
                    <a:pt x="184706" y="218236"/>
                    <a:pt x="184611" y="218045"/>
                  </a:cubicBezTo>
                  <a:lnTo>
                    <a:pt x="160796" y="161677"/>
                  </a:lnTo>
                  <a:lnTo>
                    <a:pt x="175537" y="161677"/>
                  </a:lnTo>
                  <a:lnTo>
                    <a:pt x="186230" y="186872"/>
                  </a:lnTo>
                  <a:cubicBezTo>
                    <a:pt x="186768" y="188126"/>
                    <a:pt x="187992" y="188895"/>
                    <a:pt x="189275" y="188895"/>
                  </a:cubicBezTo>
                  <a:cubicBezTo>
                    <a:pt x="189698" y="188895"/>
                    <a:pt x="190127" y="188812"/>
                    <a:pt x="190541" y="188634"/>
                  </a:cubicBezTo>
                  <a:cubicBezTo>
                    <a:pt x="192208" y="187920"/>
                    <a:pt x="193017" y="185991"/>
                    <a:pt x="192303" y="184324"/>
                  </a:cubicBezTo>
                  <a:lnTo>
                    <a:pt x="182682" y="161677"/>
                  </a:lnTo>
                  <a:lnTo>
                    <a:pt x="211021" y="161677"/>
                  </a:lnTo>
                  <a:cubicBezTo>
                    <a:pt x="216927" y="161462"/>
                    <a:pt x="221714" y="156676"/>
                    <a:pt x="221857" y="150770"/>
                  </a:cubicBezTo>
                  <a:lnTo>
                    <a:pt x="221857" y="147507"/>
                  </a:lnTo>
                  <a:cubicBezTo>
                    <a:pt x="221714" y="137100"/>
                    <a:pt x="203853" y="126908"/>
                    <a:pt x="203853" y="126908"/>
                  </a:cubicBezTo>
                  <a:lnTo>
                    <a:pt x="203853" y="18124"/>
                  </a:lnTo>
                  <a:cubicBezTo>
                    <a:pt x="203853" y="8122"/>
                    <a:pt x="195732" y="1"/>
                    <a:pt x="185754"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211" name="Google Shape;3211;p45"/>
          <p:cNvGrpSpPr/>
          <p:nvPr/>
        </p:nvGrpSpPr>
        <p:grpSpPr>
          <a:xfrm>
            <a:off x="1782023" y="1771418"/>
            <a:ext cx="327799" cy="241371"/>
            <a:chOff x="1782023" y="1771418"/>
            <a:chExt cx="327799" cy="241371"/>
          </a:xfrm>
        </p:grpSpPr>
        <p:sp>
          <p:nvSpPr>
            <p:cNvPr id="3212" name="Google Shape;3212;p45"/>
            <p:cNvSpPr/>
            <p:nvPr/>
          </p:nvSpPr>
          <p:spPr>
            <a:xfrm>
              <a:off x="2012495" y="1825182"/>
              <a:ext cx="92190" cy="50642"/>
            </a:xfrm>
            <a:custGeom>
              <a:avLst/>
              <a:gdLst/>
              <a:ahLst/>
              <a:cxnLst/>
              <a:rect l="l" t="t" r="r" b="b"/>
              <a:pathLst>
                <a:path w="63252" h="34746" extrusionOk="0">
                  <a:moveTo>
                    <a:pt x="31650" y="1"/>
                  </a:moveTo>
                  <a:lnTo>
                    <a:pt x="1" y="9788"/>
                  </a:lnTo>
                  <a:lnTo>
                    <a:pt x="1" y="25172"/>
                  </a:lnTo>
                  <a:lnTo>
                    <a:pt x="31650" y="34746"/>
                  </a:lnTo>
                  <a:lnTo>
                    <a:pt x="63252" y="25172"/>
                  </a:lnTo>
                  <a:lnTo>
                    <a:pt x="63252" y="9788"/>
                  </a:lnTo>
                  <a:lnTo>
                    <a:pt x="31650" y="1"/>
                  </a:lnTo>
                  <a:close/>
                </a:path>
              </a:pathLst>
            </a:custGeom>
            <a:solidFill>
              <a:srgbClr val="FFC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3" name="Google Shape;3213;p45"/>
            <p:cNvSpPr/>
            <p:nvPr/>
          </p:nvSpPr>
          <p:spPr>
            <a:xfrm>
              <a:off x="2012495" y="1825147"/>
              <a:ext cx="58973" cy="50712"/>
            </a:xfrm>
            <a:custGeom>
              <a:avLst/>
              <a:gdLst/>
              <a:ahLst/>
              <a:cxnLst/>
              <a:rect l="l" t="t" r="r" b="b"/>
              <a:pathLst>
                <a:path w="40462" h="34794" extrusionOk="0">
                  <a:moveTo>
                    <a:pt x="31674" y="1"/>
                  </a:moveTo>
                  <a:lnTo>
                    <a:pt x="1" y="9812"/>
                  </a:lnTo>
                  <a:lnTo>
                    <a:pt x="1" y="25196"/>
                  </a:lnTo>
                  <a:lnTo>
                    <a:pt x="31674" y="34794"/>
                  </a:lnTo>
                  <a:lnTo>
                    <a:pt x="40461" y="32150"/>
                  </a:lnTo>
                  <a:lnTo>
                    <a:pt x="17576" y="25196"/>
                  </a:lnTo>
                  <a:lnTo>
                    <a:pt x="17576" y="9812"/>
                  </a:lnTo>
                  <a:lnTo>
                    <a:pt x="40461" y="2716"/>
                  </a:lnTo>
                  <a:lnTo>
                    <a:pt x="31674" y="1"/>
                  </a:lnTo>
                  <a:close/>
                </a:path>
              </a:pathLst>
            </a:custGeom>
            <a:solidFill>
              <a:srgbClr val="000000">
                <a:alpha val="84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4" name="Google Shape;3214;p45"/>
            <p:cNvSpPr/>
            <p:nvPr/>
          </p:nvSpPr>
          <p:spPr>
            <a:xfrm>
              <a:off x="1840050" y="1794950"/>
              <a:ext cx="102691" cy="75929"/>
            </a:xfrm>
            <a:custGeom>
              <a:avLst/>
              <a:gdLst/>
              <a:ahLst/>
              <a:cxnLst/>
              <a:rect l="l" t="t" r="r" b="b"/>
              <a:pathLst>
                <a:path w="72064" h="52365" extrusionOk="0">
                  <a:moveTo>
                    <a:pt x="7717" y="1"/>
                  </a:moveTo>
                  <a:cubicBezTo>
                    <a:pt x="3454" y="1"/>
                    <a:pt x="1" y="3454"/>
                    <a:pt x="1" y="7716"/>
                  </a:cubicBezTo>
                  <a:lnTo>
                    <a:pt x="1" y="44891"/>
                  </a:lnTo>
                  <a:cubicBezTo>
                    <a:pt x="1" y="49022"/>
                    <a:pt x="3337" y="52365"/>
                    <a:pt x="7455" y="52365"/>
                  </a:cubicBezTo>
                  <a:cubicBezTo>
                    <a:pt x="9532" y="52365"/>
                    <a:pt x="11809" y="51515"/>
                    <a:pt x="13956" y="49487"/>
                  </a:cubicBezTo>
                  <a:cubicBezTo>
                    <a:pt x="14504" y="48987"/>
                    <a:pt x="14933" y="47963"/>
                    <a:pt x="14933" y="47248"/>
                  </a:cubicBezTo>
                  <a:lnTo>
                    <a:pt x="14933" y="16718"/>
                  </a:lnTo>
                  <a:cubicBezTo>
                    <a:pt x="14933" y="15718"/>
                    <a:pt x="15742" y="14932"/>
                    <a:pt x="16719" y="14932"/>
                  </a:cubicBezTo>
                  <a:lnTo>
                    <a:pt x="52631" y="14932"/>
                  </a:lnTo>
                  <a:cubicBezTo>
                    <a:pt x="55131" y="14932"/>
                    <a:pt x="57132" y="16909"/>
                    <a:pt x="57132" y="19385"/>
                  </a:cubicBezTo>
                  <a:lnTo>
                    <a:pt x="57132" y="44676"/>
                  </a:lnTo>
                  <a:cubicBezTo>
                    <a:pt x="57132" y="48439"/>
                    <a:pt x="60156" y="51963"/>
                    <a:pt x="63919" y="52297"/>
                  </a:cubicBezTo>
                  <a:cubicBezTo>
                    <a:pt x="64141" y="52316"/>
                    <a:pt x="64361" y="52325"/>
                    <a:pt x="64579" y="52325"/>
                  </a:cubicBezTo>
                  <a:cubicBezTo>
                    <a:pt x="68711" y="52325"/>
                    <a:pt x="72064" y="48963"/>
                    <a:pt x="72064" y="44891"/>
                  </a:cubicBezTo>
                  <a:lnTo>
                    <a:pt x="72064" y="19457"/>
                  </a:lnTo>
                  <a:cubicBezTo>
                    <a:pt x="72064" y="8693"/>
                    <a:pt x="63347" y="1"/>
                    <a:pt x="52631" y="1"/>
                  </a:cubicBezTo>
                  <a:close/>
                </a:path>
              </a:pathLst>
            </a:custGeom>
            <a:solidFill>
              <a:srgbClr val="00B2B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5" name="Google Shape;3215;p45"/>
            <p:cNvSpPr/>
            <p:nvPr/>
          </p:nvSpPr>
          <p:spPr>
            <a:xfrm>
              <a:off x="1920965" y="1823273"/>
              <a:ext cx="21730" cy="47388"/>
            </a:xfrm>
            <a:custGeom>
              <a:avLst/>
              <a:gdLst/>
              <a:ahLst/>
              <a:cxnLst/>
              <a:rect l="l" t="t" r="r" b="b"/>
              <a:pathLst>
                <a:path w="14909" h="32513" extrusionOk="0">
                  <a:moveTo>
                    <a:pt x="1" y="1"/>
                  </a:moveTo>
                  <a:lnTo>
                    <a:pt x="1" y="24863"/>
                  </a:lnTo>
                  <a:cubicBezTo>
                    <a:pt x="1" y="28602"/>
                    <a:pt x="3025" y="32150"/>
                    <a:pt x="6788" y="32484"/>
                  </a:cubicBezTo>
                  <a:cubicBezTo>
                    <a:pt x="7011" y="32503"/>
                    <a:pt x="7232" y="32512"/>
                    <a:pt x="7451" y="32512"/>
                  </a:cubicBezTo>
                  <a:cubicBezTo>
                    <a:pt x="11580" y="32512"/>
                    <a:pt x="14909" y="29168"/>
                    <a:pt x="14909" y="25030"/>
                  </a:cubicBezTo>
                  <a:lnTo>
                    <a:pt x="14909" y="1"/>
                  </a:lnTo>
                  <a:close/>
                </a:path>
              </a:pathLst>
            </a:custGeom>
            <a:solidFill>
              <a:srgbClr val="000000">
                <a:alpha val="84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6" name="Google Shape;3216;p45"/>
            <p:cNvSpPr/>
            <p:nvPr/>
          </p:nvSpPr>
          <p:spPr>
            <a:xfrm>
              <a:off x="1840977" y="1823275"/>
              <a:ext cx="18480" cy="47388"/>
            </a:xfrm>
            <a:custGeom>
              <a:avLst/>
              <a:gdLst/>
              <a:ahLst/>
              <a:cxnLst/>
              <a:rect l="l" t="t" r="r" b="b"/>
              <a:pathLst>
                <a:path w="14933" h="32513" extrusionOk="0">
                  <a:moveTo>
                    <a:pt x="1" y="1"/>
                  </a:moveTo>
                  <a:lnTo>
                    <a:pt x="1" y="25030"/>
                  </a:lnTo>
                  <a:cubicBezTo>
                    <a:pt x="1" y="29168"/>
                    <a:pt x="3351" y="32512"/>
                    <a:pt x="7462" y="32512"/>
                  </a:cubicBezTo>
                  <a:cubicBezTo>
                    <a:pt x="7680" y="32512"/>
                    <a:pt x="7900" y="32503"/>
                    <a:pt x="8122" y="32484"/>
                  </a:cubicBezTo>
                  <a:cubicBezTo>
                    <a:pt x="11908" y="32150"/>
                    <a:pt x="14933" y="28626"/>
                    <a:pt x="14933" y="24863"/>
                  </a:cubicBezTo>
                  <a:lnTo>
                    <a:pt x="14933" y="1"/>
                  </a:lnTo>
                  <a:close/>
                </a:path>
              </a:pathLst>
            </a:custGeom>
            <a:solidFill>
              <a:srgbClr val="000000">
                <a:alpha val="84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7" name="Google Shape;3217;p45"/>
            <p:cNvSpPr/>
            <p:nvPr/>
          </p:nvSpPr>
          <p:spPr>
            <a:xfrm>
              <a:off x="1786501" y="1842502"/>
              <a:ext cx="206767" cy="165775"/>
            </a:xfrm>
            <a:custGeom>
              <a:avLst/>
              <a:gdLst/>
              <a:ahLst/>
              <a:cxnLst/>
              <a:rect l="l" t="t" r="r" b="b"/>
              <a:pathLst>
                <a:path w="141864" h="113739" extrusionOk="0">
                  <a:moveTo>
                    <a:pt x="12622" y="1"/>
                  </a:moveTo>
                  <a:cubicBezTo>
                    <a:pt x="5645" y="1"/>
                    <a:pt x="1" y="5645"/>
                    <a:pt x="1" y="12623"/>
                  </a:cubicBezTo>
                  <a:lnTo>
                    <a:pt x="1" y="101117"/>
                  </a:lnTo>
                  <a:cubicBezTo>
                    <a:pt x="1" y="108071"/>
                    <a:pt x="5645" y="113738"/>
                    <a:pt x="12622" y="113738"/>
                  </a:cubicBezTo>
                  <a:lnTo>
                    <a:pt x="129242" y="113738"/>
                  </a:lnTo>
                  <a:cubicBezTo>
                    <a:pt x="136219" y="113738"/>
                    <a:pt x="141863" y="108071"/>
                    <a:pt x="141863" y="101117"/>
                  </a:cubicBezTo>
                  <a:lnTo>
                    <a:pt x="141863" y="12623"/>
                  </a:lnTo>
                  <a:cubicBezTo>
                    <a:pt x="141863" y="5645"/>
                    <a:pt x="136219" y="1"/>
                    <a:pt x="129242" y="1"/>
                  </a:cubicBezTo>
                  <a:close/>
                </a:path>
              </a:pathLst>
            </a:custGeom>
            <a:solidFill>
              <a:srgbClr val="FF89A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8" name="Google Shape;3218;p45"/>
            <p:cNvSpPr/>
            <p:nvPr/>
          </p:nvSpPr>
          <p:spPr>
            <a:xfrm>
              <a:off x="1786501" y="1842502"/>
              <a:ext cx="56197" cy="165775"/>
            </a:xfrm>
            <a:custGeom>
              <a:avLst/>
              <a:gdLst/>
              <a:ahLst/>
              <a:cxnLst/>
              <a:rect l="l" t="t" r="r" b="b"/>
              <a:pathLst>
                <a:path w="38557" h="113739" extrusionOk="0">
                  <a:moveTo>
                    <a:pt x="12622" y="1"/>
                  </a:moveTo>
                  <a:cubicBezTo>
                    <a:pt x="5645" y="1"/>
                    <a:pt x="1" y="5645"/>
                    <a:pt x="1" y="12623"/>
                  </a:cubicBezTo>
                  <a:lnTo>
                    <a:pt x="1" y="101117"/>
                  </a:lnTo>
                  <a:cubicBezTo>
                    <a:pt x="1" y="108094"/>
                    <a:pt x="5645" y="113738"/>
                    <a:pt x="12622" y="113738"/>
                  </a:cubicBezTo>
                  <a:lnTo>
                    <a:pt x="38468" y="113738"/>
                  </a:lnTo>
                  <a:cubicBezTo>
                    <a:pt x="31531" y="113715"/>
                    <a:pt x="25935" y="108089"/>
                    <a:pt x="25935" y="101117"/>
                  </a:cubicBezTo>
                  <a:lnTo>
                    <a:pt x="25935" y="12646"/>
                  </a:lnTo>
                  <a:cubicBezTo>
                    <a:pt x="25935" y="5645"/>
                    <a:pt x="31579" y="1"/>
                    <a:pt x="38556" y="1"/>
                  </a:cubicBezTo>
                  <a:close/>
                  <a:moveTo>
                    <a:pt x="38468" y="113738"/>
                  </a:moveTo>
                  <a:cubicBezTo>
                    <a:pt x="38483" y="113738"/>
                    <a:pt x="38498" y="113738"/>
                    <a:pt x="38512" y="113738"/>
                  </a:cubicBezTo>
                  <a:cubicBezTo>
                    <a:pt x="38527" y="113738"/>
                    <a:pt x="38542" y="113738"/>
                    <a:pt x="38556" y="113738"/>
                  </a:cubicBezTo>
                  <a:close/>
                </a:path>
              </a:pathLst>
            </a:custGeom>
            <a:solidFill>
              <a:srgbClr val="000000">
                <a:alpha val="84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9" name="Google Shape;3219;p45"/>
            <p:cNvSpPr/>
            <p:nvPr/>
          </p:nvSpPr>
          <p:spPr>
            <a:xfrm>
              <a:off x="1811491" y="1867493"/>
              <a:ext cx="157480" cy="115896"/>
            </a:xfrm>
            <a:custGeom>
              <a:avLst/>
              <a:gdLst/>
              <a:ahLst/>
              <a:cxnLst/>
              <a:rect l="l" t="t" r="r" b="b"/>
              <a:pathLst>
                <a:path w="108048" h="79517" extrusionOk="0">
                  <a:moveTo>
                    <a:pt x="1" y="0"/>
                  </a:moveTo>
                  <a:lnTo>
                    <a:pt x="1" y="79516"/>
                  </a:lnTo>
                  <a:lnTo>
                    <a:pt x="108047" y="79516"/>
                  </a:lnTo>
                  <a:lnTo>
                    <a:pt x="108047" y="0"/>
                  </a:lnTo>
                  <a:close/>
                </a:path>
              </a:pathLst>
            </a:custGeom>
            <a:solidFill>
              <a:srgbClr val="FFC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0" name="Google Shape;3220;p45"/>
            <p:cNvSpPr/>
            <p:nvPr/>
          </p:nvSpPr>
          <p:spPr>
            <a:xfrm>
              <a:off x="1811491" y="1867493"/>
              <a:ext cx="12810" cy="115896"/>
            </a:xfrm>
            <a:custGeom>
              <a:avLst/>
              <a:gdLst/>
              <a:ahLst/>
              <a:cxnLst/>
              <a:rect l="l" t="t" r="r" b="b"/>
              <a:pathLst>
                <a:path w="8789" h="79517" extrusionOk="0">
                  <a:moveTo>
                    <a:pt x="1" y="0"/>
                  </a:moveTo>
                  <a:lnTo>
                    <a:pt x="1" y="79516"/>
                  </a:lnTo>
                  <a:lnTo>
                    <a:pt x="8789" y="79516"/>
                  </a:lnTo>
                  <a:lnTo>
                    <a:pt x="8789" y="0"/>
                  </a:lnTo>
                  <a:close/>
                </a:path>
              </a:pathLst>
            </a:custGeom>
            <a:solidFill>
              <a:srgbClr val="000000">
                <a:alpha val="84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1" name="Google Shape;3221;p45"/>
            <p:cNvSpPr/>
            <p:nvPr/>
          </p:nvSpPr>
          <p:spPr>
            <a:xfrm>
              <a:off x="2012495" y="1861697"/>
              <a:ext cx="92190" cy="145954"/>
            </a:xfrm>
            <a:custGeom>
              <a:avLst/>
              <a:gdLst/>
              <a:ahLst/>
              <a:cxnLst/>
              <a:rect l="l" t="t" r="r" b="b"/>
              <a:pathLst>
                <a:path w="63252" h="100140" extrusionOk="0">
                  <a:moveTo>
                    <a:pt x="1" y="0"/>
                  </a:moveTo>
                  <a:lnTo>
                    <a:pt x="1" y="89185"/>
                  </a:lnTo>
                  <a:cubicBezTo>
                    <a:pt x="1" y="95234"/>
                    <a:pt x="4906" y="100140"/>
                    <a:pt x="10955" y="100140"/>
                  </a:cubicBezTo>
                  <a:lnTo>
                    <a:pt x="52345" y="100140"/>
                  </a:lnTo>
                  <a:cubicBezTo>
                    <a:pt x="58346" y="100140"/>
                    <a:pt x="63252" y="95258"/>
                    <a:pt x="63252" y="89233"/>
                  </a:cubicBezTo>
                  <a:lnTo>
                    <a:pt x="63252" y="0"/>
                  </a:lnTo>
                  <a:close/>
                </a:path>
              </a:pathLst>
            </a:custGeom>
            <a:solidFill>
              <a:srgbClr val="00B2B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2" name="Google Shape;3222;p45"/>
            <p:cNvSpPr/>
            <p:nvPr/>
          </p:nvSpPr>
          <p:spPr>
            <a:xfrm>
              <a:off x="2012495" y="1861697"/>
              <a:ext cx="41514" cy="145954"/>
            </a:xfrm>
            <a:custGeom>
              <a:avLst/>
              <a:gdLst/>
              <a:ahLst/>
              <a:cxnLst/>
              <a:rect l="l" t="t" r="r" b="b"/>
              <a:pathLst>
                <a:path w="28483" h="100140" extrusionOk="0">
                  <a:moveTo>
                    <a:pt x="1" y="0"/>
                  </a:moveTo>
                  <a:lnTo>
                    <a:pt x="1" y="89233"/>
                  </a:lnTo>
                  <a:cubicBezTo>
                    <a:pt x="1" y="95258"/>
                    <a:pt x="4906" y="100140"/>
                    <a:pt x="10931" y="100140"/>
                  </a:cubicBezTo>
                  <a:lnTo>
                    <a:pt x="28483" y="100140"/>
                  </a:lnTo>
                  <a:cubicBezTo>
                    <a:pt x="22482" y="100140"/>
                    <a:pt x="17576" y="95258"/>
                    <a:pt x="17576" y="89233"/>
                  </a:cubicBezTo>
                  <a:lnTo>
                    <a:pt x="17576" y="0"/>
                  </a:lnTo>
                  <a:close/>
                </a:path>
              </a:pathLst>
            </a:custGeom>
            <a:solidFill>
              <a:srgbClr val="000000">
                <a:alpha val="84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3" name="Google Shape;3223;p45"/>
            <p:cNvSpPr/>
            <p:nvPr/>
          </p:nvSpPr>
          <p:spPr>
            <a:xfrm>
              <a:off x="2012495" y="1776486"/>
              <a:ext cx="92190" cy="62791"/>
            </a:xfrm>
            <a:custGeom>
              <a:avLst/>
              <a:gdLst/>
              <a:ahLst/>
              <a:cxnLst/>
              <a:rect l="l" t="t" r="r" b="b"/>
              <a:pathLst>
                <a:path w="63252" h="43081" extrusionOk="0">
                  <a:moveTo>
                    <a:pt x="10955" y="0"/>
                  </a:moveTo>
                  <a:cubicBezTo>
                    <a:pt x="4906" y="0"/>
                    <a:pt x="1" y="4930"/>
                    <a:pt x="1" y="10955"/>
                  </a:cubicBezTo>
                  <a:lnTo>
                    <a:pt x="1" y="43080"/>
                  </a:lnTo>
                  <a:lnTo>
                    <a:pt x="63252" y="43080"/>
                  </a:lnTo>
                  <a:lnTo>
                    <a:pt x="63252" y="10955"/>
                  </a:lnTo>
                  <a:cubicBezTo>
                    <a:pt x="63252" y="4953"/>
                    <a:pt x="58370" y="48"/>
                    <a:pt x="52345" y="0"/>
                  </a:cubicBezTo>
                  <a:close/>
                </a:path>
              </a:pathLst>
            </a:custGeom>
            <a:solidFill>
              <a:srgbClr val="00B2B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4" name="Google Shape;3224;p45"/>
            <p:cNvSpPr/>
            <p:nvPr/>
          </p:nvSpPr>
          <p:spPr>
            <a:xfrm>
              <a:off x="2012495" y="1776554"/>
              <a:ext cx="41584" cy="62756"/>
            </a:xfrm>
            <a:custGeom>
              <a:avLst/>
              <a:gdLst/>
              <a:ahLst/>
              <a:cxnLst/>
              <a:rect l="l" t="t" r="r" b="b"/>
              <a:pathLst>
                <a:path w="28531" h="43057" extrusionOk="0">
                  <a:moveTo>
                    <a:pt x="10955" y="1"/>
                  </a:moveTo>
                  <a:cubicBezTo>
                    <a:pt x="4906" y="1"/>
                    <a:pt x="1" y="4906"/>
                    <a:pt x="1" y="10955"/>
                  </a:cubicBezTo>
                  <a:lnTo>
                    <a:pt x="1" y="43057"/>
                  </a:lnTo>
                  <a:lnTo>
                    <a:pt x="17576" y="43057"/>
                  </a:lnTo>
                  <a:lnTo>
                    <a:pt x="17576" y="10908"/>
                  </a:lnTo>
                  <a:cubicBezTo>
                    <a:pt x="17576" y="4883"/>
                    <a:pt x="22482" y="1"/>
                    <a:pt x="28530" y="1"/>
                  </a:cubicBezTo>
                  <a:close/>
                </a:path>
              </a:pathLst>
            </a:custGeom>
            <a:solidFill>
              <a:srgbClr val="000000">
                <a:alpha val="84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5" name="Google Shape;3225;p45"/>
            <p:cNvSpPr/>
            <p:nvPr/>
          </p:nvSpPr>
          <p:spPr>
            <a:xfrm>
              <a:off x="1806320" y="1862321"/>
              <a:ext cx="167129" cy="125511"/>
            </a:xfrm>
            <a:custGeom>
              <a:avLst/>
              <a:gdLst/>
              <a:ahLst/>
              <a:cxnLst/>
              <a:rect l="l" t="t" r="r" b="b"/>
              <a:pathLst>
                <a:path w="114668" h="86114" extrusionOk="0">
                  <a:moveTo>
                    <a:pt x="3311" y="1"/>
                  </a:moveTo>
                  <a:cubicBezTo>
                    <a:pt x="1501" y="1"/>
                    <a:pt x="1" y="1477"/>
                    <a:pt x="1" y="3311"/>
                  </a:cubicBezTo>
                  <a:lnTo>
                    <a:pt x="1" y="82803"/>
                  </a:lnTo>
                  <a:cubicBezTo>
                    <a:pt x="1" y="84637"/>
                    <a:pt x="1501" y="86114"/>
                    <a:pt x="3311" y="86114"/>
                  </a:cubicBezTo>
                  <a:lnTo>
                    <a:pt x="19505" y="86114"/>
                  </a:lnTo>
                  <a:cubicBezTo>
                    <a:pt x="21195" y="86114"/>
                    <a:pt x="22696" y="84899"/>
                    <a:pt x="22886" y="83232"/>
                  </a:cubicBezTo>
                  <a:cubicBezTo>
                    <a:pt x="23124" y="81232"/>
                    <a:pt x="21577" y="79517"/>
                    <a:pt x="19624" y="79517"/>
                  </a:cubicBezTo>
                  <a:lnTo>
                    <a:pt x="6573" y="79517"/>
                  </a:lnTo>
                  <a:lnTo>
                    <a:pt x="6573" y="6574"/>
                  </a:lnTo>
                  <a:lnTo>
                    <a:pt x="108071" y="6574"/>
                  </a:lnTo>
                  <a:lnTo>
                    <a:pt x="108071" y="79517"/>
                  </a:lnTo>
                  <a:lnTo>
                    <a:pt x="33055" y="79517"/>
                  </a:lnTo>
                  <a:cubicBezTo>
                    <a:pt x="31340" y="79517"/>
                    <a:pt x="29864" y="80732"/>
                    <a:pt x="29650" y="82399"/>
                  </a:cubicBezTo>
                  <a:cubicBezTo>
                    <a:pt x="29411" y="84399"/>
                    <a:pt x="30959" y="86114"/>
                    <a:pt x="32936" y="86114"/>
                  </a:cubicBezTo>
                  <a:lnTo>
                    <a:pt x="111357" y="86114"/>
                  </a:lnTo>
                  <a:cubicBezTo>
                    <a:pt x="113191" y="86114"/>
                    <a:pt x="114667" y="84637"/>
                    <a:pt x="114667" y="82803"/>
                  </a:cubicBezTo>
                  <a:lnTo>
                    <a:pt x="114667" y="3311"/>
                  </a:lnTo>
                  <a:cubicBezTo>
                    <a:pt x="114667" y="1477"/>
                    <a:pt x="113191" y="1"/>
                    <a:pt x="111357"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6" name="Google Shape;3226;p45"/>
            <p:cNvSpPr/>
            <p:nvPr/>
          </p:nvSpPr>
          <p:spPr>
            <a:xfrm>
              <a:off x="1843460" y="1914732"/>
              <a:ext cx="9650" cy="17182"/>
            </a:xfrm>
            <a:custGeom>
              <a:avLst/>
              <a:gdLst/>
              <a:ahLst/>
              <a:cxnLst/>
              <a:rect l="l" t="t" r="r" b="b"/>
              <a:pathLst>
                <a:path w="6621" h="11789" extrusionOk="0">
                  <a:moveTo>
                    <a:pt x="3313" y="0"/>
                  </a:moveTo>
                  <a:cubicBezTo>
                    <a:pt x="1509" y="0"/>
                    <a:pt x="0" y="1470"/>
                    <a:pt x="0" y="3311"/>
                  </a:cubicBezTo>
                  <a:lnTo>
                    <a:pt x="0" y="8360"/>
                  </a:lnTo>
                  <a:cubicBezTo>
                    <a:pt x="0" y="10050"/>
                    <a:pt x="1215" y="11551"/>
                    <a:pt x="2882" y="11765"/>
                  </a:cubicBezTo>
                  <a:cubicBezTo>
                    <a:pt x="3015" y="11781"/>
                    <a:pt x="3148" y="11789"/>
                    <a:pt x="3278" y="11789"/>
                  </a:cubicBezTo>
                  <a:cubicBezTo>
                    <a:pt x="5106" y="11789"/>
                    <a:pt x="6621" y="10279"/>
                    <a:pt x="6621" y="8479"/>
                  </a:cubicBezTo>
                  <a:lnTo>
                    <a:pt x="6621" y="3430"/>
                  </a:lnTo>
                  <a:cubicBezTo>
                    <a:pt x="6621" y="1715"/>
                    <a:pt x="5382" y="239"/>
                    <a:pt x="3715" y="24"/>
                  </a:cubicBezTo>
                  <a:cubicBezTo>
                    <a:pt x="3580" y="8"/>
                    <a:pt x="3446" y="0"/>
                    <a:pt x="3313"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7" name="Google Shape;3227;p45"/>
            <p:cNvSpPr/>
            <p:nvPr/>
          </p:nvSpPr>
          <p:spPr>
            <a:xfrm>
              <a:off x="1927317" y="1914732"/>
              <a:ext cx="9652" cy="17182"/>
            </a:xfrm>
            <a:custGeom>
              <a:avLst/>
              <a:gdLst/>
              <a:ahLst/>
              <a:cxnLst/>
              <a:rect l="l" t="t" r="r" b="b"/>
              <a:pathLst>
                <a:path w="6622" h="11789" extrusionOk="0">
                  <a:moveTo>
                    <a:pt x="3333" y="0"/>
                  </a:moveTo>
                  <a:cubicBezTo>
                    <a:pt x="1510" y="0"/>
                    <a:pt x="1" y="1470"/>
                    <a:pt x="1" y="3311"/>
                  </a:cubicBezTo>
                  <a:lnTo>
                    <a:pt x="1" y="8360"/>
                  </a:lnTo>
                  <a:cubicBezTo>
                    <a:pt x="1" y="10050"/>
                    <a:pt x="1239" y="11551"/>
                    <a:pt x="2906" y="11765"/>
                  </a:cubicBezTo>
                  <a:cubicBezTo>
                    <a:pt x="3041" y="11781"/>
                    <a:pt x="3175" y="11789"/>
                    <a:pt x="3307" y="11789"/>
                  </a:cubicBezTo>
                  <a:cubicBezTo>
                    <a:pt x="5149" y="11789"/>
                    <a:pt x="6621" y="10279"/>
                    <a:pt x="6621" y="8479"/>
                  </a:cubicBezTo>
                  <a:lnTo>
                    <a:pt x="6621" y="3430"/>
                  </a:lnTo>
                  <a:cubicBezTo>
                    <a:pt x="6621" y="1715"/>
                    <a:pt x="5407" y="239"/>
                    <a:pt x="3740" y="24"/>
                  </a:cubicBezTo>
                  <a:cubicBezTo>
                    <a:pt x="3603" y="8"/>
                    <a:pt x="3467" y="0"/>
                    <a:pt x="3333"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8" name="Google Shape;3228;p45"/>
            <p:cNvSpPr/>
            <p:nvPr/>
          </p:nvSpPr>
          <p:spPr>
            <a:xfrm>
              <a:off x="1874558" y="1921720"/>
              <a:ext cx="31310" cy="14187"/>
            </a:xfrm>
            <a:custGeom>
              <a:avLst/>
              <a:gdLst/>
              <a:ahLst/>
              <a:cxnLst/>
              <a:rect l="l" t="t" r="r" b="b"/>
              <a:pathLst>
                <a:path w="21482" h="9734" extrusionOk="0">
                  <a:moveTo>
                    <a:pt x="3699" y="1"/>
                  </a:moveTo>
                  <a:cubicBezTo>
                    <a:pt x="2930" y="1"/>
                    <a:pt x="2156" y="272"/>
                    <a:pt x="1525" y="827"/>
                  </a:cubicBezTo>
                  <a:cubicBezTo>
                    <a:pt x="168" y="2018"/>
                    <a:pt x="1" y="4113"/>
                    <a:pt x="1239" y="5471"/>
                  </a:cubicBezTo>
                  <a:cubicBezTo>
                    <a:pt x="3549" y="8185"/>
                    <a:pt x="7026" y="9733"/>
                    <a:pt x="10717" y="9733"/>
                  </a:cubicBezTo>
                  <a:cubicBezTo>
                    <a:pt x="14409" y="9733"/>
                    <a:pt x="17909" y="8185"/>
                    <a:pt x="20291" y="5471"/>
                  </a:cubicBezTo>
                  <a:cubicBezTo>
                    <a:pt x="21482" y="4113"/>
                    <a:pt x="21362" y="2018"/>
                    <a:pt x="19981" y="827"/>
                  </a:cubicBezTo>
                  <a:cubicBezTo>
                    <a:pt x="19359" y="281"/>
                    <a:pt x="18582" y="10"/>
                    <a:pt x="17808" y="10"/>
                  </a:cubicBezTo>
                  <a:cubicBezTo>
                    <a:pt x="16893" y="10"/>
                    <a:pt x="15982" y="388"/>
                    <a:pt x="15337" y="1136"/>
                  </a:cubicBezTo>
                  <a:cubicBezTo>
                    <a:pt x="14242" y="2399"/>
                    <a:pt x="12575" y="3137"/>
                    <a:pt x="10765" y="3137"/>
                  </a:cubicBezTo>
                  <a:cubicBezTo>
                    <a:pt x="8955" y="3137"/>
                    <a:pt x="7264" y="2399"/>
                    <a:pt x="6169" y="1136"/>
                  </a:cubicBezTo>
                  <a:cubicBezTo>
                    <a:pt x="5522" y="386"/>
                    <a:pt x="4614" y="1"/>
                    <a:pt x="3699"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9" name="Google Shape;3229;p45"/>
            <p:cNvSpPr/>
            <p:nvPr/>
          </p:nvSpPr>
          <p:spPr>
            <a:xfrm>
              <a:off x="2008017" y="1771418"/>
              <a:ext cx="101805" cy="241371"/>
            </a:xfrm>
            <a:custGeom>
              <a:avLst/>
              <a:gdLst/>
              <a:ahLst/>
              <a:cxnLst/>
              <a:rect l="l" t="t" r="r" b="b"/>
              <a:pathLst>
                <a:path w="69849" h="165606" extrusionOk="0">
                  <a:moveTo>
                    <a:pt x="55607" y="7025"/>
                  </a:moveTo>
                  <a:cubicBezTo>
                    <a:pt x="59846" y="7025"/>
                    <a:pt x="63276" y="10455"/>
                    <a:pt x="63276" y="14670"/>
                  </a:cubicBezTo>
                  <a:lnTo>
                    <a:pt x="63276" y="43485"/>
                  </a:lnTo>
                  <a:lnTo>
                    <a:pt x="49273" y="43485"/>
                  </a:lnTo>
                  <a:cubicBezTo>
                    <a:pt x="47582" y="43485"/>
                    <a:pt x="46082" y="44724"/>
                    <a:pt x="45891" y="46391"/>
                  </a:cubicBezTo>
                  <a:cubicBezTo>
                    <a:pt x="45653" y="48367"/>
                    <a:pt x="47201" y="50106"/>
                    <a:pt x="49154" y="50106"/>
                  </a:cubicBezTo>
                  <a:lnTo>
                    <a:pt x="63276" y="50106"/>
                  </a:lnTo>
                  <a:lnTo>
                    <a:pt x="63276" y="58893"/>
                  </a:lnTo>
                  <a:lnTo>
                    <a:pt x="6597" y="58893"/>
                  </a:lnTo>
                  <a:lnTo>
                    <a:pt x="6597" y="50106"/>
                  </a:lnTo>
                  <a:lnTo>
                    <a:pt x="35937" y="50106"/>
                  </a:lnTo>
                  <a:cubicBezTo>
                    <a:pt x="37627" y="50106"/>
                    <a:pt x="39128" y="48891"/>
                    <a:pt x="39342" y="47224"/>
                  </a:cubicBezTo>
                  <a:cubicBezTo>
                    <a:pt x="39580" y="45224"/>
                    <a:pt x="38032" y="43485"/>
                    <a:pt x="36056" y="43485"/>
                  </a:cubicBezTo>
                  <a:lnTo>
                    <a:pt x="6597" y="43485"/>
                  </a:lnTo>
                  <a:lnTo>
                    <a:pt x="6597" y="14670"/>
                  </a:lnTo>
                  <a:cubicBezTo>
                    <a:pt x="6597" y="10455"/>
                    <a:pt x="10003" y="7025"/>
                    <a:pt x="14242" y="7025"/>
                  </a:cubicBezTo>
                  <a:close/>
                  <a:moveTo>
                    <a:pt x="63276" y="65466"/>
                  </a:moveTo>
                  <a:lnTo>
                    <a:pt x="63276" y="151364"/>
                  </a:lnTo>
                  <a:cubicBezTo>
                    <a:pt x="63276" y="155603"/>
                    <a:pt x="59846" y="159032"/>
                    <a:pt x="55607" y="159032"/>
                  </a:cubicBezTo>
                  <a:lnTo>
                    <a:pt x="14242" y="159032"/>
                  </a:lnTo>
                  <a:cubicBezTo>
                    <a:pt x="10003" y="159032"/>
                    <a:pt x="6597" y="155603"/>
                    <a:pt x="6597" y="151364"/>
                  </a:cubicBezTo>
                  <a:lnTo>
                    <a:pt x="6597" y="65466"/>
                  </a:lnTo>
                  <a:close/>
                  <a:moveTo>
                    <a:pt x="14242" y="0"/>
                  </a:moveTo>
                  <a:cubicBezTo>
                    <a:pt x="6383" y="0"/>
                    <a:pt x="1" y="6382"/>
                    <a:pt x="1" y="14241"/>
                  </a:cubicBezTo>
                  <a:lnTo>
                    <a:pt x="1" y="151388"/>
                  </a:lnTo>
                  <a:cubicBezTo>
                    <a:pt x="1" y="159247"/>
                    <a:pt x="6383" y="165605"/>
                    <a:pt x="14242" y="165605"/>
                  </a:cubicBezTo>
                  <a:lnTo>
                    <a:pt x="55655" y="165605"/>
                  </a:lnTo>
                  <a:cubicBezTo>
                    <a:pt x="63466" y="165605"/>
                    <a:pt x="69848" y="159199"/>
                    <a:pt x="69848" y="151340"/>
                  </a:cubicBezTo>
                  <a:lnTo>
                    <a:pt x="69848" y="14265"/>
                  </a:lnTo>
                  <a:cubicBezTo>
                    <a:pt x="69848" y="6406"/>
                    <a:pt x="63466" y="0"/>
                    <a:pt x="55655"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0" name="Google Shape;3230;p45"/>
            <p:cNvSpPr/>
            <p:nvPr/>
          </p:nvSpPr>
          <p:spPr>
            <a:xfrm>
              <a:off x="1782023" y="1789328"/>
              <a:ext cx="216415" cy="223461"/>
            </a:xfrm>
            <a:custGeom>
              <a:avLst/>
              <a:gdLst/>
              <a:ahLst/>
              <a:cxnLst/>
              <a:rect l="l" t="t" r="r" b="b"/>
              <a:pathLst>
                <a:path w="148484" h="153318" extrusionOk="0">
                  <a:moveTo>
                    <a:pt x="90638" y="21529"/>
                  </a:moveTo>
                  <a:cubicBezTo>
                    <a:pt x="91305" y="21529"/>
                    <a:pt x="91829" y="22076"/>
                    <a:pt x="91829" y="22719"/>
                  </a:cubicBezTo>
                  <a:lnTo>
                    <a:pt x="91829" y="32959"/>
                  </a:lnTo>
                  <a:lnTo>
                    <a:pt x="56226" y="32959"/>
                  </a:lnTo>
                  <a:lnTo>
                    <a:pt x="56226" y="22719"/>
                  </a:lnTo>
                  <a:cubicBezTo>
                    <a:pt x="56226" y="22076"/>
                    <a:pt x="56774" y="21529"/>
                    <a:pt x="57417" y="21529"/>
                  </a:cubicBezTo>
                  <a:close/>
                  <a:moveTo>
                    <a:pt x="90615" y="6597"/>
                  </a:moveTo>
                  <a:cubicBezTo>
                    <a:pt x="99521" y="6597"/>
                    <a:pt x="106761" y="13837"/>
                    <a:pt x="106761" y="22719"/>
                  </a:cubicBezTo>
                  <a:lnTo>
                    <a:pt x="106761" y="32959"/>
                  </a:lnTo>
                  <a:lnTo>
                    <a:pt x="98426" y="32959"/>
                  </a:lnTo>
                  <a:lnTo>
                    <a:pt x="98426" y="22719"/>
                  </a:lnTo>
                  <a:cubicBezTo>
                    <a:pt x="98426" y="18433"/>
                    <a:pt x="94925" y="14956"/>
                    <a:pt x="90638" y="14956"/>
                  </a:cubicBezTo>
                  <a:lnTo>
                    <a:pt x="57417" y="14956"/>
                  </a:lnTo>
                  <a:cubicBezTo>
                    <a:pt x="53131" y="14956"/>
                    <a:pt x="49654" y="18433"/>
                    <a:pt x="49654" y="22719"/>
                  </a:cubicBezTo>
                  <a:lnTo>
                    <a:pt x="49654" y="32959"/>
                  </a:lnTo>
                  <a:lnTo>
                    <a:pt x="41319" y="32959"/>
                  </a:lnTo>
                  <a:lnTo>
                    <a:pt x="41319" y="22719"/>
                  </a:lnTo>
                  <a:lnTo>
                    <a:pt x="41295" y="22719"/>
                  </a:lnTo>
                  <a:cubicBezTo>
                    <a:pt x="41295" y="13813"/>
                    <a:pt x="48534" y="6597"/>
                    <a:pt x="57417" y="6597"/>
                  </a:cubicBezTo>
                  <a:close/>
                  <a:moveTo>
                    <a:pt x="132552" y="39532"/>
                  </a:moveTo>
                  <a:cubicBezTo>
                    <a:pt x="137720" y="39532"/>
                    <a:pt x="141887" y="43747"/>
                    <a:pt x="141887" y="48891"/>
                  </a:cubicBezTo>
                  <a:lnTo>
                    <a:pt x="141887" y="137385"/>
                  </a:lnTo>
                  <a:cubicBezTo>
                    <a:pt x="141887" y="142529"/>
                    <a:pt x="137672" y="146744"/>
                    <a:pt x="132552" y="146744"/>
                  </a:cubicBezTo>
                  <a:lnTo>
                    <a:pt x="15932" y="146744"/>
                  </a:lnTo>
                  <a:cubicBezTo>
                    <a:pt x="10788" y="146744"/>
                    <a:pt x="6573" y="142577"/>
                    <a:pt x="6573" y="137385"/>
                  </a:cubicBezTo>
                  <a:lnTo>
                    <a:pt x="6573" y="48891"/>
                  </a:lnTo>
                  <a:cubicBezTo>
                    <a:pt x="6573" y="43747"/>
                    <a:pt x="10741" y="39532"/>
                    <a:pt x="15932" y="39532"/>
                  </a:cubicBezTo>
                  <a:close/>
                  <a:moveTo>
                    <a:pt x="57417" y="0"/>
                  </a:moveTo>
                  <a:cubicBezTo>
                    <a:pt x="44867" y="0"/>
                    <a:pt x="34722" y="10193"/>
                    <a:pt x="34722" y="22719"/>
                  </a:cubicBezTo>
                  <a:lnTo>
                    <a:pt x="34722" y="32959"/>
                  </a:lnTo>
                  <a:lnTo>
                    <a:pt x="15932" y="32959"/>
                  </a:lnTo>
                  <a:cubicBezTo>
                    <a:pt x="7121" y="32959"/>
                    <a:pt x="0" y="40104"/>
                    <a:pt x="0" y="48891"/>
                  </a:cubicBezTo>
                  <a:lnTo>
                    <a:pt x="0" y="137385"/>
                  </a:lnTo>
                  <a:cubicBezTo>
                    <a:pt x="0" y="146197"/>
                    <a:pt x="7145" y="153317"/>
                    <a:pt x="15932" y="153317"/>
                  </a:cubicBezTo>
                  <a:lnTo>
                    <a:pt x="132552" y="153317"/>
                  </a:lnTo>
                  <a:cubicBezTo>
                    <a:pt x="141363" y="153317"/>
                    <a:pt x="148484" y="146173"/>
                    <a:pt x="148484" y="137385"/>
                  </a:cubicBezTo>
                  <a:lnTo>
                    <a:pt x="148484" y="48915"/>
                  </a:lnTo>
                  <a:cubicBezTo>
                    <a:pt x="148484" y="40104"/>
                    <a:pt x="141339" y="32959"/>
                    <a:pt x="132552" y="32959"/>
                  </a:cubicBezTo>
                  <a:lnTo>
                    <a:pt x="113334" y="32959"/>
                  </a:lnTo>
                  <a:lnTo>
                    <a:pt x="113334" y="22719"/>
                  </a:lnTo>
                  <a:cubicBezTo>
                    <a:pt x="113334" y="10169"/>
                    <a:pt x="103141" y="0"/>
                    <a:pt x="90615"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231" name="Google Shape;3231;p45"/>
          <p:cNvGrpSpPr/>
          <p:nvPr/>
        </p:nvGrpSpPr>
        <p:grpSpPr>
          <a:xfrm>
            <a:off x="2587286" y="1728204"/>
            <a:ext cx="287571" cy="327834"/>
            <a:chOff x="2587286" y="1728204"/>
            <a:chExt cx="287571" cy="327834"/>
          </a:xfrm>
        </p:grpSpPr>
        <p:sp>
          <p:nvSpPr>
            <p:cNvPr id="3232" name="Google Shape;3232;p45"/>
            <p:cNvSpPr/>
            <p:nvPr/>
          </p:nvSpPr>
          <p:spPr>
            <a:xfrm>
              <a:off x="2597283" y="1751946"/>
              <a:ext cx="35751" cy="35752"/>
            </a:xfrm>
            <a:custGeom>
              <a:avLst/>
              <a:gdLst/>
              <a:ahLst/>
              <a:cxnLst/>
              <a:rect l="l" t="t" r="r" b="b"/>
              <a:pathLst>
                <a:path w="24529" h="24530" extrusionOk="0">
                  <a:moveTo>
                    <a:pt x="12265" y="0"/>
                  </a:moveTo>
                  <a:cubicBezTo>
                    <a:pt x="5477" y="0"/>
                    <a:pt x="0" y="5501"/>
                    <a:pt x="0" y="12265"/>
                  </a:cubicBezTo>
                  <a:cubicBezTo>
                    <a:pt x="0" y="19028"/>
                    <a:pt x="5477" y="24529"/>
                    <a:pt x="12265" y="24529"/>
                  </a:cubicBezTo>
                  <a:cubicBezTo>
                    <a:pt x="19028" y="24529"/>
                    <a:pt x="24529" y="19028"/>
                    <a:pt x="24529" y="12265"/>
                  </a:cubicBezTo>
                  <a:cubicBezTo>
                    <a:pt x="24529" y="5501"/>
                    <a:pt x="19028" y="0"/>
                    <a:pt x="12265" y="0"/>
                  </a:cubicBezTo>
                  <a:close/>
                </a:path>
              </a:pathLst>
            </a:custGeom>
            <a:solidFill>
              <a:srgbClr val="FF89A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3" name="Google Shape;3233;p45"/>
            <p:cNvSpPr/>
            <p:nvPr/>
          </p:nvSpPr>
          <p:spPr>
            <a:xfrm>
              <a:off x="2595582" y="1756076"/>
              <a:ext cx="37487" cy="31613"/>
            </a:xfrm>
            <a:custGeom>
              <a:avLst/>
              <a:gdLst/>
              <a:ahLst/>
              <a:cxnLst/>
              <a:rect l="l" t="t" r="r" b="b"/>
              <a:pathLst>
                <a:path w="25720" h="21690" extrusionOk="0">
                  <a:moveTo>
                    <a:pt x="5597" y="0"/>
                  </a:moveTo>
                  <a:lnTo>
                    <a:pt x="5597" y="0"/>
                  </a:lnTo>
                  <a:cubicBezTo>
                    <a:pt x="5335" y="238"/>
                    <a:pt x="5025" y="477"/>
                    <a:pt x="4787" y="738"/>
                  </a:cubicBezTo>
                  <a:cubicBezTo>
                    <a:pt x="0" y="5525"/>
                    <a:pt x="0" y="13289"/>
                    <a:pt x="4787" y="18099"/>
                  </a:cubicBezTo>
                  <a:cubicBezTo>
                    <a:pt x="7192" y="20492"/>
                    <a:pt x="10336" y="21689"/>
                    <a:pt x="13476" y="21689"/>
                  </a:cubicBezTo>
                  <a:cubicBezTo>
                    <a:pt x="16617" y="21689"/>
                    <a:pt x="19754" y="20492"/>
                    <a:pt x="22148" y="18099"/>
                  </a:cubicBezTo>
                  <a:cubicBezTo>
                    <a:pt x="24386" y="15861"/>
                    <a:pt x="25577" y="12979"/>
                    <a:pt x="25720" y="10050"/>
                  </a:cubicBezTo>
                  <a:lnTo>
                    <a:pt x="25720" y="10050"/>
                  </a:lnTo>
                  <a:cubicBezTo>
                    <a:pt x="23429" y="11947"/>
                    <a:pt x="20626" y="12897"/>
                    <a:pt x="17828" y="12897"/>
                  </a:cubicBezTo>
                  <a:cubicBezTo>
                    <a:pt x="14690" y="12897"/>
                    <a:pt x="11560" y="11703"/>
                    <a:pt x="9169" y="9312"/>
                  </a:cubicBezTo>
                  <a:cubicBezTo>
                    <a:pt x="6597" y="6764"/>
                    <a:pt x="5406" y="3358"/>
                    <a:pt x="5597" y="0"/>
                  </a:cubicBezTo>
                  <a:close/>
                </a:path>
              </a:pathLst>
            </a:custGeom>
            <a:solidFill>
              <a:srgbClr val="000000">
                <a:alpha val="84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4" name="Google Shape;3234;p45"/>
            <p:cNvSpPr/>
            <p:nvPr/>
          </p:nvSpPr>
          <p:spPr>
            <a:xfrm>
              <a:off x="2829177" y="1751946"/>
              <a:ext cx="35752" cy="35752"/>
            </a:xfrm>
            <a:custGeom>
              <a:avLst/>
              <a:gdLst/>
              <a:ahLst/>
              <a:cxnLst/>
              <a:rect l="l" t="t" r="r" b="b"/>
              <a:pathLst>
                <a:path w="24530" h="24530" extrusionOk="0">
                  <a:moveTo>
                    <a:pt x="12265" y="0"/>
                  </a:moveTo>
                  <a:cubicBezTo>
                    <a:pt x="5502" y="0"/>
                    <a:pt x="1" y="5501"/>
                    <a:pt x="1" y="12265"/>
                  </a:cubicBezTo>
                  <a:cubicBezTo>
                    <a:pt x="1" y="19028"/>
                    <a:pt x="5502" y="24529"/>
                    <a:pt x="12265" y="24529"/>
                  </a:cubicBezTo>
                  <a:cubicBezTo>
                    <a:pt x="19028" y="24529"/>
                    <a:pt x="24530" y="19028"/>
                    <a:pt x="24530" y="12265"/>
                  </a:cubicBezTo>
                  <a:cubicBezTo>
                    <a:pt x="24530" y="5501"/>
                    <a:pt x="19028" y="0"/>
                    <a:pt x="12265" y="0"/>
                  </a:cubicBezTo>
                  <a:close/>
                </a:path>
              </a:pathLst>
            </a:custGeom>
            <a:solidFill>
              <a:srgbClr val="FF89A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5" name="Google Shape;3235;p45"/>
            <p:cNvSpPr/>
            <p:nvPr/>
          </p:nvSpPr>
          <p:spPr>
            <a:xfrm>
              <a:off x="2704987" y="1733029"/>
              <a:ext cx="52170" cy="52135"/>
            </a:xfrm>
            <a:custGeom>
              <a:avLst/>
              <a:gdLst/>
              <a:ahLst/>
              <a:cxnLst/>
              <a:rect l="l" t="t" r="r" b="b"/>
              <a:pathLst>
                <a:path w="35794" h="35770" extrusionOk="0">
                  <a:moveTo>
                    <a:pt x="17909" y="0"/>
                  </a:moveTo>
                  <a:cubicBezTo>
                    <a:pt x="8026" y="0"/>
                    <a:pt x="0" y="8002"/>
                    <a:pt x="0" y="17885"/>
                  </a:cubicBezTo>
                  <a:cubicBezTo>
                    <a:pt x="0" y="27768"/>
                    <a:pt x="8026" y="35770"/>
                    <a:pt x="17909" y="35770"/>
                  </a:cubicBezTo>
                  <a:cubicBezTo>
                    <a:pt x="27792" y="35770"/>
                    <a:pt x="35794" y="27768"/>
                    <a:pt x="35794" y="17885"/>
                  </a:cubicBezTo>
                  <a:cubicBezTo>
                    <a:pt x="35794" y="8002"/>
                    <a:pt x="27792" y="0"/>
                    <a:pt x="17909" y="0"/>
                  </a:cubicBezTo>
                  <a:close/>
                </a:path>
              </a:pathLst>
            </a:custGeom>
            <a:solidFill>
              <a:srgbClr val="00B2B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6" name="Google Shape;3236;p45"/>
            <p:cNvSpPr/>
            <p:nvPr/>
          </p:nvSpPr>
          <p:spPr>
            <a:xfrm>
              <a:off x="2705057" y="1733029"/>
              <a:ext cx="31482" cy="52135"/>
            </a:xfrm>
            <a:custGeom>
              <a:avLst/>
              <a:gdLst/>
              <a:ahLst/>
              <a:cxnLst/>
              <a:rect l="l" t="t" r="r" b="b"/>
              <a:pathLst>
                <a:path w="21600" h="35770" extrusionOk="0">
                  <a:moveTo>
                    <a:pt x="17885" y="0"/>
                  </a:moveTo>
                  <a:cubicBezTo>
                    <a:pt x="8002" y="0"/>
                    <a:pt x="0" y="8002"/>
                    <a:pt x="0" y="17885"/>
                  </a:cubicBezTo>
                  <a:cubicBezTo>
                    <a:pt x="0" y="27768"/>
                    <a:pt x="8002" y="35770"/>
                    <a:pt x="17885" y="35770"/>
                  </a:cubicBezTo>
                  <a:cubicBezTo>
                    <a:pt x="19171" y="35770"/>
                    <a:pt x="20409" y="35627"/>
                    <a:pt x="21600" y="35389"/>
                  </a:cubicBezTo>
                  <a:cubicBezTo>
                    <a:pt x="13503" y="33674"/>
                    <a:pt x="7430" y="26482"/>
                    <a:pt x="7430" y="17885"/>
                  </a:cubicBezTo>
                  <a:cubicBezTo>
                    <a:pt x="7430" y="9288"/>
                    <a:pt x="13503" y="2072"/>
                    <a:pt x="21600" y="382"/>
                  </a:cubicBezTo>
                  <a:cubicBezTo>
                    <a:pt x="20409" y="120"/>
                    <a:pt x="19171" y="0"/>
                    <a:pt x="17885" y="0"/>
                  </a:cubicBezTo>
                  <a:close/>
                </a:path>
              </a:pathLst>
            </a:custGeom>
            <a:solidFill>
              <a:srgbClr val="00A5C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7" name="Google Shape;3237;p45"/>
            <p:cNvSpPr/>
            <p:nvPr/>
          </p:nvSpPr>
          <p:spPr>
            <a:xfrm>
              <a:off x="2601344" y="1755971"/>
              <a:ext cx="94516" cy="94516"/>
            </a:xfrm>
            <a:custGeom>
              <a:avLst/>
              <a:gdLst/>
              <a:ahLst/>
              <a:cxnLst/>
              <a:rect l="l" t="t" r="r" b="b"/>
              <a:pathLst>
                <a:path w="64848" h="64848" extrusionOk="0">
                  <a:moveTo>
                    <a:pt x="32436" y="1"/>
                  </a:moveTo>
                  <a:cubicBezTo>
                    <a:pt x="14527" y="1"/>
                    <a:pt x="0" y="14528"/>
                    <a:pt x="0" y="32412"/>
                  </a:cubicBezTo>
                  <a:cubicBezTo>
                    <a:pt x="0" y="50321"/>
                    <a:pt x="14527" y="64847"/>
                    <a:pt x="32436" y="64847"/>
                  </a:cubicBezTo>
                  <a:cubicBezTo>
                    <a:pt x="50320" y="64847"/>
                    <a:pt x="64847" y="50321"/>
                    <a:pt x="64847" y="32412"/>
                  </a:cubicBezTo>
                  <a:cubicBezTo>
                    <a:pt x="64847" y="14528"/>
                    <a:pt x="50320" y="1"/>
                    <a:pt x="32436" y="1"/>
                  </a:cubicBezTo>
                  <a:close/>
                </a:path>
              </a:pathLst>
            </a:custGeom>
            <a:solidFill>
              <a:srgbClr val="00B2B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8" name="Google Shape;3238;p45"/>
            <p:cNvSpPr/>
            <p:nvPr/>
          </p:nvSpPr>
          <p:spPr>
            <a:xfrm>
              <a:off x="2601344" y="1764059"/>
              <a:ext cx="86463" cy="86463"/>
            </a:xfrm>
            <a:custGeom>
              <a:avLst/>
              <a:gdLst/>
              <a:ahLst/>
              <a:cxnLst/>
              <a:rect l="l" t="t" r="r" b="b"/>
              <a:pathLst>
                <a:path w="59323" h="59323" extrusionOk="0">
                  <a:moveTo>
                    <a:pt x="14337" y="1"/>
                  </a:moveTo>
                  <a:cubicBezTo>
                    <a:pt x="5692" y="5835"/>
                    <a:pt x="0" y="15670"/>
                    <a:pt x="0" y="26911"/>
                  </a:cubicBezTo>
                  <a:cubicBezTo>
                    <a:pt x="0" y="44819"/>
                    <a:pt x="14527" y="59322"/>
                    <a:pt x="32412" y="59322"/>
                  </a:cubicBezTo>
                  <a:cubicBezTo>
                    <a:pt x="43605" y="59322"/>
                    <a:pt x="53488" y="53630"/>
                    <a:pt x="59322" y="45010"/>
                  </a:cubicBezTo>
                  <a:lnTo>
                    <a:pt x="59322" y="45010"/>
                  </a:lnTo>
                  <a:cubicBezTo>
                    <a:pt x="54131" y="48463"/>
                    <a:pt x="47891" y="50511"/>
                    <a:pt x="41199" y="50511"/>
                  </a:cubicBezTo>
                  <a:cubicBezTo>
                    <a:pt x="23291" y="50511"/>
                    <a:pt x="8788" y="35984"/>
                    <a:pt x="8788" y="18099"/>
                  </a:cubicBezTo>
                  <a:cubicBezTo>
                    <a:pt x="8788" y="11384"/>
                    <a:pt x="10812" y="5144"/>
                    <a:pt x="14337" y="1"/>
                  </a:cubicBezTo>
                  <a:close/>
                </a:path>
              </a:pathLst>
            </a:custGeom>
            <a:solidFill>
              <a:srgbClr val="000000">
                <a:alpha val="84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9" name="Google Shape;3239;p45"/>
            <p:cNvSpPr/>
            <p:nvPr/>
          </p:nvSpPr>
          <p:spPr>
            <a:xfrm>
              <a:off x="2829142" y="1756076"/>
              <a:ext cx="37488" cy="31613"/>
            </a:xfrm>
            <a:custGeom>
              <a:avLst/>
              <a:gdLst/>
              <a:ahLst/>
              <a:cxnLst/>
              <a:rect l="l" t="t" r="r" b="b"/>
              <a:pathLst>
                <a:path w="25721" h="21690" extrusionOk="0">
                  <a:moveTo>
                    <a:pt x="20124" y="0"/>
                  </a:moveTo>
                  <a:lnTo>
                    <a:pt x="20124" y="0"/>
                  </a:lnTo>
                  <a:cubicBezTo>
                    <a:pt x="20291" y="3358"/>
                    <a:pt x="19100" y="6764"/>
                    <a:pt x="16552" y="9312"/>
                  </a:cubicBezTo>
                  <a:cubicBezTo>
                    <a:pt x="14160" y="11703"/>
                    <a:pt x="11024" y="12897"/>
                    <a:pt x="7884" y="12897"/>
                  </a:cubicBezTo>
                  <a:cubicBezTo>
                    <a:pt x="5083" y="12897"/>
                    <a:pt x="2280" y="11947"/>
                    <a:pt x="1" y="10050"/>
                  </a:cubicBezTo>
                  <a:lnTo>
                    <a:pt x="1" y="10050"/>
                  </a:lnTo>
                  <a:cubicBezTo>
                    <a:pt x="144" y="12979"/>
                    <a:pt x="1334" y="15861"/>
                    <a:pt x="3573" y="18099"/>
                  </a:cubicBezTo>
                  <a:cubicBezTo>
                    <a:pt x="5966" y="20492"/>
                    <a:pt x="9104" y="21689"/>
                    <a:pt x="12241" y="21689"/>
                  </a:cubicBezTo>
                  <a:cubicBezTo>
                    <a:pt x="15379" y="21689"/>
                    <a:pt x="18517" y="20492"/>
                    <a:pt x="20910" y="18099"/>
                  </a:cubicBezTo>
                  <a:cubicBezTo>
                    <a:pt x="25720" y="13289"/>
                    <a:pt x="25720" y="5525"/>
                    <a:pt x="20910" y="738"/>
                  </a:cubicBezTo>
                  <a:cubicBezTo>
                    <a:pt x="20672" y="477"/>
                    <a:pt x="20386" y="238"/>
                    <a:pt x="20124" y="0"/>
                  </a:cubicBezTo>
                  <a:close/>
                </a:path>
              </a:pathLst>
            </a:custGeom>
            <a:solidFill>
              <a:srgbClr val="EB6DA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0" name="Google Shape;3240;p45"/>
            <p:cNvSpPr/>
            <p:nvPr/>
          </p:nvSpPr>
          <p:spPr>
            <a:xfrm>
              <a:off x="2766353" y="1755971"/>
              <a:ext cx="94516" cy="94516"/>
            </a:xfrm>
            <a:custGeom>
              <a:avLst/>
              <a:gdLst/>
              <a:ahLst/>
              <a:cxnLst/>
              <a:rect l="l" t="t" r="r" b="b"/>
              <a:pathLst>
                <a:path w="64848" h="64848" extrusionOk="0">
                  <a:moveTo>
                    <a:pt x="32412" y="1"/>
                  </a:moveTo>
                  <a:cubicBezTo>
                    <a:pt x="14503" y="1"/>
                    <a:pt x="0" y="14528"/>
                    <a:pt x="0" y="32412"/>
                  </a:cubicBezTo>
                  <a:cubicBezTo>
                    <a:pt x="0" y="50321"/>
                    <a:pt x="14503" y="64847"/>
                    <a:pt x="32412" y="64847"/>
                  </a:cubicBezTo>
                  <a:cubicBezTo>
                    <a:pt x="50320" y="64847"/>
                    <a:pt x="64847" y="50321"/>
                    <a:pt x="64847" y="32412"/>
                  </a:cubicBezTo>
                  <a:cubicBezTo>
                    <a:pt x="64847" y="14528"/>
                    <a:pt x="50320" y="1"/>
                    <a:pt x="32412" y="1"/>
                  </a:cubicBezTo>
                  <a:close/>
                </a:path>
              </a:pathLst>
            </a:custGeom>
            <a:solidFill>
              <a:srgbClr val="00B2B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1" name="Google Shape;3241;p45"/>
            <p:cNvSpPr/>
            <p:nvPr/>
          </p:nvSpPr>
          <p:spPr>
            <a:xfrm>
              <a:off x="2774371" y="1764059"/>
              <a:ext cx="86463" cy="86463"/>
            </a:xfrm>
            <a:custGeom>
              <a:avLst/>
              <a:gdLst/>
              <a:ahLst/>
              <a:cxnLst/>
              <a:rect l="l" t="t" r="r" b="b"/>
              <a:pathLst>
                <a:path w="59323" h="59323" extrusionOk="0">
                  <a:moveTo>
                    <a:pt x="45010" y="1"/>
                  </a:moveTo>
                  <a:lnTo>
                    <a:pt x="45010" y="1"/>
                  </a:lnTo>
                  <a:cubicBezTo>
                    <a:pt x="48534" y="5144"/>
                    <a:pt x="50559" y="11384"/>
                    <a:pt x="50559" y="18099"/>
                  </a:cubicBezTo>
                  <a:cubicBezTo>
                    <a:pt x="50559" y="35984"/>
                    <a:pt x="36056" y="50511"/>
                    <a:pt x="18123" y="50511"/>
                  </a:cubicBezTo>
                  <a:cubicBezTo>
                    <a:pt x="11432" y="50511"/>
                    <a:pt x="5216" y="48463"/>
                    <a:pt x="1" y="45010"/>
                  </a:cubicBezTo>
                  <a:lnTo>
                    <a:pt x="1" y="45010"/>
                  </a:lnTo>
                  <a:cubicBezTo>
                    <a:pt x="5835" y="53630"/>
                    <a:pt x="15718" y="59322"/>
                    <a:pt x="26911" y="59322"/>
                  </a:cubicBezTo>
                  <a:cubicBezTo>
                    <a:pt x="44796" y="59322"/>
                    <a:pt x="59322" y="44819"/>
                    <a:pt x="59322" y="26911"/>
                  </a:cubicBezTo>
                  <a:cubicBezTo>
                    <a:pt x="59322" y="15670"/>
                    <a:pt x="53655" y="5835"/>
                    <a:pt x="45010" y="1"/>
                  </a:cubicBezTo>
                  <a:close/>
                </a:path>
              </a:pathLst>
            </a:custGeom>
            <a:solidFill>
              <a:srgbClr val="00A5C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2" name="Google Shape;3242;p45"/>
            <p:cNvSpPr/>
            <p:nvPr/>
          </p:nvSpPr>
          <p:spPr>
            <a:xfrm>
              <a:off x="2607035" y="1964403"/>
              <a:ext cx="70463" cy="86829"/>
            </a:xfrm>
            <a:custGeom>
              <a:avLst/>
              <a:gdLst/>
              <a:ahLst/>
              <a:cxnLst/>
              <a:rect l="l" t="t" r="r" b="b"/>
              <a:pathLst>
                <a:path w="48345" h="59574" extrusionOk="0">
                  <a:moveTo>
                    <a:pt x="19029" y="0"/>
                  </a:moveTo>
                  <a:lnTo>
                    <a:pt x="1501" y="47724"/>
                  </a:lnTo>
                  <a:cubicBezTo>
                    <a:pt x="1" y="51772"/>
                    <a:pt x="1668" y="56297"/>
                    <a:pt x="5431" y="58440"/>
                  </a:cubicBezTo>
                  <a:cubicBezTo>
                    <a:pt x="6780" y="59205"/>
                    <a:pt x="8263" y="59573"/>
                    <a:pt x="9733" y="59573"/>
                  </a:cubicBezTo>
                  <a:cubicBezTo>
                    <a:pt x="12337" y="59573"/>
                    <a:pt x="14904" y="58419"/>
                    <a:pt x="16623" y="56273"/>
                  </a:cubicBezTo>
                  <a:lnTo>
                    <a:pt x="48344" y="16551"/>
                  </a:lnTo>
                  <a:lnTo>
                    <a:pt x="19029" y="0"/>
                  </a:lnTo>
                  <a:close/>
                </a:path>
              </a:pathLst>
            </a:custGeom>
            <a:solidFill>
              <a:srgbClr val="00B2B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3" name="Google Shape;3243;p45"/>
            <p:cNvSpPr/>
            <p:nvPr/>
          </p:nvSpPr>
          <p:spPr>
            <a:xfrm>
              <a:off x="2607035" y="1964368"/>
              <a:ext cx="38356" cy="86819"/>
            </a:xfrm>
            <a:custGeom>
              <a:avLst/>
              <a:gdLst/>
              <a:ahLst/>
              <a:cxnLst/>
              <a:rect l="l" t="t" r="r" b="b"/>
              <a:pathLst>
                <a:path w="26316" h="59567" extrusionOk="0">
                  <a:moveTo>
                    <a:pt x="19029" y="0"/>
                  </a:moveTo>
                  <a:lnTo>
                    <a:pt x="1501" y="47724"/>
                  </a:lnTo>
                  <a:cubicBezTo>
                    <a:pt x="1" y="51773"/>
                    <a:pt x="1668" y="56297"/>
                    <a:pt x="5431" y="58441"/>
                  </a:cubicBezTo>
                  <a:cubicBezTo>
                    <a:pt x="6769" y="59202"/>
                    <a:pt x="8231" y="59567"/>
                    <a:pt x="9686" y="59567"/>
                  </a:cubicBezTo>
                  <a:cubicBezTo>
                    <a:pt x="11233" y="59567"/>
                    <a:pt x="12772" y="59155"/>
                    <a:pt x="14147" y="58369"/>
                  </a:cubicBezTo>
                  <a:cubicBezTo>
                    <a:pt x="10456" y="56297"/>
                    <a:pt x="8812" y="51796"/>
                    <a:pt x="10289" y="47748"/>
                  </a:cubicBezTo>
                  <a:lnTo>
                    <a:pt x="26316" y="4096"/>
                  </a:lnTo>
                  <a:lnTo>
                    <a:pt x="19029" y="0"/>
                  </a:lnTo>
                  <a:close/>
                </a:path>
              </a:pathLst>
            </a:custGeom>
            <a:solidFill>
              <a:srgbClr val="000000">
                <a:alpha val="84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4" name="Google Shape;3244;p45"/>
            <p:cNvSpPr/>
            <p:nvPr/>
          </p:nvSpPr>
          <p:spPr>
            <a:xfrm>
              <a:off x="2784680" y="1964403"/>
              <a:ext cx="70426" cy="86829"/>
            </a:xfrm>
            <a:custGeom>
              <a:avLst/>
              <a:gdLst/>
              <a:ahLst/>
              <a:cxnLst/>
              <a:rect l="l" t="t" r="r" b="b"/>
              <a:pathLst>
                <a:path w="48320" h="59574" extrusionOk="0">
                  <a:moveTo>
                    <a:pt x="29316" y="0"/>
                  </a:moveTo>
                  <a:lnTo>
                    <a:pt x="0" y="16551"/>
                  </a:lnTo>
                  <a:lnTo>
                    <a:pt x="31721" y="56273"/>
                  </a:lnTo>
                  <a:cubicBezTo>
                    <a:pt x="33441" y="58419"/>
                    <a:pt x="36007" y="59573"/>
                    <a:pt x="38612" y="59573"/>
                  </a:cubicBezTo>
                  <a:cubicBezTo>
                    <a:pt x="40082" y="59573"/>
                    <a:pt x="41565" y="59205"/>
                    <a:pt x="42914" y="58440"/>
                  </a:cubicBezTo>
                  <a:cubicBezTo>
                    <a:pt x="46677" y="56297"/>
                    <a:pt x="48320" y="51772"/>
                    <a:pt x="46844" y="47724"/>
                  </a:cubicBezTo>
                  <a:lnTo>
                    <a:pt x="29316" y="0"/>
                  </a:lnTo>
                  <a:close/>
                </a:path>
              </a:pathLst>
            </a:custGeom>
            <a:solidFill>
              <a:srgbClr val="00B2B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5" name="Google Shape;3245;p45"/>
            <p:cNvSpPr/>
            <p:nvPr/>
          </p:nvSpPr>
          <p:spPr>
            <a:xfrm>
              <a:off x="2784645" y="1964403"/>
              <a:ext cx="64908" cy="86829"/>
            </a:xfrm>
            <a:custGeom>
              <a:avLst/>
              <a:gdLst/>
              <a:ahLst/>
              <a:cxnLst/>
              <a:rect l="l" t="t" r="r" b="b"/>
              <a:pathLst>
                <a:path w="44534" h="59574" extrusionOk="0">
                  <a:moveTo>
                    <a:pt x="29364" y="0"/>
                  </a:moveTo>
                  <a:lnTo>
                    <a:pt x="1" y="16551"/>
                  </a:lnTo>
                  <a:lnTo>
                    <a:pt x="31745" y="56273"/>
                  </a:lnTo>
                  <a:cubicBezTo>
                    <a:pt x="33480" y="58419"/>
                    <a:pt x="36033" y="59573"/>
                    <a:pt x="38631" y="59573"/>
                  </a:cubicBezTo>
                  <a:cubicBezTo>
                    <a:pt x="40098" y="59573"/>
                    <a:pt x="41580" y="59205"/>
                    <a:pt x="42938" y="58440"/>
                  </a:cubicBezTo>
                  <a:cubicBezTo>
                    <a:pt x="43534" y="58107"/>
                    <a:pt x="44057" y="57702"/>
                    <a:pt x="44534" y="57274"/>
                  </a:cubicBezTo>
                  <a:cubicBezTo>
                    <a:pt x="44177" y="56940"/>
                    <a:pt x="43891" y="56631"/>
                    <a:pt x="43581" y="56273"/>
                  </a:cubicBezTo>
                  <a:lnTo>
                    <a:pt x="11860" y="16551"/>
                  </a:lnTo>
                  <a:lnTo>
                    <a:pt x="31388" y="5549"/>
                  </a:lnTo>
                  <a:lnTo>
                    <a:pt x="29364" y="0"/>
                  </a:lnTo>
                  <a:close/>
                </a:path>
              </a:pathLst>
            </a:custGeom>
            <a:solidFill>
              <a:srgbClr val="00A5C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6" name="Google Shape;3246;p45"/>
            <p:cNvSpPr/>
            <p:nvPr/>
          </p:nvSpPr>
          <p:spPr>
            <a:xfrm>
              <a:off x="2592111" y="1750210"/>
              <a:ext cx="277922" cy="277954"/>
            </a:xfrm>
            <a:custGeom>
              <a:avLst/>
              <a:gdLst/>
              <a:ahLst/>
              <a:cxnLst/>
              <a:rect l="l" t="t" r="r" b="b"/>
              <a:pathLst>
                <a:path w="190684" h="190706" extrusionOk="0">
                  <a:moveTo>
                    <a:pt x="95354" y="1"/>
                  </a:moveTo>
                  <a:cubicBezTo>
                    <a:pt x="42700" y="1"/>
                    <a:pt x="1" y="42700"/>
                    <a:pt x="1" y="95353"/>
                  </a:cubicBezTo>
                  <a:cubicBezTo>
                    <a:pt x="1" y="148007"/>
                    <a:pt x="42700" y="190706"/>
                    <a:pt x="95354" y="190706"/>
                  </a:cubicBezTo>
                  <a:cubicBezTo>
                    <a:pt x="148008" y="190706"/>
                    <a:pt x="190683" y="148007"/>
                    <a:pt x="190683" y="95353"/>
                  </a:cubicBezTo>
                  <a:cubicBezTo>
                    <a:pt x="190683" y="42700"/>
                    <a:pt x="148008" y="1"/>
                    <a:pt x="95354" y="1"/>
                  </a:cubicBezTo>
                  <a:close/>
                </a:path>
              </a:pathLst>
            </a:custGeom>
            <a:solidFill>
              <a:srgbClr val="FF89A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7" name="Google Shape;3247;p45"/>
            <p:cNvSpPr/>
            <p:nvPr/>
          </p:nvSpPr>
          <p:spPr>
            <a:xfrm>
              <a:off x="2592145" y="1750210"/>
              <a:ext cx="146024" cy="277920"/>
            </a:xfrm>
            <a:custGeom>
              <a:avLst/>
              <a:gdLst/>
              <a:ahLst/>
              <a:cxnLst/>
              <a:rect l="l" t="t" r="r" b="b"/>
              <a:pathLst>
                <a:path w="100188" h="190683" extrusionOk="0">
                  <a:moveTo>
                    <a:pt x="95354" y="1"/>
                  </a:moveTo>
                  <a:cubicBezTo>
                    <a:pt x="42700" y="1"/>
                    <a:pt x="1" y="42676"/>
                    <a:pt x="1" y="95353"/>
                  </a:cubicBezTo>
                  <a:cubicBezTo>
                    <a:pt x="1" y="148007"/>
                    <a:pt x="42700" y="190682"/>
                    <a:pt x="95354" y="190682"/>
                  </a:cubicBezTo>
                  <a:cubicBezTo>
                    <a:pt x="96949" y="190682"/>
                    <a:pt x="98593" y="190658"/>
                    <a:pt x="100188" y="190563"/>
                  </a:cubicBezTo>
                  <a:cubicBezTo>
                    <a:pt x="49749" y="188063"/>
                    <a:pt x="9645" y="146387"/>
                    <a:pt x="9645" y="95353"/>
                  </a:cubicBezTo>
                  <a:cubicBezTo>
                    <a:pt x="9645" y="44295"/>
                    <a:pt x="49749" y="2620"/>
                    <a:pt x="100188" y="120"/>
                  </a:cubicBezTo>
                  <a:cubicBezTo>
                    <a:pt x="98569" y="24"/>
                    <a:pt x="96949" y="1"/>
                    <a:pt x="95354" y="1"/>
                  </a:cubicBezTo>
                  <a:close/>
                </a:path>
              </a:pathLst>
            </a:custGeom>
            <a:solidFill>
              <a:srgbClr val="000000">
                <a:alpha val="84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8" name="Google Shape;3248;p45"/>
            <p:cNvSpPr/>
            <p:nvPr/>
          </p:nvSpPr>
          <p:spPr>
            <a:xfrm>
              <a:off x="2620608" y="1778707"/>
              <a:ext cx="220928" cy="220926"/>
            </a:xfrm>
            <a:custGeom>
              <a:avLst/>
              <a:gdLst/>
              <a:ahLst/>
              <a:cxnLst/>
              <a:rect l="l" t="t" r="r" b="b"/>
              <a:pathLst>
                <a:path w="151580" h="151579" extrusionOk="0">
                  <a:moveTo>
                    <a:pt x="75802" y="0"/>
                  </a:moveTo>
                  <a:cubicBezTo>
                    <a:pt x="33936" y="0"/>
                    <a:pt x="0" y="33936"/>
                    <a:pt x="0" y="75801"/>
                  </a:cubicBezTo>
                  <a:cubicBezTo>
                    <a:pt x="0" y="117643"/>
                    <a:pt x="33936" y="151579"/>
                    <a:pt x="75802" y="151579"/>
                  </a:cubicBezTo>
                  <a:cubicBezTo>
                    <a:pt x="117644" y="151579"/>
                    <a:pt x="151580" y="117643"/>
                    <a:pt x="151580" y="75801"/>
                  </a:cubicBezTo>
                  <a:cubicBezTo>
                    <a:pt x="151580" y="33936"/>
                    <a:pt x="117644" y="0"/>
                    <a:pt x="75802" y="0"/>
                  </a:cubicBezTo>
                  <a:close/>
                </a:path>
              </a:pathLst>
            </a:custGeom>
            <a:solidFill>
              <a:srgbClr val="EFEDE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9" name="Google Shape;3249;p45"/>
            <p:cNvSpPr/>
            <p:nvPr/>
          </p:nvSpPr>
          <p:spPr>
            <a:xfrm>
              <a:off x="2620608" y="1778707"/>
              <a:ext cx="118812" cy="220926"/>
            </a:xfrm>
            <a:custGeom>
              <a:avLst/>
              <a:gdLst/>
              <a:ahLst/>
              <a:cxnLst/>
              <a:rect l="l" t="t" r="r" b="b"/>
              <a:pathLst>
                <a:path w="81518" h="151579" extrusionOk="0">
                  <a:moveTo>
                    <a:pt x="75802" y="0"/>
                  </a:moveTo>
                  <a:cubicBezTo>
                    <a:pt x="33936" y="0"/>
                    <a:pt x="0" y="33936"/>
                    <a:pt x="0" y="75801"/>
                  </a:cubicBezTo>
                  <a:cubicBezTo>
                    <a:pt x="0" y="117643"/>
                    <a:pt x="33936" y="151579"/>
                    <a:pt x="75802" y="151579"/>
                  </a:cubicBezTo>
                  <a:cubicBezTo>
                    <a:pt x="77731" y="151579"/>
                    <a:pt x="79636" y="151531"/>
                    <a:pt x="81517" y="151364"/>
                  </a:cubicBezTo>
                  <a:cubicBezTo>
                    <a:pt x="42343" y="148459"/>
                    <a:pt x="11431" y="115738"/>
                    <a:pt x="11431" y="75801"/>
                  </a:cubicBezTo>
                  <a:cubicBezTo>
                    <a:pt x="11431" y="35841"/>
                    <a:pt x="42343" y="3144"/>
                    <a:pt x="81517" y="215"/>
                  </a:cubicBezTo>
                  <a:cubicBezTo>
                    <a:pt x="79636" y="72"/>
                    <a:pt x="77731" y="0"/>
                    <a:pt x="75802" y="0"/>
                  </a:cubicBezTo>
                  <a:close/>
                </a:path>
              </a:pathLst>
            </a:custGeom>
            <a:solidFill>
              <a:srgbClr val="000000">
                <a:alpha val="84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0" name="Google Shape;3250;p45"/>
            <p:cNvSpPr/>
            <p:nvPr/>
          </p:nvSpPr>
          <p:spPr>
            <a:xfrm>
              <a:off x="2719668" y="1820957"/>
              <a:ext cx="22875" cy="21408"/>
            </a:xfrm>
            <a:custGeom>
              <a:avLst/>
              <a:gdLst/>
              <a:ahLst/>
              <a:cxnLst/>
              <a:rect l="l" t="t" r="r" b="b"/>
              <a:pathLst>
                <a:path w="15695" h="14688" extrusionOk="0">
                  <a:moveTo>
                    <a:pt x="7845" y="0"/>
                  </a:moveTo>
                  <a:cubicBezTo>
                    <a:pt x="7056" y="0"/>
                    <a:pt x="6264" y="411"/>
                    <a:pt x="5859" y="1233"/>
                  </a:cubicBezTo>
                  <a:lnTo>
                    <a:pt x="739" y="11473"/>
                  </a:lnTo>
                  <a:cubicBezTo>
                    <a:pt x="1" y="12925"/>
                    <a:pt x="1073" y="14688"/>
                    <a:pt x="2740" y="14688"/>
                  </a:cubicBezTo>
                  <a:lnTo>
                    <a:pt x="12980" y="14688"/>
                  </a:lnTo>
                  <a:cubicBezTo>
                    <a:pt x="14623" y="14688"/>
                    <a:pt x="15695" y="12949"/>
                    <a:pt x="14933" y="11473"/>
                  </a:cubicBezTo>
                  <a:lnTo>
                    <a:pt x="9813" y="1233"/>
                  </a:lnTo>
                  <a:cubicBezTo>
                    <a:pt x="9420" y="411"/>
                    <a:pt x="8634" y="0"/>
                    <a:pt x="7845" y="0"/>
                  </a:cubicBezTo>
                  <a:close/>
                </a:path>
              </a:pathLst>
            </a:custGeom>
            <a:solidFill>
              <a:srgbClr val="00B2B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1" name="Google Shape;3251;p45"/>
            <p:cNvSpPr/>
            <p:nvPr/>
          </p:nvSpPr>
          <p:spPr>
            <a:xfrm>
              <a:off x="2770519" y="1878498"/>
              <a:ext cx="22007" cy="21399"/>
            </a:xfrm>
            <a:custGeom>
              <a:avLst/>
              <a:gdLst/>
              <a:ahLst/>
              <a:cxnLst/>
              <a:rect l="l" t="t" r="r" b="b"/>
              <a:pathLst>
                <a:path w="15099" h="14682" extrusionOk="0">
                  <a:moveTo>
                    <a:pt x="2232" y="0"/>
                  </a:moveTo>
                  <a:cubicBezTo>
                    <a:pt x="1072" y="0"/>
                    <a:pt x="0" y="938"/>
                    <a:pt x="0" y="2238"/>
                  </a:cubicBezTo>
                  <a:lnTo>
                    <a:pt x="0" y="12478"/>
                  </a:lnTo>
                  <a:cubicBezTo>
                    <a:pt x="0" y="13751"/>
                    <a:pt x="1058" y="14681"/>
                    <a:pt x="2210" y="14681"/>
                  </a:cubicBezTo>
                  <a:cubicBezTo>
                    <a:pt x="2545" y="14681"/>
                    <a:pt x="2888" y="14603"/>
                    <a:pt x="3215" y="14431"/>
                  </a:cubicBezTo>
                  <a:lnTo>
                    <a:pt x="13455" y="9311"/>
                  </a:lnTo>
                  <a:cubicBezTo>
                    <a:pt x="15099" y="8525"/>
                    <a:pt x="15099" y="6167"/>
                    <a:pt x="13455" y="5358"/>
                  </a:cubicBezTo>
                  <a:lnTo>
                    <a:pt x="3215" y="238"/>
                  </a:lnTo>
                  <a:cubicBezTo>
                    <a:pt x="2895" y="75"/>
                    <a:pt x="2560" y="0"/>
                    <a:pt x="2232" y="0"/>
                  </a:cubicBezTo>
                  <a:close/>
                </a:path>
              </a:pathLst>
            </a:custGeom>
            <a:solidFill>
              <a:srgbClr val="00B2B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2" name="Google Shape;3252;p45"/>
            <p:cNvSpPr/>
            <p:nvPr/>
          </p:nvSpPr>
          <p:spPr>
            <a:xfrm>
              <a:off x="2718419" y="1876518"/>
              <a:ext cx="25340" cy="25339"/>
            </a:xfrm>
            <a:custGeom>
              <a:avLst/>
              <a:gdLst/>
              <a:ahLst/>
              <a:cxnLst/>
              <a:rect l="l" t="t" r="r" b="b"/>
              <a:pathLst>
                <a:path w="17386" h="17385" extrusionOk="0">
                  <a:moveTo>
                    <a:pt x="8693" y="0"/>
                  </a:moveTo>
                  <a:cubicBezTo>
                    <a:pt x="3882" y="0"/>
                    <a:pt x="1" y="3882"/>
                    <a:pt x="1" y="8692"/>
                  </a:cubicBezTo>
                  <a:cubicBezTo>
                    <a:pt x="1" y="13479"/>
                    <a:pt x="3882" y="17385"/>
                    <a:pt x="8693" y="17385"/>
                  </a:cubicBezTo>
                  <a:cubicBezTo>
                    <a:pt x="13480" y="17385"/>
                    <a:pt x="17385" y="13479"/>
                    <a:pt x="17385" y="8692"/>
                  </a:cubicBezTo>
                  <a:cubicBezTo>
                    <a:pt x="17385" y="3882"/>
                    <a:pt x="13480" y="0"/>
                    <a:pt x="8693" y="0"/>
                  </a:cubicBezTo>
                  <a:close/>
                </a:path>
              </a:pathLst>
            </a:custGeom>
            <a:solidFill>
              <a:srgbClr val="FF89A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3" name="Google Shape;3253;p45"/>
            <p:cNvSpPr/>
            <p:nvPr/>
          </p:nvSpPr>
          <p:spPr>
            <a:xfrm>
              <a:off x="2615887" y="1774159"/>
              <a:ext cx="230473" cy="230472"/>
            </a:xfrm>
            <a:custGeom>
              <a:avLst/>
              <a:gdLst/>
              <a:ahLst/>
              <a:cxnLst/>
              <a:rect l="l" t="t" r="r" b="b"/>
              <a:pathLst>
                <a:path w="158129" h="158128" extrusionOk="0">
                  <a:moveTo>
                    <a:pt x="79065" y="1"/>
                  </a:moveTo>
                  <a:cubicBezTo>
                    <a:pt x="57441" y="1"/>
                    <a:pt x="37842" y="8717"/>
                    <a:pt x="23553" y="22838"/>
                  </a:cubicBezTo>
                  <a:lnTo>
                    <a:pt x="22839" y="23553"/>
                  </a:lnTo>
                  <a:cubicBezTo>
                    <a:pt x="8717" y="37842"/>
                    <a:pt x="1" y="57465"/>
                    <a:pt x="1" y="79064"/>
                  </a:cubicBezTo>
                  <a:cubicBezTo>
                    <a:pt x="1" y="100664"/>
                    <a:pt x="8717" y="120287"/>
                    <a:pt x="22839" y="134575"/>
                  </a:cubicBezTo>
                  <a:cubicBezTo>
                    <a:pt x="23077" y="134814"/>
                    <a:pt x="23244" y="135099"/>
                    <a:pt x="23553" y="135290"/>
                  </a:cubicBezTo>
                  <a:cubicBezTo>
                    <a:pt x="37842" y="149412"/>
                    <a:pt x="57441" y="158128"/>
                    <a:pt x="79065" y="158128"/>
                  </a:cubicBezTo>
                  <a:cubicBezTo>
                    <a:pt x="100688" y="158128"/>
                    <a:pt x="120288" y="149412"/>
                    <a:pt x="134576" y="135290"/>
                  </a:cubicBezTo>
                  <a:lnTo>
                    <a:pt x="135291" y="134575"/>
                  </a:lnTo>
                  <a:cubicBezTo>
                    <a:pt x="149413" y="120287"/>
                    <a:pt x="158129" y="100664"/>
                    <a:pt x="158129" y="79064"/>
                  </a:cubicBezTo>
                  <a:cubicBezTo>
                    <a:pt x="158129" y="58012"/>
                    <a:pt x="149675" y="38080"/>
                    <a:pt x="135219" y="23434"/>
                  </a:cubicBezTo>
                  <a:cubicBezTo>
                    <a:pt x="135029" y="23243"/>
                    <a:pt x="134886" y="23077"/>
                    <a:pt x="134695" y="22934"/>
                  </a:cubicBezTo>
                  <a:cubicBezTo>
                    <a:pt x="129885" y="18123"/>
                    <a:pt x="124408" y="13932"/>
                    <a:pt x="118382" y="10455"/>
                  </a:cubicBezTo>
                  <a:cubicBezTo>
                    <a:pt x="117836" y="10139"/>
                    <a:pt x="117224" y="9981"/>
                    <a:pt x="116618" y="9981"/>
                  </a:cubicBezTo>
                  <a:cubicBezTo>
                    <a:pt x="115718" y="9981"/>
                    <a:pt x="114831" y="10329"/>
                    <a:pt x="114191" y="11027"/>
                  </a:cubicBezTo>
                  <a:cubicBezTo>
                    <a:pt x="112738" y="12646"/>
                    <a:pt x="113215" y="15075"/>
                    <a:pt x="115001" y="16099"/>
                  </a:cubicBezTo>
                  <a:cubicBezTo>
                    <a:pt x="119692" y="18790"/>
                    <a:pt x="124026" y="21957"/>
                    <a:pt x="127908" y="25530"/>
                  </a:cubicBezTo>
                  <a:lnTo>
                    <a:pt x="121169" y="32293"/>
                  </a:lnTo>
                  <a:cubicBezTo>
                    <a:pt x="120169" y="33269"/>
                    <a:pt x="119811" y="34769"/>
                    <a:pt x="120383" y="36055"/>
                  </a:cubicBezTo>
                  <a:cubicBezTo>
                    <a:pt x="120945" y="37335"/>
                    <a:pt x="122163" y="37992"/>
                    <a:pt x="123386" y="37992"/>
                  </a:cubicBezTo>
                  <a:cubicBezTo>
                    <a:pt x="124233" y="37992"/>
                    <a:pt x="125083" y="37676"/>
                    <a:pt x="125717" y="37032"/>
                  </a:cubicBezTo>
                  <a:lnTo>
                    <a:pt x="132552" y="30173"/>
                  </a:lnTo>
                  <a:cubicBezTo>
                    <a:pt x="143840" y="42557"/>
                    <a:pt x="150651" y="58679"/>
                    <a:pt x="151461" y="75730"/>
                  </a:cubicBezTo>
                  <a:lnTo>
                    <a:pt x="141911" y="75730"/>
                  </a:lnTo>
                  <a:cubicBezTo>
                    <a:pt x="140220" y="75730"/>
                    <a:pt x="138720" y="76945"/>
                    <a:pt x="138506" y="78612"/>
                  </a:cubicBezTo>
                  <a:cubicBezTo>
                    <a:pt x="138268" y="80612"/>
                    <a:pt x="139815" y="82327"/>
                    <a:pt x="141792" y="82327"/>
                  </a:cubicBezTo>
                  <a:lnTo>
                    <a:pt x="151461" y="82327"/>
                  </a:lnTo>
                  <a:cubicBezTo>
                    <a:pt x="150699" y="99830"/>
                    <a:pt x="143673" y="115762"/>
                    <a:pt x="132552" y="127884"/>
                  </a:cubicBezTo>
                  <a:lnTo>
                    <a:pt x="125741" y="121073"/>
                  </a:lnTo>
                  <a:cubicBezTo>
                    <a:pt x="125098" y="120430"/>
                    <a:pt x="124259" y="120108"/>
                    <a:pt x="123416" y="120108"/>
                  </a:cubicBezTo>
                  <a:cubicBezTo>
                    <a:pt x="122574" y="120108"/>
                    <a:pt x="121728" y="120430"/>
                    <a:pt x="121073" y="121073"/>
                  </a:cubicBezTo>
                  <a:cubicBezTo>
                    <a:pt x="119788" y="122335"/>
                    <a:pt x="119788" y="124431"/>
                    <a:pt x="121073" y="125740"/>
                  </a:cubicBezTo>
                  <a:lnTo>
                    <a:pt x="127884" y="132551"/>
                  </a:lnTo>
                  <a:cubicBezTo>
                    <a:pt x="115739" y="143649"/>
                    <a:pt x="99855" y="150650"/>
                    <a:pt x="82351" y="151460"/>
                  </a:cubicBezTo>
                  <a:lnTo>
                    <a:pt x="82351" y="141910"/>
                  </a:lnTo>
                  <a:cubicBezTo>
                    <a:pt x="82351" y="140196"/>
                    <a:pt x="81113" y="138719"/>
                    <a:pt x="79446" y="138505"/>
                  </a:cubicBezTo>
                  <a:cubicBezTo>
                    <a:pt x="79310" y="138489"/>
                    <a:pt x="79176" y="138481"/>
                    <a:pt x="79044" y="138481"/>
                  </a:cubicBezTo>
                  <a:cubicBezTo>
                    <a:pt x="77239" y="138481"/>
                    <a:pt x="75731" y="139950"/>
                    <a:pt x="75731" y="141791"/>
                  </a:cubicBezTo>
                  <a:lnTo>
                    <a:pt x="75731" y="151460"/>
                  </a:lnTo>
                  <a:cubicBezTo>
                    <a:pt x="58227" y="150674"/>
                    <a:pt x="42343" y="143649"/>
                    <a:pt x="30197" y="132551"/>
                  </a:cubicBezTo>
                  <a:lnTo>
                    <a:pt x="36913" y="125836"/>
                  </a:lnTo>
                  <a:cubicBezTo>
                    <a:pt x="38104" y="124645"/>
                    <a:pt x="38318" y="122692"/>
                    <a:pt x="37270" y="121382"/>
                  </a:cubicBezTo>
                  <a:cubicBezTo>
                    <a:pt x="36609" y="120543"/>
                    <a:pt x="35642" y="120118"/>
                    <a:pt x="34674" y="120118"/>
                  </a:cubicBezTo>
                  <a:cubicBezTo>
                    <a:pt x="33830" y="120118"/>
                    <a:pt x="32984" y="120442"/>
                    <a:pt x="32341" y="121097"/>
                  </a:cubicBezTo>
                  <a:lnTo>
                    <a:pt x="25506" y="127907"/>
                  </a:lnTo>
                  <a:cubicBezTo>
                    <a:pt x="14408" y="115762"/>
                    <a:pt x="7407" y="99878"/>
                    <a:pt x="6621" y="82374"/>
                  </a:cubicBezTo>
                  <a:lnTo>
                    <a:pt x="16171" y="82374"/>
                  </a:lnTo>
                  <a:cubicBezTo>
                    <a:pt x="17862" y="82374"/>
                    <a:pt x="19362" y="81136"/>
                    <a:pt x="19552" y="79469"/>
                  </a:cubicBezTo>
                  <a:cubicBezTo>
                    <a:pt x="19790" y="77492"/>
                    <a:pt x="18243" y="75754"/>
                    <a:pt x="16290" y="75754"/>
                  </a:cubicBezTo>
                  <a:lnTo>
                    <a:pt x="6621" y="75754"/>
                  </a:lnTo>
                  <a:cubicBezTo>
                    <a:pt x="7383" y="58250"/>
                    <a:pt x="14408" y="42366"/>
                    <a:pt x="25506" y="30221"/>
                  </a:cubicBezTo>
                  <a:lnTo>
                    <a:pt x="32341" y="37032"/>
                  </a:lnTo>
                  <a:cubicBezTo>
                    <a:pt x="32966" y="37657"/>
                    <a:pt x="33821" y="37979"/>
                    <a:pt x="34681" y="37979"/>
                  </a:cubicBezTo>
                  <a:cubicBezTo>
                    <a:pt x="35524" y="37979"/>
                    <a:pt x="36371" y="37669"/>
                    <a:pt x="37008" y="37032"/>
                  </a:cubicBezTo>
                  <a:cubicBezTo>
                    <a:pt x="38294" y="35746"/>
                    <a:pt x="38294" y="33674"/>
                    <a:pt x="37008" y="32364"/>
                  </a:cubicBezTo>
                  <a:lnTo>
                    <a:pt x="30197" y="25530"/>
                  </a:lnTo>
                  <a:cubicBezTo>
                    <a:pt x="42343" y="14432"/>
                    <a:pt x="58227" y="7431"/>
                    <a:pt x="75731" y="6645"/>
                  </a:cubicBezTo>
                  <a:lnTo>
                    <a:pt x="75731" y="16194"/>
                  </a:lnTo>
                  <a:cubicBezTo>
                    <a:pt x="75731" y="17885"/>
                    <a:pt x="76945" y="19385"/>
                    <a:pt x="78612" y="19576"/>
                  </a:cubicBezTo>
                  <a:cubicBezTo>
                    <a:pt x="78759" y="19595"/>
                    <a:pt x="78905" y="19605"/>
                    <a:pt x="79049" y="19605"/>
                  </a:cubicBezTo>
                  <a:cubicBezTo>
                    <a:pt x="80859" y="19605"/>
                    <a:pt x="82351" y="18122"/>
                    <a:pt x="82351" y="16313"/>
                  </a:cubicBezTo>
                  <a:lnTo>
                    <a:pt x="82351" y="6597"/>
                  </a:lnTo>
                  <a:cubicBezTo>
                    <a:pt x="89615" y="6930"/>
                    <a:pt x="96759" y="8336"/>
                    <a:pt x="103570" y="10765"/>
                  </a:cubicBezTo>
                  <a:cubicBezTo>
                    <a:pt x="103946" y="10906"/>
                    <a:pt x="104329" y="10972"/>
                    <a:pt x="104706" y="10972"/>
                  </a:cubicBezTo>
                  <a:cubicBezTo>
                    <a:pt x="106048" y="10972"/>
                    <a:pt x="107302" y="10127"/>
                    <a:pt x="107785" y="8788"/>
                  </a:cubicBezTo>
                  <a:cubicBezTo>
                    <a:pt x="108452" y="7169"/>
                    <a:pt x="107547" y="5263"/>
                    <a:pt x="105832" y="4644"/>
                  </a:cubicBezTo>
                  <a:cubicBezTo>
                    <a:pt x="97259" y="1548"/>
                    <a:pt x="88257" y="1"/>
                    <a:pt x="79065"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4" name="Google Shape;3254;p45"/>
            <p:cNvSpPr/>
            <p:nvPr/>
          </p:nvSpPr>
          <p:spPr>
            <a:xfrm>
              <a:off x="2712796" y="1816033"/>
              <a:ext cx="84624" cy="90194"/>
            </a:xfrm>
            <a:custGeom>
              <a:avLst/>
              <a:gdLst/>
              <a:ahLst/>
              <a:cxnLst/>
              <a:rect l="l" t="t" r="r" b="b"/>
              <a:pathLst>
                <a:path w="58061" h="61883" extrusionOk="0">
                  <a:moveTo>
                    <a:pt x="12551" y="7802"/>
                  </a:moveTo>
                  <a:lnTo>
                    <a:pt x="15909" y="14541"/>
                  </a:lnTo>
                  <a:lnTo>
                    <a:pt x="9145" y="14541"/>
                  </a:lnTo>
                  <a:lnTo>
                    <a:pt x="12551" y="7802"/>
                  </a:lnTo>
                  <a:close/>
                  <a:moveTo>
                    <a:pt x="43105" y="46857"/>
                  </a:moveTo>
                  <a:lnTo>
                    <a:pt x="49868" y="50215"/>
                  </a:lnTo>
                  <a:lnTo>
                    <a:pt x="43105" y="53573"/>
                  </a:lnTo>
                  <a:lnTo>
                    <a:pt x="43105" y="46857"/>
                  </a:lnTo>
                  <a:close/>
                  <a:moveTo>
                    <a:pt x="12551" y="44857"/>
                  </a:moveTo>
                  <a:cubicBezTo>
                    <a:pt x="14861" y="44857"/>
                    <a:pt x="16980" y="46310"/>
                    <a:pt x="17671" y="48524"/>
                  </a:cubicBezTo>
                  <a:cubicBezTo>
                    <a:pt x="18886" y="52239"/>
                    <a:pt x="16123" y="55692"/>
                    <a:pt x="12551" y="55692"/>
                  </a:cubicBezTo>
                  <a:cubicBezTo>
                    <a:pt x="9003" y="55692"/>
                    <a:pt x="6240" y="52239"/>
                    <a:pt x="7431" y="48524"/>
                  </a:cubicBezTo>
                  <a:cubicBezTo>
                    <a:pt x="8145" y="46310"/>
                    <a:pt x="10265" y="44857"/>
                    <a:pt x="12551" y="44857"/>
                  </a:cubicBezTo>
                  <a:close/>
                  <a:moveTo>
                    <a:pt x="12590" y="0"/>
                  </a:moveTo>
                  <a:cubicBezTo>
                    <a:pt x="10481" y="0"/>
                    <a:pt x="8568" y="1166"/>
                    <a:pt x="7621" y="3039"/>
                  </a:cubicBezTo>
                  <a:lnTo>
                    <a:pt x="2477" y="13208"/>
                  </a:lnTo>
                  <a:cubicBezTo>
                    <a:pt x="1430" y="15232"/>
                    <a:pt x="1763" y="17685"/>
                    <a:pt x="3406" y="19423"/>
                  </a:cubicBezTo>
                  <a:cubicBezTo>
                    <a:pt x="4478" y="20566"/>
                    <a:pt x="6002" y="21162"/>
                    <a:pt x="7550" y="21162"/>
                  </a:cubicBezTo>
                  <a:lnTo>
                    <a:pt x="9265" y="21162"/>
                  </a:lnTo>
                  <a:lnTo>
                    <a:pt x="9265" y="38475"/>
                  </a:lnTo>
                  <a:cubicBezTo>
                    <a:pt x="3859" y="39999"/>
                    <a:pt x="1" y="45190"/>
                    <a:pt x="572" y="51144"/>
                  </a:cubicBezTo>
                  <a:cubicBezTo>
                    <a:pt x="1120" y="56764"/>
                    <a:pt x="5669" y="61217"/>
                    <a:pt x="11289" y="61813"/>
                  </a:cubicBezTo>
                  <a:cubicBezTo>
                    <a:pt x="11732" y="61860"/>
                    <a:pt x="12170" y="61883"/>
                    <a:pt x="12604" y="61883"/>
                  </a:cubicBezTo>
                  <a:cubicBezTo>
                    <a:pt x="18092" y="61883"/>
                    <a:pt x="22738" y="58205"/>
                    <a:pt x="24172" y="53240"/>
                  </a:cubicBezTo>
                  <a:lnTo>
                    <a:pt x="36508" y="53240"/>
                  </a:lnTo>
                  <a:lnTo>
                    <a:pt x="36508" y="55073"/>
                  </a:lnTo>
                  <a:cubicBezTo>
                    <a:pt x="36532" y="58050"/>
                    <a:pt x="39009" y="60503"/>
                    <a:pt x="42081" y="60503"/>
                  </a:cubicBezTo>
                  <a:cubicBezTo>
                    <a:pt x="42938" y="60503"/>
                    <a:pt x="43772" y="60312"/>
                    <a:pt x="44534" y="59908"/>
                  </a:cubicBezTo>
                  <a:lnTo>
                    <a:pt x="54703" y="54883"/>
                  </a:lnTo>
                  <a:cubicBezTo>
                    <a:pt x="56441" y="54025"/>
                    <a:pt x="57703" y="52335"/>
                    <a:pt x="57870" y="50358"/>
                  </a:cubicBezTo>
                  <a:cubicBezTo>
                    <a:pt x="58060" y="48096"/>
                    <a:pt x="56870" y="46024"/>
                    <a:pt x="54845" y="45024"/>
                  </a:cubicBezTo>
                  <a:lnTo>
                    <a:pt x="44534" y="39951"/>
                  </a:lnTo>
                  <a:cubicBezTo>
                    <a:pt x="43785" y="39567"/>
                    <a:pt x="42959" y="39369"/>
                    <a:pt x="42080" y="39369"/>
                  </a:cubicBezTo>
                  <a:cubicBezTo>
                    <a:pt x="41869" y="39369"/>
                    <a:pt x="41655" y="39380"/>
                    <a:pt x="41438" y="39403"/>
                  </a:cubicBezTo>
                  <a:cubicBezTo>
                    <a:pt x="38628" y="39713"/>
                    <a:pt x="36532" y="42213"/>
                    <a:pt x="36532" y="45024"/>
                  </a:cubicBezTo>
                  <a:lnTo>
                    <a:pt x="36532" y="46643"/>
                  </a:lnTo>
                  <a:lnTo>
                    <a:pt x="24172" y="46643"/>
                  </a:lnTo>
                  <a:cubicBezTo>
                    <a:pt x="23053" y="42714"/>
                    <a:pt x="19886" y="39594"/>
                    <a:pt x="15885" y="38451"/>
                  </a:cubicBezTo>
                  <a:lnTo>
                    <a:pt x="15885" y="21162"/>
                  </a:lnTo>
                  <a:lnTo>
                    <a:pt x="17623" y="21162"/>
                  </a:lnTo>
                  <a:cubicBezTo>
                    <a:pt x="19171" y="21162"/>
                    <a:pt x="20695" y="20566"/>
                    <a:pt x="21767" y="19423"/>
                  </a:cubicBezTo>
                  <a:cubicBezTo>
                    <a:pt x="23410" y="17685"/>
                    <a:pt x="23744" y="15256"/>
                    <a:pt x="22696" y="13208"/>
                  </a:cubicBezTo>
                  <a:lnTo>
                    <a:pt x="17600" y="3158"/>
                  </a:lnTo>
                  <a:cubicBezTo>
                    <a:pt x="16766" y="1515"/>
                    <a:pt x="15242" y="324"/>
                    <a:pt x="13432" y="62"/>
                  </a:cubicBezTo>
                  <a:cubicBezTo>
                    <a:pt x="13149" y="20"/>
                    <a:pt x="12868" y="0"/>
                    <a:pt x="12590"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5" name="Google Shape;3255;p45"/>
            <p:cNvSpPr/>
            <p:nvPr/>
          </p:nvSpPr>
          <p:spPr>
            <a:xfrm>
              <a:off x="2587286" y="1728204"/>
              <a:ext cx="287571" cy="327834"/>
            </a:xfrm>
            <a:custGeom>
              <a:avLst/>
              <a:gdLst/>
              <a:ahLst/>
              <a:cxnLst/>
              <a:rect l="l" t="t" r="r" b="b"/>
              <a:pathLst>
                <a:path w="197304" h="224929" extrusionOk="0">
                  <a:moveTo>
                    <a:pt x="98664" y="6573"/>
                  </a:moveTo>
                  <a:cubicBezTo>
                    <a:pt x="103379" y="6573"/>
                    <a:pt x="107713" y="8883"/>
                    <a:pt x="110404" y="12503"/>
                  </a:cubicBezTo>
                  <a:cubicBezTo>
                    <a:pt x="109476" y="12384"/>
                    <a:pt x="101569" y="11812"/>
                    <a:pt x="98664" y="11812"/>
                  </a:cubicBezTo>
                  <a:cubicBezTo>
                    <a:pt x="94735" y="11812"/>
                    <a:pt x="90805" y="12074"/>
                    <a:pt x="86900" y="12503"/>
                  </a:cubicBezTo>
                  <a:cubicBezTo>
                    <a:pt x="89614" y="8883"/>
                    <a:pt x="93925" y="6573"/>
                    <a:pt x="98664" y="6573"/>
                  </a:cubicBezTo>
                  <a:close/>
                  <a:moveTo>
                    <a:pt x="19124" y="19600"/>
                  </a:moveTo>
                  <a:cubicBezTo>
                    <a:pt x="20767" y="19600"/>
                    <a:pt x="22338" y="20028"/>
                    <a:pt x="23696" y="20838"/>
                  </a:cubicBezTo>
                  <a:cubicBezTo>
                    <a:pt x="18647" y="23886"/>
                    <a:pt x="14432" y="28077"/>
                    <a:pt x="11408" y="33126"/>
                  </a:cubicBezTo>
                  <a:cubicBezTo>
                    <a:pt x="10598" y="31769"/>
                    <a:pt x="10145" y="30197"/>
                    <a:pt x="10145" y="28554"/>
                  </a:cubicBezTo>
                  <a:cubicBezTo>
                    <a:pt x="10145" y="26172"/>
                    <a:pt x="11074" y="23910"/>
                    <a:pt x="12765" y="22219"/>
                  </a:cubicBezTo>
                  <a:cubicBezTo>
                    <a:pt x="14480" y="20528"/>
                    <a:pt x="16742" y="19600"/>
                    <a:pt x="19124" y="19600"/>
                  </a:cubicBezTo>
                  <a:close/>
                  <a:moveTo>
                    <a:pt x="178228" y="19600"/>
                  </a:moveTo>
                  <a:cubicBezTo>
                    <a:pt x="180610" y="19600"/>
                    <a:pt x="182872" y="20504"/>
                    <a:pt x="184563" y="22219"/>
                  </a:cubicBezTo>
                  <a:cubicBezTo>
                    <a:pt x="186254" y="23910"/>
                    <a:pt x="187182" y="26172"/>
                    <a:pt x="187182" y="28554"/>
                  </a:cubicBezTo>
                  <a:cubicBezTo>
                    <a:pt x="187182" y="30197"/>
                    <a:pt x="186730" y="31769"/>
                    <a:pt x="185944" y="33150"/>
                  </a:cubicBezTo>
                  <a:cubicBezTo>
                    <a:pt x="182896" y="28077"/>
                    <a:pt x="178704" y="23886"/>
                    <a:pt x="173632" y="20838"/>
                  </a:cubicBezTo>
                  <a:cubicBezTo>
                    <a:pt x="175013" y="20004"/>
                    <a:pt x="176585" y="19600"/>
                    <a:pt x="178228" y="19600"/>
                  </a:cubicBezTo>
                  <a:close/>
                  <a:moveTo>
                    <a:pt x="42057" y="22338"/>
                  </a:moveTo>
                  <a:cubicBezTo>
                    <a:pt x="45248" y="22338"/>
                    <a:pt x="48368" y="22838"/>
                    <a:pt x="51345" y="23838"/>
                  </a:cubicBezTo>
                  <a:cubicBezTo>
                    <a:pt x="43224" y="28316"/>
                    <a:pt x="35675" y="33936"/>
                    <a:pt x="28935" y="40699"/>
                  </a:cubicBezTo>
                  <a:cubicBezTo>
                    <a:pt x="23172" y="46462"/>
                    <a:pt x="18219" y="52821"/>
                    <a:pt x="14122" y="59608"/>
                  </a:cubicBezTo>
                  <a:cubicBezTo>
                    <a:pt x="13313" y="56988"/>
                    <a:pt x="12932" y="54249"/>
                    <a:pt x="12932" y="51463"/>
                  </a:cubicBezTo>
                  <a:cubicBezTo>
                    <a:pt x="12932" y="35388"/>
                    <a:pt x="25982" y="22338"/>
                    <a:pt x="42057" y="22338"/>
                  </a:cubicBezTo>
                  <a:close/>
                  <a:moveTo>
                    <a:pt x="155271" y="22362"/>
                  </a:moveTo>
                  <a:cubicBezTo>
                    <a:pt x="171346" y="22362"/>
                    <a:pt x="184420" y="35436"/>
                    <a:pt x="184420" y="51511"/>
                  </a:cubicBezTo>
                  <a:cubicBezTo>
                    <a:pt x="184420" y="54273"/>
                    <a:pt x="184039" y="57012"/>
                    <a:pt x="183253" y="59655"/>
                  </a:cubicBezTo>
                  <a:cubicBezTo>
                    <a:pt x="179157" y="52868"/>
                    <a:pt x="174203" y="46510"/>
                    <a:pt x="168440" y="40770"/>
                  </a:cubicBezTo>
                  <a:cubicBezTo>
                    <a:pt x="161677" y="34007"/>
                    <a:pt x="154152" y="28387"/>
                    <a:pt x="146007" y="23910"/>
                  </a:cubicBezTo>
                  <a:cubicBezTo>
                    <a:pt x="148960" y="22862"/>
                    <a:pt x="152127" y="22362"/>
                    <a:pt x="155271" y="22362"/>
                  </a:cubicBezTo>
                  <a:close/>
                  <a:moveTo>
                    <a:pt x="29292" y="180608"/>
                  </a:moveTo>
                  <a:cubicBezTo>
                    <a:pt x="34270" y="185514"/>
                    <a:pt x="39771" y="189920"/>
                    <a:pt x="45701" y="193706"/>
                  </a:cubicBezTo>
                  <a:lnTo>
                    <a:pt x="27625" y="216258"/>
                  </a:lnTo>
                  <a:cubicBezTo>
                    <a:pt x="26566" y="217595"/>
                    <a:pt x="24931" y="218327"/>
                    <a:pt x="23278" y="218327"/>
                  </a:cubicBezTo>
                  <a:cubicBezTo>
                    <a:pt x="22368" y="218327"/>
                    <a:pt x="21453" y="218105"/>
                    <a:pt x="20624" y="217640"/>
                  </a:cubicBezTo>
                  <a:cubicBezTo>
                    <a:pt x="18290" y="216306"/>
                    <a:pt x="17242" y="213496"/>
                    <a:pt x="18171" y="210948"/>
                  </a:cubicBezTo>
                  <a:lnTo>
                    <a:pt x="29292" y="180608"/>
                  </a:lnTo>
                  <a:close/>
                  <a:moveTo>
                    <a:pt x="168036" y="180608"/>
                  </a:moveTo>
                  <a:lnTo>
                    <a:pt x="179181" y="210948"/>
                  </a:lnTo>
                  <a:cubicBezTo>
                    <a:pt x="180133" y="213496"/>
                    <a:pt x="179085" y="216306"/>
                    <a:pt x="176704" y="217640"/>
                  </a:cubicBezTo>
                  <a:cubicBezTo>
                    <a:pt x="175877" y="218109"/>
                    <a:pt x="174958" y="218334"/>
                    <a:pt x="174042" y="218334"/>
                  </a:cubicBezTo>
                  <a:cubicBezTo>
                    <a:pt x="172402" y="218334"/>
                    <a:pt x="170772" y="217612"/>
                    <a:pt x="169703" y="216282"/>
                  </a:cubicBezTo>
                  <a:lnTo>
                    <a:pt x="151675" y="193706"/>
                  </a:lnTo>
                  <a:cubicBezTo>
                    <a:pt x="155985" y="190944"/>
                    <a:pt x="160129" y="187824"/>
                    <a:pt x="164035" y="184347"/>
                  </a:cubicBezTo>
                  <a:cubicBezTo>
                    <a:pt x="165392" y="183133"/>
                    <a:pt x="166726" y="181894"/>
                    <a:pt x="168036" y="180608"/>
                  </a:cubicBezTo>
                  <a:close/>
                  <a:moveTo>
                    <a:pt x="98664" y="0"/>
                  </a:moveTo>
                  <a:cubicBezTo>
                    <a:pt x="89733" y="0"/>
                    <a:pt x="81827" y="5597"/>
                    <a:pt x="78779" y="13813"/>
                  </a:cubicBezTo>
                  <a:cubicBezTo>
                    <a:pt x="71968" y="15218"/>
                    <a:pt x="65347" y="17290"/>
                    <a:pt x="59037" y="20076"/>
                  </a:cubicBezTo>
                  <a:cubicBezTo>
                    <a:pt x="53821" y="17242"/>
                    <a:pt x="47987" y="15742"/>
                    <a:pt x="42033" y="15742"/>
                  </a:cubicBezTo>
                  <a:cubicBezTo>
                    <a:pt x="37937" y="15742"/>
                    <a:pt x="33960" y="16456"/>
                    <a:pt x="30316" y="17742"/>
                  </a:cubicBezTo>
                  <a:cubicBezTo>
                    <a:pt x="30245" y="17694"/>
                    <a:pt x="30197" y="17599"/>
                    <a:pt x="30126" y="17528"/>
                  </a:cubicBezTo>
                  <a:cubicBezTo>
                    <a:pt x="27173" y="14598"/>
                    <a:pt x="23291" y="12979"/>
                    <a:pt x="19124" y="12979"/>
                  </a:cubicBezTo>
                  <a:cubicBezTo>
                    <a:pt x="14956" y="12979"/>
                    <a:pt x="11050" y="14598"/>
                    <a:pt x="8097" y="17528"/>
                  </a:cubicBezTo>
                  <a:cubicBezTo>
                    <a:pt x="5144" y="20481"/>
                    <a:pt x="3549" y="24386"/>
                    <a:pt x="3549" y="28554"/>
                  </a:cubicBezTo>
                  <a:cubicBezTo>
                    <a:pt x="3549" y="32721"/>
                    <a:pt x="5144" y="36627"/>
                    <a:pt x="8097" y="39556"/>
                  </a:cubicBezTo>
                  <a:cubicBezTo>
                    <a:pt x="8169" y="39627"/>
                    <a:pt x="8217" y="39675"/>
                    <a:pt x="8312" y="39746"/>
                  </a:cubicBezTo>
                  <a:cubicBezTo>
                    <a:pt x="7026" y="43438"/>
                    <a:pt x="6311" y="47367"/>
                    <a:pt x="6311" y="51463"/>
                  </a:cubicBezTo>
                  <a:cubicBezTo>
                    <a:pt x="6311" y="56917"/>
                    <a:pt x="7574" y="62299"/>
                    <a:pt x="9955" y="67181"/>
                  </a:cubicBezTo>
                  <a:cubicBezTo>
                    <a:pt x="3430" y="80493"/>
                    <a:pt x="1" y="95234"/>
                    <a:pt x="1" y="110475"/>
                  </a:cubicBezTo>
                  <a:cubicBezTo>
                    <a:pt x="1" y="123454"/>
                    <a:pt x="2501" y="136076"/>
                    <a:pt x="7383" y="148007"/>
                  </a:cubicBezTo>
                  <a:cubicBezTo>
                    <a:pt x="7904" y="149282"/>
                    <a:pt x="9130" y="150043"/>
                    <a:pt x="10416" y="150043"/>
                  </a:cubicBezTo>
                  <a:cubicBezTo>
                    <a:pt x="10835" y="150043"/>
                    <a:pt x="11260" y="149962"/>
                    <a:pt x="11670" y="149793"/>
                  </a:cubicBezTo>
                  <a:cubicBezTo>
                    <a:pt x="13360" y="149102"/>
                    <a:pt x="14146" y="147173"/>
                    <a:pt x="13456" y="145506"/>
                  </a:cubicBezTo>
                  <a:cubicBezTo>
                    <a:pt x="8883" y="134385"/>
                    <a:pt x="6549" y="122620"/>
                    <a:pt x="6549" y="110499"/>
                  </a:cubicBezTo>
                  <a:cubicBezTo>
                    <a:pt x="6549" y="65323"/>
                    <a:pt x="39271" y="27649"/>
                    <a:pt x="82256" y="19885"/>
                  </a:cubicBezTo>
                  <a:cubicBezTo>
                    <a:pt x="87662" y="18921"/>
                    <a:pt x="93145" y="18439"/>
                    <a:pt x="98628" y="18439"/>
                  </a:cubicBezTo>
                  <a:cubicBezTo>
                    <a:pt x="104111" y="18439"/>
                    <a:pt x="109595" y="18921"/>
                    <a:pt x="115001" y="19885"/>
                  </a:cubicBezTo>
                  <a:cubicBezTo>
                    <a:pt x="157986" y="27625"/>
                    <a:pt x="190707" y="65323"/>
                    <a:pt x="190707" y="110499"/>
                  </a:cubicBezTo>
                  <a:cubicBezTo>
                    <a:pt x="190707" y="161247"/>
                    <a:pt x="149413" y="202565"/>
                    <a:pt x="98616" y="202565"/>
                  </a:cubicBezTo>
                  <a:cubicBezTo>
                    <a:pt x="82280" y="202565"/>
                    <a:pt x="66276" y="198255"/>
                    <a:pt x="52249" y="190039"/>
                  </a:cubicBezTo>
                  <a:lnTo>
                    <a:pt x="52226" y="190015"/>
                  </a:lnTo>
                  <a:cubicBezTo>
                    <a:pt x="38556" y="182013"/>
                    <a:pt x="27006" y="170463"/>
                    <a:pt x="19028" y="156770"/>
                  </a:cubicBezTo>
                  <a:cubicBezTo>
                    <a:pt x="18410" y="155708"/>
                    <a:pt x="17306" y="155121"/>
                    <a:pt x="16181" y="155121"/>
                  </a:cubicBezTo>
                  <a:cubicBezTo>
                    <a:pt x="15616" y="155121"/>
                    <a:pt x="15045" y="155269"/>
                    <a:pt x="14527" y="155580"/>
                  </a:cubicBezTo>
                  <a:cubicBezTo>
                    <a:pt x="12956" y="156484"/>
                    <a:pt x="12408" y="158532"/>
                    <a:pt x="13337" y="160057"/>
                  </a:cubicBezTo>
                  <a:cubicBezTo>
                    <a:pt x="16504" y="165462"/>
                    <a:pt x="20124" y="170535"/>
                    <a:pt x="24196" y="175226"/>
                  </a:cubicBezTo>
                  <a:lnTo>
                    <a:pt x="11908" y="208686"/>
                  </a:lnTo>
                  <a:cubicBezTo>
                    <a:pt x="9860" y="214282"/>
                    <a:pt x="12146" y="220474"/>
                    <a:pt x="17337" y="223379"/>
                  </a:cubicBezTo>
                  <a:cubicBezTo>
                    <a:pt x="19177" y="224423"/>
                    <a:pt x="21206" y="224922"/>
                    <a:pt x="23222" y="224922"/>
                  </a:cubicBezTo>
                  <a:cubicBezTo>
                    <a:pt x="26819" y="224922"/>
                    <a:pt x="30372" y="223332"/>
                    <a:pt x="32722" y="220402"/>
                  </a:cubicBezTo>
                  <a:lnTo>
                    <a:pt x="51345" y="197112"/>
                  </a:lnTo>
                  <a:cubicBezTo>
                    <a:pt x="65800" y="204994"/>
                    <a:pt x="82041" y="209138"/>
                    <a:pt x="98592" y="209138"/>
                  </a:cubicBezTo>
                  <a:cubicBezTo>
                    <a:pt x="115382" y="209138"/>
                    <a:pt x="131552" y="204970"/>
                    <a:pt x="145864" y="197112"/>
                  </a:cubicBezTo>
                  <a:cubicBezTo>
                    <a:pt x="145864" y="197112"/>
                    <a:pt x="164463" y="220378"/>
                    <a:pt x="164463" y="220402"/>
                  </a:cubicBezTo>
                  <a:cubicBezTo>
                    <a:pt x="166810" y="223343"/>
                    <a:pt x="170374" y="224928"/>
                    <a:pt x="173973" y="224928"/>
                  </a:cubicBezTo>
                  <a:cubicBezTo>
                    <a:pt x="175999" y="224928"/>
                    <a:pt x="178035" y="224426"/>
                    <a:pt x="179871" y="223379"/>
                  </a:cubicBezTo>
                  <a:cubicBezTo>
                    <a:pt x="185063" y="220474"/>
                    <a:pt x="187325" y="214282"/>
                    <a:pt x="185277" y="208686"/>
                  </a:cubicBezTo>
                  <a:lnTo>
                    <a:pt x="173013" y="175226"/>
                  </a:lnTo>
                  <a:cubicBezTo>
                    <a:pt x="188683" y="157270"/>
                    <a:pt x="197256" y="134528"/>
                    <a:pt x="197256" y="110475"/>
                  </a:cubicBezTo>
                  <a:cubicBezTo>
                    <a:pt x="197304" y="95234"/>
                    <a:pt x="193874" y="80493"/>
                    <a:pt x="187373" y="67181"/>
                  </a:cubicBezTo>
                  <a:cubicBezTo>
                    <a:pt x="189754" y="62299"/>
                    <a:pt x="190993" y="56917"/>
                    <a:pt x="190993" y="51463"/>
                  </a:cubicBezTo>
                  <a:cubicBezTo>
                    <a:pt x="190993" y="47367"/>
                    <a:pt x="190278" y="43414"/>
                    <a:pt x="188992" y="39746"/>
                  </a:cubicBezTo>
                  <a:cubicBezTo>
                    <a:pt x="189064" y="39675"/>
                    <a:pt x="189159" y="39627"/>
                    <a:pt x="189207" y="39556"/>
                  </a:cubicBezTo>
                  <a:cubicBezTo>
                    <a:pt x="192160" y="36627"/>
                    <a:pt x="193755" y="32721"/>
                    <a:pt x="193755" y="28554"/>
                  </a:cubicBezTo>
                  <a:cubicBezTo>
                    <a:pt x="193755" y="24386"/>
                    <a:pt x="192160" y="20481"/>
                    <a:pt x="189207" y="17528"/>
                  </a:cubicBezTo>
                  <a:cubicBezTo>
                    <a:pt x="186254" y="14598"/>
                    <a:pt x="182372" y="12979"/>
                    <a:pt x="178204" y="12979"/>
                  </a:cubicBezTo>
                  <a:cubicBezTo>
                    <a:pt x="174037" y="12979"/>
                    <a:pt x="170131" y="14598"/>
                    <a:pt x="167178" y="17528"/>
                  </a:cubicBezTo>
                  <a:cubicBezTo>
                    <a:pt x="167131" y="17599"/>
                    <a:pt x="167059" y="17694"/>
                    <a:pt x="167011" y="17742"/>
                  </a:cubicBezTo>
                  <a:cubicBezTo>
                    <a:pt x="163320" y="16456"/>
                    <a:pt x="159391" y="15742"/>
                    <a:pt x="155271" y="15742"/>
                  </a:cubicBezTo>
                  <a:cubicBezTo>
                    <a:pt x="149317" y="15742"/>
                    <a:pt x="143483" y="17242"/>
                    <a:pt x="138267" y="20076"/>
                  </a:cubicBezTo>
                  <a:cubicBezTo>
                    <a:pt x="131957" y="17290"/>
                    <a:pt x="125360" y="15194"/>
                    <a:pt x="118549" y="13813"/>
                  </a:cubicBezTo>
                  <a:cubicBezTo>
                    <a:pt x="115501" y="5573"/>
                    <a:pt x="107594" y="0"/>
                    <a:pt x="98664"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256" name="Google Shape;3256;p45"/>
          <p:cNvGrpSpPr/>
          <p:nvPr/>
        </p:nvGrpSpPr>
        <p:grpSpPr>
          <a:xfrm>
            <a:off x="4055086" y="1728378"/>
            <a:ext cx="304440" cy="327589"/>
            <a:chOff x="4055086" y="1728378"/>
            <a:chExt cx="304440" cy="327589"/>
          </a:xfrm>
        </p:grpSpPr>
        <p:sp>
          <p:nvSpPr>
            <p:cNvPr id="3257" name="Google Shape;3257;p45"/>
            <p:cNvSpPr/>
            <p:nvPr/>
          </p:nvSpPr>
          <p:spPr>
            <a:xfrm>
              <a:off x="4095280" y="1954509"/>
              <a:ext cx="54564" cy="96807"/>
            </a:xfrm>
            <a:custGeom>
              <a:avLst/>
              <a:gdLst/>
              <a:ahLst/>
              <a:cxnLst/>
              <a:rect l="l" t="t" r="r" b="b"/>
              <a:pathLst>
                <a:path w="37437" h="66420" extrusionOk="0">
                  <a:moveTo>
                    <a:pt x="21434" y="1"/>
                  </a:moveTo>
                  <a:cubicBezTo>
                    <a:pt x="17671" y="4383"/>
                    <a:pt x="13551" y="10027"/>
                    <a:pt x="9979" y="16885"/>
                  </a:cubicBezTo>
                  <a:cubicBezTo>
                    <a:pt x="6407" y="23768"/>
                    <a:pt x="3382" y="31865"/>
                    <a:pt x="1739" y="41176"/>
                  </a:cubicBezTo>
                  <a:cubicBezTo>
                    <a:pt x="405" y="48773"/>
                    <a:pt x="1" y="57179"/>
                    <a:pt x="1001" y="66419"/>
                  </a:cubicBezTo>
                  <a:lnTo>
                    <a:pt x="21410" y="66419"/>
                  </a:lnTo>
                  <a:lnTo>
                    <a:pt x="37437" y="44438"/>
                  </a:lnTo>
                  <a:lnTo>
                    <a:pt x="21434" y="1"/>
                  </a:lnTo>
                  <a:close/>
                </a:path>
              </a:pathLst>
            </a:custGeom>
            <a:solidFill>
              <a:srgbClr val="1CA8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8" name="Google Shape;3258;p45"/>
            <p:cNvSpPr/>
            <p:nvPr/>
          </p:nvSpPr>
          <p:spPr>
            <a:xfrm>
              <a:off x="4264732" y="1954509"/>
              <a:ext cx="54426" cy="96876"/>
            </a:xfrm>
            <a:custGeom>
              <a:avLst/>
              <a:gdLst/>
              <a:ahLst/>
              <a:cxnLst/>
              <a:rect l="l" t="t" r="r" b="b"/>
              <a:pathLst>
                <a:path w="37342" h="66467" extrusionOk="0">
                  <a:moveTo>
                    <a:pt x="16004" y="1"/>
                  </a:moveTo>
                  <a:lnTo>
                    <a:pt x="15980" y="72"/>
                  </a:lnTo>
                  <a:lnTo>
                    <a:pt x="15980" y="96"/>
                  </a:lnTo>
                  <a:lnTo>
                    <a:pt x="1" y="44510"/>
                  </a:lnTo>
                  <a:lnTo>
                    <a:pt x="15980" y="66443"/>
                  </a:lnTo>
                  <a:lnTo>
                    <a:pt x="15980" y="66467"/>
                  </a:lnTo>
                  <a:lnTo>
                    <a:pt x="36366" y="66467"/>
                  </a:lnTo>
                  <a:cubicBezTo>
                    <a:pt x="37342" y="57227"/>
                    <a:pt x="36937" y="48820"/>
                    <a:pt x="35627" y="41200"/>
                  </a:cubicBezTo>
                  <a:cubicBezTo>
                    <a:pt x="32389" y="22601"/>
                    <a:pt x="23577" y="8907"/>
                    <a:pt x="16028" y="120"/>
                  </a:cubicBezTo>
                  <a:lnTo>
                    <a:pt x="16004" y="1"/>
                  </a:lnTo>
                  <a:close/>
                </a:path>
              </a:pathLst>
            </a:custGeom>
            <a:solidFill>
              <a:srgbClr val="1CA8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9" name="Google Shape;3259;p45"/>
            <p:cNvSpPr/>
            <p:nvPr/>
          </p:nvSpPr>
          <p:spPr>
            <a:xfrm>
              <a:off x="4115064" y="1954302"/>
              <a:ext cx="22564" cy="30788"/>
            </a:xfrm>
            <a:custGeom>
              <a:avLst/>
              <a:gdLst/>
              <a:ahLst/>
              <a:cxnLst/>
              <a:rect l="l" t="t" r="r" b="b"/>
              <a:pathLst>
                <a:path w="15481" h="21124" extrusionOk="0">
                  <a:moveTo>
                    <a:pt x="7860" y="0"/>
                  </a:moveTo>
                  <a:cubicBezTo>
                    <a:pt x="5311" y="2977"/>
                    <a:pt x="2597" y="6478"/>
                    <a:pt x="1" y="10597"/>
                  </a:cubicBezTo>
                  <a:cubicBezTo>
                    <a:pt x="1763" y="12050"/>
                    <a:pt x="3549" y="13455"/>
                    <a:pt x="5431" y="14789"/>
                  </a:cubicBezTo>
                  <a:cubicBezTo>
                    <a:pt x="8669" y="17123"/>
                    <a:pt x="12003" y="19218"/>
                    <a:pt x="15480" y="21123"/>
                  </a:cubicBezTo>
                  <a:lnTo>
                    <a:pt x="7860" y="0"/>
                  </a:lnTo>
                  <a:close/>
                </a:path>
              </a:pathLst>
            </a:custGeom>
            <a:solidFill>
              <a:srgbClr val="000000">
                <a:alpha val="84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0" name="Google Shape;3260;p45"/>
            <p:cNvSpPr/>
            <p:nvPr/>
          </p:nvSpPr>
          <p:spPr>
            <a:xfrm>
              <a:off x="4276950" y="1954302"/>
              <a:ext cx="22562" cy="30788"/>
            </a:xfrm>
            <a:custGeom>
              <a:avLst/>
              <a:gdLst/>
              <a:ahLst/>
              <a:cxnLst/>
              <a:rect l="l" t="t" r="r" b="b"/>
              <a:pathLst>
                <a:path w="15480" h="21124" extrusionOk="0">
                  <a:moveTo>
                    <a:pt x="7621" y="0"/>
                  </a:moveTo>
                  <a:lnTo>
                    <a:pt x="1" y="21123"/>
                  </a:lnTo>
                  <a:cubicBezTo>
                    <a:pt x="3477" y="19218"/>
                    <a:pt x="6812" y="17123"/>
                    <a:pt x="10074" y="14789"/>
                  </a:cubicBezTo>
                  <a:cubicBezTo>
                    <a:pt x="11932" y="13455"/>
                    <a:pt x="13718" y="12050"/>
                    <a:pt x="15480" y="10597"/>
                  </a:cubicBezTo>
                  <a:cubicBezTo>
                    <a:pt x="12884" y="6478"/>
                    <a:pt x="10193" y="2977"/>
                    <a:pt x="7621" y="0"/>
                  </a:cubicBezTo>
                  <a:close/>
                </a:path>
              </a:pathLst>
            </a:custGeom>
            <a:solidFill>
              <a:srgbClr val="000000">
                <a:alpha val="84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1" name="Google Shape;3261;p45"/>
            <p:cNvSpPr/>
            <p:nvPr/>
          </p:nvSpPr>
          <p:spPr>
            <a:xfrm>
              <a:off x="4126623" y="1954094"/>
              <a:ext cx="161366" cy="96667"/>
            </a:xfrm>
            <a:custGeom>
              <a:avLst/>
              <a:gdLst/>
              <a:ahLst/>
              <a:cxnLst/>
              <a:rect l="l" t="t" r="r" b="b"/>
              <a:pathLst>
                <a:path w="110714" h="66324" extrusionOk="0">
                  <a:moveTo>
                    <a:pt x="0" y="0"/>
                  </a:moveTo>
                  <a:lnTo>
                    <a:pt x="0" y="66323"/>
                  </a:lnTo>
                  <a:lnTo>
                    <a:pt x="110714" y="66323"/>
                  </a:lnTo>
                  <a:lnTo>
                    <a:pt x="110714" y="24"/>
                  </a:lnTo>
                  <a:cubicBezTo>
                    <a:pt x="110714" y="24"/>
                    <a:pt x="110714" y="13"/>
                    <a:pt x="110707" y="13"/>
                  </a:cubicBezTo>
                  <a:cubicBezTo>
                    <a:pt x="110703" y="13"/>
                    <a:pt x="110698" y="16"/>
                    <a:pt x="110690" y="24"/>
                  </a:cubicBezTo>
                  <a:lnTo>
                    <a:pt x="0" y="0"/>
                  </a:lnTo>
                  <a:close/>
                </a:path>
              </a:pathLst>
            </a:custGeom>
            <a:solidFill>
              <a:srgbClr val="4657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2" name="Google Shape;3262;p45"/>
            <p:cNvSpPr/>
            <p:nvPr/>
          </p:nvSpPr>
          <p:spPr>
            <a:xfrm>
              <a:off x="4126657" y="1954024"/>
              <a:ext cx="161332" cy="48525"/>
            </a:xfrm>
            <a:custGeom>
              <a:avLst/>
              <a:gdLst/>
              <a:ahLst/>
              <a:cxnLst/>
              <a:rect l="l" t="t" r="r" b="b"/>
              <a:pathLst>
                <a:path w="110691" h="33293" extrusionOk="0">
                  <a:moveTo>
                    <a:pt x="1" y="1"/>
                  </a:moveTo>
                  <a:lnTo>
                    <a:pt x="1" y="16504"/>
                  </a:lnTo>
                  <a:cubicBezTo>
                    <a:pt x="16290" y="27482"/>
                    <a:pt x="35342" y="33293"/>
                    <a:pt x="55346" y="33293"/>
                  </a:cubicBezTo>
                  <a:cubicBezTo>
                    <a:pt x="75350" y="33293"/>
                    <a:pt x="94425" y="27482"/>
                    <a:pt x="110691" y="16504"/>
                  </a:cubicBezTo>
                  <a:lnTo>
                    <a:pt x="110691" y="48"/>
                  </a:lnTo>
                  <a:lnTo>
                    <a:pt x="110643" y="24"/>
                  </a:lnTo>
                  <a:lnTo>
                    <a:pt x="1" y="1"/>
                  </a:lnTo>
                  <a:close/>
                </a:path>
              </a:pathLst>
            </a:custGeom>
            <a:solidFill>
              <a:srgbClr val="000000">
                <a:alpha val="84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3" name="Google Shape;3263;p45"/>
            <p:cNvSpPr/>
            <p:nvPr/>
          </p:nvSpPr>
          <p:spPr>
            <a:xfrm>
              <a:off x="4144880" y="1954024"/>
              <a:ext cx="124817" cy="84414"/>
            </a:xfrm>
            <a:custGeom>
              <a:avLst/>
              <a:gdLst/>
              <a:ahLst/>
              <a:cxnLst/>
              <a:rect l="l" t="t" r="r" b="b"/>
              <a:pathLst>
                <a:path w="85638" h="57917" extrusionOk="0">
                  <a:moveTo>
                    <a:pt x="71873" y="5716"/>
                  </a:moveTo>
                  <a:cubicBezTo>
                    <a:pt x="71873" y="5716"/>
                    <a:pt x="69396" y="28625"/>
                    <a:pt x="42843" y="43152"/>
                  </a:cubicBezTo>
                  <a:cubicBezTo>
                    <a:pt x="16290" y="28578"/>
                    <a:pt x="13837" y="5716"/>
                    <a:pt x="13837" y="5716"/>
                  </a:cubicBezTo>
                  <a:close/>
                  <a:moveTo>
                    <a:pt x="0" y="1"/>
                  </a:moveTo>
                  <a:lnTo>
                    <a:pt x="739" y="6859"/>
                  </a:lnTo>
                  <a:cubicBezTo>
                    <a:pt x="905" y="8216"/>
                    <a:pt x="1882" y="15527"/>
                    <a:pt x="6692" y="24815"/>
                  </a:cubicBezTo>
                  <a:cubicBezTo>
                    <a:pt x="13051" y="36984"/>
                    <a:pt x="23362" y="47224"/>
                    <a:pt x="36508" y="54416"/>
                  </a:cubicBezTo>
                  <a:lnTo>
                    <a:pt x="42843" y="57917"/>
                  </a:lnTo>
                  <a:lnTo>
                    <a:pt x="49177" y="54416"/>
                  </a:lnTo>
                  <a:cubicBezTo>
                    <a:pt x="62347" y="47224"/>
                    <a:pt x="72635" y="36984"/>
                    <a:pt x="78969" y="24815"/>
                  </a:cubicBezTo>
                  <a:cubicBezTo>
                    <a:pt x="83827" y="15527"/>
                    <a:pt x="84780" y="8216"/>
                    <a:pt x="84923" y="6859"/>
                  </a:cubicBezTo>
                  <a:lnTo>
                    <a:pt x="85637" y="48"/>
                  </a:lnTo>
                  <a:lnTo>
                    <a:pt x="0" y="1"/>
                  </a:lnTo>
                  <a:close/>
                </a:path>
              </a:pathLst>
            </a:custGeom>
            <a:solidFill>
              <a:srgbClr val="FFC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4" name="Google Shape;3264;p45"/>
            <p:cNvSpPr/>
            <p:nvPr/>
          </p:nvSpPr>
          <p:spPr>
            <a:xfrm>
              <a:off x="4145435" y="1954094"/>
              <a:ext cx="124262" cy="47240"/>
            </a:xfrm>
            <a:custGeom>
              <a:avLst/>
              <a:gdLst/>
              <a:ahLst/>
              <a:cxnLst/>
              <a:rect l="l" t="t" r="r" b="b"/>
              <a:pathLst>
                <a:path w="85257" h="32412" extrusionOk="0">
                  <a:moveTo>
                    <a:pt x="85256" y="0"/>
                  </a:moveTo>
                  <a:lnTo>
                    <a:pt x="42795" y="429"/>
                  </a:lnTo>
                  <a:lnTo>
                    <a:pt x="0" y="429"/>
                  </a:lnTo>
                  <a:lnTo>
                    <a:pt x="715" y="7073"/>
                  </a:lnTo>
                  <a:cubicBezTo>
                    <a:pt x="882" y="8407"/>
                    <a:pt x="1834" y="15479"/>
                    <a:pt x="6502" y="24481"/>
                  </a:cubicBezTo>
                  <a:cubicBezTo>
                    <a:pt x="6883" y="25243"/>
                    <a:pt x="7264" y="25982"/>
                    <a:pt x="7693" y="26696"/>
                  </a:cubicBezTo>
                  <a:cubicBezTo>
                    <a:pt x="14099" y="29077"/>
                    <a:pt x="20767" y="30768"/>
                    <a:pt x="27601" y="31745"/>
                  </a:cubicBezTo>
                  <a:cubicBezTo>
                    <a:pt x="14837" y="19123"/>
                    <a:pt x="13408" y="5739"/>
                    <a:pt x="13408" y="5739"/>
                  </a:cubicBezTo>
                  <a:lnTo>
                    <a:pt x="71396" y="5739"/>
                  </a:lnTo>
                  <a:cubicBezTo>
                    <a:pt x="71397" y="5739"/>
                    <a:pt x="71397" y="5739"/>
                    <a:pt x="71397" y="5739"/>
                  </a:cubicBezTo>
                  <a:cubicBezTo>
                    <a:pt x="71484" y="5739"/>
                    <a:pt x="69957" y="19443"/>
                    <a:pt x="56846" y="32411"/>
                  </a:cubicBezTo>
                  <a:lnTo>
                    <a:pt x="56846" y="32411"/>
                  </a:lnTo>
                  <a:cubicBezTo>
                    <a:pt x="63895" y="31387"/>
                    <a:pt x="70777" y="29649"/>
                    <a:pt x="77374" y="27196"/>
                  </a:cubicBezTo>
                  <a:cubicBezTo>
                    <a:pt x="77802" y="26458"/>
                    <a:pt x="78207" y="25720"/>
                    <a:pt x="78612" y="24934"/>
                  </a:cubicBezTo>
                  <a:cubicBezTo>
                    <a:pt x="83446" y="15646"/>
                    <a:pt x="84399" y="8359"/>
                    <a:pt x="84566" y="6978"/>
                  </a:cubicBezTo>
                  <a:lnTo>
                    <a:pt x="85256" y="0"/>
                  </a:lnTo>
                  <a:close/>
                </a:path>
              </a:pathLst>
            </a:custGeom>
            <a:solidFill>
              <a:srgbClr val="000000">
                <a:alpha val="84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5" name="Google Shape;3265;p45"/>
            <p:cNvSpPr/>
            <p:nvPr/>
          </p:nvSpPr>
          <p:spPr>
            <a:xfrm>
              <a:off x="4158069" y="1957911"/>
              <a:ext cx="98508" cy="63554"/>
            </a:xfrm>
            <a:custGeom>
              <a:avLst/>
              <a:gdLst/>
              <a:ahLst/>
              <a:cxnLst/>
              <a:rect l="l" t="t" r="r" b="b"/>
              <a:pathLst>
                <a:path w="67587" h="43605" extrusionOk="0">
                  <a:moveTo>
                    <a:pt x="1" y="1"/>
                  </a:moveTo>
                  <a:cubicBezTo>
                    <a:pt x="1" y="1"/>
                    <a:pt x="2859" y="26625"/>
                    <a:pt x="33794" y="43605"/>
                  </a:cubicBezTo>
                  <a:cubicBezTo>
                    <a:pt x="64729" y="26625"/>
                    <a:pt x="67586" y="1"/>
                    <a:pt x="67586" y="1"/>
                  </a:cubicBezTo>
                  <a:close/>
                </a:path>
              </a:pathLst>
            </a:custGeom>
            <a:solidFill>
              <a:srgbClr val="1CA8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6" name="Google Shape;3266;p45"/>
            <p:cNvSpPr/>
            <p:nvPr/>
          </p:nvSpPr>
          <p:spPr>
            <a:xfrm>
              <a:off x="4158104" y="1957911"/>
              <a:ext cx="98508" cy="45054"/>
            </a:xfrm>
            <a:custGeom>
              <a:avLst/>
              <a:gdLst/>
              <a:ahLst/>
              <a:cxnLst/>
              <a:rect l="l" t="t" r="r" b="b"/>
              <a:pathLst>
                <a:path w="67587" h="30912" extrusionOk="0">
                  <a:moveTo>
                    <a:pt x="1" y="1"/>
                  </a:moveTo>
                  <a:cubicBezTo>
                    <a:pt x="1" y="1"/>
                    <a:pt x="1596" y="14694"/>
                    <a:pt x="15075" y="29197"/>
                  </a:cubicBezTo>
                  <a:cubicBezTo>
                    <a:pt x="21172" y="30364"/>
                    <a:pt x="27435" y="30912"/>
                    <a:pt x="33794" y="30912"/>
                  </a:cubicBezTo>
                  <a:cubicBezTo>
                    <a:pt x="40128" y="30912"/>
                    <a:pt x="46391" y="30316"/>
                    <a:pt x="52512" y="29197"/>
                  </a:cubicBezTo>
                  <a:cubicBezTo>
                    <a:pt x="66015" y="14694"/>
                    <a:pt x="67586" y="1"/>
                    <a:pt x="67586" y="1"/>
                  </a:cubicBezTo>
                  <a:close/>
                </a:path>
              </a:pathLst>
            </a:custGeom>
            <a:solidFill>
              <a:srgbClr val="000000">
                <a:alpha val="84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7" name="Google Shape;3267;p45"/>
            <p:cNvSpPr/>
            <p:nvPr/>
          </p:nvSpPr>
          <p:spPr>
            <a:xfrm>
              <a:off x="4067096" y="1732543"/>
              <a:ext cx="279760" cy="134431"/>
            </a:xfrm>
            <a:custGeom>
              <a:avLst/>
              <a:gdLst/>
              <a:ahLst/>
              <a:cxnLst/>
              <a:rect l="l" t="t" r="r" b="b"/>
              <a:pathLst>
                <a:path w="191945" h="92234" extrusionOk="0">
                  <a:moveTo>
                    <a:pt x="95973" y="0"/>
                  </a:moveTo>
                  <a:cubicBezTo>
                    <a:pt x="77754" y="0"/>
                    <a:pt x="60298" y="4858"/>
                    <a:pt x="45224" y="13931"/>
                  </a:cubicBezTo>
                  <a:cubicBezTo>
                    <a:pt x="45105" y="13931"/>
                    <a:pt x="45057" y="13979"/>
                    <a:pt x="45129" y="14003"/>
                  </a:cubicBezTo>
                  <a:cubicBezTo>
                    <a:pt x="39104" y="17623"/>
                    <a:pt x="33483" y="21909"/>
                    <a:pt x="28339" y="26815"/>
                  </a:cubicBezTo>
                  <a:cubicBezTo>
                    <a:pt x="25529" y="29530"/>
                    <a:pt x="22886" y="32364"/>
                    <a:pt x="20481" y="35317"/>
                  </a:cubicBezTo>
                  <a:cubicBezTo>
                    <a:pt x="7240" y="51487"/>
                    <a:pt x="24" y="71276"/>
                    <a:pt x="0" y="92162"/>
                  </a:cubicBezTo>
                  <a:lnTo>
                    <a:pt x="0" y="92233"/>
                  </a:lnTo>
                  <a:lnTo>
                    <a:pt x="191945" y="92233"/>
                  </a:lnTo>
                  <a:lnTo>
                    <a:pt x="191945" y="92162"/>
                  </a:lnTo>
                  <a:cubicBezTo>
                    <a:pt x="191921" y="71276"/>
                    <a:pt x="184705" y="51439"/>
                    <a:pt x="171464" y="35317"/>
                  </a:cubicBezTo>
                  <a:cubicBezTo>
                    <a:pt x="169059" y="32364"/>
                    <a:pt x="166440" y="29506"/>
                    <a:pt x="163606" y="26815"/>
                  </a:cubicBezTo>
                  <a:cubicBezTo>
                    <a:pt x="158462" y="21909"/>
                    <a:pt x="152818" y="17623"/>
                    <a:pt x="146816" y="14003"/>
                  </a:cubicBezTo>
                  <a:cubicBezTo>
                    <a:pt x="146840" y="13979"/>
                    <a:pt x="146840" y="13931"/>
                    <a:pt x="146721" y="13931"/>
                  </a:cubicBezTo>
                  <a:cubicBezTo>
                    <a:pt x="131623" y="4858"/>
                    <a:pt x="114191" y="0"/>
                    <a:pt x="95973" y="0"/>
                  </a:cubicBezTo>
                  <a:close/>
                </a:path>
              </a:pathLst>
            </a:custGeom>
            <a:solidFill>
              <a:srgbClr val="EFEDE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8" name="Google Shape;3268;p45"/>
            <p:cNvSpPr/>
            <p:nvPr/>
          </p:nvSpPr>
          <p:spPr>
            <a:xfrm>
              <a:off x="4191078" y="1732577"/>
              <a:ext cx="155813" cy="134398"/>
            </a:xfrm>
            <a:custGeom>
              <a:avLst/>
              <a:gdLst/>
              <a:ahLst/>
              <a:cxnLst/>
              <a:rect l="l" t="t" r="r" b="b"/>
              <a:pathLst>
                <a:path w="106904" h="92211" extrusionOk="0">
                  <a:moveTo>
                    <a:pt x="11003" y="1"/>
                  </a:moveTo>
                  <a:cubicBezTo>
                    <a:pt x="7312" y="1"/>
                    <a:pt x="3644" y="215"/>
                    <a:pt x="1" y="596"/>
                  </a:cubicBezTo>
                  <a:cubicBezTo>
                    <a:pt x="14218" y="2144"/>
                    <a:pt x="27721" y="6717"/>
                    <a:pt x="39723" y="13908"/>
                  </a:cubicBezTo>
                  <a:cubicBezTo>
                    <a:pt x="39842" y="13908"/>
                    <a:pt x="39842" y="13932"/>
                    <a:pt x="39818" y="13980"/>
                  </a:cubicBezTo>
                  <a:cubicBezTo>
                    <a:pt x="45820" y="17600"/>
                    <a:pt x="51440" y="21886"/>
                    <a:pt x="56608" y="26792"/>
                  </a:cubicBezTo>
                  <a:cubicBezTo>
                    <a:pt x="59418" y="29483"/>
                    <a:pt x="62037" y="32341"/>
                    <a:pt x="64466" y="35294"/>
                  </a:cubicBezTo>
                  <a:cubicBezTo>
                    <a:pt x="77707" y="51416"/>
                    <a:pt x="84875" y="71253"/>
                    <a:pt x="84947" y="92139"/>
                  </a:cubicBezTo>
                  <a:lnTo>
                    <a:pt x="84947" y="92210"/>
                  </a:lnTo>
                  <a:lnTo>
                    <a:pt x="106904" y="92210"/>
                  </a:lnTo>
                  <a:lnTo>
                    <a:pt x="106904" y="92139"/>
                  </a:lnTo>
                  <a:cubicBezTo>
                    <a:pt x="106880" y="71277"/>
                    <a:pt x="99664" y="51440"/>
                    <a:pt x="86423" y="35318"/>
                  </a:cubicBezTo>
                  <a:cubicBezTo>
                    <a:pt x="84018" y="32365"/>
                    <a:pt x="81398" y="29531"/>
                    <a:pt x="78565" y="26840"/>
                  </a:cubicBezTo>
                  <a:cubicBezTo>
                    <a:pt x="73421" y="21910"/>
                    <a:pt x="67800" y="17624"/>
                    <a:pt x="61775" y="14004"/>
                  </a:cubicBezTo>
                  <a:cubicBezTo>
                    <a:pt x="61847" y="13980"/>
                    <a:pt x="61799" y="13956"/>
                    <a:pt x="61680" y="13956"/>
                  </a:cubicBezTo>
                  <a:cubicBezTo>
                    <a:pt x="46629" y="4907"/>
                    <a:pt x="29173" y="1"/>
                    <a:pt x="11003" y="1"/>
                  </a:cubicBezTo>
                  <a:close/>
                </a:path>
              </a:pathLst>
            </a:custGeom>
            <a:solidFill>
              <a:srgbClr val="000000">
                <a:alpha val="84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9" name="Google Shape;3269;p45"/>
            <p:cNvSpPr/>
            <p:nvPr/>
          </p:nvSpPr>
          <p:spPr>
            <a:xfrm>
              <a:off x="4059772" y="1847119"/>
              <a:ext cx="55640" cy="54155"/>
            </a:xfrm>
            <a:custGeom>
              <a:avLst/>
              <a:gdLst/>
              <a:ahLst/>
              <a:cxnLst/>
              <a:rect l="l" t="t" r="r" b="b"/>
              <a:pathLst>
                <a:path w="38175" h="37156" extrusionOk="0">
                  <a:moveTo>
                    <a:pt x="16623" y="0"/>
                  </a:moveTo>
                  <a:cubicBezTo>
                    <a:pt x="7288" y="1000"/>
                    <a:pt x="0" y="8907"/>
                    <a:pt x="0" y="18528"/>
                  </a:cubicBezTo>
                  <a:cubicBezTo>
                    <a:pt x="0" y="28800"/>
                    <a:pt x="8322" y="37156"/>
                    <a:pt x="18611" y="37156"/>
                  </a:cubicBezTo>
                  <a:cubicBezTo>
                    <a:pt x="19080" y="37156"/>
                    <a:pt x="19552" y="37138"/>
                    <a:pt x="20028" y="37103"/>
                  </a:cubicBezTo>
                  <a:cubicBezTo>
                    <a:pt x="28983" y="36460"/>
                    <a:pt x="36270" y="29340"/>
                    <a:pt x="37151" y="20409"/>
                  </a:cubicBezTo>
                  <a:cubicBezTo>
                    <a:pt x="38175" y="9955"/>
                    <a:pt x="30554" y="1048"/>
                    <a:pt x="20600" y="0"/>
                  </a:cubicBezTo>
                  <a:close/>
                </a:path>
              </a:pathLst>
            </a:custGeom>
            <a:solidFill>
              <a:srgbClr val="FBC4A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0" name="Google Shape;3270;p45"/>
            <p:cNvSpPr/>
            <p:nvPr/>
          </p:nvSpPr>
          <p:spPr>
            <a:xfrm>
              <a:off x="4076468" y="1776228"/>
              <a:ext cx="262093" cy="207405"/>
            </a:xfrm>
            <a:custGeom>
              <a:avLst/>
              <a:gdLst/>
              <a:ahLst/>
              <a:cxnLst/>
              <a:rect l="l" t="t" r="r" b="b"/>
              <a:pathLst>
                <a:path w="179824" h="142302" extrusionOk="0">
                  <a:moveTo>
                    <a:pt x="65511" y="1"/>
                  </a:moveTo>
                  <a:cubicBezTo>
                    <a:pt x="46701" y="1"/>
                    <a:pt x="33596" y="9174"/>
                    <a:pt x="24577" y="20491"/>
                  </a:cubicBezTo>
                  <a:cubicBezTo>
                    <a:pt x="0" y="51330"/>
                    <a:pt x="4144" y="96339"/>
                    <a:pt x="34079" y="121964"/>
                  </a:cubicBezTo>
                  <a:cubicBezTo>
                    <a:pt x="48867" y="134633"/>
                    <a:pt x="68371" y="142301"/>
                    <a:pt x="89757" y="142301"/>
                  </a:cubicBezTo>
                  <a:cubicBezTo>
                    <a:pt x="110499" y="142301"/>
                    <a:pt x="129479" y="135062"/>
                    <a:pt x="144102" y="123083"/>
                  </a:cubicBezTo>
                  <a:cubicBezTo>
                    <a:pt x="175608" y="97268"/>
                    <a:pt x="179823" y="50235"/>
                    <a:pt x="153461" y="19205"/>
                  </a:cubicBezTo>
                  <a:cubicBezTo>
                    <a:pt x="144381" y="8500"/>
                    <a:pt x="131433" y="18"/>
                    <a:pt x="113277" y="18"/>
                  </a:cubicBezTo>
                  <a:cubicBezTo>
                    <a:pt x="106148" y="18"/>
                    <a:pt x="98216" y="1326"/>
                    <a:pt x="89400" y="4321"/>
                  </a:cubicBezTo>
                  <a:cubicBezTo>
                    <a:pt x="80562" y="1314"/>
                    <a:pt x="72628" y="1"/>
                    <a:pt x="65511" y="1"/>
                  </a:cubicBezTo>
                  <a:close/>
                </a:path>
              </a:pathLst>
            </a:custGeom>
            <a:solidFill>
              <a:srgbClr val="FBC4A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1" name="Google Shape;3271;p45"/>
            <p:cNvSpPr/>
            <p:nvPr/>
          </p:nvSpPr>
          <p:spPr>
            <a:xfrm>
              <a:off x="4197742" y="1776050"/>
              <a:ext cx="157202" cy="207305"/>
            </a:xfrm>
            <a:custGeom>
              <a:avLst/>
              <a:gdLst/>
              <a:ahLst/>
              <a:cxnLst/>
              <a:rect l="l" t="t" r="r" b="b"/>
              <a:pathLst>
                <a:path w="107857" h="142233" extrusionOk="0">
                  <a:moveTo>
                    <a:pt x="30071" y="0"/>
                  </a:moveTo>
                  <a:cubicBezTo>
                    <a:pt x="27917" y="0"/>
                    <a:pt x="25690" y="120"/>
                    <a:pt x="23387" y="371"/>
                  </a:cubicBezTo>
                  <a:cubicBezTo>
                    <a:pt x="38176" y="2133"/>
                    <a:pt x="49106" y="9777"/>
                    <a:pt x="57084" y="19184"/>
                  </a:cubicBezTo>
                  <a:cubicBezTo>
                    <a:pt x="83423" y="50238"/>
                    <a:pt x="79208" y="97224"/>
                    <a:pt x="47749" y="123038"/>
                  </a:cubicBezTo>
                  <a:cubicBezTo>
                    <a:pt x="34699" y="133731"/>
                    <a:pt x="18148" y="140661"/>
                    <a:pt x="1" y="141994"/>
                  </a:cubicBezTo>
                  <a:cubicBezTo>
                    <a:pt x="2168" y="142161"/>
                    <a:pt x="4383" y="142233"/>
                    <a:pt x="6574" y="142233"/>
                  </a:cubicBezTo>
                  <a:cubicBezTo>
                    <a:pt x="27316" y="142233"/>
                    <a:pt x="46320" y="135017"/>
                    <a:pt x="60942" y="123014"/>
                  </a:cubicBezTo>
                  <a:cubicBezTo>
                    <a:pt x="73230" y="112917"/>
                    <a:pt x="81375" y="99629"/>
                    <a:pt x="85162" y="85269"/>
                  </a:cubicBezTo>
                  <a:cubicBezTo>
                    <a:pt x="86257" y="85650"/>
                    <a:pt x="87567" y="85864"/>
                    <a:pt x="89210" y="85864"/>
                  </a:cubicBezTo>
                  <a:cubicBezTo>
                    <a:pt x="99522" y="85864"/>
                    <a:pt x="107857" y="77529"/>
                    <a:pt x="107857" y="67217"/>
                  </a:cubicBezTo>
                  <a:cubicBezTo>
                    <a:pt x="107785" y="57668"/>
                    <a:pt x="100498" y="49761"/>
                    <a:pt x="91139" y="48761"/>
                  </a:cubicBezTo>
                  <a:lnTo>
                    <a:pt x="87186" y="48761"/>
                  </a:lnTo>
                  <a:cubicBezTo>
                    <a:pt x="86567" y="48833"/>
                    <a:pt x="85995" y="48952"/>
                    <a:pt x="85447" y="49071"/>
                  </a:cubicBezTo>
                  <a:cubicBezTo>
                    <a:pt x="82875" y="38378"/>
                    <a:pt x="77803" y="28114"/>
                    <a:pt x="70254" y="19184"/>
                  </a:cubicBezTo>
                  <a:cubicBezTo>
                    <a:pt x="61143" y="8498"/>
                    <a:pt x="48208" y="0"/>
                    <a:pt x="30071" y="0"/>
                  </a:cubicBezTo>
                  <a:close/>
                </a:path>
              </a:pathLst>
            </a:custGeom>
            <a:solidFill>
              <a:srgbClr val="FBC4A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fr"/>
                <a:t>        </a:t>
              </a:r>
              <a:endParaRPr/>
            </a:p>
          </p:txBody>
        </p:sp>
        <p:sp>
          <p:nvSpPr>
            <p:cNvPr id="3272" name="Google Shape;3272;p45"/>
            <p:cNvSpPr/>
            <p:nvPr/>
          </p:nvSpPr>
          <p:spPr>
            <a:xfrm>
              <a:off x="4127212" y="1902793"/>
              <a:ext cx="27770" cy="9650"/>
            </a:xfrm>
            <a:custGeom>
              <a:avLst/>
              <a:gdLst/>
              <a:ahLst/>
              <a:cxnLst/>
              <a:rect l="l" t="t" r="r" b="b"/>
              <a:pathLst>
                <a:path w="19053" h="6621" extrusionOk="0">
                  <a:moveTo>
                    <a:pt x="3525" y="1"/>
                  </a:moveTo>
                  <a:cubicBezTo>
                    <a:pt x="1549" y="1"/>
                    <a:pt x="1" y="1739"/>
                    <a:pt x="239" y="3716"/>
                  </a:cubicBezTo>
                  <a:cubicBezTo>
                    <a:pt x="453" y="5406"/>
                    <a:pt x="1954" y="6621"/>
                    <a:pt x="3644" y="6621"/>
                  </a:cubicBezTo>
                  <a:lnTo>
                    <a:pt x="15552" y="6621"/>
                  </a:lnTo>
                  <a:cubicBezTo>
                    <a:pt x="17505" y="6621"/>
                    <a:pt x="19052" y="4906"/>
                    <a:pt x="18814" y="2882"/>
                  </a:cubicBezTo>
                  <a:cubicBezTo>
                    <a:pt x="18624" y="1215"/>
                    <a:pt x="17123" y="1"/>
                    <a:pt x="15433" y="1"/>
                  </a:cubicBezTo>
                  <a:close/>
                </a:path>
              </a:pathLst>
            </a:custGeom>
            <a:solidFill>
              <a:srgbClr val="F980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3" name="Google Shape;3273;p45"/>
            <p:cNvSpPr/>
            <p:nvPr/>
          </p:nvSpPr>
          <p:spPr>
            <a:xfrm>
              <a:off x="4259595" y="1902793"/>
              <a:ext cx="27768" cy="9650"/>
            </a:xfrm>
            <a:custGeom>
              <a:avLst/>
              <a:gdLst/>
              <a:ahLst/>
              <a:cxnLst/>
              <a:rect l="l" t="t" r="r" b="b"/>
              <a:pathLst>
                <a:path w="19052" h="6621" extrusionOk="0">
                  <a:moveTo>
                    <a:pt x="3525" y="1"/>
                  </a:moveTo>
                  <a:cubicBezTo>
                    <a:pt x="1548" y="1"/>
                    <a:pt x="0" y="1739"/>
                    <a:pt x="238" y="3716"/>
                  </a:cubicBezTo>
                  <a:cubicBezTo>
                    <a:pt x="453" y="5406"/>
                    <a:pt x="1929" y="6621"/>
                    <a:pt x="3644" y="6621"/>
                  </a:cubicBezTo>
                  <a:lnTo>
                    <a:pt x="15551" y="6621"/>
                  </a:lnTo>
                  <a:cubicBezTo>
                    <a:pt x="17504" y="6621"/>
                    <a:pt x="19052" y="4906"/>
                    <a:pt x="18814" y="2882"/>
                  </a:cubicBezTo>
                  <a:cubicBezTo>
                    <a:pt x="18623" y="1215"/>
                    <a:pt x="17123" y="1"/>
                    <a:pt x="15432" y="1"/>
                  </a:cubicBezTo>
                  <a:close/>
                </a:path>
              </a:pathLst>
            </a:custGeom>
            <a:solidFill>
              <a:srgbClr val="F980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4" name="Google Shape;3274;p45"/>
            <p:cNvSpPr/>
            <p:nvPr/>
          </p:nvSpPr>
          <p:spPr>
            <a:xfrm>
              <a:off x="4155744" y="1884431"/>
              <a:ext cx="103159" cy="48510"/>
            </a:xfrm>
            <a:custGeom>
              <a:avLst/>
              <a:gdLst/>
              <a:ahLst/>
              <a:cxnLst/>
              <a:rect l="l" t="t" r="r" b="b"/>
              <a:pathLst>
                <a:path w="70778" h="33283" extrusionOk="0">
                  <a:moveTo>
                    <a:pt x="24311" y="0"/>
                  </a:moveTo>
                  <a:cubicBezTo>
                    <a:pt x="3192" y="0"/>
                    <a:pt x="12775" y="26051"/>
                    <a:pt x="0" y="28030"/>
                  </a:cubicBezTo>
                  <a:cubicBezTo>
                    <a:pt x="0" y="28030"/>
                    <a:pt x="3544" y="33283"/>
                    <a:pt x="12886" y="33283"/>
                  </a:cubicBezTo>
                  <a:cubicBezTo>
                    <a:pt x="18296" y="33283"/>
                    <a:pt x="25651" y="31521"/>
                    <a:pt x="35389" y="25958"/>
                  </a:cubicBezTo>
                  <a:cubicBezTo>
                    <a:pt x="45126" y="31521"/>
                    <a:pt x="52481" y="33283"/>
                    <a:pt x="57891" y="33283"/>
                  </a:cubicBezTo>
                  <a:cubicBezTo>
                    <a:pt x="67234" y="33283"/>
                    <a:pt x="70777" y="28030"/>
                    <a:pt x="70777" y="28030"/>
                  </a:cubicBezTo>
                  <a:cubicBezTo>
                    <a:pt x="57978" y="26071"/>
                    <a:pt x="67586" y="8"/>
                    <a:pt x="46447" y="8"/>
                  </a:cubicBezTo>
                  <a:cubicBezTo>
                    <a:pt x="43436" y="8"/>
                    <a:pt x="39801" y="537"/>
                    <a:pt x="35389" y="1739"/>
                  </a:cubicBezTo>
                  <a:cubicBezTo>
                    <a:pt x="30967" y="531"/>
                    <a:pt x="27326" y="0"/>
                    <a:pt x="24311" y="0"/>
                  </a:cubicBezTo>
                  <a:close/>
                </a:path>
              </a:pathLst>
            </a:custGeom>
            <a:solidFill>
              <a:srgbClr val="EFEDE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5" name="Google Shape;3275;p45"/>
            <p:cNvSpPr/>
            <p:nvPr/>
          </p:nvSpPr>
          <p:spPr>
            <a:xfrm>
              <a:off x="4136202" y="1871346"/>
              <a:ext cx="9652" cy="22494"/>
            </a:xfrm>
            <a:custGeom>
              <a:avLst/>
              <a:gdLst/>
              <a:ahLst/>
              <a:cxnLst/>
              <a:rect l="l" t="t" r="r" b="b"/>
              <a:pathLst>
                <a:path w="6622" h="15433" extrusionOk="0">
                  <a:moveTo>
                    <a:pt x="3314" y="0"/>
                  </a:moveTo>
                  <a:cubicBezTo>
                    <a:pt x="1509" y="0"/>
                    <a:pt x="1" y="1470"/>
                    <a:pt x="1" y="3311"/>
                  </a:cubicBezTo>
                  <a:lnTo>
                    <a:pt x="1" y="12146"/>
                  </a:lnTo>
                  <a:cubicBezTo>
                    <a:pt x="1" y="13965"/>
                    <a:pt x="1468" y="15433"/>
                    <a:pt x="3305" y="15433"/>
                  </a:cubicBezTo>
                  <a:cubicBezTo>
                    <a:pt x="3440" y="15433"/>
                    <a:pt x="3577" y="15425"/>
                    <a:pt x="3716" y="15409"/>
                  </a:cubicBezTo>
                  <a:cubicBezTo>
                    <a:pt x="5431" y="15170"/>
                    <a:pt x="6621" y="13694"/>
                    <a:pt x="6621" y="12003"/>
                  </a:cubicBezTo>
                  <a:lnTo>
                    <a:pt x="6621" y="3430"/>
                  </a:lnTo>
                  <a:cubicBezTo>
                    <a:pt x="6621" y="1715"/>
                    <a:pt x="5383" y="239"/>
                    <a:pt x="3716" y="25"/>
                  </a:cubicBezTo>
                  <a:cubicBezTo>
                    <a:pt x="3581" y="8"/>
                    <a:pt x="3446" y="0"/>
                    <a:pt x="3314"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6" name="Google Shape;3276;p45"/>
            <p:cNvSpPr/>
            <p:nvPr/>
          </p:nvSpPr>
          <p:spPr>
            <a:xfrm>
              <a:off x="4268759" y="1871346"/>
              <a:ext cx="9615" cy="22494"/>
            </a:xfrm>
            <a:custGeom>
              <a:avLst/>
              <a:gdLst/>
              <a:ahLst/>
              <a:cxnLst/>
              <a:rect l="l" t="t" r="r" b="b"/>
              <a:pathLst>
                <a:path w="6597" h="15433" extrusionOk="0">
                  <a:moveTo>
                    <a:pt x="3309" y="0"/>
                  </a:moveTo>
                  <a:cubicBezTo>
                    <a:pt x="1488" y="0"/>
                    <a:pt x="0" y="1470"/>
                    <a:pt x="0" y="3311"/>
                  </a:cubicBezTo>
                  <a:lnTo>
                    <a:pt x="0" y="12146"/>
                  </a:lnTo>
                  <a:cubicBezTo>
                    <a:pt x="0" y="13965"/>
                    <a:pt x="1468" y="15433"/>
                    <a:pt x="3305" y="15433"/>
                  </a:cubicBezTo>
                  <a:cubicBezTo>
                    <a:pt x="3440" y="15433"/>
                    <a:pt x="3577" y="15425"/>
                    <a:pt x="3715" y="15409"/>
                  </a:cubicBezTo>
                  <a:cubicBezTo>
                    <a:pt x="5382" y="15170"/>
                    <a:pt x="6597" y="13694"/>
                    <a:pt x="6597" y="12003"/>
                  </a:cubicBezTo>
                  <a:lnTo>
                    <a:pt x="6597" y="3430"/>
                  </a:lnTo>
                  <a:cubicBezTo>
                    <a:pt x="6597" y="1715"/>
                    <a:pt x="5382" y="239"/>
                    <a:pt x="3715" y="25"/>
                  </a:cubicBezTo>
                  <a:cubicBezTo>
                    <a:pt x="3578" y="8"/>
                    <a:pt x="3443" y="0"/>
                    <a:pt x="3309"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7" name="Google Shape;3277;p45"/>
            <p:cNvSpPr/>
            <p:nvPr/>
          </p:nvSpPr>
          <p:spPr>
            <a:xfrm>
              <a:off x="4150468" y="1879919"/>
              <a:ext cx="113676" cy="58140"/>
            </a:xfrm>
            <a:custGeom>
              <a:avLst/>
              <a:gdLst/>
              <a:ahLst/>
              <a:cxnLst/>
              <a:rect l="l" t="t" r="r" b="b"/>
              <a:pathLst>
                <a:path w="77994" h="39890" extrusionOk="0">
                  <a:moveTo>
                    <a:pt x="50059" y="6383"/>
                  </a:moveTo>
                  <a:cubicBezTo>
                    <a:pt x="59013" y="6383"/>
                    <a:pt x="60728" y="11503"/>
                    <a:pt x="62847" y="19910"/>
                  </a:cubicBezTo>
                  <a:cubicBezTo>
                    <a:pt x="63919" y="24196"/>
                    <a:pt x="65086" y="28864"/>
                    <a:pt x="68229" y="31745"/>
                  </a:cubicBezTo>
                  <a:cubicBezTo>
                    <a:pt x="66634" y="32484"/>
                    <a:pt x="64443" y="33079"/>
                    <a:pt x="61490" y="33079"/>
                  </a:cubicBezTo>
                  <a:cubicBezTo>
                    <a:pt x="55655" y="33079"/>
                    <a:pt x="48630" y="30769"/>
                    <a:pt x="40604" y="26197"/>
                  </a:cubicBezTo>
                  <a:cubicBezTo>
                    <a:pt x="40104" y="25911"/>
                    <a:pt x="39533" y="25768"/>
                    <a:pt x="38985" y="25768"/>
                  </a:cubicBezTo>
                  <a:cubicBezTo>
                    <a:pt x="38413" y="25768"/>
                    <a:pt x="37842" y="25911"/>
                    <a:pt x="37342" y="26197"/>
                  </a:cubicBezTo>
                  <a:cubicBezTo>
                    <a:pt x="29340" y="30769"/>
                    <a:pt x="22339" y="33079"/>
                    <a:pt x="16480" y="33079"/>
                  </a:cubicBezTo>
                  <a:cubicBezTo>
                    <a:pt x="13527" y="33079"/>
                    <a:pt x="11312" y="32484"/>
                    <a:pt x="9717" y="31745"/>
                  </a:cubicBezTo>
                  <a:cubicBezTo>
                    <a:pt x="12837" y="28864"/>
                    <a:pt x="14027" y="24172"/>
                    <a:pt x="15099" y="19886"/>
                  </a:cubicBezTo>
                  <a:cubicBezTo>
                    <a:pt x="17195" y="11527"/>
                    <a:pt x="18933" y="6383"/>
                    <a:pt x="27911" y="6383"/>
                  </a:cubicBezTo>
                  <a:cubicBezTo>
                    <a:pt x="30721" y="6383"/>
                    <a:pt x="34151" y="6931"/>
                    <a:pt x="38104" y="8002"/>
                  </a:cubicBezTo>
                  <a:cubicBezTo>
                    <a:pt x="38390" y="8074"/>
                    <a:pt x="38681" y="8110"/>
                    <a:pt x="38973" y="8110"/>
                  </a:cubicBezTo>
                  <a:cubicBezTo>
                    <a:pt x="39265" y="8110"/>
                    <a:pt x="39556" y="8074"/>
                    <a:pt x="39842" y="8002"/>
                  </a:cubicBezTo>
                  <a:cubicBezTo>
                    <a:pt x="43772" y="6931"/>
                    <a:pt x="47225" y="6383"/>
                    <a:pt x="50059" y="6383"/>
                  </a:cubicBezTo>
                  <a:close/>
                  <a:moveTo>
                    <a:pt x="27935" y="1"/>
                  </a:moveTo>
                  <a:cubicBezTo>
                    <a:pt x="13384" y="1"/>
                    <a:pt x="10693" y="10694"/>
                    <a:pt x="8764" y="18505"/>
                  </a:cubicBezTo>
                  <a:cubicBezTo>
                    <a:pt x="7216" y="24744"/>
                    <a:pt x="6192" y="27554"/>
                    <a:pt x="3192" y="28054"/>
                  </a:cubicBezTo>
                  <a:cubicBezTo>
                    <a:pt x="2549" y="28173"/>
                    <a:pt x="1906" y="28411"/>
                    <a:pt x="1429" y="28864"/>
                  </a:cubicBezTo>
                  <a:cubicBezTo>
                    <a:pt x="167" y="30007"/>
                    <a:pt x="1" y="31864"/>
                    <a:pt x="906" y="33174"/>
                  </a:cubicBezTo>
                  <a:cubicBezTo>
                    <a:pt x="1072" y="33436"/>
                    <a:pt x="5549" y="39890"/>
                    <a:pt x="16528" y="39890"/>
                  </a:cubicBezTo>
                  <a:cubicBezTo>
                    <a:pt x="23101" y="39890"/>
                    <a:pt x="30674" y="37604"/>
                    <a:pt x="39033" y="33055"/>
                  </a:cubicBezTo>
                  <a:cubicBezTo>
                    <a:pt x="47391" y="37604"/>
                    <a:pt x="54964" y="39890"/>
                    <a:pt x="61537" y="39890"/>
                  </a:cubicBezTo>
                  <a:cubicBezTo>
                    <a:pt x="72516" y="39890"/>
                    <a:pt x="76993" y="33460"/>
                    <a:pt x="77160" y="33174"/>
                  </a:cubicBezTo>
                  <a:cubicBezTo>
                    <a:pt x="77993" y="31864"/>
                    <a:pt x="77850" y="30055"/>
                    <a:pt x="76564" y="28864"/>
                  </a:cubicBezTo>
                  <a:cubicBezTo>
                    <a:pt x="76088" y="28411"/>
                    <a:pt x="75469" y="28173"/>
                    <a:pt x="74826" y="28054"/>
                  </a:cubicBezTo>
                  <a:cubicBezTo>
                    <a:pt x="71849" y="27554"/>
                    <a:pt x="70825" y="24744"/>
                    <a:pt x="69253" y="18505"/>
                  </a:cubicBezTo>
                  <a:cubicBezTo>
                    <a:pt x="67276" y="10694"/>
                    <a:pt x="64609" y="1"/>
                    <a:pt x="50082" y="1"/>
                  </a:cubicBezTo>
                  <a:cubicBezTo>
                    <a:pt x="46844" y="1"/>
                    <a:pt x="43200" y="549"/>
                    <a:pt x="39009" y="1620"/>
                  </a:cubicBezTo>
                  <a:cubicBezTo>
                    <a:pt x="34817" y="525"/>
                    <a:pt x="31174" y="1"/>
                    <a:pt x="27935"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8" name="Google Shape;3278;p45"/>
            <p:cNvSpPr/>
            <p:nvPr/>
          </p:nvSpPr>
          <p:spPr>
            <a:xfrm>
              <a:off x="4197742" y="1776050"/>
              <a:ext cx="157202" cy="207305"/>
            </a:xfrm>
            <a:custGeom>
              <a:avLst/>
              <a:gdLst/>
              <a:ahLst/>
              <a:cxnLst/>
              <a:rect l="l" t="t" r="r" b="b"/>
              <a:pathLst>
                <a:path w="107857" h="142233" extrusionOk="0">
                  <a:moveTo>
                    <a:pt x="30071" y="0"/>
                  </a:moveTo>
                  <a:cubicBezTo>
                    <a:pt x="27917" y="0"/>
                    <a:pt x="25690" y="120"/>
                    <a:pt x="23387" y="371"/>
                  </a:cubicBezTo>
                  <a:cubicBezTo>
                    <a:pt x="38176" y="2133"/>
                    <a:pt x="49106" y="9777"/>
                    <a:pt x="57084" y="19184"/>
                  </a:cubicBezTo>
                  <a:cubicBezTo>
                    <a:pt x="83423" y="50238"/>
                    <a:pt x="79208" y="97224"/>
                    <a:pt x="47749" y="123038"/>
                  </a:cubicBezTo>
                  <a:cubicBezTo>
                    <a:pt x="34699" y="133731"/>
                    <a:pt x="18148" y="140661"/>
                    <a:pt x="1" y="141994"/>
                  </a:cubicBezTo>
                  <a:cubicBezTo>
                    <a:pt x="2168" y="142161"/>
                    <a:pt x="4383" y="142233"/>
                    <a:pt x="6574" y="142233"/>
                  </a:cubicBezTo>
                  <a:cubicBezTo>
                    <a:pt x="27316" y="142233"/>
                    <a:pt x="46320" y="135017"/>
                    <a:pt x="60942" y="123014"/>
                  </a:cubicBezTo>
                  <a:cubicBezTo>
                    <a:pt x="73230" y="112917"/>
                    <a:pt x="81375" y="99629"/>
                    <a:pt x="85162" y="85269"/>
                  </a:cubicBezTo>
                  <a:cubicBezTo>
                    <a:pt x="86257" y="85650"/>
                    <a:pt x="87567" y="85864"/>
                    <a:pt x="89210" y="85864"/>
                  </a:cubicBezTo>
                  <a:cubicBezTo>
                    <a:pt x="99522" y="85864"/>
                    <a:pt x="107857" y="77529"/>
                    <a:pt x="107857" y="67217"/>
                  </a:cubicBezTo>
                  <a:cubicBezTo>
                    <a:pt x="107785" y="57668"/>
                    <a:pt x="100498" y="49761"/>
                    <a:pt x="91139" y="48761"/>
                  </a:cubicBezTo>
                  <a:lnTo>
                    <a:pt x="87186" y="48761"/>
                  </a:lnTo>
                  <a:cubicBezTo>
                    <a:pt x="86567" y="48833"/>
                    <a:pt x="85995" y="48952"/>
                    <a:pt x="85447" y="49071"/>
                  </a:cubicBezTo>
                  <a:cubicBezTo>
                    <a:pt x="82875" y="38378"/>
                    <a:pt x="77803" y="28114"/>
                    <a:pt x="70254" y="19184"/>
                  </a:cubicBezTo>
                  <a:cubicBezTo>
                    <a:pt x="61143" y="8498"/>
                    <a:pt x="48208" y="0"/>
                    <a:pt x="30071" y="0"/>
                  </a:cubicBezTo>
                  <a:close/>
                </a:path>
              </a:pathLst>
            </a:custGeom>
            <a:solidFill>
              <a:srgbClr val="000000">
                <a:alpha val="84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fr"/>
                <a:t>        </a:t>
              </a:r>
              <a:endParaRPr/>
            </a:p>
          </p:txBody>
        </p:sp>
        <p:sp>
          <p:nvSpPr>
            <p:cNvPr id="3279" name="Google Shape;3279;p45"/>
            <p:cNvSpPr/>
            <p:nvPr/>
          </p:nvSpPr>
          <p:spPr>
            <a:xfrm>
              <a:off x="4055086" y="1728378"/>
              <a:ext cx="304440" cy="327589"/>
            </a:xfrm>
            <a:custGeom>
              <a:avLst/>
              <a:gdLst/>
              <a:ahLst/>
              <a:cxnLst/>
              <a:rect l="l" t="t" r="r" b="b"/>
              <a:pathLst>
                <a:path w="208878" h="224761" extrusionOk="0">
                  <a:moveTo>
                    <a:pt x="187420" y="84732"/>
                  </a:moveTo>
                  <a:cubicBezTo>
                    <a:pt x="191231" y="84732"/>
                    <a:pt x="194850" y="86208"/>
                    <a:pt x="197637" y="88828"/>
                  </a:cubicBezTo>
                  <a:cubicBezTo>
                    <a:pt x="197684" y="88899"/>
                    <a:pt x="197756" y="88923"/>
                    <a:pt x="197780" y="88947"/>
                  </a:cubicBezTo>
                  <a:cubicBezTo>
                    <a:pt x="200637" y="91757"/>
                    <a:pt x="202400" y="95663"/>
                    <a:pt x="202400" y="99949"/>
                  </a:cubicBezTo>
                  <a:cubicBezTo>
                    <a:pt x="202376" y="108427"/>
                    <a:pt x="195517" y="115286"/>
                    <a:pt x="187063" y="115286"/>
                  </a:cubicBezTo>
                  <a:cubicBezTo>
                    <a:pt x="187682" y="112285"/>
                    <a:pt x="188135" y="109189"/>
                    <a:pt x="188421" y="106070"/>
                  </a:cubicBezTo>
                  <a:cubicBezTo>
                    <a:pt x="189087" y="98830"/>
                    <a:pt x="188730" y="91662"/>
                    <a:pt x="187420" y="84732"/>
                  </a:cubicBezTo>
                  <a:close/>
                  <a:moveTo>
                    <a:pt x="21267" y="84922"/>
                  </a:moveTo>
                  <a:cubicBezTo>
                    <a:pt x="19957" y="91900"/>
                    <a:pt x="19600" y="99092"/>
                    <a:pt x="20290" y="106331"/>
                  </a:cubicBezTo>
                  <a:cubicBezTo>
                    <a:pt x="20600" y="109427"/>
                    <a:pt x="21029" y="112499"/>
                    <a:pt x="21695" y="115476"/>
                  </a:cubicBezTo>
                  <a:cubicBezTo>
                    <a:pt x="13289" y="115381"/>
                    <a:pt x="6502" y="108546"/>
                    <a:pt x="6502" y="100140"/>
                  </a:cubicBezTo>
                  <a:cubicBezTo>
                    <a:pt x="6502" y="93448"/>
                    <a:pt x="11074" y="87280"/>
                    <a:pt x="17552" y="85446"/>
                  </a:cubicBezTo>
                  <a:cubicBezTo>
                    <a:pt x="17623" y="85446"/>
                    <a:pt x="17647" y="85399"/>
                    <a:pt x="17695" y="85399"/>
                  </a:cubicBezTo>
                  <a:cubicBezTo>
                    <a:pt x="18885" y="85089"/>
                    <a:pt x="20028" y="84922"/>
                    <a:pt x="21267" y="84922"/>
                  </a:cubicBezTo>
                  <a:close/>
                  <a:moveTo>
                    <a:pt x="80606" y="36389"/>
                  </a:moveTo>
                  <a:cubicBezTo>
                    <a:pt x="88194" y="36389"/>
                    <a:pt x="95865" y="37846"/>
                    <a:pt x="103022" y="40270"/>
                  </a:cubicBezTo>
                  <a:cubicBezTo>
                    <a:pt x="103367" y="40401"/>
                    <a:pt x="103724" y="40467"/>
                    <a:pt x="104082" y="40467"/>
                  </a:cubicBezTo>
                  <a:cubicBezTo>
                    <a:pt x="104439" y="40467"/>
                    <a:pt x="104796" y="40401"/>
                    <a:pt x="105141" y="40270"/>
                  </a:cubicBezTo>
                  <a:cubicBezTo>
                    <a:pt x="112014" y="37933"/>
                    <a:pt x="119361" y="36647"/>
                    <a:pt x="126648" y="36647"/>
                  </a:cubicBezTo>
                  <a:cubicBezTo>
                    <a:pt x="139408" y="36647"/>
                    <a:pt x="151982" y="40593"/>
                    <a:pt x="161486" y="49749"/>
                  </a:cubicBezTo>
                  <a:cubicBezTo>
                    <a:pt x="179300" y="66895"/>
                    <a:pt x="186111" y="93710"/>
                    <a:pt x="179776" y="117453"/>
                  </a:cubicBezTo>
                  <a:cubicBezTo>
                    <a:pt x="179728" y="117524"/>
                    <a:pt x="179704" y="117643"/>
                    <a:pt x="179704" y="117739"/>
                  </a:cubicBezTo>
                  <a:cubicBezTo>
                    <a:pt x="176061" y="131289"/>
                    <a:pt x="168488" y="143315"/>
                    <a:pt x="157700" y="152508"/>
                  </a:cubicBezTo>
                  <a:lnTo>
                    <a:pt x="157628" y="152555"/>
                  </a:lnTo>
                  <a:cubicBezTo>
                    <a:pt x="146126" y="162367"/>
                    <a:pt x="131790" y="168677"/>
                    <a:pt x="116858" y="170892"/>
                  </a:cubicBezTo>
                  <a:cubicBezTo>
                    <a:pt x="112772" y="171505"/>
                    <a:pt x="108651" y="171808"/>
                    <a:pt x="104537" y="171808"/>
                  </a:cubicBezTo>
                  <a:cubicBezTo>
                    <a:pt x="85796" y="171808"/>
                    <a:pt x="67180" y="165527"/>
                    <a:pt x="52535" y="153674"/>
                  </a:cubicBezTo>
                  <a:cubicBezTo>
                    <a:pt x="41128" y="144434"/>
                    <a:pt x="32793" y="131837"/>
                    <a:pt x="28983" y="117667"/>
                  </a:cubicBezTo>
                  <a:cubicBezTo>
                    <a:pt x="28983" y="117619"/>
                    <a:pt x="28959" y="117548"/>
                    <a:pt x="28959" y="117500"/>
                  </a:cubicBezTo>
                  <a:cubicBezTo>
                    <a:pt x="21934" y="91567"/>
                    <a:pt x="30721" y="60298"/>
                    <a:pt x="53250" y="44486"/>
                  </a:cubicBezTo>
                  <a:cubicBezTo>
                    <a:pt x="53273" y="44486"/>
                    <a:pt x="53273" y="44438"/>
                    <a:pt x="53321" y="44438"/>
                  </a:cubicBezTo>
                  <a:cubicBezTo>
                    <a:pt x="61473" y="38737"/>
                    <a:pt x="70973" y="36389"/>
                    <a:pt x="80606" y="36389"/>
                  </a:cubicBezTo>
                  <a:close/>
                  <a:moveTo>
                    <a:pt x="123502" y="176369"/>
                  </a:moveTo>
                  <a:lnTo>
                    <a:pt x="123502" y="176369"/>
                  </a:lnTo>
                  <a:cubicBezTo>
                    <a:pt x="123478" y="176441"/>
                    <a:pt x="123431" y="176465"/>
                    <a:pt x="123431" y="176489"/>
                  </a:cubicBezTo>
                  <a:cubicBezTo>
                    <a:pt x="120740" y="180608"/>
                    <a:pt x="117430" y="184276"/>
                    <a:pt x="113715" y="187491"/>
                  </a:cubicBezTo>
                  <a:cubicBezTo>
                    <a:pt x="111333" y="189539"/>
                    <a:pt x="108666" y="191468"/>
                    <a:pt x="105975" y="193135"/>
                  </a:cubicBezTo>
                  <a:cubicBezTo>
                    <a:pt x="105451" y="193444"/>
                    <a:pt x="104951" y="193754"/>
                    <a:pt x="104451" y="194064"/>
                  </a:cubicBezTo>
                  <a:cubicBezTo>
                    <a:pt x="103784" y="193683"/>
                    <a:pt x="103165" y="193278"/>
                    <a:pt x="102522" y="192897"/>
                  </a:cubicBezTo>
                  <a:cubicBezTo>
                    <a:pt x="95806" y="188682"/>
                    <a:pt x="89852" y="183157"/>
                    <a:pt x="85494" y="176536"/>
                  </a:cubicBezTo>
                  <a:cubicBezTo>
                    <a:pt x="85447" y="176489"/>
                    <a:pt x="85423" y="176441"/>
                    <a:pt x="85399" y="176417"/>
                  </a:cubicBezTo>
                  <a:lnTo>
                    <a:pt x="85399" y="176417"/>
                  </a:lnTo>
                  <a:cubicBezTo>
                    <a:pt x="89805" y="177370"/>
                    <a:pt x="94258" y="177965"/>
                    <a:pt x="98759" y="178227"/>
                  </a:cubicBezTo>
                  <a:cubicBezTo>
                    <a:pt x="100653" y="178338"/>
                    <a:pt x="102547" y="178396"/>
                    <a:pt x="104440" y="178396"/>
                  </a:cubicBezTo>
                  <a:cubicBezTo>
                    <a:pt x="107402" y="178396"/>
                    <a:pt x="110360" y="178256"/>
                    <a:pt x="113310" y="177965"/>
                  </a:cubicBezTo>
                  <a:cubicBezTo>
                    <a:pt x="116739" y="177632"/>
                    <a:pt x="120168" y="177084"/>
                    <a:pt x="123502" y="176369"/>
                  </a:cubicBezTo>
                  <a:close/>
                  <a:moveTo>
                    <a:pt x="45605" y="164581"/>
                  </a:moveTo>
                  <a:lnTo>
                    <a:pt x="45605" y="218092"/>
                  </a:lnTo>
                  <a:lnTo>
                    <a:pt x="31459" y="218092"/>
                  </a:lnTo>
                  <a:cubicBezTo>
                    <a:pt x="30888" y="210757"/>
                    <a:pt x="31221" y="203589"/>
                    <a:pt x="32436" y="196707"/>
                  </a:cubicBezTo>
                  <a:cubicBezTo>
                    <a:pt x="33865" y="188562"/>
                    <a:pt x="36508" y="180704"/>
                    <a:pt x="40366" y="173345"/>
                  </a:cubicBezTo>
                  <a:cubicBezTo>
                    <a:pt x="41914" y="170344"/>
                    <a:pt x="43652" y="167415"/>
                    <a:pt x="45605" y="164581"/>
                  </a:cubicBezTo>
                  <a:close/>
                  <a:moveTo>
                    <a:pt x="163320" y="164677"/>
                  </a:moveTo>
                  <a:cubicBezTo>
                    <a:pt x="168726" y="172607"/>
                    <a:pt x="174108" y="183323"/>
                    <a:pt x="176466" y="196707"/>
                  </a:cubicBezTo>
                  <a:cubicBezTo>
                    <a:pt x="177609" y="203589"/>
                    <a:pt x="177942" y="210757"/>
                    <a:pt x="177418" y="218092"/>
                  </a:cubicBezTo>
                  <a:lnTo>
                    <a:pt x="163320" y="218092"/>
                  </a:lnTo>
                  <a:lnTo>
                    <a:pt x="163320" y="164677"/>
                  </a:lnTo>
                  <a:close/>
                  <a:moveTo>
                    <a:pt x="52178" y="161700"/>
                  </a:moveTo>
                  <a:lnTo>
                    <a:pt x="52178" y="161700"/>
                  </a:lnTo>
                  <a:cubicBezTo>
                    <a:pt x="54583" y="163462"/>
                    <a:pt x="57108" y="165058"/>
                    <a:pt x="59703" y="166558"/>
                  </a:cubicBezTo>
                  <a:cubicBezTo>
                    <a:pt x="60537" y="170178"/>
                    <a:pt x="62156" y="175345"/>
                    <a:pt x="65252" y="181228"/>
                  </a:cubicBezTo>
                  <a:cubicBezTo>
                    <a:pt x="71872" y="193968"/>
                    <a:pt x="82637" y="204685"/>
                    <a:pt x="96354" y="212210"/>
                  </a:cubicBezTo>
                  <a:lnTo>
                    <a:pt x="102688" y="215711"/>
                  </a:lnTo>
                  <a:cubicBezTo>
                    <a:pt x="103177" y="215973"/>
                    <a:pt x="103718" y="216104"/>
                    <a:pt x="104263" y="216104"/>
                  </a:cubicBezTo>
                  <a:cubicBezTo>
                    <a:pt x="104808" y="216104"/>
                    <a:pt x="105356" y="215973"/>
                    <a:pt x="105856" y="215711"/>
                  </a:cubicBezTo>
                  <a:lnTo>
                    <a:pt x="112190" y="212210"/>
                  </a:lnTo>
                  <a:cubicBezTo>
                    <a:pt x="117430" y="209329"/>
                    <a:pt x="122312" y="205971"/>
                    <a:pt x="126693" y="202137"/>
                  </a:cubicBezTo>
                  <a:cubicBezTo>
                    <a:pt x="127884" y="201089"/>
                    <a:pt x="128265" y="199350"/>
                    <a:pt x="127527" y="197993"/>
                  </a:cubicBezTo>
                  <a:cubicBezTo>
                    <a:pt x="126888" y="196857"/>
                    <a:pt x="125758" y="196271"/>
                    <a:pt x="124622" y="196271"/>
                  </a:cubicBezTo>
                  <a:cubicBezTo>
                    <a:pt x="123852" y="196271"/>
                    <a:pt x="123079" y="196540"/>
                    <a:pt x="122454" y="197088"/>
                  </a:cubicBezTo>
                  <a:cubicBezTo>
                    <a:pt x="118406" y="200636"/>
                    <a:pt x="113905" y="203804"/>
                    <a:pt x="109023" y="206447"/>
                  </a:cubicBezTo>
                  <a:lnTo>
                    <a:pt x="104308" y="209043"/>
                  </a:lnTo>
                  <a:lnTo>
                    <a:pt x="99569" y="206447"/>
                  </a:lnTo>
                  <a:cubicBezTo>
                    <a:pt x="86995" y="199541"/>
                    <a:pt x="77183" y="189777"/>
                    <a:pt x="71134" y="178203"/>
                  </a:cubicBezTo>
                  <a:cubicBezTo>
                    <a:pt x="69705" y="175465"/>
                    <a:pt x="68634" y="172916"/>
                    <a:pt x="67824" y="170654"/>
                  </a:cubicBezTo>
                  <a:lnTo>
                    <a:pt x="67824" y="170654"/>
                  </a:lnTo>
                  <a:cubicBezTo>
                    <a:pt x="69658" y="171464"/>
                    <a:pt x="71491" y="172202"/>
                    <a:pt x="73349" y="172893"/>
                  </a:cubicBezTo>
                  <a:cubicBezTo>
                    <a:pt x="73373" y="172893"/>
                    <a:pt x="73373" y="172893"/>
                    <a:pt x="73397" y="172916"/>
                  </a:cubicBezTo>
                  <a:cubicBezTo>
                    <a:pt x="74373" y="173274"/>
                    <a:pt x="75373" y="173631"/>
                    <a:pt x="76350" y="173964"/>
                  </a:cubicBezTo>
                  <a:cubicBezTo>
                    <a:pt x="76445" y="173988"/>
                    <a:pt x="76516" y="174321"/>
                    <a:pt x="76588" y="174417"/>
                  </a:cubicBezTo>
                  <a:cubicBezTo>
                    <a:pt x="78993" y="179203"/>
                    <a:pt x="82089" y="183609"/>
                    <a:pt x="85733" y="187562"/>
                  </a:cubicBezTo>
                  <a:cubicBezTo>
                    <a:pt x="89257" y="191444"/>
                    <a:pt x="93353" y="194826"/>
                    <a:pt x="97711" y="197731"/>
                  </a:cubicBezTo>
                  <a:cubicBezTo>
                    <a:pt x="99354" y="198803"/>
                    <a:pt x="101021" y="199803"/>
                    <a:pt x="102760" y="200732"/>
                  </a:cubicBezTo>
                  <a:cubicBezTo>
                    <a:pt x="103248" y="200994"/>
                    <a:pt x="103790" y="201125"/>
                    <a:pt x="104332" y="201125"/>
                  </a:cubicBezTo>
                  <a:cubicBezTo>
                    <a:pt x="104873" y="201125"/>
                    <a:pt x="105415" y="200994"/>
                    <a:pt x="105903" y="200732"/>
                  </a:cubicBezTo>
                  <a:cubicBezTo>
                    <a:pt x="107928" y="199636"/>
                    <a:pt x="109904" y="198398"/>
                    <a:pt x="111833" y="197088"/>
                  </a:cubicBezTo>
                  <a:cubicBezTo>
                    <a:pt x="116977" y="193587"/>
                    <a:pt x="121692" y="189325"/>
                    <a:pt x="125622" y="184443"/>
                  </a:cubicBezTo>
                  <a:cubicBezTo>
                    <a:pt x="128194" y="181204"/>
                    <a:pt x="130456" y="177679"/>
                    <a:pt x="132314" y="173940"/>
                  </a:cubicBezTo>
                  <a:cubicBezTo>
                    <a:pt x="135195" y="172988"/>
                    <a:pt x="138053" y="171892"/>
                    <a:pt x="140815" y="170654"/>
                  </a:cubicBezTo>
                  <a:lnTo>
                    <a:pt x="140815" y="170654"/>
                  </a:lnTo>
                  <a:cubicBezTo>
                    <a:pt x="140030" y="172916"/>
                    <a:pt x="138958" y="175488"/>
                    <a:pt x="137529" y="178251"/>
                  </a:cubicBezTo>
                  <a:cubicBezTo>
                    <a:pt x="135695" y="181728"/>
                    <a:pt x="133504" y="185133"/>
                    <a:pt x="131004" y="188277"/>
                  </a:cubicBezTo>
                  <a:cubicBezTo>
                    <a:pt x="130051" y="189515"/>
                    <a:pt x="129956" y="191253"/>
                    <a:pt x="130932" y="192444"/>
                  </a:cubicBezTo>
                  <a:cubicBezTo>
                    <a:pt x="131625" y="193289"/>
                    <a:pt x="132578" y="193695"/>
                    <a:pt x="133520" y="193695"/>
                  </a:cubicBezTo>
                  <a:cubicBezTo>
                    <a:pt x="134490" y="193695"/>
                    <a:pt x="135448" y="193265"/>
                    <a:pt x="136100" y="192444"/>
                  </a:cubicBezTo>
                  <a:cubicBezTo>
                    <a:pt x="138886" y="188943"/>
                    <a:pt x="141339" y="185181"/>
                    <a:pt x="143364" y="181299"/>
                  </a:cubicBezTo>
                  <a:cubicBezTo>
                    <a:pt x="146412" y="175369"/>
                    <a:pt x="148055" y="170225"/>
                    <a:pt x="148889" y="166558"/>
                  </a:cubicBezTo>
                  <a:cubicBezTo>
                    <a:pt x="149103" y="166439"/>
                    <a:pt x="149270" y="166320"/>
                    <a:pt x="149484" y="166225"/>
                  </a:cubicBezTo>
                  <a:cubicBezTo>
                    <a:pt x="151865" y="164820"/>
                    <a:pt x="154152" y="163343"/>
                    <a:pt x="156390" y="161724"/>
                  </a:cubicBezTo>
                  <a:lnTo>
                    <a:pt x="156390" y="218140"/>
                  </a:lnTo>
                  <a:lnTo>
                    <a:pt x="52297" y="218140"/>
                  </a:lnTo>
                  <a:lnTo>
                    <a:pt x="52178" y="161700"/>
                  </a:lnTo>
                  <a:close/>
                  <a:moveTo>
                    <a:pt x="104427" y="0"/>
                  </a:moveTo>
                  <a:cubicBezTo>
                    <a:pt x="85971" y="0"/>
                    <a:pt x="67991" y="4882"/>
                    <a:pt x="52440" y="14170"/>
                  </a:cubicBezTo>
                  <a:cubicBezTo>
                    <a:pt x="52106" y="14313"/>
                    <a:pt x="47296" y="17409"/>
                    <a:pt x="45248" y="18909"/>
                  </a:cubicBezTo>
                  <a:cubicBezTo>
                    <a:pt x="43748" y="19981"/>
                    <a:pt x="43414" y="22029"/>
                    <a:pt x="44486" y="23481"/>
                  </a:cubicBezTo>
                  <a:cubicBezTo>
                    <a:pt x="45135" y="24390"/>
                    <a:pt x="46150" y="24870"/>
                    <a:pt x="47173" y="24870"/>
                  </a:cubicBezTo>
                  <a:cubicBezTo>
                    <a:pt x="47839" y="24870"/>
                    <a:pt x="48509" y="24666"/>
                    <a:pt x="49082" y="24243"/>
                  </a:cubicBezTo>
                  <a:cubicBezTo>
                    <a:pt x="51130" y="22767"/>
                    <a:pt x="53250" y="21338"/>
                    <a:pt x="55393" y="20076"/>
                  </a:cubicBezTo>
                  <a:cubicBezTo>
                    <a:pt x="55417" y="20028"/>
                    <a:pt x="55440" y="20028"/>
                    <a:pt x="55488" y="20004"/>
                  </a:cubicBezTo>
                  <a:cubicBezTo>
                    <a:pt x="70086" y="11217"/>
                    <a:pt x="86995" y="6597"/>
                    <a:pt x="104427" y="6597"/>
                  </a:cubicBezTo>
                  <a:cubicBezTo>
                    <a:pt x="121835" y="6597"/>
                    <a:pt x="138744" y="11217"/>
                    <a:pt x="153366" y="20004"/>
                  </a:cubicBezTo>
                  <a:cubicBezTo>
                    <a:pt x="153389" y="20028"/>
                    <a:pt x="153413" y="20028"/>
                    <a:pt x="153437" y="20076"/>
                  </a:cubicBezTo>
                  <a:cubicBezTo>
                    <a:pt x="162463" y="25506"/>
                    <a:pt x="170536" y="32483"/>
                    <a:pt x="177204" y="40604"/>
                  </a:cubicBezTo>
                  <a:cubicBezTo>
                    <a:pt x="186634" y="52130"/>
                    <a:pt x="192922" y="65633"/>
                    <a:pt x="195517" y="80040"/>
                  </a:cubicBezTo>
                  <a:cubicBezTo>
                    <a:pt x="193993" y="79421"/>
                    <a:pt x="192421" y="78945"/>
                    <a:pt x="190707" y="78659"/>
                  </a:cubicBezTo>
                  <a:cubicBezTo>
                    <a:pt x="189945" y="78492"/>
                    <a:pt x="188635" y="78421"/>
                    <a:pt x="187825" y="78421"/>
                  </a:cubicBezTo>
                  <a:lnTo>
                    <a:pt x="185753" y="78421"/>
                  </a:lnTo>
                  <a:cubicBezTo>
                    <a:pt x="184277" y="73253"/>
                    <a:pt x="182253" y="68300"/>
                    <a:pt x="179728" y="63537"/>
                  </a:cubicBezTo>
                  <a:cubicBezTo>
                    <a:pt x="176466" y="57393"/>
                    <a:pt x="172370" y="51701"/>
                    <a:pt x="167559" y="46748"/>
                  </a:cubicBezTo>
                  <a:cubicBezTo>
                    <a:pt x="156628" y="35436"/>
                    <a:pt x="143316" y="29721"/>
                    <a:pt x="127908" y="29721"/>
                  </a:cubicBezTo>
                  <a:cubicBezTo>
                    <a:pt x="119811" y="29721"/>
                    <a:pt x="111643" y="31269"/>
                    <a:pt x="103998" y="33841"/>
                  </a:cubicBezTo>
                  <a:cubicBezTo>
                    <a:pt x="100640" y="32745"/>
                    <a:pt x="97211" y="31816"/>
                    <a:pt x="93734" y="31150"/>
                  </a:cubicBezTo>
                  <a:cubicBezTo>
                    <a:pt x="89421" y="30288"/>
                    <a:pt x="85121" y="29852"/>
                    <a:pt x="80887" y="29852"/>
                  </a:cubicBezTo>
                  <a:cubicBezTo>
                    <a:pt x="65812" y="29852"/>
                    <a:pt x="51584" y="35377"/>
                    <a:pt x="40652" y="46867"/>
                  </a:cubicBezTo>
                  <a:cubicBezTo>
                    <a:pt x="34817" y="53035"/>
                    <a:pt x="30173" y="60132"/>
                    <a:pt x="26673" y="67847"/>
                  </a:cubicBezTo>
                  <a:cubicBezTo>
                    <a:pt x="25125" y="71277"/>
                    <a:pt x="23839" y="74825"/>
                    <a:pt x="22815" y="78445"/>
                  </a:cubicBezTo>
                  <a:lnTo>
                    <a:pt x="19909" y="78445"/>
                  </a:lnTo>
                  <a:cubicBezTo>
                    <a:pt x="18981" y="78445"/>
                    <a:pt x="18028" y="78683"/>
                    <a:pt x="17171" y="78874"/>
                  </a:cubicBezTo>
                  <a:lnTo>
                    <a:pt x="17147" y="78874"/>
                  </a:lnTo>
                  <a:cubicBezTo>
                    <a:pt x="15789" y="79159"/>
                    <a:pt x="14527" y="79588"/>
                    <a:pt x="13265" y="80088"/>
                  </a:cubicBezTo>
                  <a:cubicBezTo>
                    <a:pt x="15885" y="65680"/>
                    <a:pt x="22148" y="52154"/>
                    <a:pt x="31602" y="40651"/>
                  </a:cubicBezTo>
                  <a:cubicBezTo>
                    <a:pt x="33936" y="37818"/>
                    <a:pt x="36460" y="35079"/>
                    <a:pt x="39104" y="32555"/>
                  </a:cubicBezTo>
                  <a:cubicBezTo>
                    <a:pt x="40342" y="31388"/>
                    <a:pt x="40556" y="29483"/>
                    <a:pt x="39556" y="28149"/>
                  </a:cubicBezTo>
                  <a:cubicBezTo>
                    <a:pt x="38888" y="27258"/>
                    <a:pt x="37896" y="26807"/>
                    <a:pt x="36905" y="26807"/>
                  </a:cubicBezTo>
                  <a:cubicBezTo>
                    <a:pt x="36094" y="26807"/>
                    <a:pt x="35283" y="27109"/>
                    <a:pt x="34650" y="27720"/>
                  </a:cubicBezTo>
                  <a:cubicBezTo>
                    <a:pt x="31745" y="30483"/>
                    <a:pt x="29030" y="33436"/>
                    <a:pt x="26530" y="36484"/>
                  </a:cubicBezTo>
                  <a:cubicBezTo>
                    <a:pt x="14956" y="50558"/>
                    <a:pt x="7859" y="67395"/>
                    <a:pt x="5883" y="85256"/>
                  </a:cubicBezTo>
                  <a:cubicBezTo>
                    <a:pt x="2239" y="89185"/>
                    <a:pt x="0" y="94472"/>
                    <a:pt x="0" y="100235"/>
                  </a:cubicBezTo>
                  <a:cubicBezTo>
                    <a:pt x="0" y="112333"/>
                    <a:pt x="9812" y="122144"/>
                    <a:pt x="21910" y="122144"/>
                  </a:cubicBezTo>
                  <a:cubicBezTo>
                    <a:pt x="22410" y="122144"/>
                    <a:pt x="22958" y="122120"/>
                    <a:pt x="23458" y="122097"/>
                  </a:cubicBezTo>
                  <a:cubicBezTo>
                    <a:pt x="27387" y="134837"/>
                    <a:pt x="34579" y="146292"/>
                    <a:pt x="44510" y="155437"/>
                  </a:cubicBezTo>
                  <a:cubicBezTo>
                    <a:pt x="40723" y="160128"/>
                    <a:pt x="37437" y="165153"/>
                    <a:pt x="34698" y="170440"/>
                  </a:cubicBezTo>
                  <a:cubicBezTo>
                    <a:pt x="30578" y="178370"/>
                    <a:pt x="27720" y="186872"/>
                    <a:pt x="26173" y="195683"/>
                  </a:cubicBezTo>
                  <a:cubicBezTo>
                    <a:pt x="24696" y="204066"/>
                    <a:pt x="24434" y="212877"/>
                    <a:pt x="25387" y="221807"/>
                  </a:cubicBezTo>
                  <a:cubicBezTo>
                    <a:pt x="25577" y="223474"/>
                    <a:pt x="26958" y="224760"/>
                    <a:pt x="28673" y="224760"/>
                  </a:cubicBezTo>
                  <a:lnTo>
                    <a:pt x="180181" y="224760"/>
                  </a:lnTo>
                  <a:cubicBezTo>
                    <a:pt x="181848" y="224760"/>
                    <a:pt x="183277" y="223498"/>
                    <a:pt x="183467" y="221831"/>
                  </a:cubicBezTo>
                  <a:cubicBezTo>
                    <a:pt x="184420" y="212877"/>
                    <a:pt x="184182" y="204089"/>
                    <a:pt x="182681" y="195683"/>
                  </a:cubicBezTo>
                  <a:cubicBezTo>
                    <a:pt x="179538" y="177703"/>
                    <a:pt x="171346" y="164177"/>
                    <a:pt x="164344" y="155437"/>
                  </a:cubicBezTo>
                  <a:cubicBezTo>
                    <a:pt x="174227" y="146268"/>
                    <a:pt x="181371" y="134837"/>
                    <a:pt x="185277" y="122097"/>
                  </a:cubicBezTo>
                  <a:cubicBezTo>
                    <a:pt x="185849" y="122144"/>
                    <a:pt x="186396" y="122168"/>
                    <a:pt x="186968" y="122168"/>
                  </a:cubicBezTo>
                  <a:cubicBezTo>
                    <a:pt x="199066" y="122168"/>
                    <a:pt x="208877" y="112357"/>
                    <a:pt x="208877" y="100259"/>
                  </a:cubicBezTo>
                  <a:cubicBezTo>
                    <a:pt x="208877" y="94472"/>
                    <a:pt x="206639" y="89161"/>
                    <a:pt x="202924" y="85232"/>
                  </a:cubicBezTo>
                  <a:cubicBezTo>
                    <a:pt x="200947" y="67347"/>
                    <a:pt x="193850" y="50487"/>
                    <a:pt x="182300" y="36436"/>
                  </a:cubicBezTo>
                  <a:cubicBezTo>
                    <a:pt x="175227" y="27839"/>
                    <a:pt x="166749" y="20481"/>
                    <a:pt x="157271" y="14670"/>
                  </a:cubicBezTo>
                  <a:cubicBezTo>
                    <a:pt x="141411" y="5001"/>
                    <a:pt x="122931" y="0"/>
                    <a:pt x="104427"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280" name="Google Shape;3280;p45"/>
          <p:cNvGrpSpPr/>
          <p:nvPr/>
        </p:nvGrpSpPr>
        <p:grpSpPr>
          <a:xfrm>
            <a:off x="4772742" y="1760831"/>
            <a:ext cx="327834" cy="262544"/>
            <a:chOff x="4772742" y="1760831"/>
            <a:chExt cx="327834" cy="262544"/>
          </a:xfrm>
        </p:grpSpPr>
        <p:sp>
          <p:nvSpPr>
            <p:cNvPr id="3281" name="Google Shape;3281;p45"/>
            <p:cNvSpPr/>
            <p:nvPr/>
          </p:nvSpPr>
          <p:spPr>
            <a:xfrm>
              <a:off x="4881525" y="1769175"/>
              <a:ext cx="113325" cy="66747"/>
            </a:xfrm>
            <a:custGeom>
              <a:avLst/>
              <a:gdLst/>
              <a:ahLst/>
              <a:cxnLst/>
              <a:rect l="l" t="t" r="r" b="b"/>
              <a:pathLst>
                <a:path w="79947" h="48455" extrusionOk="0">
                  <a:moveTo>
                    <a:pt x="7907" y="1"/>
                  </a:moveTo>
                  <a:cubicBezTo>
                    <a:pt x="3549" y="1"/>
                    <a:pt x="1" y="3549"/>
                    <a:pt x="1" y="7931"/>
                  </a:cubicBezTo>
                  <a:lnTo>
                    <a:pt x="1" y="40771"/>
                  </a:lnTo>
                  <a:cubicBezTo>
                    <a:pt x="1" y="45021"/>
                    <a:pt x="3430" y="48455"/>
                    <a:pt x="7668" y="48455"/>
                  </a:cubicBezTo>
                  <a:cubicBezTo>
                    <a:pt x="9867" y="48455"/>
                    <a:pt x="12283" y="47531"/>
                    <a:pt x="14552" y="45319"/>
                  </a:cubicBezTo>
                  <a:cubicBezTo>
                    <a:pt x="15004" y="44867"/>
                    <a:pt x="15361" y="43986"/>
                    <a:pt x="15361" y="43343"/>
                  </a:cubicBezTo>
                  <a:lnTo>
                    <a:pt x="15361" y="17861"/>
                  </a:lnTo>
                  <a:cubicBezTo>
                    <a:pt x="15361" y="16504"/>
                    <a:pt x="16481" y="15361"/>
                    <a:pt x="17862" y="15361"/>
                  </a:cubicBezTo>
                  <a:lnTo>
                    <a:pt x="57608" y="15361"/>
                  </a:lnTo>
                  <a:cubicBezTo>
                    <a:pt x="61442" y="15361"/>
                    <a:pt x="64562" y="18504"/>
                    <a:pt x="64562" y="22339"/>
                  </a:cubicBezTo>
                  <a:lnTo>
                    <a:pt x="64562" y="40699"/>
                  </a:lnTo>
                  <a:cubicBezTo>
                    <a:pt x="64562" y="43938"/>
                    <a:pt x="67086" y="47391"/>
                    <a:pt x="70254" y="48201"/>
                  </a:cubicBezTo>
                  <a:cubicBezTo>
                    <a:pt x="70936" y="48372"/>
                    <a:pt x="71607" y="48453"/>
                    <a:pt x="72259" y="48453"/>
                  </a:cubicBezTo>
                  <a:cubicBezTo>
                    <a:pt x="76505" y="48453"/>
                    <a:pt x="79926" y="45026"/>
                    <a:pt x="79946" y="40795"/>
                  </a:cubicBezTo>
                  <a:lnTo>
                    <a:pt x="79946" y="22148"/>
                  </a:lnTo>
                  <a:cubicBezTo>
                    <a:pt x="79946" y="9931"/>
                    <a:pt x="70039" y="1"/>
                    <a:pt x="57799" y="1"/>
                  </a:cubicBezTo>
                  <a:close/>
                </a:path>
              </a:pathLst>
            </a:custGeom>
            <a:solidFill>
              <a:srgbClr val="FFC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2" name="Google Shape;3282;p45"/>
            <p:cNvSpPr/>
            <p:nvPr/>
          </p:nvSpPr>
          <p:spPr>
            <a:xfrm>
              <a:off x="4785550" y="1860760"/>
              <a:ext cx="301523" cy="158102"/>
            </a:xfrm>
            <a:custGeom>
              <a:avLst/>
              <a:gdLst/>
              <a:ahLst/>
              <a:cxnLst/>
              <a:rect l="l" t="t" r="r" b="b"/>
              <a:pathLst>
                <a:path w="206877" h="108475" extrusionOk="0">
                  <a:moveTo>
                    <a:pt x="0" y="0"/>
                  </a:moveTo>
                  <a:lnTo>
                    <a:pt x="0" y="83946"/>
                  </a:lnTo>
                  <a:cubicBezTo>
                    <a:pt x="0" y="97496"/>
                    <a:pt x="10979" y="108475"/>
                    <a:pt x="24529" y="108475"/>
                  </a:cubicBezTo>
                  <a:lnTo>
                    <a:pt x="182348" y="108475"/>
                  </a:lnTo>
                  <a:cubicBezTo>
                    <a:pt x="195898" y="108475"/>
                    <a:pt x="206877" y="97496"/>
                    <a:pt x="206877" y="83946"/>
                  </a:cubicBezTo>
                  <a:lnTo>
                    <a:pt x="206877" y="0"/>
                  </a:lnTo>
                  <a:close/>
                </a:path>
              </a:pathLst>
            </a:custGeom>
            <a:solidFill>
              <a:srgbClr val="000000">
                <a:alpha val="84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3" name="Google Shape;3283;p45"/>
            <p:cNvSpPr/>
            <p:nvPr/>
          </p:nvSpPr>
          <p:spPr>
            <a:xfrm>
              <a:off x="4804709" y="1879919"/>
              <a:ext cx="263136" cy="119750"/>
            </a:xfrm>
            <a:custGeom>
              <a:avLst/>
              <a:gdLst/>
              <a:ahLst/>
              <a:cxnLst/>
              <a:rect l="l" t="t" r="r" b="b"/>
              <a:pathLst>
                <a:path w="180539" h="82161" extrusionOk="0">
                  <a:moveTo>
                    <a:pt x="1" y="1"/>
                  </a:moveTo>
                  <a:lnTo>
                    <a:pt x="1" y="70825"/>
                  </a:lnTo>
                  <a:cubicBezTo>
                    <a:pt x="1" y="77088"/>
                    <a:pt x="5097" y="82160"/>
                    <a:pt x="11384" y="82160"/>
                  </a:cubicBezTo>
                  <a:lnTo>
                    <a:pt x="169179" y="82160"/>
                  </a:lnTo>
                  <a:cubicBezTo>
                    <a:pt x="175466" y="82160"/>
                    <a:pt x="180538" y="77088"/>
                    <a:pt x="180538" y="70801"/>
                  </a:cubicBezTo>
                  <a:lnTo>
                    <a:pt x="180538" y="1"/>
                  </a:lnTo>
                  <a:close/>
                </a:path>
              </a:pathLst>
            </a:custGeom>
            <a:solidFill>
              <a:srgbClr val="4657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4" name="Google Shape;3284;p45"/>
            <p:cNvSpPr/>
            <p:nvPr/>
          </p:nvSpPr>
          <p:spPr>
            <a:xfrm>
              <a:off x="4785550" y="1860760"/>
              <a:ext cx="301558" cy="97951"/>
            </a:xfrm>
            <a:custGeom>
              <a:avLst/>
              <a:gdLst/>
              <a:ahLst/>
              <a:cxnLst/>
              <a:rect l="l" t="t" r="r" b="b"/>
              <a:pathLst>
                <a:path w="206901" h="67205" extrusionOk="0">
                  <a:moveTo>
                    <a:pt x="0" y="0"/>
                  </a:moveTo>
                  <a:lnTo>
                    <a:pt x="0" y="36770"/>
                  </a:lnTo>
                  <a:cubicBezTo>
                    <a:pt x="1048" y="37675"/>
                    <a:pt x="2144" y="38580"/>
                    <a:pt x="3310" y="39413"/>
                  </a:cubicBezTo>
                  <a:cubicBezTo>
                    <a:pt x="27387" y="57060"/>
                    <a:pt x="63918" y="67204"/>
                    <a:pt x="103474" y="67204"/>
                  </a:cubicBezTo>
                  <a:cubicBezTo>
                    <a:pt x="143030" y="67204"/>
                    <a:pt x="179514" y="57083"/>
                    <a:pt x="203638" y="39413"/>
                  </a:cubicBezTo>
                  <a:cubicBezTo>
                    <a:pt x="204757" y="38580"/>
                    <a:pt x="205876" y="37675"/>
                    <a:pt x="206900" y="36770"/>
                  </a:cubicBezTo>
                  <a:lnTo>
                    <a:pt x="206900" y="0"/>
                  </a:lnTo>
                  <a:close/>
                </a:path>
              </a:pathLst>
            </a:custGeom>
            <a:solidFill>
              <a:srgbClr val="000000">
                <a:alpha val="84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5" name="Google Shape;3285;p45"/>
            <p:cNvSpPr/>
            <p:nvPr/>
          </p:nvSpPr>
          <p:spPr>
            <a:xfrm>
              <a:off x="4804744" y="1879919"/>
              <a:ext cx="263171" cy="78792"/>
            </a:xfrm>
            <a:custGeom>
              <a:avLst/>
              <a:gdLst/>
              <a:ahLst/>
              <a:cxnLst/>
              <a:rect l="l" t="t" r="r" b="b"/>
              <a:pathLst>
                <a:path w="180563" h="54060" extrusionOk="0">
                  <a:moveTo>
                    <a:pt x="1" y="1"/>
                  </a:moveTo>
                  <a:lnTo>
                    <a:pt x="1" y="32698"/>
                  </a:lnTo>
                  <a:cubicBezTo>
                    <a:pt x="23648" y="46367"/>
                    <a:pt x="55798" y="54059"/>
                    <a:pt x="90281" y="54059"/>
                  </a:cubicBezTo>
                  <a:cubicBezTo>
                    <a:pt x="124741" y="54059"/>
                    <a:pt x="156890" y="46367"/>
                    <a:pt x="180562" y="32698"/>
                  </a:cubicBezTo>
                  <a:lnTo>
                    <a:pt x="180562" y="1"/>
                  </a:lnTo>
                  <a:close/>
                </a:path>
              </a:pathLst>
            </a:custGeom>
            <a:solidFill>
              <a:srgbClr val="000000">
                <a:alpha val="84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6" name="Google Shape;3286;p45"/>
            <p:cNvSpPr/>
            <p:nvPr/>
          </p:nvSpPr>
          <p:spPr>
            <a:xfrm>
              <a:off x="4971108" y="1792243"/>
              <a:ext cx="23778" cy="42447"/>
            </a:xfrm>
            <a:custGeom>
              <a:avLst/>
              <a:gdLst/>
              <a:ahLst/>
              <a:cxnLst/>
              <a:rect l="l" t="t" r="r" b="b"/>
              <a:pathLst>
                <a:path w="16314" h="29123" extrusionOk="0">
                  <a:moveTo>
                    <a:pt x="0" y="1"/>
                  </a:moveTo>
                  <a:cubicBezTo>
                    <a:pt x="596" y="1049"/>
                    <a:pt x="953" y="2216"/>
                    <a:pt x="953" y="3478"/>
                  </a:cubicBezTo>
                  <a:lnTo>
                    <a:pt x="953" y="21553"/>
                  </a:lnTo>
                  <a:cubicBezTo>
                    <a:pt x="953" y="25705"/>
                    <a:pt x="4364" y="29122"/>
                    <a:pt x="8604" y="29122"/>
                  </a:cubicBezTo>
                  <a:cubicBezTo>
                    <a:pt x="9131" y="29122"/>
                    <a:pt x="9670" y="29070"/>
                    <a:pt x="10217" y="28959"/>
                  </a:cubicBezTo>
                  <a:cubicBezTo>
                    <a:pt x="13575" y="28316"/>
                    <a:pt x="16313" y="24792"/>
                    <a:pt x="16313" y="21386"/>
                  </a:cubicBezTo>
                  <a:lnTo>
                    <a:pt x="16313" y="3478"/>
                  </a:lnTo>
                  <a:cubicBezTo>
                    <a:pt x="16313" y="2287"/>
                    <a:pt x="16218" y="1144"/>
                    <a:pt x="16051" y="1"/>
                  </a:cubicBezTo>
                  <a:close/>
                </a:path>
              </a:pathLst>
            </a:custGeom>
            <a:solidFill>
              <a:srgbClr val="000000">
                <a:alpha val="84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7" name="Google Shape;3287;p45"/>
            <p:cNvSpPr/>
            <p:nvPr/>
          </p:nvSpPr>
          <p:spPr>
            <a:xfrm>
              <a:off x="4881575" y="1792200"/>
              <a:ext cx="20596" cy="42482"/>
            </a:xfrm>
            <a:custGeom>
              <a:avLst/>
              <a:gdLst/>
              <a:ahLst/>
              <a:cxnLst/>
              <a:rect l="l" t="t" r="r" b="b"/>
              <a:pathLst>
                <a:path w="16314" h="29147" extrusionOk="0">
                  <a:moveTo>
                    <a:pt x="263" y="1"/>
                  </a:moveTo>
                  <a:lnTo>
                    <a:pt x="263" y="25"/>
                  </a:lnTo>
                  <a:cubicBezTo>
                    <a:pt x="96" y="1168"/>
                    <a:pt x="1" y="2311"/>
                    <a:pt x="1" y="3502"/>
                  </a:cubicBezTo>
                  <a:lnTo>
                    <a:pt x="1" y="21410"/>
                  </a:lnTo>
                  <a:cubicBezTo>
                    <a:pt x="1" y="24863"/>
                    <a:pt x="2740" y="28340"/>
                    <a:pt x="6097" y="28983"/>
                  </a:cubicBezTo>
                  <a:cubicBezTo>
                    <a:pt x="6644" y="29093"/>
                    <a:pt x="7183" y="29146"/>
                    <a:pt x="7710" y="29146"/>
                  </a:cubicBezTo>
                  <a:cubicBezTo>
                    <a:pt x="11950" y="29146"/>
                    <a:pt x="15361" y="25726"/>
                    <a:pt x="15361" y="21553"/>
                  </a:cubicBezTo>
                  <a:lnTo>
                    <a:pt x="15361" y="3478"/>
                  </a:lnTo>
                  <a:cubicBezTo>
                    <a:pt x="15361" y="2192"/>
                    <a:pt x="15719" y="1001"/>
                    <a:pt x="16314" y="1"/>
                  </a:cubicBezTo>
                  <a:close/>
                </a:path>
              </a:pathLst>
            </a:custGeom>
            <a:solidFill>
              <a:srgbClr val="000000">
                <a:alpha val="84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8" name="Google Shape;3288;p45"/>
            <p:cNvSpPr/>
            <p:nvPr/>
          </p:nvSpPr>
          <p:spPr>
            <a:xfrm>
              <a:off x="4777219" y="1811438"/>
              <a:ext cx="318185" cy="130682"/>
            </a:xfrm>
            <a:custGeom>
              <a:avLst/>
              <a:gdLst/>
              <a:ahLst/>
              <a:cxnLst/>
              <a:rect l="l" t="t" r="r" b="b"/>
              <a:pathLst>
                <a:path w="218309" h="89662" extrusionOk="0">
                  <a:moveTo>
                    <a:pt x="10122" y="0"/>
                  </a:moveTo>
                  <a:cubicBezTo>
                    <a:pt x="4525" y="0"/>
                    <a:pt x="1" y="4525"/>
                    <a:pt x="1" y="10121"/>
                  </a:cubicBezTo>
                  <a:lnTo>
                    <a:pt x="1" y="39961"/>
                  </a:lnTo>
                  <a:cubicBezTo>
                    <a:pt x="1" y="46271"/>
                    <a:pt x="2501" y="52320"/>
                    <a:pt x="6978" y="56774"/>
                  </a:cubicBezTo>
                  <a:cubicBezTo>
                    <a:pt x="26816" y="76373"/>
                    <a:pt x="65133" y="89661"/>
                    <a:pt x="109166" y="89661"/>
                  </a:cubicBezTo>
                  <a:cubicBezTo>
                    <a:pt x="153175" y="89661"/>
                    <a:pt x="191493" y="76373"/>
                    <a:pt x="211330" y="56774"/>
                  </a:cubicBezTo>
                  <a:cubicBezTo>
                    <a:pt x="215808" y="52320"/>
                    <a:pt x="218308" y="46295"/>
                    <a:pt x="218308" y="39961"/>
                  </a:cubicBezTo>
                  <a:lnTo>
                    <a:pt x="218308" y="16361"/>
                  </a:lnTo>
                  <a:cubicBezTo>
                    <a:pt x="218308" y="7359"/>
                    <a:pt x="210997" y="0"/>
                    <a:pt x="201948" y="0"/>
                  </a:cubicBezTo>
                  <a:close/>
                </a:path>
              </a:pathLst>
            </a:custGeom>
            <a:solidFill>
              <a:srgbClr val="4657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9" name="Google Shape;3289;p45"/>
            <p:cNvSpPr/>
            <p:nvPr/>
          </p:nvSpPr>
          <p:spPr>
            <a:xfrm>
              <a:off x="4921264" y="1922195"/>
              <a:ext cx="30094" cy="40994"/>
            </a:xfrm>
            <a:custGeom>
              <a:avLst/>
              <a:gdLst/>
              <a:ahLst/>
              <a:cxnLst/>
              <a:rect l="l" t="t" r="r" b="b"/>
              <a:pathLst>
                <a:path w="20648" h="28126" extrusionOk="0">
                  <a:moveTo>
                    <a:pt x="6478" y="1"/>
                  </a:moveTo>
                  <a:cubicBezTo>
                    <a:pt x="2906" y="1"/>
                    <a:pt x="1" y="2882"/>
                    <a:pt x="1" y="6478"/>
                  </a:cubicBezTo>
                  <a:lnTo>
                    <a:pt x="1" y="21648"/>
                  </a:lnTo>
                  <a:cubicBezTo>
                    <a:pt x="1" y="25220"/>
                    <a:pt x="2882" y="28126"/>
                    <a:pt x="6478" y="28126"/>
                  </a:cubicBezTo>
                  <a:lnTo>
                    <a:pt x="14170" y="28126"/>
                  </a:lnTo>
                  <a:cubicBezTo>
                    <a:pt x="17743" y="28126"/>
                    <a:pt x="20648" y="25244"/>
                    <a:pt x="20648" y="21648"/>
                  </a:cubicBezTo>
                  <a:lnTo>
                    <a:pt x="20648" y="6478"/>
                  </a:lnTo>
                  <a:cubicBezTo>
                    <a:pt x="20648" y="2906"/>
                    <a:pt x="17743" y="1"/>
                    <a:pt x="14170" y="1"/>
                  </a:cubicBezTo>
                  <a:close/>
                </a:path>
              </a:pathLst>
            </a:custGeom>
            <a:solidFill>
              <a:srgbClr val="ECB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0" name="Google Shape;3290;p45"/>
            <p:cNvSpPr/>
            <p:nvPr/>
          </p:nvSpPr>
          <p:spPr>
            <a:xfrm>
              <a:off x="4880897" y="1856107"/>
              <a:ext cx="9650" cy="18815"/>
            </a:xfrm>
            <a:custGeom>
              <a:avLst/>
              <a:gdLst/>
              <a:ahLst/>
              <a:cxnLst/>
              <a:rect l="l" t="t" r="r" b="b"/>
              <a:pathLst>
                <a:path w="6621" h="12909" extrusionOk="0">
                  <a:moveTo>
                    <a:pt x="3333" y="1"/>
                  </a:moveTo>
                  <a:cubicBezTo>
                    <a:pt x="1509" y="1"/>
                    <a:pt x="1" y="1470"/>
                    <a:pt x="1" y="3311"/>
                  </a:cubicBezTo>
                  <a:lnTo>
                    <a:pt x="1" y="9622"/>
                  </a:lnTo>
                  <a:cubicBezTo>
                    <a:pt x="1" y="11441"/>
                    <a:pt x="1488" y="12909"/>
                    <a:pt x="3328" y="12909"/>
                  </a:cubicBezTo>
                  <a:cubicBezTo>
                    <a:pt x="3464" y="12909"/>
                    <a:pt x="3601" y="12901"/>
                    <a:pt x="3739" y="12885"/>
                  </a:cubicBezTo>
                  <a:cubicBezTo>
                    <a:pt x="5406" y="12647"/>
                    <a:pt x="6621" y="11170"/>
                    <a:pt x="6621" y="9479"/>
                  </a:cubicBezTo>
                  <a:lnTo>
                    <a:pt x="6621" y="3430"/>
                  </a:lnTo>
                  <a:cubicBezTo>
                    <a:pt x="6621" y="1740"/>
                    <a:pt x="5406" y="239"/>
                    <a:pt x="3739" y="25"/>
                  </a:cubicBezTo>
                  <a:cubicBezTo>
                    <a:pt x="3603" y="9"/>
                    <a:pt x="3467" y="1"/>
                    <a:pt x="3333"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1" name="Google Shape;3291;p45"/>
            <p:cNvSpPr/>
            <p:nvPr/>
          </p:nvSpPr>
          <p:spPr>
            <a:xfrm>
              <a:off x="4982075" y="1856107"/>
              <a:ext cx="9652" cy="18815"/>
            </a:xfrm>
            <a:custGeom>
              <a:avLst/>
              <a:gdLst/>
              <a:ahLst/>
              <a:cxnLst/>
              <a:rect l="l" t="t" r="r" b="b"/>
              <a:pathLst>
                <a:path w="6622" h="12909" extrusionOk="0">
                  <a:moveTo>
                    <a:pt x="3333" y="1"/>
                  </a:moveTo>
                  <a:cubicBezTo>
                    <a:pt x="1509" y="1"/>
                    <a:pt x="1" y="1470"/>
                    <a:pt x="1" y="3311"/>
                  </a:cubicBezTo>
                  <a:lnTo>
                    <a:pt x="1" y="9622"/>
                  </a:lnTo>
                  <a:cubicBezTo>
                    <a:pt x="1" y="11441"/>
                    <a:pt x="1489" y="12909"/>
                    <a:pt x="3329" y="12909"/>
                  </a:cubicBezTo>
                  <a:cubicBezTo>
                    <a:pt x="3464" y="12909"/>
                    <a:pt x="3601" y="12901"/>
                    <a:pt x="3740" y="12885"/>
                  </a:cubicBezTo>
                  <a:cubicBezTo>
                    <a:pt x="5383" y="12647"/>
                    <a:pt x="6621" y="11170"/>
                    <a:pt x="6621" y="9479"/>
                  </a:cubicBezTo>
                  <a:lnTo>
                    <a:pt x="6621" y="3430"/>
                  </a:lnTo>
                  <a:cubicBezTo>
                    <a:pt x="6621" y="1740"/>
                    <a:pt x="5407" y="239"/>
                    <a:pt x="3740" y="25"/>
                  </a:cubicBezTo>
                  <a:cubicBezTo>
                    <a:pt x="3603" y="9"/>
                    <a:pt x="3467" y="1"/>
                    <a:pt x="3333"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2" name="Google Shape;3292;p45"/>
            <p:cNvSpPr/>
            <p:nvPr/>
          </p:nvSpPr>
          <p:spPr>
            <a:xfrm>
              <a:off x="4918522" y="1864659"/>
              <a:ext cx="35717" cy="15158"/>
            </a:xfrm>
            <a:custGeom>
              <a:avLst/>
              <a:gdLst/>
              <a:ahLst/>
              <a:cxnLst/>
              <a:rect l="l" t="t" r="r" b="b"/>
              <a:pathLst>
                <a:path w="24506" h="10400" extrusionOk="0">
                  <a:moveTo>
                    <a:pt x="3689" y="0"/>
                  </a:moveTo>
                  <a:cubicBezTo>
                    <a:pt x="2918" y="0"/>
                    <a:pt x="2144" y="272"/>
                    <a:pt x="1525" y="826"/>
                  </a:cubicBezTo>
                  <a:cubicBezTo>
                    <a:pt x="143" y="2017"/>
                    <a:pt x="1" y="4112"/>
                    <a:pt x="1215" y="5470"/>
                  </a:cubicBezTo>
                  <a:cubicBezTo>
                    <a:pt x="3930" y="8566"/>
                    <a:pt x="7955" y="10399"/>
                    <a:pt x="12241" y="10399"/>
                  </a:cubicBezTo>
                  <a:cubicBezTo>
                    <a:pt x="16528" y="10399"/>
                    <a:pt x="20576" y="8613"/>
                    <a:pt x="23315" y="5470"/>
                  </a:cubicBezTo>
                  <a:cubicBezTo>
                    <a:pt x="24506" y="4112"/>
                    <a:pt x="24387" y="2017"/>
                    <a:pt x="23005" y="826"/>
                  </a:cubicBezTo>
                  <a:cubicBezTo>
                    <a:pt x="22383" y="280"/>
                    <a:pt x="21606" y="10"/>
                    <a:pt x="20832" y="10"/>
                  </a:cubicBezTo>
                  <a:cubicBezTo>
                    <a:pt x="19917" y="10"/>
                    <a:pt x="19006" y="388"/>
                    <a:pt x="18361" y="1136"/>
                  </a:cubicBezTo>
                  <a:cubicBezTo>
                    <a:pt x="16885" y="2826"/>
                    <a:pt x="14646" y="3803"/>
                    <a:pt x="12265" y="3803"/>
                  </a:cubicBezTo>
                  <a:cubicBezTo>
                    <a:pt x="9884" y="3803"/>
                    <a:pt x="7645" y="2826"/>
                    <a:pt x="6168" y="1136"/>
                  </a:cubicBezTo>
                  <a:cubicBezTo>
                    <a:pt x="5521" y="385"/>
                    <a:pt x="4607" y="0"/>
                    <a:pt x="3689"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3" name="Google Shape;3293;p45"/>
            <p:cNvSpPr/>
            <p:nvPr/>
          </p:nvSpPr>
          <p:spPr>
            <a:xfrm>
              <a:off x="4772742" y="1760831"/>
              <a:ext cx="327834" cy="262544"/>
            </a:xfrm>
            <a:custGeom>
              <a:avLst/>
              <a:gdLst/>
              <a:ahLst/>
              <a:cxnLst/>
              <a:rect l="l" t="t" r="r" b="b"/>
              <a:pathLst>
                <a:path w="224929" h="180133" extrusionOk="0">
                  <a:moveTo>
                    <a:pt x="130290" y="21529"/>
                  </a:moveTo>
                  <a:cubicBezTo>
                    <a:pt x="132314" y="21529"/>
                    <a:pt x="133981" y="23172"/>
                    <a:pt x="133981" y="25220"/>
                  </a:cubicBezTo>
                  <a:lnTo>
                    <a:pt x="133981" y="31650"/>
                  </a:lnTo>
                  <a:lnTo>
                    <a:pt x="91353" y="31650"/>
                  </a:lnTo>
                  <a:lnTo>
                    <a:pt x="91353" y="25220"/>
                  </a:lnTo>
                  <a:cubicBezTo>
                    <a:pt x="91353" y="23196"/>
                    <a:pt x="92996" y="21529"/>
                    <a:pt x="95044" y="21529"/>
                  </a:cubicBezTo>
                  <a:close/>
                  <a:moveTo>
                    <a:pt x="130052" y="6621"/>
                  </a:moveTo>
                  <a:cubicBezTo>
                    <a:pt x="140482" y="6621"/>
                    <a:pt x="148889" y="15028"/>
                    <a:pt x="148889" y="25458"/>
                  </a:cubicBezTo>
                  <a:lnTo>
                    <a:pt x="148889" y="31650"/>
                  </a:lnTo>
                  <a:lnTo>
                    <a:pt x="140554" y="31650"/>
                  </a:lnTo>
                  <a:lnTo>
                    <a:pt x="140554" y="25220"/>
                  </a:lnTo>
                  <a:cubicBezTo>
                    <a:pt x="140554" y="19529"/>
                    <a:pt x="135958" y="14956"/>
                    <a:pt x="130290" y="14956"/>
                  </a:cubicBezTo>
                  <a:lnTo>
                    <a:pt x="95044" y="14956"/>
                  </a:lnTo>
                  <a:cubicBezTo>
                    <a:pt x="89376" y="14956"/>
                    <a:pt x="84780" y="19576"/>
                    <a:pt x="84780" y="25220"/>
                  </a:cubicBezTo>
                  <a:lnTo>
                    <a:pt x="84780" y="31650"/>
                  </a:lnTo>
                  <a:lnTo>
                    <a:pt x="75993" y="31650"/>
                  </a:lnTo>
                  <a:lnTo>
                    <a:pt x="75993" y="25458"/>
                  </a:lnTo>
                  <a:cubicBezTo>
                    <a:pt x="75993" y="15028"/>
                    <a:pt x="84423" y="6621"/>
                    <a:pt x="94830" y="6621"/>
                  </a:cubicBezTo>
                  <a:close/>
                  <a:moveTo>
                    <a:pt x="116263" y="113810"/>
                  </a:moveTo>
                  <a:cubicBezTo>
                    <a:pt x="118025" y="113810"/>
                    <a:pt x="119454" y="115238"/>
                    <a:pt x="119454" y="117001"/>
                  </a:cubicBezTo>
                  <a:lnTo>
                    <a:pt x="119454" y="132147"/>
                  </a:lnTo>
                  <a:cubicBezTo>
                    <a:pt x="119454" y="133909"/>
                    <a:pt x="118025" y="135338"/>
                    <a:pt x="116263" y="135338"/>
                  </a:cubicBezTo>
                  <a:lnTo>
                    <a:pt x="108595" y="135338"/>
                  </a:lnTo>
                  <a:cubicBezTo>
                    <a:pt x="106832" y="135338"/>
                    <a:pt x="105404" y="133909"/>
                    <a:pt x="105404" y="132147"/>
                  </a:cubicBezTo>
                  <a:lnTo>
                    <a:pt x="105404" y="117001"/>
                  </a:lnTo>
                  <a:cubicBezTo>
                    <a:pt x="105404" y="115215"/>
                    <a:pt x="106832" y="113810"/>
                    <a:pt x="108595" y="113810"/>
                  </a:cubicBezTo>
                  <a:close/>
                  <a:moveTo>
                    <a:pt x="209592" y="38223"/>
                  </a:moveTo>
                  <a:cubicBezTo>
                    <a:pt x="214379" y="38223"/>
                    <a:pt x="218284" y="42128"/>
                    <a:pt x="218284" y="46915"/>
                  </a:cubicBezTo>
                  <a:lnTo>
                    <a:pt x="218284" y="68110"/>
                  </a:lnTo>
                  <a:cubicBezTo>
                    <a:pt x="218284" y="76754"/>
                    <a:pt x="215069" y="85042"/>
                    <a:pt x="209449" y="91353"/>
                  </a:cubicBezTo>
                  <a:lnTo>
                    <a:pt x="209425" y="91400"/>
                  </a:lnTo>
                  <a:cubicBezTo>
                    <a:pt x="206949" y="94163"/>
                    <a:pt x="203996" y="96425"/>
                    <a:pt x="200900" y="98449"/>
                  </a:cubicBezTo>
                  <a:cubicBezTo>
                    <a:pt x="200900" y="98449"/>
                    <a:pt x="200876" y="98449"/>
                    <a:pt x="200876" y="98473"/>
                  </a:cubicBezTo>
                  <a:cubicBezTo>
                    <a:pt x="183991" y="109690"/>
                    <a:pt x="160034" y="117382"/>
                    <a:pt x="133957" y="120097"/>
                  </a:cubicBezTo>
                  <a:cubicBezTo>
                    <a:pt x="131338" y="120359"/>
                    <a:pt x="128694" y="120597"/>
                    <a:pt x="126075" y="120740"/>
                  </a:cubicBezTo>
                  <a:lnTo>
                    <a:pt x="126075" y="113691"/>
                  </a:lnTo>
                  <a:cubicBezTo>
                    <a:pt x="126075" y="110095"/>
                    <a:pt x="123145" y="107189"/>
                    <a:pt x="119573" y="107189"/>
                  </a:cubicBezTo>
                  <a:lnTo>
                    <a:pt x="108619" y="107189"/>
                  </a:lnTo>
                  <a:cubicBezTo>
                    <a:pt x="103236" y="107189"/>
                    <a:pt x="98855" y="111571"/>
                    <a:pt x="98855" y="116953"/>
                  </a:cubicBezTo>
                  <a:lnTo>
                    <a:pt x="98855" y="120811"/>
                  </a:lnTo>
                  <a:cubicBezTo>
                    <a:pt x="97473" y="120716"/>
                    <a:pt x="96068" y="120597"/>
                    <a:pt x="94687" y="120501"/>
                  </a:cubicBezTo>
                  <a:cubicBezTo>
                    <a:pt x="83089" y="119525"/>
                    <a:pt x="71563" y="117548"/>
                    <a:pt x="60347" y="114429"/>
                  </a:cubicBezTo>
                  <a:cubicBezTo>
                    <a:pt x="59854" y="114293"/>
                    <a:pt x="59341" y="114217"/>
                    <a:pt x="58840" y="114217"/>
                  </a:cubicBezTo>
                  <a:cubicBezTo>
                    <a:pt x="57401" y="114217"/>
                    <a:pt x="56060" y="114847"/>
                    <a:pt x="55584" y="116524"/>
                  </a:cubicBezTo>
                  <a:cubicBezTo>
                    <a:pt x="55107" y="118239"/>
                    <a:pt x="56155" y="120120"/>
                    <a:pt x="57846" y="120597"/>
                  </a:cubicBezTo>
                  <a:cubicBezTo>
                    <a:pt x="68563" y="123621"/>
                    <a:pt x="79493" y="125455"/>
                    <a:pt x="90567" y="126765"/>
                  </a:cubicBezTo>
                  <a:cubicBezTo>
                    <a:pt x="93306" y="127027"/>
                    <a:pt x="96068" y="127265"/>
                    <a:pt x="98855" y="127431"/>
                  </a:cubicBezTo>
                  <a:lnTo>
                    <a:pt x="98855" y="132623"/>
                  </a:lnTo>
                  <a:cubicBezTo>
                    <a:pt x="99093" y="137291"/>
                    <a:pt x="102617" y="141101"/>
                    <a:pt x="107142" y="141791"/>
                  </a:cubicBezTo>
                  <a:cubicBezTo>
                    <a:pt x="107618" y="141887"/>
                    <a:pt x="108118" y="141911"/>
                    <a:pt x="108619" y="141911"/>
                  </a:cubicBezTo>
                  <a:lnTo>
                    <a:pt x="116192" y="141911"/>
                  </a:lnTo>
                  <a:cubicBezTo>
                    <a:pt x="116692" y="141911"/>
                    <a:pt x="117192" y="141887"/>
                    <a:pt x="117668" y="141791"/>
                  </a:cubicBezTo>
                  <a:cubicBezTo>
                    <a:pt x="122193" y="141101"/>
                    <a:pt x="125717" y="137267"/>
                    <a:pt x="125955" y="132623"/>
                  </a:cubicBezTo>
                  <a:lnTo>
                    <a:pt x="125955" y="127431"/>
                  </a:lnTo>
                  <a:cubicBezTo>
                    <a:pt x="151366" y="125860"/>
                    <a:pt x="177276" y="120144"/>
                    <a:pt x="199423" y="107142"/>
                  </a:cubicBezTo>
                  <a:lnTo>
                    <a:pt x="199423" y="156914"/>
                  </a:lnTo>
                  <a:cubicBezTo>
                    <a:pt x="199423" y="158819"/>
                    <a:pt x="197875" y="160367"/>
                    <a:pt x="195970" y="160367"/>
                  </a:cubicBezTo>
                  <a:lnTo>
                    <a:pt x="169203" y="160367"/>
                  </a:lnTo>
                  <a:cubicBezTo>
                    <a:pt x="168798" y="160367"/>
                    <a:pt x="168393" y="160510"/>
                    <a:pt x="168131" y="160819"/>
                  </a:cubicBezTo>
                  <a:cubicBezTo>
                    <a:pt x="165511" y="163629"/>
                    <a:pt x="167440" y="166939"/>
                    <a:pt x="170179" y="166939"/>
                  </a:cubicBezTo>
                  <a:lnTo>
                    <a:pt x="191350" y="166939"/>
                  </a:lnTo>
                  <a:cubicBezTo>
                    <a:pt x="199447" y="166939"/>
                    <a:pt x="205996" y="160390"/>
                    <a:pt x="205996" y="152294"/>
                  </a:cubicBezTo>
                  <a:lnTo>
                    <a:pt x="205996" y="102903"/>
                  </a:lnTo>
                  <a:cubicBezTo>
                    <a:pt x="206067" y="102879"/>
                    <a:pt x="206091" y="102855"/>
                    <a:pt x="206139" y="102831"/>
                  </a:cubicBezTo>
                  <a:cubicBezTo>
                    <a:pt x="208449" y="101236"/>
                    <a:pt x="210616" y="99545"/>
                    <a:pt x="212616" y="97592"/>
                  </a:cubicBezTo>
                  <a:lnTo>
                    <a:pt x="212616" y="152294"/>
                  </a:lnTo>
                  <a:cubicBezTo>
                    <a:pt x="212616" y="164034"/>
                    <a:pt x="203091" y="173560"/>
                    <a:pt x="191350" y="173560"/>
                  </a:cubicBezTo>
                  <a:lnTo>
                    <a:pt x="33555" y="173560"/>
                  </a:lnTo>
                  <a:cubicBezTo>
                    <a:pt x="21815" y="173560"/>
                    <a:pt x="12289" y="164034"/>
                    <a:pt x="12289" y="152294"/>
                  </a:cubicBezTo>
                  <a:lnTo>
                    <a:pt x="12289" y="97592"/>
                  </a:lnTo>
                  <a:cubicBezTo>
                    <a:pt x="12575" y="97830"/>
                    <a:pt x="12837" y="98092"/>
                    <a:pt x="13075" y="98330"/>
                  </a:cubicBezTo>
                  <a:cubicBezTo>
                    <a:pt x="14885" y="100021"/>
                    <a:pt x="16861" y="101474"/>
                    <a:pt x="18886" y="102903"/>
                  </a:cubicBezTo>
                  <a:lnTo>
                    <a:pt x="18886" y="163486"/>
                  </a:lnTo>
                  <a:cubicBezTo>
                    <a:pt x="18886" y="165392"/>
                    <a:pt x="20433" y="166939"/>
                    <a:pt x="22339" y="166939"/>
                  </a:cubicBezTo>
                  <a:lnTo>
                    <a:pt x="158224" y="166939"/>
                  </a:lnTo>
                  <a:cubicBezTo>
                    <a:pt x="158438" y="166939"/>
                    <a:pt x="158629" y="166844"/>
                    <a:pt x="158796" y="166725"/>
                  </a:cubicBezTo>
                  <a:cubicBezTo>
                    <a:pt x="161772" y="163867"/>
                    <a:pt x="159772" y="160367"/>
                    <a:pt x="156962" y="160367"/>
                  </a:cubicBezTo>
                  <a:lnTo>
                    <a:pt x="33555" y="160367"/>
                  </a:lnTo>
                  <a:cubicBezTo>
                    <a:pt x="29078" y="160367"/>
                    <a:pt x="25482" y="156771"/>
                    <a:pt x="25482" y="152294"/>
                  </a:cubicBezTo>
                  <a:lnTo>
                    <a:pt x="25482" y="107165"/>
                  </a:lnTo>
                  <a:cubicBezTo>
                    <a:pt x="29769" y="109666"/>
                    <a:pt x="34413" y="112000"/>
                    <a:pt x="39366" y="114095"/>
                  </a:cubicBezTo>
                  <a:lnTo>
                    <a:pt x="39390" y="114095"/>
                  </a:lnTo>
                  <a:cubicBezTo>
                    <a:pt x="41057" y="114810"/>
                    <a:pt x="42724" y="115500"/>
                    <a:pt x="44415" y="116120"/>
                  </a:cubicBezTo>
                  <a:cubicBezTo>
                    <a:pt x="44804" y="116273"/>
                    <a:pt x="45205" y="116346"/>
                    <a:pt x="45600" y="116346"/>
                  </a:cubicBezTo>
                  <a:cubicBezTo>
                    <a:pt x="46918" y="116346"/>
                    <a:pt x="48164" y="115534"/>
                    <a:pt x="48677" y="114214"/>
                  </a:cubicBezTo>
                  <a:cubicBezTo>
                    <a:pt x="49297" y="112595"/>
                    <a:pt x="48463" y="110618"/>
                    <a:pt x="46772" y="109976"/>
                  </a:cubicBezTo>
                  <a:cubicBezTo>
                    <a:pt x="38818" y="106927"/>
                    <a:pt x="31102" y="103188"/>
                    <a:pt x="24006" y="98473"/>
                  </a:cubicBezTo>
                  <a:cubicBezTo>
                    <a:pt x="23958" y="98473"/>
                    <a:pt x="23958" y="98449"/>
                    <a:pt x="23934" y="98449"/>
                  </a:cubicBezTo>
                  <a:cubicBezTo>
                    <a:pt x="20838" y="96401"/>
                    <a:pt x="17909" y="94187"/>
                    <a:pt x="15456" y="91400"/>
                  </a:cubicBezTo>
                  <a:cubicBezTo>
                    <a:pt x="9836" y="85089"/>
                    <a:pt x="6573" y="76778"/>
                    <a:pt x="6573" y="68110"/>
                  </a:cubicBezTo>
                  <a:lnTo>
                    <a:pt x="6573" y="51297"/>
                  </a:lnTo>
                  <a:cubicBezTo>
                    <a:pt x="6573" y="44057"/>
                    <a:pt x="12456" y="38223"/>
                    <a:pt x="19648" y="38223"/>
                  </a:cubicBezTo>
                  <a:close/>
                  <a:moveTo>
                    <a:pt x="94854" y="1"/>
                  </a:moveTo>
                  <a:cubicBezTo>
                    <a:pt x="80803" y="1"/>
                    <a:pt x="69396" y="11408"/>
                    <a:pt x="69396" y="25458"/>
                  </a:cubicBezTo>
                  <a:lnTo>
                    <a:pt x="69396" y="31650"/>
                  </a:lnTo>
                  <a:lnTo>
                    <a:pt x="19671" y="31650"/>
                  </a:lnTo>
                  <a:cubicBezTo>
                    <a:pt x="8812" y="31650"/>
                    <a:pt x="1" y="40461"/>
                    <a:pt x="1" y="51321"/>
                  </a:cubicBezTo>
                  <a:lnTo>
                    <a:pt x="1" y="68134"/>
                  </a:lnTo>
                  <a:cubicBezTo>
                    <a:pt x="1" y="75611"/>
                    <a:pt x="2025" y="82875"/>
                    <a:pt x="5716" y="89186"/>
                  </a:cubicBezTo>
                  <a:lnTo>
                    <a:pt x="5716" y="152294"/>
                  </a:lnTo>
                  <a:cubicBezTo>
                    <a:pt x="5716" y="167654"/>
                    <a:pt x="18195" y="180133"/>
                    <a:pt x="33555" y="180133"/>
                  </a:cubicBezTo>
                  <a:lnTo>
                    <a:pt x="191374" y="180133"/>
                  </a:lnTo>
                  <a:cubicBezTo>
                    <a:pt x="206734" y="180133"/>
                    <a:pt x="219213" y="167654"/>
                    <a:pt x="219213" y="152294"/>
                  </a:cubicBezTo>
                  <a:lnTo>
                    <a:pt x="219213" y="89186"/>
                  </a:lnTo>
                  <a:cubicBezTo>
                    <a:pt x="222904" y="82899"/>
                    <a:pt x="224928" y="75635"/>
                    <a:pt x="224928" y="68134"/>
                  </a:cubicBezTo>
                  <a:lnTo>
                    <a:pt x="224928" y="51321"/>
                  </a:lnTo>
                  <a:cubicBezTo>
                    <a:pt x="224905" y="40461"/>
                    <a:pt x="216093" y="31650"/>
                    <a:pt x="205234" y="31650"/>
                  </a:cubicBezTo>
                  <a:lnTo>
                    <a:pt x="155485" y="31650"/>
                  </a:lnTo>
                  <a:lnTo>
                    <a:pt x="155485" y="25458"/>
                  </a:lnTo>
                  <a:cubicBezTo>
                    <a:pt x="155485" y="11408"/>
                    <a:pt x="144078" y="1"/>
                    <a:pt x="130028"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294" name="Google Shape;3294;p45"/>
          <p:cNvGrpSpPr/>
          <p:nvPr/>
        </p:nvGrpSpPr>
        <p:grpSpPr>
          <a:xfrm>
            <a:off x="5464158" y="1728290"/>
            <a:ext cx="330576" cy="327712"/>
            <a:chOff x="5464158" y="1728290"/>
            <a:chExt cx="330576" cy="327712"/>
          </a:xfrm>
        </p:grpSpPr>
        <p:sp>
          <p:nvSpPr>
            <p:cNvPr id="3295" name="Google Shape;3295;p45"/>
            <p:cNvSpPr/>
            <p:nvPr/>
          </p:nvSpPr>
          <p:spPr>
            <a:xfrm>
              <a:off x="5649472" y="1803315"/>
              <a:ext cx="142694" cy="155534"/>
            </a:xfrm>
            <a:custGeom>
              <a:avLst/>
              <a:gdLst/>
              <a:ahLst/>
              <a:cxnLst/>
              <a:rect l="l" t="t" r="r" b="b"/>
              <a:pathLst>
                <a:path w="97903" h="106713" extrusionOk="0">
                  <a:moveTo>
                    <a:pt x="76850" y="1"/>
                  </a:moveTo>
                  <a:lnTo>
                    <a:pt x="1549" y="75278"/>
                  </a:lnTo>
                  <a:lnTo>
                    <a:pt x="1" y="106713"/>
                  </a:lnTo>
                  <a:lnTo>
                    <a:pt x="27721" y="101450"/>
                  </a:lnTo>
                  <a:lnTo>
                    <a:pt x="91615" y="37532"/>
                  </a:lnTo>
                  <a:cubicBezTo>
                    <a:pt x="97902" y="31245"/>
                    <a:pt x="97902" y="21052"/>
                    <a:pt x="91615" y="14765"/>
                  </a:cubicBezTo>
                  <a:lnTo>
                    <a:pt x="76850"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6" name="Google Shape;3296;p45"/>
            <p:cNvSpPr/>
            <p:nvPr/>
          </p:nvSpPr>
          <p:spPr>
            <a:xfrm>
              <a:off x="5541942" y="1913032"/>
              <a:ext cx="147865" cy="138154"/>
            </a:xfrm>
            <a:custGeom>
              <a:avLst/>
              <a:gdLst/>
              <a:ahLst/>
              <a:cxnLst/>
              <a:rect l="l" t="t" r="r" b="b"/>
              <a:pathLst>
                <a:path w="101451" h="94788" extrusionOk="0">
                  <a:moveTo>
                    <a:pt x="75326" y="1"/>
                  </a:moveTo>
                  <a:lnTo>
                    <a:pt x="0" y="75326"/>
                  </a:lnTo>
                  <a:lnTo>
                    <a:pt x="14765" y="90090"/>
                  </a:lnTo>
                  <a:cubicBezTo>
                    <a:pt x="17909" y="93222"/>
                    <a:pt x="22035" y="94788"/>
                    <a:pt x="26161" y="94788"/>
                  </a:cubicBezTo>
                  <a:cubicBezTo>
                    <a:pt x="30287" y="94788"/>
                    <a:pt x="34412" y="93222"/>
                    <a:pt x="37556" y="90090"/>
                  </a:cubicBezTo>
                  <a:lnTo>
                    <a:pt x="101450" y="26173"/>
                  </a:lnTo>
                  <a:lnTo>
                    <a:pt x="7532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7" name="Google Shape;3297;p45"/>
            <p:cNvSpPr/>
            <p:nvPr/>
          </p:nvSpPr>
          <p:spPr>
            <a:xfrm>
              <a:off x="5571723" y="1733029"/>
              <a:ext cx="198923" cy="196630"/>
            </a:xfrm>
            <a:custGeom>
              <a:avLst/>
              <a:gdLst/>
              <a:ahLst/>
              <a:cxnLst/>
              <a:rect l="l" t="t" r="r" b="b"/>
              <a:pathLst>
                <a:path w="136482" h="134909" extrusionOk="0">
                  <a:moveTo>
                    <a:pt x="75272" y="0"/>
                  </a:moveTo>
                  <a:cubicBezTo>
                    <a:pt x="71154" y="0"/>
                    <a:pt x="67044" y="1566"/>
                    <a:pt x="63918" y="4692"/>
                  </a:cubicBezTo>
                  <a:lnTo>
                    <a:pt x="0" y="68610"/>
                  </a:lnTo>
                  <a:lnTo>
                    <a:pt x="16647" y="118263"/>
                  </a:lnTo>
                  <a:lnTo>
                    <a:pt x="66300" y="134909"/>
                  </a:lnTo>
                  <a:lnTo>
                    <a:pt x="130194" y="70991"/>
                  </a:lnTo>
                  <a:cubicBezTo>
                    <a:pt x="136481" y="64704"/>
                    <a:pt x="136481" y="54512"/>
                    <a:pt x="130194" y="48225"/>
                  </a:cubicBezTo>
                  <a:lnTo>
                    <a:pt x="86709" y="4740"/>
                  </a:lnTo>
                  <a:cubicBezTo>
                    <a:pt x="83547" y="1578"/>
                    <a:pt x="79406" y="0"/>
                    <a:pt x="75272" y="0"/>
                  </a:cubicBezTo>
                  <a:close/>
                </a:path>
              </a:pathLst>
            </a:custGeom>
            <a:solidFill>
              <a:srgbClr val="00B2B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8" name="Google Shape;3298;p45"/>
            <p:cNvSpPr/>
            <p:nvPr/>
          </p:nvSpPr>
          <p:spPr>
            <a:xfrm>
              <a:off x="5469468" y="1833026"/>
              <a:ext cx="198888" cy="196639"/>
            </a:xfrm>
            <a:custGeom>
              <a:avLst/>
              <a:gdLst/>
              <a:ahLst/>
              <a:cxnLst/>
              <a:rect l="l" t="t" r="r" b="b"/>
              <a:pathLst>
                <a:path w="136458" h="134915" extrusionOk="0">
                  <a:moveTo>
                    <a:pt x="70158" y="1"/>
                  </a:moveTo>
                  <a:lnTo>
                    <a:pt x="6264" y="63942"/>
                  </a:lnTo>
                  <a:cubicBezTo>
                    <a:pt x="1" y="70229"/>
                    <a:pt x="1" y="80446"/>
                    <a:pt x="6264" y="86733"/>
                  </a:cubicBezTo>
                  <a:lnTo>
                    <a:pt x="49773" y="130218"/>
                  </a:lnTo>
                  <a:cubicBezTo>
                    <a:pt x="52905" y="133349"/>
                    <a:pt x="57025" y="134915"/>
                    <a:pt x="61147" y="134915"/>
                  </a:cubicBezTo>
                  <a:cubicBezTo>
                    <a:pt x="65270" y="134915"/>
                    <a:pt x="69396" y="133349"/>
                    <a:pt x="72540" y="130218"/>
                  </a:cubicBezTo>
                  <a:lnTo>
                    <a:pt x="136458" y="66300"/>
                  </a:lnTo>
                  <a:lnTo>
                    <a:pt x="70158" y="1"/>
                  </a:lnTo>
                  <a:close/>
                </a:path>
              </a:pathLst>
            </a:custGeom>
            <a:solidFill>
              <a:srgbClr val="FF89A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9" name="Google Shape;3299;p45"/>
            <p:cNvSpPr/>
            <p:nvPr/>
          </p:nvSpPr>
          <p:spPr>
            <a:xfrm>
              <a:off x="5651173" y="1780658"/>
              <a:ext cx="15482" cy="14540"/>
            </a:xfrm>
            <a:custGeom>
              <a:avLst/>
              <a:gdLst/>
              <a:ahLst/>
              <a:cxnLst/>
              <a:rect l="l" t="t" r="r" b="b"/>
              <a:pathLst>
                <a:path w="10622" h="9976" extrusionOk="0">
                  <a:moveTo>
                    <a:pt x="7011" y="1"/>
                  </a:moveTo>
                  <a:cubicBezTo>
                    <a:pt x="6169" y="1"/>
                    <a:pt x="5323" y="316"/>
                    <a:pt x="4668" y="947"/>
                  </a:cubicBezTo>
                  <a:lnTo>
                    <a:pt x="1263" y="4353"/>
                  </a:lnTo>
                  <a:cubicBezTo>
                    <a:pt x="1" y="5639"/>
                    <a:pt x="1" y="7711"/>
                    <a:pt x="1263" y="9020"/>
                  </a:cubicBezTo>
                  <a:cubicBezTo>
                    <a:pt x="1897" y="9654"/>
                    <a:pt x="2753" y="9976"/>
                    <a:pt x="3612" y="9976"/>
                  </a:cubicBezTo>
                  <a:cubicBezTo>
                    <a:pt x="4462" y="9976"/>
                    <a:pt x="5314" y="9660"/>
                    <a:pt x="5954" y="9020"/>
                  </a:cubicBezTo>
                  <a:lnTo>
                    <a:pt x="9336" y="5639"/>
                  </a:lnTo>
                  <a:cubicBezTo>
                    <a:pt x="10622" y="4353"/>
                    <a:pt x="10622" y="2257"/>
                    <a:pt x="9336" y="947"/>
                  </a:cubicBezTo>
                  <a:cubicBezTo>
                    <a:pt x="8693" y="316"/>
                    <a:pt x="7853" y="1"/>
                    <a:pt x="7011"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0" name="Google Shape;3300;p45"/>
            <p:cNvSpPr/>
            <p:nvPr/>
          </p:nvSpPr>
          <p:spPr>
            <a:xfrm>
              <a:off x="5705597" y="1835092"/>
              <a:ext cx="15517" cy="14562"/>
            </a:xfrm>
            <a:custGeom>
              <a:avLst/>
              <a:gdLst/>
              <a:ahLst/>
              <a:cxnLst/>
              <a:rect l="l" t="t" r="r" b="b"/>
              <a:pathLst>
                <a:path w="10646" h="9991" extrusionOk="0">
                  <a:moveTo>
                    <a:pt x="7035" y="1"/>
                  </a:moveTo>
                  <a:cubicBezTo>
                    <a:pt x="6193" y="1"/>
                    <a:pt x="5347" y="322"/>
                    <a:pt x="4692" y="965"/>
                  </a:cubicBezTo>
                  <a:lnTo>
                    <a:pt x="1287" y="4371"/>
                  </a:lnTo>
                  <a:cubicBezTo>
                    <a:pt x="1" y="5657"/>
                    <a:pt x="1" y="7728"/>
                    <a:pt x="1287" y="9038"/>
                  </a:cubicBezTo>
                  <a:cubicBezTo>
                    <a:pt x="1977" y="9657"/>
                    <a:pt x="2811" y="9991"/>
                    <a:pt x="3644" y="9991"/>
                  </a:cubicBezTo>
                  <a:cubicBezTo>
                    <a:pt x="4478" y="9991"/>
                    <a:pt x="5335" y="9657"/>
                    <a:pt x="5954" y="9038"/>
                  </a:cubicBezTo>
                  <a:lnTo>
                    <a:pt x="9360" y="5633"/>
                  </a:lnTo>
                  <a:cubicBezTo>
                    <a:pt x="10646" y="4371"/>
                    <a:pt x="10646" y="2275"/>
                    <a:pt x="9360" y="965"/>
                  </a:cubicBezTo>
                  <a:cubicBezTo>
                    <a:pt x="8717" y="322"/>
                    <a:pt x="7877" y="1"/>
                    <a:pt x="7035"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1" name="Google Shape;3301;p45"/>
            <p:cNvSpPr/>
            <p:nvPr/>
          </p:nvSpPr>
          <p:spPr>
            <a:xfrm>
              <a:off x="5672137" y="1805735"/>
              <a:ext cx="23569" cy="23085"/>
            </a:xfrm>
            <a:custGeom>
              <a:avLst/>
              <a:gdLst/>
              <a:ahLst/>
              <a:cxnLst/>
              <a:rect l="l" t="t" r="r" b="b"/>
              <a:pathLst>
                <a:path w="16171" h="15839" extrusionOk="0">
                  <a:moveTo>
                    <a:pt x="3542" y="0"/>
                  </a:moveTo>
                  <a:cubicBezTo>
                    <a:pt x="1825" y="0"/>
                    <a:pt x="353" y="1321"/>
                    <a:pt x="239" y="3080"/>
                  </a:cubicBezTo>
                  <a:cubicBezTo>
                    <a:pt x="1" y="6437"/>
                    <a:pt x="1310" y="9795"/>
                    <a:pt x="3787" y="12272"/>
                  </a:cubicBezTo>
                  <a:cubicBezTo>
                    <a:pt x="6041" y="14525"/>
                    <a:pt x="9172" y="15838"/>
                    <a:pt x="12339" y="15838"/>
                  </a:cubicBezTo>
                  <a:cubicBezTo>
                    <a:pt x="12553" y="15838"/>
                    <a:pt x="12766" y="15832"/>
                    <a:pt x="12979" y="15820"/>
                  </a:cubicBezTo>
                  <a:cubicBezTo>
                    <a:pt x="14813" y="15701"/>
                    <a:pt x="16171" y="14106"/>
                    <a:pt x="16052" y="12296"/>
                  </a:cubicBezTo>
                  <a:cubicBezTo>
                    <a:pt x="15937" y="10559"/>
                    <a:pt x="14485" y="9217"/>
                    <a:pt x="12768" y="9217"/>
                  </a:cubicBezTo>
                  <a:cubicBezTo>
                    <a:pt x="12696" y="9217"/>
                    <a:pt x="12624" y="9219"/>
                    <a:pt x="12551" y="9224"/>
                  </a:cubicBezTo>
                  <a:cubicBezTo>
                    <a:pt x="12443" y="9231"/>
                    <a:pt x="12335" y="9234"/>
                    <a:pt x="12228" y="9234"/>
                  </a:cubicBezTo>
                  <a:cubicBezTo>
                    <a:pt x="10840" y="9234"/>
                    <a:pt x="9492" y="8667"/>
                    <a:pt x="8431" y="7628"/>
                  </a:cubicBezTo>
                  <a:cubicBezTo>
                    <a:pt x="7312" y="6485"/>
                    <a:pt x="6716" y="5009"/>
                    <a:pt x="6835" y="3508"/>
                  </a:cubicBezTo>
                  <a:cubicBezTo>
                    <a:pt x="6954" y="1698"/>
                    <a:pt x="5573" y="127"/>
                    <a:pt x="3763" y="8"/>
                  </a:cubicBezTo>
                  <a:cubicBezTo>
                    <a:pt x="3689" y="3"/>
                    <a:pt x="3616" y="0"/>
                    <a:pt x="3542"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2" name="Google Shape;3302;p45"/>
            <p:cNvSpPr/>
            <p:nvPr/>
          </p:nvSpPr>
          <p:spPr>
            <a:xfrm>
              <a:off x="5541942" y="1913032"/>
              <a:ext cx="147865" cy="138154"/>
            </a:xfrm>
            <a:custGeom>
              <a:avLst/>
              <a:gdLst/>
              <a:ahLst/>
              <a:cxnLst/>
              <a:rect l="l" t="t" r="r" b="b"/>
              <a:pathLst>
                <a:path w="101451" h="94788" extrusionOk="0">
                  <a:moveTo>
                    <a:pt x="75326" y="1"/>
                  </a:moveTo>
                  <a:lnTo>
                    <a:pt x="0" y="75326"/>
                  </a:lnTo>
                  <a:lnTo>
                    <a:pt x="14765" y="90090"/>
                  </a:lnTo>
                  <a:cubicBezTo>
                    <a:pt x="17909" y="93222"/>
                    <a:pt x="22035" y="94788"/>
                    <a:pt x="26161" y="94788"/>
                  </a:cubicBezTo>
                  <a:cubicBezTo>
                    <a:pt x="30287" y="94788"/>
                    <a:pt x="34412" y="93222"/>
                    <a:pt x="37556" y="90090"/>
                  </a:cubicBezTo>
                  <a:lnTo>
                    <a:pt x="101450" y="26173"/>
                  </a:lnTo>
                  <a:lnTo>
                    <a:pt x="75326" y="1"/>
                  </a:lnTo>
                  <a:close/>
                </a:path>
              </a:pathLst>
            </a:custGeom>
            <a:solidFill>
              <a:srgbClr val="000000">
                <a:alpha val="84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3" name="Google Shape;3303;p45"/>
            <p:cNvSpPr/>
            <p:nvPr/>
          </p:nvSpPr>
          <p:spPr>
            <a:xfrm rot="-5400000" flipH="1">
              <a:off x="5646950" y="1808591"/>
              <a:ext cx="147865" cy="138154"/>
            </a:xfrm>
            <a:custGeom>
              <a:avLst/>
              <a:gdLst/>
              <a:ahLst/>
              <a:cxnLst/>
              <a:rect l="l" t="t" r="r" b="b"/>
              <a:pathLst>
                <a:path w="101451" h="94788" extrusionOk="0">
                  <a:moveTo>
                    <a:pt x="75326" y="1"/>
                  </a:moveTo>
                  <a:lnTo>
                    <a:pt x="0" y="75326"/>
                  </a:lnTo>
                  <a:lnTo>
                    <a:pt x="14765" y="90090"/>
                  </a:lnTo>
                  <a:cubicBezTo>
                    <a:pt x="17909" y="93222"/>
                    <a:pt x="22035" y="94788"/>
                    <a:pt x="26161" y="94788"/>
                  </a:cubicBezTo>
                  <a:cubicBezTo>
                    <a:pt x="30287" y="94788"/>
                    <a:pt x="34412" y="93222"/>
                    <a:pt x="37556" y="90090"/>
                  </a:cubicBezTo>
                  <a:lnTo>
                    <a:pt x="101450" y="26173"/>
                  </a:lnTo>
                  <a:lnTo>
                    <a:pt x="75326" y="1"/>
                  </a:lnTo>
                  <a:close/>
                </a:path>
              </a:pathLst>
            </a:custGeom>
            <a:solidFill>
              <a:srgbClr val="000000">
                <a:alpha val="84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4" name="Google Shape;3304;p45"/>
            <p:cNvSpPr/>
            <p:nvPr/>
          </p:nvSpPr>
          <p:spPr>
            <a:xfrm>
              <a:off x="5464158" y="1728290"/>
              <a:ext cx="330576" cy="327712"/>
            </a:xfrm>
            <a:custGeom>
              <a:avLst/>
              <a:gdLst/>
              <a:ahLst/>
              <a:cxnLst/>
              <a:rect l="l" t="t" r="r" b="b"/>
              <a:pathLst>
                <a:path w="226810" h="224845" extrusionOk="0">
                  <a:moveTo>
                    <a:pt x="149100" y="6538"/>
                  </a:moveTo>
                  <a:cubicBezTo>
                    <a:pt x="152395" y="6538"/>
                    <a:pt x="155687" y="7776"/>
                    <a:pt x="158152" y="10253"/>
                  </a:cubicBezTo>
                  <a:lnTo>
                    <a:pt x="201661" y="53738"/>
                  </a:lnTo>
                  <a:cubicBezTo>
                    <a:pt x="204067" y="56143"/>
                    <a:pt x="205400" y="59358"/>
                    <a:pt x="205400" y="62787"/>
                  </a:cubicBezTo>
                  <a:cubicBezTo>
                    <a:pt x="205400" y="66217"/>
                    <a:pt x="204067" y="69432"/>
                    <a:pt x="201661" y="71861"/>
                  </a:cubicBezTo>
                  <a:lnTo>
                    <a:pt x="162534" y="110988"/>
                  </a:lnTo>
                  <a:cubicBezTo>
                    <a:pt x="161248" y="112274"/>
                    <a:pt x="161248" y="114345"/>
                    <a:pt x="162534" y="115655"/>
                  </a:cubicBezTo>
                  <a:cubicBezTo>
                    <a:pt x="163177" y="116298"/>
                    <a:pt x="164017" y="116620"/>
                    <a:pt x="164859" y="116620"/>
                  </a:cubicBezTo>
                  <a:cubicBezTo>
                    <a:pt x="165701" y="116620"/>
                    <a:pt x="166547" y="116298"/>
                    <a:pt x="167202" y="115655"/>
                  </a:cubicBezTo>
                  <a:lnTo>
                    <a:pt x="206329" y="76528"/>
                  </a:lnTo>
                  <a:cubicBezTo>
                    <a:pt x="207710" y="75147"/>
                    <a:pt x="208901" y="73528"/>
                    <a:pt x="209830" y="71765"/>
                  </a:cubicBezTo>
                  <a:cubicBezTo>
                    <a:pt x="211092" y="69384"/>
                    <a:pt x="211830" y="66741"/>
                    <a:pt x="211973" y="64073"/>
                  </a:cubicBezTo>
                  <a:lnTo>
                    <a:pt x="216450" y="68527"/>
                  </a:lnTo>
                  <a:cubicBezTo>
                    <a:pt x="218855" y="70932"/>
                    <a:pt x="220189" y="74147"/>
                    <a:pt x="220189" y="77576"/>
                  </a:cubicBezTo>
                  <a:cubicBezTo>
                    <a:pt x="220189" y="81005"/>
                    <a:pt x="218855" y="84220"/>
                    <a:pt x="216450" y="86649"/>
                  </a:cubicBezTo>
                  <a:lnTo>
                    <a:pt x="154866" y="148257"/>
                  </a:lnTo>
                  <a:lnTo>
                    <a:pt x="144745" y="138136"/>
                  </a:lnTo>
                  <a:lnTo>
                    <a:pt x="158033" y="124824"/>
                  </a:lnTo>
                  <a:cubicBezTo>
                    <a:pt x="159319" y="123538"/>
                    <a:pt x="159319" y="121466"/>
                    <a:pt x="158033" y="120156"/>
                  </a:cubicBezTo>
                  <a:cubicBezTo>
                    <a:pt x="157390" y="119513"/>
                    <a:pt x="156551" y="119192"/>
                    <a:pt x="155708" y="119192"/>
                  </a:cubicBezTo>
                  <a:cubicBezTo>
                    <a:pt x="154866" y="119192"/>
                    <a:pt x="154020" y="119513"/>
                    <a:pt x="153365" y="120156"/>
                  </a:cubicBezTo>
                  <a:lnTo>
                    <a:pt x="140053" y="133445"/>
                  </a:lnTo>
                  <a:lnTo>
                    <a:pt x="78445" y="71837"/>
                  </a:lnTo>
                  <a:lnTo>
                    <a:pt x="140029" y="10253"/>
                  </a:lnTo>
                  <a:cubicBezTo>
                    <a:pt x="142506" y="7776"/>
                    <a:pt x="145804" y="6538"/>
                    <a:pt x="149100" y="6538"/>
                  </a:cubicBezTo>
                  <a:close/>
                  <a:moveTo>
                    <a:pt x="140101" y="142780"/>
                  </a:moveTo>
                  <a:lnTo>
                    <a:pt x="150222" y="152901"/>
                  </a:lnTo>
                  <a:lnTo>
                    <a:pt x="88590" y="214485"/>
                  </a:lnTo>
                  <a:cubicBezTo>
                    <a:pt x="86185" y="216890"/>
                    <a:pt x="82970" y="218224"/>
                    <a:pt x="79541" y="218224"/>
                  </a:cubicBezTo>
                  <a:cubicBezTo>
                    <a:pt x="76111" y="218224"/>
                    <a:pt x="72896" y="216890"/>
                    <a:pt x="70491" y="214485"/>
                  </a:cubicBezTo>
                  <a:lnTo>
                    <a:pt x="66014" y="210008"/>
                  </a:lnTo>
                  <a:cubicBezTo>
                    <a:pt x="69419" y="209817"/>
                    <a:pt x="72634" y="208698"/>
                    <a:pt x="75421" y="206864"/>
                  </a:cubicBezTo>
                  <a:cubicBezTo>
                    <a:pt x="75421" y="206864"/>
                    <a:pt x="77564" y="205293"/>
                    <a:pt x="78493" y="204364"/>
                  </a:cubicBezTo>
                  <a:lnTo>
                    <a:pt x="140101" y="142780"/>
                  </a:lnTo>
                  <a:close/>
                  <a:moveTo>
                    <a:pt x="149115" y="1"/>
                  </a:moveTo>
                  <a:cubicBezTo>
                    <a:pt x="144120" y="1"/>
                    <a:pt x="139124" y="1870"/>
                    <a:pt x="135386" y="5609"/>
                  </a:cubicBezTo>
                  <a:lnTo>
                    <a:pt x="30435" y="110559"/>
                  </a:lnTo>
                  <a:cubicBezTo>
                    <a:pt x="29149" y="111845"/>
                    <a:pt x="29149" y="113941"/>
                    <a:pt x="30435" y="115227"/>
                  </a:cubicBezTo>
                  <a:cubicBezTo>
                    <a:pt x="31066" y="115870"/>
                    <a:pt x="31906" y="116191"/>
                    <a:pt x="32751" y="116191"/>
                  </a:cubicBezTo>
                  <a:cubicBezTo>
                    <a:pt x="33596" y="116191"/>
                    <a:pt x="34448" y="115870"/>
                    <a:pt x="35103" y="115227"/>
                  </a:cubicBezTo>
                  <a:lnTo>
                    <a:pt x="73825" y="76504"/>
                  </a:lnTo>
                  <a:lnTo>
                    <a:pt x="135457" y="138136"/>
                  </a:lnTo>
                  <a:cubicBezTo>
                    <a:pt x="135457" y="138136"/>
                    <a:pt x="73849" y="199696"/>
                    <a:pt x="73849" y="199720"/>
                  </a:cubicBezTo>
                  <a:cubicBezTo>
                    <a:pt x="71432" y="202137"/>
                    <a:pt x="68110" y="203465"/>
                    <a:pt x="64727" y="203465"/>
                  </a:cubicBezTo>
                  <a:cubicBezTo>
                    <a:pt x="64077" y="203465"/>
                    <a:pt x="63424" y="203416"/>
                    <a:pt x="62775" y="203316"/>
                  </a:cubicBezTo>
                  <a:cubicBezTo>
                    <a:pt x="60132" y="202911"/>
                    <a:pt x="57631" y="201625"/>
                    <a:pt x="55726" y="199720"/>
                  </a:cubicBezTo>
                  <a:lnTo>
                    <a:pt x="12241" y="156235"/>
                  </a:lnTo>
                  <a:cubicBezTo>
                    <a:pt x="7240" y="151234"/>
                    <a:pt x="7240" y="143113"/>
                    <a:pt x="12241" y="138088"/>
                  </a:cubicBezTo>
                  <a:lnTo>
                    <a:pt x="25863" y="124467"/>
                  </a:lnTo>
                  <a:cubicBezTo>
                    <a:pt x="27149" y="123181"/>
                    <a:pt x="27149" y="121109"/>
                    <a:pt x="25863" y="119799"/>
                  </a:cubicBezTo>
                  <a:cubicBezTo>
                    <a:pt x="25232" y="119156"/>
                    <a:pt x="24392" y="118834"/>
                    <a:pt x="23547" y="118834"/>
                  </a:cubicBezTo>
                  <a:cubicBezTo>
                    <a:pt x="22701" y="118834"/>
                    <a:pt x="21850" y="119156"/>
                    <a:pt x="21195" y="119799"/>
                  </a:cubicBezTo>
                  <a:lnTo>
                    <a:pt x="7573" y="133421"/>
                  </a:lnTo>
                  <a:cubicBezTo>
                    <a:pt x="0" y="140994"/>
                    <a:pt x="0" y="153306"/>
                    <a:pt x="7573" y="160879"/>
                  </a:cubicBezTo>
                  <a:lnTo>
                    <a:pt x="65847" y="219152"/>
                  </a:lnTo>
                  <a:cubicBezTo>
                    <a:pt x="69515" y="222820"/>
                    <a:pt x="74397" y="224844"/>
                    <a:pt x="79564" y="224844"/>
                  </a:cubicBezTo>
                  <a:cubicBezTo>
                    <a:pt x="84756" y="224844"/>
                    <a:pt x="89638" y="222820"/>
                    <a:pt x="93305" y="219152"/>
                  </a:cubicBezTo>
                  <a:lnTo>
                    <a:pt x="221118" y="91341"/>
                  </a:lnTo>
                  <a:cubicBezTo>
                    <a:pt x="224785" y="87673"/>
                    <a:pt x="226809" y="82791"/>
                    <a:pt x="226809" y="77624"/>
                  </a:cubicBezTo>
                  <a:cubicBezTo>
                    <a:pt x="226809" y="72432"/>
                    <a:pt x="224785" y="67550"/>
                    <a:pt x="221118" y="63883"/>
                  </a:cubicBezTo>
                  <a:lnTo>
                    <a:pt x="206329" y="49094"/>
                  </a:lnTo>
                  <a:lnTo>
                    <a:pt x="162844" y="5609"/>
                  </a:lnTo>
                  <a:cubicBezTo>
                    <a:pt x="159105" y="1870"/>
                    <a:pt x="154110" y="1"/>
                    <a:pt x="149115"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305" name="Google Shape;3305;p45"/>
          <p:cNvGrpSpPr/>
          <p:nvPr/>
        </p:nvGrpSpPr>
        <p:grpSpPr>
          <a:xfrm>
            <a:off x="7740865" y="2287720"/>
            <a:ext cx="316380" cy="327798"/>
            <a:chOff x="7740865" y="2287720"/>
            <a:chExt cx="316380" cy="327798"/>
          </a:xfrm>
        </p:grpSpPr>
        <p:sp>
          <p:nvSpPr>
            <p:cNvPr id="3306" name="Google Shape;3306;p45"/>
            <p:cNvSpPr/>
            <p:nvPr/>
          </p:nvSpPr>
          <p:spPr>
            <a:xfrm>
              <a:off x="7906881" y="2513782"/>
              <a:ext cx="98160" cy="96667"/>
            </a:xfrm>
            <a:custGeom>
              <a:avLst/>
              <a:gdLst/>
              <a:ahLst/>
              <a:cxnLst/>
              <a:rect l="l" t="t" r="r" b="b"/>
              <a:pathLst>
                <a:path w="67348" h="66324" extrusionOk="0">
                  <a:moveTo>
                    <a:pt x="24267" y="1"/>
                  </a:moveTo>
                  <a:lnTo>
                    <a:pt x="0" y="43724"/>
                  </a:lnTo>
                  <a:lnTo>
                    <a:pt x="8788" y="66324"/>
                  </a:lnTo>
                  <a:lnTo>
                    <a:pt x="38747" y="66324"/>
                  </a:lnTo>
                  <a:lnTo>
                    <a:pt x="42033" y="62942"/>
                  </a:lnTo>
                  <a:lnTo>
                    <a:pt x="45343" y="66324"/>
                  </a:lnTo>
                  <a:lnTo>
                    <a:pt x="66419" y="66324"/>
                  </a:lnTo>
                  <a:cubicBezTo>
                    <a:pt x="67348" y="57084"/>
                    <a:pt x="66967" y="48701"/>
                    <a:pt x="65657" y="41104"/>
                  </a:cubicBezTo>
                  <a:cubicBezTo>
                    <a:pt x="64014" y="31793"/>
                    <a:pt x="61013" y="23696"/>
                    <a:pt x="57441" y="16837"/>
                  </a:cubicBezTo>
                  <a:cubicBezTo>
                    <a:pt x="53869" y="10003"/>
                    <a:pt x="49749" y="4359"/>
                    <a:pt x="45962" y="1"/>
                  </a:cubicBezTo>
                  <a:close/>
                </a:path>
              </a:pathLst>
            </a:custGeom>
            <a:solidFill>
              <a:srgbClr val="FF89A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7" name="Google Shape;3307;p45"/>
            <p:cNvSpPr/>
            <p:nvPr/>
          </p:nvSpPr>
          <p:spPr>
            <a:xfrm>
              <a:off x="7781337" y="2513714"/>
              <a:ext cx="98125" cy="96667"/>
            </a:xfrm>
            <a:custGeom>
              <a:avLst/>
              <a:gdLst/>
              <a:ahLst/>
              <a:cxnLst/>
              <a:rect l="l" t="t" r="r" b="b"/>
              <a:pathLst>
                <a:path w="67324" h="66324" extrusionOk="0">
                  <a:moveTo>
                    <a:pt x="21362" y="0"/>
                  </a:moveTo>
                  <a:cubicBezTo>
                    <a:pt x="13813" y="8788"/>
                    <a:pt x="4954" y="22481"/>
                    <a:pt x="1715" y="41127"/>
                  </a:cubicBezTo>
                  <a:cubicBezTo>
                    <a:pt x="382" y="48700"/>
                    <a:pt x="0" y="57107"/>
                    <a:pt x="977" y="66323"/>
                  </a:cubicBezTo>
                  <a:lnTo>
                    <a:pt x="22029" y="66323"/>
                  </a:lnTo>
                  <a:lnTo>
                    <a:pt x="25339" y="62965"/>
                  </a:lnTo>
                  <a:lnTo>
                    <a:pt x="28625" y="66323"/>
                  </a:lnTo>
                  <a:lnTo>
                    <a:pt x="58560" y="66323"/>
                  </a:lnTo>
                  <a:lnTo>
                    <a:pt x="67324" y="43747"/>
                  </a:lnTo>
                  <a:lnTo>
                    <a:pt x="43033" y="0"/>
                  </a:lnTo>
                  <a:close/>
                </a:path>
              </a:pathLst>
            </a:custGeom>
            <a:solidFill>
              <a:srgbClr val="FF89A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8" name="Google Shape;3308;p45"/>
            <p:cNvSpPr/>
            <p:nvPr/>
          </p:nvSpPr>
          <p:spPr>
            <a:xfrm>
              <a:off x="7844161" y="2513714"/>
              <a:ext cx="98021" cy="96667"/>
            </a:xfrm>
            <a:custGeom>
              <a:avLst/>
              <a:gdLst/>
              <a:ahLst/>
              <a:cxnLst/>
              <a:rect l="l" t="t" r="r" b="b"/>
              <a:pathLst>
                <a:path w="67253" h="66324" extrusionOk="0">
                  <a:moveTo>
                    <a:pt x="1" y="0"/>
                  </a:moveTo>
                  <a:lnTo>
                    <a:pt x="15504" y="66323"/>
                  </a:lnTo>
                  <a:lnTo>
                    <a:pt x="51726" y="66323"/>
                  </a:lnTo>
                  <a:lnTo>
                    <a:pt x="67253" y="0"/>
                  </a:lnTo>
                  <a:close/>
                </a:path>
              </a:pathLst>
            </a:custGeom>
            <a:solidFill>
              <a:srgbClr val="F0EBD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9" name="Google Shape;3309;p45"/>
            <p:cNvSpPr/>
            <p:nvPr/>
          </p:nvSpPr>
          <p:spPr>
            <a:xfrm>
              <a:off x="7967414" y="2293432"/>
              <a:ext cx="85561" cy="127262"/>
            </a:xfrm>
            <a:custGeom>
              <a:avLst/>
              <a:gdLst/>
              <a:ahLst/>
              <a:cxnLst/>
              <a:rect l="l" t="t" r="r" b="b"/>
              <a:pathLst>
                <a:path w="58704" h="87315" extrusionOk="0">
                  <a:moveTo>
                    <a:pt x="27581" y="0"/>
                  </a:moveTo>
                  <a:cubicBezTo>
                    <a:pt x="19338" y="0"/>
                    <a:pt x="9829" y="3831"/>
                    <a:pt x="1" y="13466"/>
                  </a:cubicBezTo>
                  <a:lnTo>
                    <a:pt x="43772" y="87315"/>
                  </a:lnTo>
                  <a:cubicBezTo>
                    <a:pt x="58704" y="87315"/>
                    <a:pt x="58251" y="71121"/>
                    <a:pt x="58251" y="71121"/>
                  </a:cubicBezTo>
                  <a:cubicBezTo>
                    <a:pt x="58251" y="71121"/>
                    <a:pt x="49892" y="69811"/>
                    <a:pt x="50345" y="55332"/>
                  </a:cubicBezTo>
                  <a:cubicBezTo>
                    <a:pt x="50797" y="40853"/>
                    <a:pt x="58680" y="27660"/>
                    <a:pt x="50345" y="13466"/>
                  </a:cubicBezTo>
                  <a:cubicBezTo>
                    <a:pt x="45769" y="5675"/>
                    <a:pt x="37613" y="0"/>
                    <a:pt x="2758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0" name="Google Shape;3310;p45"/>
            <p:cNvSpPr/>
            <p:nvPr/>
          </p:nvSpPr>
          <p:spPr>
            <a:xfrm>
              <a:off x="7753430" y="2292302"/>
              <a:ext cx="279795" cy="134361"/>
            </a:xfrm>
            <a:custGeom>
              <a:avLst/>
              <a:gdLst/>
              <a:ahLst/>
              <a:cxnLst/>
              <a:rect l="l" t="t" r="r" b="b"/>
              <a:pathLst>
                <a:path w="191969" h="92186" extrusionOk="0">
                  <a:moveTo>
                    <a:pt x="95973" y="0"/>
                  </a:moveTo>
                  <a:cubicBezTo>
                    <a:pt x="77755" y="0"/>
                    <a:pt x="60323" y="4835"/>
                    <a:pt x="45224" y="13908"/>
                  </a:cubicBezTo>
                  <a:cubicBezTo>
                    <a:pt x="39175" y="17551"/>
                    <a:pt x="33531" y="21838"/>
                    <a:pt x="28340" y="26791"/>
                  </a:cubicBezTo>
                  <a:cubicBezTo>
                    <a:pt x="25506" y="29459"/>
                    <a:pt x="22886" y="32316"/>
                    <a:pt x="20481" y="35269"/>
                  </a:cubicBezTo>
                  <a:cubicBezTo>
                    <a:pt x="7240" y="51392"/>
                    <a:pt x="24" y="71229"/>
                    <a:pt x="1" y="92114"/>
                  </a:cubicBezTo>
                  <a:lnTo>
                    <a:pt x="1" y="92186"/>
                  </a:lnTo>
                  <a:lnTo>
                    <a:pt x="191969" y="92186"/>
                  </a:lnTo>
                  <a:lnTo>
                    <a:pt x="191969" y="92114"/>
                  </a:lnTo>
                  <a:cubicBezTo>
                    <a:pt x="191922" y="71253"/>
                    <a:pt x="184706" y="51415"/>
                    <a:pt x="171465" y="35293"/>
                  </a:cubicBezTo>
                  <a:cubicBezTo>
                    <a:pt x="169060" y="32340"/>
                    <a:pt x="166416" y="29506"/>
                    <a:pt x="163606" y="26815"/>
                  </a:cubicBezTo>
                  <a:cubicBezTo>
                    <a:pt x="158462" y="21886"/>
                    <a:pt x="152842" y="17599"/>
                    <a:pt x="146817" y="13979"/>
                  </a:cubicBezTo>
                  <a:cubicBezTo>
                    <a:pt x="146888" y="13955"/>
                    <a:pt x="146841" y="13908"/>
                    <a:pt x="146722" y="13908"/>
                  </a:cubicBezTo>
                  <a:cubicBezTo>
                    <a:pt x="131647" y="4835"/>
                    <a:pt x="114191" y="0"/>
                    <a:pt x="9597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1" name="Google Shape;3311;p45"/>
            <p:cNvSpPr/>
            <p:nvPr/>
          </p:nvSpPr>
          <p:spPr>
            <a:xfrm>
              <a:off x="7745586" y="2406808"/>
              <a:ext cx="55675" cy="54156"/>
            </a:xfrm>
            <a:custGeom>
              <a:avLst/>
              <a:gdLst/>
              <a:ahLst/>
              <a:cxnLst/>
              <a:rect l="l" t="t" r="r" b="b"/>
              <a:pathLst>
                <a:path w="38199" h="37157" extrusionOk="0">
                  <a:moveTo>
                    <a:pt x="16647" y="1"/>
                  </a:moveTo>
                  <a:cubicBezTo>
                    <a:pt x="7288" y="1001"/>
                    <a:pt x="1" y="8907"/>
                    <a:pt x="1" y="18528"/>
                  </a:cubicBezTo>
                  <a:cubicBezTo>
                    <a:pt x="1" y="28801"/>
                    <a:pt x="8322" y="37156"/>
                    <a:pt x="18611" y="37156"/>
                  </a:cubicBezTo>
                  <a:cubicBezTo>
                    <a:pt x="19080" y="37156"/>
                    <a:pt x="19552" y="37139"/>
                    <a:pt x="20029" y="37104"/>
                  </a:cubicBezTo>
                  <a:cubicBezTo>
                    <a:pt x="28983" y="36437"/>
                    <a:pt x="36294" y="29340"/>
                    <a:pt x="37151" y="20410"/>
                  </a:cubicBezTo>
                  <a:cubicBezTo>
                    <a:pt x="38199" y="9955"/>
                    <a:pt x="30578" y="1049"/>
                    <a:pt x="20600" y="1"/>
                  </a:cubicBezTo>
                  <a:close/>
                </a:path>
              </a:pathLst>
            </a:custGeom>
            <a:solidFill>
              <a:srgbClr val="E3B09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2" name="Google Shape;3312;p45"/>
            <p:cNvSpPr/>
            <p:nvPr/>
          </p:nvSpPr>
          <p:spPr>
            <a:xfrm>
              <a:off x="7893136" y="2513852"/>
              <a:ext cx="67651" cy="53285"/>
            </a:xfrm>
            <a:custGeom>
              <a:avLst/>
              <a:gdLst/>
              <a:ahLst/>
              <a:cxnLst/>
              <a:rect l="l" t="t" r="r" b="b"/>
              <a:pathLst>
                <a:path w="46416" h="36559" extrusionOk="0">
                  <a:moveTo>
                    <a:pt x="26078" y="0"/>
                  </a:moveTo>
                  <a:lnTo>
                    <a:pt x="1" y="20100"/>
                  </a:lnTo>
                  <a:lnTo>
                    <a:pt x="17695" y="33602"/>
                  </a:lnTo>
                  <a:cubicBezTo>
                    <a:pt x="20321" y="35620"/>
                    <a:pt x="23351" y="36558"/>
                    <a:pt x="26331" y="36558"/>
                  </a:cubicBezTo>
                  <a:cubicBezTo>
                    <a:pt x="32216" y="36558"/>
                    <a:pt x="37906" y="32901"/>
                    <a:pt x="39914" y="26672"/>
                  </a:cubicBezTo>
                  <a:lnTo>
                    <a:pt x="46415" y="6645"/>
                  </a:lnTo>
                  <a:lnTo>
                    <a:pt x="26078" y="0"/>
                  </a:lnTo>
                  <a:close/>
                </a:path>
              </a:pathLst>
            </a:custGeom>
            <a:solidFill>
              <a:srgbClr val="EFEDE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3" name="Google Shape;3313;p45"/>
            <p:cNvSpPr/>
            <p:nvPr/>
          </p:nvSpPr>
          <p:spPr>
            <a:xfrm>
              <a:off x="7825487" y="2513852"/>
              <a:ext cx="67650" cy="53285"/>
            </a:xfrm>
            <a:custGeom>
              <a:avLst/>
              <a:gdLst/>
              <a:ahLst/>
              <a:cxnLst/>
              <a:rect l="l" t="t" r="r" b="b"/>
              <a:pathLst>
                <a:path w="46415" h="36559" extrusionOk="0">
                  <a:moveTo>
                    <a:pt x="20338" y="0"/>
                  </a:moveTo>
                  <a:lnTo>
                    <a:pt x="1" y="6645"/>
                  </a:lnTo>
                  <a:lnTo>
                    <a:pt x="6502" y="26672"/>
                  </a:lnTo>
                  <a:cubicBezTo>
                    <a:pt x="8509" y="32901"/>
                    <a:pt x="14200" y="36558"/>
                    <a:pt x="20091" y="36558"/>
                  </a:cubicBezTo>
                  <a:cubicBezTo>
                    <a:pt x="23075" y="36558"/>
                    <a:pt x="26110" y="35620"/>
                    <a:pt x="28745" y="33602"/>
                  </a:cubicBezTo>
                  <a:lnTo>
                    <a:pt x="46415" y="20100"/>
                  </a:lnTo>
                  <a:lnTo>
                    <a:pt x="20338" y="0"/>
                  </a:lnTo>
                  <a:close/>
                </a:path>
              </a:pathLst>
            </a:custGeom>
            <a:solidFill>
              <a:srgbClr val="EFEDE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4" name="Google Shape;3314;p45"/>
            <p:cNvSpPr/>
            <p:nvPr/>
          </p:nvSpPr>
          <p:spPr>
            <a:xfrm>
              <a:off x="7771340" y="2355870"/>
              <a:ext cx="243663" cy="187279"/>
            </a:xfrm>
            <a:custGeom>
              <a:avLst/>
              <a:gdLst/>
              <a:ahLst/>
              <a:cxnLst/>
              <a:rect l="l" t="t" r="r" b="b"/>
              <a:pathLst>
                <a:path w="167179" h="128493" extrusionOk="0">
                  <a:moveTo>
                    <a:pt x="116831" y="0"/>
                  </a:moveTo>
                  <a:cubicBezTo>
                    <a:pt x="105855" y="0"/>
                    <a:pt x="94110" y="2940"/>
                    <a:pt x="83566" y="11707"/>
                  </a:cubicBezTo>
                  <a:cubicBezTo>
                    <a:pt x="73035" y="2941"/>
                    <a:pt x="61278" y="21"/>
                    <a:pt x="50314" y="21"/>
                  </a:cubicBezTo>
                  <a:cubicBezTo>
                    <a:pt x="47963" y="21"/>
                    <a:pt x="45649" y="156"/>
                    <a:pt x="43391" y="395"/>
                  </a:cubicBezTo>
                  <a:cubicBezTo>
                    <a:pt x="22005" y="2658"/>
                    <a:pt x="4835" y="18947"/>
                    <a:pt x="930" y="40070"/>
                  </a:cubicBezTo>
                  <a:cubicBezTo>
                    <a:pt x="358" y="43142"/>
                    <a:pt x="1" y="46095"/>
                    <a:pt x="1" y="48643"/>
                  </a:cubicBezTo>
                  <a:cubicBezTo>
                    <a:pt x="96" y="92771"/>
                    <a:pt x="37485" y="128493"/>
                    <a:pt x="83590" y="128493"/>
                  </a:cubicBezTo>
                  <a:cubicBezTo>
                    <a:pt x="129695" y="128493"/>
                    <a:pt x="167107" y="92747"/>
                    <a:pt x="167179" y="48643"/>
                  </a:cubicBezTo>
                  <a:cubicBezTo>
                    <a:pt x="167155" y="48500"/>
                    <a:pt x="167155" y="48357"/>
                    <a:pt x="167155" y="48238"/>
                  </a:cubicBezTo>
                  <a:cubicBezTo>
                    <a:pt x="166988" y="23638"/>
                    <a:pt x="148341" y="3039"/>
                    <a:pt x="123931" y="395"/>
                  </a:cubicBezTo>
                  <a:cubicBezTo>
                    <a:pt x="121616" y="142"/>
                    <a:pt x="119242" y="0"/>
                    <a:pt x="116831" y="0"/>
                  </a:cubicBezTo>
                  <a:close/>
                </a:path>
              </a:pathLst>
            </a:custGeom>
            <a:solidFill>
              <a:srgbClr val="FBC4A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5" name="Google Shape;3315;p45"/>
            <p:cNvSpPr/>
            <p:nvPr/>
          </p:nvSpPr>
          <p:spPr>
            <a:xfrm>
              <a:off x="7883487" y="2355845"/>
              <a:ext cx="157270" cy="187200"/>
            </a:xfrm>
            <a:custGeom>
              <a:avLst/>
              <a:gdLst/>
              <a:ahLst/>
              <a:cxnLst/>
              <a:rect l="l" t="t" r="r" b="b"/>
              <a:pathLst>
                <a:path w="107904" h="128439" extrusionOk="0">
                  <a:moveTo>
                    <a:pt x="39963" y="1"/>
                  </a:moveTo>
                  <a:cubicBezTo>
                    <a:pt x="37802" y="1"/>
                    <a:pt x="35613" y="115"/>
                    <a:pt x="33412" y="365"/>
                  </a:cubicBezTo>
                  <a:cubicBezTo>
                    <a:pt x="33531" y="365"/>
                    <a:pt x="33650" y="388"/>
                    <a:pt x="33769" y="388"/>
                  </a:cubicBezTo>
                  <a:cubicBezTo>
                    <a:pt x="58203" y="3032"/>
                    <a:pt x="76850" y="23655"/>
                    <a:pt x="76993" y="48231"/>
                  </a:cubicBezTo>
                  <a:lnTo>
                    <a:pt x="76993" y="48612"/>
                  </a:lnTo>
                  <a:cubicBezTo>
                    <a:pt x="76897" y="90621"/>
                    <a:pt x="43033" y="124985"/>
                    <a:pt x="1" y="128200"/>
                  </a:cubicBezTo>
                  <a:cubicBezTo>
                    <a:pt x="2191" y="128367"/>
                    <a:pt x="4382" y="128438"/>
                    <a:pt x="6597" y="128438"/>
                  </a:cubicBezTo>
                  <a:cubicBezTo>
                    <a:pt x="44248" y="128438"/>
                    <a:pt x="76064" y="104600"/>
                    <a:pt x="86542" y="71831"/>
                  </a:cubicBezTo>
                  <a:cubicBezTo>
                    <a:pt x="87328" y="71974"/>
                    <a:pt x="88186" y="72070"/>
                    <a:pt x="89233" y="72070"/>
                  </a:cubicBezTo>
                  <a:cubicBezTo>
                    <a:pt x="99521" y="72070"/>
                    <a:pt x="107856" y="63735"/>
                    <a:pt x="107856" y="53423"/>
                  </a:cubicBezTo>
                  <a:cubicBezTo>
                    <a:pt x="107904" y="43873"/>
                    <a:pt x="100593" y="35967"/>
                    <a:pt x="91234" y="34967"/>
                  </a:cubicBezTo>
                  <a:lnTo>
                    <a:pt x="88257" y="34967"/>
                  </a:lnTo>
                  <a:cubicBezTo>
                    <a:pt x="82851" y="16582"/>
                    <a:pt x="66824" y="2532"/>
                    <a:pt x="46963" y="388"/>
                  </a:cubicBezTo>
                  <a:cubicBezTo>
                    <a:pt x="44680" y="139"/>
                    <a:pt x="42339" y="1"/>
                    <a:pt x="39963" y="1"/>
                  </a:cubicBezTo>
                  <a:close/>
                </a:path>
              </a:pathLst>
            </a:custGeom>
            <a:solidFill>
              <a:srgbClr val="E3B09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6" name="Google Shape;3316;p45"/>
            <p:cNvSpPr/>
            <p:nvPr/>
          </p:nvSpPr>
          <p:spPr>
            <a:xfrm>
              <a:off x="7813096" y="2462483"/>
              <a:ext cx="27770" cy="9650"/>
            </a:xfrm>
            <a:custGeom>
              <a:avLst/>
              <a:gdLst/>
              <a:ahLst/>
              <a:cxnLst/>
              <a:rect l="l" t="t" r="r" b="b"/>
              <a:pathLst>
                <a:path w="19053" h="6621" extrusionOk="0">
                  <a:moveTo>
                    <a:pt x="3501" y="0"/>
                  </a:moveTo>
                  <a:cubicBezTo>
                    <a:pt x="1549" y="0"/>
                    <a:pt x="1" y="1738"/>
                    <a:pt x="239" y="3715"/>
                  </a:cubicBezTo>
                  <a:cubicBezTo>
                    <a:pt x="453" y="5382"/>
                    <a:pt x="1930" y="6620"/>
                    <a:pt x="3621" y="6620"/>
                  </a:cubicBezTo>
                  <a:lnTo>
                    <a:pt x="15528" y="6620"/>
                  </a:lnTo>
                  <a:cubicBezTo>
                    <a:pt x="17504" y="6620"/>
                    <a:pt x="19052" y="4906"/>
                    <a:pt x="18814" y="2882"/>
                  </a:cubicBezTo>
                  <a:cubicBezTo>
                    <a:pt x="18600" y="1215"/>
                    <a:pt x="17123" y="0"/>
                    <a:pt x="15409" y="0"/>
                  </a:cubicBezTo>
                  <a:close/>
                </a:path>
              </a:pathLst>
            </a:custGeom>
            <a:solidFill>
              <a:srgbClr val="F980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7" name="Google Shape;3317;p45"/>
            <p:cNvSpPr/>
            <p:nvPr/>
          </p:nvSpPr>
          <p:spPr>
            <a:xfrm>
              <a:off x="7945479" y="2462483"/>
              <a:ext cx="27768" cy="9650"/>
            </a:xfrm>
            <a:custGeom>
              <a:avLst/>
              <a:gdLst/>
              <a:ahLst/>
              <a:cxnLst/>
              <a:rect l="l" t="t" r="r" b="b"/>
              <a:pathLst>
                <a:path w="19052" h="6621" extrusionOk="0">
                  <a:moveTo>
                    <a:pt x="3501" y="0"/>
                  </a:moveTo>
                  <a:cubicBezTo>
                    <a:pt x="1548" y="0"/>
                    <a:pt x="0" y="1738"/>
                    <a:pt x="238" y="3715"/>
                  </a:cubicBezTo>
                  <a:cubicBezTo>
                    <a:pt x="429" y="5382"/>
                    <a:pt x="1929" y="6620"/>
                    <a:pt x="3620" y="6620"/>
                  </a:cubicBezTo>
                  <a:lnTo>
                    <a:pt x="15527" y="6620"/>
                  </a:lnTo>
                  <a:cubicBezTo>
                    <a:pt x="17456" y="6620"/>
                    <a:pt x="19052" y="4906"/>
                    <a:pt x="18814" y="2882"/>
                  </a:cubicBezTo>
                  <a:cubicBezTo>
                    <a:pt x="18599" y="1215"/>
                    <a:pt x="17099" y="0"/>
                    <a:pt x="15408" y="0"/>
                  </a:cubicBezTo>
                  <a:close/>
                </a:path>
              </a:pathLst>
            </a:custGeom>
            <a:solidFill>
              <a:srgbClr val="F980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8" name="Google Shape;3318;p45"/>
            <p:cNvSpPr/>
            <p:nvPr/>
          </p:nvSpPr>
          <p:spPr>
            <a:xfrm>
              <a:off x="7821912" y="2430931"/>
              <a:ext cx="9615" cy="22494"/>
            </a:xfrm>
            <a:custGeom>
              <a:avLst/>
              <a:gdLst/>
              <a:ahLst/>
              <a:cxnLst/>
              <a:rect l="l" t="t" r="r" b="b"/>
              <a:pathLst>
                <a:path w="6597" h="15433" extrusionOk="0">
                  <a:moveTo>
                    <a:pt x="3309" y="0"/>
                  </a:moveTo>
                  <a:cubicBezTo>
                    <a:pt x="1488" y="0"/>
                    <a:pt x="1" y="1468"/>
                    <a:pt x="1" y="3287"/>
                  </a:cubicBezTo>
                  <a:lnTo>
                    <a:pt x="1" y="12122"/>
                  </a:lnTo>
                  <a:cubicBezTo>
                    <a:pt x="1" y="13964"/>
                    <a:pt x="1468" y="15433"/>
                    <a:pt x="3305" y="15433"/>
                  </a:cubicBezTo>
                  <a:cubicBezTo>
                    <a:pt x="3440" y="15433"/>
                    <a:pt x="3577" y="15425"/>
                    <a:pt x="3716" y="15409"/>
                  </a:cubicBezTo>
                  <a:cubicBezTo>
                    <a:pt x="5383" y="15171"/>
                    <a:pt x="6597" y="13670"/>
                    <a:pt x="6597" y="11979"/>
                  </a:cubicBezTo>
                  <a:lnTo>
                    <a:pt x="6597" y="3406"/>
                  </a:lnTo>
                  <a:cubicBezTo>
                    <a:pt x="6597" y="1715"/>
                    <a:pt x="5383" y="215"/>
                    <a:pt x="3716" y="25"/>
                  </a:cubicBezTo>
                  <a:cubicBezTo>
                    <a:pt x="3579" y="8"/>
                    <a:pt x="3443" y="0"/>
                    <a:pt x="3309"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9" name="Google Shape;3319;p45"/>
            <p:cNvSpPr/>
            <p:nvPr/>
          </p:nvSpPr>
          <p:spPr>
            <a:xfrm>
              <a:off x="7954434" y="2430931"/>
              <a:ext cx="9650" cy="22494"/>
            </a:xfrm>
            <a:custGeom>
              <a:avLst/>
              <a:gdLst/>
              <a:ahLst/>
              <a:cxnLst/>
              <a:rect l="l" t="t" r="r" b="b"/>
              <a:pathLst>
                <a:path w="6621" h="15433" extrusionOk="0">
                  <a:moveTo>
                    <a:pt x="3332" y="0"/>
                  </a:moveTo>
                  <a:cubicBezTo>
                    <a:pt x="1509" y="0"/>
                    <a:pt x="0" y="1468"/>
                    <a:pt x="0" y="3287"/>
                  </a:cubicBezTo>
                  <a:lnTo>
                    <a:pt x="0" y="12122"/>
                  </a:lnTo>
                  <a:cubicBezTo>
                    <a:pt x="0" y="13964"/>
                    <a:pt x="1488" y="15433"/>
                    <a:pt x="3328" y="15433"/>
                  </a:cubicBezTo>
                  <a:cubicBezTo>
                    <a:pt x="3464" y="15433"/>
                    <a:pt x="3601" y="15425"/>
                    <a:pt x="3739" y="15409"/>
                  </a:cubicBezTo>
                  <a:cubicBezTo>
                    <a:pt x="5406" y="15171"/>
                    <a:pt x="6621" y="13670"/>
                    <a:pt x="6621" y="11979"/>
                  </a:cubicBezTo>
                  <a:lnTo>
                    <a:pt x="6621" y="3406"/>
                  </a:lnTo>
                  <a:cubicBezTo>
                    <a:pt x="6621" y="1715"/>
                    <a:pt x="5406" y="215"/>
                    <a:pt x="3739" y="25"/>
                  </a:cubicBezTo>
                  <a:cubicBezTo>
                    <a:pt x="3602" y="8"/>
                    <a:pt x="3466" y="0"/>
                    <a:pt x="3332"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0" name="Google Shape;3320;p45"/>
            <p:cNvSpPr/>
            <p:nvPr/>
          </p:nvSpPr>
          <p:spPr>
            <a:xfrm>
              <a:off x="7875990" y="2456679"/>
              <a:ext cx="34363" cy="14864"/>
            </a:xfrm>
            <a:custGeom>
              <a:avLst/>
              <a:gdLst/>
              <a:ahLst/>
              <a:cxnLst/>
              <a:rect l="l" t="t" r="r" b="b"/>
              <a:pathLst>
                <a:path w="23577" h="10198" extrusionOk="0">
                  <a:moveTo>
                    <a:pt x="3699" y="1"/>
                  </a:moveTo>
                  <a:cubicBezTo>
                    <a:pt x="2930" y="1"/>
                    <a:pt x="2155" y="273"/>
                    <a:pt x="1525" y="839"/>
                  </a:cubicBezTo>
                  <a:cubicBezTo>
                    <a:pt x="167" y="2029"/>
                    <a:pt x="1" y="4101"/>
                    <a:pt x="1239" y="5482"/>
                  </a:cubicBezTo>
                  <a:cubicBezTo>
                    <a:pt x="3859" y="8483"/>
                    <a:pt x="7716" y="10198"/>
                    <a:pt x="11836" y="10198"/>
                  </a:cubicBezTo>
                  <a:cubicBezTo>
                    <a:pt x="15932" y="10198"/>
                    <a:pt x="19814" y="8483"/>
                    <a:pt x="22434" y="5482"/>
                  </a:cubicBezTo>
                  <a:cubicBezTo>
                    <a:pt x="23577" y="4125"/>
                    <a:pt x="23434" y="2053"/>
                    <a:pt x="22077" y="839"/>
                  </a:cubicBezTo>
                  <a:cubicBezTo>
                    <a:pt x="21441" y="290"/>
                    <a:pt x="20659" y="20"/>
                    <a:pt x="19883" y="20"/>
                  </a:cubicBezTo>
                  <a:cubicBezTo>
                    <a:pt x="18975" y="20"/>
                    <a:pt x="18075" y="392"/>
                    <a:pt x="17433" y="1124"/>
                  </a:cubicBezTo>
                  <a:cubicBezTo>
                    <a:pt x="16052" y="2696"/>
                    <a:pt x="14003" y="3601"/>
                    <a:pt x="11789" y="3601"/>
                  </a:cubicBezTo>
                  <a:cubicBezTo>
                    <a:pt x="9598" y="3601"/>
                    <a:pt x="7550" y="2696"/>
                    <a:pt x="6169" y="1124"/>
                  </a:cubicBezTo>
                  <a:cubicBezTo>
                    <a:pt x="5521" y="387"/>
                    <a:pt x="4614" y="1"/>
                    <a:pt x="3699"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1" name="Google Shape;3321;p45"/>
            <p:cNvSpPr/>
            <p:nvPr/>
          </p:nvSpPr>
          <p:spPr>
            <a:xfrm>
              <a:off x="7887444" y="2564285"/>
              <a:ext cx="11386" cy="11351"/>
            </a:xfrm>
            <a:custGeom>
              <a:avLst/>
              <a:gdLst/>
              <a:ahLst/>
              <a:cxnLst/>
              <a:rect l="l" t="t" r="r" b="b"/>
              <a:pathLst>
                <a:path w="7812" h="7788" extrusionOk="0">
                  <a:moveTo>
                    <a:pt x="3906" y="1"/>
                  </a:moveTo>
                  <a:cubicBezTo>
                    <a:pt x="1763" y="1"/>
                    <a:pt x="0" y="1739"/>
                    <a:pt x="0" y="3882"/>
                  </a:cubicBezTo>
                  <a:cubicBezTo>
                    <a:pt x="0" y="6049"/>
                    <a:pt x="1763" y="7788"/>
                    <a:pt x="3906" y="7788"/>
                  </a:cubicBezTo>
                  <a:cubicBezTo>
                    <a:pt x="6049" y="7788"/>
                    <a:pt x="7812" y="6049"/>
                    <a:pt x="7812" y="3882"/>
                  </a:cubicBezTo>
                  <a:cubicBezTo>
                    <a:pt x="7812" y="1739"/>
                    <a:pt x="6049" y="1"/>
                    <a:pt x="3906"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2" name="Google Shape;3322;p45"/>
            <p:cNvSpPr/>
            <p:nvPr/>
          </p:nvSpPr>
          <p:spPr>
            <a:xfrm>
              <a:off x="7887444" y="2586499"/>
              <a:ext cx="11386" cy="11352"/>
            </a:xfrm>
            <a:custGeom>
              <a:avLst/>
              <a:gdLst/>
              <a:ahLst/>
              <a:cxnLst/>
              <a:rect l="l" t="t" r="r" b="b"/>
              <a:pathLst>
                <a:path w="7812" h="7789" extrusionOk="0">
                  <a:moveTo>
                    <a:pt x="3906" y="1"/>
                  </a:moveTo>
                  <a:cubicBezTo>
                    <a:pt x="1763" y="1"/>
                    <a:pt x="0" y="1739"/>
                    <a:pt x="0" y="3906"/>
                  </a:cubicBezTo>
                  <a:cubicBezTo>
                    <a:pt x="0" y="6050"/>
                    <a:pt x="1763" y="7788"/>
                    <a:pt x="3906" y="7788"/>
                  </a:cubicBezTo>
                  <a:cubicBezTo>
                    <a:pt x="6049" y="7788"/>
                    <a:pt x="7812" y="6050"/>
                    <a:pt x="7812" y="3906"/>
                  </a:cubicBezTo>
                  <a:cubicBezTo>
                    <a:pt x="7812" y="1739"/>
                    <a:pt x="6049" y="1"/>
                    <a:pt x="3906"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3" name="Google Shape;3323;p45"/>
            <p:cNvSpPr/>
            <p:nvPr/>
          </p:nvSpPr>
          <p:spPr>
            <a:xfrm>
              <a:off x="7740865" y="2287720"/>
              <a:ext cx="316380" cy="327798"/>
            </a:xfrm>
            <a:custGeom>
              <a:avLst/>
              <a:gdLst/>
              <a:ahLst/>
              <a:cxnLst/>
              <a:rect l="l" t="t" r="r" b="b"/>
              <a:pathLst>
                <a:path w="217070" h="224904" extrusionOk="0">
                  <a:moveTo>
                    <a:pt x="183039" y="7217"/>
                  </a:moveTo>
                  <a:cubicBezTo>
                    <a:pt x="191160" y="7217"/>
                    <a:pt x="198614" y="11646"/>
                    <a:pt x="202948" y="19052"/>
                  </a:cubicBezTo>
                  <a:cubicBezTo>
                    <a:pt x="207973" y="27625"/>
                    <a:pt x="206377" y="35698"/>
                    <a:pt x="204496" y="45034"/>
                  </a:cubicBezTo>
                  <a:cubicBezTo>
                    <a:pt x="203567" y="49558"/>
                    <a:pt x="202638" y="54250"/>
                    <a:pt x="202495" y="59156"/>
                  </a:cubicBezTo>
                  <a:cubicBezTo>
                    <a:pt x="202138" y="70825"/>
                    <a:pt x="206972" y="75445"/>
                    <a:pt x="210283" y="77231"/>
                  </a:cubicBezTo>
                  <a:cubicBezTo>
                    <a:pt x="209878" y="79993"/>
                    <a:pt x="208663" y="84732"/>
                    <a:pt x="204472" y="86828"/>
                  </a:cubicBezTo>
                  <a:cubicBezTo>
                    <a:pt x="204019" y="86280"/>
                    <a:pt x="203567" y="85732"/>
                    <a:pt x="203091" y="85232"/>
                  </a:cubicBezTo>
                  <a:cubicBezTo>
                    <a:pt x="203091" y="85137"/>
                    <a:pt x="202995" y="84446"/>
                    <a:pt x="202972" y="84185"/>
                  </a:cubicBezTo>
                  <a:cubicBezTo>
                    <a:pt x="201066" y="68681"/>
                    <a:pt x="195160" y="53774"/>
                    <a:pt x="186040" y="41104"/>
                  </a:cubicBezTo>
                  <a:cubicBezTo>
                    <a:pt x="179562" y="32103"/>
                    <a:pt x="171489" y="24244"/>
                    <a:pt x="162344" y="17885"/>
                  </a:cubicBezTo>
                  <a:cubicBezTo>
                    <a:pt x="162297" y="17838"/>
                    <a:pt x="160948" y="16885"/>
                    <a:pt x="160893" y="16885"/>
                  </a:cubicBezTo>
                  <a:cubicBezTo>
                    <a:pt x="160892" y="16885"/>
                    <a:pt x="160892" y="16885"/>
                    <a:pt x="160892" y="16885"/>
                  </a:cubicBezTo>
                  <a:lnTo>
                    <a:pt x="160892" y="16885"/>
                  </a:lnTo>
                  <a:cubicBezTo>
                    <a:pt x="168274" y="10550"/>
                    <a:pt x="175871" y="7217"/>
                    <a:pt x="183039" y="7217"/>
                  </a:cubicBezTo>
                  <a:close/>
                  <a:moveTo>
                    <a:pt x="18814" y="85256"/>
                  </a:moveTo>
                  <a:cubicBezTo>
                    <a:pt x="18124" y="88590"/>
                    <a:pt x="17647" y="92019"/>
                    <a:pt x="17647" y="95401"/>
                  </a:cubicBezTo>
                  <a:cubicBezTo>
                    <a:pt x="17647" y="102164"/>
                    <a:pt x="18505" y="108951"/>
                    <a:pt x="20195" y="115500"/>
                  </a:cubicBezTo>
                  <a:cubicBezTo>
                    <a:pt x="12527" y="114667"/>
                    <a:pt x="6550" y="108142"/>
                    <a:pt x="6550" y="100259"/>
                  </a:cubicBezTo>
                  <a:cubicBezTo>
                    <a:pt x="6550" y="93972"/>
                    <a:pt x="10551" y="88090"/>
                    <a:pt x="16480" y="85923"/>
                  </a:cubicBezTo>
                  <a:lnTo>
                    <a:pt x="16504" y="85923"/>
                  </a:lnTo>
                  <a:cubicBezTo>
                    <a:pt x="16909" y="85756"/>
                    <a:pt x="18457" y="85351"/>
                    <a:pt x="18814" y="85256"/>
                  </a:cubicBezTo>
                  <a:close/>
                  <a:moveTo>
                    <a:pt x="190398" y="85280"/>
                  </a:moveTo>
                  <a:lnTo>
                    <a:pt x="190398" y="85280"/>
                  </a:lnTo>
                  <a:cubicBezTo>
                    <a:pt x="190707" y="85351"/>
                    <a:pt x="191064" y="85447"/>
                    <a:pt x="191398" y="85518"/>
                  </a:cubicBezTo>
                  <a:cubicBezTo>
                    <a:pt x="197852" y="87376"/>
                    <a:pt x="202472" y="93567"/>
                    <a:pt x="202472" y="100259"/>
                  </a:cubicBezTo>
                  <a:cubicBezTo>
                    <a:pt x="202448" y="108142"/>
                    <a:pt x="196470" y="114667"/>
                    <a:pt x="188778" y="115500"/>
                  </a:cubicBezTo>
                  <a:cubicBezTo>
                    <a:pt x="189826" y="111452"/>
                    <a:pt x="190564" y="107308"/>
                    <a:pt x="190993" y="103117"/>
                  </a:cubicBezTo>
                  <a:cubicBezTo>
                    <a:pt x="191541" y="97163"/>
                    <a:pt x="191541" y="91186"/>
                    <a:pt x="190398" y="85280"/>
                  </a:cubicBezTo>
                  <a:close/>
                  <a:moveTo>
                    <a:pt x="137679" y="49994"/>
                  </a:moveTo>
                  <a:cubicBezTo>
                    <a:pt x="153565" y="49994"/>
                    <a:pt x="169167" y="57472"/>
                    <a:pt x="177824" y="71063"/>
                  </a:cubicBezTo>
                  <a:cubicBezTo>
                    <a:pt x="193660" y="96187"/>
                    <a:pt x="181015" y="130623"/>
                    <a:pt x="161272" y="149460"/>
                  </a:cubicBezTo>
                  <a:cubicBezTo>
                    <a:pt x="146055" y="163986"/>
                    <a:pt x="125503" y="171940"/>
                    <a:pt x="104499" y="171940"/>
                  </a:cubicBezTo>
                  <a:cubicBezTo>
                    <a:pt x="101474" y="171940"/>
                    <a:pt x="98402" y="171774"/>
                    <a:pt x="95378" y="171440"/>
                  </a:cubicBezTo>
                  <a:cubicBezTo>
                    <a:pt x="79232" y="169702"/>
                    <a:pt x="63633" y="163129"/>
                    <a:pt x="51250" y="152627"/>
                  </a:cubicBezTo>
                  <a:lnTo>
                    <a:pt x="51226" y="152603"/>
                  </a:lnTo>
                  <a:cubicBezTo>
                    <a:pt x="30721" y="135838"/>
                    <a:pt x="17671" y="105737"/>
                    <a:pt x="27197" y="79779"/>
                  </a:cubicBezTo>
                  <a:cubicBezTo>
                    <a:pt x="33817" y="61775"/>
                    <a:pt x="51083" y="50368"/>
                    <a:pt x="70206" y="50035"/>
                  </a:cubicBezTo>
                  <a:cubicBezTo>
                    <a:pt x="70508" y="50030"/>
                    <a:pt x="70811" y="50027"/>
                    <a:pt x="71113" y="50027"/>
                  </a:cubicBezTo>
                  <a:cubicBezTo>
                    <a:pt x="81017" y="50027"/>
                    <a:pt x="90746" y="52683"/>
                    <a:pt x="98950" y="58322"/>
                  </a:cubicBezTo>
                  <a:cubicBezTo>
                    <a:pt x="100141" y="59156"/>
                    <a:pt x="101284" y="60013"/>
                    <a:pt x="102427" y="60942"/>
                  </a:cubicBezTo>
                  <a:cubicBezTo>
                    <a:pt x="103034" y="61442"/>
                    <a:pt x="103784" y="61692"/>
                    <a:pt x="104534" y="61692"/>
                  </a:cubicBezTo>
                  <a:cubicBezTo>
                    <a:pt x="105285" y="61692"/>
                    <a:pt x="106035" y="61442"/>
                    <a:pt x="106642" y="60942"/>
                  </a:cubicBezTo>
                  <a:cubicBezTo>
                    <a:pt x="107785" y="60013"/>
                    <a:pt x="108904" y="59132"/>
                    <a:pt x="110143" y="58322"/>
                  </a:cubicBezTo>
                  <a:cubicBezTo>
                    <a:pt x="117549" y="53202"/>
                    <a:pt x="126051" y="50440"/>
                    <a:pt x="135577" y="50035"/>
                  </a:cubicBezTo>
                  <a:lnTo>
                    <a:pt x="135648" y="50035"/>
                  </a:lnTo>
                  <a:cubicBezTo>
                    <a:pt x="136325" y="50007"/>
                    <a:pt x="137002" y="49994"/>
                    <a:pt x="137679" y="49994"/>
                  </a:cubicBezTo>
                  <a:close/>
                  <a:moveTo>
                    <a:pt x="145102" y="168916"/>
                  </a:moveTo>
                  <a:lnTo>
                    <a:pt x="141245" y="180823"/>
                  </a:lnTo>
                  <a:cubicBezTo>
                    <a:pt x="139792" y="185348"/>
                    <a:pt x="135577" y="188396"/>
                    <a:pt x="130790" y="188396"/>
                  </a:cubicBezTo>
                  <a:cubicBezTo>
                    <a:pt x="128408" y="188396"/>
                    <a:pt x="126051" y="187610"/>
                    <a:pt x="124146" y="186134"/>
                  </a:cubicBezTo>
                  <a:lnTo>
                    <a:pt x="113620" y="178085"/>
                  </a:lnTo>
                  <a:cubicBezTo>
                    <a:pt x="124717" y="176965"/>
                    <a:pt x="135386" y="173846"/>
                    <a:pt x="145102" y="168916"/>
                  </a:cubicBezTo>
                  <a:close/>
                  <a:moveTo>
                    <a:pt x="63824" y="168916"/>
                  </a:moveTo>
                  <a:lnTo>
                    <a:pt x="63824" y="168916"/>
                  </a:lnTo>
                  <a:cubicBezTo>
                    <a:pt x="73492" y="173846"/>
                    <a:pt x="84114" y="176941"/>
                    <a:pt x="95163" y="178085"/>
                  </a:cubicBezTo>
                  <a:lnTo>
                    <a:pt x="95330" y="178085"/>
                  </a:lnTo>
                  <a:lnTo>
                    <a:pt x="84804" y="186158"/>
                  </a:lnTo>
                  <a:cubicBezTo>
                    <a:pt x="82923" y="187610"/>
                    <a:pt x="80541" y="188420"/>
                    <a:pt x="78160" y="188420"/>
                  </a:cubicBezTo>
                  <a:cubicBezTo>
                    <a:pt x="73373" y="188420"/>
                    <a:pt x="69182" y="185372"/>
                    <a:pt x="67682" y="180823"/>
                  </a:cubicBezTo>
                  <a:lnTo>
                    <a:pt x="63824" y="168916"/>
                  </a:lnTo>
                  <a:close/>
                  <a:moveTo>
                    <a:pt x="49702" y="159819"/>
                  </a:moveTo>
                  <a:cubicBezTo>
                    <a:pt x="51583" y="161295"/>
                    <a:pt x="53488" y="162677"/>
                    <a:pt x="55441" y="163963"/>
                  </a:cubicBezTo>
                  <a:lnTo>
                    <a:pt x="61585" y="182871"/>
                  </a:lnTo>
                  <a:cubicBezTo>
                    <a:pt x="63728" y="189468"/>
                    <a:pt x="69849" y="194397"/>
                    <a:pt x="76874" y="194945"/>
                  </a:cubicBezTo>
                  <a:lnTo>
                    <a:pt x="82327" y="218283"/>
                  </a:lnTo>
                  <a:lnTo>
                    <a:pt x="56489" y="218283"/>
                  </a:lnTo>
                  <a:lnTo>
                    <a:pt x="56489" y="191587"/>
                  </a:lnTo>
                  <a:cubicBezTo>
                    <a:pt x="56489" y="189896"/>
                    <a:pt x="55274" y="188396"/>
                    <a:pt x="53607" y="188206"/>
                  </a:cubicBezTo>
                  <a:cubicBezTo>
                    <a:pt x="53470" y="188189"/>
                    <a:pt x="53335" y="188181"/>
                    <a:pt x="53201" y="188181"/>
                  </a:cubicBezTo>
                  <a:cubicBezTo>
                    <a:pt x="51380" y="188181"/>
                    <a:pt x="49892" y="189649"/>
                    <a:pt x="49892" y="191468"/>
                  </a:cubicBezTo>
                  <a:lnTo>
                    <a:pt x="49892" y="218331"/>
                  </a:lnTo>
                  <a:lnTo>
                    <a:pt x="31841" y="218331"/>
                  </a:lnTo>
                  <a:cubicBezTo>
                    <a:pt x="31269" y="210996"/>
                    <a:pt x="31603" y="203828"/>
                    <a:pt x="32817" y="196946"/>
                  </a:cubicBezTo>
                  <a:cubicBezTo>
                    <a:pt x="35723" y="180418"/>
                    <a:pt x="43224" y="167963"/>
                    <a:pt x="49702" y="159819"/>
                  </a:cubicBezTo>
                  <a:close/>
                  <a:moveTo>
                    <a:pt x="104499" y="179490"/>
                  </a:moveTo>
                  <a:lnTo>
                    <a:pt x="120192" y="191468"/>
                  </a:lnTo>
                  <a:cubicBezTo>
                    <a:pt x="121860" y="192754"/>
                    <a:pt x="123717" y="193707"/>
                    <a:pt x="125670" y="194302"/>
                  </a:cubicBezTo>
                  <a:lnTo>
                    <a:pt x="120026" y="218331"/>
                  </a:lnTo>
                  <a:lnTo>
                    <a:pt x="88972" y="218331"/>
                  </a:lnTo>
                  <a:lnTo>
                    <a:pt x="83351" y="194278"/>
                  </a:lnTo>
                  <a:cubicBezTo>
                    <a:pt x="84804" y="193826"/>
                    <a:pt x="86209" y="193159"/>
                    <a:pt x="87519" y="192373"/>
                  </a:cubicBezTo>
                  <a:cubicBezTo>
                    <a:pt x="87948" y="192064"/>
                    <a:pt x="104499" y="179490"/>
                    <a:pt x="104499" y="179490"/>
                  </a:cubicBezTo>
                  <a:close/>
                  <a:moveTo>
                    <a:pt x="159486" y="159867"/>
                  </a:moveTo>
                  <a:cubicBezTo>
                    <a:pt x="163011" y="164153"/>
                    <a:pt x="166012" y="168749"/>
                    <a:pt x="168512" y="173584"/>
                  </a:cubicBezTo>
                  <a:cubicBezTo>
                    <a:pt x="172346" y="180966"/>
                    <a:pt x="174990" y="188825"/>
                    <a:pt x="176418" y="196946"/>
                  </a:cubicBezTo>
                  <a:cubicBezTo>
                    <a:pt x="177609" y="203828"/>
                    <a:pt x="177943" y="210996"/>
                    <a:pt x="177419" y="218331"/>
                  </a:cubicBezTo>
                  <a:lnTo>
                    <a:pt x="159272" y="218331"/>
                  </a:lnTo>
                  <a:lnTo>
                    <a:pt x="159272" y="191611"/>
                  </a:lnTo>
                  <a:cubicBezTo>
                    <a:pt x="159272" y="189920"/>
                    <a:pt x="158058" y="188444"/>
                    <a:pt x="156391" y="188229"/>
                  </a:cubicBezTo>
                  <a:cubicBezTo>
                    <a:pt x="156254" y="188213"/>
                    <a:pt x="156118" y="188205"/>
                    <a:pt x="155984" y="188205"/>
                  </a:cubicBezTo>
                  <a:cubicBezTo>
                    <a:pt x="154163" y="188205"/>
                    <a:pt x="152675" y="189675"/>
                    <a:pt x="152675" y="191516"/>
                  </a:cubicBezTo>
                  <a:lnTo>
                    <a:pt x="152675" y="218355"/>
                  </a:lnTo>
                  <a:lnTo>
                    <a:pt x="126837" y="218355"/>
                  </a:lnTo>
                  <a:lnTo>
                    <a:pt x="132290" y="195017"/>
                  </a:lnTo>
                  <a:cubicBezTo>
                    <a:pt x="139339" y="194445"/>
                    <a:pt x="145341" y="189730"/>
                    <a:pt x="147579" y="182919"/>
                  </a:cubicBezTo>
                  <a:lnTo>
                    <a:pt x="153723" y="164034"/>
                  </a:lnTo>
                  <a:cubicBezTo>
                    <a:pt x="155676" y="162724"/>
                    <a:pt x="157605" y="161319"/>
                    <a:pt x="159486" y="159867"/>
                  </a:cubicBezTo>
                  <a:close/>
                  <a:moveTo>
                    <a:pt x="104499" y="1"/>
                  </a:moveTo>
                  <a:cubicBezTo>
                    <a:pt x="84709" y="1"/>
                    <a:pt x="65014" y="5740"/>
                    <a:pt x="48487" y="16695"/>
                  </a:cubicBezTo>
                  <a:cubicBezTo>
                    <a:pt x="47058" y="17647"/>
                    <a:pt x="46463" y="19505"/>
                    <a:pt x="47225" y="21029"/>
                  </a:cubicBezTo>
                  <a:cubicBezTo>
                    <a:pt x="47833" y="22199"/>
                    <a:pt x="49004" y="22838"/>
                    <a:pt x="50188" y="22838"/>
                  </a:cubicBezTo>
                  <a:cubicBezTo>
                    <a:pt x="50811" y="22838"/>
                    <a:pt x="51438" y="22661"/>
                    <a:pt x="51988" y="22291"/>
                  </a:cubicBezTo>
                  <a:cubicBezTo>
                    <a:pt x="67467" y="12003"/>
                    <a:pt x="85923" y="6621"/>
                    <a:pt x="104499" y="6621"/>
                  </a:cubicBezTo>
                  <a:cubicBezTo>
                    <a:pt x="121955" y="6621"/>
                    <a:pt x="138887" y="11265"/>
                    <a:pt x="153509" y="20076"/>
                  </a:cubicBezTo>
                  <a:cubicBezTo>
                    <a:pt x="173084" y="31864"/>
                    <a:pt x="188064" y="50940"/>
                    <a:pt x="194113" y="73063"/>
                  </a:cubicBezTo>
                  <a:cubicBezTo>
                    <a:pt x="194732" y="75326"/>
                    <a:pt x="195684" y="80088"/>
                    <a:pt x="195708" y="80136"/>
                  </a:cubicBezTo>
                  <a:cubicBezTo>
                    <a:pt x="194494" y="79636"/>
                    <a:pt x="193208" y="79207"/>
                    <a:pt x="191874" y="78922"/>
                  </a:cubicBezTo>
                  <a:cubicBezTo>
                    <a:pt x="191064" y="78731"/>
                    <a:pt x="190279" y="78612"/>
                    <a:pt x="189469" y="78541"/>
                  </a:cubicBezTo>
                  <a:cubicBezTo>
                    <a:pt x="189397" y="78541"/>
                    <a:pt x="188564" y="78541"/>
                    <a:pt x="188564" y="78493"/>
                  </a:cubicBezTo>
                  <a:cubicBezTo>
                    <a:pt x="187302" y="74802"/>
                    <a:pt x="185587" y="71229"/>
                    <a:pt x="183515" y="67943"/>
                  </a:cubicBezTo>
                  <a:cubicBezTo>
                    <a:pt x="177966" y="59037"/>
                    <a:pt x="169846" y="52059"/>
                    <a:pt x="160272" y="47891"/>
                  </a:cubicBezTo>
                  <a:cubicBezTo>
                    <a:pt x="160272" y="47891"/>
                    <a:pt x="160225" y="47891"/>
                    <a:pt x="160225" y="47868"/>
                  </a:cubicBezTo>
                  <a:cubicBezTo>
                    <a:pt x="154962" y="45605"/>
                    <a:pt x="149246" y="44248"/>
                    <a:pt x="143483" y="43724"/>
                  </a:cubicBezTo>
                  <a:cubicBezTo>
                    <a:pt x="141664" y="43573"/>
                    <a:pt x="139842" y="43496"/>
                    <a:pt x="138023" y="43496"/>
                  </a:cubicBezTo>
                  <a:cubicBezTo>
                    <a:pt x="127509" y="43496"/>
                    <a:pt x="117116" y="46068"/>
                    <a:pt x="108142" y="51773"/>
                  </a:cubicBezTo>
                  <a:cubicBezTo>
                    <a:pt x="106880" y="52583"/>
                    <a:pt x="105666" y="53416"/>
                    <a:pt x="104499" y="54297"/>
                  </a:cubicBezTo>
                  <a:cubicBezTo>
                    <a:pt x="103308" y="53416"/>
                    <a:pt x="102117" y="52583"/>
                    <a:pt x="100879" y="51773"/>
                  </a:cubicBezTo>
                  <a:cubicBezTo>
                    <a:pt x="92200" y="46274"/>
                    <a:pt x="82321" y="43507"/>
                    <a:pt x="71362" y="43507"/>
                  </a:cubicBezTo>
                  <a:cubicBezTo>
                    <a:pt x="70172" y="43507"/>
                    <a:pt x="68969" y="43540"/>
                    <a:pt x="67753" y="43605"/>
                  </a:cubicBezTo>
                  <a:cubicBezTo>
                    <a:pt x="51035" y="44510"/>
                    <a:pt x="35603" y="52869"/>
                    <a:pt x="26363" y="66943"/>
                  </a:cubicBezTo>
                  <a:cubicBezTo>
                    <a:pt x="23982" y="70563"/>
                    <a:pt x="22077" y="74444"/>
                    <a:pt x="20672" y="78493"/>
                  </a:cubicBezTo>
                  <a:cubicBezTo>
                    <a:pt x="19481" y="78493"/>
                    <a:pt x="18338" y="78660"/>
                    <a:pt x="17171" y="78922"/>
                  </a:cubicBezTo>
                  <a:cubicBezTo>
                    <a:pt x="15837" y="79207"/>
                    <a:pt x="14551" y="79636"/>
                    <a:pt x="13337" y="80136"/>
                  </a:cubicBezTo>
                  <a:cubicBezTo>
                    <a:pt x="15956" y="65728"/>
                    <a:pt x="22196" y="52226"/>
                    <a:pt x="31674" y="40676"/>
                  </a:cubicBezTo>
                  <a:cubicBezTo>
                    <a:pt x="34770" y="36889"/>
                    <a:pt x="38152" y="33365"/>
                    <a:pt x="41819" y="30126"/>
                  </a:cubicBezTo>
                  <a:cubicBezTo>
                    <a:pt x="43176" y="28911"/>
                    <a:pt x="43296" y="26863"/>
                    <a:pt x="42081" y="25482"/>
                  </a:cubicBezTo>
                  <a:cubicBezTo>
                    <a:pt x="41429" y="24753"/>
                    <a:pt x="40536" y="24381"/>
                    <a:pt x="39636" y="24381"/>
                  </a:cubicBezTo>
                  <a:cubicBezTo>
                    <a:pt x="38859" y="24381"/>
                    <a:pt x="38077" y="24658"/>
                    <a:pt x="37437" y="25220"/>
                  </a:cubicBezTo>
                  <a:cubicBezTo>
                    <a:pt x="33508" y="28697"/>
                    <a:pt x="29888" y="32460"/>
                    <a:pt x="26578" y="36508"/>
                  </a:cubicBezTo>
                  <a:cubicBezTo>
                    <a:pt x="15028" y="50582"/>
                    <a:pt x="7907" y="67419"/>
                    <a:pt x="5954" y="85280"/>
                  </a:cubicBezTo>
                  <a:cubicBezTo>
                    <a:pt x="2263" y="89209"/>
                    <a:pt x="1" y="94520"/>
                    <a:pt x="1" y="100331"/>
                  </a:cubicBezTo>
                  <a:cubicBezTo>
                    <a:pt x="1" y="112405"/>
                    <a:pt x="9812" y="122240"/>
                    <a:pt x="21910" y="122240"/>
                  </a:cubicBezTo>
                  <a:lnTo>
                    <a:pt x="22291" y="122240"/>
                  </a:lnTo>
                  <a:cubicBezTo>
                    <a:pt x="26554" y="134171"/>
                    <a:pt x="33603" y="145125"/>
                    <a:pt x="43224" y="154294"/>
                  </a:cubicBezTo>
                  <a:cubicBezTo>
                    <a:pt x="43653" y="154699"/>
                    <a:pt x="44105" y="155151"/>
                    <a:pt x="44582" y="155580"/>
                  </a:cubicBezTo>
                  <a:cubicBezTo>
                    <a:pt x="37556" y="164344"/>
                    <a:pt x="29364" y="177870"/>
                    <a:pt x="26244" y="195826"/>
                  </a:cubicBezTo>
                  <a:cubicBezTo>
                    <a:pt x="24792" y="204233"/>
                    <a:pt x="24530" y="213044"/>
                    <a:pt x="25482" y="221974"/>
                  </a:cubicBezTo>
                  <a:cubicBezTo>
                    <a:pt x="25649" y="223641"/>
                    <a:pt x="27078" y="224904"/>
                    <a:pt x="28745" y="224904"/>
                  </a:cubicBezTo>
                  <a:lnTo>
                    <a:pt x="180396" y="224904"/>
                  </a:lnTo>
                  <a:cubicBezTo>
                    <a:pt x="182063" y="224904"/>
                    <a:pt x="183491" y="223641"/>
                    <a:pt x="183658" y="221974"/>
                  </a:cubicBezTo>
                  <a:cubicBezTo>
                    <a:pt x="184611" y="213020"/>
                    <a:pt x="184373" y="204209"/>
                    <a:pt x="182896" y="195826"/>
                  </a:cubicBezTo>
                  <a:cubicBezTo>
                    <a:pt x="181348" y="187039"/>
                    <a:pt x="178490" y="178513"/>
                    <a:pt x="174347" y="170535"/>
                  </a:cubicBezTo>
                  <a:cubicBezTo>
                    <a:pt x="171608" y="165272"/>
                    <a:pt x="168298" y="160248"/>
                    <a:pt x="164511" y="155532"/>
                  </a:cubicBezTo>
                  <a:lnTo>
                    <a:pt x="165869" y="154294"/>
                  </a:lnTo>
                  <a:cubicBezTo>
                    <a:pt x="175442" y="145125"/>
                    <a:pt x="182539" y="134171"/>
                    <a:pt x="186778" y="122240"/>
                  </a:cubicBezTo>
                  <a:lnTo>
                    <a:pt x="187183" y="122240"/>
                  </a:lnTo>
                  <a:cubicBezTo>
                    <a:pt x="199257" y="122240"/>
                    <a:pt x="209092" y="112405"/>
                    <a:pt x="209092" y="100331"/>
                  </a:cubicBezTo>
                  <a:cubicBezTo>
                    <a:pt x="209092" y="97640"/>
                    <a:pt x="208616" y="95044"/>
                    <a:pt x="207711" y="92662"/>
                  </a:cubicBezTo>
                  <a:cubicBezTo>
                    <a:pt x="211307" y="90757"/>
                    <a:pt x="214022" y="87519"/>
                    <a:pt x="215593" y="83089"/>
                  </a:cubicBezTo>
                  <a:cubicBezTo>
                    <a:pt x="217070" y="78945"/>
                    <a:pt x="216975" y="75159"/>
                    <a:pt x="216975" y="75016"/>
                  </a:cubicBezTo>
                  <a:cubicBezTo>
                    <a:pt x="216951" y="73373"/>
                    <a:pt x="215879" y="72039"/>
                    <a:pt x="214236" y="71872"/>
                  </a:cubicBezTo>
                  <a:cubicBezTo>
                    <a:pt x="213664" y="71706"/>
                    <a:pt x="208735" y="70110"/>
                    <a:pt x="209044" y="59394"/>
                  </a:cubicBezTo>
                  <a:cubicBezTo>
                    <a:pt x="209163" y="55036"/>
                    <a:pt x="210068" y="50630"/>
                    <a:pt x="210926" y="46391"/>
                  </a:cubicBezTo>
                  <a:cubicBezTo>
                    <a:pt x="212902" y="36627"/>
                    <a:pt x="214927" y="26530"/>
                    <a:pt x="208616" y="15790"/>
                  </a:cubicBezTo>
                  <a:cubicBezTo>
                    <a:pt x="203043" y="6312"/>
                    <a:pt x="193493" y="691"/>
                    <a:pt x="183015" y="691"/>
                  </a:cubicBezTo>
                  <a:cubicBezTo>
                    <a:pt x="173727" y="691"/>
                    <a:pt x="164083" y="5026"/>
                    <a:pt x="155033" y="13313"/>
                  </a:cubicBezTo>
                  <a:cubicBezTo>
                    <a:pt x="139816" y="4621"/>
                    <a:pt x="122407" y="1"/>
                    <a:pt x="104499"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324" name="Google Shape;3324;p45"/>
          <p:cNvGrpSpPr/>
          <p:nvPr/>
        </p:nvGrpSpPr>
        <p:grpSpPr>
          <a:xfrm>
            <a:off x="6997385" y="2286297"/>
            <a:ext cx="327764" cy="322695"/>
            <a:chOff x="6997385" y="2286297"/>
            <a:chExt cx="327764" cy="322695"/>
          </a:xfrm>
        </p:grpSpPr>
        <p:sp>
          <p:nvSpPr>
            <p:cNvPr id="3325" name="Google Shape;3325;p45"/>
            <p:cNvSpPr/>
            <p:nvPr/>
          </p:nvSpPr>
          <p:spPr>
            <a:xfrm>
              <a:off x="7206754" y="2335029"/>
              <a:ext cx="90941" cy="53420"/>
            </a:xfrm>
            <a:custGeom>
              <a:avLst/>
              <a:gdLst/>
              <a:ahLst/>
              <a:cxnLst/>
              <a:rect l="l" t="t" r="r" b="b"/>
              <a:pathLst>
                <a:path w="62395" h="36652" extrusionOk="0">
                  <a:moveTo>
                    <a:pt x="9669" y="1"/>
                  </a:moveTo>
                  <a:cubicBezTo>
                    <a:pt x="4358" y="1"/>
                    <a:pt x="24" y="4311"/>
                    <a:pt x="0" y="9598"/>
                  </a:cubicBezTo>
                  <a:lnTo>
                    <a:pt x="0" y="28125"/>
                  </a:lnTo>
                  <a:lnTo>
                    <a:pt x="31197" y="36651"/>
                  </a:lnTo>
                  <a:lnTo>
                    <a:pt x="62394" y="28125"/>
                  </a:lnTo>
                  <a:lnTo>
                    <a:pt x="62394" y="9598"/>
                  </a:lnTo>
                  <a:cubicBezTo>
                    <a:pt x="62394" y="4311"/>
                    <a:pt x="58108" y="1"/>
                    <a:pt x="52773" y="1"/>
                  </a:cubicBezTo>
                  <a:close/>
                </a:path>
              </a:pathLst>
            </a:custGeom>
            <a:solidFill>
              <a:srgbClr val="1CA8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6" name="Google Shape;3326;p45"/>
            <p:cNvSpPr/>
            <p:nvPr/>
          </p:nvSpPr>
          <p:spPr>
            <a:xfrm>
              <a:off x="7206789" y="2388239"/>
              <a:ext cx="90906" cy="66781"/>
            </a:xfrm>
            <a:custGeom>
              <a:avLst/>
              <a:gdLst/>
              <a:ahLst/>
              <a:cxnLst/>
              <a:rect l="l" t="t" r="r" b="b"/>
              <a:pathLst>
                <a:path w="62371" h="45819" extrusionOk="0">
                  <a:moveTo>
                    <a:pt x="31173" y="0"/>
                  </a:moveTo>
                  <a:lnTo>
                    <a:pt x="0" y="8549"/>
                  </a:lnTo>
                  <a:lnTo>
                    <a:pt x="0" y="37270"/>
                  </a:lnTo>
                  <a:lnTo>
                    <a:pt x="31173" y="45819"/>
                  </a:lnTo>
                  <a:lnTo>
                    <a:pt x="62370" y="37270"/>
                  </a:lnTo>
                  <a:lnTo>
                    <a:pt x="62370" y="8549"/>
                  </a:lnTo>
                  <a:lnTo>
                    <a:pt x="31173" y="0"/>
                  </a:lnTo>
                  <a:close/>
                </a:path>
              </a:pathLst>
            </a:custGeom>
            <a:solidFill>
              <a:srgbClr val="1CA8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7" name="Google Shape;3327;p45"/>
            <p:cNvSpPr/>
            <p:nvPr/>
          </p:nvSpPr>
          <p:spPr>
            <a:xfrm>
              <a:off x="7206789" y="2455054"/>
              <a:ext cx="90906" cy="53489"/>
            </a:xfrm>
            <a:custGeom>
              <a:avLst/>
              <a:gdLst/>
              <a:ahLst/>
              <a:cxnLst/>
              <a:rect l="l" t="t" r="r" b="b"/>
              <a:pathLst>
                <a:path w="62371" h="36699" extrusionOk="0">
                  <a:moveTo>
                    <a:pt x="31173" y="1"/>
                  </a:moveTo>
                  <a:lnTo>
                    <a:pt x="0" y="8550"/>
                  </a:lnTo>
                  <a:lnTo>
                    <a:pt x="0" y="27078"/>
                  </a:lnTo>
                  <a:cubicBezTo>
                    <a:pt x="0" y="32364"/>
                    <a:pt x="4287" y="36699"/>
                    <a:pt x="9621" y="36699"/>
                  </a:cubicBezTo>
                  <a:lnTo>
                    <a:pt x="52726" y="36699"/>
                  </a:lnTo>
                  <a:cubicBezTo>
                    <a:pt x="58060" y="36699"/>
                    <a:pt x="62370" y="32364"/>
                    <a:pt x="62370" y="27054"/>
                  </a:cubicBezTo>
                  <a:lnTo>
                    <a:pt x="62370" y="8526"/>
                  </a:lnTo>
                  <a:lnTo>
                    <a:pt x="31173" y="1"/>
                  </a:lnTo>
                  <a:close/>
                </a:path>
              </a:pathLst>
            </a:custGeom>
            <a:solidFill>
              <a:srgbClr val="1CA8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8" name="Google Shape;3328;p45"/>
            <p:cNvSpPr/>
            <p:nvPr/>
          </p:nvSpPr>
          <p:spPr>
            <a:xfrm>
              <a:off x="7115918" y="2291503"/>
              <a:ext cx="90941" cy="53419"/>
            </a:xfrm>
            <a:custGeom>
              <a:avLst/>
              <a:gdLst/>
              <a:ahLst/>
              <a:cxnLst/>
              <a:rect l="l" t="t" r="r" b="b"/>
              <a:pathLst>
                <a:path w="62395" h="36651" extrusionOk="0">
                  <a:moveTo>
                    <a:pt x="9598" y="1"/>
                  </a:moveTo>
                  <a:cubicBezTo>
                    <a:pt x="4288" y="1"/>
                    <a:pt x="1" y="4311"/>
                    <a:pt x="1" y="9622"/>
                  </a:cubicBezTo>
                  <a:lnTo>
                    <a:pt x="1" y="28125"/>
                  </a:lnTo>
                  <a:lnTo>
                    <a:pt x="31198" y="36651"/>
                  </a:lnTo>
                  <a:lnTo>
                    <a:pt x="62395" y="28125"/>
                  </a:lnTo>
                  <a:lnTo>
                    <a:pt x="62395" y="9622"/>
                  </a:lnTo>
                  <a:cubicBezTo>
                    <a:pt x="62347" y="4311"/>
                    <a:pt x="58037" y="1"/>
                    <a:pt x="52702" y="1"/>
                  </a:cubicBezTo>
                  <a:close/>
                </a:path>
              </a:pathLst>
            </a:custGeom>
            <a:solidFill>
              <a:srgbClr val="FFC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9" name="Google Shape;3329;p45"/>
            <p:cNvSpPr/>
            <p:nvPr/>
          </p:nvSpPr>
          <p:spPr>
            <a:xfrm>
              <a:off x="7115849" y="2291503"/>
              <a:ext cx="58210" cy="53419"/>
            </a:xfrm>
            <a:custGeom>
              <a:avLst/>
              <a:gdLst/>
              <a:ahLst/>
              <a:cxnLst/>
              <a:rect l="l" t="t" r="r" b="b"/>
              <a:pathLst>
                <a:path w="39938" h="36651" extrusionOk="0">
                  <a:moveTo>
                    <a:pt x="9621" y="1"/>
                  </a:moveTo>
                  <a:cubicBezTo>
                    <a:pt x="4287" y="1"/>
                    <a:pt x="0" y="4311"/>
                    <a:pt x="0" y="9622"/>
                  </a:cubicBezTo>
                  <a:lnTo>
                    <a:pt x="0" y="28125"/>
                  </a:lnTo>
                  <a:lnTo>
                    <a:pt x="31150" y="36651"/>
                  </a:lnTo>
                  <a:lnTo>
                    <a:pt x="39937" y="34222"/>
                  </a:lnTo>
                  <a:lnTo>
                    <a:pt x="17575" y="28125"/>
                  </a:lnTo>
                  <a:lnTo>
                    <a:pt x="17575" y="9622"/>
                  </a:lnTo>
                  <a:cubicBezTo>
                    <a:pt x="17575" y="4287"/>
                    <a:pt x="21886" y="1"/>
                    <a:pt x="27196" y="1"/>
                  </a:cubicBezTo>
                  <a:close/>
                </a:path>
              </a:pathLst>
            </a:custGeom>
            <a:solidFill>
              <a:srgbClr val="000000">
                <a:alpha val="84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0" name="Google Shape;3330;p45"/>
            <p:cNvSpPr/>
            <p:nvPr/>
          </p:nvSpPr>
          <p:spPr>
            <a:xfrm>
              <a:off x="7115849" y="2344679"/>
              <a:ext cx="90941" cy="110376"/>
            </a:xfrm>
            <a:custGeom>
              <a:avLst/>
              <a:gdLst/>
              <a:ahLst/>
              <a:cxnLst/>
              <a:rect l="l" t="t" r="r" b="b"/>
              <a:pathLst>
                <a:path w="62395" h="75730" extrusionOk="0">
                  <a:moveTo>
                    <a:pt x="31197" y="0"/>
                  </a:moveTo>
                  <a:lnTo>
                    <a:pt x="0" y="8549"/>
                  </a:lnTo>
                  <a:lnTo>
                    <a:pt x="0" y="67204"/>
                  </a:lnTo>
                  <a:lnTo>
                    <a:pt x="31197" y="75730"/>
                  </a:lnTo>
                  <a:lnTo>
                    <a:pt x="62394" y="67204"/>
                  </a:lnTo>
                  <a:lnTo>
                    <a:pt x="62394" y="8549"/>
                  </a:lnTo>
                  <a:lnTo>
                    <a:pt x="31197" y="0"/>
                  </a:lnTo>
                  <a:close/>
                </a:path>
              </a:pathLst>
            </a:custGeom>
            <a:solidFill>
              <a:srgbClr val="FFC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1" name="Google Shape;3331;p45"/>
            <p:cNvSpPr/>
            <p:nvPr/>
          </p:nvSpPr>
          <p:spPr>
            <a:xfrm>
              <a:off x="7115849" y="2344817"/>
              <a:ext cx="58210" cy="110135"/>
            </a:xfrm>
            <a:custGeom>
              <a:avLst/>
              <a:gdLst/>
              <a:ahLst/>
              <a:cxnLst/>
              <a:rect l="l" t="t" r="r" b="b"/>
              <a:pathLst>
                <a:path w="39938" h="75564" extrusionOk="0">
                  <a:moveTo>
                    <a:pt x="31150" y="0"/>
                  </a:moveTo>
                  <a:lnTo>
                    <a:pt x="0" y="8526"/>
                  </a:lnTo>
                  <a:lnTo>
                    <a:pt x="0" y="67038"/>
                  </a:lnTo>
                  <a:lnTo>
                    <a:pt x="31150" y="75563"/>
                  </a:lnTo>
                  <a:lnTo>
                    <a:pt x="39937" y="73134"/>
                  </a:lnTo>
                  <a:lnTo>
                    <a:pt x="17575" y="67038"/>
                  </a:lnTo>
                  <a:lnTo>
                    <a:pt x="17575" y="8526"/>
                  </a:lnTo>
                  <a:lnTo>
                    <a:pt x="39937" y="2406"/>
                  </a:lnTo>
                  <a:lnTo>
                    <a:pt x="31150" y="0"/>
                  </a:lnTo>
                  <a:close/>
                </a:path>
              </a:pathLst>
            </a:custGeom>
            <a:solidFill>
              <a:srgbClr val="000000">
                <a:alpha val="84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2" name="Google Shape;3332;p45"/>
            <p:cNvSpPr/>
            <p:nvPr/>
          </p:nvSpPr>
          <p:spPr>
            <a:xfrm>
              <a:off x="7115849" y="2455054"/>
              <a:ext cx="90906" cy="53524"/>
            </a:xfrm>
            <a:custGeom>
              <a:avLst/>
              <a:gdLst/>
              <a:ahLst/>
              <a:cxnLst/>
              <a:rect l="l" t="t" r="r" b="b"/>
              <a:pathLst>
                <a:path w="62371" h="36723" extrusionOk="0">
                  <a:moveTo>
                    <a:pt x="31197" y="1"/>
                  </a:moveTo>
                  <a:lnTo>
                    <a:pt x="0" y="8550"/>
                  </a:lnTo>
                  <a:lnTo>
                    <a:pt x="0" y="27078"/>
                  </a:lnTo>
                  <a:cubicBezTo>
                    <a:pt x="0" y="32412"/>
                    <a:pt x="4335" y="36723"/>
                    <a:pt x="9645" y="36723"/>
                  </a:cubicBezTo>
                  <a:lnTo>
                    <a:pt x="52749" y="36723"/>
                  </a:lnTo>
                  <a:cubicBezTo>
                    <a:pt x="58084" y="36723"/>
                    <a:pt x="62370" y="32412"/>
                    <a:pt x="62370" y="27102"/>
                  </a:cubicBezTo>
                  <a:lnTo>
                    <a:pt x="62370" y="8598"/>
                  </a:lnTo>
                  <a:lnTo>
                    <a:pt x="31197" y="1"/>
                  </a:lnTo>
                  <a:close/>
                </a:path>
              </a:pathLst>
            </a:custGeom>
            <a:solidFill>
              <a:srgbClr val="FFC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3" name="Google Shape;3333;p45"/>
            <p:cNvSpPr/>
            <p:nvPr/>
          </p:nvSpPr>
          <p:spPr>
            <a:xfrm>
              <a:off x="7115849" y="2455054"/>
              <a:ext cx="58210" cy="53524"/>
            </a:xfrm>
            <a:custGeom>
              <a:avLst/>
              <a:gdLst/>
              <a:ahLst/>
              <a:cxnLst/>
              <a:rect l="l" t="t" r="r" b="b"/>
              <a:pathLst>
                <a:path w="39938" h="36723" extrusionOk="0">
                  <a:moveTo>
                    <a:pt x="31150" y="1"/>
                  </a:moveTo>
                  <a:lnTo>
                    <a:pt x="0" y="8550"/>
                  </a:lnTo>
                  <a:lnTo>
                    <a:pt x="0" y="27078"/>
                  </a:lnTo>
                  <a:cubicBezTo>
                    <a:pt x="0" y="32388"/>
                    <a:pt x="4335" y="36723"/>
                    <a:pt x="9645" y="36723"/>
                  </a:cubicBezTo>
                  <a:lnTo>
                    <a:pt x="27220" y="36723"/>
                  </a:lnTo>
                  <a:cubicBezTo>
                    <a:pt x="21886" y="36675"/>
                    <a:pt x="17575" y="32364"/>
                    <a:pt x="17575" y="27078"/>
                  </a:cubicBezTo>
                  <a:lnTo>
                    <a:pt x="17575" y="8550"/>
                  </a:lnTo>
                  <a:lnTo>
                    <a:pt x="39937" y="2430"/>
                  </a:lnTo>
                  <a:lnTo>
                    <a:pt x="31150" y="1"/>
                  </a:lnTo>
                  <a:close/>
                </a:path>
              </a:pathLst>
            </a:custGeom>
            <a:solidFill>
              <a:srgbClr val="000000">
                <a:alpha val="84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4" name="Google Shape;3334;p45"/>
            <p:cNvSpPr/>
            <p:nvPr/>
          </p:nvSpPr>
          <p:spPr>
            <a:xfrm>
              <a:off x="7024979" y="2335029"/>
              <a:ext cx="90941" cy="53420"/>
            </a:xfrm>
            <a:custGeom>
              <a:avLst/>
              <a:gdLst/>
              <a:ahLst/>
              <a:cxnLst/>
              <a:rect l="l" t="t" r="r" b="b"/>
              <a:pathLst>
                <a:path w="62395" h="36652" extrusionOk="0">
                  <a:moveTo>
                    <a:pt x="9598" y="1"/>
                  </a:moveTo>
                  <a:cubicBezTo>
                    <a:pt x="4288" y="1"/>
                    <a:pt x="1" y="4311"/>
                    <a:pt x="1" y="9598"/>
                  </a:cubicBezTo>
                  <a:lnTo>
                    <a:pt x="1" y="28125"/>
                  </a:lnTo>
                  <a:lnTo>
                    <a:pt x="31198" y="36651"/>
                  </a:lnTo>
                  <a:lnTo>
                    <a:pt x="62395" y="28125"/>
                  </a:lnTo>
                  <a:lnTo>
                    <a:pt x="62395" y="9598"/>
                  </a:lnTo>
                  <a:cubicBezTo>
                    <a:pt x="62347" y="4311"/>
                    <a:pt x="58037" y="1"/>
                    <a:pt x="52750" y="1"/>
                  </a:cubicBezTo>
                  <a:close/>
                </a:path>
              </a:pathLst>
            </a:custGeom>
            <a:solidFill>
              <a:srgbClr val="00B2B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5" name="Google Shape;3335;p45"/>
            <p:cNvSpPr/>
            <p:nvPr/>
          </p:nvSpPr>
          <p:spPr>
            <a:xfrm>
              <a:off x="7024979" y="2335064"/>
              <a:ext cx="58175" cy="53419"/>
            </a:xfrm>
            <a:custGeom>
              <a:avLst/>
              <a:gdLst/>
              <a:ahLst/>
              <a:cxnLst/>
              <a:rect l="l" t="t" r="r" b="b"/>
              <a:pathLst>
                <a:path w="39914" h="36651" extrusionOk="0">
                  <a:moveTo>
                    <a:pt x="9598" y="1"/>
                  </a:moveTo>
                  <a:cubicBezTo>
                    <a:pt x="4288" y="1"/>
                    <a:pt x="1" y="4311"/>
                    <a:pt x="1" y="9622"/>
                  </a:cubicBezTo>
                  <a:lnTo>
                    <a:pt x="1" y="28125"/>
                  </a:lnTo>
                  <a:lnTo>
                    <a:pt x="31127" y="36651"/>
                  </a:lnTo>
                  <a:lnTo>
                    <a:pt x="39914" y="34222"/>
                  </a:lnTo>
                  <a:lnTo>
                    <a:pt x="17552" y="28125"/>
                  </a:lnTo>
                  <a:lnTo>
                    <a:pt x="17552" y="9622"/>
                  </a:lnTo>
                  <a:cubicBezTo>
                    <a:pt x="17552" y="4287"/>
                    <a:pt x="21863" y="1"/>
                    <a:pt x="27173" y="1"/>
                  </a:cubicBezTo>
                  <a:close/>
                </a:path>
              </a:pathLst>
            </a:custGeom>
            <a:solidFill>
              <a:srgbClr val="000000">
                <a:alpha val="84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6" name="Google Shape;3336;p45"/>
            <p:cNvSpPr/>
            <p:nvPr/>
          </p:nvSpPr>
          <p:spPr>
            <a:xfrm>
              <a:off x="7024979" y="2388239"/>
              <a:ext cx="90872" cy="66781"/>
            </a:xfrm>
            <a:custGeom>
              <a:avLst/>
              <a:gdLst/>
              <a:ahLst/>
              <a:cxnLst/>
              <a:rect l="l" t="t" r="r" b="b"/>
              <a:pathLst>
                <a:path w="62348" h="45819" extrusionOk="0">
                  <a:moveTo>
                    <a:pt x="31150" y="0"/>
                  </a:moveTo>
                  <a:lnTo>
                    <a:pt x="1" y="8549"/>
                  </a:lnTo>
                  <a:lnTo>
                    <a:pt x="1" y="37270"/>
                  </a:lnTo>
                  <a:lnTo>
                    <a:pt x="31150" y="45819"/>
                  </a:lnTo>
                  <a:lnTo>
                    <a:pt x="62347" y="37270"/>
                  </a:lnTo>
                  <a:lnTo>
                    <a:pt x="62347" y="8549"/>
                  </a:lnTo>
                  <a:lnTo>
                    <a:pt x="31150" y="0"/>
                  </a:lnTo>
                  <a:close/>
                </a:path>
              </a:pathLst>
            </a:custGeom>
            <a:solidFill>
              <a:srgbClr val="00B2B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7" name="Google Shape;3337;p45"/>
            <p:cNvSpPr/>
            <p:nvPr/>
          </p:nvSpPr>
          <p:spPr>
            <a:xfrm>
              <a:off x="7024979" y="2388343"/>
              <a:ext cx="58175" cy="66609"/>
            </a:xfrm>
            <a:custGeom>
              <a:avLst/>
              <a:gdLst/>
              <a:ahLst/>
              <a:cxnLst/>
              <a:rect l="l" t="t" r="r" b="b"/>
              <a:pathLst>
                <a:path w="39914" h="45701" extrusionOk="0">
                  <a:moveTo>
                    <a:pt x="31103" y="1"/>
                  </a:moveTo>
                  <a:lnTo>
                    <a:pt x="1" y="8502"/>
                  </a:lnTo>
                  <a:lnTo>
                    <a:pt x="1" y="37175"/>
                  </a:lnTo>
                  <a:lnTo>
                    <a:pt x="31103" y="45700"/>
                  </a:lnTo>
                  <a:lnTo>
                    <a:pt x="39914" y="43271"/>
                  </a:lnTo>
                  <a:lnTo>
                    <a:pt x="17552" y="37175"/>
                  </a:lnTo>
                  <a:lnTo>
                    <a:pt x="17552" y="8502"/>
                  </a:lnTo>
                  <a:lnTo>
                    <a:pt x="39914" y="2382"/>
                  </a:lnTo>
                  <a:lnTo>
                    <a:pt x="31103" y="1"/>
                  </a:lnTo>
                  <a:close/>
                </a:path>
              </a:pathLst>
            </a:custGeom>
            <a:solidFill>
              <a:srgbClr val="000000">
                <a:alpha val="84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8" name="Google Shape;3338;p45"/>
            <p:cNvSpPr/>
            <p:nvPr/>
          </p:nvSpPr>
          <p:spPr>
            <a:xfrm>
              <a:off x="7024979" y="2455054"/>
              <a:ext cx="90872" cy="53524"/>
            </a:xfrm>
            <a:custGeom>
              <a:avLst/>
              <a:gdLst/>
              <a:ahLst/>
              <a:cxnLst/>
              <a:rect l="l" t="t" r="r" b="b"/>
              <a:pathLst>
                <a:path w="62348" h="36723" extrusionOk="0">
                  <a:moveTo>
                    <a:pt x="31150" y="1"/>
                  </a:moveTo>
                  <a:lnTo>
                    <a:pt x="1" y="8550"/>
                  </a:lnTo>
                  <a:lnTo>
                    <a:pt x="1" y="27078"/>
                  </a:lnTo>
                  <a:cubicBezTo>
                    <a:pt x="1" y="32388"/>
                    <a:pt x="4311" y="36723"/>
                    <a:pt x="9646" y="36723"/>
                  </a:cubicBezTo>
                  <a:lnTo>
                    <a:pt x="52750" y="36723"/>
                  </a:lnTo>
                  <a:cubicBezTo>
                    <a:pt x="58061" y="36723"/>
                    <a:pt x="62347" y="32388"/>
                    <a:pt x="62347" y="27102"/>
                  </a:cubicBezTo>
                  <a:lnTo>
                    <a:pt x="62347" y="8574"/>
                  </a:lnTo>
                  <a:lnTo>
                    <a:pt x="31150" y="1"/>
                  </a:lnTo>
                  <a:close/>
                </a:path>
              </a:pathLst>
            </a:custGeom>
            <a:solidFill>
              <a:srgbClr val="00B2B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9" name="Google Shape;3339;p45"/>
            <p:cNvSpPr/>
            <p:nvPr/>
          </p:nvSpPr>
          <p:spPr>
            <a:xfrm>
              <a:off x="7024979" y="2455054"/>
              <a:ext cx="58175" cy="53524"/>
            </a:xfrm>
            <a:custGeom>
              <a:avLst/>
              <a:gdLst/>
              <a:ahLst/>
              <a:cxnLst/>
              <a:rect l="l" t="t" r="r" b="b"/>
              <a:pathLst>
                <a:path w="39914" h="36723" extrusionOk="0">
                  <a:moveTo>
                    <a:pt x="31127" y="1"/>
                  </a:moveTo>
                  <a:lnTo>
                    <a:pt x="1" y="8550"/>
                  </a:lnTo>
                  <a:lnTo>
                    <a:pt x="1" y="27078"/>
                  </a:lnTo>
                  <a:cubicBezTo>
                    <a:pt x="1" y="32388"/>
                    <a:pt x="4311" y="36723"/>
                    <a:pt x="9646" y="36723"/>
                  </a:cubicBezTo>
                  <a:lnTo>
                    <a:pt x="27197" y="36723"/>
                  </a:lnTo>
                  <a:cubicBezTo>
                    <a:pt x="21863" y="36675"/>
                    <a:pt x="17552" y="32364"/>
                    <a:pt x="17552" y="27078"/>
                  </a:cubicBezTo>
                  <a:lnTo>
                    <a:pt x="17552" y="8550"/>
                  </a:lnTo>
                  <a:lnTo>
                    <a:pt x="39914" y="2430"/>
                  </a:lnTo>
                  <a:lnTo>
                    <a:pt x="31127" y="1"/>
                  </a:lnTo>
                  <a:close/>
                </a:path>
              </a:pathLst>
            </a:custGeom>
            <a:solidFill>
              <a:srgbClr val="000000">
                <a:alpha val="84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0" name="Google Shape;3340;p45"/>
            <p:cNvSpPr/>
            <p:nvPr/>
          </p:nvSpPr>
          <p:spPr>
            <a:xfrm>
              <a:off x="7037752" y="2525202"/>
              <a:ext cx="29471" cy="78722"/>
            </a:xfrm>
            <a:custGeom>
              <a:avLst/>
              <a:gdLst/>
              <a:ahLst/>
              <a:cxnLst/>
              <a:rect l="l" t="t" r="r" b="b"/>
              <a:pathLst>
                <a:path w="20220" h="54012" extrusionOk="0">
                  <a:moveTo>
                    <a:pt x="1" y="1"/>
                  </a:moveTo>
                  <a:lnTo>
                    <a:pt x="1" y="47844"/>
                  </a:lnTo>
                  <a:cubicBezTo>
                    <a:pt x="1" y="51249"/>
                    <a:pt x="2787" y="54012"/>
                    <a:pt x="6169" y="54012"/>
                  </a:cubicBezTo>
                  <a:lnTo>
                    <a:pt x="14051" y="54012"/>
                  </a:lnTo>
                  <a:cubicBezTo>
                    <a:pt x="17457" y="54012"/>
                    <a:pt x="20219" y="51249"/>
                    <a:pt x="20219" y="47844"/>
                  </a:cubicBezTo>
                  <a:lnTo>
                    <a:pt x="20219"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1" name="Google Shape;3341;p45"/>
            <p:cNvSpPr/>
            <p:nvPr/>
          </p:nvSpPr>
          <p:spPr>
            <a:xfrm>
              <a:off x="7255452" y="2525202"/>
              <a:ext cx="29434" cy="78722"/>
            </a:xfrm>
            <a:custGeom>
              <a:avLst/>
              <a:gdLst/>
              <a:ahLst/>
              <a:cxnLst/>
              <a:rect l="l" t="t" r="r" b="b"/>
              <a:pathLst>
                <a:path w="20195" h="54012" extrusionOk="0">
                  <a:moveTo>
                    <a:pt x="0" y="1"/>
                  </a:moveTo>
                  <a:lnTo>
                    <a:pt x="0" y="47844"/>
                  </a:lnTo>
                  <a:cubicBezTo>
                    <a:pt x="0" y="51249"/>
                    <a:pt x="2763" y="54012"/>
                    <a:pt x="6144" y="54012"/>
                  </a:cubicBezTo>
                  <a:lnTo>
                    <a:pt x="14051" y="54012"/>
                  </a:lnTo>
                  <a:cubicBezTo>
                    <a:pt x="17432" y="54012"/>
                    <a:pt x="20195" y="51249"/>
                    <a:pt x="20195" y="47844"/>
                  </a:cubicBezTo>
                  <a:lnTo>
                    <a:pt x="20195"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2" name="Google Shape;3342;p45"/>
            <p:cNvSpPr/>
            <p:nvPr/>
          </p:nvSpPr>
          <p:spPr>
            <a:xfrm>
              <a:off x="7115849" y="2332461"/>
              <a:ext cx="90906" cy="24992"/>
            </a:xfrm>
            <a:custGeom>
              <a:avLst/>
              <a:gdLst/>
              <a:ahLst/>
              <a:cxnLst/>
              <a:rect l="l" t="t" r="r" b="b"/>
              <a:pathLst>
                <a:path w="62371" h="17147" extrusionOk="0">
                  <a:moveTo>
                    <a:pt x="0" y="0"/>
                  </a:moveTo>
                  <a:lnTo>
                    <a:pt x="0" y="17147"/>
                  </a:lnTo>
                  <a:lnTo>
                    <a:pt x="62370" y="17147"/>
                  </a:lnTo>
                  <a:lnTo>
                    <a:pt x="62370" y="0"/>
                  </a:lnTo>
                  <a:close/>
                </a:path>
              </a:pathLst>
            </a:custGeom>
            <a:solidFill>
              <a:srgbClr val="FF89A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3" name="Google Shape;3343;p45"/>
            <p:cNvSpPr/>
            <p:nvPr/>
          </p:nvSpPr>
          <p:spPr>
            <a:xfrm>
              <a:off x="7115849" y="2332461"/>
              <a:ext cx="25617" cy="24992"/>
            </a:xfrm>
            <a:custGeom>
              <a:avLst/>
              <a:gdLst/>
              <a:ahLst/>
              <a:cxnLst/>
              <a:rect l="l" t="t" r="r" b="b"/>
              <a:pathLst>
                <a:path w="17576" h="17147" extrusionOk="0">
                  <a:moveTo>
                    <a:pt x="0" y="0"/>
                  </a:moveTo>
                  <a:lnTo>
                    <a:pt x="0" y="17147"/>
                  </a:lnTo>
                  <a:lnTo>
                    <a:pt x="17575" y="17147"/>
                  </a:lnTo>
                  <a:lnTo>
                    <a:pt x="17575" y="0"/>
                  </a:lnTo>
                  <a:close/>
                </a:path>
              </a:pathLst>
            </a:custGeom>
            <a:solidFill>
              <a:srgbClr val="000000">
                <a:alpha val="84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4" name="Google Shape;3344;p45"/>
            <p:cNvSpPr/>
            <p:nvPr/>
          </p:nvSpPr>
          <p:spPr>
            <a:xfrm>
              <a:off x="7024979" y="2442559"/>
              <a:ext cx="90872" cy="24992"/>
            </a:xfrm>
            <a:custGeom>
              <a:avLst/>
              <a:gdLst/>
              <a:ahLst/>
              <a:cxnLst/>
              <a:rect l="l" t="t" r="r" b="b"/>
              <a:pathLst>
                <a:path w="62348" h="17147" extrusionOk="0">
                  <a:moveTo>
                    <a:pt x="1" y="1"/>
                  </a:moveTo>
                  <a:lnTo>
                    <a:pt x="1" y="17147"/>
                  </a:lnTo>
                  <a:lnTo>
                    <a:pt x="62347" y="17147"/>
                  </a:lnTo>
                  <a:lnTo>
                    <a:pt x="62347" y="1"/>
                  </a:lnTo>
                  <a:close/>
                </a:path>
              </a:pathLst>
            </a:custGeom>
            <a:solidFill>
              <a:srgbClr val="EFEDE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5" name="Google Shape;3345;p45"/>
            <p:cNvSpPr/>
            <p:nvPr/>
          </p:nvSpPr>
          <p:spPr>
            <a:xfrm>
              <a:off x="7024979" y="2442559"/>
              <a:ext cx="25583" cy="24992"/>
            </a:xfrm>
            <a:custGeom>
              <a:avLst/>
              <a:gdLst/>
              <a:ahLst/>
              <a:cxnLst/>
              <a:rect l="l" t="t" r="r" b="b"/>
              <a:pathLst>
                <a:path w="17553" h="17147" extrusionOk="0">
                  <a:moveTo>
                    <a:pt x="1" y="1"/>
                  </a:moveTo>
                  <a:lnTo>
                    <a:pt x="1" y="17147"/>
                  </a:lnTo>
                  <a:lnTo>
                    <a:pt x="17552" y="17147"/>
                  </a:lnTo>
                  <a:lnTo>
                    <a:pt x="17552" y="1"/>
                  </a:lnTo>
                  <a:close/>
                </a:path>
              </a:pathLst>
            </a:custGeom>
            <a:solidFill>
              <a:srgbClr val="000000">
                <a:alpha val="84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6" name="Google Shape;3346;p45"/>
            <p:cNvSpPr/>
            <p:nvPr/>
          </p:nvSpPr>
          <p:spPr>
            <a:xfrm>
              <a:off x="7024979" y="2376021"/>
              <a:ext cx="90872" cy="24992"/>
            </a:xfrm>
            <a:custGeom>
              <a:avLst/>
              <a:gdLst/>
              <a:ahLst/>
              <a:cxnLst/>
              <a:rect l="l" t="t" r="r" b="b"/>
              <a:pathLst>
                <a:path w="62348" h="17147" extrusionOk="0">
                  <a:moveTo>
                    <a:pt x="1" y="0"/>
                  </a:moveTo>
                  <a:lnTo>
                    <a:pt x="1" y="17147"/>
                  </a:lnTo>
                  <a:lnTo>
                    <a:pt x="62347" y="17147"/>
                  </a:lnTo>
                  <a:lnTo>
                    <a:pt x="62347" y="0"/>
                  </a:lnTo>
                  <a:close/>
                </a:path>
              </a:pathLst>
            </a:custGeom>
            <a:solidFill>
              <a:srgbClr val="EFEDE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7" name="Google Shape;3347;p45"/>
            <p:cNvSpPr/>
            <p:nvPr/>
          </p:nvSpPr>
          <p:spPr>
            <a:xfrm>
              <a:off x="7024979" y="2376021"/>
              <a:ext cx="25583" cy="24992"/>
            </a:xfrm>
            <a:custGeom>
              <a:avLst/>
              <a:gdLst/>
              <a:ahLst/>
              <a:cxnLst/>
              <a:rect l="l" t="t" r="r" b="b"/>
              <a:pathLst>
                <a:path w="17553" h="17147" extrusionOk="0">
                  <a:moveTo>
                    <a:pt x="1" y="0"/>
                  </a:moveTo>
                  <a:lnTo>
                    <a:pt x="1" y="17147"/>
                  </a:lnTo>
                  <a:lnTo>
                    <a:pt x="17552" y="17147"/>
                  </a:lnTo>
                  <a:lnTo>
                    <a:pt x="17552" y="0"/>
                  </a:lnTo>
                  <a:close/>
                </a:path>
              </a:pathLst>
            </a:custGeom>
            <a:solidFill>
              <a:srgbClr val="000000">
                <a:alpha val="84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8" name="Google Shape;3348;p45"/>
            <p:cNvSpPr/>
            <p:nvPr/>
          </p:nvSpPr>
          <p:spPr>
            <a:xfrm>
              <a:off x="7206789" y="2335064"/>
              <a:ext cx="58210" cy="53419"/>
            </a:xfrm>
            <a:custGeom>
              <a:avLst/>
              <a:gdLst/>
              <a:ahLst/>
              <a:cxnLst/>
              <a:rect l="l" t="t" r="r" b="b"/>
              <a:pathLst>
                <a:path w="39938" h="36651" extrusionOk="0">
                  <a:moveTo>
                    <a:pt x="9621" y="1"/>
                  </a:moveTo>
                  <a:cubicBezTo>
                    <a:pt x="4287" y="1"/>
                    <a:pt x="0" y="4311"/>
                    <a:pt x="0" y="9622"/>
                  </a:cubicBezTo>
                  <a:lnTo>
                    <a:pt x="0" y="28125"/>
                  </a:lnTo>
                  <a:lnTo>
                    <a:pt x="31150" y="36651"/>
                  </a:lnTo>
                  <a:lnTo>
                    <a:pt x="39937" y="34222"/>
                  </a:lnTo>
                  <a:lnTo>
                    <a:pt x="17575" y="28125"/>
                  </a:lnTo>
                  <a:lnTo>
                    <a:pt x="17575" y="9622"/>
                  </a:lnTo>
                  <a:cubicBezTo>
                    <a:pt x="17575" y="4287"/>
                    <a:pt x="21886" y="1"/>
                    <a:pt x="27196" y="1"/>
                  </a:cubicBezTo>
                  <a:close/>
                </a:path>
              </a:pathLst>
            </a:custGeom>
            <a:solidFill>
              <a:srgbClr val="000000">
                <a:alpha val="84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9" name="Google Shape;3349;p45"/>
            <p:cNvSpPr/>
            <p:nvPr/>
          </p:nvSpPr>
          <p:spPr>
            <a:xfrm>
              <a:off x="7206789" y="2388343"/>
              <a:ext cx="58140" cy="66609"/>
            </a:xfrm>
            <a:custGeom>
              <a:avLst/>
              <a:gdLst/>
              <a:ahLst/>
              <a:cxnLst/>
              <a:rect l="l" t="t" r="r" b="b"/>
              <a:pathLst>
                <a:path w="39890" h="45701" extrusionOk="0">
                  <a:moveTo>
                    <a:pt x="31126" y="1"/>
                  </a:moveTo>
                  <a:lnTo>
                    <a:pt x="0" y="8502"/>
                  </a:lnTo>
                  <a:lnTo>
                    <a:pt x="0" y="37175"/>
                  </a:lnTo>
                  <a:lnTo>
                    <a:pt x="31126" y="45700"/>
                  </a:lnTo>
                  <a:lnTo>
                    <a:pt x="39890" y="43271"/>
                  </a:lnTo>
                  <a:lnTo>
                    <a:pt x="17575" y="37175"/>
                  </a:lnTo>
                  <a:lnTo>
                    <a:pt x="17575" y="8502"/>
                  </a:lnTo>
                  <a:lnTo>
                    <a:pt x="39890" y="2382"/>
                  </a:lnTo>
                  <a:lnTo>
                    <a:pt x="31126" y="1"/>
                  </a:lnTo>
                  <a:close/>
                </a:path>
              </a:pathLst>
            </a:custGeom>
            <a:solidFill>
              <a:srgbClr val="000000">
                <a:alpha val="84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0" name="Google Shape;3350;p45"/>
            <p:cNvSpPr/>
            <p:nvPr/>
          </p:nvSpPr>
          <p:spPr>
            <a:xfrm>
              <a:off x="7206789" y="2455054"/>
              <a:ext cx="58210" cy="53454"/>
            </a:xfrm>
            <a:custGeom>
              <a:avLst/>
              <a:gdLst/>
              <a:ahLst/>
              <a:cxnLst/>
              <a:rect l="l" t="t" r="r" b="b"/>
              <a:pathLst>
                <a:path w="39938" h="36675" extrusionOk="0">
                  <a:moveTo>
                    <a:pt x="31150" y="1"/>
                  </a:moveTo>
                  <a:lnTo>
                    <a:pt x="0" y="8526"/>
                  </a:lnTo>
                  <a:lnTo>
                    <a:pt x="0" y="27030"/>
                  </a:lnTo>
                  <a:cubicBezTo>
                    <a:pt x="0" y="32364"/>
                    <a:pt x="4334" y="36675"/>
                    <a:pt x="9645" y="36675"/>
                  </a:cubicBezTo>
                  <a:lnTo>
                    <a:pt x="27220" y="36675"/>
                  </a:lnTo>
                  <a:cubicBezTo>
                    <a:pt x="21886" y="36675"/>
                    <a:pt x="17575" y="32364"/>
                    <a:pt x="17575" y="27078"/>
                  </a:cubicBezTo>
                  <a:lnTo>
                    <a:pt x="17575" y="8550"/>
                  </a:lnTo>
                  <a:lnTo>
                    <a:pt x="39937" y="2430"/>
                  </a:lnTo>
                  <a:lnTo>
                    <a:pt x="31150" y="1"/>
                  </a:lnTo>
                  <a:close/>
                </a:path>
              </a:pathLst>
            </a:custGeom>
            <a:solidFill>
              <a:srgbClr val="000000">
                <a:alpha val="84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1" name="Google Shape;3351;p45"/>
            <p:cNvSpPr/>
            <p:nvPr/>
          </p:nvSpPr>
          <p:spPr>
            <a:xfrm>
              <a:off x="7206789" y="2442559"/>
              <a:ext cx="90906" cy="24992"/>
            </a:xfrm>
            <a:custGeom>
              <a:avLst/>
              <a:gdLst/>
              <a:ahLst/>
              <a:cxnLst/>
              <a:rect l="l" t="t" r="r" b="b"/>
              <a:pathLst>
                <a:path w="62371" h="17147" extrusionOk="0">
                  <a:moveTo>
                    <a:pt x="0" y="1"/>
                  </a:moveTo>
                  <a:lnTo>
                    <a:pt x="0" y="17147"/>
                  </a:lnTo>
                  <a:lnTo>
                    <a:pt x="62370" y="17147"/>
                  </a:lnTo>
                  <a:lnTo>
                    <a:pt x="62370" y="1"/>
                  </a:lnTo>
                  <a:close/>
                </a:path>
              </a:pathLst>
            </a:custGeom>
            <a:solidFill>
              <a:srgbClr val="EFEDE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2" name="Google Shape;3352;p45"/>
            <p:cNvSpPr/>
            <p:nvPr/>
          </p:nvSpPr>
          <p:spPr>
            <a:xfrm>
              <a:off x="7206789" y="2442559"/>
              <a:ext cx="25617" cy="24992"/>
            </a:xfrm>
            <a:custGeom>
              <a:avLst/>
              <a:gdLst/>
              <a:ahLst/>
              <a:cxnLst/>
              <a:rect l="l" t="t" r="r" b="b"/>
              <a:pathLst>
                <a:path w="17576" h="17147" extrusionOk="0">
                  <a:moveTo>
                    <a:pt x="0" y="1"/>
                  </a:moveTo>
                  <a:lnTo>
                    <a:pt x="0" y="17147"/>
                  </a:lnTo>
                  <a:lnTo>
                    <a:pt x="17575" y="17147"/>
                  </a:lnTo>
                  <a:lnTo>
                    <a:pt x="17575" y="1"/>
                  </a:lnTo>
                  <a:close/>
                </a:path>
              </a:pathLst>
            </a:custGeom>
            <a:solidFill>
              <a:srgbClr val="000000">
                <a:alpha val="84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3" name="Google Shape;3353;p45"/>
            <p:cNvSpPr/>
            <p:nvPr/>
          </p:nvSpPr>
          <p:spPr>
            <a:xfrm>
              <a:off x="7206789" y="2376021"/>
              <a:ext cx="90906" cy="24992"/>
            </a:xfrm>
            <a:custGeom>
              <a:avLst/>
              <a:gdLst/>
              <a:ahLst/>
              <a:cxnLst/>
              <a:rect l="l" t="t" r="r" b="b"/>
              <a:pathLst>
                <a:path w="62371" h="17147" extrusionOk="0">
                  <a:moveTo>
                    <a:pt x="0" y="0"/>
                  </a:moveTo>
                  <a:lnTo>
                    <a:pt x="0" y="17147"/>
                  </a:lnTo>
                  <a:lnTo>
                    <a:pt x="62370" y="17147"/>
                  </a:lnTo>
                  <a:lnTo>
                    <a:pt x="62370" y="0"/>
                  </a:lnTo>
                  <a:close/>
                </a:path>
              </a:pathLst>
            </a:custGeom>
            <a:solidFill>
              <a:srgbClr val="EFEDE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4" name="Google Shape;3354;p45"/>
            <p:cNvSpPr/>
            <p:nvPr/>
          </p:nvSpPr>
          <p:spPr>
            <a:xfrm>
              <a:off x="7206789" y="2376021"/>
              <a:ext cx="25617" cy="24992"/>
            </a:xfrm>
            <a:custGeom>
              <a:avLst/>
              <a:gdLst/>
              <a:ahLst/>
              <a:cxnLst/>
              <a:rect l="l" t="t" r="r" b="b"/>
              <a:pathLst>
                <a:path w="17576" h="17147" extrusionOk="0">
                  <a:moveTo>
                    <a:pt x="0" y="0"/>
                  </a:moveTo>
                  <a:lnTo>
                    <a:pt x="0" y="17147"/>
                  </a:lnTo>
                  <a:lnTo>
                    <a:pt x="17575" y="17147"/>
                  </a:lnTo>
                  <a:lnTo>
                    <a:pt x="17575" y="0"/>
                  </a:lnTo>
                  <a:close/>
                </a:path>
              </a:pathLst>
            </a:custGeom>
            <a:solidFill>
              <a:srgbClr val="000000">
                <a:alpha val="84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5" name="Google Shape;3355;p45"/>
            <p:cNvSpPr/>
            <p:nvPr/>
          </p:nvSpPr>
          <p:spPr>
            <a:xfrm>
              <a:off x="7115849" y="2442559"/>
              <a:ext cx="90906" cy="24992"/>
            </a:xfrm>
            <a:custGeom>
              <a:avLst/>
              <a:gdLst/>
              <a:ahLst/>
              <a:cxnLst/>
              <a:rect l="l" t="t" r="r" b="b"/>
              <a:pathLst>
                <a:path w="62371" h="17147" extrusionOk="0">
                  <a:moveTo>
                    <a:pt x="0" y="1"/>
                  </a:moveTo>
                  <a:lnTo>
                    <a:pt x="0" y="17147"/>
                  </a:lnTo>
                  <a:lnTo>
                    <a:pt x="62370" y="17147"/>
                  </a:lnTo>
                  <a:lnTo>
                    <a:pt x="62370" y="1"/>
                  </a:lnTo>
                  <a:close/>
                </a:path>
              </a:pathLst>
            </a:custGeom>
            <a:solidFill>
              <a:srgbClr val="FF89A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6" name="Google Shape;3356;p45"/>
            <p:cNvSpPr/>
            <p:nvPr/>
          </p:nvSpPr>
          <p:spPr>
            <a:xfrm>
              <a:off x="7001898" y="2508506"/>
              <a:ext cx="318219" cy="33948"/>
            </a:xfrm>
            <a:custGeom>
              <a:avLst/>
              <a:gdLst/>
              <a:ahLst/>
              <a:cxnLst/>
              <a:rect l="l" t="t" r="r" b="b"/>
              <a:pathLst>
                <a:path w="218332" h="23292" extrusionOk="0">
                  <a:moveTo>
                    <a:pt x="7073" y="1"/>
                  </a:moveTo>
                  <a:cubicBezTo>
                    <a:pt x="3168" y="1"/>
                    <a:pt x="0" y="3168"/>
                    <a:pt x="0" y="7098"/>
                  </a:cubicBezTo>
                  <a:lnTo>
                    <a:pt x="0" y="16195"/>
                  </a:lnTo>
                  <a:cubicBezTo>
                    <a:pt x="0" y="20100"/>
                    <a:pt x="3144" y="23291"/>
                    <a:pt x="7073" y="23291"/>
                  </a:cubicBezTo>
                  <a:lnTo>
                    <a:pt x="211259" y="23291"/>
                  </a:lnTo>
                  <a:cubicBezTo>
                    <a:pt x="215164" y="23291"/>
                    <a:pt x="218332" y="20124"/>
                    <a:pt x="218332" y="16195"/>
                  </a:cubicBezTo>
                  <a:lnTo>
                    <a:pt x="218332" y="7074"/>
                  </a:lnTo>
                  <a:cubicBezTo>
                    <a:pt x="218332" y="3168"/>
                    <a:pt x="215164" y="1"/>
                    <a:pt x="211259" y="1"/>
                  </a:cubicBezTo>
                  <a:close/>
                </a:path>
              </a:pathLst>
            </a:custGeom>
            <a:solidFill>
              <a:srgbClr val="4657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7" name="Google Shape;3357;p45"/>
            <p:cNvSpPr/>
            <p:nvPr/>
          </p:nvSpPr>
          <p:spPr>
            <a:xfrm>
              <a:off x="7115849" y="2442559"/>
              <a:ext cx="25617" cy="24992"/>
            </a:xfrm>
            <a:custGeom>
              <a:avLst/>
              <a:gdLst/>
              <a:ahLst/>
              <a:cxnLst/>
              <a:rect l="l" t="t" r="r" b="b"/>
              <a:pathLst>
                <a:path w="17576" h="17147" extrusionOk="0">
                  <a:moveTo>
                    <a:pt x="0" y="1"/>
                  </a:moveTo>
                  <a:lnTo>
                    <a:pt x="0" y="17147"/>
                  </a:lnTo>
                  <a:lnTo>
                    <a:pt x="17575" y="17147"/>
                  </a:lnTo>
                  <a:lnTo>
                    <a:pt x="17575" y="1"/>
                  </a:lnTo>
                  <a:close/>
                </a:path>
              </a:pathLst>
            </a:custGeom>
            <a:solidFill>
              <a:srgbClr val="000000">
                <a:alpha val="84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8" name="Google Shape;3358;p45"/>
            <p:cNvSpPr/>
            <p:nvPr/>
          </p:nvSpPr>
          <p:spPr>
            <a:xfrm>
              <a:off x="6997385" y="2286297"/>
              <a:ext cx="327764" cy="322695"/>
            </a:xfrm>
            <a:custGeom>
              <a:avLst/>
              <a:gdLst/>
              <a:ahLst/>
              <a:cxnLst/>
              <a:rect l="l" t="t" r="r" b="b"/>
              <a:pathLst>
                <a:path w="224881" h="221403" extrusionOk="0">
                  <a:moveTo>
                    <a:pt x="133838" y="6645"/>
                  </a:moveTo>
                  <a:cubicBezTo>
                    <a:pt x="137339" y="6645"/>
                    <a:pt x="140173" y="9478"/>
                    <a:pt x="140173" y="12979"/>
                  </a:cubicBezTo>
                  <a:lnTo>
                    <a:pt x="140173" y="28149"/>
                  </a:lnTo>
                  <a:lnTo>
                    <a:pt x="84375" y="28149"/>
                  </a:lnTo>
                  <a:lnTo>
                    <a:pt x="84375" y="12979"/>
                  </a:lnTo>
                  <a:cubicBezTo>
                    <a:pt x="84351" y="9478"/>
                    <a:pt x="87209" y="6645"/>
                    <a:pt x="90686" y="6645"/>
                  </a:cubicBezTo>
                  <a:close/>
                  <a:moveTo>
                    <a:pt x="140577" y="34769"/>
                  </a:moveTo>
                  <a:lnTo>
                    <a:pt x="140577" y="45295"/>
                  </a:lnTo>
                  <a:lnTo>
                    <a:pt x="84804" y="45295"/>
                  </a:lnTo>
                  <a:lnTo>
                    <a:pt x="84804" y="34769"/>
                  </a:lnTo>
                  <a:close/>
                  <a:moveTo>
                    <a:pt x="196232" y="36484"/>
                  </a:moveTo>
                  <a:cubicBezTo>
                    <a:pt x="199733" y="36484"/>
                    <a:pt x="202566" y="39318"/>
                    <a:pt x="202566" y="42842"/>
                  </a:cubicBezTo>
                  <a:lnTo>
                    <a:pt x="202566" y="58012"/>
                  </a:lnTo>
                  <a:lnTo>
                    <a:pt x="146769" y="58012"/>
                  </a:lnTo>
                  <a:lnTo>
                    <a:pt x="146769" y="42842"/>
                  </a:lnTo>
                  <a:cubicBezTo>
                    <a:pt x="146745" y="39342"/>
                    <a:pt x="149579" y="36484"/>
                    <a:pt x="153080" y="36484"/>
                  </a:cubicBezTo>
                  <a:close/>
                  <a:moveTo>
                    <a:pt x="71920" y="36484"/>
                  </a:moveTo>
                  <a:cubicBezTo>
                    <a:pt x="75421" y="36484"/>
                    <a:pt x="78255" y="39318"/>
                    <a:pt x="78255" y="42842"/>
                  </a:cubicBezTo>
                  <a:lnTo>
                    <a:pt x="78255" y="58012"/>
                  </a:lnTo>
                  <a:lnTo>
                    <a:pt x="46724" y="58012"/>
                  </a:lnTo>
                  <a:cubicBezTo>
                    <a:pt x="45034" y="58012"/>
                    <a:pt x="43533" y="59227"/>
                    <a:pt x="43343" y="60894"/>
                  </a:cubicBezTo>
                  <a:cubicBezTo>
                    <a:pt x="43105" y="62894"/>
                    <a:pt x="44653" y="64633"/>
                    <a:pt x="46605" y="64633"/>
                  </a:cubicBezTo>
                  <a:lnTo>
                    <a:pt x="78255" y="64633"/>
                  </a:lnTo>
                  <a:lnTo>
                    <a:pt x="78255" y="75158"/>
                  </a:lnTo>
                  <a:lnTo>
                    <a:pt x="22458" y="75158"/>
                  </a:lnTo>
                  <a:lnTo>
                    <a:pt x="22458" y="64633"/>
                  </a:lnTo>
                  <a:lnTo>
                    <a:pt x="33245" y="64633"/>
                  </a:lnTo>
                  <a:cubicBezTo>
                    <a:pt x="34936" y="64633"/>
                    <a:pt x="36437" y="63394"/>
                    <a:pt x="36627" y="61727"/>
                  </a:cubicBezTo>
                  <a:cubicBezTo>
                    <a:pt x="36865" y="59751"/>
                    <a:pt x="35317" y="58012"/>
                    <a:pt x="33365" y="58012"/>
                  </a:cubicBezTo>
                  <a:lnTo>
                    <a:pt x="22458" y="58012"/>
                  </a:lnTo>
                  <a:lnTo>
                    <a:pt x="22458" y="42842"/>
                  </a:lnTo>
                  <a:lnTo>
                    <a:pt x="22434" y="42842"/>
                  </a:lnTo>
                  <a:cubicBezTo>
                    <a:pt x="22434" y="39318"/>
                    <a:pt x="25268" y="36484"/>
                    <a:pt x="28768" y="36484"/>
                  </a:cubicBezTo>
                  <a:close/>
                  <a:moveTo>
                    <a:pt x="202543" y="64633"/>
                  </a:moveTo>
                  <a:lnTo>
                    <a:pt x="202543" y="75158"/>
                  </a:lnTo>
                  <a:lnTo>
                    <a:pt x="146745" y="75158"/>
                  </a:lnTo>
                  <a:lnTo>
                    <a:pt x="146745" y="64633"/>
                  </a:lnTo>
                  <a:close/>
                  <a:moveTo>
                    <a:pt x="78231" y="81731"/>
                  </a:moveTo>
                  <a:lnTo>
                    <a:pt x="78231" y="103712"/>
                  </a:lnTo>
                  <a:lnTo>
                    <a:pt x="22434" y="103712"/>
                  </a:lnTo>
                  <a:lnTo>
                    <a:pt x="22434" y="81731"/>
                  </a:lnTo>
                  <a:close/>
                  <a:moveTo>
                    <a:pt x="140577" y="51892"/>
                  </a:moveTo>
                  <a:lnTo>
                    <a:pt x="140577" y="103712"/>
                  </a:lnTo>
                  <a:lnTo>
                    <a:pt x="84804" y="103712"/>
                  </a:lnTo>
                  <a:lnTo>
                    <a:pt x="84804" y="51892"/>
                  </a:lnTo>
                  <a:close/>
                  <a:moveTo>
                    <a:pt x="202519" y="81731"/>
                  </a:moveTo>
                  <a:lnTo>
                    <a:pt x="202519" y="103712"/>
                  </a:lnTo>
                  <a:lnTo>
                    <a:pt x="146745" y="103712"/>
                  </a:lnTo>
                  <a:lnTo>
                    <a:pt x="146745" y="81731"/>
                  </a:lnTo>
                  <a:close/>
                  <a:moveTo>
                    <a:pt x="78231" y="110308"/>
                  </a:moveTo>
                  <a:lnTo>
                    <a:pt x="78231" y="120858"/>
                  </a:lnTo>
                  <a:lnTo>
                    <a:pt x="22434" y="120858"/>
                  </a:lnTo>
                  <a:lnTo>
                    <a:pt x="22434" y="110308"/>
                  </a:lnTo>
                  <a:close/>
                  <a:moveTo>
                    <a:pt x="140577" y="110308"/>
                  </a:moveTo>
                  <a:lnTo>
                    <a:pt x="140577" y="120858"/>
                  </a:lnTo>
                  <a:lnTo>
                    <a:pt x="84804" y="120858"/>
                  </a:lnTo>
                  <a:lnTo>
                    <a:pt x="84804" y="110308"/>
                  </a:lnTo>
                  <a:close/>
                  <a:moveTo>
                    <a:pt x="78231" y="127431"/>
                  </a:moveTo>
                  <a:lnTo>
                    <a:pt x="78231" y="142625"/>
                  </a:lnTo>
                  <a:cubicBezTo>
                    <a:pt x="78231" y="146125"/>
                    <a:pt x="75397" y="148959"/>
                    <a:pt x="71873" y="148959"/>
                  </a:cubicBezTo>
                  <a:lnTo>
                    <a:pt x="28768" y="148959"/>
                  </a:lnTo>
                  <a:cubicBezTo>
                    <a:pt x="25268" y="148959"/>
                    <a:pt x="22434" y="146125"/>
                    <a:pt x="22434" y="142625"/>
                  </a:cubicBezTo>
                  <a:lnTo>
                    <a:pt x="22434" y="127431"/>
                  </a:lnTo>
                  <a:close/>
                  <a:moveTo>
                    <a:pt x="140577" y="127431"/>
                  </a:moveTo>
                  <a:lnTo>
                    <a:pt x="140577" y="142625"/>
                  </a:lnTo>
                  <a:cubicBezTo>
                    <a:pt x="140577" y="146125"/>
                    <a:pt x="137767" y="148959"/>
                    <a:pt x="134243" y="148959"/>
                  </a:cubicBezTo>
                  <a:lnTo>
                    <a:pt x="91139" y="148959"/>
                  </a:lnTo>
                  <a:cubicBezTo>
                    <a:pt x="87638" y="148959"/>
                    <a:pt x="84804" y="146125"/>
                    <a:pt x="84804" y="142625"/>
                  </a:cubicBezTo>
                  <a:lnTo>
                    <a:pt x="84804" y="127431"/>
                  </a:lnTo>
                  <a:close/>
                  <a:moveTo>
                    <a:pt x="202495" y="110308"/>
                  </a:moveTo>
                  <a:lnTo>
                    <a:pt x="202495" y="120858"/>
                  </a:lnTo>
                  <a:lnTo>
                    <a:pt x="190993" y="120858"/>
                  </a:lnTo>
                  <a:cubicBezTo>
                    <a:pt x="189278" y="120858"/>
                    <a:pt x="187801" y="122073"/>
                    <a:pt x="187587" y="123740"/>
                  </a:cubicBezTo>
                  <a:cubicBezTo>
                    <a:pt x="187349" y="125740"/>
                    <a:pt x="188897" y="127455"/>
                    <a:pt x="190874" y="127455"/>
                  </a:cubicBezTo>
                  <a:lnTo>
                    <a:pt x="202543" y="127455"/>
                  </a:lnTo>
                  <a:lnTo>
                    <a:pt x="202543" y="142648"/>
                  </a:lnTo>
                  <a:cubicBezTo>
                    <a:pt x="202543" y="146149"/>
                    <a:pt x="199709" y="148983"/>
                    <a:pt x="196184" y="148983"/>
                  </a:cubicBezTo>
                  <a:lnTo>
                    <a:pt x="153080" y="148983"/>
                  </a:lnTo>
                  <a:cubicBezTo>
                    <a:pt x="149603" y="148959"/>
                    <a:pt x="146745" y="146125"/>
                    <a:pt x="146745" y="142648"/>
                  </a:cubicBezTo>
                  <a:lnTo>
                    <a:pt x="146745" y="127455"/>
                  </a:lnTo>
                  <a:lnTo>
                    <a:pt x="177466" y="127455"/>
                  </a:lnTo>
                  <a:cubicBezTo>
                    <a:pt x="179157" y="127455"/>
                    <a:pt x="180657" y="126240"/>
                    <a:pt x="180848" y="124573"/>
                  </a:cubicBezTo>
                  <a:cubicBezTo>
                    <a:pt x="181086" y="122573"/>
                    <a:pt x="179562" y="120858"/>
                    <a:pt x="177585" y="120858"/>
                  </a:cubicBezTo>
                  <a:lnTo>
                    <a:pt x="146722" y="120858"/>
                  </a:lnTo>
                  <a:lnTo>
                    <a:pt x="146722" y="110308"/>
                  </a:lnTo>
                  <a:close/>
                  <a:moveTo>
                    <a:pt x="214593" y="155580"/>
                  </a:moveTo>
                  <a:cubicBezTo>
                    <a:pt x="216665" y="155580"/>
                    <a:pt x="218355" y="157270"/>
                    <a:pt x="218355" y="159342"/>
                  </a:cubicBezTo>
                  <a:lnTo>
                    <a:pt x="218355" y="168463"/>
                  </a:lnTo>
                  <a:cubicBezTo>
                    <a:pt x="218355" y="170535"/>
                    <a:pt x="216665" y="172250"/>
                    <a:pt x="214593" y="172250"/>
                  </a:cubicBezTo>
                  <a:lnTo>
                    <a:pt x="10407" y="172250"/>
                  </a:lnTo>
                  <a:cubicBezTo>
                    <a:pt x="8336" y="172250"/>
                    <a:pt x="6621" y="170535"/>
                    <a:pt x="6621" y="168463"/>
                  </a:cubicBezTo>
                  <a:lnTo>
                    <a:pt x="6621" y="159342"/>
                  </a:lnTo>
                  <a:cubicBezTo>
                    <a:pt x="6621" y="157270"/>
                    <a:pt x="8288" y="155580"/>
                    <a:pt x="10407" y="155580"/>
                  </a:cubicBezTo>
                  <a:close/>
                  <a:moveTo>
                    <a:pt x="44414" y="179299"/>
                  </a:moveTo>
                  <a:lnTo>
                    <a:pt x="44414" y="211996"/>
                  </a:lnTo>
                  <a:cubicBezTo>
                    <a:pt x="44414" y="213591"/>
                    <a:pt x="43129" y="214854"/>
                    <a:pt x="41557" y="214854"/>
                  </a:cubicBezTo>
                  <a:lnTo>
                    <a:pt x="33650" y="214854"/>
                  </a:lnTo>
                  <a:cubicBezTo>
                    <a:pt x="32079" y="214854"/>
                    <a:pt x="30793" y="213591"/>
                    <a:pt x="30793" y="211996"/>
                  </a:cubicBezTo>
                  <a:lnTo>
                    <a:pt x="30793" y="179299"/>
                  </a:lnTo>
                  <a:close/>
                  <a:moveTo>
                    <a:pt x="194184" y="179299"/>
                  </a:moveTo>
                  <a:lnTo>
                    <a:pt x="194184" y="211996"/>
                  </a:lnTo>
                  <a:cubicBezTo>
                    <a:pt x="194208" y="213591"/>
                    <a:pt x="192922" y="214854"/>
                    <a:pt x="191350" y="214854"/>
                  </a:cubicBezTo>
                  <a:lnTo>
                    <a:pt x="183443" y="214854"/>
                  </a:lnTo>
                  <a:cubicBezTo>
                    <a:pt x="181872" y="214854"/>
                    <a:pt x="180586" y="213591"/>
                    <a:pt x="180586" y="211996"/>
                  </a:cubicBezTo>
                  <a:lnTo>
                    <a:pt x="180586" y="179299"/>
                  </a:lnTo>
                  <a:close/>
                  <a:moveTo>
                    <a:pt x="91091" y="0"/>
                  </a:moveTo>
                  <a:cubicBezTo>
                    <a:pt x="83947" y="0"/>
                    <a:pt x="78160" y="5763"/>
                    <a:pt x="78160" y="12908"/>
                  </a:cubicBezTo>
                  <a:lnTo>
                    <a:pt x="78160" y="31459"/>
                  </a:lnTo>
                  <a:lnTo>
                    <a:pt x="78160" y="31554"/>
                  </a:lnTo>
                  <a:cubicBezTo>
                    <a:pt x="76278" y="30483"/>
                    <a:pt x="74111" y="29887"/>
                    <a:pt x="71825" y="29887"/>
                  </a:cubicBezTo>
                  <a:lnTo>
                    <a:pt x="28721" y="29887"/>
                  </a:lnTo>
                  <a:cubicBezTo>
                    <a:pt x="21576" y="29887"/>
                    <a:pt x="15789" y="35674"/>
                    <a:pt x="15789" y="42795"/>
                  </a:cubicBezTo>
                  <a:lnTo>
                    <a:pt x="15789" y="142529"/>
                  </a:lnTo>
                  <a:cubicBezTo>
                    <a:pt x="15789" y="144839"/>
                    <a:pt x="16385" y="147054"/>
                    <a:pt x="17456" y="148935"/>
                  </a:cubicBezTo>
                  <a:lnTo>
                    <a:pt x="10384" y="148935"/>
                  </a:lnTo>
                  <a:cubicBezTo>
                    <a:pt x="4644" y="148935"/>
                    <a:pt x="0" y="153627"/>
                    <a:pt x="0" y="159437"/>
                  </a:cubicBezTo>
                  <a:lnTo>
                    <a:pt x="0" y="168868"/>
                  </a:lnTo>
                  <a:cubicBezTo>
                    <a:pt x="24" y="174631"/>
                    <a:pt x="4668" y="179251"/>
                    <a:pt x="10407" y="179251"/>
                  </a:cubicBezTo>
                  <a:lnTo>
                    <a:pt x="24196" y="179251"/>
                  </a:lnTo>
                  <a:lnTo>
                    <a:pt x="24196" y="211972"/>
                  </a:lnTo>
                  <a:cubicBezTo>
                    <a:pt x="24196" y="217187"/>
                    <a:pt x="28411" y="221402"/>
                    <a:pt x="33627" y="221402"/>
                  </a:cubicBezTo>
                  <a:lnTo>
                    <a:pt x="41509" y="221402"/>
                  </a:lnTo>
                  <a:cubicBezTo>
                    <a:pt x="46724" y="221402"/>
                    <a:pt x="50963" y="217187"/>
                    <a:pt x="50963" y="211972"/>
                  </a:cubicBezTo>
                  <a:lnTo>
                    <a:pt x="50963" y="179251"/>
                  </a:lnTo>
                  <a:lnTo>
                    <a:pt x="173941" y="179251"/>
                  </a:lnTo>
                  <a:lnTo>
                    <a:pt x="173941" y="211972"/>
                  </a:lnTo>
                  <a:cubicBezTo>
                    <a:pt x="173941" y="217187"/>
                    <a:pt x="178180" y="221402"/>
                    <a:pt x="183396" y="221402"/>
                  </a:cubicBezTo>
                  <a:lnTo>
                    <a:pt x="191278" y="221402"/>
                  </a:lnTo>
                  <a:cubicBezTo>
                    <a:pt x="196494" y="221402"/>
                    <a:pt x="200709" y="217187"/>
                    <a:pt x="200709" y="211972"/>
                  </a:cubicBezTo>
                  <a:lnTo>
                    <a:pt x="200709" y="179251"/>
                  </a:lnTo>
                  <a:lnTo>
                    <a:pt x="214498" y="179251"/>
                  </a:lnTo>
                  <a:cubicBezTo>
                    <a:pt x="220213" y="179251"/>
                    <a:pt x="224881" y="174607"/>
                    <a:pt x="224881" y="168868"/>
                  </a:cubicBezTo>
                  <a:lnTo>
                    <a:pt x="224881" y="159318"/>
                  </a:lnTo>
                  <a:cubicBezTo>
                    <a:pt x="224881" y="153603"/>
                    <a:pt x="220237" y="148935"/>
                    <a:pt x="214498" y="148935"/>
                  </a:cubicBezTo>
                  <a:lnTo>
                    <a:pt x="207377" y="148935"/>
                  </a:lnTo>
                  <a:cubicBezTo>
                    <a:pt x="208449" y="147030"/>
                    <a:pt x="209044" y="144839"/>
                    <a:pt x="209044" y="142529"/>
                  </a:cubicBezTo>
                  <a:lnTo>
                    <a:pt x="209044" y="42795"/>
                  </a:lnTo>
                  <a:cubicBezTo>
                    <a:pt x="209044" y="35674"/>
                    <a:pt x="203281" y="29887"/>
                    <a:pt x="196137" y="29887"/>
                  </a:cubicBezTo>
                  <a:lnTo>
                    <a:pt x="153032" y="29887"/>
                  </a:lnTo>
                  <a:cubicBezTo>
                    <a:pt x="150746" y="29887"/>
                    <a:pt x="148555" y="30483"/>
                    <a:pt x="146698" y="31554"/>
                  </a:cubicBezTo>
                  <a:lnTo>
                    <a:pt x="146698" y="31459"/>
                  </a:lnTo>
                  <a:lnTo>
                    <a:pt x="146698" y="12908"/>
                  </a:lnTo>
                  <a:cubicBezTo>
                    <a:pt x="146698" y="5763"/>
                    <a:pt x="140911" y="0"/>
                    <a:pt x="133766"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359" name="Google Shape;3359;p45"/>
          <p:cNvGrpSpPr/>
          <p:nvPr/>
        </p:nvGrpSpPr>
        <p:grpSpPr>
          <a:xfrm>
            <a:off x="3269434" y="2267936"/>
            <a:ext cx="335540" cy="327833"/>
            <a:chOff x="3269434" y="2267936"/>
            <a:chExt cx="335540" cy="327833"/>
          </a:xfrm>
        </p:grpSpPr>
        <p:sp>
          <p:nvSpPr>
            <p:cNvPr id="3360" name="Google Shape;3360;p45"/>
            <p:cNvSpPr/>
            <p:nvPr/>
          </p:nvSpPr>
          <p:spPr>
            <a:xfrm>
              <a:off x="3274710" y="2534990"/>
              <a:ext cx="57481" cy="55952"/>
            </a:xfrm>
            <a:custGeom>
              <a:avLst/>
              <a:gdLst/>
              <a:ahLst/>
              <a:cxnLst/>
              <a:rect l="l" t="t" r="r" b="b"/>
              <a:pathLst>
                <a:path w="39438" h="38389" extrusionOk="0">
                  <a:moveTo>
                    <a:pt x="24267" y="0"/>
                  </a:moveTo>
                  <a:lnTo>
                    <a:pt x="4192" y="20052"/>
                  </a:lnTo>
                  <a:cubicBezTo>
                    <a:pt x="0" y="24267"/>
                    <a:pt x="0" y="31054"/>
                    <a:pt x="4192" y="35245"/>
                  </a:cubicBezTo>
                  <a:cubicBezTo>
                    <a:pt x="6299" y="37341"/>
                    <a:pt x="9050" y="38389"/>
                    <a:pt x="11797" y="38389"/>
                  </a:cubicBezTo>
                  <a:cubicBezTo>
                    <a:pt x="14545" y="38389"/>
                    <a:pt x="17290" y="37341"/>
                    <a:pt x="19385" y="35245"/>
                  </a:cubicBezTo>
                  <a:lnTo>
                    <a:pt x="39437" y="15170"/>
                  </a:lnTo>
                  <a:lnTo>
                    <a:pt x="24267" y="0"/>
                  </a:lnTo>
                  <a:close/>
                </a:path>
              </a:pathLst>
            </a:custGeom>
            <a:solidFill>
              <a:srgbClr val="00B2B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1" name="Google Shape;3361;p45"/>
            <p:cNvSpPr/>
            <p:nvPr/>
          </p:nvSpPr>
          <p:spPr>
            <a:xfrm>
              <a:off x="3472416" y="2372446"/>
              <a:ext cx="106908" cy="122018"/>
            </a:xfrm>
            <a:custGeom>
              <a:avLst/>
              <a:gdLst/>
              <a:ahLst/>
              <a:cxnLst/>
              <a:rect l="l" t="t" r="r" b="b"/>
              <a:pathLst>
                <a:path w="73350" h="83717" extrusionOk="0">
                  <a:moveTo>
                    <a:pt x="67920" y="1"/>
                  </a:moveTo>
                  <a:lnTo>
                    <a:pt x="21362" y="25172"/>
                  </a:lnTo>
                  <a:lnTo>
                    <a:pt x="4716" y="63204"/>
                  </a:lnTo>
                  <a:cubicBezTo>
                    <a:pt x="1" y="67919"/>
                    <a:pt x="1" y="75540"/>
                    <a:pt x="4716" y="80207"/>
                  </a:cubicBezTo>
                  <a:cubicBezTo>
                    <a:pt x="7065" y="82544"/>
                    <a:pt x="10147" y="83717"/>
                    <a:pt x="13229" y="83717"/>
                  </a:cubicBezTo>
                  <a:cubicBezTo>
                    <a:pt x="16304" y="83717"/>
                    <a:pt x="19377" y="82550"/>
                    <a:pt x="21719" y="80207"/>
                  </a:cubicBezTo>
                  <a:cubicBezTo>
                    <a:pt x="24815" y="77135"/>
                    <a:pt x="24815" y="72158"/>
                    <a:pt x="21743" y="69110"/>
                  </a:cubicBezTo>
                  <a:lnTo>
                    <a:pt x="20172" y="67514"/>
                  </a:lnTo>
                  <a:lnTo>
                    <a:pt x="67920" y="19767"/>
                  </a:lnTo>
                  <a:cubicBezTo>
                    <a:pt x="73349" y="14337"/>
                    <a:pt x="73349" y="5478"/>
                    <a:pt x="67920" y="1"/>
                  </a:cubicBezTo>
                  <a:close/>
                </a:path>
              </a:pathLst>
            </a:custGeom>
            <a:solidFill>
              <a:srgbClr val="00B2B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2" name="Google Shape;3362;p45"/>
            <p:cNvSpPr/>
            <p:nvPr/>
          </p:nvSpPr>
          <p:spPr>
            <a:xfrm>
              <a:off x="3418235" y="2349365"/>
              <a:ext cx="99582" cy="99582"/>
            </a:xfrm>
            <a:custGeom>
              <a:avLst/>
              <a:gdLst/>
              <a:ahLst/>
              <a:cxnLst/>
              <a:rect l="l" t="t" r="r" b="b"/>
              <a:pathLst>
                <a:path w="68324" h="68324" extrusionOk="0">
                  <a:moveTo>
                    <a:pt x="15718" y="0"/>
                  </a:moveTo>
                  <a:lnTo>
                    <a:pt x="0" y="15718"/>
                  </a:lnTo>
                  <a:lnTo>
                    <a:pt x="17099" y="51249"/>
                  </a:lnTo>
                  <a:lnTo>
                    <a:pt x="52606" y="68323"/>
                  </a:lnTo>
                  <a:lnTo>
                    <a:pt x="68324" y="52606"/>
                  </a:lnTo>
                  <a:lnTo>
                    <a:pt x="50916" y="17432"/>
                  </a:lnTo>
                  <a:lnTo>
                    <a:pt x="15718" y="0"/>
                  </a:lnTo>
                  <a:close/>
                </a:path>
              </a:pathLst>
            </a:custGeom>
            <a:solidFill>
              <a:srgbClr val="1CA8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3" name="Google Shape;3363;p45"/>
            <p:cNvSpPr/>
            <p:nvPr/>
          </p:nvSpPr>
          <p:spPr>
            <a:xfrm>
              <a:off x="3437255" y="2368767"/>
              <a:ext cx="80562" cy="80180"/>
            </a:xfrm>
            <a:custGeom>
              <a:avLst/>
              <a:gdLst/>
              <a:ahLst/>
              <a:cxnLst/>
              <a:rect l="l" t="t" r="r" b="b"/>
              <a:pathLst>
                <a:path w="55274" h="55012" extrusionOk="0">
                  <a:moveTo>
                    <a:pt x="29554" y="0"/>
                  </a:moveTo>
                  <a:lnTo>
                    <a:pt x="42867" y="26887"/>
                  </a:lnTo>
                  <a:lnTo>
                    <a:pt x="27149" y="42604"/>
                  </a:lnTo>
                  <a:lnTo>
                    <a:pt x="1" y="29530"/>
                  </a:lnTo>
                  <a:lnTo>
                    <a:pt x="1" y="29530"/>
                  </a:lnTo>
                  <a:lnTo>
                    <a:pt x="4049" y="37937"/>
                  </a:lnTo>
                  <a:lnTo>
                    <a:pt x="39556" y="55011"/>
                  </a:lnTo>
                  <a:lnTo>
                    <a:pt x="55274" y="39294"/>
                  </a:lnTo>
                  <a:lnTo>
                    <a:pt x="37866" y="4120"/>
                  </a:lnTo>
                  <a:lnTo>
                    <a:pt x="29554" y="0"/>
                  </a:lnTo>
                  <a:close/>
                </a:path>
              </a:pathLst>
            </a:custGeom>
            <a:solidFill>
              <a:srgbClr val="000000">
                <a:alpha val="84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4" name="Google Shape;3364;p45"/>
            <p:cNvSpPr/>
            <p:nvPr/>
          </p:nvSpPr>
          <p:spPr>
            <a:xfrm>
              <a:off x="3287552" y="2473346"/>
              <a:ext cx="106247" cy="99952"/>
            </a:xfrm>
            <a:custGeom>
              <a:avLst/>
              <a:gdLst/>
              <a:ahLst/>
              <a:cxnLst/>
              <a:rect l="l" t="t" r="r" b="b"/>
              <a:pathLst>
                <a:path w="72897" h="68578" extrusionOk="0">
                  <a:moveTo>
                    <a:pt x="20314" y="1"/>
                  </a:moveTo>
                  <a:cubicBezTo>
                    <a:pt x="20314" y="1"/>
                    <a:pt x="1" y="21362"/>
                    <a:pt x="5192" y="52535"/>
                  </a:cubicBezTo>
                  <a:lnTo>
                    <a:pt x="20362" y="67729"/>
                  </a:lnTo>
                  <a:cubicBezTo>
                    <a:pt x="23894" y="68317"/>
                    <a:pt x="27300" y="68578"/>
                    <a:pt x="30564" y="68578"/>
                  </a:cubicBezTo>
                  <a:cubicBezTo>
                    <a:pt x="56102" y="68578"/>
                    <a:pt x="72897" y="52607"/>
                    <a:pt x="72897" y="52607"/>
                  </a:cubicBezTo>
                  <a:lnTo>
                    <a:pt x="57179" y="15695"/>
                  </a:lnTo>
                  <a:lnTo>
                    <a:pt x="20314" y="1"/>
                  </a:lnTo>
                  <a:close/>
                </a:path>
              </a:pathLst>
            </a:custGeom>
            <a:solidFill>
              <a:srgbClr val="1CA8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5" name="Google Shape;3365;p45"/>
            <p:cNvSpPr/>
            <p:nvPr/>
          </p:nvSpPr>
          <p:spPr>
            <a:xfrm>
              <a:off x="3299110" y="2490805"/>
              <a:ext cx="94654" cy="82468"/>
            </a:xfrm>
            <a:custGeom>
              <a:avLst/>
              <a:gdLst/>
              <a:ahLst/>
              <a:cxnLst/>
              <a:rect l="l" t="t" r="r" b="b"/>
              <a:pathLst>
                <a:path w="64943" h="56582" extrusionOk="0">
                  <a:moveTo>
                    <a:pt x="40533" y="1"/>
                  </a:moveTo>
                  <a:lnTo>
                    <a:pt x="52536" y="28197"/>
                  </a:lnTo>
                  <a:cubicBezTo>
                    <a:pt x="52536" y="28197"/>
                    <a:pt x="35722" y="44168"/>
                    <a:pt x="10196" y="44168"/>
                  </a:cubicBezTo>
                  <a:cubicBezTo>
                    <a:pt x="6934" y="44168"/>
                    <a:pt x="3530" y="43907"/>
                    <a:pt x="1" y="43319"/>
                  </a:cubicBezTo>
                  <a:lnTo>
                    <a:pt x="1" y="43319"/>
                  </a:lnTo>
                  <a:lnTo>
                    <a:pt x="12408" y="55726"/>
                  </a:lnTo>
                  <a:cubicBezTo>
                    <a:pt x="15951" y="56319"/>
                    <a:pt x="19367" y="56582"/>
                    <a:pt x="22639" y="56582"/>
                  </a:cubicBezTo>
                  <a:cubicBezTo>
                    <a:pt x="48161" y="56582"/>
                    <a:pt x="64943" y="40604"/>
                    <a:pt x="64943" y="40604"/>
                  </a:cubicBezTo>
                  <a:lnTo>
                    <a:pt x="49249" y="3739"/>
                  </a:lnTo>
                  <a:lnTo>
                    <a:pt x="40533" y="1"/>
                  </a:lnTo>
                  <a:close/>
                </a:path>
              </a:pathLst>
            </a:custGeom>
            <a:solidFill>
              <a:srgbClr val="000000">
                <a:alpha val="84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6" name="Google Shape;3366;p45"/>
            <p:cNvSpPr/>
            <p:nvPr/>
          </p:nvSpPr>
          <p:spPr>
            <a:xfrm>
              <a:off x="3501885" y="2272709"/>
              <a:ext cx="97848" cy="92554"/>
            </a:xfrm>
            <a:custGeom>
              <a:avLst/>
              <a:gdLst/>
              <a:ahLst/>
              <a:cxnLst/>
              <a:rect l="l" t="t" r="r" b="b"/>
              <a:pathLst>
                <a:path w="67134" h="63502" extrusionOk="0">
                  <a:moveTo>
                    <a:pt x="26303" y="0"/>
                  </a:moveTo>
                  <a:cubicBezTo>
                    <a:pt x="16783" y="0"/>
                    <a:pt x="7264" y="3632"/>
                    <a:pt x="0" y="10895"/>
                  </a:cubicBezTo>
                  <a:lnTo>
                    <a:pt x="15789" y="47736"/>
                  </a:lnTo>
                  <a:lnTo>
                    <a:pt x="52606" y="63501"/>
                  </a:lnTo>
                  <a:cubicBezTo>
                    <a:pt x="67133" y="48998"/>
                    <a:pt x="67133" y="25446"/>
                    <a:pt x="52606" y="10895"/>
                  </a:cubicBezTo>
                  <a:cubicBezTo>
                    <a:pt x="45343" y="3632"/>
                    <a:pt x="35823" y="0"/>
                    <a:pt x="26303" y="0"/>
                  </a:cubicBezTo>
                  <a:close/>
                </a:path>
              </a:pathLst>
            </a:custGeom>
            <a:solidFill>
              <a:srgbClr val="1CA8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7" name="Google Shape;3367;p45"/>
            <p:cNvSpPr/>
            <p:nvPr/>
          </p:nvSpPr>
          <p:spPr>
            <a:xfrm>
              <a:off x="3519413" y="2280604"/>
              <a:ext cx="80320" cy="84659"/>
            </a:xfrm>
            <a:custGeom>
              <a:avLst/>
              <a:gdLst/>
              <a:ahLst/>
              <a:cxnLst/>
              <a:rect l="l" t="t" r="r" b="b"/>
              <a:pathLst>
                <a:path w="55108" h="58085" extrusionOk="0">
                  <a:moveTo>
                    <a:pt x="33603" y="1"/>
                  </a:moveTo>
                  <a:lnTo>
                    <a:pt x="33603" y="1"/>
                  </a:lnTo>
                  <a:cubicBezTo>
                    <a:pt x="42366" y="14313"/>
                    <a:pt x="40509" y="33293"/>
                    <a:pt x="28125" y="45677"/>
                  </a:cubicBezTo>
                  <a:lnTo>
                    <a:pt x="0" y="33627"/>
                  </a:lnTo>
                  <a:lnTo>
                    <a:pt x="3716" y="42319"/>
                  </a:lnTo>
                  <a:lnTo>
                    <a:pt x="40557" y="58084"/>
                  </a:lnTo>
                  <a:cubicBezTo>
                    <a:pt x="55107" y="43581"/>
                    <a:pt x="55107" y="20029"/>
                    <a:pt x="40580" y="5478"/>
                  </a:cubicBezTo>
                  <a:cubicBezTo>
                    <a:pt x="38437" y="3335"/>
                    <a:pt x="36079" y="1525"/>
                    <a:pt x="33603" y="1"/>
                  </a:cubicBezTo>
                  <a:close/>
                </a:path>
              </a:pathLst>
            </a:custGeom>
            <a:solidFill>
              <a:srgbClr val="000000">
                <a:alpha val="84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8" name="Google Shape;3368;p45"/>
            <p:cNvSpPr/>
            <p:nvPr/>
          </p:nvSpPr>
          <p:spPr>
            <a:xfrm>
              <a:off x="3317160" y="2372272"/>
              <a:ext cx="177749" cy="177748"/>
            </a:xfrm>
            <a:custGeom>
              <a:avLst/>
              <a:gdLst/>
              <a:ahLst/>
              <a:cxnLst/>
              <a:rect l="l" t="t" r="r" b="b"/>
              <a:pathLst>
                <a:path w="121955" h="121954" extrusionOk="0">
                  <a:moveTo>
                    <a:pt x="69372" y="1"/>
                  </a:moveTo>
                  <a:lnTo>
                    <a:pt x="0" y="69372"/>
                  </a:lnTo>
                  <a:lnTo>
                    <a:pt x="52607" y="121954"/>
                  </a:lnTo>
                  <a:lnTo>
                    <a:pt x="121954" y="52606"/>
                  </a:lnTo>
                  <a:lnTo>
                    <a:pt x="69372" y="1"/>
                  </a:lnTo>
                  <a:close/>
                </a:path>
              </a:pathLst>
            </a:custGeom>
            <a:solidFill>
              <a:srgbClr val="FF89A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9" name="Google Shape;3369;p45"/>
            <p:cNvSpPr/>
            <p:nvPr/>
          </p:nvSpPr>
          <p:spPr>
            <a:xfrm>
              <a:off x="3375715" y="2430827"/>
              <a:ext cx="119194" cy="119193"/>
            </a:xfrm>
            <a:custGeom>
              <a:avLst/>
              <a:gdLst/>
              <a:ahLst/>
              <a:cxnLst/>
              <a:rect l="l" t="t" r="r" b="b"/>
              <a:pathLst>
                <a:path w="81780" h="81779" extrusionOk="0">
                  <a:moveTo>
                    <a:pt x="69372" y="0"/>
                  </a:moveTo>
                  <a:lnTo>
                    <a:pt x="0" y="69372"/>
                  </a:lnTo>
                  <a:lnTo>
                    <a:pt x="12432" y="81779"/>
                  </a:lnTo>
                  <a:lnTo>
                    <a:pt x="81779" y="12431"/>
                  </a:lnTo>
                  <a:lnTo>
                    <a:pt x="69372" y="0"/>
                  </a:lnTo>
                  <a:close/>
                </a:path>
              </a:pathLst>
            </a:custGeom>
            <a:solidFill>
              <a:srgbClr val="000000">
                <a:alpha val="84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0" name="Google Shape;3370;p45"/>
            <p:cNvSpPr/>
            <p:nvPr/>
          </p:nvSpPr>
          <p:spPr>
            <a:xfrm>
              <a:off x="3441142" y="2288657"/>
              <a:ext cx="137417" cy="137416"/>
            </a:xfrm>
            <a:custGeom>
              <a:avLst/>
              <a:gdLst/>
              <a:ahLst/>
              <a:cxnLst/>
              <a:rect l="l" t="t" r="r" b="b"/>
              <a:pathLst>
                <a:path w="94283" h="94282" extrusionOk="0">
                  <a:moveTo>
                    <a:pt x="41676" y="1"/>
                  </a:moveTo>
                  <a:lnTo>
                    <a:pt x="1" y="41676"/>
                  </a:lnTo>
                  <a:lnTo>
                    <a:pt x="52607" y="94282"/>
                  </a:lnTo>
                  <a:lnTo>
                    <a:pt x="94282" y="52583"/>
                  </a:lnTo>
                  <a:lnTo>
                    <a:pt x="41676" y="1"/>
                  </a:lnTo>
                  <a:close/>
                </a:path>
              </a:pathLst>
            </a:custGeom>
            <a:solidFill>
              <a:srgbClr val="FF89A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1" name="Google Shape;3371;p45"/>
            <p:cNvSpPr/>
            <p:nvPr/>
          </p:nvSpPr>
          <p:spPr>
            <a:xfrm>
              <a:off x="3499697" y="2347212"/>
              <a:ext cx="78862" cy="78826"/>
            </a:xfrm>
            <a:custGeom>
              <a:avLst/>
              <a:gdLst/>
              <a:ahLst/>
              <a:cxnLst/>
              <a:rect l="l" t="t" r="r" b="b"/>
              <a:pathLst>
                <a:path w="54108" h="54083" extrusionOk="0">
                  <a:moveTo>
                    <a:pt x="41676" y="1"/>
                  </a:moveTo>
                  <a:lnTo>
                    <a:pt x="1" y="41676"/>
                  </a:lnTo>
                  <a:lnTo>
                    <a:pt x="12432" y="54083"/>
                  </a:lnTo>
                  <a:lnTo>
                    <a:pt x="54107" y="12408"/>
                  </a:lnTo>
                  <a:lnTo>
                    <a:pt x="41676" y="1"/>
                  </a:lnTo>
                  <a:close/>
                </a:path>
              </a:pathLst>
            </a:custGeom>
            <a:solidFill>
              <a:srgbClr val="000000">
                <a:alpha val="84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2" name="Google Shape;3372;p45"/>
            <p:cNvSpPr/>
            <p:nvPr/>
          </p:nvSpPr>
          <p:spPr>
            <a:xfrm>
              <a:off x="3380019" y="2427513"/>
              <a:ext cx="14683" cy="13728"/>
            </a:xfrm>
            <a:custGeom>
              <a:avLst/>
              <a:gdLst/>
              <a:ahLst/>
              <a:cxnLst/>
              <a:rect l="l" t="t" r="r" b="b"/>
              <a:pathLst>
                <a:path w="10074" h="9419" extrusionOk="0">
                  <a:moveTo>
                    <a:pt x="6454" y="0"/>
                  </a:moveTo>
                  <a:cubicBezTo>
                    <a:pt x="5609" y="0"/>
                    <a:pt x="4763" y="322"/>
                    <a:pt x="4120" y="965"/>
                  </a:cubicBezTo>
                  <a:lnTo>
                    <a:pt x="1286" y="3775"/>
                  </a:lnTo>
                  <a:cubicBezTo>
                    <a:pt x="0" y="5061"/>
                    <a:pt x="0" y="7156"/>
                    <a:pt x="1286" y="8466"/>
                  </a:cubicBezTo>
                  <a:cubicBezTo>
                    <a:pt x="1929" y="9109"/>
                    <a:pt x="2787" y="9419"/>
                    <a:pt x="3620" y="9419"/>
                  </a:cubicBezTo>
                  <a:cubicBezTo>
                    <a:pt x="4454" y="9419"/>
                    <a:pt x="5335" y="9085"/>
                    <a:pt x="5954" y="8466"/>
                  </a:cubicBezTo>
                  <a:lnTo>
                    <a:pt x="8788" y="5632"/>
                  </a:lnTo>
                  <a:cubicBezTo>
                    <a:pt x="10074" y="4346"/>
                    <a:pt x="10074" y="2274"/>
                    <a:pt x="8788" y="965"/>
                  </a:cubicBezTo>
                  <a:cubicBezTo>
                    <a:pt x="8145" y="322"/>
                    <a:pt x="7300" y="0"/>
                    <a:pt x="6454"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3" name="Google Shape;3373;p45"/>
            <p:cNvSpPr/>
            <p:nvPr/>
          </p:nvSpPr>
          <p:spPr>
            <a:xfrm>
              <a:off x="3425489" y="2473016"/>
              <a:ext cx="14683" cy="13730"/>
            </a:xfrm>
            <a:custGeom>
              <a:avLst/>
              <a:gdLst/>
              <a:ahLst/>
              <a:cxnLst/>
              <a:rect l="l" t="t" r="r" b="b"/>
              <a:pathLst>
                <a:path w="10074" h="9420" extrusionOk="0">
                  <a:moveTo>
                    <a:pt x="6454" y="1"/>
                  </a:moveTo>
                  <a:cubicBezTo>
                    <a:pt x="5609" y="1"/>
                    <a:pt x="4763" y="322"/>
                    <a:pt x="4120" y="965"/>
                  </a:cubicBezTo>
                  <a:lnTo>
                    <a:pt x="1286" y="3799"/>
                  </a:lnTo>
                  <a:cubicBezTo>
                    <a:pt x="0" y="5061"/>
                    <a:pt x="0" y="7157"/>
                    <a:pt x="1286" y="8467"/>
                  </a:cubicBezTo>
                  <a:cubicBezTo>
                    <a:pt x="1953" y="9086"/>
                    <a:pt x="2787" y="9419"/>
                    <a:pt x="3620" y="9419"/>
                  </a:cubicBezTo>
                  <a:cubicBezTo>
                    <a:pt x="4478" y="9419"/>
                    <a:pt x="5335" y="9086"/>
                    <a:pt x="5954" y="8467"/>
                  </a:cubicBezTo>
                  <a:lnTo>
                    <a:pt x="8788" y="5633"/>
                  </a:lnTo>
                  <a:cubicBezTo>
                    <a:pt x="10074" y="4347"/>
                    <a:pt x="10074" y="2275"/>
                    <a:pt x="8788" y="965"/>
                  </a:cubicBezTo>
                  <a:cubicBezTo>
                    <a:pt x="8145" y="322"/>
                    <a:pt x="7300" y="1"/>
                    <a:pt x="6454"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4" name="Google Shape;3374;p45"/>
            <p:cNvSpPr/>
            <p:nvPr/>
          </p:nvSpPr>
          <p:spPr>
            <a:xfrm>
              <a:off x="3397617" y="2448483"/>
              <a:ext cx="21348" cy="20873"/>
            </a:xfrm>
            <a:custGeom>
              <a:avLst/>
              <a:gdLst/>
              <a:ahLst/>
              <a:cxnLst/>
              <a:rect l="l" t="t" r="r" b="b"/>
              <a:pathLst>
                <a:path w="14647" h="14321" extrusionOk="0">
                  <a:moveTo>
                    <a:pt x="3516" y="1"/>
                  </a:moveTo>
                  <a:cubicBezTo>
                    <a:pt x="1779" y="1"/>
                    <a:pt x="329" y="1320"/>
                    <a:pt x="215" y="3056"/>
                  </a:cubicBezTo>
                  <a:cubicBezTo>
                    <a:pt x="0" y="6033"/>
                    <a:pt x="1144" y="8986"/>
                    <a:pt x="3311" y="11153"/>
                  </a:cubicBezTo>
                  <a:cubicBezTo>
                    <a:pt x="5287" y="13153"/>
                    <a:pt x="7978" y="14320"/>
                    <a:pt x="10765" y="14320"/>
                  </a:cubicBezTo>
                  <a:cubicBezTo>
                    <a:pt x="12789" y="14320"/>
                    <a:pt x="14646" y="13011"/>
                    <a:pt x="14503" y="10772"/>
                  </a:cubicBezTo>
                  <a:cubicBezTo>
                    <a:pt x="14389" y="9035"/>
                    <a:pt x="12937" y="7693"/>
                    <a:pt x="11220" y="7693"/>
                  </a:cubicBezTo>
                  <a:cubicBezTo>
                    <a:pt x="11148" y="7693"/>
                    <a:pt x="11076" y="7695"/>
                    <a:pt x="11003" y="7700"/>
                  </a:cubicBezTo>
                  <a:cubicBezTo>
                    <a:pt x="10926" y="7705"/>
                    <a:pt x="10848" y="7708"/>
                    <a:pt x="10771" y="7708"/>
                  </a:cubicBezTo>
                  <a:cubicBezTo>
                    <a:pt x="9772" y="7708"/>
                    <a:pt x="8752" y="7283"/>
                    <a:pt x="7978" y="6509"/>
                  </a:cubicBezTo>
                  <a:cubicBezTo>
                    <a:pt x="7145" y="5676"/>
                    <a:pt x="6740" y="4580"/>
                    <a:pt x="6788" y="3509"/>
                  </a:cubicBezTo>
                  <a:cubicBezTo>
                    <a:pt x="6907" y="1699"/>
                    <a:pt x="5549" y="103"/>
                    <a:pt x="3739" y="8"/>
                  </a:cubicBezTo>
                  <a:cubicBezTo>
                    <a:pt x="3664" y="3"/>
                    <a:pt x="3590" y="1"/>
                    <a:pt x="3516"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5" name="Google Shape;3375;p45"/>
            <p:cNvSpPr/>
            <p:nvPr/>
          </p:nvSpPr>
          <p:spPr>
            <a:xfrm>
              <a:off x="3269434" y="2267936"/>
              <a:ext cx="335540" cy="327833"/>
            </a:xfrm>
            <a:custGeom>
              <a:avLst/>
              <a:gdLst/>
              <a:ahLst/>
              <a:cxnLst/>
              <a:rect l="l" t="t" r="r" b="b"/>
              <a:pathLst>
                <a:path w="230216" h="224928" extrusionOk="0">
                  <a:moveTo>
                    <a:pt x="185801" y="6621"/>
                  </a:moveTo>
                  <a:cubicBezTo>
                    <a:pt x="194851" y="6621"/>
                    <a:pt x="203376" y="10122"/>
                    <a:pt x="209782" y="16552"/>
                  </a:cubicBezTo>
                  <a:cubicBezTo>
                    <a:pt x="222213" y="29006"/>
                    <a:pt x="222952" y="48772"/>
                    <a:pt x="211997" y="62061"/>
                  </a:cubicBezTo>
                  <a:lnTo>
                    <a:pt x="164273" y="14361"/>
                  </a:lnTo>
                  <a:cubicBezTo>
                    <a:pt x="170322" y="9312"/>
                    <a:pt x="177847" y="6621"/>
                    <a:pt x="185801" y="6621"/>
                  </a:cubicBezTo>
                  <a:close/>
                  <a:moveTo>
                    <a:pt x="159510" y="18838"/>
                  </a:moveTo>
                  <a:lnTo>
                    <a:pt x="207472" y="66800"/>
                  </a:lnTo>
                  <a:lnTo>
                    <a:pt x="170441" y="103831"/>
                  </a:lnTo>
                  <a:lnTo>
                    <a:pt x="138601" y="71991"/>
                  </a:lnTo>
                  <a:cubicBezTo>
                    <a:pt x="137958" y="71348"/>
                    <a:pt x="137112" y="71027"/>
                    <a:pt x="136264" y="71027"/>
                  </a:cubicBezTo>
                  <a:cubicBezTo>
                    <a:pt x="135416" y="71027"/>
                    <a:pt x="134564" y="71348"/>
                    <a:pt x="133909" y="71991"/>
                  </a:cubicBezTo>
                  <a:cubicBezTo>
                    <a:pt x="132671" y="73230"/>
                    <a:pt x="132647" y="75373"/>
                    <a:pt x="133909" y="76659"/>
                  </a:cubicBezTo>
                  <a:lnTo>
                    <a:pt x="165773" y="108499"/>
                  </a:lnTo>
                  <a:lnTo>
                    <a:pt x="154723" y="119549"/>
                  </a:lnTo>
                  <a:lnTo>
                    <a:pt x="106785" y="71587"/>
                  </a:lnTo>
                  <a:lnTo>
                    <a:pt x="117811" y="60560"/>
                  </a:lnTo>
                  <a:lnTo>
                    <a:pt x="124669" y="67395"/>
                  </a:lnTo>
                  <a:cubicBezTo>
                    <a:pt x="125312" y="68038"/>
                    <a:pt x="126152" y="68360"/>
                    <a:pt x="126994" y="68360"/>
                  </a:cubicBezTo>
                  <a:cubicBezTo>
                    <a:pt x="127837" y="68360"/>
                    <a:pt x="128682" y="68038"/>
                    <a:pt x="129337" y="67395"/>
                  </a:cubicBezTo>
                  <a:cubicBezTo>
                    <a:pt x="130575" y="66157"/>
                    <a:pt x="130575" y="64014"/>
                    <a:pt x="129337" y="62728"/>
                  </a:cubicBezTo>
                  <a:lnTo>
                    <a:pt x="122478" y="55869"/>
                  </a:lnTo>
                  <a:lnTo>
                    <a:pt x="159510" y="18838"/>
                  </a:lnTo>
                  <a:close/>
                  <a:moveTo>
                    <a:pt x="206829" y="76778"/>
                  </a:moveTo>
                  <a:lnTo>
                    <a:pt x="206829" y="76778"/>
                  </a:lnTo>
                  <a:cubicBezTo>
                    <a:pt x="208877" y="80803"/>
                    <a:pt x="208211" y="85828"/>
                    <a:pt x="204853" y="89162"/>
                  </a:cubicBezTo>
                  <a:lnTo>
                    <a:pt x="157105" y="136909"/>
                  </a:lnTo>
                  <a:cubicBezTo>
                    <a:pt x="155819" y="138195"/>
                    <a:pt x="155819" y="140267"/>
                    <a:pt x="157105" y="141577"/>
                  </a:cubicBezTo>
                  <a:lnTo>
                    <a:pt x="158700" y="143149"/>
                  </a:lnTo>
                  <a:cubicBezTo>
                    <a:pt x="160486" y="144935"/>
                    <a:pt x="160486" y="147840"/>
                    <a:pt x="158700" y="149626"/>
                  </a:cubicBezTo>
                  <a:cubicBezTo>
                    <a:pt x="157009" y="151305"/>
                    <a:pt x="154759" y="152145"/>
                    <a:pt x="152511" y="152145"/>
                  </a:cubicBezTo>
                  <a:cubicBezTo>
                    <a:pt x="150264" y="152145"/>
                    <a:pt x="148019" y="151305"/>
                    <a:pt x="146341" y="149626"/>
                  </a:cubicBezTo>
                  <a:cubicBezTo>
                    <a:pt x="142935" y="146221"/>
                    <a:pt x="142935" y="140696"/>
                    <a:pt x="146341" y="137267"/>
                  </a:cubicBezTo>
                  <a:lnTo>
                    <a:pt x="206829" y="76778"/>
                  </a:lnTo>
                  <a:close/>
                  <a:moveTo>
                    <a:pt x="102117" y="76302"/>
                  </a:moveTo>
                  <a:lnTo>
                    <a:pt x="150079" y="124264"/>
                  </a:lnTo>
                  <a:lnTo>
                    <a:pt x="85399" y="188944"/>
                  </a:lnTo>
                  <a:lnTo>
                    <a:pt x="76588" y="180132"/>
                  </a:lnTo>
                  <a:cubicBezTo>
                    <a:pt x="75945" y="179489"/>
                    <a:pt x="75105" y="179168"/>
                    <a:pt x="74263" y="179168"/>
                  </a:cubicBezTo>
                  <a:cubicBezTo>
                    <a:pt x="73421" y="179168"/>
                    <a:pt x="72575" y="179489"/>
                    <a:pt x="71920" y="180132"/>
                  </a:cubicBezTo>
                  <a:cubicBezTo>
                    <a:pt x="70658" y="181395"/>
                    <a:pt x="70634" y="183490"/>
                    <a:pt x="71920" y="184800"/>
                  </a:cubicBezTo>
                  <a:lnTo>
                    <a:pt x="80493" y="193373"/>
                  </a:lnTo>
                  <a:cubicBezTo>
                    <a:pt x="74964" y="197515"/>
                    <a:pt x="61242" y="206248"/>
                    <a:pt x="42943" y="206248"/>
                  </a:cubicBezTo>
                  <a:cubicBezTo>
                    <a:pt x="40199" y="206248"/>
                    <a:pt x="37351" y="206052"/>
                    <a:pt x="34412" y="205614"/>
                  </a:cubicBezTo>
                  <a:lnTo>
                    <a:pt x="20743" y="191944"/>
                  </a:lnTo>
                  <a:cubicBezTo>
                    <a:pt x="17385" y="169392"/>
                    <a:pt x="28221" y="152198"/>
                    <a:pt x="33007" y="145911"/>
                  </a:cubicBezTo>
                  <a:lnTo>
                    <a:pt x="62680" y="175584"/>
                  </a:lnTo>
                  <a:cubicBezTo>
                    <a:pt x="63323" y="176227"/>
                    <a:pt x="64163" y="176548"/>
                    <a:pt x="65005" y="176548"/>
                  </a:cubicBezTo>
                  <a:cubicBezTo>
                    <a:pt x="65848" y="176548"/>
                    <a:pt x="66693" y="176227"/>
                    <a:pt x="67348" y="175584"/>
                  </a:cubicBezTo>
                  <a:cubicBezTo>
                    <a:pt x="68634" y="174298"/>
                    <a:pt x="68634" y="172226"/>
                    <a:pt x="67348" y="170916"/>
                  </a:cubicBezTo>
                  <a:lnTo>
                    <a:pt x="37437" y="140982"/>
                  </a:lnTo>
                  <a:lnTo>
                    <a:pt x="102117" y="76302"/>
                  </a:lnTo>
                  <a:close/>
                  <a:moveTo>
                    <a:pt x="17623" y="198136"/>
                  </a:moveTo>
                  <a:lnTo>
                    <a:pt x="28149" y="208686"/>
                  </a:lnTo>
                  <a:lnTo>
                    <a:pt x="20648" y="216187"/>
                  </a:lnTo>
                  <a:cubicBezTo>
                    <a:pt x="19219" y="217616"/>
                    <a:pt x="17308" y="218331"/>
                    <a:pt x="15394" y="218331"/>
                  </a:cubicBezTo>
                  <a:cubicBezTo>
                    <a:pt x="13480" y="218331"/>
                    <a:pt x="11562" y="217616"/>
                    <a:pt x="10122" y="216187"/>
                  </a:cubicBezTo>
                  <a:cubicBezTo>
                    <a:pt x="7193" y="213258"/>
                    <a:pt x="7193" y="208567"/>
                    <a:pt x="10122" y="205638"/>
                  </a:cubicBezTo>
                  <a:lnTo>
                    <a:pt x="17623" y="198136"/>
                  </a:lnTo>
                  <a:close/>
                  <a:moveTo>
                    <a:pt x="185801" y="1"/>
                  </a:moveTo>
                  <a:cubicBezTo>
                    <a:pt x="175013" y="1"/>
                    <a:pt x="164821" y="4240"/>
                    <a:pt x="157176" y="11884"/>
                  </a:cubicBezTo>
                  <a:lnTo>
                    <a:pt x="30412" y="138624"/>
                  </a:lnTo>
                  <a:lnTo>
                    <a:pt x="30388" y="138672"/>
                  </a:lnTo>
                  <a:lnTo>
                    <a:pt x="30364" y="138695"/>
                  </a:lnTo>
                  <a:cubicBezTo>
                    <a:pt x="29483" y="139577"/>
                    <a:pt x="9693" y="160867"/>
                    <a:pt x="14146" y="192349"/>
                  </a:cubicBezTo>
                  <a:lnTo>
                    <a:pt x="5478" y="200994"/>
                  </a:lnTo>
                  <a:cubicBezTo>
                    <a:pt x="1" y="206471"/>
                    <a:pt x="1" y="215378"/>
                    <a:pt x="5478" y="220855"/>
                  </a:cubicBezTo>
                  <a:cubicBezTo>
                    <a:pt x="8181" y="223570"/>
                    <a:pt x="11789" y="224927"/>
                    <a:pt x="15397" y="224927"/>
                  </a:cubicBezTo>
                  <a:cubicBezTo>
                    <a:pt x="19005" y="224927"/>
                    <a:pt x="22612" y="223570"/>
                    <a:pt x="25315" y="220855"/>
                  </a:cubicBezTo>
                  <a:lnTo>
                    <a:pt x="33984" y="212187"/>
                  </a:lnTo>
                  <a:cubicBezTo>
                    <a:pt x="37151" y="212639"/>
                    <a:pt x="40199" y="212853"/>
                    <a:pt x="43152" y="212853"/>
                  </a:cubicBezTo>
                  <a:cubicBezTo>
                    <a:pt x="69539" y="212853"/>
                    <a:pt x="86828" y="196755"/>
                    <a:pt x="87638" y="195969"/>
                  </a:cubicBezTo>
                  <a:lnTo>
                    <a:pt x="87662" y="195945"/>
                  </a:lnTo>
                  <a:lnTo>
                    <a:pt x="87685" y="195897"/>
                  </a:lnTo>
                  <a:lnTo>
                    <a:pt x="137434" y="146173"/>
                  </a:lnTo>
                  <a:cubicBezTo>
                    <a:pt x="137982" y="149221"/>
                    <a:pt x="139434" y="152031"/>
                    <a:pt x="141697" y="154270"/>
                  </a:cubicBezTo>
                  <a:cubicBezTo>
                    <a:pt x="144638" y="157211"/>
                    <a:pt x="148579" y="158682"/>
                    <a:pt x="152523" y="158682"/>
                  </a:cubicBezTo>
                  <a:cubicBezTo>
                    <a:pt x="156468" y="158682"/>
                    <a:pt x="160415" y="157211"/>
                    <a:pt x="163368" y="154270"/>
                  </a:cubicBezTo>
                  <a:cubicBezTo>
                    <a:pt x="167464" y="150150"/>
                    <a:pt x="167702" y="143673"/>
                    <a:pt x="164082" y="139291"/>
                  </a:cubicBezTo>
                  <a:lnTo>
                    <a:pt x="209544" y="93829"/>
                  </a:lnTo>
                  <a:cubicBezTo>
                    <a:pt x="215450" y="87899"/>
                    <a:pt x="216165" y="78683"/>
                    <a:pt x="211640" y="71991"/>
                  </a:cubicBezTo>
                  <a:lnTo>
                    <a:pt x="214474" y="69157"/>
                  </a:lnTo>
                  <a:cubicBezTo>
                    <a:pt x="230215" y="53369"/>
                    <a:pt x="230215" y="27697"/>
                    <a:pt x="214450" y="11884"/>
                  </a:cubicBezTo>
                  <a:cubicBezTo>
                    <a:pt x="206806" y="4240"/>
                    <a:pt x="196613" y="1"/>
                    <a:pt x="185801"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376" name="Google Shape;3376;p45"/>
          <p:cNvGrpSpPr/>
          <p:nvPr/>
        </p:nvGrpSpPr>
        <p:grpSpPr>
          <a:xfrm>
            <a:off x="1812255" y="2253636"/>
            <a:ext cx="298123" cy="327728"/>
            <a:chOff x="1812255" y="2253636"/>
            <a:chExt cx="298123" cy="327728"/>
          </a:xfrm>
        </p:grpSpPr>
        <p:sp>
          <p:nvSpPr>
            <p:cNvPr id="3377" name="Google Shape;3377;p45"/>
            <p:cNvSpPr/>
            <p:nvPr/>
          </p:nvSpPr>
          <p:spPr>
            <a:xfrm>
              <a:off x="2003088" y="2301951"/>
              <a:ext cx="27179" cy="27179"/>
            </a:xfrm>
            <a:custGeom>
              <a:avLst/>
              <a:gdLst/>
              <a:ahLst/>
              <a:cxnLst/>
              <a:rect l="l" t="t" r="r" b="b"/>
              <a:pathLst>
                <a:path w="18648" h="18648" extrusionOk="0">
                  <a:moveTo>
                    <a:pt x="9312" y="1"/>
                  </a:moveTo>
                  <a:cubicBezTo>
                    <a:pt x="4168" y="1"/>
                    <a:pt x="1" y="4168"/>
                    <a:pt x="1" y="9312"/>
                  </a:cubicBezTo>
                  <a:cubicBezTo>
                    <a:pt x="1" y="14480"/>
                    <a:pt x="4168" y="18647"/>
                    <a:pt x="9312" y="18647"/>
                  </a:cubicBezTo>
                  <a:cubicBezTo>
                    <a:pt x="14456" y="18647"/>
                    <a:pt x="18648" y="14480"/>
                    <a:pt x="18648" y="9312"/>
                  </a:cubicBezTo>
                  <a:cubicBezTo>
                    <a:pt x="18648" y="4168"/>
                    <a:pt x="14456" y="1"/>
                    <a:pt x="9312" y="1"/>
                  </a:cubicBezTo>
                  <a:close/>
                </a:path>
              </a:pathLst>
            </a:custGeom>
            <a:solidFill>
              <a:srgbClr val="FFC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8" name="Google Shape;3378;p45"/>
            <p:cNvSpPr/>
            <p:nvPr/>
          </p:nvSpPr>
          <p:spPr>
            <a:xfrm>
              <a:off x="2003123" y="2303270"/>
              <a:ext cx="25825" cy="25790"/>
            </a:xfrm>
            <a:custGeom>
              <a:avLst/>
              <a:gdLst/>
              <a:ahLst/>
              <a:cxnLst/>
              <a:rect l="l" t="t" r="r" b="b"/>
              <a:pathLst>
                <a:path w="17719" h="17695" extrusionOk="0">
                  <a:moveTo>
                    <a:pt x="5311" y="1"/>
                  </a:moveTo>
                  <a:cubicBezTo>
                    <a:pt x="2168" y="1477"/>
                    <a:pt x="1" y="4692"/>
                    <a:pt x="1" y="8383"/>
                  </a:cubicBezTo>
                  <a:cubicBezTo>
                    <a:pt x="1" y="13527"/>
                    <a:pt x="4168" y="17695"/>
                    <a:pt x="9312" y="17695"/>
                  </a:cubicBezTo>
                  <a:cubicBezTo>
                    <a:pt x="13051" y="17695"/>
                    <a:pt x="16218" y="15528"/>
                    <a:pt x="17719" y="12408"/>
                  </a:cubicBezTo>
                  <a:lnTo>
                    <a:pt x="17719" y="12408"/>
                  </a:lnTo>
                  <a:cubicBezTo>
                    <a:pt x="16504" y="13003"/>
                    <a:pt x="15123" y="13337"/>
                    <a:pt x="13694" y="13337"/>
                  </a:cubicBezTo>
                  <a:cubicBezTo>
                    <a:pt x="8550" y="13337"/>
                    <a:pt x="4383" y="9169"/>
                    <a:pt x="4383" y="4001"/>
                  </a:cubicBezTo>
                  <a:cubicBezTo>
                    <a:pt x="4383" y="2596"/>
                    <a:pt x="4716" y="1215"/>
                    <a:pt x="5311" y="1"/>
                  </a:cubicBezTo>
                  <a:close/>
                </a:path>
              </a:pathLst>
            </a:custGeom>
            <a:solidFill>
              <a:srgbClr val="000000">
                <a:alpha val="84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9" name="Google Shape;3379;p45"/>
            <p:cNvSpPr/>
            <p:nvPr/>
          </p:nvSpPr>
          <p:spPr>
            <a:xfrm>
              <a:off x="1892365" y="2506217"/>
              <a:ext cx="27144" cy="27178"/>
            </a:xfrm>
            <a:custGeom>
              <a:avLst/>
              <a:gdLst/>
              <a:ahLst/>
              <a:cxnLst/>
              <a:rect l="l" t="t" r="r" b="b"/>
              <a:pathLst>
                <a:path w="18624" h="18647" extrusionOk="0">
                  <a:moveTo>
                    <a:pt x="9312" y="0"/>
                  </a:moveTo>
                  <a:cubicBezTo>
                    <a:pt x="4168" y="0"/>
                    <a:pt x="1" y="4168"/>
                    <a:pt x="1" y="9312"/>
                  </a:cubicBezTo>
                  <a:cubicBezTo>
                    <a:pt x="1" y="14479"/>
                    <a:pt x="4168" y="18647"/>
                    <a:pt x="9312" y="18647"/>
                  </a:cubicBezTo>
                  <a:cubicBezTo>
                    <a:pt x="14456" y="18647"/>
                    <a:pt x="18624" y="14479"/>
                    <a:pt x="18624" y="9312"/>
                  </a:cubicBezTo>
                  <a:cubicBezTo>
                    <a:pt x="18624" y="4168"/>
                    <a:pt x="14456" y="0"/>
                    <a:pt x="9312" y="0"/>
                  </a:cubicBezTo>
                  <a:close/>
                </a:path>
              </a:pathLst>
            </a:custGeom>
            <a:solidFill>
              <a:srgbClr val="FFC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0" name="Google Shape;3380;p45"/>
            <p:cNvSpPr/>
            <p:nvPr/>
          </p:nvSpPr>
          <p:spPr>
            <a:xfrm>
              <a:off x="1892365" y="2507536"/>
              <a:ext cx="25825" cy="25790"/>
            </a:xfrm>
            <a:custGeom>
              <a:avLst/>
              <a:gdLst/>
              <a:ahLst/>
              <a:cxnLst/>
              <a:rect l="l" t="t" r="r" b="b"/>
              <a:pathLst>
                <a:path w="17719" h="17695" extrusionOk="0">
                  <a:moveTo>
                    <a:pt x="5288" y="0"/>
                  </a:moveTo>
                  <a:cubicBezTo>
                    <a:pt x="2168" y="1477"/>
                    <a:pt x="1" y="4692"/>
                    <a:pt x="1" y="8383"/>
                  </a:cubicBezTo>
                  <a:cubicBezTo>
                    <a:pt x="1" y="13527"/>
                    <a:pt x="4168" y="17694"/>
                    <a:pt x="9312" y="17694"/>
                  </a:cubicBezTo>
                  <a:cubicBezTo>
                    <a:pt x="13027" y="17694"/>
                    <a:pt x="16218" y="15527"/>
                    <a:pt x="17719" y="12407"/>
                  </a:cubicBezTo>
                  <a:lnTo>
                    <a:pt x="17719" y="12407"/>
                  </a:lnTo>
                  <a:cubicBezTo>
                    <a:pt x="16480" y="13003"/>
                    <a:pt x="15123" y="13336"/>
                    <a:pt x="13694" y="13336"/>
                  </a:cubicBezTo>
                  <a:cubicBezTo>
                    <a:pt x="8550" y="13336"/>
                    <a:pt x="4383" y="9169"/>
                    <a:pt x="4383" y="4001"/>
                  </a:cubicBezTo>
                  <a:cubicBezTo>
                    <a:pt x="4383" y="2596"/>
                    <a:pt x="4692" y="1215"/>
                    <a:pt x="5288" y="0"/>
                  </a:cubicBezTo>
                  <a:close/>
                </a:path>
              </a:pathLst>
            </a:custGeom>
            <a:solidFill>
              <a:srgbClr val="000000">
                <a:alpha val="84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1" name="Google Shape;3381;p45"/>
            <p:cNvSpPr/>
            <p:nvPr/>
          </p:nvSpPr>
          <p:spPr>
            <a:xfrm>
              <a:off x="1908367" y="2364740"/>
              <a:ext cx="105866" cy="105866"/>
            </a:xfrm>
            <a:custGeom>
              <a:avLst/>
              <a:gdLst/>
              <a:ahLst/>
              <a:cxnLst/>
              <a:rect l="l" t="t" r="r" b="b"/>
              <a:pathLst>
                <a:path w="72635" h="72635" extrusionOk="0">
                  <a:moveTo>
                    <a:pt x="36317" y="1"/>
                  </a:moveTo>
                  <a:cubicBezTo>
                    <a:pt x="16265" y="1"/>
                    <a:pt x="0" y="16266"/>
                    <a:pt x="0" y="36318"/>
                  </a:cubicBezTo>
                  <a:cubicBezTo>
                    <a:pt x="0" y="56369"/>
                    <a:pt x="16265" y="72635"/>
                    <a:pt x="36317" y="72635"/>
                  </a:cubicBezTo>
                  <a:cubicBezTo>
                    <a:pt x="56369" y="72635"/>
                    <a:pt x="72634" y="56369"/>
                    <a:pt x="72634" y="36318"/>
                  </a:cubicBezTo>
                  <a:cubicBezTo>
                    <a:pt x="72634" y="16266"/>
                    <a:pt x="56369" y="1"/>
                    <a:pt x="36317" y="1"/>
                  </a:cubicBezTo>
                  <a:close/>
                </a:path>
              </a:pathLst>
            </a:custGeom>
            <a:solidFill>
              <a:srgbClr val="FF89A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2" name="Google Shape;3382;p45"/>
            <p:cNvSpPr/>
            <p:nvPr/>
          </p:nvSpPr>
          <p:spPr>
            <a:xfrm>
              <a:off x="1908367" y="2374355"/>
              <a:ext cx="96182" cy="96215"/>
            </a:xfrm>
            <a:custGeom>
              <a:avLst/>
              <a:gdLst/>
              <a:ahLst/>
              <a:cxnLst/>
              <a:rect l="l" t="t" r="r" b="b"/>
              <a:pathLst>
                <a:path w="65991" h="66014" extrusionOk="0">
                  <a:moveTo>
                    <a:pt x="15432" y="0"/>
                  </a:moveTo>
                  <a:lnTo>
                    <a:pt x="15432" y="0"/>
                  </a:lnTo>
                  <a:cubicBezTo>
                    <a:pt x="6097" y="6597"/>
                    <a:pt x="0" y="17433"/>
                    <a:pt x="0" y="29697"/>
                  </a:cubicBezTo>
                  <a:cubicBezTo>
                    <a:pt x="0" y="49749"/>
                    <a:pt x="16265" y="66014"/>
                    <a:pt x="36317" y="66014"/>
                  </a:cubicBezTo>
                  <a:cubicBezTo>
                    <a:pt x="48582" y="66014"/>
                    <a:pt x="59417" y="59894"/>
                    <a:pt x="65990" y="50582"/>
                  </a:cubicBezTo>
                  <a:lnTo>
                    <a:pt x="65990" y="50582"/>
                  </a:lnTo>
                  <a:cubicBezTo>
                    <a:pt x="60084" y="54773"/>
                    <a:pt x="52868" y="57226"/>
                    <a:pt x="45105" y="57226"/>
                  </a:cubicBezTo>
                  <a:cubicBezTo>
                    <a:pt x="25053" y="57226"/>
                    <a:pt x="8788" y="40961"/>
                    <a:pt x="8788" y="20909"/>
                  </a:cubicBezTo>
                  <a:cubicBezTo>
                    <a:pt x="8788" y="13146"/>
                    <a:pt x="11264" y="5930"/>
                    <a:pt x="15432" y="0"/>
                  </a:cubicBezTo>
                  <a:close/>
                </a:path>
              </a:pathLst>
            </a:custGeom>
            <a:solidFill>
              <a:srgbClr val="000000">
                <a:alpha val="84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3" name="Google Shape;3383;p45"/>
            <p:cNvSpPr/>
            <p:nvPr/>
          </p:nvSpPr>
          <p:spPr>
            <a:xfrm>
              <a:off x="1903541" y="2359986"/>
              <a:ext cx="115481" cy="115409"/>
            </a:xfrm>
            <a:custGeom>
              <a:avLst/>
              <a:gdLst/>
              <a:ahLst/>
              <a:cxnLst/>
              <a:rect l="l" t="t" r="r" b="b"/>
              <a:pathLst>
                <a:path w="79232" h="79183" extrusionOk="0">
                  <a:moveTo>
                    <a:pt x="39604" y="0"/>
                  </a:moveTo>
                  <a:cubicBezTo>
                    <a:pt x="17743" y="0"/>
                    <a:pt x="1" y="17766"/>
                    <a:pt x="1" y="39580"/>
                  </a:cubicBezTo>
                  <a:cubicBezTo>
                    <a:pt x="1" y="61394"/>
                    <a:pt x="17790" y="79183"/>
                    <a:pt x="39604" y="79183"/>
                  </a:cubicBezTo>
                  <a:cubicBezTo>
                    <a:pt x="61419" y="79183"/>
                    <a:pt x="79184" y="61394"/>
                    <a:pt x="79184" y="39580"/>
                  </a:cubicBezTo>
                  <a:cubicBezTo>
                    <a:pt x="79232" y="31007"/>
                    <a:pt x="76541" y="22838"/>
                    <a:pt x="71421" y="16003"/>
                  </a:cubicBezTo>
                  <a:cubicBezTo>
                    <a:pt x="70780" y="15135"/>
                    <a:pt x="69781" y="14675"/>
                    <a:pt x="68765" y="14675"/>
                  </a:cubicBezTo>
                  <a:cubicBezTo>
                    <a:pt x="68083" y="14675"/>
                    <a:pt x="67394" y="14882"/>
                    <a:pt x="66801" y="15313"/>
                  </a:cubicBezTo>
                  <a:cubicBezTo>
                    <a:pt x="65348" y="16385"/>
                    <a:pt x="65062" y="18480"/>
                    <a:pt x="66134" y="19933"/>
                  </a:cubicBezTo>
                  <a:cubicBezTo>
                    <a:pt x="70373" y="25648"/>
                    <a:pt x="72611" y="32435"/>
                    <a:pt x="72611" y="39580"/>
                  </a:cubicBezTo>
                  <a:cubicBezTo>
                    <a:pt x="72611" y="57774"/>
                    <a:pt x="57823" y="72586"/>
                    <a:pt x="39604" y="72586"/>
                  </a:cubicBezTo>
                  <a:cubicBezTo>
                    <a:pt x="21410" y="72586"/>
                    <a:pt x="6598" y="57798"/>
                    <a:pt x="6598" y="39580"/>
                  </a:cubicBezTo>
                  <a:cubicBezTo>
                    <a:pt x="6598" y="21362"/>
                    <a:pt x="21386" y="6573"/>
                    <a:pt x="39604" y="6573"/>
                  </a:cubicBezTo>
                  <a:cubicBezTo>
                    <a:pt x="45963" y="6573"/>
                    <a:pt x="52155" y="8383"/>
                    <a:pt x="57513" y="11860"/>
                  </a:cubicBezTo>
                  <a:cubicBezTo>
                    <a:pt x="58069" y="12216"/>
                    <a:pt x="58695" y="12388"/>
                    <a:pt x="59314" y="12388"/>
                  </a:cubicBezTo>
                  <a:cubicBezTo>
                    <a:pt x="60392" y="12388"/>
                    <a:pt x="61450" y="11866"/>
                    <a:pt x="62085" y="10883"/>
                  </a:cubicBezTo>
                  <a:cubicBezTo>
                    <a:pt x="63062" y="9359"/>
                    <a:pt x="62633" y="7311"/>
                    <a:pt x="61085" y="6335"/>
                  </a:cubicBezTo>
                  <a:cubicBezTo>
                    <a:pt x="54703" y="2191"/>
                    <a:pt x="47249" y="0"/>
                    <a:pt x="39604"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4" name="Google Shape;3384;p45"/>
            <p:cNvSpPr/>
            <p:nvPr/>
          </p:nvSpPr>
          <p:spPr>
            <a:xfrm>
              <a:off x="1928810" y="2408960"/>
              <a:ext cx="9617" cy="14649"/>
            </a:xfrm>
            <a:custGeom>
              <a:avLst/>
              <a:gdLst/>
              <a:ahLst/>
              <a:cxnLst/>
              <a:rect l="l" t="t" r="r" b="b"/>
              <a:pathLst>
                <a:path w="6598" h="10051" extrusionOk="0">
                  <a:moveTo>
                    <a:pt x="3310" y="0"/>
                  </a:moveTo>
                  <a:cubicBezTo>
                    <a:pt x="1471" y="0"/>
                    <a:pt x="1" y="1488"/>
                    <a:pt x="1" y="3287"/>
                  </a:cubicBezTo>
                  <a:lnTo>
                    <a:pt x="1" y="6621"/>
                  </a:lnTo>
                  <a:cubicBezTo>
                    <a:pt x="1" y="8335"/>
                    <a:pt x="1215" y="9812"/>
                    <a:pt x="2882" y="10026"/>
                  </a:cubicBezTo>
                  <a:cubicBezTo>
                    <a:pt x="3019" y="10042"/>
                    <a:pt x="3155" y="10050"/>
                    <a:pt x="3289" y="10050"/>
                  </a:cubicBezTo>
                  <a:cubicBezTo>
                    <a:pt x="5110" y="10050"/>
                    <a:pt x="6598" y="8581"/>
                    <a:pt x="6598" y="6740"/>
                  </a:cubicBezTo>
                  <a:lnTo>
                    <a:pt x="6598" y="3406"/>
                  </a:lnTo>
                  <a:cubicBezTo>
                    <a:pt x="6598" y="1715"/>
                    <a:pt x="5383" y="238"/>
                    <a:pt x="3716" y="24"/>
                  </a:cubicBezTo>
                  <a:cubicBezTo>
                    <a:pt x="3579" y="8"/>
                    <a:pt x="3444" y="0"/>
                    <a:pt x="3310"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5" name="Google Shape;3385;p45"/>
            <p:cNvSpPr/>
            <p:nvPr/>
          </p:nvSpPr>
          <p:spPr>
            <a:xfrm>
              <a:off x="1984485" y="2408994"/>
              <a:ext cx="9615" cy="14651"/>
            </a:xfrm>
            <a:custGeom>
              <a:avLst/>
              <a:gdLst/>
              <a:ahLst/>
              <a:cxnLst/>
              <a:rect l="l" t="t" r="r" b="b"/>
              <a:pathLst>
                <a:path w="6597" h="10052" extrusionOk="0">
                  <a:moveTo>
                    <a:pt x="3292" y="1"/>
                  </a:moveTo>
                  <a:cubicBezTo>
                    <a:pt x="3157" y="1"/>
                    <a:pt x="3020" y="9"/>
                    <a:pt x="2882" y="25"/>
                  </a:cubicBezTo>
                  <a:cubicBezTo>
                    <a:pt x="1215" y="215"/>
                    <a:pt x="0" y="1716"/>
                    <a:pt x="0" y="3430"/>
                  </a:cubicBezTo>
                  <a:lnTo>
                    <a:pt x="0" y="6645"/>
                  </a:lnTo>
                  <a:cubicBezTo>
                    <a:pt x="0" y="8336"/>
                    <a:pt x="1215" y="9813"/>
                    <a:pt x="2882" y="10027"/>
                  </a:cubicBezTo>
                  <a:cubicBezTo>
                    <a:pt x="3019" y="10043"/>
                    <a:pt x="3155" y="10051"/>
                    <a:pt x="3288" y="10051"/>
                  </a:cubicBezTo>
                  <a:cubicBezTo>
                    <a:pt x="5109" y="10051"/>
                    <a:pt x="6597" y="8583"/>
                    <a:pt x="6597" y="6764"/>
                  </a:cubicBezTo>
                  <a:lnTo>
                    <a:pt x="6597" y="3311"/>
                  </a:lnTo>
                  <a:cubicBezTo>
                    <a:pt x="6597" y="1470"/>
                    <a:pt x="5130" y="1"/>
                    <a:pt x="3292"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6" name="Google Shape;3386;p45"/>
            <p:cNvSpPr/>
            <p:nvPr/>
          </p:nvSpPr>
          <p:spPr>
            <a:xfrm>
              <a:off x="1949080" y="2413689"/>
              <a:ext cx="24506" cy="12663"/>
            </a:xfrm>
            <a:custGeom>
              <a:avLst/>
              <a:gdLst/>
              <a:ahLst/>
              <a:cxnLst/>
              <a:rect l="l" t="t" r="r" b="b"/>
              <a:pathLst>
                <a:path w="16814" h="8688" extrusionOk="0">
                  <a:moveTo>
                    <a:pt x="3684" y="0"/>
                  </a:moveTo>
                  <a:cubicBezTo>
                    <a:pt x="2912" y="0"/>
                    <a:pt x="2134" y="272"/>
                    <a:pt x="1501" y="829"/>
                  </a:cubicBezTo>
                  <a:cubicBezTo>
                    <a:pt x="143" y="2019"/>
                    <a:pt x="1" y="4091"/>
                    <a:pt x="1215" y="5472"/>
                  </a:cubicBezTo>
                  <a:cubicBezTo>
                    <a:pt x="3001" y="7520"/>
                    <a:pt x="5621" y="8687"/>
                    <a:pt x="8407" y="8687"/>
                  </a:cubicBezTo>
                  <a:cubicBezTo>
                    <a:pt x="11217" y="8687"/>
                    <a:pt x="13837" y="7520"/>
                    <a:pt x="15623" y="5472"/>
                  </a:cubicBezTo>
                  <a:cubicBezTo>
                    <a:pt x="16814" y="4091"/>
                    <a:pt x="16695" y="2019"/>
                    <a:pt x="15289" y="829"/>
                  </a:cubicBezTo>
                  <a:cubicBezTo>
                    <a:pt x="14645" y="272"/>
                    <a:pt x="13861" y="0"/>
                    <a:pt x="13086" y="0"/>
                  </a:cubicBezTo>
                  <a:cubicBezTo>
                    <a:pt x="12170" y="0"/>
                    <a:pt x="11267" y="379"/>
                    <a:pt x="10622" y="1114"/>
                  </a:cubicBezTo>
                  <a:cubicBezTo>
                    <a:pt x="10074" y="1757"/>
                    <a:pt x="9288" y="2067"/>
                    <a:pt x="8383" y="2067"/>
                  </a:cubicBezTo>
                  <a:cubicBezTo>
                    <a:pt x="7502" y="2067"/>
                    <a:pt x="6692" y="1710"/>
                    <a:pt x="6145" y="1114"/>
                  </a:cubicBezTo>
                  <a:cubicBezTo>
                    <a:pt x="5500" y="379"/>
                    <a:pt x="4597" y="0"/>
                    <a:pt x="3684"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7" name="Google Shape;3387;p45"/>
            <p:cNvSpPr/>
            <p:nvPr/>
          </p:nvSpPr>
          <p:spPr>
            <a:xfrm>
              <a:off x="1812255" y="2253636"/>
              <a:ext cx="298123" cy="327728"/>
            </a:xfrm>
            <a:custGeom>
              <a:avLst/>
              <a:gdLst/>
              <a:ahLst/>
              <a:cxnLst/>
              <a:rect l="l" t="t" r="r" b="b"/>
              <a:pathLst>
                <a:path w="204544" h="224856" extrusionOk="0">
                  <a:moveTo>
                    <a:pt x="140244" y="36436"/>
                  </a:moveTo>
                  <a:cubicBezTo>
                    <a:pt x="143078" y="36436"/>
                    <a:pt x="145603" y="38603"/>
                    <a:pt x="146174" y="41318"/>
                  </a:cubicBezTo>
                  <a:cubicBezTo>
                    <a:pt x="146912" y="44914"/>
                    <a:pt x="143936" y="48486"/>
                    <a:pt x="140244" y="48486"/>
                  </a:cubicBezTo>
                  <a:cubicBezTo>
                    <a:pt x="137530" y="48486"/>
                    <a:pt x="135077" y="46557"/>
                    <a:pt x="134410" y="43938"/>
                  </a:cubicBezTo>
                  <a:cubicBezTo>
                    <a:pt x="134410" y="43890"/>
                    <a:pt x="134410" y="43890"/>
                    <a:pt x="134386" y="43866"/>
                  </a:cubicBezTo>
                  <a:cubicBezTo>
                    <a:pt x="133362" y="40175"/>
                    <a:pt x="136506" y="36436"/>
                    <a:pt x="140244" y="36436"/>
                  </a:cubicBezTo>
                  <a:close/>
                  <a:moveTo>
                    <a:pt x="102260" y="6668"/>
                  </a:moveTo>
                  <a:cubicBezTo>
                    <a:pt x="113215" y="6668"/>
                    <a:pt x="123836" y="15860"/>
                    <a:pt x="132362" y="32626"/>
                  </a:cubicBezTo>
                  <a:cubicBezTo>
                    <a:pt x="130576" y="34055"/>
                    <a:pt x="129242" y="35912"/>
                    <a:pt x="128456" y="38055"/>
                  </a:cubicBezTo>
                  <a:cubicBezTo>
                    <a:pt x="127956" y="39437"/>
                    <a:pt x="127694" y="40889"/>
                    <a:pt x="127694" y="42366"/>
                  </a:cubicBezTo>
                  <a:cubicBezTo>
                    <a:pt x="119359" y="44890"/>
                    <a:pt x="110833" y="48177"/>
                    <a:pt x="102260" y="52177"/>
                  </a:cubicBezTo>
                  <a:cubicBezTo>
                    <a:pt x="90829" y="46843"/>
                    <a:pt x="79470" y="42771"/>
                    <a:pt x="68753" y="40127"/>
                  </a:cubicBezTo>
                  <a:cubicBezTo>
                    <a:pt x="69182" y="38984"/>
                    <a:pt x="69706" y="37841"/>
                    <a:pt x="70206" y="36698"/>
                  </a:cubicBezTo>
                  <a:cubicBezTo>
                    <a:pt x="74588" y="27077"/>
                    <a:pt x="79613" y="19552"/>
                    <a:pt x="85209" y="14336"/>
                  </a:cubicBezTo>
                  <a:cubicBezTo>
                    <a:pt x="90686" y="9216"/>
                    <a:pt x="96426" y="6668"/>
                    <a:pt x="102260" y="6668"/>
                  </a:cubicBezTo>
                  <a:close/>
                  <a:moveTo>
                    <a:pt x="66324" y="46319"/>
                  </a:moveTo>
                  <a:cubicBezTo>
                    <a:pt x="75350" y="48486"/>
                    <a:pt x="84876" y="51725"/>
                    <a:pt x="94568" y="55916"/>
                  </a:cubicBezTo>
                  <a:cubicBezTo>
                    <a:pt x="87448" y="59584"/>
                    <a:pt x="80351" y="63703"/>
                    <a:pt x="73421" y="68228"/>
                  </a:cubicBezTo>
                  <a:cubicBezTo>
                    <a:pt x="68206" y="71610"/>
                    <a:pt x="63205" y="75158"/>
                    <a:pt x="58418" y="78826"/>
                  </a:cubicBezTo>
                  <a:cubicBezTo>
                    <a:pt x="60180" y="67085"/>
                    <a:pt x="62823" y="56131"/>
                    <a:pt x="66324" y="46319"/>
                  </a:cubicBezTo>
                  <a:close/>
                  <a:moveTo>
                    <a:pt x="129314" y="48867"/>
                  </a:moveTo>
                  <a:cubicBezTo>
                    <a:pt x="129361" y="48867"/>
                    <a:pt x="129647" y="49415"/>
                    <a:pt x="129671" y="49462"/>
                  </a:cubicBezTo>
                  <a:cubicBezTo>
                    <a:pt x="132002" y="53062"/>
                    <a:pt x="136077" y="55219"/>
                    <a:pt x="140320" y="55219"/>
                  </a:cubicBezTo>
                  <a:cubicBezTo>
                    <a:pt x="140540" y="55219"/>
                    <a:pt x="140761" y="55214"/>
                    <a:pt x="140983" y="55202"/>
                  </a:cubicBezTo>
                  <a:cubicBezTo>
                    <a:pt x="143126" y="62679"/>
                    <a:pt x="144864" y="70657"/>
                    <a:pt x="146079" y="78968"/>
                  </a:cubicBezTo>
                  <a:cubicBezTo>
                    <a:pt x="141292" y="75301"/>
                    <a:pt x="136291" y="71753"/>
                    <a:pt x="131076" y="68395"/>
                  </a:cubicBezTo>
                  <a:cubicBezTo>
                    <a:pt x="124122" y="63870"/>
                    <a:pt x="117001" y="59774"/>
                    <a:pt x="109881" y="56107"/>
                  </a:cubicBezTo>
                  <a:cubicBezTo>
                    <a:pt x="116430" y="53249"/>
                    <a:pt x="122955" y="50844"/>
                    <a:pt x="129314" y="48867"/>
                  </a:cubicBezTo>
                  <a:close/>
                  <a:moveTo>
                    <a:pt x="42605" y="43175"/>
                  </a:moveTo>
                  <a:cubicBezTo>
                    <a:pt x="48011" y="43175"/>
                    <a:pt x="53774" y="43771"/>
                    <a:pt x="59847" y="44914"/>
                  </a:cubicBezTo>
                  <a:cubicBezTo>
                    <a:pt x="55679" y="56821"/>
                    <a:pt x="52679" y="70324"/>
                    <a:pt x="51012" y="84708"/>
                  </a:cubicBezTo>
                  <a:cubicBezTo>
                    <a:pt x="42272" y="91947"/>
                    <a:pt x="34484" y="99568"/>
                    <a:pt x="27792" y="107308"/>
                  </a:cubicBezTo>
                  <a:cubicBezTo>
                    <a:pt x="25411" y="104236"/>
                    <a:pt x="23196" y="101140"/>
                    <a:pt x="21196" y="98020"/>
                  </a:cubicBezTo>
                  <a:cubicBezTo>
                    <a:pt x="15528" y="89113"/>
                    <a:pt x="11980" y="80778"/>
                    <a:pt x="10670" y="73253"/>
                  </a:cubicBezTo>
                  <a:cubicBezTo>
                    <a:pt x="9384" y="65871"/>
                    <a:pt x="10336" y="59655"/>
                    <a:pt x="13528" y="54773"/>
                  </a:cubicBezTo>
                  <a:cubicBezTo>
                    <a:pt x="19743" y="45200"/>
                    <a:pt x="32793" y="43175"/>
                    <a:pt x="42605" y="43175"/>
                  </a:cubicBezTo>
                  <a:close/>
                  <a:moveTo>
                    <a:pt x="162063" y="43247"/>
                  </a:moveTo>
                  <a:cubicBezTo>
                    <a:pt x="171901" y="43247"/>
                    <a:pt x="184790" y="45302"/>
                    <a:pt x="190969" y="54797"/>
                  </a:cubicBezTo>
                  <a:cubicBezTo>
                    <a:pt x="194160" y="59679"/>
                    <a:pt x="195113" y="65894"/>
                    <a:pt x="193827" y="73277"/>
                  </a:cubicBezTo>
                  <a:cubicBezTo>
                    <a:pt x="192517" y="80778"/>
                    <a:pt x="188969" y="89113"/>
                    <a:pt x="183301" y="98044"/>
                  </a:cubicBezTo>
                  <a:cubicBezTo>
                    <a:pt x="181324" y="101140"/>
                    <a:pt x="179133" y="104236"/>
                    <a:pt x="176728" y="107331"/>
                  </a:cubicBezTo>
                  <a:cubicBezTo>
                    <a:pt x="170060" y="99592"/>
                    <a:pt x="162225" y="91971"/>
                    <a:pt x="153509" y="84755"/>
                  </a:cubicBezTo>
                  <a:cubicBezTo>
                    <a:pt x="152199" y="73563"/>
                    <a:pt x="150080" y="62870"/>
                    <a:pt x="147222" y="53011"/>
                  </a:cubicBezTo>
                  <a:cubicBezTo>
                    <a:pt x="147746" y="52654"/>
                    <a:pt x="148246" y="52273"/>
                    <a:pt x="148746" y="51820"/>
                  </a:cubicBezTo>
                  <a:cubicBezTo>
                    <a:pt x="150937" y="49796"/>
                    <a:pt x="152414" y="47010"/>
                    <a:pt x="152795" y="43985"/>
                  </a:cubicBezTo>
                  <a:cubicBezTo>
                    <a:pt x="152795" y="43938"/>
                    <a:pt x="152818" y="43842"/>
                    <a:pt x="152818" y="43747"/>
                  </a:cubicBezTo>
                  <a:cubicBezTo>
                    <a:pt x="155962" y="43437"/>
                    <a:pt x="159010" y="43247"/>
                    <a:pt x="161892" y="43247"/>
                  </a:cubicBezTo>
                  <a:cubicBezTo>
                    <a:pt x="161949" y="43247"/>
                    <a:pt x="162006" y="43247"/>
                    <a:pt x="162063" y="43247"/>
                  </a:cubicBezTo>
                  <a:close/>
                  <a:moveTo>
                    <a:pt x="50059" y="94186"/>
                  </a:moveTo>
                  <a:cubicBezTo>
                    <a:pt x="49606" y="100187"/>
                    <a:pt x="49368" y="106331"/>
                    <a:pt x="49368" y="112523"/>
                  </a:cubicBezTo>
                  <a:cubicBezTo>
                    <a:pt x="49392" y="118738"/>
                    <a:pt x="49630" y="124859"/>
                    <a:pt x="50083" y="130884"/>
                  </a:cubicBezTo>
                  <a:cubicBezTo>
                    <a:pt x="43343" y="124930"/>
                    <a:pt x="37271" y="118762"/>
                    <a:pt x="31984" y="112523"/>
                  </a:cubicBezTo>
                  <a:cubicBezTo>
                    <a:pt x="37271" y="106260"/>
                    <a:pt x="43343" y="100092"/>
                    <a:pt x="50059" y="94186"/>
                  </a:cubicBezTo>
                  <a:close/>
                  <a:moveTo>
                    <a:pt x="154414" y="94186"/>
                  </a:moveTo>
                  <a:cubicBezTo>
                    <a:pt x="161154" y="100139"/>
                    <a:pt x="167226" y="106307"/>
                    <a:pt x="172513" y="112547"/>
                  </a:cubicBezTo>
                  <a:cubicBezTo>
                    <a:pt x="167226" y="118810"/>
                    <a:pt x="161154" y="124954"/>
                    <a:pt x="154438" y="130884"/>
                  </a:cubicBezTo>
                  <a:cubicBezTo>
                    <a:pt x="154890" y="124859"/>
                    <a:pt x="155128" y="118738"/>
                    <a:pt x="155128" y="112547"/>
                  </a:cubicBezTo>
                  <a:cubicBezTo>
                    <a:pt x="155105" y="106331"/>
                    <a:pt x="154866" y="100187"/>
                    <a:pt x="154414" y="94186"/>
                  </a:cubicBezTo>
                  <a:close/>
                  <a:moveTo>
                    <a:pt x="102236" y="59465"/>
                  </a:moveTo>
                  <a:cubicBezTo>
                    <a:pt x="110691" y="63537"/>
                    <a:pt x="119169" y="68347"/>
                    <a:pt x="127480" y="73753"/>
                  </a:cubicBezTo>
                  <a:cubicBezTo>
                    <a:pt x="134434" y="78278"/>
                    <a:pt x="141054" y="83112"/>
                    <a:pt x="147246" y="88113"/>
                  </a:cubicBezTo>
                  <a:cubicBezTo>
                    <a:pt x="148079" y="96043"/>
                    <a:pt x="148532" y="104236"/>
                    <a:pt x="148532" y="112523"/>
                  </a:cubicBezTo>
                  <a:cubicBezTo>
                    <a:pt x="148532" y="120858"/>
                    <a:pt x="148103" y="129002"/>
                    <a:pt x="147270" y="136933"/>
                  </a:cubicBezTo>
                  <a:cubicBezTo>
                    <a:pt x="141078" y="141957"/>
                    <a:pt x="134481" y="146768"/>
                    <a:pt x="127480" y="151293"/>
                  </a:cubicBezTo>
                  <a:cubicBezTo>
                    <a:pt x="119192" y="156699"/>
                    <a:pt x="110714" y="161485"/>
                    <a:pt x="102260" y="165581"/>
                  </a:cubicBezTo>
                  <a:cubicBezTo>
                    <a:pt x="93806" y="161509"/>
                    <a:pt x="85328" y="156722"/>
                    <a:pt x="77017" y="151293"/>
                  </a:cubicBezTo>
                  <a:cubicBezTo>
                    <a:pt x="70063" y="146768"/>
                    <a:pt x="63443" y="141957"/>
                    <a:pt x="57251" y="136956"/>
                  </a:cubicBezTo>
                  <a:cubicBezTo>
                    <a:pt x="56417" y="129002"/>
                    <a:pt x="55965" y="120810"/>
                    <a:pt x="55965" y="112547"/>
                  </a:cubicBezTo>
                  <a:cubicBezTo>
                    <a:pt x="55965" y="104212"/>
                    <a:pt x="56394" y="96043"/>
                    <a:pt x="57227" y="88137"/>
                  </a:cubicBezTo>
                  <a:cubicBezTo>
                    <a:pt x="63395" y="83136"/>
                    <a:pt x="70015" y="78302"/>
                    <a:pt x="76993" y="73753"/>
                  </a:cubicBezTo>
                  <a:cubicBezTo>
                    <a:pt x="85257" y="68371"/>
                    <a:pt x="93759" y="63584"/>
                    <a:pt x="102236" y="59465"/>
                  </a:cubicBezTo>
                  <a:close/>
                  <a:moveTo>
                    <a:pt x="58418" y="146268"/>
                  </a:moveTo>
                  <a:lnTo>
                    <a:pt x="58418" y="146268"/>
                  </a:lnTo>
                  <a:cubicBezTo>
                    <a:pt x="63205" y="149935"/>
                    <a:pt x="68206" y="153484"/>
                    <a:pt x="73421" y="156841"/>
                  </a:cubicBezTo>
                  <a:cubicBezTo>
                    <a:pt x="80375" y="161366"/>
                    <a:pt x="87495" y="165462"/>
                    <a:pt x="94616" y="169130"/>
                  </a:cubicBezTo>
                  <a:cubicBezTo>
                    <a:pt x="88067" y="171964"/>
                    <a:pt x="81565" y="174369"/>
                    <a:pt x="75207" y="176345"/>
                  </a:cubicBezTo>
                  <a:cubicBezTo>
                    <a:pt x="75207" y="176298"/>
                    <a:pt x="75183" y="176298"/>
                    <a:pt x="75183" y="176274"/>
                  </a:cubicBezTo>
                  <a:cubicBezTo>
                    <a:pt x="73873" y="174012"/>
                    <a:pt x="71849" y="172202"/>
                    <a:pt x="69468" y="171130"/>
                  </a:cubicBezTo>
                  <a:cubicBezTo>
                    <a:pt x="67833" y="170396"/>
                    <a:pt x="66050" y="170013"/>
                    <a:pt x="64266" y="170013"/>
                  </a:cubicBezTo>
                  <a:cubicBezTo>
                    <a:pt x="64023" y="170013"/>
                    <a:pt x="63780" y="170020"/>
                    <a:pt x="63538" y="170035"/>
                  </a:cubicBezTo>
                  <a:lnTo>
                    <a:pt x="63514" y="170035"/>
                  </a:lnTo>
                  <a:cubicBezTo>
                    <a:pt x="61371" y="162557"/>
                    <a:pt x="59632" y="154579"/>
                    <a:pt x="58418" y="146268"/>
                  </a:cubicBezTo>
                  <a:close/>
                  <a:moveTo>
                    <a:pt x="146079" y="146244"/>
                  </a:moveTo>
                  <a:lnTo>
                    <a:pt x="146079" y="146244"/>
                  </a:lnTo>
                  <a:cubicBezTo>
                    <a:pt x="144317" y="157961"/>
                    <a:pt x="141673" y="168915"/>
                    <a:pt x="138173" y="178751"/>
                  </a:cubicBezTo>
                  <a:cubicBezTo>
                    <a:pt x="129147" y="176584"/>
                    <a:pt x="119621" y="173321"/>
                    <a:pt x="109952" y="169130"/>
                  </a:cubicBezTo>
                  <a:cubicBezTo>
                    <a:pt x="117049" y="165486"/>
                    <a:pt x="124146" y="161366"/>
                    <a:pt x="131076" y="156841"/>
                  </a:cubicBezTo>
                  <a:cubicBezTo>
                    <a:pt x="136291" y="153436"/>
                    <a:pt x="141292" y="149911"/>
                    <a:pt x="146079" y="146244"/>
                  </a:cubicBezTo>
                  <a:close/>
                  <a:moveTo>
                    <a:pt x="27792" y="117714"/>
                  </a:moveTo>
                  <a:cubicBezTo>
                    <a:pt x="34460" y="125454"/>
                    <a:pt x="42272" y="133075"/>
                    <a:pt x="51012" y="140314"/>
                  </a:cubicBezTo>
                  <a:cubicBezTo>
                    <a:pt x="52321" y="151507"/>
                    <a:pt x="54417" y="162200"/>
                    <a:pt x="57275" y="172083"/>
                  </a:cubicBezTo>
                  <a:cubicBezTo>
                    <a:pt x="57275" y="172106"/>
                    <a:pt x="56894" y="172345"/>
                    <a:pt x="56870" y="172368"/>
                  </a:cubicBezTo>
                  <a:cubicBezTo>
                    <a:pt x="54631" y="174012"/>
                    <a:pt x="52917" y="176393"/>
                    <a:pt x="52131" y="179036"/>
                  </a:cubicBezTo>
                  <a:cubicBezTo>
                    <a:pt x="51940" y="179798"/>
                    <a:pt x="51774" y="180537"/>
                    <a:pt x="51702" y="181299"/>
                  </a:cubicBezTo>
                  <a:cubicBezTo>
                    <a:pt x="48535" y="181632"/>
                    <a:pt x="45463" y="181823"/>
                    <a:pt x="42581" y="181823"/>
                  </a:cubicBezTo>
                  <a:cubicBezTo>
                    <a:pt x="42524" y="181823"/>
                    <a:pt x="42467" y="181823"/>
                    <a:pt x="42409" y="181823"/>
                  </a:cubicBezTo>
                  <a:cubicBezTo>
                    <a:pt x="32641" y="181823"/>
                    <a:pt x="19707" y="179790"/>
                    <a:pt x="13528" y="170273"/>
                  </a:cubicBezTo>
                  <a:cubicBezTo>
                    <a:pt x="10336" y="165391"/>
                    <a:pt x="9384" y="159151"/>
                    <a:pt x="10670" y="151769"/>
                  </a:cubicBezTo>
                  <a:cubicBezTo>
                    <a:pt x="11980" y="144267"/>
                    <a:pt x="15528" y="135932"/>
                    <a:pt x="21196" y="127002"/>
                  </a:cubicBezTo>
                  <a:cubicBezTo>
                    <a:pt x="23172" y="123906"/>
                    <a:pt x="25363" y="120810"/>
                    <a:pt x="27792" y="117714"/>
                  </a:cubicBezTo>
                  <a:close/>
                  <a:moveTo>
                    <a:pt x="176728" y="117714"/>
                  </a:moveTo>
                  <a:cubicBezTo>
                    <a:pt x="179110" y="120810"/>
                    <a:pt x="181301" y="123906"/>
                    <a:pt x="183301" y="127026"/>
                  </a:cubicBezTo>
                  <a:cubicBezTo>
                    <a:pt x="188993" y="135909"/>
                    <a:pt x="192517" y="144244"/>
                    <a:pt x="193827" y="151793"/>
                  </a:cubicBezTo>
                  <a:cubicBezTo>
                    <a:pt x="195113" y="159151"/>
                    <a:pt x="194160" y="165391"/>
                    <a:pt x="190969" y="170273"/>
                  </a:cubicBezTo>
                  <a:cubicBezTo>
                    <a:pt x="184754" y="179822"/>
                    <a:pt x="171703" y="181846"/>
                    <a:pt x="161892" y="181846"/>
                  </a:cubicBezTo>
                  <a:cubicBezTo>
                    <a:pt x="156510" y="181846"/>
                    <a:pt x="150723" y="181251"/>
                    <a:pt x="144650" y="180108"/>
                  </a:cubicBezTo>
                  <a:cubicBezTo>
                    <a:pt x="148818" y="168201"/>
                    <a:pt x="151842" y="154698"/>
                    <a:pt x="153509" y="140314"/>
                  </a:cubicBezTo>
                  <a:cubicBezTo>
                    <a:pt x="162225" y="133099"/>
                    <a:pt x="170012" y="125454"/>
                    <a:pt x="176728" y="117714"/>
                  </a:cubicBezTo>
                  <a:close/>
                  <a:moveTo>
                    <a:pt x="64224" y="176610"/>
                  </a:moveTo>
                  <a:cubicBezTo>
                    <a:pt x="66886" y="176610"/>
                    <a:pt x="69438" y="178464"/>
                    <a:pt x="70111" y="181156"/>
                  </a:cubicBezTo>
                  <a:cubicBezTo>
                    <a:pt x="70111" y="181204"/>
                    <a:pt x="70111" y="181204"/>
                    <a:pt x="70158" y="181227"/>
                  </a:cubicBezTo>
                  <a:cubicBezTo>
                    <a:pt x="70825" y="183823"/>
                    <a:pt x="69515" y="186705"/>
                    <a:pt x="67182" y="187943"/>
                  </a:cubicBezTo>
                  <a:lnTo>
                    <a:pt x="67134" y="187943"/>
                  </a:lnTo>
                  <a:cubicBezTo>
                    <a:pt x="66271" y="188403"/>
                    <a:pt x="65360" y="188612"/>
                    <a:pt x="64463" y="188612"/>
                  </a:cubicBezTo>
                  <a:cubicBezTo>
                    <a:pt x="61644" y="188612"/>
                    <a:pt x="58961" y="186552"/>
                    <a:pt x="58346" y="183752"/>
                  </a:cubicBezTo>
                  <a:cubicBezTo>
                    <a:pt x="57727" y="180870"/>
                    <a:pt x="59513" y="177893"/>
                    <a:pt x="62276" y="176941"/>
                  </a:cubicBezTo>
                  <a:lnTo>
                    <a:pt x="62323" y="176941"/>
                  </a:lnTo>
                  <a:cubicBezTo>
                    <a:pt x="62947" y="176716"/>
                    <a:pt x="63589" y="176610"/>
                    <a:pt x="64224" y="176610"/>
                  </a:cubicBezTo>
                  <a:close/>
                  <a:moveTo>
                    <a:pt x="102260" y="172892"/>
                  </a:moveTo>
                  <a:cubicBezTo>
                    <a:pt x="113691" y="178203"/>
                    <a:pt x="125075" y="182299"/>
                    <a:pt x="135791" y="184942"/>
                  </a:cubicBezTo>
                  <a:cubicBezTo>
                    <a:pt x="135315" y="186109"/>
                    <a:pt x="134791" y="187229"/>
                    <a:pt x="134291" y="188372"/>
                  </a:cubicBezTo>
                  <a:cubicBezTo>
                    <a:pt x="129909" y="197969"/>
                    <a:pt x="124884" y="205518"/>
                    <a:pt x="119288" y="210733"/>
                  </a:cubicBezTo>
                  <a:cubicBezTo>
                    <a:pt x="113810" y="215853"/>
                    <a:pt x="108071" y="218402"/>
                    <a:pt x="102236" y="218402"/>
                  </a:cubicBezTo>
                  <a:cubicBezTo>
                    <a:pt x="91282" y="218402"/>
                    <a:pt x="80661" y="209209"/>
                    <a:pt x="72135" y="192444"/>
                  </a:cubicBezTo>
                  <a:cubicBezTo>
                    <a:pt x="73921" y="191015"/>
                    <a:pt x="75302" y="189110"/>
                    <a:pt x="76088" y="186943"/>
                  </a:cubicBezTo>
                  <a:cubicBezTo>
                    <a:pt x="76612" y="185562"/>
                    <a:pt x="76850" y="184133"/>
                    <a:pt x="76874" y="182704"/>
                  </a:cubicBezTo>
                  <a:cubicBezTo>
                    <a:pt x="85209" y="180179"/>
                    <a:pt x="93711" y="176869"/>
                    <a:pt x="102260" y="172892"/>
                  </a:cubicBezTo>
                  <a:close/>
                  <a:moveTo>
                    <a:pt x="102260" y="0"/>
                  </a:moveTo>
                  <a:cubicBezTo>
                    <a:pt x="87638" y="0"/>
                    <a:pt x="74135" y="12050"/>
                    <a:pt x="64229" y="33888"/>
                  </a:cubicBezTo>
                  <a:cubicBezTo>
                    <a:pt x="63538" y="35412"/>
                    <a:pt x="62847" y="37008"/>
                    <a:pt x="62204" y="38603"/>
                  </a:cubicBezTo>
                  <a:cubicBezTo>
                    <a:pt x="55298" y="37270"/>
                    <a:pt x="48702" y="36555"/>
                    <a:pt x="42605" y="36555"/>
                  </a:cubicBezTo>
                  <a:cubicBezTo>
                    <a:pt x="26173" y="36555"/>
                    <a:pt x="14171" y="41580"/>
                    <a:pt x="7979" y="51106"/>
                  </a:cubicBezTo>
                  <a:cubicBezTo>
                    <a:pt x="1" y="63346"/>
                    <a:pt x="2740" y="81231"/>
                    <a:pt x="15671" y="101473"/>
                  </a:cubicBezTo>
                  <a:cubicBezTo>
                    <a:pt x="17981" y="105140"/>
                    <a:pt x="20600" y="108784"/>
                    <a:pt x="23506" y="112428"/>
                  </a:cubicBezTo>
                  <a:cubicBezTo>
                    <a:pt x="20600" y="116047"/>
                    <a:pt x="17981" y="119715"/>
                    <a:pt x="15671" y="123382"/>
                  </a:cubicBezTo>
                  <a:cubicBezTo>
                    <a:pt x="2740" y="143624"/>
                    <a:pt x="49" y="161509"/>
                    <a:pt x="7979" y="173750"/>
                  </a:cubicBezTo>
                  <a:cubicBezTo>
                    <a:pt x="14171" y="183275"/>
                    <a:pt x="26149" y="188300"/>
                    <a:pt x="42605" y="188300"/>
                  </a:cubicBezTo>
                  <a:cubicBezTo>
                    <a:pt x="45844" y="188300"/>
                    <a:pt x="49249" y="188086"/>
                    <a:pt x="52798" y="187705"/>
                  </a:cubicBezTo>
                  <a:cubicBezTo>
                    <a:pt x="54774" y="192063"/>
                    <a:pt x="59180" y="195087"/>
                    <a:pt x="64276" y="195087"/>
                  </a:cubicBezTo>
                  <a:cubicBezTo>
                    <a:pt x="64895" y="195087"/>
                    <a:pt x="65538" y="195040"/>
                    <a:pt x="66158" y="194944"/>
                  </a:cubicBezTo>
                  <a:cubicBezTo>
                    <a:pt x="75850" y="214258"/>
                    <a:pt x="88638" y="224855"/>
                    <a:pt x="102284" y="224855"/>
                  </a:cubicBezTo>
                  <a:cubicBezTo>
                    <a:pt x="116906" y="224855"/>
                    <a:pt x="130433" y="212805"/>
                    <a:pt x="140340" y="190944"/>
                  </a:cubicBezTo>
                  <a:cubicBezTo>
                    <a:pt x="141030" y="189443"/>
                    <a:pt x="141697" y="187848"/>
                    <a:pt x="142364" y="186252"/>
                  </a:cubicBezTo>
                  <a:cubicBezTo>
                    <a:pt x="149270" y="187586"/>
                    <a:pt x="155843" y="188300"/>
                    <a:pt x="161939" y="188300"/>
                  </a:cubicBezTo>
                  <a:cubicBezTo>
                    <a:pt x="178371" y="188300"/>
                    <a:pt x="190374" y="183275"/>
                    <a:pt x="196566" y="173750"/>
                  </a:cubicBezTo>
                  <a:cubicBezTo>
                    <a:pt x="204543" y="161509"/>
                    <a:pt x="201805" y="143624"/>
                    <a:pt x="188897" y="123382"/>
                  </a:cubicBezTo>
                  <a:cubicBezTo>
                    <a:pt x="186516" y="119715"/>
                    <a:pt x="183896" y="116047"/>
                    <a:pt x="181039" y="112428"/>
                  </a:cubicBezTo>
                  <a:cubicBezTo>
                    <a:pt x="183920" y="108784"/>
                    <a:pt x="186540" y="105140"/>
                    <a:pt x="188850" y="101473"/>
                  </a:cubicBezTo>
                  <a:cubicBezTo>
                    <a:pt x="201781" y="81231"/>
                    <a:pt x="204496" y="63346"/>
                    <a:pt x="196542" y="51106"/>
                  </a:cubicBezTo>
                  <a:cubicBezTo>
                    <a:pt x="190350" y="41580"/>
                    <a:pt x="178371" y="36555"/>
                    <a:pt x="161916" y="36555"/>
                  </a:cubicBezTo>
                  <a:cubicBezTo>
                    <a:pt x="158701" y="36555"/>
                    <a:pt x="155271" y="36746"/>
                    <a:pt x="151771" y="37150"/>
                  </a:cubicBezTo>
                  <a:cubicBezTo>
                    <a:pt x="149770" y="32792"/>
                    <a:pt x="145364" y="29768"/>
                    <a:pt x="140268" y="29768"/>
                  </a:cubicBezTo>
                  <a:cubicBezTo>
                    <a:pt x="139649" y="29768"/>
                    <a:pt x="139030" y="29816"/>
                    <a:pt x="138411" y="29911"/>
                  </a:cubicBezTo>
                  <a:cubicBezTo>
                    <a:pt x="128694" y="10597"/>
                    <a:pt x="115930" y="0"/>
                    <a:pt x="102260"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388" name="Google Shape;3388;p45"/>
          <p:cNvGrpSpPr/>
          <p:nvPr/>
        </p:nvGrpSpPr>
        <p:grpSpPr>
          <a:xfrm>
            <a:off x="2610125" y="2821689"/>
            <a:ext cx="332276" cy="289340"/>
            <a:chOff x="2610125" y="2821689"/>
            <a:chExt cx="332276" cy="289340"/>
          </a:xfrm>
        </p:grpSpPr>
        <p:sp>
          <p:nvSpPr>
            <p:cNvPr id="3389" name="Google Shape;3389;p45"/>
            <p:cNvSpPr/>
            <p:nvPr/>
          </p:nvSpPr>
          <p:spPr>
            <a:xfrm>
              <a:off x="2710853" y="3055284"/>
              <a:ext cx="170321" cy="19821"/>
            </a:xfrm>
            <a:custGeom>
              <a:avLst/>
              <a:gdLst/>
              <a:ahLst/>
              <a:cxnLst/>
              <a:rect l="l" t="t" r="r" b="b"/>
              <a:pathLst>
                <a:path w="116858" h="13599" extrusionOk="0">
                  <a:moveTo>
                    <a:pt x="0" y="1"/>
                  </a:moveTo>
                  <a:lnTo>
                    <a:pt x="0" y="13599"/>
                  </a:lnTo>
                  <a:lnTo>
                    <a:pt x="116858" y="13599"/>
                  </a:lnTo>
                  <a:lnTo>
                    <a:pt x="116858" y="1"/>
                  </a:lnTo>
                  <a:close/>
                </a:path>
              </a:pathLst>
            </a:custGeom>
            <a:solidFill>
              <a:srgbClr val="1CA8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0" name="Google Shape;3390;p45"/>
            <p:cNvSpPr/>
            <p:nvPr/>
          </p:nvSpPr>
          <p:spPr>
            <a:xfrm>
              <a:off x="2783222" y="2890102"/>
              <a:ext cx="25617" cy="215790"/>
            </a:xfrm>
            <a:custGeom>
              <a:avLst/>
              <a:gdLst/>
              <a:ahLst/>
              <a:cxnLst/>
              <a:rect l="l" t="t" r="r" b="b"/>
              <a:pathLst>
                <a:path w="17576" h="148055" extrusionOk="0">
                  <a:moveTo>
                    <a:pt x="0" y="1"/>
                  </a:moveTo>
                  <a:lnTo>
                    <a:pt x="0" y="144149"/>
                  </a:lnTo>
                  <a:cubicBezTo>
                    <a:pt x="0" y="146316"/>
                    <a:pt x="1763" y="148055"/>
                    <a:pt x="3906" y="148055"/>
                  </a:cubicBezTo>
                  <a:lnTo>
                    <a:pt x="13670" y="148055"/>
                  </a:lnTo>
                  <a:cubicBezTo>
                    <a:pt x="15837" y="148055"/>
                    <a:pt x="17575" y="146293"/>
                    <a:pt x="17575" y="144149"/>
                  </a:cubicBezTo>
                  <a:lnTo>
                    <a:pt x="17575" y="1"/>
                  </a:lnTo>
                  <a:close/>
                </a:path>
              </a:pathLst>
            </a:custGeom>
            <a:solidFill>
              <a:srgbClr val="1793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1" name="Google Shape;3391;p45"/>
            <p:cNvSpPr/>
            <p:nvPr/>
          </p:nvSpPr>
          <p:spPr>
            <a:xfrm>
              <a:off x="2686208" y="2929810"/>
              <a:ext cx="95418" cy="176117"/>
            </a:xfrm>
            <a:custGeom>
              <a:avLst/>
              <a:gdLst/>
              <a:ahLst/>
              <a:cxnLst/>
              <a:rect l="l" t="t" r="r" b="b"/>
              <a:pathLst>
                <a:path w="65467" h="120835" extrusionOk="0">
                  <a:moveTo>
                    <a:pt x="46558" y="1"/>
                  </a:moveTo>
                  <a:lnTo>
                    <a:pt x="1025" y="115476"/>
                  </a:lnTo>
                  <a:cubicBezTo>
                    <a:pt x="1" y="118025"/>
                    <a:pt x="1906" y="120835"/>
                    <a:pt x="4645" y="120835"/>
                  </a:cubicBezTo>
                  <a:lnTo>
                    <a:pt x="15361" y="120835"/>
                  </a:lnTo>
                  <a:cubicBezTo>
                    <a:pt x="16981" y="120835"/>
                    <a:pt x="18409" y="119858"/>
                    <a:pt x="19005" y="118358"/>
                  </a:cubicBezTo>
                  <a:lnTo>
                    <a:pt x="65467" y="24"/>
                  </a:lnTo>
                  <a:lnTo>
                    <a:pt x="46558" y="24"/>
                  </a:lnTo>
                  <a:lnTo>
                    <a:pt x="46558" y="1"/>
                  </a:lnTo>
                  <a:close/>
                </a:path>
              </a:pathLst>
            </a:custGeom>
            <a:solidFill>
              <a:srgbClr val="1793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2" name="Google Shape;3392;p45"/>
            <p:cNvSpPr/>
            <p:nvPr/>
          </p:nvSpPr>
          <p:spPr>
            <a:xfrm>
              <a:off x="2797383" y="2884860"/>
              <a:ext cx="109081" cy="220963"/>
            </a:xfrm>
            <a:custGeom>
              <a:avLst/>
              <a:gdLst/>
              <a:ahLst/>
              <a:cxnLst/>
              <a:rect l="l" t="t" r="r" b="b"/>
              <a:pathLst>
                <a:path w="74841" h="151604" extrusionOk="0">
                  <a:moveTo>
                    <a:pt x="16123" y="1"/>
                  </a:moveTo>
                  <a:lnTo>
                    <a:pt x="1" y="6979"/>
                  </a:lnTo>
                  <a:lnTo>
                    <a:pt x="55846" y="149150"/>
                  </a:lnTo>
                  <a:cubicBezTo>
                    <a:pt x="56441" y="150627"/>
                    <a:pt x="57870" y="151603"/>
                    <a:pt x="59465" y="151603"/>
                  </a:cubicBezTo>
                  <a:lnTo>
                    <a:pt x="70182" y="151603"/>
                  </a:lnTo>
                  <a:cubicBezTo>
                    <a:pt x="70206" y="151604"/>
                    <a:pt x="70229" y="151604"/>
                    <a:pt x="70253" y="151604"/>
                  </a:cubicBezTo>
                  <a:cubicBezTo>
                    <a:pt x="73023" y="151604"/>
                    <a:pt x="74841" y="148843"/>
                    <a:pt x="73849" y="146293"/>
                  </a:cubicBezTo>
                  <a:lnTo>
                    <a:pt x="16123" y="1"/>
                  </a:lnTo>
                  <a:close/>
                </a:path>
              </a:pathLst>
            </a:custGeom>
            <a:solidFill>
              <a:srgbClr val="1793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3" name="Google Shape;3393;p45"/>
            <p:cNvSpPr/>
            <p:nvPr/>
          </p:nvSpPr>
          <p:spPr>
            <a:xfrm>
              <a:off x="2627723" y="2933593"/>
              <a:ext cx="75321" cy="46268"/>
            </a:xfrm>
            <a:custGeom>
              <a:avLst/>
              <a:gdLst/>
              <a:ahLst/>
              <a:cxnLst/>
              <a:rect l="l" t="t" r="r" b="b"/>
              <a:pathLst>
                <a:path w="51678" h="31745" extrusionOk="0">
                  <a:moveTo>
                    <a:pt x="46224" y="0"/>
                  </a:moveTo>
                  <a:lnTo>
                    <a:pt x="0" y="16242"/>
                  </a:lnTo>
                  <a:lnTo>
                    <a:pt x="5454" y="31745"/>
                  </a:lnTo>
                  <a:lnTo>
                    <a:pt x="51678" y="15504"/>
                  </a:lnTo>
                  <a:lnTo>
                    <a:pt x="46224" y="0"/>
                  </a:lnTo>
                  <a:close/>
                </a:path>
              </a:pathLst>
            </a:custGeom>
            <a:solidFill>
              <a:srgbClr val="1CA8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4" name="Google Shape;3394;p45"/>
            <p:cNvSpPr/>
            <p:nvPr/>
          </p:nvSpPr>
          <p:spPr>
            <a:xfrm>
              <a:off x="2885616" y="2831987"/>
              <a:ext cx="51891" cy="77902"/>
            </a:xfrm>
            <a:custGeom>
              <a:avLst/>
              <a:gdLst/>
              <a:ahLst/>
              <a:cxnLst/>
              <a:rect l="l" t="t" r="r" b="b"/>
              <a:pathLst>
                <a:path w="35603" h="53449" extrusionOk="0">
                  <a:moveTo>
                    <a:pt x="10673" y="0"/>
                  </a:moveTo>
                  <a:cubicBezTo>
                    <a:pt x="9170" y="0"/>
                    <a:pt x="7642" y="248"/>
                    <a:pt x="6144" y="771"/>
                  </a:cubicBezTo>
                  <a:lnTo>
                    <a:pt x="0" y="32492"/>
                  </a:lnTo>
                  <a:lnTo>
                    <a:pt x="24624" y="53448"/>
                  </a:lnTo>
                  <a:cubicBezTo>
                    <a:pt x="31816" y="50948"/>
                    <a:pt x="35603" y="43089"/>
                    <a:pt x="33078" y="35897"/>
                  </a:cubicBezTo>
                  <a:lnTo>
                    <a:pt x="23695" y="9225"/>
                  </a:lnTo>
                  <a:cubicBezTo>
                    <a:pt x="21699" y="3555"/>
                    <a:pt x="16364" y="0"/>
                    <a:pt x="10673" y="0"/>
                  </a:cubicBezTo>
                  <a:close/>
                </a:path>
              </a:pathLst>
            </a:custGeom>
            <a:solidFill>
              <a:srgbClr val="9CEC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5" name="Google Shape;3395;p45"/>
            <p:cNvSpPr/>
            <p:nvPr/>
          </p:nvSpPr>
          <p:spPr>
            <a:xfrm>
              <a:off x="2885616" y="2869902"/>
              <a:ext cx="51891" cy="40055"/>
            </a:xfrm>
            <a:custGeom>
              <a:avLst/>
              <a:gdLst/>
              <a:ahLst/>
              <a:cxnLst/>
              <a:rect l="l" t="t" r="r" b="b"/>
              <a:pathLst>
                <a:path w="35603" h="27482" extrusionOk="0">
                  <a:moveTo>
                    <a:pt x="1262" y="0"/>
                  </a:moveTo>
                  <a:lnTo>
                    <a:pt x="0" y="6525"/>
                  </a:lnTo>
                  <a:lnTo>
                    <a:pt x="24624" y="27482"/>
                  </a:lnTo>
                  <a:cubicBezTo>
                    <a:pt x="31816" y="24934"/>
                    <a:pt x="35603" y="17075"/>
                    <a:pt x="33078" y="9883"/>
                  </a:cubicBezTo>
                  <a:lnTo>
                    <a:pt x="29792" y="500"/>
                  </a:lnTo>
                  <a:lnTo>
                    <a:pt x="29792" y="500"/>
                  </a:lnTo>
                  <a:cubicBezTo>
                    <a:pt x="30864" y="7192"/>
                    <a:pt x="27029" y="13931"/>
                    <a:pt x="20385" y="16241"/>
                  </a:cubicBezTo>
                  <a:lnTo>
                    <a:pt x="1262" y="0"/>
                  </a:lnTo>
                  <a:close/>
                </a:path>
              </a:pathLst>
            </a:custGeom>
            <a:solidFill>
              <a:srgbClr val="000000">
                <a:alpha val="84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6" name="Google Shape;3396;p45"/>
            <p:cNvSpPr/>
            <p:nvPr/>
          </p:nvSpPr>
          <p:spPr>
            <a:xfrm>
              <a:off x="2797383" y="2885000"/>
              <a:ext cx="51476" cy="76501"/>
            </a:xfrm>
            <a:custGeom>
              <a:avLst/>
              <a:gdLst/>
              <a:ahLst/>
              <a:cxnLst/>
              <a:rect l="l" t="t" r="r" b="b"/>
              <a:pathLst>
                <a:path w="35318" h="52488" extrusionOk="0">
                  <a:moveTo>
                    <a:pt x="16123" y="0"/>
                  </a:moveTo>
                  <a:lnTo>
                    <a:pt x="1" y="6954"/>
                  </a:lnTo>
                  <a:lnTo>
                    <a:pt x="17885" y="52487"/>
                  </a:lnTo>
                  <a:lnTo>
                    <a:pt x="35317" y="48629"/>
                  </a:lnTo>
                  <a:lnTo>
                    <a:pt x="16123" y="0"/>
                  </a:lnTo>
                  <a:close/>
                </a:path>
              </a:pathLst>
            </a:custGeom>
            <a:solidFill>
              <a:srgbClr val="1CA8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7" name="Google Shape;3397;p45"/>
            <p:cNvSpPr/>
            <p:nvPr/>
          </p:nvSpPr>
          <p:spPr>
            <a:xfrm>
              <a:off x="2783222" y="2890102"/>
              <a:ext cx="25617" cy="80181"/>
            </a:xfrm>
            <a:custGeom>
              <a:avLst/>
              <a:gdLst/>
              <a:ahLst/>
              <a:cxnLst/>
              <a:rect l="l" t="t" r="r" b="b"/>
              <a:pathLst>
                <a:path w="17576" h="55013" extrusionOk="0">
                  <a:moveTo>
                    <a:pt x="0" y="1"/>
                  </a:moveTo>
                  <a:lnTo>
                    <a:pt x="0" y="55012"/>
                  </a:lnTo>
                  <a:lnTo>
                    <a:pt x="17575" y="51154"/>
                  </a:lnTo>
                  <a:lnTo>
                    <a:pt x="17575" y="1"/>
                  </a:lnTo>
                  <a:close/>
                </a:path>
              </a:pathLst>
            </a:custGeom>
            <a:solidFill>
              <a:srgbClr val="1CA8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8" name="Google Shape;3398;p45"/>
            <p:cNvSpPr/>
            <p:nvPr/>
          </p:nvSpPr>
          <p:spPr>
            <a:xfrm>
              <a:off x="2733866" y="2929810"/>
              <a:ext cx="47796" cy="51303"/>
            </a:xfrm>
            <a:custGeom>
              <a:avLst/>
              <a:gdLst/>
              <a:ahLst/>
              <a:cxnLst/>
              <a:rect l="l" t="t" r="r" b="b"/>
              <a:pathLst>
                <a:path w="32793" h="35199" extrusionOk="0">
                  <a:moveTo>
                    <a:pt x="13860" y="1"/>
                  </a:moveTo>
                  <a:lnTo>
                    <a:pt x="0" y="35198"/>
                  </a:lnTo>
                  <a:lnTo>
                    <a:pt x="20766" y="30626"/>
                  </a:lnTo>
                  <a:lnTo>
                    <a:pt x="32793" y="1"/>
                  </a:lnTo>
                  <a:close/>
                </a:path>
              </a:pathLst>
            </a:custGeom>
            <a:solidFill>
              <a:srgbClr val="1CA8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9" name="Google Shape;3399;p45"/>
            <p:cNvSpPr/>
            <p:nvPr/>
          </p:nvSpPr>
          <p:spPr>
            <a:xfrm>
              <a:off x="2674338" y="2844737"/>
              <a:ext cx="211278" cy="125685"/>
            </a:xfrm>
            <a:custGeom>
              <a:avLst/>
              <a:gdLst/>
              <a:ahLst/>
              <a:cxnLst/>
              <a:rect l="l" t="t" r="r" b="b"/>
              <a:pathLst>
                <a:path w="144959" h="86233" extrusionOk="0">
                  <a:moveTo>
                    <a:pt x="119335" y="1"/>
                  </a:moveTo>
                  <a:lnTo>
                    <a:pt x="2739" y="57679"/>
                  </a:lnTo>
                  <a:lnTo>
                    <a:pt x="0" y="74682"/>
                  </a:lnTo>
                  <a:lnTo>
                    <a:pt x="12765" y="86232"/>
                  </a:lnTo>
                  <a:lnTo>
                    <a:pt x="139839" y="58370"/>
                  </a:lnTo>
                  <a:lnTo>
                    <a:pt x="144959" y="23791"/>
                  </a:lnTo>
                  <a:lnTo>
                    <a:pt x="119335" y="1"/>
                  </a:lnTo>
                  <a:close/>
                </a:path>
              </a:pathLst>
            </a:custGeom>
            <a:solidFill>
              <a:srgbClr val="1CA8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0" name="Google Shape;3400;p45"/>
            <p:cNvSpPr/>
            <p:nvPr/>
          </p:nvSpPr>
          <p:spPr>
            <a:xfrm>
              <a:off x="2686313" y="2871845"/>
              <a:ext cx="199303" cy="98577"/>
            </a:xfrm>
            <a:custGeom>
              <a:avLst/>
              <a:gdLst/>
              <a:ahLst/>
              <a:cxnLst/>
              <a:rect l="l" t="t" r="r" b="b"/>
              <a:pathLst>
                <a:path w="136743" h="67634" extrusionOk="0">
                  <a:moveTo>
                    <a:pt x="131170" y="1"/>
                  </a:moveTo>
                  <a:lnTo>
                    <a:pt x="127217" y="26625"/>
                  </a:lnTo>
                  <a:lnTo>
                    <a:pt x="0" y="54678"/>
                  </a:lnTo>
                  <a:lnTo>
                    <a:pt x="4549" y="67633"/>
                  </a:lnTo>
                  <a:lnTo>
                    <a:pt x="131623" y="39771"/>
                  </a:lnTo>
                  <a:lnTo>
                    <a:pt x="136743" y="5192"/>
                  </a:lnTo>
                  <a:lnTo>
                    <a:pt x="131170" y="1"/>
                  </a:lnTo>
                  <a:close/>
                </a:path>
              </a:pathLst>
            </a:custGeom>
            <a:solidFill>
              <a:srgbClr val="000000">
                <a:alpha val="84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1" name="Google Shape;3401;p45"/>
            <p:cNvSpPr/>
            <p:nvPr/>
          </p:nvSpPr>
          <p:spPr>
            <a:xfrm>
              <a:off x="2848303" y="2826881"/>
              <a:ext cx="75112" cy="102930"/>
            </a:xfrm>
            <a:custGeom>
              <a:avLst/>
              <a:gdLst/>
              <a:ahLst/>
              <a:cxnLst/>
              <a:rect l="l" t="t" r="r" b="b"/>
              <a:pathLst>
                <a:path w="51535" h="70621" extrusionOk="0">
                  <a:moveTo>
                    <a:pt x="25672" y="0"/>
                  </a:moveTo>
                  <a:cubicBezTo>
                    <a:pt x="24695" y="0"/>
                    <a:pt x="23702" y="224"/>
                    <a:pt x="22767" y="702"/>
                  </a:cubicBezTo>
                  <a:lnTo>
                    <a:pt x="0" y="12252"/>
                  </a:lnTo>
                  <a:lnTo>
                    <a:pt x="20505" y="70621"/>
                  </a:lnTo>
                  <a:lnTo>
                    <a:pt x="45510" y="65405"/>
                  </a:lnTo>
                  <a:cubicBezTo>
                    <a:pt x="49273" y="64619"/>
                    <a:pt x="51535" y="60642"/>
                    <a:pt x="50225" y="56999"/>
                  </a:cubicBezTo>
                  <a:lnTo>
                    <a:pt x="31745" y="4298"/>
                  </a:lnTo>
                  <a:cubicBezTo>
                    <a:pt x="30807" y="1624"/>
                    <a:pt x="28300" y="0"/>
                    <a:pt x="25672" y="0"/>
                  </a:cubicBezTo>
                  <a:close/>
                </a:path>
              </a:pathLst>
            </a:custGeom>
            <a:solidFill>
              <a:srgbClr val="FF89A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2" name="Google Shape;3402;p45"/>
            <p:cNvSpPr/>
            <p:nvPr/>
          </p:nvSpPr>
          <p:spPr>
            <a:xfrm>
              <a:off x="2871488" y="2893122"/>
              <a:ext cx="51926" cy="36690"/>
            </a:xfrm>
            <a:custGeom>
              <a:avLst/>
              <a:gdLst/>
              <a:ahLst/>
              <a:cxnLst/>
              <a:rect l="l" t="t" r="r" b="b"/>
              <a:pathLst>
                <a:path w="35627" h="25173" extrusionOk="0">
                  <a:moveTo>
                    <a:pt x="30293" y="1"/>
                  </a:moveTo>
                  <a:cubicBezTo>
                    <a:pt x="30531" y="3120"/>
                    <a:pt x="28459" y="6121"/>
                    <a:pt x="25220" y="6788"/>
                  </a:cubicBezTo>
                  <a:lnTo>
                    <a:pt x="1" y="12051"/>
                  </a:lnTo>
                  <a:lnTo>
                    <a:pt x="4573" y="25173"/>
                  </a:lnTo>
                  <a:lnTo>
                    <a:pt x="29578" y="19957"/>
                  </a:lnTo>
                  <a:cubicBezTo>
                    <a:pt x="33388" y="19171"/>
                    <a:pt x="35627" y="15194"/>
                    <a:pt x="34341" y="11551"/>
                  </a:cubicBezTo>
                  <a:lnTo>
                    <a:pt x="30293" y="1"/>
                  </a:lnTo>
                  <a:close/>
                </a:path>
              </a:pathLst>
            </a:custGeom>
            <a:solidFill>
              <a:srgbClr val="000000">
                <a:alpha val="84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3" name="Google Shape;3403;p45"/>
            <p:cNvSpPr/>
            <p:nvPr/>
          </p:nvSpPr>
          <p:spPr>
            <a:xfrm>
              <a:off x="2653547" y="2920814"/>
              <a:ext cx="41549" cy="65558"/>
            </a:xfrm>
            <a:custGeom>
              <a:avLst/>
              <a:gdLst/>
              <a:ahLst/>
              <a:cxnLst/>
              <a:rect l="l" t="t" r="r" b="b"/>
              <a:pathLst>
                <a:path w="28507" h="44980" extrusionOk="0">
                  <a:moveTo>
                    <a:pt x="9242" y="0"/>
                  </a:moveTo>
                  <a:cubicBezTo>
                    <a:pt x="8341" y="0"/>
                    <a:pt x="7424" y="148"/>
                    <a:pt x="6526" y="457"/>
                  </a:cubicBezTo>
                  <a:cubicBezTo>
                    <a:pt x="2239" y="1957"/>
                    <a:pt x="0" y="6649"/>
                    <a:pt x="1501" y="10935"/>
                  </a:cubicBezTo>
                  <a:lnTo>
                    <a:pt x="11527" y="39489"/>
                  </a:lnTo>
                  <a:cubicBezTo>
                    <a:pt x="12692" y="42872"/>
                    <a:pt x="15875" y="44980"/>
                    <a:pt x="19273" y="44980"/>
                  </a:cubicBezTo>
                  <a:cubicBezTo>
                    <a:pt x="20180" y="44980"/>
                    <a:pt x="21102" y="44830"/>
                    <a:pt x="22005" y="44514"/>
                  </a:cubicBezTo>
                  <a:cubicBezTo>
                    <a:pt x="26292" y="43037"/>
                    <a:pt x="28506" y="38322"/>
                    <a:pt x="27030" y="34035"/>
                  </a:cubicBezTo>
                  <a:lnTo>
                    <a:pt x="17004" y="5482"/>
                  </a:lnTo>
                  <a:cubicBezTo>
                    <a:pt x="15818" y="2094"/>
                    <a:pt x="12639" y="0"/>
                    <a:pt x="9242" y="0"/>
                  </a:cubicBezTo>
                  <a:close/>
                </a:path>
              </a:pathLst>
            </a:custGeom>
            <a:solidFill>
              <a:srgbClr val="FF89A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4" name="Google Shape;3404;p45"/>
            <p:cNvSpPr/>
            <p:nvPr/>
          </p:nvSpPr>
          <p:spPr>
            <a:xfrm>
              <a:off x="2615540" y="2943850"/>
              <a:ext cx="32177" cy="49497"/>
            </a:xfrm>
            <a:custGeom>
              <a:avLst/>
              <a:gdLst/>
              <a:ahLst/>
              <a:cxnLst/>
              <a:rect l="l" t="t" r="r" b="b"/>
              <a:pathLst>
                <a:path w="22077" h="33960" extrusionOk="0">
                  <a:moveTo>
                    <a:pt x="7380" y="1"/>
                  </a:moveTo>
                  <a:cubicBezTo>
                    <a:pt x="6661" y="1"/>
                    <a:pt x="5931" y="120"/>
                    <a:pt x="5216" y="370"/>
                  </a:cubicBezTo>
                  <a:cubicBezTo>
                    <a:pt x="1787" y="1560"/>
                    <a:pt x="0" y="5323"/>
                    <a:pt x="1191" y="8728"/>
                  </a:cubicBezTo>
                  <a:lnTo>
                    <a:pt x="8502" y="29566"/>
                  </a:lnTo>
                  <a:cubicBezTo>
                    <a:pt x="9443" y="32276"/>
                    <a:pt x="11990" y="33959"/>
                    <a:pt x="14709" y="33959"/>
                  </a:cubicBezTo>
                  <a:cubicBezTo>
                    <a:pt x="15431" y="33959"/>
                    <a:pt x="16165" y="33841"/>
                    <a:pt x="16885" y="33591"/>
                  </a:cubicBezTo>
                  <a:cubicBezTo>
                    <a:pt x="20290" y="32376"/>
                    <a:pt x="22077" y="28661"/>
                    <a:pt x="20886" y="25232"/>
                  </a:cubicBezTo>
                  <a:lnTo>
                    <a:pt x="13575" y="4394"/>
                  </a:lnTo>
                  <a:cubicBezTo>
                    <a:pt x="12634" y="1685"/>
                    <a:pt x="10087" y="1"/>
                    <a:pt x="7380" y="1"/>
                  </a:cubicBezTo>
                  <a:close/>
                </a:path>
              </a:pathLst>
            </a:custGeom>
            <a:solidFill>
              <a:srgbClr val="FF89A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5" name="Google Shape;3405;p45"/>
            <p:cNvSpPr/>
            <p:nvPr/>
          </p:nvSpPr>
          <p:spPr>
            <a:xfrm>
              <a:off x="2610125" y="2821689"/>
              <a:ext cx="332276" cy="289340"/>
            </a:xfrm>
            <a:custGeom>
              <a:avLst/>
              <a:gdLst/>
              <a:ahLst/>
              <a:cxnLst/>
              <a:rect l="l" t="t" r="r" b="b"/>
              <a:pathLst>
                <a:path w="227977" h="198518" extrusionOk="0">
                  <a:moveTo>
                    <a:pt x="199709" y="10360"/>
                  </a:moveTo>
                  <a:cubicBezTo>
                    <a:pt x="204138" y="10360"/>
                    <a:pt x="208139" y="13194"/>
                    <a:pt x="209616" y="17385"/>
                  </a:cubicBezTo>
                  <a:lnTo>
                    <a:pt x="218998" y="44057"/>
                  </a:lnTo>
                  <a:cubicBezTo>
                    <a:pt x="220546" y="48439"/>
                    <a:pt x="218998" y="53131"/>
                    <a:pt x="215522" y="55846"/>
                  </a:cubicBezTo>
                  <a:lnTo>
                    <a:pt x="199566" y="10384"/>
                  </a:lnTo>
                  <a:cubicBezTo>
                    <a:pt x="199590" y="10360"/>
                    <a:pt x="199637" y="10360"/>
                    <a:pt x="199709" y="10360"/>
                  </a:cubicBezTo>
                  <a:close/>
                  <a:moveTo>
                    <a:pt x="189040" y="6883"/>
                  </a:moveTo>
                  <a:cubicBezTo>
                    <a:pt x="190397" y="6883"/>
                    <a:pt x="191588" y="7717"/>
                    <a:pt x="192017" y="8955"/>
                  </a:cubicBezTo>
                  <a:lnTo>
                    <a:pt x="210520" y="61656"/>
                  </a:lnTo>
                  <a:cubicBezTo>
                    <a:pt x="210806" y="62514"/>
                    <a:pt x="210711" y="63442"/>
                    <a:pt x="210282" y="64228"/>
                  </a:cubicBezTo>
                  <a:cubicBezTo>
                    <a:pt x="209830" y="65038"/>
                    <a:pt x="209092" y="65586"/>
                    <a:pt x="208187" y="65752"/>
                  </a:cubicBezTo>
                  <a:lnTo>
                    <a:pt x="186015" y="70396"/>
                  </a:lnTo>
                  <a:lnTo>
                    <a:pt x="167440" y="17481"/>
                  </a:lnTo>
                  <a:lnTo>
                    <a:pt x="187659" y="7217"/>
                  </a:lnTo>
                  <a:cubicBezTo>
                    <a:pt x="188087" y="6978"/>
                    <a:pt x="188564" y="6883"/>
                    <a:pt x="189040" y="6883"/>
                  </a:cubicBezTo>
                  <a:close/>
                  <a:moveTo>
                    <a:pt x="161510" y="20434"/>
                  </a:moveTo>
                  <a:lnTo>
                    <a:pt x="179562" y="71777"/>
                  </a:lnTo>
                  <a:lnTo>
                    <a:pt x="58965" y="98211"/>
                  </a:lnTo>
                  <a:lnTo>
                    <a:pt x="50868" y="75159"/>
                  </a:lnTo>
                  <a:lnTo>
                    <a:pt x="161510" y="20434"/>
                  </a:lnTo>
                  <a:close/>
                  <a:moveTo>
                    <a:pt x="31578" y="89662"/>
                  </a:moveTo>
                  <a:lnTo>
                    <a:pt x="34817" y="98950"/>
                  </a:lnTo>
                  <a:lnTo>
                    <a:pt x="25672" y="102164"/>
                  </a:lnTo>
                  <a:lnTo>
                    <a:pt x="22434" y="92877"/>
                  </a:lnTo>
                  <a:lnTo>
                    <a:pt x="31578" y="89662"/>
                  </a:lnTo>
                  <a:close/>
                  <a:moveTo>
                    <a:pt x="39002" y="71318"/>
                  </a:moveTo>
                  <a:cubicBezTo>
                    <a:pt x="41036" y="71318"/>
                    <a:pt x="42982" y="72590"/>
                    <a:pt x="43700" y="74611"/>
                  </a:cubicBezTo>
                  <a:lnTo>
                    <a:pt x="53726" y="103141"/>
                  </a:lnTo>
                  <a:cubicBezTo>
                    <a:pt x="54607" y="105713"/>
                    <a:pt x="53273" y="108499"/>
                    <a:pt x="50725" y="109428"/>
                  </a:cubicBezTo>
                  <a:cubicBezTo>
                    <a:pt x="50193" y="109617"/>
                    <a:pt x="49648" y="109706"/>
                    <a:pt x="49109" y="109706"/>
                  </a:cubicBezTo>
                  <a:cubicBezTo>
                    <a:pt x="47070" y="109706"/>
                    <a:pt x="45135" y="108424"/>
                    <a:pt x="44438" y="106427"/>
                  </a:cubicBezTo>
                  <a:lnTo>
                    <a:pt x="34412" y="77874"/>
                  </a:lnTo>
                  <a:cubicBezTo>
                    <a:pt x="33507" y="75278"/>
                    <a:pt x="34865" y="72492"/>
                    <a:pt x="37413" y="71587"/>
                  </a:cubicBezTo>
                  <a:cubicBezTo>
                    <a:pt x="37935" y="71405"/>
                    <a:pt x="38471" y="71318"/>
                    <a:pt x="39002" y="71318"/>
                  </a:cubicBezTo>
                  <a:close/>
                  <a:moveTo>
                    <a:pt x="11051" y="87100"/>
                  </a:moveTo>
                  <a:cubicBezTo>
                    <a:pt x="12400" y="87100"/>
                    <a:pt x="13698" y="87958"/>
                    <a:pt x="14170" y="89281"/>
                  </a:cubicBezTo>
                  <a:lnTo>
                    <a:pt x="21481" y="110118"/>
                  </a:lnTo>
                  <a:cubicBezTo>
                    <a:pt x="22076" y="111809"/>
                    <a:pt x="21195" y="113691"/>
                    <a:pt x="19481" y="114286"/>
                  </a:cubicBezTo>
                  <a:cubicBezTo>
                    <a:pt x="19137" y="114409"/>
                    <a:pt x="18783" y="114467"/>
                    <a:pt x="18432" y="114467"/>
                  </a:cubicBezTo>
                  <a:cubicBezTo>
                    <a:pt x="17083" y="114467"/>
                    <a:pt x="15786" y="113609"/>
                    <a:pt x="15313" y="112286"/>
                  </a:cubicBezTo>
                  <a:lnTo>
                    <a:pt x="8002" y="91448"/>
                  </a:lnTo>
                  <a:cubicBezTo>
                    <a:pt x="7407" y="89757"/>
                    <a:pt x="8288" y="87876"/>
                    <a:pt x="10003" y="87280"/>
                  </a:cubicBezTo>
                  <a:cubicBezTo>
                    <a:pt x="10346" y="87158"/>
                    <a:pt x="10700" y="87100"/>
                    <a:pt x="11051" y="87100"/>
                  </a:cubicBezTo>
                  <a:close/>
                  <a:moveTo>
                    <a:pt x="115691" y="92472"/>
                  </a:moveTo>
                  <a:lnTo>
                    <a:pt x="115691" y="157176"/>
                  </a:lnTo>
                  <a:lnTo>
                    <a:pt x="88638" y="157176"/>
                  </a:lnTo>
                  <a:lnTo>
                    <a:pt x="113905" y="92853"/>
                  </a:lnTo>
                  <a:lnTo>
                    <a:pt x="115691" y="92472"/>
                  </a:lnTo>
                  <a:close/>
                  <a:moveTo>
                    <a:pt x="139839" y="88305"/>
                  </a:moveTo>
                  <a:lnTo>
                    <a:pt x="166892" y="157199"/>
                  </a:lnTo>
                  <a:lnTo>
                    <a:pt x="139839" y="157199"/>
                  </a:lnTo>
                  <a:lnTo>
                    <a:pt x="139839" y="88305"/>
                  </a:lnTo>
                  <a:close/>
                  <a:moveTo>
                    <a:pt x="115691" y="163772"/>
                  </a:moveTo>
                  <a:lnTo>
                    <a:pt x="115691" y="170821"/>
                  </a:lnTo>
                  <a:lnTo>
                    <a:pt x="82661" y="170821"/>
                  </a:lnTo>
                  <a:lnTo>
                    <a:pt x="85423" y="163772"/>
                  </a:lnTo>
                  <a:close/>
                  <a:moveTo>
                    <a:pt x="170107" y="163772"/>
                  </a:moveTo>
                  <a:lnTo>
                    <a:pt x="172894" y="170821"/>
                  </a:lnTo>
                  <a:lnTo>
                    <a:pt x="139839" y="170821"/>
                  </a:lnTo>
                  <a:lnTo>
                    <a:pt x="139839" y="163772"/>
                  </a:lnTo>
                  <a:close/>
                  <a:moveTo>
                    <a:pt x="106165" y="94758"/>
                  </a:moveTo>
                  <a:lnTo>
                    <a:pt x="68134" y="191540"/>
                  </a:lnTo>
                  <a:cubicBezTo>
                    <a:pt x="68038" y="191778"/>
                    <a:pt x="67800" y="191921"/>
                    <a:pt x="67562" y="191921"/>
                  </a:cubicBezTo>
                  <a:lnTo>
                    <a:pt x="56846" y="191921"/>
                  </a:lnTo>
                  <a:cubicBezTo>
                    <a:pt x="56441" y="191921"/>
                    <a:pt x="56107" y="191468"/>
                    <a:pt x="56298" y="191087"/>
                  </a:cubicBezTo>
                  <a:lnTo>
                    <a:pt x="93163" y="97616"/>
                  </a:lnTo>
                  <a:lnTo>
                    <a:pt x="106165" y="94758"/>
                  </a:lnTo>
                  <a:close/>
                  <a:moveTo>
                    <a:pt x="133242" y="88805"/>
                  </a:moveTo>
                  <a:lnTo>
                    <a:pt x="133242" y="191302"/>
                  </a:lnTo>
                  <a:lnTo>
                    <a:pt x="133266" y="191302"/>
                  </a:lnTo>
                  <a:cubicBezTo>
                    <a:pt x="133266" y="191611"/>
                    <a:pt x="133004" y="191921"/>
                    <a:pt x="132647" y="191921"/>
                  </a:cubicBezTo>
                  <a:lnTo>
                    <a:pt x="122883" y="191921"/>
                  </a:lnTo>
                  <a:cubicBezTo>
                    <a:pt x="122550" y="191921"/>
                    <a:pt x="122240" y="191659"/>
                    <a:pt x="122240" y="191302"/>
                  </a:cubicBezTo>
                  <a:lnTo>
                    <a:pt x="122240" y="91210"/>
                  </a:lnTo>
                  <a:lnTo>
                    <a:pt x="133242" y="88805"/>
                  </a:lnTo>
                  <a:close/>
                  <a:moveTo>
                    <a:pt x="156890" y="83661"/>
                  </a:moveTo>
                  <a:lnTo>
                    <a:pt x="199280" y="191087"/>
                  </a:lnTo>
                  <a:cubicBezTo>
                    <a:pt x="199375" y="191325"/>
                    <a:pt x="199280" y="191540"/>
                    <a:pt x="199209" y="191659"/>
                  </a:cubicBezTo>
                  <a:cubicBezTo>
                    <a:pt x="199113" y="191778"/>
                    <a:pt x="198970" y="191921"/>
                    <a:pt x="198685" y="191921"/>
                  </a:cubicBezTo>
                  <a:lnTo>
                    <a:pt x="187968" y="191921"/>
                  </a:lnTo>
                  <a:cubicBezTo>
                    <a:pt x="187706" y="191921"/>
                    <a:pt x="187492" y="191778"/>
                    <a:pt x="187420" y="191540"/>
                  </a:cubicBezTo>
                  <a:lnTo>
                    <a:pt x="145983" y="86042"/>
                  </a:lnTo>
                  <a:lnTo>
                    <a:pt x="156890" y="83661"/>
                  </a:lnTo>
                  <a:close/>
                  <a:moveTo>
                    <a:pt x="189087" y="1"/>
                  </a:moveTo>
                  <a:cubicBezTo>
                    <a:pt x="187540" y="1"/>
                    <a:pt x="186063" y="358"/>
                    <a:pt x="184682" y="1073"/>
                  </a:cubicBezTo>
                  <a:lnTo>
                    <a:pt x="161939" y="12646"/>
                  </a:lnTo>
                  <a:lnTo>
                    <a:pt x="48130" y="69062"/>
                  </a:lnTo>
                  <a:cubicBezTo>
                    <a:pt x="45986" y="66300"/>
                    <a:pt x="42652" y="64609"/>
                    <a:pt x="39056" y="64609"/>
                  </a:cubicBezTo>
                  <a:cubicBezTo>
                    <a:pt x="37342" y="64609"/>
                    <a:pt x="35722" y="64966"/>
                    <a:pt x="34127" y="65705"/>
                  </a:cubicBezTo>
                  <a:cubicBezTo>
                    <a:pt x="28745" y="68229"/>
                    <a:pt x="26268" y="74540"/>
                    <a:pt x="28244" y="80136"/>
                  </a:cubicBezTo>
                  <a:lnTo>
                    <a:pt x="29364" y="83375"/>
                  </a:lnTo>
                  <a:lnTo>
                    <a:pt x="20195" y="86590"/>
                  </a:lnTo>
                  <a:cubicBezTo>
                    <a:pt x="18719" y="82875"/>
                    <a:pt x="15123" y="80446"/>
                    <a:pt x="11098" y="80446"/>
                  </a:cubicBezTo>
                  <a:cubicBezTo>
                    <a:pt x="10003" y="80446"/>
                    <a:pt x="8907" y="80612"/>
                    <a:pt x="7812" y="80993"/>
                  </a:cubicBezTo>
                  <a:cubicBezTo>
                    <a:pt x="2715" y="82827"/>
                    <a:pt x="0" y="88447"/>
                    <a:pt x="1787" y="93591"/>
                  </a:cubicBezTo>
                  <a:cubicBezTo>
                    <a:pt x="1787" y="93591"/>
                    <a:pt x="9074" y="114429"/>
                    <a:pt x="9098" y="114453"/>
                  </a:cubicBezTo>
                  <a:cubicBezTo>
                    <a:pt x="10497" y="118480"/>
                    <a:pt x="14434" y="121037"/>
                    <a:pt x="18511" y="121037"/>
                  </a:cubicBezTo>
                  <a:cubicBezTo>
                    <a:pt x="19569" y="121037"/>
                    <a:pt x="20637" y="120865"/>
                    <a:pt x="21672" y="120502"/>
                  </a:cubicBezTo>
                  <a:cubicBezTo>
                    <a:pt x="26625" y="118739"/>
                    <a:pt x="29340" y="113381"/>
                    <a:pt x="27816" y="108356"/>
                  </a:cubicBezTo>
                  <a:lnTo>
                    <a:pt x="36984" y="105141"/>
                  </a:lnTo>
                  <a:lnTo>
                    <a:pt x="38175" y="108571"/>
                  </a:lnTo>
                  <a:cubicBezTo>
                    <a:pt x="39819" y="113238"/>
                    <a:pt x="44388" y="116256"/>
                    <a:pt x="49155" y="116256"/>
                  </a:cubicBezTo>
                  <a:cubicBezTo>
                    <a:pt x="50396" y="116256"/>
                    <a:pt x="51649" y="116052"/>
                    <a:pt x="52869" y="115620"/>
                  </a:cubicBezTo>
                  <a:cubicBezTo>
                    <a:pt x="57655" y="113929"/>
                    <a:pt x="60632" y="109404"/>
                    <a:pt x="60537" y="104570"/>
                  </a:cubicBezTo>
                  <a:lnTo>
                    <a:pt x="85352" y="99140"/>
                  </a:lnTo>
                  <a:lnTo>
                    <a:pt x="85352" y="99140"/>
                  </a:lnTo>
                  <a:cubicBezTo>
                    <a:pt x="85351" y="99142"/>
                    <a:pt x="50130" y="188563"/>
                    <a:pt x="50106" y="188634"/>
                  </a:cubicBezTo>
                  <a:cubicBezTo>
                    <a:pt x="48249" y="193326"/>
                    <a:pt x="51821" y="198517"/>
                    <a:pt x="56798" y="198517"/>
                  </a:cubicBezTo>
                  <a:lnTo>
                    <a:pt x="67515" y="198517"/>
                  </a:lnTo>
                  <a:cubicBezTo>
                    <a:pt x="70491" y="198517"/>
                    <a:pt x="73135" y="196731"/>
                    <a:pt x="74206" y="193945"/>
                  </a:cubicBezTo>
                  <a:lnTo>
                    <a:pt x="80660" y="177442"/>
                  </a:lnTo>
                  <a:lnTo>
                    <a:pt x="115620" y="177442"/>
                  </a:lnTo>
                  <a:lnTo>
                    <a:pt x="115620" y="191325"/>
                  </a:lnTo>
                  <a:cubicBezTo>
                    <a:pt x="115620" y="195302"/>
                    <a:pt x="118835" y="198517"/>
                    <a:pt x="122812" y="198517"/>
                  </a:cubicBezTo>
                  <a:lnTo>
                    <a:pt x="132576" y="198517"/>
                  </a:lnTo>
                  <a:cubicBezTo>
                    <a:pt x="136577" y="198517"/>
                    <a:pt x="139791" y="195302"/>
                    <a:pt x="139791" y="191325"/>
                  </a:cubicBezTo>
                  <a:lnTo>
                    <a:pt x="139791" y="177442"/>
                  </a:lnTo>
                  <a:lnTo>
                    <a:pt x="174727" y="177442"/>
                  </a:lnTo>
                  <a:lnTo>
                    <a:pt x="181205" y="193945"/>
                  </a:lnTo>
                  <a:cubicBezTo>
                    <a:pt x="182300" y="196707"/>
                    <a:pt x="184920" y="198517"/>
                    <a:pt x="187897" y="198517"/>
                  </a:cubicBezTo>
                  <a:lnTo>
                    <a:pt x="198613" y="198517"/>
                  </a:lnTo>
                  <a:cubicBezTo>
                    <a:pt x="203614" y="198517"/>
                    <a:pt x="207163" y="193326"/>
                    <a:pt x="205305" y="188634"/>
                  </a:cubicBezTo>
                  <a:lnTo>
                    <a:pt x="163392" y="81994"/>
                  </a:lnTo>
                  <a:lnTo>
                    <a:pt x="209568" y="72111"/>
                  </a:lnTo>
                  <a:cubicBezTo>
                    <a:pt x="212307" y="71539"/>
                    <a:pt x="214688" y="69801"/>
                    <a:pt x="216045" y="67348"/>
                  </a:cubicBezTo>
                  <a:cubicBezTo>
                    <a:pt x="216903" y="65824"/>
                    <a:pt x="217331" y="64085"/>
                    <a:pt x="217308" y="62371"/>
                  </a:cubicBezTo>
                  <a:cubicBezTo>
                    <a:pt x="224500" y="58417"/>
                    <a:pt x="227977" y="49678"/>
                    <a:pt x="225190" y="41700"/>
                  </a:cubicBezTo>
                  <a:lnTo>
                    <a:pt x="215807" y="14980"/>
                  </a:lnTo>
                  <a:cubicBezTo>
                    <a:pt x="213402" y="8122"/>
                    <a:pt x="206948" y="3525"/>
                    <a:pt x="199709" y="3525"/>
                  </a:cubicBezTo>
                  <a:cubicBezTo>
                    <a:pt x="198732" y="3525"/>
                    <a:pt x="197732" y="3597"/>
                    <a:pt x="196756" y="3787"/>
                  </a:cubicBezTo>
                  <a:cubicBezTo>
                    <a:pt x="194946" y="1430"/>
                    <a:pt x="192112" y="1"/>
                    <a:pt x="189087"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406" name="Google Shape;3406;p45"/>
          <p:cNvGrpSpPr/>
          <p:nvPr/>
        </p:nvGrpSpPr>
        <p:grpSpPr>
          <a:xfrm>
            <a:off x="7794422" y="2843730"/>
            <a:ext cx="254319" cy="327933"/>
            <a:chOff x="7794422" y="2843730"/>
            <a:chExt cx="254319" cy="327933"/>
          </a:xfrm>
        </p:grpSpPr>
        <p:sp>
          <p:nvSpPr>
            <p:cNvPr id="3407" name="Google Shape;3407;p45"/>
            <p:cNvSpPr/>
            <p:nvPr/>
          </p:nvSpPr>
          <p:spPr>
            <a:xfrm>
              <a:off x="7802787" y="3123280"/>
              <a:ext cx="21765" cy="43423"/>
            </a:xfrm>
            <a:custGeom>
              <a:avLst/>
              <a:gdLst/>
              <a:ahLst/>
              <a:cxnLst/>
              <a:rect l="l" t="t" r="r" b="b"/>
              <a:pathLst>
                <a:path w="14933" h="29793" extrusionOk="0">
                  <a:moveTo>
                    <a:pt x="14933" y="1"/>
                  </a:moveTo>
                  <a:lnTo>
                    <a:pt x="6169" y="6574"/>
                  </a:lnTo>
                  <a:lnTo>
                    <a:pt x="1977" y="17123"/>
                  </a:lnTo>
                  <a:cubicBezTo>
                    <a:pt x="1" y="22053"/>
                    <a:pt x="2311" y="27649"/>
                    <a:pt x="7193" y="29793"/>
                  </a:cubicBezTo>
                  <a:lnTo>
                    <a:pt x="14933" y="10408"/>
                  </a:lnTo>
                  <a:lnTo>
                    <a:pt x="14933" y="1"/>
                  </a:lnTo>
                  <a:close/>
                </a:path>
              </a:pathLst>
            </a:custGeom>
            <a:solidFill>
              <a:srgbClr val="D9D9D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8" name="Google Shape;3408;p45"/>
            <p:cNvSpPr/>
            <p:nvPr/>
          </p:nvSpPr>
          <p:spPr>
            <a:xfrm>
              <a:off x="8017778" y="3123280"/>
              <a:ext cx="21765" cy="43423"/>
            </a:xfrm>
            <a:custGeom>
              <a:avLst/>
              <a:gdLst/>
              <a:ahLst/>
              <a:cxnLst/>
              <a:rect l="l" t="t" r="r" b="b"/>
              <a:pathLst>
                <a:path w="14933" h="29793" extrusionOk="0">
                  <a:moveTo>
                    <a:pt x="1" y="1"/>
                  </a:moveTo>
                  <a:lnTo>
                    <a:pt x="1" y="10408"/>
                  </a:lnTo>
                  <a:lnTo>
                    <a:pt x="7740" y="29793"/>
                  </a:lnTo>
                  <a:cubicBezTo>
                    <a:pt x="12622" y="27649"/>
                    <a:pt x="14932" y="22053"/>
                    <a:pt x="12956" y="17123"/>
                  </a:cubicBezTo>
                  <a:lnTo>
                    <a:pt x="8764" y="6574"/>
                  </a:lnTo>
                  <a:lnTo>
                    <a:pt x="1" y="1"/>
                  </a:lnTo>
                  <a:close/>
                </a:path>
              </a:pathLst>
            </a:custGeom>
            <a:solidFill>
              <a:srgbClr val="D9D9D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9" name="Google Shape;3409;p45"/>
            <p:cNvSpPr/>
            <p:nvPr/>
          </p:nvSpPr>
          <p:spPr>
            <a:xfrm>
              <a:off x="7799420" y="3025677"/>
              <a:ext cx="243802" cy="19197"/>
            </a:xfrm>
            <a:custGeom>
              <a:avLst/>
              <a:gdLst/>
              <a:ahLst/>
              <a:cxnLst/>
              <a:rect l="l" t="t" r="r" b="b"/>
              <a:pathLst>
                <a:path w="167274" h="13171" extrusionOk="0">
                  <a:moveTo>
                    <a:pt x="6574" y="1"/>
                  </a:moveTo>
                  <a:cubicBezTo>
                    <a:pt x="2954" y="1"/>
                    <a:pt x="1" y="2954"/>
                    <a:pt x="1" y="6597"/>
                  </a:cubicBezTo>
                  <a:cubicBezTo>
                    <a:pt x="1" y="10217"/>
                    <a:pt x="2954" y="13170"/>
                    <a:pt x="6574" y="13170"/>
                  </a:cubicBezTo>
                  <a:lnTo>
                    <a:pt x="160701" y="13170"/>
                  </a:lnTo>
                  <a:cubicBezTo>
                    <a:pt x="164321" y="13170"/>
                    <a:pt x="167274" y="10217"/>
                    <a:pt x="167274" y="6597"/>
                  </a:cubicBezTo>
                  <a:cubicBezTo>
                    <a:pt x="167274" y="2954"/>
                    <a:pt x="164321" y="1"/>
                    <a:pt x="160701" y="1"/>
                  </a:cubicBezTo>
                  <a:close/>
                </a:path>
              </a:pathLst>
            </a:custGeom>
            <a:solidFill>
              <a:srgbClr val="3A48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0" name="Google Shape;3410;p45"/>
            <p:cNvSpPr/>
            <p:nvPr/>
          </p:nvSpPr>
          <p:spPr>
            <a:xfrm>
              <a:off x="7910942" y="2848347"/>
              <a:ext cx="20481" cy="47379"/>
            </a:xfrm>
            <a:custGeom>
              <a:avLst/>
              <a:gdLst/>
              <a:ahLst/>
              <a:cxnLst/>
              <a:rect l="l" t="t" r="r" b="b"/>
              <a:pathLst>
                <a:path w="14052" h="32507" extrusionOk="0">
                  <a:moveTo>
                    <a:pt x="3835" y="0"/>
                  </a:moveTo>
                  <a:cubicBezTo>
                    <a:pt x="1715" y="0"/>
                    <a:pt x="1" y="1715"/>
                    <a:pt x="1" y="3834"/>
                  </a:cubicBezTo>
                  <a:lnTo>
                    <a:pt x="1" y="32507"/>
                  </a:lnTo>
                  <a:lnTo>
                    <a:pt x="14051" y="32507"/>
                  </a:lnTo>
                  <a:lnTo>
                    <a:pt x="14051" y="3834"/>
                  </a:lnTo>
                  <a:cubicBezTo>
                    <a:pt x="14051" y="1715"/>
                    <a:pt x="12313" y="0"/>
                    <a:pt x="10193" y="0"/>
                  </a:cubicBezTo>
                  <a:close/>
                </a:path>
              </a:pathLst>
            </a:custGeom>
            <a:solidFill>
              <a:srgbClr val="D9D9D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1" name="Google Shape;3411;p45"/>
            <p:cNvSpPr/>
            <p:nvPr/>
          </p:nvSpPr>
          <p:spPr>
            <a:xfrm>
              <a:off x="7805842" y="3123211"/>
              <a:ext cx="18675" cy="29886"/>
            </a:xfrm>
            <a:custGeom>
              <a:avLst/>
              <a:gdLst/>
              <a:ahLst/>
              <a:cxnLst/>
              <a:rect l="l" t="t" r="r" b="b"/>
              <a:pathLst>
                <a:path w="12813" h="20505" extrusionOk="0">
                  <a:moveTo>
                    <a:pt x="12813" y="0"/>
                  </a:moveTo>
                  <a:lnTo>
                    <a:pt x="4073" y="6621"/>
                  </a:lnTo>
                  <a:lnTo>
                    <a:pt x="1" y="16837"/>
                  </a:lnTo>
                  <a:lnTo>
                    <a:pt x="8407" y="20504"/>
                  </a:lnTo>
                  <a:cubicBezTo>
                    <a:pt x="8574" y="20409"/>
                    <a:pt x="8693" y="20385"/>
                    <a:pt x="8883" y="20314"/>
                  </a:cubicBezTo>
                  <a:lnTo>
                    <a:pt x="12813" y="10431"/>
                  </a:lnTo>
                  <a:lnTo>
                    <a:pt x="12813" y="0"/>
                  </a:lnTo>
                  <a:close/>
                </a:path>
              </a:pathLst>
            </a:custGeom>
            <a:solidFill>
              <a:srgbClr val="000000">
                <a:alpha val="84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2" name="Google Shape;3412;p45"/>
            <p:cNvSpPr/>
            <p:nvPr/>
          </p:nvSpPr>
          <p:spPr>
            <a:xfrm>
              <a:off x="7804279" y="2931076"/>
              <a:ext cx="115376" cy="208195"/>
            </a:xfrm>
            <a:custGeom>
              <a:avLst/>
              <a:gdLst/>
              <a:ahLst/>
              <a:cxnLst/>
              <a:rect l="l" t="t" r="r" b="b"/>
              <a:pathLst>
                <a:path w="79160" h="142844" extrusionOk="0">
                  <a:moveTo>
                    <a:pt x="65820" y="1"/>
                  </a:moveTo>
                  <a:cubicBezTo>
                    <a:pt x="61308" y="1"/>
                    <a:pt x="56991" y="2617"/>
                    <a:pt x="55084" y="7014"/>
                  </a:cubicBezTo>
                  <a:lnTo>
                    <a:pt x="1549" y="129277"/>
                  </a:lnTo>
                  <a:cubicBezTo>
                    <a:pt x="1" y="132802"/>
                    <a:pt x="1620" y="136921"/>
                    <a:pt x="5145" y="138446"/>
                  </a:cubicBezTo>
                  <a:lnTo>
                    <a:pt x="13885" y="142256"/>
                  </a:lnTo>
                  <a:cubicBezTo>
                    <a:pt x="14786" y="142655"/>
                    <a:pt x="15731" y="142843"/>
                    <a:pt x="16662" y="142843"/>
                  </a:cubicBezTo>
                  <a:cubicBezTo>
                    <a:pt x="19346" y="142843"/>
                    <a:pt x="21922" y="141277"/>
                    <a:pt x="23053" y="138660"/>
                  </a:cubicBezTo>
                  <a:lnTo>
                    <a:pt x="76541" y="16397"/>
                  </a:lnTo>
                  <a:cubicBezTo>
                    <a:pt x="79160" y="10515"/>
                    <a:pt x="76445" y="3561"/>
                    <a:pt x="70516" y="989"/>
                  </a:cubicBezTo>
                  <a:cubicBezTo>
                    <a:pt x="68989" y="318"/>
                    <a:pt x="67393" y="1"/>
                    <a:pt x="65820" y="1"/>
                  </a:cubicBezTo>
                  <a:close/>
                </a:path>
              </a:pathLst>
            </a:custGeom>
            <a:solidFill>
              <a:srgbClr val="00B2B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3" name="Google Shape;3413;p45"/>
            <p:cNvSpPr/>
            <p:nvPr/>
          </p:nvSpPr>
          <p:spPr>
            <a:xfrm>
              <a:off x="8017848" y="3123211"/>
              <a:ext cx="18640" cy="29886"/>
            </a:xfrm>
            <a:custGeom>
              <a:avLst/>
              <a:gdLst/>
              <a:ahLst/>
              <a:cxnLst/>
              <a:rect l="l" t="t" r="r" b="b"/>
              <a:pathLst>
                <a:path w="12789" h="20505" extrusionOk="0">
                  <a:moveTo>
                    <a:pt x="0" y="0"/>
                  </a:moveTo>
                  <a:lnTo>
                    <a:pt x="0" y="10431"/>
                  </a:lnTo>
                  <a:lnTo>
                    <a:pt x="3930" y="20314"/>
                  </a:lnTo>
                  <a:cubicBezTo>
                    <a:pt x="4096" y="20409"/>
                    <a:pt x="4216" y="20433"/>
                    <a:pt x="4406" y="20504"/>
                  </a:cubicBezTo>
                  <a:lnTo>
                    <a:pt x="12789" y="16837"/>
                  </a:lnTo>
                  <a:lnTo>
                    <a:pt x="8716" y="6621"/>
                  </a:lnTo>
                  <a:lnTo>
                    <a:pt x="0" y="0"/>
                  </a:lnTo>
                  <a:close/>
                </a:path>
              </a:pathLst>
            </a:custGeom>
            <a:solidFill>
              <a:srgbClr val="000000">
                <a:alpha val="84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4" name="Google Shape;3414;p45"/>
            <p:cNvSpPr/>
            <p:nvPr/>
          </p:nvSpPr>
          <p:spPr>
            <a:xfrm>
              <a:off x="7922987" y="2931076"/>
              <a:ext cx="115376" cy="208195"/>
            </a:xfrm>
            <a:custGeom>
              <a:avLst/>
              <a:gdLst/>
              <a:ahLst/>
              <a:cxnLst/>
              <a:rect l="l" t="t" r="r" b="b"/>
              <a:pathLst>
                <a:path w="79160" h="142844" extrusionOk="0">
                  <a:moveTo>
                    <a:pt x="13340" y="1"/>
                  </a:moveTo>
                  <a:cubicBezTo>
                    <a:pt x="11768" y="1"/>
                    <a:pt x="10171" y="318"/>
                    <a:pt x="8645" y="989"/>
                  </a:cubicBezTo>
                  <a:cubicBezTo>
                    <a:pt x="2715" y="3561"/>
                    <a:pt x="0" y="10515"/>
                    <a:pt x="2620" y="16397"/>
                  </a:cubicBezTo>
                  <a:lnTo>
                    <a:pt x="56107" y="138660"/>
                  </a:lnTo>
                  <a:cubicBezTo>
                    <a:pt x="57239" y="141277"/>
                    <a:pt x="59814" y="142843"/>
                    <a:pt x="62499" y="142843"/>
                  </a:cubicBezTo>
                  <a:cubicBezTo>
                    <a:pt x="63430" y="142843"/>
                    <a:pt x="64374" y="142655"/>
                    <a:pt x="65276" y="142256"/>
                  </a:cubicBezTo>
                  <a:lnTo>
                    <a:pt x="74016" y="138446"/>
                  </a:lnTo>
                  <a:cubicBezTo>
                    <a:pt x="77540" y="136921"/>
                    <a:pt x="79160" y="132802"/>
                    <a:pt x="77612" y="129277"/>
                  </a:cubicBezTo>
                  <a:lnTo>
                    <a:pt x="24077" y="7014"/>
                  </a:lnTo>
                  <a:cubicBezTo>
                    <a:pt x="22170" y="2617"/>
                    <a:pt x="17853" y="1"/>
                    <a:pt x="13340" y="1"/>
                  </a:cubicBezTo>
                  <a:close/>
                </a:path>
              </a:pathLst>
            </a:custGeom>
            <a:solidFill>
              <a:srgbClr val="00B2B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5" name="Google Shape;3415;p45"/>
            <p:cNvSpPr/>
            <p:nvPr/>
          </p:nvSpPr>
          <p:spPr>
            <a:xfrm>
              <a:off x="7864779" y="2931076"/>
              <a:ext cx="54876" cy="74436"/>
            </a:xfrm>
            <a:custGeom>
              <a:avLst/>
              <a:gdLst/>
              <a:ahLst/>
              <a:cxnLst/>
              <a:rect l="l" t="t" r="r" b="b"/>
              <a:pathLst>
                <a:path w="37651" h="51071" extrusionOk="0">
                  <a:moveTo>
                    <a:pt x="24311" y="1"/>
                  </a:moveTo>
                  <a:cubicBezTo>
                    <a:pt x="19799" y="1"/>
                    <a:pt x="15482" y="2617"/>
                    <a:pt x="13575" y="7014"/>
                  </a:cubicBezTo>
                  <a:lnTo>
                    <a:pt x="1" y="38020"/>
                  </a:lnTo>
                  <a:cubicBezTo>
                    <a:pt x="5525" y="43736"/>
                    <a:pt x="12313" y="48237"/>
                    <a:pt x="19886" y="51071"/>
                  </a:cubicBezTo>
                  <a:lnTo>
                    <a:pt x="35055" y="16397"/>
                  </a:lnTo>
                  <a:cubicBezTo>
                    <a:pt x="37651" y="10515"/>
                    <a:pt x="34936" y="3561"/>
                    <a:pt x="29007" y="989"/>
                  </a:cubicBezTo>
                  <a:cubicBezTo>
                    <a:pt x="27480" y="318"/>
                    <a:pt x="25884" y="1"/>
                    <a:pt x="24311" y="1"/>
                  </a:cubicBezTo>
                  <a:close/>
                </a:path>
              </a:pathLst>
            </a:custGeom>
            <a:solidFill>
              <a:srgbClr val="000000">
                <a:alpha val="84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6" name="Google Shape;3416;p45"/>
            <p:cNvSpPr/>
            <p:nvPr/>
          </p:nvSpPr>
          <p:spPr>
            <a:xfrm>
              <a:off x="7923022" y="2931082"/>
              <a:ext cx="54911" cy="74500"/>
            </a:xfrm>
            <a:custGeom>
              <a:avLst/>
              <a:gdLst/>
              <a:ahLst/>
              <a:cxnLst/>
              <a:rect l="l" t="t" r="r" b="b"/>
              <a:pathLst>
                <a:path w="37675" h="51115" extrusionOk="0">
                  <a:moveTo>
                    <a:pt x="13336" y="0"/>
                  </a:moveTo>
                  <a:cubicBezTo>
                    <a:pt x="11767" y="0"/>
                    <a:pt x="10173" y="316"/>
                    <a:pt x="8645" y="985"/>
                  </a:cubicBezTo>
                  <a:cubicBezTo>
                    <a:pt x="2715" y="3557"/>
                    <a:pt x="0" y="10511"/>
                    <a:pt x="2596" y="16417"/>
                  </a:cubicBezTo>
                  <a:lnTo>
                    <a:pt x="17790" y="51114"/>
                  </a:lnTo>
                  <a:cubicBezTo>
                    <a:pt x="25363" y="48233"/>
                    <a:pt x="32150" y="43756"/>
                    <a:pt x="37675" y="38040"/>
                  </a:cubicBezTo>
                  <a:lnTo>
                    <a:pt x="24100" y="7010"/>
                  </a:lnTo>
                  <a:cubicBezTo>
                    <a:pt x="22173" y="2626"/>
                    <a:pt x="17858" y="0"/>
                    <a:pt x="13336" y="0"/>
                  </a:cubicBezTo>
                  <a:close/>
                </a:path>
              </a:pathLst>
            </a:custGeom>
            <a:solidFill>
              <a:srgbClr val="000000">
                <a:alpha val="84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7" name="Google Shape;3417;p45"/>
            <p:cNvSpPr/>
            <p:nvPr/>
          </p:nvSpPr>
          <p:spPr>
            <a:xfrm>
              <a:off x="7910907" y="2856608"/>
              <a:ext cx="20516" cy="39743"/>
            </a:xfrm>
            <a:custGeom>
              <a:avLst/>
              <a:gdLst/>
              <a:ahLst/>
              <a:cxnLst/>
              <a:rect l="l" t="t" r="r" b="b"/>
              <a:pathLst>
                <a:path w="14076" h="27268" extrusionOk="0">
                  <a:moveTo>
                    <a:pt x="7050" y="0"/>
                  </a:moveTo>
                  <a:cubicBezTo>
                    <a:pt x="4669" y="0"/>
                    <a:pt x="2311" y="191"/>
                    <a:pt x="1" y="476"/>
                  </a:cubicBezTo>
                  <a:lnTo>
                    <a:pt x="1" y="27268"/>
                  </a:lnTo>
                  <a:lnTo>
                    <a:pt x="14051" y="27268"/>
                  </a:lnTo>
                  <a:lnTo>
                    <a:pt x="14075" y="476"/>
                  </a:lnTo>
                  <a:cubicBezTo>
                    <a:pt x="11765" y="167"/>
                    <a:pt x="9431" y="0"/>
                    <a:pt x="7050" y="0"/>
                  </a:cubicBezTo>
                  <a:close/>
                </a:path>
              </a:pathLst>
            </a:custGeom>
            <a:solidFill>
              <a:srgbClr val="9E9C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8" name="Google Shape;3418;p45"/>
            <p:cNvSpPr/>
            <p:nvPr/>
          </p:nvSpPr>
          <p:spPr>
            <a:xfrm>
              <a:off x="7861794" y="2872365"/>
              <a:ext cx="118986" cy="118986"/>
            </a:xfrm>
            <a:custGeom>
              <a:avLst/>
              <a:gdLst/>
              <a:ahLst/>
              <a:cxnLst/>
              <a:rect l="l" t="t" r="r" b="b"/>
              <a:pathLst>
                <a:path w="81637" h="81637" extrusionOk="0">
                  <a:moveTo>
                    <a:pt x="40818" y="1"/>
                  </a:moveTo>
                  <a:cubicBezTo>
                    <a:pt x="18290" y="1"/>
                    <a:pt x="0" y="18266"/>
                    <a:pt x="0" y="40819"/>
                  </a:cubicBezTo>
                  <a:cubicBezTo>
                    <a:pt x="0" y="63347"/>
                    <a:pt x="18290" y="81636"/>
                    <a:pt x="40818" y="81636"/>
                  </a:cubicBezTo>
                  <a:cubicBezTo>
                    <a:pt x="63371" y="81636"/>
                    <a:pt x="81637" y="63347"/>
                    <a:pt x="81637" y="40819"/>
                  </a:cubicBezTo>
                  <a:cubicBezTo>
                    <a:pt x="81637" y="18266"/>
                    <a:pt x="63371" y="1"/>
                    <a:pt x="40818" y="1"/>
                  </a:cubicBezTo>
                  <a:close/>
                </a:path>
              </a:pathLst>
            </a:custGeom>
            <a:solidFill>
              <a:srgbClr val="3A48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9" name="Google Shape;3419;p45"/>
            <p:cNvSpPr/>
            <p:nvPr/>
          </p:nvSpPr>
          <p:spPr>
            <a:xfrm>
              <a:off x="7881127" y="2891664"/>
              <a:ext cx="80353" cy="80353"/>
            </a:xfrm>
            <a:custGeom>
              <a:avLst/>
              <a:gdLst/>
              <a:ahLst/>
              <a:cxnLst/>
              <a:rect l="l" t="t" r="r" b="b"/>
              <a:pathLst>
                <a:path w="55131" h="55131" extrusionOk="0">
                  <a:moveTo>
                    <a:pt x="27553" y="1"/>
                  </a:moveTo>
                  <a:cubicBezTo>
                    <a:pt x="12336" y="1"/>
                    <a:pt x="0" y="12336"/>
                    <a:pt x="0" y="27578"/>
                  </a:cubicBezTo>
                  <a:cubicBezTo>
                    <a:pt x="0" y="42795"/>
                    <a:pt x="12336" y="55131"/>
                    <a:pt x="27553" y="55131"/>
                  </a:cubicBezTo>
                  <a:cubicBezTo>
                    <a:pt x="42795" y="55131"/>
                    <a:pt x="55131" y="42795"/>
                    <a:pt x="55131" y="27578"/>
                  </a:cubicBezTo>
                  <a:cubicBezTo>
                    <a:pt x="55131" y="12336"/>
                    <a:pt x="42795" y="1"/>
                    <a:pt x="27553" y="1"/>
                  </a:cubicBezTo>
                  <a:close/>
                </a:path>
              </a:pathLst>
            </a:custGeom>
            <a:solidFill>
              <a:srgbClr val="00B2B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0" name="Google Shape;3420;p45"/>
            <p:cNvSpPr/>
            <p:nvPr/>
          </p:nvSpPr>
          <p:spPr>
            <a:xfrm>
              <a:off x="7910942" y="3002258"/>
              <a:ext cx="20514" cy="65797"/>
            </a:xfrm>
            <a:custGeom>
              <a:avLst/>
              <a:gdLst/>
              <a:ahLst/>
              <a:cxnLst/>
              <a:rect l="l" t="t" r="r" b="b"/>
              <a:pathLst>
                <a:path w="14075" h="45144" extrusionOk="0">
                  <a:moveTo>
                    <a:pt x="7019" y="0"/>
                  </a:moveTo>
                  <a:cubicBezTo>
                    <a:pt x="6763" y="0"/>
                    <a:pt x="6503" y="14"/>
                    <a:pt x="6240" y="42"/>
                  </a:cubicBezTo>
                  <a:cubicBezTo>
                    <a:pt x="2644" y="447"/>
                    <a:pt x="1" y="3638"/>
                    <a:pt x="1" y="7234"/>
                  </a:cubicBezTo>
                  <a:lnTo>
                    <a:pt x="1" y="37930"/>
                  </a:lnTo>
                  <a:cubicBezTo>
                    <a:pt x="1" y="41526"/>
                    <a:pt x="2644" y="44718"/>
                    <a:pt x="6240" y="45099"/>
                  </a:cubicBezTo>
                  <a:cubicBezTo>
                    <a:pt x="6512" y="45129"/>
                    <a:pt x="6781" y="45144"/>
                    <a:pt x="7047" y="45144"/>
                  </a:cubicBezTo>
                  <a:cubicBezTo>
                    <a:pt x="10926" y="45144"/>
                    <a:pt x="14075" y="41977"/>
                    <a:pt x="14075" y="38121"/>
                  </a:cubicBezTo>
                  <a:lnTo>
                    <a:pt x="14075" y="7043"/>
                  </a:lnTo>
                  <a:cubicBezTo>
                    <a:pt x="14075" y="3155"/>
                    <a:pt x="10930" y="0"/>
                    <a:pt x="7019" y="0"/>
                  </a:cubicBezTo>
                  <a:close/>
                </a:path>
              </a:pathLst>
            </a:custGeom>
            <a:solidFill>
              <a:srgbClr val="D9D9D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1" name="Google Shape;3421;p45"/>
            <p:cNvSpPr/>
            <p:nvPr/>
          </p:nvSpPr>
          <p:spPr>
            <a:xfrm>
              <a:off x="7876302" y="2886875"/>
              <a:ext cx="90004" cy="89969"/>
            </a:xfrm>
            <a:custGeom>
              <a:avLst/>
              <a:gdLst/>
              <a:ahLst/>
              <a:cxnLst/>
              <a:rect l="l" t="t" r="r" b="b"/>
              <a:pathLst>
                <a:path w="61752" h="61728" extrusionOk="0">
                  <a:moveTo>
                    <a:pt x="30864" y="6597"/>
                  </a:moveTo>
                  <a:cubicBezTo>
                    <a:pt x="44224" y="6597"/>
                    <a:pt x="55131" y="17504"/>
                    <a:pt x="55131" y="30864"/>
                  </a:cubicBezTo>
                  <a:cubicBezTo>
                    <a:pt x="55131" y="44223"/>
                    <a:pt x="44272" y="55130"/>
                    <a:pt x="30864" y="55130"/>
                  </a:cubicBezTo>
                  <a:cubicBezTo>
                    <a:pt x="17481" y="55130"/>
                    <a:pt x="6621" y="44223"/>
                    <a:pt x="6621" y="30864"/>
                  </a:cubicBezTo>
                  <a:cubicBezTo>
                    <a:pt x="6621" y="17504"/>
                    <a:pt x="17505" y="6597"/>
                    <a:pt x="30864" y="6597"/>
                  </a:cubicBezTo>
                  <a:close/>
                  <a:moveTo>
                    <a:pt x="30864" y="0"/>
                  </a:moveTo>
                  <a:cubicBezTo>
                    <a:pt x="13837" y="0"/>
                    <a:pt x="1" y="13836"/>
                    <a:pt x="1" y="30864"/>
                  </a:cubicBezTo>
                  <a:cubicBezTo>
                    <a:pt x="1" y="47891"/>
                    <a:pt x="13837" y="61727"/>
                    <a:pt x="30864" y="61727"/>
                  </a:cubicBezTo>
                  <a:cubicBezTo>
                    <a:pt x="47892" y="61727"/>
                    <a:pt x="61752" y="47891"/>
                    <a:pt x="61752" y="30864"/>
                  </a:cubicBezTo>
                  <a:cubicBezTo>
                    <a:pt x="61752" y="13836"/>
                    <a:pt x="47892" y="0"/>
                    <a:pt x="30864"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2" name="Google Shape;3422;p45"/>
            <p:cNvSpPr/>
            <p:nvPr/>
          </p:nvSpPr>
          <p:spPr>
            <a:xfrm>
              <a:off x="7894281" y="2923908"/>
              <a:ext cx="9617" cy="13679"/>
            </a:xfrm>
            <a:custGeom>
              <a:avLst/>
              <a:gdLst/>
              <a:ahLst/>
              <a:cxnLst/>
              <a:rect l="l" t="t" r="r" b="b"/>
              <a:pathLst>
                <a:path w="6598" h="9385" extrusionOk="0">
                  <a:moveTo>
                    <a:pt x="3293" y="1"/>
                  </a:moveTo>
                  <a:cubicBezTo>
                    <a:pt x="3158" y="1"/>
                    <a:pt x="3021" y="9"/>
                    <a:pt x="2882" y="25"/>
                  </a:cubicBezTo>
                  <a:cubicBezTo>
                    <a:pt x="1215" y="239"/>
                    <a:pt x="1" y="1763"/>
                    <a:pt x="1" y="3430"/>
                  </a:cubicBezTo>
                  <a:lnTo>
                    <a:pt x="1" y="5955"/>
                  </a:lnTo>
                  <a:cubicBezTo>
                    <a:pt x="1" y="7646"/>
                    <a:pt x="1215" y="9146"/>
                    <a:pt x="2882" y="9360"/>
                  </a:cubicBezTo>
                  <a:cubicBezTo>
                    <a:pt x="3019" y="9376"/>
                    <a:pt x="3155" y="9384"/>
                    <a:pt x="3289" y="9384"/>
                  </a:cubicBezTo>
                  <a:cubicBezTo>
                    <a:pt x="5109" y="9384"/>
                    <a:pt x="6597" y="7915"/>
                    <a:pt x="6597" y="6074"/>
                  </a:cubicBezTo>
                  <a:lnTo>
                    <a:pt x="6597" y="3311"/>
                  </a:lnTo>
                  <a:cubicBezTo>
                    <a:pt x="6597" y="1470"/>
                    <a:pt x="5130" y="1"/>
                    <a:pt x="3293"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3" name="Google Shape;3423;p45"/>
            <p:cNvSpPr/>
            <p:nvPr/>
          </p:nvSpPr>
          <p:spPr>
            <a:xfrm>
              <a:off x="7939092" y="2923908"/>
              <a:ext cx="9615" cy="13679"/>
            </a:xfrm>
            <a:custGeom>
              <a:avLst/>
              <a:gdLst/>
              <a:ahLst/>
              <a:cxnLst/>
              <a:rect l="l" t="t" r="r" b="b"/>
              <a:pathLst>
                <a:path w="6597" h="9385" extrusionOk="0">
                  <a:moveTo>
                    <a:pt x="3305" y="1"/>
                  </a:moveTo>
                  <a:cubicBezTo>
                    <a:pt x="1468" y="1"/>
                    <a:pt x="0" y="1470"/>
                    <a:pt x="0" y="3311"/>
                  </a:cubicBezTo>
                  <a:lnTo>
                    <a:pt x="0" y="5955"/>
                  </a:lnTo>
                  <a:cubicBezTo>
                    <a:pt x="0" y="7646"/>
                    <a:pt x="1215" y="9146"/>
                    <a:pt x="2882" y="9360"/>
                  </a:cubicBezTo>
                  <a:cubicBezTo>
                    <a:pt x="3019" y="9376"/>
                    <a:pt x="3154" y="9384"/>
                    <a:pt x="3288" y="9384"/>
                  </a:cubicBezTo>
                  <a:cubicBezTo>
                    <a:pt x="5109" y="9384"/>
                    <a:pt x="6597" y="7915"/>
                    <a:pt x="6597" y="6074"/>
                  </a:cubicBezTo>
                  <a:lnTo>
                    <a:pt x="6597" y="3430"/>
                  </a:lnTo>
                  <a:cubicBezTo>
                    <a:pt x="6597" y="1740"/>
                    <a:pt x="5382" y="239"/>
                    <a:pt x="3715" y="25"/>
                  </a:cubicBezTo>
                  <a:cubicBezTo>
                    <a:pt x="3577" y="9"/>
                    <a:pt x="3440" y="1"/>
                    <a:pt x="3305"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4" name="Google Shape;3424;p45"/>
            <p:cNvSpPr/>
            <p:nvPr/>
          </p:nvSpPr>
          <p:spPr>
            <a:xfrm>
              <a:off x="7910457" y="2927686"/>
              <a:ext cx="21728" cy="12052"/>
            </a:xfrm>
            <a:custGeom>
              <a:avLst/>
              <a:gdLst/>
              <a:ahLst/>
              <a:cxnLst/>
              <a:rect l="l" t="t" r="r" b="b"/>
              <a:pathLst>
                <a:path w="14908" h="8269" extrusionOk="0">
                  <a:moveTo>
                    <a:pt x="3689" y="1"/>
                  </a:moveTo>
                  <a:cubicBezTo>
                    <a:pt x="2918" y="1"/>
                    <a:pt x="2144" y="273"/>
                    <a:pt x="1524" y="838"/>
                  </a:cubicBezTo>
                  <a:cubicBezTo>
                    <a:pt x="143" y="2029"/>
                    <a:pt x="0" y="4101"/>
                    <a:pt x="1215" y="5482"/>
                  </a:cubicBezTo>
                  <a:cubicBezTo>
                    <a:pt x="2763" y="7268"/>
                    <a:pt x="5049" y="8268"/>
                    <a:pt x="7502" y="8268"/>
                  </a:cubicBezTo>
                  <a:cubicBezTo>
                    <a:pt x="9931" y="8268"/>
                    <a:pt x="12193" y="7268"/>
                    <a:pt x="13789" y="5482"/>
                  </a:cubicBezTo>
                  <a:cubicBezTo>
                    <a:pt x="14908" y="4101"/>
                    <a:pt x="14789" y="2029"/>
                    <a:pt x="13432" y="838"/>
                  </a:cubicBezTo>
                  <a:cubicBezTo>
                    <a:pt x="12796" y="290"/>
                    <a:pt x="12014" y="20"/>
                    <a:pt x="11239" y="20"/>
                  </a:cubicBezTo>
                  <a:cubicBezTo>
                    <a:pt x="10330" y="20"/>
                    <a:pt x="9431" y="392"/>
                    <a:pt x="8788" y="1124"/>
                  </a:cubicBezTo>
                  <a:cubicBezTo>
                    <a:pt x="8478" y="1481"/>
                    <a:pt x="8002" y="1672"/>
                    <a:pt x="7478" y="1672"/>
                  </a:cubicBezTo>
                  <a:cubicBezTo>
                    <a:pt x="6930" y="1672"/>
                    <a:pt x="6454" y="1458"/>
                    <a:pt x="6168" y="1124"/>
                  </a:cubicBezTo>
                  <a:cubicBezTo>
                    <a:pt x="5521" y="387"/>
                    <a:pt x="4607" y="1"/>
                    <a:pt x="3689"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5" name="Google Shape;3425;p45"/>
            <p:cNvSpPr/>
            <p:nvPr/>
          </p:nvSpPr>
          <p:spPr>
            <a:xfrm>
              <a:off x="7794422" y="2843730"/>
              <a:ext cx="254319" cy="327933"/>
            </a:xfrm>
            <a:custGeom>
              <a:avLst/>
              <a:gdLst/>
              <a:ahLst/>
              <a:cxnLst/>
              <a:rect l="l" t="t" r="r" b="b"/>
              <a:pathLst>
                <a:path w="174490" h="224997" extrusionOk="0">
                  <a:moveTo>
                    <a:pt x="90353" y="6693"/>
                  </a:moveTo>
                  <a:cubicBezTo>
                    <a:pt x="90662" y="6693"/>
                    <a:pt x="90900" y="6931"/>
                    <a:pt x="90900" y="7241"/>
                  </a:cubicBezTo>
                  <a:lnTo>
                    <a:pt x="90900" y="16623"/>
                  </a:lnTo>
                  <a:cubicBezTo>
                    <a:pt x="90543" y="16576"/>
                    <a:pt x="88043" y="16433"/>
                    <a:pt x="87162" y="16433"/>
                  </a:cubicBezTo>
                  <a:cubicBezTo>
                    <a:pt x="85947" y="16433"/>
                    <a:pt x="84709" y="16504"/>
                    <a:pt x="83446" y="16623"/>
                  </a:cubicBezTo>
                  <a:lnTo>
                    <a:pt x="83446" y="7241"/>
                  </a:lnTo>
                  <a:cubicBezTo>
                    <a:pt x="83446" y="6931"/>
                    <a:pt x="83685" y="6693"/>
                    <a:pt x="83994" y="6693"/>
                  </a:cubicBezTo>
                  <a:close/>
                  <a:moveTo>
                    <a:pt x="98997" y="102855"/>
                  </a:moveTo>
                  <a:lnTo>
                    <a:pt x="107023" y="121335"/>
                  </a:lnTo>
                  <a:lnTo>
                    <a:pt x="97497" y="121335"/>
                  </a:lnTo>
                  <a:lnTo>
                    <a:pt x="97497" y="115929"/>
                  </a:lnTo>
                  <a:cubicBezTo>
                    <a:pt x="97497" y="110103"/>
                    <a:pt x="92916" y="105330"/>
                    <a:pt x="87182" y="105330"/>
                  </a:cubicBezTo>
                  <a:cubicBezTo>
                    <a:pt x="86939" y="105330"/>
                    <a:pt x="86694" y="105338"/>
                    <a:pt x="86447" y="105356"/>
                  </a:cubicBezTo>
                  <a:cubicBezTo>
                    <a:pt x="81089" y="105713"/>
                    <a:pt x="76850" y="110214"/>
                    <a:pt x="76850" y="115644"/>
                  </a:cubicBezTo>
                  <a:lnTo>
                    <a:pt x="76850" y="121311"/>
                  </a:lnTo>
                  <a:lnTo>
                    <a:pt x="67324" y="121311"/>
                  </a:lnTo>
                  <a:lnTo>
                    <a:pt x="75421" y="102855"/>
                  </a:lnTo>
                  <a:cubicBezTo>
                    <a:pt x="79160" y="103903"/>
                    <a:pt x="83113" y="104451"/>
                    <a:pt x="87209" y="104451"/>
                  </a:cubicBezTo>
                  <a:cubicBezTo>
                    <a:pt x="91281" y="104451"/>
                    <a:pt x="95235" y="103903"/>
                    <a:pt x="98997" y="102855"/>
                  </a:cubicBezTo>
                  <a:close/>
                  <a:moveTo>
                    <a:pt x="31412" y="127884"/>
                  </a:moveTo>
                  <a:lnTo>
                    <a:pt x="28530" y="134457"/>
                  </a:lnTo>
                  <a:lnTo>
                    <a:pt x="9836" y="134457"/>
                  </a:lnTo>
                  <a:lnTo>
                    <a:pt x="9836" y="134504"/>
                  </a:lnTo>
                  <a:cubicBezTo>
                    <a:pt x="7859" y="134504"/>
                    <a:pt x="6311" y="132790"/>
                    <a:pt x="6550" y="130766"/>
                  </a:cubicBezTo>
                  <a:cubicBezTo>
                    <a:pt x="6764" y="129099"/>
                    <a:pt x="8288" y="127884"/>
                    <a:pt x="9955" y="127884"/>
                  </a:cubicBezTo>
                  <a:close/>
                  <a:moveTo>
                    <a:pt x="76874" y="127908"/>
                  </a:moveTo>
                  <a:lnTo>
                    <a:pt x="76874" y="134504"/>
                  </a:lnTo>
                  <a:lnTo>
                    <a:pt x="61632" y="134504"/>
                  </a:lnTo>
                  <a:lnTo>
                    <a:pt x="64514" y="127908"/>
                  </a:lnTo>
                  <a:close/>
                  <a:moveTo>
                    <a:pt x="109857" y="127908"/>
                  </a:moveTo>
                  <a:lnTo>
                    <a:pt x="112738" y="134504"/>
                  </a:lnTo>
                  <a:lnTo>
                    <a:pt x="97497" y="134504"/>
                  </a:lnTo>
                  <a:lnTo>
                    <a:pt x="97497" y="127908"/>
                  </a:lnTo>
                  <a:close/>
                  <a:moveTo>
                    <a:pt x="164178" y="127908"/>
                  </a:moveTo>
                  <a:cubicBezTo>
                    <a:pt x="165868" y="127908"/>
                    <a:pt x="167369" y="129146"/>
                    <a:pt x="167583" y="130813"/>
                  </a:cubicBezTo>
                  <a:cubicBezTo>
                    <a:pt x="167821" y="132790"/>
                    <a:pt x="166273" y="134528"/>
                    <a:pt x="164297" y="134528"/>
                  </a:cubicBezTo>
                  <a:lnTo>
                    <a:pt x="145602" y="134528"/>
                  </a:lnTo>
                  <a:lnTo>
                    <a:pt x="142721" y="127908"/>
                  </a:lnTo>
                  <a:close/>
                  <a:moveTo>
                    <a:pt x="87188" y="112126"/>
                  </a:moveTo>
                  <a:cubicBezTo>
                    <a:pt x="89236" y="112126"/>
                    <a:pt x="90924" y="113801"/>
                    <a:pt x="90924" y="115858"/>
                  </a:cubicBezTo>
                  <a:lnTo>
                    <a:pt x="90924" y="124788"/>
                  </a:lnTo>
                  <a:lnTo>
                    <a:pt x="90924" y="137981"/>
                  </a:lnTo>
                  <a:lnTo>
                    <a:pt x="90924" y="146912"/>
                  </a:lnTo>
                  <a:cubicBezTo>
                    <a:pt x="90924" y="148936"/>
                    <a:pt x="89217" y="150614"/>
                    <a:pt x="87155" y="150614"/>
                  </a:cubicBezTo>
                  <a:cubicBezTo>
                    <a:pt x="86984" y="150614"/>
                    <a:pt x="86812" y="150603"/>
                    <a:pt x="86638" y="150579"/>
                  </a:cubicBezTo>
                  <a:cubicBezTo>
                    <a:pt x="84780" y="150293"/>
                    <a:pt x="83446" y="148626"/>
                    <a:pt x="83446" y="146769"/>
                  </a:cubicBezTo>
                  <a:lnTo>
                    <a:pt x="83446" y="137958"/>
                  </a:lnTo>
                  <a:lnTo>
                    <a:pt x="83446" y="124764"/>
                  </a:lnTo>
                  <a:lnTo>
                    <a:pt x="83446" y="115977"/>
                  </a:lnTo>
                  <a:cubicBezTo>
                    <a:pt x="83446" y="114096"/>
                    <a:pt x="84780" y="112429"/>
                    <a:pt x="86638" y="112167"/>
                  </a:cubicBezTo>
                  <a:cubicBezTo>
                    <a:pt x="86823" y="112140"/>
                    <a:pt x="87007" y="112126"/>
                    <a:pt x="87188" y="112126"/>
                  </a:cubicBezTo>
                  <a:close/>
                  <a:moveTo>
                    <a:pt x="119073" y="90734"/>
                  </a:moveTo>
                  <a:lnTo>
                    <a:pt x="162749" y="190516"/>
                  </a:lnTo>
                  <a:cubicBezTo>
                    <a:pt x="163201" y="191445"/>
                    <a:pt x="163201" y="192421"/>
                    <a:pt x="162844" y="193350"/>
                  </a:cubicBezTo>
                  <a:cubicBezTo>
                    <a:pt x="162487" y="194279"/>
                    <a:pt x="161796" y="194993"/>
                    <a:pt x="160867" y="195374"/>
                  </a:cubicBezTo>
                  <a:lnTo>
                    <a:pt x="152151" y="199184"/>
                  </a:lnTo>
                  <a:cubicBezTo>
                    <a:pt x="151687" y="199390"/>
                    <a:pt x="151197" y="199486"/>
                    <a:pt x="150713" y="199486"/>
                  </a:cubicBezTo>
                  <a:cubicBezTo>
                    <a:pt x="149285" y="199486"/>
                    <a:pt x="147898" y="198648"/>
                    <a:pt x="147293" y="197279"/>
                  </a:cubicBezTo>
                  <a:lnTo>
                    <a:pt x="105022" y="100712"/>
                  </a:lnTo>
                  <a:cubicBezTo>
                    <a:pt x="105380" y="100545"/>
                    <a:pt x="105713" y="100379"/>
                    <a:pt x="106070" y="100188"/>
                  </a:cubicBezTo>
                  <a:cubicBezTo>
                    <a:pt x="106094" y="100188"/>
                    <a:pt x="106118" y="100164"/>
                    <a:pt x="106166" y="100164"/>
                  </a:cubicBezTo>
                  <a:cubicBezTo>
                    <a:pt x="111024" y="97854"/>
                    <a:pt x="115382" y="94663"/>
                    <a:pt x="119073" y="90734"/>
                  </a:cubicBezTo>
                  <a:close/>
                  <a:moveTo>
                    <a:pt x="13741" y="202780"/>
                  </a:moveTo>
                  <a:lnTo>
                    <a:pt x="16409" y="203947"/>
                  </a:lnTo>
                  <a:lnTo>
                    <a:pt x="11479" y="216331"/>
                  </a:lnTo>
                  <a:cubicBezTo>
                    <a:pt x="10241" y="214568"/>
                    <a:pt x="9931" y="212282"/>
                    <a:pt x="10789" y="210163"/>
                  </a:cubicBezTo>
                  <a:lnTo>
                    <a:pt x="13741" y="202780"/>
                  </a:lnTo>
                  <a:close/>
                  <a:moveTo>
                    <a:pt x="160391" y="202780"/>
                  </a:moveTo>
                  <a:lnTo>
                    <a:pt x="163344" y="210163"/>
                  </a:lnTo>
                  <a:cubicBezTo>
                    <a:pt x="164201" y="212282"/>
                    <a:pt x="163892" y="214568"/>
                    <a:pt x="162653" y="216331"/>
                  </a:cubicBezTo>
                  <a:lnTo>
                    <a:pt x="157724" y="203947"/>
                  </a:lnTo>
                  <a:lnTo>
                    <a:pt x="160391" y="202780"/>
                  </a:lnTo>
                  <a:close/>
                  <a:moveTo>
                    <a:pt x="83970" y="1"/>
                  </a:moveTo>
                  <a:cubicBezTo>
                    <a:pt x="80041" y="1"/>
                    <a:pt x="76826" y="3192"/>
                    <a:pt x="76826" y="7145"/>
                  </a:cubicBezTo>
                  <a:lnTo>
                    <a:pt x="76826" y="17600"/>
                  </a:lnTo>
                  <a:cubicBezTo>
                    <a:pt x="57536" y="22267"/>
                    <a:pt x="43200" y="39676"/>
                    <a:pt x="43200" y="60370"/>
                  </a:cubicBezTo>
                  <a:cubicBezTo>
                    <a:pt x="43200" y="69396"/>
                    <a:pt x="45939" y="77779"/>
                    <a:pt x="50606" y="84780"/>
                  </a:cubicBezTo>
                  <a:lnTo>
                    <a:pt x="34651" y="121335"/>
                  </a:lnTo>
                  <a:lnTo>
                    <a:pt x="10360" y="121335"/>
                  </a:lnTo>
                  <a:cubicBezTo>
                    <a:pt x="5002" y="121335"/>
                    <a:pt x="429" y="125503"/>
                    <a:pt x="215" y="130861"/>
                  </a:cubicBezTo>
                  <a:cubicBezTo>
                    <a:pt x="1" y="136481"/>
                    <a:pt x="4525" y="141101"/>
                    <a:pt x="10098" y="141101"/>
                  </a:cubicBezTo>
                  <a:lnTo>
                    <a:pt x="25696" y="141101"/>
                  </a:lnTo>
                  <a:lnTo>
                    <a:pt x="17028" y="161057"/>
                  </a:lnTo>
                  <a:cubicBezTo>
                    <a:pt x="16290" y="162724"/>
                    <a:pt x="17052" y="164653"/>
                    <a:pt x="18719" y="165392"/>
                  </a:cubicBezTo>
                  <a:cubicBezTo>
                    <a:pt x="19151" y="165583"/>
                    <a:pt x="19603" y="165674"/>
                    <a:pt x="20047" y="165674"/>
                  </a:cubicBezTo>
                  <a:cubicBezTo>
                    <a:pt x="21317" y="165674"/>
                    <a:pt x="22530" y="164936"/>
                    <a:pt x="23077" y="163701"/>
                  </a:cubicBezTo>
                  <a:lnTo>
                    <a:pt x="54988" y="90758"/>
                  </a:lnTo>
                  <a:cubicBezTo>
                    <a:pt x="58679" y="94687"/>
                    <a:pt x="63061" y="97878"/>
                    <a:pt x="67896" y="100188"/>
                  </a:cubicBezTo>
                  <a:cubicBezTo>
                    <a:pt x="67943" y="100188"/>
                    <a:pt x="67967" y="100236"/>
                    <a:pt x="67991" y="100236"/>
                  </a:cubicBezTo>
                  <a:cubicBezTo>
                    <a:pt x="68348" y="100402"/>
                    <a:pt x="68682" y="100569"/>
                    <a:pt x="69039" y="100736"/>
                  </a:cubicBezTo>
                  <a:lnTo>
                    <a:pt x="26768" y="197303"/>
                  </a:lnTo>
                  <a:cubicBezTo>
                    <a:pt x="26166" y="198685"/>
                    <a:pt x="24812" y="199513"/>
                    <a:pt x="23383" y="199513"/>
                  </a:cubicBezTo>
                  <a:cubicBezTo>
                    <a:pt x="22892" y="199513"/>
                    <a:pt x="22391" y="199415"/>
                    <a:pt x="21910" y="199208"/>
                  </a:cubicBezTo>
                  <a:lnTo>
                    <a:pt x="13194" y="195398"/>
                  </a:lnTo>
                  <a:cubicBezTo>
                    <a:pt x="11336" y="194588"/>
                    <a:pt x="10479" y="192421"/>
                    <a:pt x="11289" y="190540"/>
                  </a:cubicBezTo>
                  <a:lnTo>
                    <a:pt x="17266" y="176894"/>
                  </a:lnTo>
                  <a:cubicBezTo>
                    <a:pt x="18004" y="175227"/>
                    <a:pt x="17242" y="173274"/>
                    <a:pt x="15575" y="172536"/>
                  </a:cubicBezTo>
                  <a:cubicBezTo>
                    <a:pt x="15145" y="172352"/>
                    <a:pt x="14698" y="172264"/>
                    <a:pt x="14258" y="172264"/>
                  </a:cubicBezTo>
                  <a:cubicBezTo>
                    <a:pt x="12991" y="172264"/>
                    <a:pt x="11783" y="172990"/>
                    <a:pt x="11217" y="174227"/>
                  </a:cubicBezTo>
                  <a:lnTo>
                    <a:pt x="5240" y="187896"/>
                  </a:lnTo>
                  <a:cubicBezTo>
                    <a:pt x="3477" y="191921"/>
                    <a:pt x="4525" y="196731"/>
                    <a:pt x="7812" y="199661"/>
                  </a:cubicBezTo>
                  <a:lnTo>
                    <a:pt x="4597" y="207734"/>
                  </a:lnTo>
                  <a:cubicBezTo>
                    <a:pt x="1930" y="214330"/>
                    <a:pt x="5002" y="221784"/>
                    <a:pt x="11527" y="224642"/>
                  </a:cubicBezTo>
                  <a:cubicBezTo>
                    <a:pt x="11948" y="224826"/>
                    <a:pt x="12388" y="224912"/>
                    <a:pt x="12822" y="224912"/>
                  </a:cubicBezTo>
                  <a:cubicBezTo>
                    <a:pt x="14132" y="224912"/>
                    <a:pt x="15390" y="224126"/>
                    <a:pt x="15909" y="222856"/>
                  </a:cubicBezTo>
                  <a:lnTo>
                    <a:pt x="22577" y="206090"/>
                  </a:lnTo>
                  <a:cubicBezTo>
                    <a:pt x="22832" y="206110"/>
                    <a:pt x="23088" y="206120"/>
                    <a:pt x="23342" y="206120"/>
                  </a:cubicBezTo>
                  <a:cubicBezTo>
                    <a:pt x="27352" y="206120"/>
                    <a:pt x="31133" y="203686"/>
                    <a:pt x="32745" y="199946"/>
                  </a:cubicBezTo>
                  <a:lnTo>
                    <a:pt x="58441" y="141554"/>
                  </a:lnTo>
                  <a:lnTo>
                    <a:pt x="76778" y="141554"/>
                  </a:lnTo>
                  <a:lnTo>
                    <a:pt x="76778" y="146936"/>
                  </a:lnTo>
                  <a:cubicBezTo>
                    <a:pt x="76778" y="152773"/>
                    <a:pt x="81378" y="157533"/>
                    <a:pt x="87128" y="157533"/>
                  </a:cubicBezTo>
                  <a:cubicBezTo>
                    <a:pt x="87360" y="157533"/>
                    <a:pt x="87593" y="157525"/>
                    <a:pt x="87828" y="157509"/>
                  </a:cubicBezTo>
                  <a:cubicBezTo>
                    <a:pt x="93187" y="157152"/>
                    <a:pt x="97426" y="152651"/>
                    <a:pt x="97426" y="147198"/>
                  </a:cubicBezTo>
                  <a:lnTo>
                    <a:pt x="97426" y="141554"/>
                  </a:lnTo>
                  <a:lnTo>
                    <a:pt x="115620" y="141554"/>
                  </a:lnTo>
                  <a:cubicBezTo>
                    <a:pt x="115620" y="141554"/>
                    <a:pt x="141244" y="200065"/>
                    <a:pt x="141292" y="200113"/>
                  </a:cubicBezTo>
                  <a:cubicBezTo>
                    <a:pt x="142904" y="203808"/>
                    <a:pt x="146685" y="206239"/>
                    <a:pt x="150695" y="206239"/>
                  </a:cubicBezTo>
                  <a:cubicBezTo>
                    <a:pt x="150949" y="206239"/>
                    <a:pt x="151205" y="206229"/>
                    <a:pt x="151461" y="206210"/>
                  </a:cubicBezTo>
                  <a:cubicBezTo>
                    <a:pt x="151461" y="206210"/>
                    <a:pt x="158129" y="222903"/>
                    <a:pt x="158129" y="222927"/>
                  </a:cubicBezTo>
                  <a:cubicBezTo>
                    <a:pt x="158645" y="224208"/>
                    <a:pt x="159904" y="224997"/>
                    <a:pt x="161203" y="224997"/>
                  </a:cubicBezTo>
                  <a:cubicBezTo>
                    <a:pt x="161644" y="224997"/>
                    <a:pt x="162089" y="224906"/>
                    <a:pt x="162511" y="224713"/>
                  </a:cubicBezTo>
                  <a:cubicBezTo>
                    <a:pt x="169036" y="221856"/>
                    <a:pt x="172060" y="214449"/>
                    <a:pt x="169441" y="207853"/>
                  </a:cubicBezTo>
                  <a:lnTo>
                    <a:pt x="166226" y="199803"/>
                  </a:lnTo>
                  <a:cubicBezTo>
                    <a:pt x="167416" y="198732"/>
                    <a:pt x="168345" y="197422"/>
                    <a:pt x="168940" y="195898"/>
                  </a:cubicBezTo>
                  <a:cubicBezTo>
                    <a:pt x="169941" y="193350"/>
                    <a:pt x="169893" y="190587"/>
                    <a:pt x="168798" y="188087"/>
                  </a:cubicBezTo>
                  <a:lnTo>
                    <a:pt x="148389" y="141554"/>
                  </a:lnTo>
                  <a:lnTo>
                    <a:pt x="164320" y="141554"/>
                  </a:lnTo>
                  <a:cubicBezTo>
                    <a:pt x="169965" y="141554"/>
                    <a:pt x="174489" y="136910"/>
                    <a:pt x="174275" y="131290"/>
                  </a:cubicBezTo>
                  <a:cubicBezTo>
                    <a:pt x="174084" y="125931"/>
                    <a:pt x="169512" y="121764"/>
                    <a:pt x="164106" y="121764"/>
                  </a:cubicBezTo>
                  <a:lnTo>
                    <a:pt x="139434" y="121764"/>
                  </a:lnTo>
                  <a:lnTo>
                    <a:pt x="123574" y="85137"/>
                  </a:lnTo>
                  <a:cubicBezTo>
                    <a:pt x="128218" y="78112"/>
                    <a:pt x="130933" y="69682"/>
                    <a:pt x="130933" y="60632"/>
                  </a:cubicBezTo>
                  <a:cubicBezTo>
                    <a:pt x="130933" y="53107"/>
                    <a:pt x="129027" y="45653"/>
                    <a:pt x="125384" y="39104"/>
                  </a:cubicBezTo>
                  <a:cubicBezTo>
                    <a:pt x="124777" y="37992"/>
                    <a:pt x="123585" y="37309"/>
                    <a:pt x="122383" y="37309"/>
                  </a:cubicBezTo>
                  <a:cubicBezTo>
                    <a:pt x="121887" y="37309"/>
                    <a:pt x="121390" y="37425"/>
                    <a:pt x="120930" y="37675"/>
                  </a:cubicBezTo>
                  <a:cubicBezTo>
                    <a:pt x="119311" y="38556"/>
                    <a:pt x="118716" y="40604"/>
                    <a:pt x="119621" y="42200"/>
                  </a:cubicBezTo>
                  <a:cubicBezTo>
                    <a:pt x="122740" y="47796"/>
                    <a:pt x="124384" y="54179"/>
                    <a:pt x="124384" y="60609"/>
                  </a:cubicBezTo>
                  <a:cubicBezTo>
                    <a:pt x="124384" y="81332"/>
                    <a:pt x="107693" y="98196"/>
                    <a:pt x="87162" y="98196"/>
                  </a:cubicBezTo>
                  <a:cubicBezTo>
                    <a:pt x="86483" y="98196"/>
                    <a:pt x="85800" y="98177"/>
                    <a:pt x="85114" y="98140"/>
                  </a:cubicBezTo>
                  <a:cubicBezTo>
                    <a:pt x="65705" y="97092"/>
                    <a:pt x="50392" y="80994"/>
                    <a:pt x="49940" y="61561"/>
                  </a:cubicBezTo>
                  <a:cubicBezTo>
                    <a:pt x="49463" y="42438"/>
                    <a:pt x="63180" y="26435"/>
                    <a:pt x="81160" y="23482"/>
                  </a:cubicBezTo>
                  <a:cubicBezTo>
                    <a:pt x="83121" y="23163"/>
                    <a:pt x="85114" y="23002"/>
                    <a:pt x="87109" y="23002"/>
                  </a:cubicBezTo>
                  <a:cubicBezTo>
                    <a:pt x="88990" y="23002"/>
                    <a:pt x="90873" y="23145"/>
                    <a:pt x="92734" y="23434"/>
                  </a:cubicBezTo>
                  <a:cubicBezTo>
                    <a:pt x="99878" y="24530"/>
                    <a:pt x="106618" y="27673"/>
                    <a:pt x="112048" y="32650"/>
                  </a:cubicBezTo>
                  <a:cubicBezTo>
                    <a:pt x="112718" y="33261"/>
                    <a:pt x="113580" y="33576"/>
                    <a:pt x="114429" y="33576"/>
                  </a:cubicBezTo>
                  <a:cubicBezTo>
                    <a:pt x="115271" y="33576"/>
                    <a:pt x="116099" y="33267"/>
                    <a:pt x="116715" y="32627"/>
                  </a:cubicBezTo>
                  <a:cubicBezTo>
                    <a:pt x="118001" y="31293"/>
                    <a:pt x="117954" y="29150"/>
                    <a:pt x="116572" y="27888"/>
                  </a:cubicBezTo>
                  <a:cubicBezTo>
                    <a:pt x="111095" y="22863"/>
                    <a:pt x="104546" y="19386"/>
                    <a:pt x="97497" y="17647"/>
                  </a:cubicBezTo>
                  <a:lnTo>
                    <a:pt x="97497" y="7145"/>
                  </a:lnTo>
                  <a:cubicBezTo>
                    <a:pt x="97497" y="3216"/>
                    <a:pt x="94306" y="1"/>
                    <a:pt x="90353"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426" name="Google Shape;3426;p45"/>
          <p:cNvGrpSpPr/>
          <p:nvPr/>
        </p:nvGrpSpPr>
        <p:grpSpPr>
          <a:xfrm>
            <a:off x="4121034" y="3367622"/>
            <a:ext cx="268932" cy="327710"/>
            <a:chOff x="4121034" y="3367622"/>
            <a:chExt cx="268932" cy="327710"/>
          </a:xfrm>
        </p:grpSpPr>
        <p:sp>
          <p:nvSpPr>
            <p:cNvPr id="3427" name="Google Shape;3427;p45"/>
            <p:cNvSpPr/>
            <p:nvPr/>
          </p:nvSpPr>
          <p:spPr>
            <a:xfrm>
              <a:off x="4263518" y="3372299"/>
              <a:ext cx="22389" cy="27929"/>
            </a:xfrm>
            <a:custGeom>
              <a:avLst/>
              <a:gdLst/>
              <a:ahLst/>
              <a:cxnLst/>
              <a:rect l="l" t="t" r="r" b="b"/>
              <a:pathLst>
                <a:path w="15361" h="19162" extrusionOk="0">
                  <a:moveTo>
                    <a:pt x="7679" y="1"/>
                  </a:moveTo>
                  <a:cubicBezTo>
                    <a:pt x="7162" y="1"/>
                    <a:pt x="6633" y="52"/>
                    <a:pt x="6097" y="158"/>
                  </a:cubicBezTo>
                  <a:cubicBezTo>
                    <a:pt x="2739" y="825"/>
                    <a:pt x="0" y="4325"/>
                    <a:pt x="0" y="7778"/>
                  </a:cubicBezTo>
                  <a:lnTo>
                    <a:pt x="0" y="19162"/>
                  </a:lnTo>
                  <a:lnTo>
                    <a:pt x="15361" y="19162"/>
                  </a:lnTo>
                  <a:lnTo>
                    <a:pt x="15361" y="7612"/>
                  </a:lnTo>
                  <a:cubicBezTo>
                    <a:pt x="15361" y="3409"/>
                    <a:pt x="11918" y="1"/>
                    <a:pt x="7679"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8" name="Google Shape;3428;p45"/>
            <p:cNvSpPr/>
            <p:nvPr/>
          </p:nvSpPr>
          <p:spPr>
            <a:xfrm>
              <a:off x="4192744" y="3601656"/>
              <a:ext cx="45991" cy="89263"/>
            </a:xfrm>
            <a:custGeom>
              <a:avLst/>
              <a:gdLst/>
              <a:ahLst/>
              <a:cxnLst/>
              <a:rect l="l" t="t" r="r" b="b"/>
              <a:pathLst>
                <a:path w="31555" h="61244" extrusionOk="0">
                  <a:moveTo>
                    <a:pt x="22057" y="1"/>
                  </a:moveTo>
                  <a:cubicBezTo>
                    <a:pt x="18257" y="1"/>
                    <a:pt x="14784" y="2550"/>
                    <a:pt x="13742" y="6399"/>
                  </a:cubicBezTo>
                  <a:lnTo>
                    <a:pt x="620" y="56505"/>
                  </a:lnTo>
                  <a:cubicBezTo>
                    <a:pt x="1" y="58886"/>
                    <a:pt x="1811" y="61244"/>
                    <a:pt x="4287" y="61244"/>
                  </a:cubicBezTo>
                  <a:lnTo>
                    <a:pt x="14218" y="61244"/>
                  </a:lnTo>
                  <a:cubicBezTo>
                    <a:pt x="15956" y="61244"/>
                    <a:pt x="17433" y="60077"/>
                    <a:pt x="17885" y="58410"/>
                  </a:cubicBezTo>
                  <a:lnTo>
                    <a:pt x="30364" y="10757"/>
                  </a:lnTo>
                  <a:cubicBezTo>
                    <a:pt x="31555" y="6161"/>
                    <a:pt x="28816" y="1470"/>
                    <a:pt x="24220" y="279"/>
                  </a:cubicBezTo>
                  <a:cubicBezTo>
                    <a:pt x="23497" y="91"/>
                    <a:pt x="22771" y="1"/>
                    <a:pt x="22057"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9" name="Google Shape;3429;p45"/>
            <p:cNvSpPr/>
            <p:nvPr/>
          </p:nvSpPr>
          <p:spPr>
            <a:xfrm>
              <a:off x="4310653" y="3601656"/>
              <a:ext cx="46026" cy="89263"/>
            </a:xfrm>
            <a:custGeom>
              <a:avLst/>
              <a:gdLst/>
              <a:ahLst/>
              <a:cxnLst/>
              <a:rect l="l" t="t" r="r" b="b"/>
              <a:pathLst>
                <a:path w="31579" h="61244" extrusionOk="0">
                  <a:moveTo>
                    <a:pt x="9500" y="1"/>
                  </a:moveTo>
                  <a:cubicBezTo>
                    <a:pt x="8785" y="1"/>
                    <a:pt x="8059" y="91"/>
                    <a:pt x="7335" y="279"/>
                  </a:cubicBezTo>
                  <a:cubicBezTo>
                    <a:pt x="2739" y="1470"/>
                    <a:pt x="0" y="6161"/>
                    <a:pt x="1215" y="10757"/>
                  </a:cubicBezTo>
                  <a:lnTo>
                    <a:pt x="13670" y="58410"/>
                  </a:lnTo>
                  <a:cubicBezTo>
                    <a:pt x="14122" y="60077"/>
                    <a:pt x="15599" y="61244"/>
                    <a:pt x="17337" y="61244"/>
                  </a:cubicBezTo>
                  <a:lnTo>
                    <a:pt x="27268" y="61244"/>
                  </a:lnTo>
                  <a:cubicBezTo>
                    <a:pt x="29745" y="61244"/>
                    <a:pt x="31578" y="58886"/>
                    <a:pt x="30935" y="56505"/>
                  </a:cubicBezTo>
                  <a:lnTo>
                    <a:pt x="17814" y="6399"/>
                  </a:lnTo>
                  <a:cubicBezTo>
                    <a:pt x="16791" y="2550"/>
                    <a:pt x="13305" y="1"/>
                    <a:pt x="9500"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0" name="Google Shape;3430;p45"/>
            <p:cNvSpPr/>
            <p:nvPr/>
          </p:nvSpPr>
          <p:spPr>
            <a:xfrm>
              <a:off x="4175181" y="3409807"/>
              <a:ext cx="198506" cy="204856"/>
            </a:xfrm>
            <a:custGeom>
              <a:avLst/>
              <a:gdLst/>
              <a:ahLst/>
              <a:cxnLst/>
              <a:rect l="l" t="t" r="r" b="b"/>
              <a:pathLst>
                <a:path w="136196" h="140553" extrusionOk="0">
                  <a:moveTo>
                    <a:pt x="0" y="0"/>
                  </a:moveTo>
                  <a:lnTo>
                    <a:pt x="0" y="140553"/>
                  </a:lnTo>
                  <a:lnTo>
                    <a:pt x="136196" y="140553"/>
                  </a:lnTo>
                  <a:lnTo>
                    <a:pt x="136196" y="0"/>
                  </a:lnTo>
                  <a:close/>
                </a:path>
              </a:pathLst>
            </a:custGeom>
            <a:solidFill>
              <a:srgbClr val="F0EBD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1" name="Google Shape;3431;p45"/>
            <p:cNvSpPr/>
            <p:nvPr/>
          </p:nvSpPr>
          <p:spPr>
            <a:xfrm>
              <a:off x="4164247" y="3597412"/>
              <a:ext cx="220929" cy="34605"/>
            </a:xfrm>
            <a:custGeom>
              <a:avLst/>
              <a:gdLst/>
              <a:ahLst/>
              <a:cxnLst/>
              <a:rect l="l" t="t" r="r" b="b"/>
              <a:pathLst>
                <a:path w="151581" h="23743" extrusionOk="0">
                  <a:moveTo>
                    <a:pt x="7645" y="0"/>
                  </a:moveTo>
                  <a:cubicBezTo>
                    <a:pt x="3406" y="0"/>
                    <a:pt x="1" y="3429"/>
                    <a:pt x="1" y="7644"/>
                  </a:cubicBezTo>
                  <a:lnTo>
                    <a:pt x="1" y="16099"/>
                  </a:lnTo>
                  <a:cubicBezTo>
                    <a:pt x="1" y="20337"/>
                    <a:pt x="3406" y="23743"/>
                    <a:pt x="7645" y="23743"/>
                  </a:cubicBezTo>
                  <a:lnTo>
                    <a:pt x="143912" y="23743"/>
                  </a:lnTo>
                  <a:cubicBezTo>
                    <a:pt x="148151" y="23743"/>
                    <a:pt x="151580" y="20337"/>
                    <a:pt x="151580" y="16099"/>
                  </a:cubicBezTo>
                  <a:lnTo>
                    <a:pt x="151580" y="7621"/>
                  </a:lnTo>
                  <a:cubicBezTo>
                    <a:pt x="151580" y="3382"/>
                    <a:pt x="148151" y="0"/>
                    <a:pt x="143912" y="0"/>
                  </a:cubicBezTo>
                  <a:close/>
                </a:path>
              </a:pathLst>
            </a:custGeom>
            <a:solidFill>
              <a:srgbClr val="4657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2" name="Google Shape;3432;p45"/>
            <p:cNvSpPr/>
            <p:nvPr/>
          </p:nvSpPr>
          <p:spPr>
            <a:xfrm>
              <a:off x="4127179" y="3409702"/>
              <a:ext cx="252722" cy="171051"/>
            </a:xfrm>
            <a:custGeom>
              <a:avLst/>
              <a:gdLst/>
              <a:ahLst/>
              <a:cxnLst/>
              <a:rect l="l" t="t" r="r" b="b"/>
              <a:pathLst>
                <a:path w="173394" h="117359" extrusionOk="0">
                  <a:moveTo>
                    <a:pt x="101235" y="1"/>
                  </a:moveTo>
                  <a:lnTo>
                    <a:pt x="33102" y="11908"/>
                  </a:lnTo>
                  <a:cubicBezTo>
                    <a:pt x="33102" y="11908"/>
                    <a:pt x="37270" y="65586"/>
                    <a:pt x="0" y="117358"/>
                  </a:cubicBezTo>
                  <a:lnTo>
                    <a:pt x="136124" y="117358"/>
                  </a:lnTo>
                  <a:cubicBezTo>
                    <a:pt x="173393" y="65586"/>
                    <a:pt x="169226" y="11908"/>
                    <a:pt x="169226" y="11908"/>
                  </a:cubicBezTo>
                  <a:lnTo>
                    <a:pt x="101235" y="1"/>
                  </a:lnTo>
                  <a:close/>
                </a:path>
              </a:pathLst>
            </a:custGeom>
            <a:solidFill>
              <a:srgbClr val="EFEDE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3" name="Google Shape;3433;p45"/>
            <p:cNvSpPr/>
            <p:nvPr/>
          </p:nvSpPr>
          <p:spPr>
            <a:xfrm>
              <a:off x="4175216" y="3409772"/>
              <a:ext cx="199129" cy="36551"/>
            </a:xfrm>
            <a:custGeom>
              <a:avLst/>
              <a:gdLst/>
              <a:ahLst/>
              <a:cxnLst/>
              <a:rect l="l" t="t" r="r" b="b"/>
              <a:pathLst>
                <a:path w="136624" h="25078" extrusionOk="0">
                  <a:moveTo>
                    <a:pt x="68253" y="1"/>
                  </a:moveTo>
                  <a:lnTo>
                    <a:pt x="119" y="11908"/>
                  </a:lnTo>
                  <a:cubicBezTo>
                    <a:pt x="119" y="11908"/>
                    <a:pt x="500" y="16742"/>
                    <a:pt x="0" y="24958"/>
                  </a:cubicBezTo>
                  <a:cubicBezTo>
                    <a:pt x="24" y="25029"/>
                    <a:pt x="72" y="25029"/>
                    <a:pt x="119" y="25077"/>
                  </a:cubicBezTo>
                  <a:lnTo>
                    <a:pt x="136124" y="25077"/>
                  </a:lnTo>
                  <a:cubicBezTo>
                    <a:pt x="136624" y="16814"/>
                    <a:pt x="136243" y="11908"/>
                    <a:pt x="136243" y="11908"/>
                  </a:cubicBezTo>
                  <a:lnTo>
                    <a:pt x="68253" y="1"/>
                  </a:lnTo>
                  <a:close/>
                </a:path>
              </a:pathLst>
            </a:custGeom>
            <a:solidFill>
              <a:srgbClr val="000000">
                <a:alpha val="84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4" name="Google Shape;3434;p45"/>
            <p:cNvSpPr/>
            <p:nvPr/>
          </p:nvSpPr>
          <p:spPr>
            <a:xfrm>
              <a:off x="4164247" y="3392521"/>
              <a:ext cx="220929" cy="34642"/>
            </a:xfrm>
            <a:custGeom>
              <a:avLst/>
              <a:gdLst/>
              <a:ahLst/>
              <a:cxnLst/>
              <a:rect l="l" t="t" r="r" b="b"/>
              <a:pathLst>
                <a:path w="151581" h="23768" extrusionOk="0">
                  <a:moveTo>
                    <a:pt x="7645" y="1"/>
                  </a:moveTo>
                  <a:cubicBezTo>
                    <a:pt x="3406" y="1"/>
                    <a:pt x="1" y="3430"/>
                    <a:pt x="1" y="7669"/>
                  </a:cubicBezTo>
                  <a:lnTo>
                    <a:pt x="1" y="16123"/>
                  </a:lnTo>
                  <a:cubicBezTo>
                    <a:pt x="1" y="20338"/>
                    <a:pt x="3406" y="23768"/>
                    <a:pt x="7645" y="23768"/>
                  </a:cubicBezTo>
                  <a:lnTo>
                    <a:pt x="143912" y="23768"/>
                  </a:lnTo>
                  <a:cubicBezTo>
                    <a:pt x="148151" y="23768"/>
                    <a:pt x="151580" y="20338"/>
                    <a:pt x="151580" y="16123"/>
                  </a:cubicBezTo>
                  <a:lnTo>
                    <a:pt x="151580" y="7621"/>
                  </a:lnTo>
                  <a:cubicBezTo>
                    <a:pt x="151580" y="3406"/>
                    <a:pt x="148151" y="1"/>
                    <a:pt x="143912" y="1"/>
                  </a:cubicBezTo>
                  <a:close/>
                </a:path>
              </a:pathLst>
            </a:custGeom>
            <a:solidFill>
              <a:srgbClr val="4657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5" name="Google Shape;3435;p45"/>
            <p:cNvSpPr/>
            <p:nvPr/>
          </p:nvSpPr>
          <p:spPr>
            <a:xfrm>
              <a:off x="4200727" y="3497204"/>
              <a:ext cx="9617" cy="18614"/>
            </a:xfrm>
            <a:custGeom>
              <a:avLst/>
              <a:gdLst/>
              <a:ahLst/>
              <a:cxnLst/>
              <a:rect l="l" t="t" r="r" b="b"/>
              <a:pathLst>
                <a:path w="6598" h="12771" extrusionOk="0">
                  <a:moveTo>
                    <a:pt x="3310" y="1"/>
                  </a:moveTo>
                  <a:cubicBezTo>
                    <a:pt x="1489" y="1"/>
                    <a:pt x="1" y="1468"/>
                    <a:pt x="1" y="3287"/>
                  </a:cubicBezTo>
                  <a:lnTo>
                    <a:pt x="1" y="9384"/>
                  </a:lnTo>
                  <a:cubicBezTo>
                    <a:pt x="1" y="10932"/>
                    <a:pt x="1049" y="12361"/>
                    <a:pt x="2549" y="12694"/>
                  </a:cubicBezTo>
                  <a:cubicBezTo>
                    <a:pt x="2800" y="12746"/>
                    <a:pt x="3046" y="12770"/>
                    <a:pt x="3286" y="12770"/>
                  </a:cubicBezTo>
                  <a:cubicBezTo>
                    <a:pt x="5141" y="12770"/>
                    <a:pt x="6598" y="11293"/>
                    <a:pt x="6598" y="9479"/>
                  </a:cubicBezTo>
                  <a:lnTo>
                    <a:pt x="6598" y="3406"/>
                  </a:lnTo>
                  <a:cubicBezTo>
                    <a:pt x="6598" y="1716"/>
                    <a:pt x="5383" y="215"/>
                    <a:pt x="3716" y="25"/>
                  </a:cubicBezTo>
                  <a:cubicBezTo>
                    <a:pt x="3579" y="8"/>
                    <a:pt x="3443" y="1"/>
                    <a:pt x="3310"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6" name="Google Shape;3436;p45"/>
            <p:cNvSpPr/>
            <p:nvPr/>
          </p:nvSpPr>
          <p:spPr>
            <a:xfrm>
              <a:off x="4300656" y="3497204"/>
              <a:ext cx="9617" cy="18641"/>
            </a:xfrm>
            <a:custGeom>
              <a:avLst/>
              <a:gdLst/>
              <a:ahLst/>
              <a:cxnLst/>
              <a:rect l="l" t="t" r="r" b="b"/>
              <a:pathLst>
                <a:path w="6598" h="12790" extrusionOk="0">
                  <a:moveTo>
                    <a:pt x="3309" y="1"/>
                  </a:moveTo>
                  <a:cubicBezTo>
                    <a:pt x="1489" y="1"/>
                    <a:pt x="1" y="1468"/>
                    <a:pt x="1" y="3287"/>
                  </a:cubicBezTo>
                  <a:lnTo>
                    <a:pt x="1" y="9360"/>
                  </a:lnTo>
                  <a:cubicBezTo>
                    <a:pt x="1" y="11051"/>
                    <a:pt x="1215" y="12551"/>
                    <a:pt x="2882" y="12765"/>
                  </a:cubicBezTo>
                  <a:cubicBezTo>
                    <a:pt x="3016" y="12781"/>
                    <a:pt x="3148" y="12789"/>
                    <a:pt x="3279" y="12789"/>
                  </a:cubicBezTo>
                  <a:cubicBezTo>
                    <a:pt x="5104" y="12789"/>
                    <a:pt x="6597" y="11279"/>
                    <a:pt x="6597" y="9479"/>
                  </a:cubicBezTo>
                  <a:lnTo>
                    <a:pt x="6597" y="3406"/>
                  </a:lnTo>
                  <a:cubicBezTo>
                    <a:pt x="6597" y="1716"/>
                    <a:pt x="5383" y="215"/>
                    <a:pt x="3716" y="25"/>
                  </a:cubicBezTo>
                  <a:cubicBezTo>
                    <a:pt x="3579" y="8"/>
                    <a:pt x="3443" y="1"/>
                    <a:pt x="3309"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7" name="Google Shape;3437;p45"/>
            <p:cNvSpPr/>
            <p:nvPr/>
          </p:nvSpPr>
          <p:spPr>
            <a:xfrm>
              <a:off x="4237659" y="3505512"/>
              <a:ext cx="35371" cy="15088"/>
            </a:xfrm>
            <a:custGeom>
              <a:avLst/>
              <a:gdLst/>
              <a:ahLst/>
              <a:cxnLst/>
              <a:rect l="l" t="t" r="r" b="b"/>
              <a:pathLst>
                <a:path w="24268" h="10352" extrusionOk="0">
                  <a:moveTo>
                    <a:pt x="3675" y="0"/>
                  </a:moveTo>
                  <a:cubicBezTo>
                    <a:pt x="2906" y="0"/>
                    <a:pt x="2131" y="272"/>
                    <a:pt x="1501" y="826"/>
                  </a:cubicBezTo>
                  <a:cubicBezTo>
                    <a:pt x="143" y="2017"/>
                    <a:pt x="1" y="4112"/>
                    <a:pt x="1215" y="5470"/>
                  </a:cubicBezTo>
                  <a:cubicBezTo>
                    <a:pt x="3882" y="8613"/>
                    <a:pt x="7883" y="10352"/>
                    <a:pt x="12146" y="10352"/>
                  </a:cubicBezTo>
                  <a:cubicBezTo>
                    <a:pt x="16385" y="10352"/>
                    <a:pt x="20386" y="8566"/>
                    <a:pt x="23077" y="5470"/>
                  </a:cubicBezTo>
                  <a:cubicBezTo>
                    <a:pt x="24268" y="4112"/>
                    <a:pt x="24148" y="2017"/>
                    <a:pt x="22767" y="826"/>
                  </a:cubicBezTo>
                  <a:cubicBezTo>
                    <a:pt x="22134" y="280"/>
                    <a:pt x="21356" y="10"/>
                    <a:pt x="20584" y="10"/>
                  </a:cubicBezTo>
                  <a:cubicBezTo>
                    <a:pt x="19672" y="10"/>
                    <a:pt x="18768" y="388"/>
                    <a:pt x="18123" y="1136"/>
                  </a:cubicBezTo>
                  <a:cubicBezTo>
                    <a:pt x="16671" y="2803"/>
                    <a:pt x="14480" y="3755"/>
                    <a:pt x="12146" y="3755"/>
                  </a:cubicBezTo>
                  <a:cubicBezTo>
                    <a:pt x="9788" y="3755"/>
                    <a:pt x="7621" y="2803"/>
                    <a:pt x="6145" y="1136"/>
                  </a:cubicBezTo>
                  <a:cubicBezTo>
                    <a:pt x="5498" y="385"/>
                    <a:pt x="4590" y="0"/>
                    <a:pt x="3675"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8" name="Google Shape;3438;p45"/>
            <p:cNvSpPr/>
            <p:nvPr/>
          </p:nvSpPr>
          <p:spPr>
            <a:xfrm>
              <a:off x="4121034" y="3367622"/>
              <a:ext cx="268932" cy="327710"/>
            </a:xfrm>
            <a:custGeom>
              <a:avLst/>
              <a:gdLst/>
              <a:ahLst/>
              <a:cxnLst/>
              <a:rect l="l" t="t" r="r" b="b"/>
              <a:pathLst>
                <a:path w="184516" h="224844" extrusionOk="0">
                  <a:moveTo>
                    <a:pt x="105217" y="6648"/>
                  </a:moveTo>
                  <a:cubicBezTo>
                    <a:pt x="105565" y="6648"/>
                    <a:pt x="105922" y="6688"/>
                    <a:pt x="106285" y="6772"/>
                  </a:cubicBezTo>
                  <a:cubicBezTo>
                    <a:pt x="108285" y="7201"/>
                    <a:pt x="109643" y="9058"/>
                    <a:pt x="109643" y="11106"/>
                  </a:cubicBezTo>
                  <a:lnTo>
                    <a:pt x="109643" y="13583"/>
                  </a:lnTo>
                  <a:lnTo>
                    <a:pt x="100855" y="13583"/>
                  </a:lnTo>
                  <a:lnTo>
                    <a:pt x="100855" y="10940"/>
                  </a:lnTo>
                  <a:cubicBezTo>
                    <a:pt x="100855" y="8567"/>
                    <a:pt x="102802" y="6648"/>
                    <a:pt x="105217" y="6648"/>
                  </a:cubicBezTo>
                  <a:close/>
                  <a:moveTo>
                    <a:pt x="170227" y="90623"/>
                  </a:moveTo>
                  <a:lnTo>
                    <a:pt x="170227" y="154183"/>
                  </a:lnTo>
                  <a:lnTo>
                    <a:pt x="40652" y="154183"/>
                  </a:lnTo>
                  <a:lnTo>
                    <a:pt x="40652" y="149349"/>
                  </a:lnTo>
                  <a:lnTo>
                    <a:pt x="140292" y="149349"/>
                  </a:lnTo>
                  <a:lnTo>
                    <a:pt x="140292" y="149325"/>
                  </a:lnTo>
                  <a:cubicBezTo>
                    <a:pt x="141364" y="149325"/>
                    <a:pt x="142340" y="148825"/>
                    <a:pt x="142959" y="147944"/>
                  </a:cubicBezTo>
                  <a:cubicBezTo>
                    <a:pt x="147174" y="142085"/>
                    <a:pt x="150985" y="135965"/>
                    <a:pt x="154438" y="129654"/>
                  </a:cubicBezTo>
                  <a:cubicBezTo>
                    <a:pt x="160915" y="117747"/>
                    <a:pt x="166131" y="104959"/>
                    <a:pt x="169870" y="91861"/>
                  </a:cubicBezTo>
                  <a:cubicBezTo>
                    <a:pt x="170036" y="91456"/>
                    <a:pt x="170108" y="91027"/>
                    <a:pt x="170227" y="90623"/>
                  </a:cubicBezTo>
                  <a:close/>
                  <a:moveTo>
                    <a:pt x="173370" y="160732"/>
                  </a:moveTo>
                  <a:cubicBezTo>
                    <a:pt x="175776" y="160732"/>
                    <a:pt x="177705" y="162661"/>
                    <a:pt x="177705" y="165066"/>
                  </a:cubicBezTo>
                  <a:lnTo>
                    <a:pt x="177705" y="173520"/>
                  </a:lnTo>
                  <a:cubicBezTo>
                    <a:pt x="177705" y="175926"/>
                    <a:pt x="175776" y="177878"/>
                    <a:pt x="173370" y="177878"/>
                  </a:cubicBezTo>
                  <a:lnTo>
                    <a:pt x="37080" y="177878"/>
                  </a:lnTo>
                  <a:cubicBezTo>
                    <a:pt x="34699" y="177878"/>
                    <a:pt x="32746" y="175902"/>
                    <a:pt x="32746" y="173520"/>
                  </a:cubicBezTo>
                  <a:lnTo>
                    <a:pt x="32746" y="165066"/>
                  </a:lnTo>
                  <a:cubicBezTo>
                    <a:pt x="32746" y="162661"/>
                    <a:pt x="34675" y="160732"/>
                    <a:pt x="37080" y="160732"/>
                  </a:cubicBezTo>
                  <a:close/>
                  <a:moveTo>
                    <a:pt x="72659" y="184451"/>
                  </a:moveTo>
                  <a:lnTo>
                    <a:pt x="63895" y="217910"/>
                  </a:lnTo>
                  <a:cubicBezTo>
                    <a:pt x="63848" y="218125"/>
                    <a:pt x="63657" y="218268"/>
                    <a:pt x="63466" y="218268"/>
                  </a:cubicBezTo>
                  <a:lnTo>
                    <a:pt x="53488" y="218268"/>
                  </a:lnTo>
                  <a:cubicBezTo>
                    <a:pt x="53179" y="218268"/>
                    <a:pt x="52940" y="217958"/>
                    <a:pt x="53012" y="217672"/>
                  </a:cubicBezTo>
                  <a:lnTo>
                    <a:pt x="61704" y="184451"/>
                  </a:lnTo>
                  <a:close/>
                  <a:moveTo>
                    <a:pt x="149199" y="184451"/>
                  </a:moveTo>
                  <a:cubicBezTo>
                    <a:pt x="149151" y="184451"/>
                    <a:pt x="157819" y="217601"/>
                    <a:pt x="157843" y="217672"/>
                  </a:cubicBezTo>
                  <a:cubicBezTo>
                    <a:pt x="157939" y="217958"/>
                    <a:pt x="157700" y="218268"/>
                    <a:pt x="157415" y="218268"/>
                  </a:cubicBezTo>
                  <a:lnTo>
                    <a:pt x="147436" y="218268"/>
                  </a:lnTo>
                  <a:cubicBezTo>
                    <a:pt x="147222" y="218268"/>
                    <a:pt x="147008" y="218125"/>
                    <a:pt x="146984" y="217910"/>
                  </a:cubicBezTo>
                  <a:lnTo>
                    <a:pt x="138244" y="184451"/>
                  </a:lnTo>
                  <a:close/>
                  <a:moveTo>
                    <a:pt x="105205" y="1"/>
                  </a:moveTo>
                  <a:cubicBezTo>
                    <a:pt x="99144" y="1"/>
                    <a:pt x="94211" y="4899"/>
                    <a:pt x="94211" y="10892"/>
                  </a:cubicBezTo>
                  <a:lnTo>
                    <a:pt x="94211" y="13559"/>
                  </a:lnTo>
                  <a:lnTo>
                    <a:pt x="37056" y="13559"/>
                  </a:lnTo>
                  <a:cubicBezTo>
                    <a:pt x="31007" y="13559"/>
                    <a:pt x="26125" y="18441"/>
                    <a:pt x="26125" y="24466"/>
                  </a:cubicBezTo>
                  <a:lnTo>
                    <a:pt x="26125" y="32920"/>
                  </a:lnTo>
                  <a:cubicBezTo>
                    <a:pt x="26125" y="37850"/>
                    <a:pt x="29412" y="42017"/>
                    <a:pt x="33865" y="43375"/>
                  </a:cubicBezTo>
                  <a:cubicBezTo>
                    <a:pt x="34056" y="51805"/>
                    <a:pt x="33389" y="79835"/>
                    <a:pt x="19600" y="111746"/>
                  </a:cubicBezTo>
                  <a:cubicBezTo>
                    <a:pt x="18838" y="113532"/>
                    <a:pt x="19791" y="115651"/>
                    <a:pt x="21720" y="116223"/>
                  </a:cubicBezTo>
                  <a:cubicBezTo>
                    <a:pt x="22013" y="116309"/>
                    <a:pt x="22310" y="116350"/>
                    <a:pt x="22603" y="116350"/>
                  </a:cubicBezTo>
                  <a:cubicBezTo>
                    <a:pt x="23926" y="116350"/>
                    <a:pt x="25175" y="115514"/>
                    <a:pt x="25721" y="114246"/>
                  </a:cubicBezTo>
                  <a:cubicBezTo>
                    <a:pt x="39771" y="81668"/>
                    <a:pt x="40676" y="53520"/>
                    <a:pt x="40509" y="43851"/>
                  </a:cubicBezTo>
                  <a:lnTo>
                    <a:pt x="170036" y="43851"/>
                  </a:lnTo>
                  <a:cubicBezTo>
                    <a:pt x="170084" y="47614"/>
                    <a:pt x="169965" y="54568"/>
                    <a:pt x="168846" y="63689"/>
                  </a:cubicBezTo>
                  <a:lnTo>
                    <a:pt x="168846" y="63760"/>
                  </a:lnTo>
                  <a:cubicBezTo>
                    <a:pt x="166488" y="82454"/>
                    <a:pt x="161154" y="101006"/>
                    <a:pt x="152890" y="117985"/>
                  </a:cubicBezTo>
                  <a:cubicBezTo>
                    <a:pt x="148722" y="126582"/>
                    <a:pt x="143888" y="134893"/>
                    <a:pt x="138387" y="142681"/>
                  </a:cubicBezTo>
                  <a:lnTo>
                    <a:pt x="10479" y="142681"/>
                  </a:lnTo>
                  <a:cubicBezTo>
                    <a:pt x="13647" y="137894"/>
                    <a:pt x="16623" y="132941"/>
                    <a:pt x="19338" y="127868"/>
                  </a:cubicBezTo>
                  <a:cubicBezTo>
                    <a:pt x="20148" y="126439"/>
                    <a:pt x="19791" y="124534"/>
                    <a:pt x="18409" y="123582"/>
                  </a:cubicBezTo>
                  <a:cubicBezTo>
                    <a:pt x="17814" y="123164"/>
                    <a:pt x="17148" y="122970"/>
                    <a:pt x="16496" y="122970"/>
                  </a:cubicBezTo>
                  <a:cubicBezTo>
                    <a:pt x="15326" y="122970"/>
                    <a:pt x="14204" y="123599"/>
                    <a:pt x="13623" y="124701"/>
                  </a:cubicBezTo>
                  <a:cubicBezTo>
                    <a:pt x="10051" y="131393"/>
                    <a:pt x="5978" y="137918"/>
                    <a:pt x="1549" y="144086"/>
                  </a:cubicBezTo>
                  <a:cubicBezTo>
                    <a:pt x="1" y="146229"/>
                    <a:pt x="1573" y="149301"/>
                    <a:pt x="4216" y="149301"/>
                  </a:cubicBezTo>
                  <a:lnTo>
                    <a:pt x="34079" y="149301"/>
                  </a:lnTo>
                  <a:lnTo>
                    <a:pt x="34079" y="154588"/>
                  </a:lnTo>
                  <a:cubicBezTo>
                    <a:pt x="29769" y="155993"/>
                    <a:pt x="26602" y="160113"/>
                    <a:pt x="26602" y="164995"/>
                  </a:cubicBezTo>
                  <a:lnTo>
                    <a:pt x="26602" y="173520"/>
                  </a:lnTo>
                  <a:cubicBezTo>
                    <a:pt x="26602" y="179569"/>
                    <a:pt x="31484" y="184451"/>
                    <a:pt x="37533" y="184451"/>
                  </a:cubicBezTo>
                  <a:lnTo>
                    <a:pt x="54917" y="184451"/>
                  </a:lnTo>
                  <a:cubicBezTo>
                    <a:pt x="54917" y="184451"/>
                    <a:pt x="46701" y="216053"/>
                    <a:pt x="46677" y="216077"/>
                  </a:cubicBezTo>
                  <a:cubicBezTo>
                    <a:pt x="45546" y="220413"/>
                    <a:pt x="48915" y="224842"/>
                    <a:pt x="53370" y="224842"/>
                  </a:cubicBezTo>
                  <a:cubicBezTo>
                    <a:pt x="53417" y="224842"/>
                    <a:pt x="53465" y="224841"/>
                    <a:pt x="53512" y="224840"/>
                  </a:cubicBezTo>
                  <a:lnTo>
                    <a:pt x="63466" y="224840"/>
                  </a:lnTo>
                  <a:cubicBezTo>
                    <a:pt x="63534" y="224842"/>
                    <a:pt x="63601" y="224843"/>
                    <a:pt x="63668" y="224843"/>
                  </a:cubicBezTo>
                  <a:cubicBezTo>
                    <a:pt x="66797" y="224843"/>
                    <a:pt x="69485" y="222680"/>
                    <a:pt x="70301" y="219649"/>
                  </a:cubicBezTo>
                  <a:lnTo>
                    <a:pt x="79470" y="184451"/>
                  </a:lnTo>
                  <a:lnTo>
                    <a:pt x="131457" y="184451"/>
                  </a:lnTo>
                  <a:lnTo>
                    <a:pt x="140625" y="219649"/>
                  </a:lnTo>
                  <a:cubicBezTo>
                    <a:pt x="141395" y="222680"/>
                    <a:pt x="144127" y="224843"/>
                    <a:pt x="147258" y="224843"/>
                  </a:cubicBezTo>
                  <a:cubicBezTo>
                    <a:pt x="147326" y="224843"/>
                    <a:pt x="147393" y="224842"/>
                    <a:pt x="147460" y="224840"/>
                  </a:cubicBezTo>
                  <a:lnTo>
                    <a:pt x="157415" y="224840"/>
                  </a:lnTo>
                  <a:cubicBezTo>
                    <a:pt x="157463" y="224841"/>
                    <a:pt x="157511" y="224842"/>
                    <a:pt x="157559" y="224842"/>
                  </a:cubicBezTo>
                  <a:cubicBezTo>
                    <a:pt x="162059" y="224842"/>
                    <a:pt x="165404" y="220459"/>
                    <a:pt x="164249" y="216077"/>
                  </a:cubicBezTo>
                  <a:lnTo>
                    <a:pt x="156010" y="184451"/>
                  </a:lnTo>
                  <a:lnTo>
                    <a:pt x="173608" y="184451"/>
                  </a:lnTo>
                  <a:cubicBezTo>
                    <a:pt x="173708" y="184454"/>
                    <a:pt x="173807" y="184455"/>
                    <a:pt x="173906" y="184455"/>
                  </a:cubicBezTo>
                  <a:cubicBezTo>
                    <a:pt x="179794" y="184455"/>
                    <a:pt x="184512" y="179613"/>
                    <a:pt x="184325" y="173711"/>
                  </a:cubicBezTo>
                  <a:lnTo>
                    <a:pt x="184325" y="165162"/>
                  </a:lnTo>
                  <a:cubicBezTo>
                    <a:pt x="184516" y="160280"/>
                    <a:pt x="176847" y="154731"/>
                    <a:pt x="176847" y="154731"/>
                  </a:cubicBezTo>
                  <a:lnTo>
                    <a:pt x="176847" y="46852"/>
                  </a:lnTo>
                  <a:lnTo>
                    <a:pt x="176847" y="44685"/>
                  </a:lnTo>
                  <a:lnTo>
                    <a:pt x="176847" y="43470"/>
                  </a:lnTo>
                  <a:cubicBezTo>
                    <a:pt x="181158" y="42065"/>
                    <a:pt x="184325" y="37921"/>
                    <a:pt x="184325" y="33039"/>
                  </a:cubicBezTo>
                  <a:lnTo>
                    <a:pt x="184325" y="17036"/>
                  </a:lnTo>
                  <a:cubicBezTo>
                    <a:pt x="184325" y="15131"/>
                    <a:pt x="182777" y="13583"/>
                    <a:pt x="180872" y="13583"/>
                  </a:cubicBezTo>
                  <a:lnTo>
                    <a:pt x="156152" y="13583"/>
                  </a:lnTo>
                  <a:cubicBezTo>
                    <a:pt x="155867" y="13583"/>
                    <a:pt x="155557" y="13702"/>
                    <a:pt x="155343" y="13940"/>
                  </a:cubicBezTo>
                  <a:cubicBezTo>
                    <a:pt x="152652" y="16798"/>
                    <a:pt x="154557" y="20180"/>
                    <a:pt x="157248" y="20180"/>
                  </a:cubicBezTo>
                  <a:lnTo>
                    <a:pt x="173370" y="20180"/>
                  </a:lnTo>
                  <a:cubicBezTo>
                    <a:pt x="175776" y="20180"/>
                    <a:pt x="177705" y="22132"/>
                    <a:pt x="177705" y="24538"/>
                  </a:cubicBezTo>
                  <a:lnTo>
                    <a:pt x="177705" y="32992"/>
                  </a:lnTo>
                  <a:cubicBezTo>
                    <a:pt x="177705" y="35373"/>
                    <a:pt x="175776" y="37302"/>
                    <a:pt x="173370" y="37302"/>
                  </a:cubicBezTo>
                  <a:lnTo>
                    <a:pt x="37080" y="37302"/>
                  </a:lnTo>
                  <a:cubicBezTo>
                    <a:pt x="34675" y="37302"/>
                    <a:pt x="32746" y="35373"/>
                    <a:pt x="32746" y="32968"/>
                  </a:cubicBezTo>
                  <a:lnTo>
                    <a:pt x="32746" y="24514"/>
                  </a:lnTo>
                  <a:cubicBezTo>
                    <a:pt x="32746" y="22085"/>
                    <a:pt x="34675" y="20156"/>
                    <a:pt x="37080" y="20156"/>
                  </a:cubicBezTo>
                  <a:lnTo>
                    <a:pt x="144626" y="20156"/>
                  </a:lnTo>
                  <a:cubicBezTo>
                    <a:pt x="145103" y="20156"/>
                    <a:pt x="145555" y="19989"/>
                    <a:pt x="145888" y="19632"/>
                  </a:cubicBezTo>
                  <a:cubicBezTo>
                    <a:pt x="148413" y="16822"/>
                    <a:pt x="146484" y="13559"/>
                    <a:pt x="143745" y="13559"/>
                  </a:cubicBezTo>
                  <a:lnTo>
                    <a:pt x="116168" y="13559"/>
                  </a:lnTo>
                  <a:lnTo>
                    <a:pt x="116168" y="7987"/>
                  </a:lnTo>
                  <a:cubicBezTo>
                    <a:pt x="116168" y="6606"/>
                    <a:pt x="115334" y="4748"/>
                    <a:pt x="114334" y="3843"/>
                  </a:cubicBezTo>
                  <a:cubicBezTo>
                    <a:pt x="111313" y="1139"/>
                    <a:pt x="108128" y="1"/>
                    <a:pt x="105205"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439" name="Google Shape;3439;p45"/>
          <p:cNvGrpSpPr/>
          <p:nvPr/>
        </p:nvGrpSpPr>
        <p:grpSpPr>
          <a:xfrm>
            <a:off x="2617796" y="3356354"/>
            <a:ext cx="304890" cy="327798"/>
            <a:chOff x="2617796" y="3356354"/>
            <a:chExt cx="304890" cy="327798"/>
          </a:xfrm>
        </p:grpSpPr>
        <p:sp>
          <p:nvSpPr>
            <p:cNvPr id="3440" name="Google Shape;3440;p45"/>
            <p:cNvSpPr/>
            <p:nvPr/>
          </p:nvSpPr>
          <p:spPr>
            <a:xfrm>
              <a:off x="2658198" y="3582139"/>
              <a:ext cx="54529" cy="96806"/>
            </a:xfrm>
            <a:custGeom>
              <a:avLst/>
              <a:gdLst/>
              <a:ahLst/>
              <a:cxnLst/>
              <a:rect l="l" t="t" r="r" b="b"/>
              <a:pathLst>
                <a:path w="37413" h="66419" extrusionOk="0">
                  <a:moveTo>
                    <a:pt x="21434" y="1"/>
                  </a:moveTo>
                  <a:cubicBezTo>
                    <a:pt x="17647" y="4383"/>
                    <a:pt x="13527" y="10027"/>
                    <a:pt x="9955" y="16885"/>
                  </a:cubicBezTo>
                  <a:cubicBezTo>
                    <a:pt x="6383" y="23744"/>
                    <a:pt x="3358" y="31840"/>
                    <a:pt x="1715" y="41176"/>
                  </a:cubicBezTo>
                  <a:cubicBezTo>
                    <a:pt x="382" y="48749"/>
                    <a:pt x="1" y="57179"/>
                    <a:pt x="977" y="66419"/>
                  </a:cubicBezTo>
                  <a:lnTo>
                    <a:pt x="21410" y="66419"/>
                  </a:lnTo>
                  <a:lnTo>
                    <a:pt x="37413" y="44438"/>
                  </a:lnTo>
                  <a:lnTo>
                    <a:pt x="21434" y="1"/>
                  </a:lnTo>
                  <a:close/>
                </a:path>
              </a:pathLst>
            </a:custGeom>
            <a:solidFill>
              <a:srgbClr val="EFEDE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1" name="Google Shape;3441;p45"/>
            <p:cNvSpPr/>
            <p:nvPr/>
          </p:nvSpPr>
          <p:spPr>
            <a:xfrm>
              <a:off x="2827408" y="3582139"/>
              <a:ext cx="54426" cy="96876"/>
            </a:xfrm>
            <a:custGeom>
              <a:avLst/>
              <a:gdLst/>
              <a:ahLst/>
              <a:cxnLst/>
              <a:rect l="l" t="t" r="r" b="b"/>
              <a:pathLst>
                <a:path w="37342" h="66467" extrusionOk="0">
                  <a:moveTo>
                    <a:pt x="16003" y="1"/>
                  </a:moveTo>
                  <a:lnTo>
                    <a:pt x="15980" y="48"/>
                  </a:lnTo>
                  <a:lnTo>
                    <a:pt x="15980" y="96"/>
                  </a:lnTo>
                  <a:lnTo>
                    <a:pt x="0" y="44510"/>
                  </a:lnTo>
                  <a:lnTo>
                    <a:pt x="15980" y="66443"/>
                  </a:lnTo>
                  <a:lnTo>
                    <a:pt x="15980" y="66467"/>
                  </a:lnTo>
                  <a:lnTo>
                    <a:pt x="36365" y="66467"/>
                  </a:lnTo>
                  <a:cubicBezTo>
                    <a:pt x="37341" y="57203"/>
                    <a:pt x="36960" y="48820"/>
                    <a:pt x="35627" y="41200"/>
                  </a:cubicBezTo>
                  <a:cubicBezTo>
                    <a:pt x="32388" y="22601"/>
                    <a:pt x="23576" y="8907"/>
                    <a:pt x="16027" y="120"/>
                  </a:cubicBezTo>
                  <a:lnTo>
                    <a:pt x="16003" y="1"/>
                  </a:lnTo>
                  <a:close/>
                </a:path>
              </a:pathLst>
            </a:custGeom>
            <a:solidFill>
              <a:srgbClr val="EFEDE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2" name="Google Shape;3442;p45"/>
            <p:cNvSpPr/>
            <p:nvPr/>
          </p:nvSpPr>
          <p:spPr>
            <a:xfrm>
              <a:off x="2677982" y="3582382"/>
              <a:ext cx="22564" cy="30823"/>
            </a:xfrm>
            <a:custGeom>
              <a:avLst/>
              <a:gdLst/>
              <a:ahLst/>
              <a:cxnLst/>
              <a:rect l="l" t="t" r="r" b="b"/>
              <a:pathLst>
                <a:path w="15481" h="21148" extrusionOk="0">
                  <a:moveTo>
                    <a:pt x="7860" y="0"/>
                  </a:moveTo>
                  <a:cubicBezTo>
                    <a:pt x="5288" y="2977"/>
                    <a:pt x="2597" y="6502"/>
                    <a:pt x="1" y="10598"/>
                  </a:cubicBezTo>
                  <a:cubicBezTo>
                    <a:pt x="1739" y="12074"/>
                    <a:pt x="3525" y="13456"/>
                    <a:pt x="5407" y="14813"/>
                  </a:cubicBezTo>
                  <a:cubicBezTo>
                    <a:pt x="8645" y="17123"/>
                    <a:pt x="12003" y="19242"/>
                    <a:pt x="15480" y="21148"/>
                  </a:cubicBezTo>
                  <a:lnTo>
                    <a:pt x="7860" y="0"/>
                  </a:lnTo>
                  <a:close/>
                </a:path>
              </a:pathLst>
            </a:custGeom>
            <a:solidFill>
              <a:srgbClr val="000000">
                <a:alpha val="84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3" name="Google Shape;3443;p45"/>
            <p:cNvSpPr/>
            <p:nvPr/>
          </p:nvSpPr>
          <p:spPr>
            <a:xfrm>
              <a:off x="2839903" y="3582382"/>
              <a:ext cx="22562" cy="30823"/>
            </a:xfrm>
            <a:custGeom>
              <a:avLst/>
              <a:gdLst/>
              <a:ahLst/>
              <a:cxnLst/>
              <a:rect l="l" t="t" r="r" b="b"/>
              <a:pathLst>
                <a:path w="15480" h="21148" extrusionOk="0">
                  <a:moveTo>
                    <a:pt x="7621" y="0"/>
                  </a:moveTo>
                  <a:lnTo>
                    <a:pt x="0" y="21148"/>
                  </a:lnTo>
                  <a:cubicBezTo>
                    <a:pt x="3477" y="19242"/>
                    <a:pt x="6811" y="17123"/>
                    <a:pt x="10050" y="14813"/>
                  </a:cubicBezTo>
                  <a:cubicBezTo>
                    <a:pt x="11931" y="13456"/>
                    <a:pt x="13717" y="12074"/>
                    <a:pt x="15480" y="10598"/>
                  </a:cubicBezTo>
                  <a:cubicBezTo>
                    <a:pt x="12884" y="6502"/>
                    <a:pt x="10169" y="2977"/>
                    <a:pt x="7621" y="0"/>
                  </a:cubicBezTo>
                  <a:close/>
                </a:path>
              </a:pathLst>
            </a:custGeom>
            <a:solidFill>
              <a:srgbClr val="000000">
                <a:alpha val="84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4" name="Google Shape;3444;p45"/>
            <p:cNvSpPr/>
            <p:nvPr/>
          </p:nvSpPr>
          <p:spPr>
            <a:xfrm>
              <a:off x="2689333" y="3582347"/>
              <a:ext cx="161366" cy="96667"/>
            </a:xfrm>
            <a:custGeom>
              <a:avLst/>
              <a:gdLst/>
              <a:ahLst/>
              <a:cxnLst/>
              <a:rect l="l" t="t" r="r" b="b"/>
              <a:pathLst>
                <a:path w="110714" h="66324" extrusionOk="0">
                  <a:moveTo>
                    <a:pt x="0" y="1"/>
                  </a:moveTo>
                  <a:lnTo>
                    <a:pt x="0" y="66324"/>
                  </a:lnTo>
                  <a:lnTo>
                    <a:pt x="110714" y="66324"/>
                  </a:lnTo>
                  <a:lnTo>
                    <a:pt x="110714" y="24"/>
                  </a:lnTo>
                  <a:cubicBezTo>
                    <a:pt x="110714" y="12"/>
                    <a:pt x="110714" y="7"/>
                    <a:pt x="110711" y="7"/>
                  </a:cubicBezTo>
                  <a:cubicBezTo>
                    <a:pt x="110708" y="7"/>
                    <a:pt x="110702" y="12"/>
                    <a:pt x="110690" y="24"/>
                  </a:cubicBezTo>
                  <a:lnTo>
                    <a:pt x="0" y="1"/>
                  </a:lnTo>
                  <a:close/>
                </a:path>
              </a:pathLst>
            </a:custGeom>
            <a:solidFill>
              <a:srgbClr val="00B2B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5" name="Google Shape;3445;p45"/>
            <p:cNvSpPr/>
            <p:nvPr/>
          </p:nvSpPr>
          <p:spPr>
            <a:xfrm>
              <a:off x="2689367" y="3582312"/>
              <a:ext cx="161332" cy="48491"/>
            </a:xfrm>
            <a:custGeom>
              <a:avLst/>
              <a:gdLst/>
              <a:ahLst/>
              <a:cxnLst/>
              <a:rect l="l" t="t" r="r" b="b"/>
              <a:pathLst>
                <a:path w="110691" h="33270" extrusionOk="0">
                  <a:moveTo>
                    <a:pt x="1" y="1"/>
                  </a:moveTo>
                  <a:lnTo>
                    <a:pt x="1" y="16480"/>
                  </a:lnTo>
                  <a:cubicBezTo>
                    <a:pt x="16290" y="27483"/>
                    <a:pt x="35342" y="33269"/>
                    <a:pt x="55346" y="33269"/>
                  </a:cubicBezTo>
                  <a:cubicBezTo>
                    <a:pt x="75350" y="33269"/>
                    <a:pt x="94425" y="27483"/>
                    <a:pt x="110691" y="16480"/>
                  </a:cubicBezTo>
                  <a:lnTo>
                    <a:pt x="110691" y="25"/>
                  </a:lnTo>
                  <a:lnTo>
                    <a:pt x="110667" y="1"/>
                  </a:lnTo>
                  <a:close/>
                </a:path>
              </a:pathLst>
            </a:custGeom>
            <a:solidFill>
              <a:srgbClr val="000000">
                <a:alpha val="84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6" name="Google Shape;3446;p45"/>
            <p:cNvSpPr/>
            <p:nvPr/>
          </p:nvSpPr>
          <p:spPr>
            <a:xfrm>
              <a:off x="2707798" y="3582312"/>
              <a:ext cx="124817" cy="84381"/>
            </a:xfrm>
            <a:custGeom>
              <a:avLst/>
              <a:gdLst/>
              <a:ahLst/>
              <a:cxnLst/>
              <a:rect l="l" t="t" r="r" b="b"/>
              <a:pathLst>
                <a:path w="85638" h="57894" extrusionOk="0">
                  <a:moveTo>
                    <a:pt x="71849" y="5716"/>
                  </a:moveTo>
                  <a:cubicBezTo>
                    <a:pt x="71849" y="5716"/>
                    <a:pt x="69396" y="28578"/>
                    <a:pt x="42819" y="43129"/>
                  </a:cubicBezTo>
                  <a:cubicBezTo>
                    <a:pt x="16266" y="28578"/>
                    <a:pt x="13837" y="5716"/>
                    <a:pt x="13837" y="5716"/>
                  </a:cubicBezTo>
                  <a:close/>
                  <a:moveTo>
                    <a:pt x="0" y="1"/>
                  </a:moveTo>
                  <a:lnTo>
                    <a:pt x="739" y="6835"/>
                  </a:lnTo>
                  <a:cubicBezTo>
                    <a:pt x="882" y="8217"/>
                    <a:pt x="1858" y="15504"/>
                    <a:pt x="6692" y="24792"/>
                  </a:cubicBezTo>
                  <a:cubicBezTo>
                    <a:pt x="13027" y="36961"/>
                    <a:pt x="23362" y="47201"/>
                    <a:pt x="36484" y="54417"/>
                  </a:cubicBezTo>
                  <a:lnTo>
                    <a:pt x="42819" y="57893"/>
                  </a:lnTo>
                  <a:lnTo>
                    <a:pt x="49177" y="54417"/>
                  </a:lnTo>
                  <a:cubicBezTo>
                    <a:pt x="62323" y="47201"/>
                    <a:pt x="72635" y="36961"/>
                    <a:pt x="78969" y="24792"/>
                  </a:cubicBezTo>
                  <a:cubicBezTo>
                    <a:pt x="83827" y="15504"/>
                    <a:pt x="84780" y="8217"/>
                    <a:pt x="84923" y="6835"/>
                  </a:cubicBezTo>
                  <a:lnTo>
                    <a:pt x="85637" y="25"/>
                  </a:lnTo>
                  <a:lnTo>
                    <a:pt x="0" y="1"/>
                  </a:lnTo>
                  <a:close/>
                </a:path>
              </a:pathLst>
            </a:custGeom>
            <a:solidFill>
              <a:srgbClr val="FF89A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7" name="Google Shape;3447;p45"/>
            <p:cNvSpPr/>
            <p:nvPr/>
          </p:nvSpPr>
          <p:spPr>
            <a:xfrm>
              <a:off x="2707833" y="3582312"/>
              <a:ext cx="124296" cy="47102"/>
            </a:xfrm>
            <a:custGeom>
              <a:avLst/>
              <a:gdLst/>
              <a:ahLst/>
              <a:cxnLst/>
              <a:rect l="l" t="t" r="r" b="b"/>
              <a:pathLst>
                <a:path w="85280" h="32317" extrusionOk="0">
                  <a:moveTo>
                    <a:pt x="85280" y="1"/>
                  </a:moveTo>
                  <a:lnTo>
                    <a:pt x="43224" y="453"/>
                  </a:lnTo>
                  <a:lnTo>
                    <a:pt x="0" y="453"/>
                  </a:lnTo>
                  <a:lnTo>
                    <a:pt x="738" y="6907"/>
                  </a:lnTo>
                  <a:cubicBezTo>
                    <a:pt x="881" y="8264"/>
                    <a:pt x="1858" y="15575"/>
                    <a:pt x="6692" y="24863"/>
                  </a:cubicBezTo>
                  <a:cubicBezTo>
                    <a:pt x="7073" y="25625"/>
                    <a:pt x="7502" y="26363"/>
                    <a:pt x="7930" y="27125"/>
                  </a:cubicBezTo>
                  <a:cubicBezTo>
                    <a:pt x="14551" y="29578"/>
                    <a:pt x="21433" y="31317"/>
                    <a:pt x="28482" y="32317"/>
                  </a:cubicBezTo>
                  <a:cubicBezTo>
                    <a:pt x="15313" y="19314"/>
                    <a:pt x="13836" y="5264"/>
                    <a:pt x="13836" y="5264"/>
                  </a:cubicBezTo>
                  <a:lnTo>
                    <a:pt x="71825" y="5264"/>
                  </a:lnTo>
                  <a:cubicBezTo>
                    <a:pt x="71801" y="5264"/>
                    <a:pt x="70372" y="18719"/>
                    <a:pt x="57584" y="31340"/>
                  </a:cubicBezTo>
                  <a:cubicBezTo>
                    <a:pt x="64442" y="30364"/>
                    <a:pt x="71134" y="28673"/>
                    <a:pt x="77564" y="26292"/>
                  </a:cubicBezTo>
                  <a:cubicBezTo>
                    <a:pt x="77993" y="25577"/>
                    <a:pt x="78374" y="24815"/>
                    <a:pt x="78755" y="24077"/>
                  </a:cubicBezTo>
                  <a:cubicBezTo>
                    <a:pt x="83470" y="15051"/>
                    <a:pt x="84423" y="7979"/>
                    <a:pt x="84565" y="6645"/>
                  </a:cubicBezTo>
                  <a:lnTo>
                    <a:pt x="85280" y="1"/>
                  </a:lnTo>
                  <a:close/>
                </a:path>
              </a:pathLst>
            </a:custGeom>
            <a:solidFill>
              <a:srgbClr val="FF89A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8" name="Google Shape;3448;p45"/>
            <p:cNvSpPr/>
            <p:nvPr/>
          </p:nvSpPr>
          <p:spPr>
            <a:xfrm>
              <a:off x="2721022" y="3586166"/>
              <a:ext cx="98473" cy="63554"/>
            </a:xfrm>
            <a:custGeom>
              <a:avLst/>
              <a:gdLst/>
              <a:ahLst/>
              <a:cxnLst/>
              <a:rect l="l" t="t" r="r" b="b"/>
              <a:pathLst>
                <a:path w="67563" h="43605" extrusionOk="0">
                  <a:moveTo>
                    <a:pt x="1" y="0"/>
                  </a:moveTo>
                  <a:cubicBezTo>
                    <a:pt x="1" y="0"/>
                    <a:pt x="2858" y="26648"/>
                    <a:pt x="33770" y="43604"/>
                  </a:cubicBezTo>
                  <a:cubicBezTo>
                    <a:pt x="64705" y="26648"/>
                    <a:pt x="67562" y="0"/>
                    <a:pt x="67562" y="0"/>
                  </a:cubicBezTo>
                  <a:close/>
                </a:path>
              </a:pathLst>
            </a:custGeom>
            <a:solidFill>
              <a:srgbClr val="EFEDE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9" name="Google Shape;3449;p45"/>
            <p:cNvSpPr/>
            <p:nvPr/>
          </p:nvSpPr>
          <p:spPr>
            <a:xfrm>
              <a:off x="2721022" y="3586166"/>
              <a:ext cx="98473" cy="45088"/>
            </a:xfrm>
            <a:custGeom>
              <a:avLst/>
              <a:gdLst/>
              <a:ahLst/>
              <a:cxnLst/>
              <a:rect l="l" t="t" r="r" b="b"/>
              <a:pathLst>
                <a:path w="67563" h="30935" extrusionOk="0">
                  <a:moveTo>
                    <a:pt x="1" y="0"/>
                  </a:moveTo>
                  <a:cubicBezTo>
                    <a:pt x="1" y="0"/>
                    <a:pt x="1572" y="14717"/>
                    <a:pt x="15051" y="29197"/>
                  </a:cubicBezTo>
                  <a:cubicBezTo>
                    <a:pt x="21172" y="30363"/>
                    <a:pt x="27411" y="30935"/>
                    <a:pt x="33793" y="30935"/>
                  </a:cubicBezTo>
                  <a:cubicBezTo>
                    <a:pt x="40128" y="30935"/>
                    <a:pt x="46368" y="30340"/>
                    <a:pt x="52512" y="29197"/>
                  </a:cubicBezTo>
                  <a:cubicBezTo>
                    <a:pt x="65991" y="14717"/>
                    <a:pt x="67562" y="0"/>
                    <a:pt x="67562" y="0"/>
                  </a:cubicBezTo>
                  <a:close/>
                </a:path>
              </a:pathLst>
            </a:custGeom>
            <a:solidFill>
              <a:srgbClr val="000000">
                <a:alpha val="84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0" name="Google Shape;3450;p45"/>
            <p:cNvSpPr/>
            <p:nvPr/>
          </p:nvSpPr>
          <p:spPr>
            <a:xfrm>
              <a:off x="2627203" y="3361075"/>
              <a:ext cx="282294" cy="169348"/>
            </a:xfrm>
            <a:custGeom>
              <a:avLst/>
              <a:gdLst/>
              <a:ahLst/>
              <a:cxnLst/>
              <a:rect l="l" t="t" r="r" b="b"/>
              <a:pathLst>
                <a:path w="193684" h="116191" extrusionOk="0">
                  <a:moveTo>
                    <a:pt x="98116" y="0"/>
                  </a:moveTo>
                  <a:cubicBezTo>
                    <a:pt x="51363" y="0"/>
                    <a:pt x="36768" y="18054"/>
                    <a:pt x="14557" y="18054"/>
                  </a:cubicBezTo>
                  <a:cubicBezTo>
                    <a:pt x="14412" y="18054"/>
                    <a:pt x="14267" y="18053"/>
                    <a:pt x="14122" y="18051"/>
                  </a:cubicBezTo>
                  <a:cubicBezTo>
                    <a:pt x="14073" y="18050"/>
                    <a:pt x="14024" y="18050"/>
                    <a:pt x="13975" y="18050"/>
                  </a:cubicBezTo>
                  <a:cubicBezTo>
                    <a:pt x="9656" y="18050"/>
                    <a:pt x="5945" y="21148"/>
                    <a:pt x="5144" y="25434"/>
                  </a:cubicBezTo>
                  <a:cubicBezTo>
                    <a:pt x="2858" y="37817"/>
                    <a:pt x="0" y="63084"/>
                    <a:pt x="6978" y="91947"/>
                  </a:cubicBezTo>
                  <a:lnTo>
                    <a:pt x="15813" y="106045"/>
                  </a:lnTo>
                  <a:lnTo>
                    <a:pt x="98092" y="116190"/>
                  </a:lnTo>
                  <a:lnTo>
                    <a:pt x="180871" y="103378"/>
                  </a:lnTo>
                  <a:lnTo>
                    <a:pt x="193683" y="91947"/>
                  </a:lnTo>
                  <a:cubicBezTo>
                    <a:pt x="193683" y="41270"/>
                    <a:pt x="150817" y="0"/>
                    <a:pt x="98116" y="0"/>
                  </a:cubicBezTo>
                  <a:close/>
                </a:path>
              </a:pathLst>
            </a:custGeom>
            <a:solidFill>
              <a:srgbClr val="3A48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1" name="Google Shape;3451;p45"/>
            <p:cNvSpPr/>
            <p:nvPr/>
          </p:nvSpPr>
          <p:spPr>
            <a:xfrm>
              <a:off x="2750004" y="3361075"/>
              <a:ext cx="159493" cy="153070"/>
            </a:xfrm>
            <a:custGeom>
              <a:avLst/>
              <a:gdLst/>
              <a:ahLst/>
              <a:cxnLst/>
              <a:rect l="l" t="t" r="r" b="b"/>
              <a:pathLst>
                <a:path w="109429" h="105022" extrusionOk="0">
                  <a:moveTo>
                    <a:pt x="13861" y="0"/>
                  </a:moveTo>
                  <a:cubicBezTo>
                    <a:pt x="8884" y="0"/>
                    <a:pt x="4287" y="214"/>
                    <a:pt x="1" y="572"/>
                  </a:cubicBezTo>
                  <a:cubicBezTo>
                    <a:pt x="51202" y="5930"/>
                    <a:pt x="91210" y="48605"/>
                    <a:pt x="91210" y="100330"/>
                  </a:cubicBezTo>
                  <a:lnTo>
                    <a:pt x="86043" y="105021"/>
                  </a:lnTo>
                  <a:lnTo>
                    <a:pt x="96616" y="103378"/>
                  </a:lnTo>
                  <a:lnTo>
                    <a:pt x="109428" y="91947"/>
                  </a:lnTo>
                  <a:cubicBezTo>
                    <a:pt x="109428" y="41246"/>
                    <a:pt x="66562" y="0"/>
                    <a:pt x="13861" y="0"/>
                  </a:cubicBezTo>
                  <a:close/>
                </a:path>
              </a:pathLst>
            </a:custGeom>
            <a:solidFill>
              <a:srgbClr val="000000">
                <a:alpha val="84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2" name="Google Shape;3452;p45"/>
            <p:cNvSpPr/>
            <p:nvPr/>
          </p:nvSpPr>
          <p:spPr>
            <a:xfrm>
              <a:off x="2641085" y="3449098"/>
              <a:ext cx="254563" cy="162718"/>
            </a:xfrm>
            <a:custGeom>
              <a:avLst/>
              <a:gdLst/>
              <a:ahLst/>
              <a:cxnLst/>
              <a:rect l="l" t="t" r="r" b="b"/>
              <a:pathLst>
                <a:path w="174657" h="111642" extrusionOk="0">
                  <a:moveTo>
                    <a:pt x="31650" y="0"/>
                  </a:moveTo>
                  <a:cubicBezTo>
                    <a:pt x="31650" y="30078"/>
                    <a:pt x="5788" y="36603"/>
                    <a:pt x="5788" y="36603"/>
                  </a:cubicBezTo>
                  <a:lnTo>
                    <a:pt x="5002" y="36793"/>
                  </a:lnTo>
                  <a:lnTo>
                    <a:pt x="1" y="47843"/>
                  </a:lnTo>
                  <a:lnTo>
                    <a:pt x="8503" y="55059"/>
                  </a:lnTo>
                  <a:cubicBezTo>
                    <a:pt x="18981" y="87828"/>
                    <a:pt x="50797" y="111642"/>
                    <a:pt x="88448" y="111642"/>
                  </a:cubicBezTo>
                  <a:cubicBezTo>
                    <a:pt x="126099" y="111642"/>
                    <a:pt x="157939" y="87828"/>
                    <a:pt x="168417" y="55059"/>
                  </a:cubicBezTo>
                  <a:lnTo>
                    <a:pt x="174656" y="45962"/>
                  </a:lnTo>
                  <a:lnTo>
                    <a:pt x="171894" y="36889"/>
                  </a:lnTo>
                  <a:lnTo>
                    <a:pt x="171108" y="36603"/>
                  </a:lnTo>
                  <a:cubicBezTo>
                    <a:pt x="171108" y="36603"/>
                    <a:pt x="145246" y="30078"/>
                    <a:pt x="145246" y="0"/>
                  </a:cubicBezTo>
                  <a:cubicBezTo>
                    <a:pt x="145246" y="0"/>
                    <a:pt x="121288" y="6168"/>
                    <a:pt x="88448" y="6168"/>
                  </a:cubicBezTo>
                  <a:cubicBezTo>
                    <a:pt x="55608" y="6168"/>
                    <a:pt x="31650" y="0"/>
                    <a:pt x="31650" y="0"/>
                  </a:cubicBezTo>
                  <a:close/>
                </a:path>
              </a:pathLst>
            </a:custGeom>
            <a:solidFill>
              <a:srgbClr val="FBC4A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3" name="Google Shape;3453;p45"/>
            <p:cNvSpPr/>
            <p:nvPr/>
          </p:nvSpPr>
          <p:spPr>
            <a:xfrm>
              <a:off x="2622552" y="3475407"/>
              <a:ext cx="31135" cy="54148"/>
            </a:xfrm>
            <a:custGeom>
              <a:avLst/>
              <a:gdLst/>
              <a:ahLst/>
              <a:cxnLst/>
              <a:rect l="l" t="t" r="r" b="b"/>
              <a:pathLst>
                <a:path w="21362" h="37151" extrusionOk="0">
                  <a:moveTo>
                    <a:pt x="16670" y="1"/>
                  </a:moveTo>
                  <a:cubicBezTo>
                    <a:pt x="7311" y="977"/>
                    <a:pt x="0" y="8907"/>
                    <a:pt x="0" y="18504"/>
                  </a:cubicBezTo>
                  <a:cubicBezTo>
                    <a:pt x="0" y="28816"/>
                    <a:pt x="8335" y="37151"/>
                    <a:pt x="18647" y="37151"/>
                  </a:cubicBezTo>
                  <a:cubicBezTo>
                    <a:pt x="19576" y="37151"/>
                    <a:pt x="20457" y="37056"/>
                    <a:pt x="21362" y="36937"/>
                  </a:cubicBezTo>
                  <a:cubicBezTo>
                    <a:pt x="19528" y="31221"/>
                    <a:pt x="18337" y="25244"/>
                    <a:pt x="17909" y="19052"/>
                  </a:cubicBezTo>
                  <a:lnTo>
                    <a:pt x="17861" y="18742"/>
                  </a:lnTo>
                  <a:cubicBezTo>
                    <a:pt x="17861" y="18742"/>
                    <a:pt x="16789" y="9336"/>
                    <a:pt x="16670" y="1"/>
                  </a:cubicBezTo>
                  <a:close/>
                </a:path>
              </a:pathLst>
            </a:custGeom>
            <a:solidFill>
              <a:srgbClr val="E3B09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4" name="Google Shape;3454;p45"/>
            <p:cNvSpPr/>
            <p:nvPr/>
          </p:nvSpPr>
          <p:spPr>
            <a:xfrm>
              <a:off x="2782215" y="3476171"/>
              <a:ext cx="135091" cy="134293"/>
            </a:xfrm>
            <a:custGeom>
              <a:avLst/>
              <a:gdLst/>
              <a:ahLst/>
              <a:cxnLst/>
              <a:rect l="l" t="t" r="r" b="b"/>
              <a:pathLst>
                <a:path w="92687" h="92139" extrusionOk="0">
                  <a:moveTo>
                    <a:pt x="76207" y="0"/>
                  </a:moveTo>
                  <a:cubicBezTo>
                    <a:pt x="76088" y="9264"/>
                    <a:pt x="75016" y="18552"/>
                    <a:pt x="75016" y="18552"/>
                  </a:cubicBezTo>
                  <a:lnTo>
                    <a:pt x="75016" y="18623"/>
                  </a:lnTo>
                  <a:lnTo>
                    <a:pt x="74254" y="18314"/>
                  </a:lnTo>
                  <a:cubicBezTo>
                    <a:pt x="74254" y="18314"/>
                    <a:pt x="69372" y="17075"/>
                    <a:pt x="63895" y="13217"/>
                  </a:cubicBezTo>
                  <a:cubicBezTo>
                    <a:pt x="63109" y="16909"/>
                    <a:pt x="62156" y="20552"/>
                    <a:pt x="61037" y="24101"/>
                  </a:cubicBezTo>
                  <a:cubicBezTo>
                    <a:pt x="51440" y="54059"/>
                    <a:pt x="29102" y="78683"/>
                    <a:pt x="1" y="92138"/>
                  </a:cubicBezTo>
                  <a:cubicBezTo>
                    <a:pt x="33912" y="89233"/>
                    <a:pt x="61918" y="66728"/>
                    <a:pt x="71563" y="36532"/>
                  </a:cubicBezTo>
                  <a:cubicBezTo>
                    <a:pt x="72468" y="36675"/>
                    <a:pt x="73349" y="36746"/>
                    <a:pt x="74254" y="36746"/>
                  </a:cubicBezTo>
                  <a:cubicBezTo>
                    <a:pt x="84423" y="36746"/>
                    <a:pt x="92687" y="28506"/>
                    <a:pt x="92687" y="18314"/>
                  </a:cubicBezTo>
                  <a:cubicBezTo>
                    <a:pt x="92687" y="8812"/>
                    <a:pt x="85471" y="1001"/>
                    <a:pt x="76207" y="0"/>
                  </a:cubicBezTo>
                  <a:close/>
                </a:path>
              </a:pathLst>
            </a:custGeom>
            <a:solidFill>
              <a:srgbClr val="E3B09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5" name="Google Shape;3455;p45"/>
            <p:cNvSpPr/>
            <p:nvPr/>
          </p:nvSpPr>
          <p:spPr>
            <a:xfrm>
              <a:off x="2822549" y="3531081"/>
              <a:ext cx="27768" cy="9617"/>
            </a:xfrm>
            <a:custGeom>
              <a:avLst/>
              <a:gdLst/>
              <a:ahLst/>
              <a:cxnLst/>
              <a:rect l="l" t="t" r="r" b="b"/>
              <a:pathLst>
                <a:path w="19052" h="6598" extrusionOk="0">
                  <a:moveTo>
                    <a:pt x="3620" y="1"/>
                  </a:moveTo>
                  <a:cubicBezTo>
                    <a:pt x="1929" y="1"/>
                    <a:pt x="453" y="1215"/>
                    <a:pt x="238" y="2882"/>
                  </a:cubicBezTo>
                  <a:cubicBezTo>
                    <a:pt x="0" y="4907"/>
                    <a:pt x="1548" y="6597"/>
                    <a:pt x="3501" y="6597"/>
                  </a:cubicBezTo>
                  <a:lnTo>
                    <a:pt x="15408" y="6597"/>
                  </a:lnTo>
                  <a:cubicBezTo>
                    <a:pt x="17099" y="6597"/>
                    <a:pt x="18599" y="5383"/>
                    <a:pt x="18814" y="3716"/>
                  </a:cubicBezTo>
                  <a:cubicBezTo>
                    <a:pt x="19052" y="1715"/>
                    <a:pt x="17504" y="1"/>
                    <a:pt x="15527" y="1"/>
                  </a:cubicBezTo>
                  <a:close/>
                </a:path>
              </a:pathLst>
            </a:custGeom>
            <a:solidFill>
              <a:srgbClr val="F980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6" name="Google Shape;3456;p45"/>
            <p:cNvSpPr/>
            <p:nvPr/>
          </p:nvSpPr>
          <p:spPr>
            <a:xfrm>
              <a:off x="2690130" y="3531081"/>
              <a:ext cx="27770" cy="9617"/>
            </a:xfrm>
            <a:custGeom>
              <a:avLst/>
              <a:gdLst/>
              <a:ahLst/>
              <a:cxnLst/>
              <a:rect l="l" t="t" r="r" b="b"/>
              <a:pathLst>
                <a:path w="19053" h="6598" extrusionOk="0">
                  <a:moveTo>
                    <a:pt x="3621" y="1"/>
                  </a:moveTo>
                  <a:cubicBezTo>
                    <a:pt x="1930" y="1"/>
                    <a:pt x="429" y="1215"/>
                    <a:pt x="239" y="2882"/>
                  </a:cubicBezTo>
                  <a:cubicBezTo>
                    <a:pt x="1" y="4907"/>
                    <a:pt x="1549" y="6597"/>
                    <a:pt x="3502" y="6597"/>
                  </a:cubicBezTo>
                  <a:lnTo>
                    <a:pt x="15409" y="6597"/>
                  </a:lnTo>
                  <a:cubicBezTo>
                    <a:pt x="17100" y="6597"/>
                    <a:pt x="18600" y="5383"/>
                    <a:pt x="18814" y="3716"/>
                  </a:cubicBezTo>
                  <a:cubicBezTo>
                    <a:pt x="19052" y="1715"/>
                    <a:pt x="17504" y="1"/>
                    <a:pt x="15528" y="1"/>
                  </a:cubicBezTo>
                  <a:close/>
                </a:path>
              </a:pathLst>
            </a:custGeom>
            <a:solidFill>
              <a:srgbClr val="F980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7" name="Google Shape;3457;p45"/>
            <p:cNvSpPr/>
            <p:nvPr/>
          </p:nvSpPr>
          <p:spPr>
            <a:xfrm>
              <a:off x="2831468" y="3499495"/>
              <a:ext cx="9650" cy="22494"/>
            </a:xfrm>
            <a:custGeom>
              <a:avLst/>
              <a:gdLst/>
              <a:ahLst/>
              <a:cxnLst/>
              <a:rect l="l" t="t" r="r" b="b"/>
              <a:pathLst>
                <a:path w="6621" h="15433" extrusionOk="0">
                  <a:moveTo>
                    <a:pt x="3313" y="0"/>
                  </a:moveTo>
                  <a:cubicBezTo>
                    <a:pt x="1509" y="0"/>
                    <a:pt x="0" y="1468"/>
                    <a:pt x="0" y="3287"/>
                  </a:cubicBezTo>
                  <a:lnTo>
                    <a:pt x="0" y="12146"/>
                  </a:lnTo>
                  <a:cubicBezTo>
                    <a:pt x="0" y="13965"/>
                    <a:pt x="1468" y="15433"/>
                    <a:pt x="3305" y="15433"/>
                  </a:cubicBezTo>
                  <a:cubicBezTo>
                    <a:pt x="3440" y="15433"/>
                    <a:pt x="3577" y="15425"/>
                    <a:pt x="3715" y="15409"/>
                  </a:cubicBezTo>
                  <a:cubicBezTo>
                    <a:pt x="5382" y="15170"/>
                    <a:pt x="6621" y="13646"/>
                    <a:pt x="6621" y="11979"/>
                  </a:cubicBezTo>
                  <a:lnTo>
                    <a:pt x="6621" y="3406"/>
                  </a:lnTo>
                  <a:cubicBezTo>
                    <a:pt x="6621" y="1715"/>
                    <a:pt x="5382" y="239"/>
                    <a:pt x="3715" y="24"/>
                  </a:cubicBezTo>
                  <a:cubicBezTo>
                    <a:pt x="3580" y="8"/>
                    <a:pt x="3446" y="0"/>
                    <a:pt x="3313"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8" name="Google Shape;3458;p45"/>
            <p:cNvSpPr/>
            <p:nvPr/>
          </p:nvSpPr>
          <p:spPr>
            <a:xfrm>
              <a:off x="2698912" y="3499495"/>
              <a:ext cx="9652" cy="22494"/>
            </a:xfrm>
            <a:custGeom>
              <a:avLst/>
              <a:gdLst/>
              <a:ahLst/>
              <a:cxnLst/>
              <a:rect l="l" t="t" r="r" b="b"/>
              <a:pathLst>
                <a:path w="6622" h="15433" extrusionOk="0">
                  <a:moveTo>
                    <a:pt x="3333" y="0"/>
                  </a:moveTo>
                  <a:cubicBezTo>
                    <a:pt x="1509" y="0"/>
                    <a:pt x="1" y="1468"/>
                    <a:pt x="1" y="3287"/>
                  </a:cubicBezTo>
                  <a:lnTo>
                    <a:pt x="1" y="12146"/>
                  </a:lnTo>
                  <a:cubicBezTo>
                    <a:pt x="1" y="13965"/>
                    <a:pt x="1489" y="15433"/>
                    <a:pt x="3329" y="15433"/>
                  </a:cubicBezTo>
                  <a:cubicBezTo>
                    <a:pt x="3464" y="15433"/>
                    <a:pt x="3601" y="15425"/>
                    <a:pt x="3740" y="15409"/>
                  </a:cubicBezTo>
                  <a:cubicBezTo>
                    <a:pt x="5431" y="15170"/>
                    <a:pt x="6621" y="13646"/>
                    <a:pt x="6621" y="11979"/>
                  </a:cubicBezTo>
                  <a:lnTo>
                    <a:pt x="6621" y="3406"/>
                  </a:lnTo>
                  <a:cubicBezTo>
                    <a:pt x="6621" y="1715"/>
                    <a:pt x="5407" y="239"/>
                    <a:pt x="3740" y="24"/>
                  </a:cubicBezTo>
                  <a:cubicBezTo>
                    <a:pt x="3603" y="8"/>
                    <a:pt x="3467" y="0"/>
                    <a:pt x="3333"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9" name="Google Shape;3459;p45"/>
            <p:cNvSpPr/>
            <p:nvPr/>
          </p:nvSpPr>
          <p:spPr>
            <a:xfrm>
              <a:off x="2752989" y="3525276"/>
              <a:ext cx="34398" cy="14867"/>
            </a:xfrm>
            <a:custGeom>
              <a:avLst/>
              <a:gdLst/>
              <a:ahLst/>
              <a:cxnLst/>
              <a:rect l="l" t="t" r="r" b="b"/>
              <a:pathLst>
                <a:path w="23601" h="10200" extrusionOk="0">
                  <a:moveTo>
                    <a:pt x="19941" y="0"/>
                  </a:moveTo>
                  <a:cubicBezTo>
                    <a:pt x="19029" y="0"/>
                    <a:pt x="18126" y="378"/>
                    <a:pt x="17481" y="1126"/>
                  </a:cubicBezTo>
                  <a:cubicBezTo>
                    <a:pt x="16099" y="2698"/>
                    <a:pt x="14051" y="3579"/>
                    <a:pt x="11813" y="3579"/>
                  </a:cubicBezTo>
                  <a:cubicBezTo>
                    <a:pt x="9574" y="3579"/>
                    <a:pt x="7526" y="2698"/>
                    <a:pt x="6169" y="1126"/>
                  </a:cubicBezTo>
                  <a:cubicBezTo>
                    <a:pt x="5521" y="387"/>
                    <a:pt x="4604" y="8"/>
                    <a:pt x="3685" y="8"/>
                  </a:cubicBezTo>
                  <a:cubicBezTo>
                    <a:pt x="2915" y="8"/>
                    <a:pt x="2144" y="274"/>
                    <a:pt x="1525" y="816"/>
                  </a:cubicBezTo>
                  <a:cubicBezTo>
                    <a:pt x="144" y="2007"/>
                    <a:pt x="1" y="4103"/>
                    <a:pt x="1215" y="5460"/>
                  </a:cubicBezTo>
                  <a:cubicBezTo>
                    <a:pt x="3835" y="8461"/>
                    <a:pt x="7717" y="10199"/>
                    <a:pt x="11813" y="10199"/>
                  </a:cubicBezTo>
                  <a:cubicBezTo>
                    <a:pt x="15933" y="10199"/>
                    <a:pt x="19791" y="8461"/>
                    <a:pt x="22410" y="5460"/>
                  </a:cubicBezTo>
                  <a:cubicBezTo>
                    <a:pt x="23601" y="4103"/>
                    <a:pt x="23482" y="2007"/>
                    <a:pt x="22125" y="816"/>
                  </a:cubicBezTo>
                  <a:cubicBezTo>
                    <a:pt x="21491" y="271"/>
                    <a:pt x="20713" y="0"/>
                    <a:pt x="19941"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0" name="Google Shape;3460;p45"/>
            <p:cNvSpPr/>
            <p:nvPr/>
          </p:nvSpPr>
          <p:spPr>
            <a:xfrm>
              <a:off x="2617796" y="3356354"/>
              <a:ext cx="304890" cy="327798"/>
            </a:xfrm>
            <a:custGeom>
              <a:avLst/>
              <a:gdLst/>
              <a:ahLst/>
              <a:cxnLst/>
              <a:rect l="l" t="t" r="r" b="b"/>
              <a:pathLst>
                <a:path w="209187" h="224904" extrusionOk="0">
                  <a:moveTo>
                    <a:pt x="16766" y="85756"/>
                  </a:moveTo>
                  <a:cubicBezTo>
                    <a:pt x="17052" y="93615"/>
                    <a:pt x="17837" y="100473"/>
                    <a:pt x="17885" y="100783"/>
                  </a:cubicBezTo>
                  <a:lnTo>
                    <a:pt x="17885" y="100830"/>
                  </a:lnTo>
                  <a:cubicBezTo>
                    <a:pt x="18004" y="103950"/>
                    <a:pt x="18528" y="107022"/>
                    <a:pt x="19076" y="110070"/>
                  </a:cubicBezTo>
                  <a:cubicBezTo>
                    <a:pt x="19409" y="111856"/>
                    <a:pt x="19814" y="113642"/>
                    <a:pt x="20267" y="115428"/>
                  </a:cubicBezTo>
                  <a:cubicBezTo>
                    <a:pt x="12598" y="114595"/>
                    <a:pt x="6573" y="108070"/>
                    <a:pt x="6573" y="100187"/>
                  </a:cubicBezTo>
                  <a:cubicBezTo>
                    <a:pt x="6573" y="95020"/>
                    <a:pt x="9145" y="90423"/>
                    <a:pt x="13122" y="87661"/>
                  </a:cubicBezTo>
                  <a:cubicBezTo>
                    <a:pt x="13170" y="87637"/>
                    <a:pt x="13194" y="87637"/>
                    <a:pt x="13194" y="87613"/>
                  </a:cubicBezTo>
                  <a:cubicBezTo>
                    <a:pt x="14289" y="86827"/>
                    <a:pt x="15504" y="86208"/>
                    <a:pt x="16766" y="85756"/>
                  </a:cubicBezTo>
                  <a:close/>
                  <a:moveTo>
                    <a:pt x="192398" y="85780"/>
                  </a:moveTo>
                  <a:cubicBezTo>
                    <a:pt x="194255" y="86446"/>
                    <a:pt x="195994" y="87518"/>
                    <a:pt x="197470" y="88828"/>
                  </a:cubicBezTo>
                  <a:cubicBezTo>
                    <a:pt x="200685" y="91709"/>
                    <a:pt x="202566" y="95877"/>
                    <a:pt x="202566" y="100235"/>
                  </a:cubicBezTo>
                  <a:cubicBezTo>
                    <a:pt x="202566" y="108117"/>
                    <a:pt x="196565" y="114643"/>
                    <a:pt x="188873" y="115476"/>
                  </a:cubicBezTo>
                  <a:cubicBezTo>
                    <a:pt x="189492" y="113047"/>
                    <a:pt x="190016" y="110642"/>
                    <a:pt x="190421" y="108165"/>
                  </a:cubicBezTo>
                  <a:cubicBezTo>
                    <a:pt x="190421" y="108141"/>
                    <a:pt x="190421" y="108117"/>
                    <a:pt x="190445" y="108094"/>
                  </a:cubicBezTo>
                  <a:cubicBezTo>
                    <a:pt x="190850" y="105641"/>
                    <a:pt x="190993" y="103212"/>
                    <a:pt x="191278" y="100759"/>
                  </a:cubicBezTo>
                  <a:cubicBezTo>
                    <a:pt x="191374" y="99902"/>
                    <a:pt x="192112" y="93329"/>
                    <a:pt x="192398" y="85780"/>
                  </a:cubicBezTo>
                  <a:close/>
                  <a:moveTo>
                    <a:pt x="158224" y="67728"/>
                  </a:moveTo>
                  <a:cubicBezTo>
                    <a:pt x="159200" y="80398"/>
                    <a:pt x="164678" y="88804"/>
                    <a:pt x="170488" y="94210"/>
                  </a:cubicBezTo>
                  <a:cubicBezTo>
                    <a:pt x="171917" y="95543"/>
                    <a:pt x="173394" y="96782"/>
                    <a:pt x="175037" y="97877"/>
                  </a:cubicBezTo>
                  <a:lnTo>
                    <a:pt x="175061" y="97901"/>
                  </a:lnTo>
                  <a:cubicBezTo>
                    <a:pt x="178871" y="100544"/>
                    <a:pt x="182419" y="102045"/>
                    <a:pt x="184491" y="102783"/>
                  </a:cubicBezTo>
                  <a:cubicBezTo>
                    <a:pt x="184348" y="104093"/>
                    <a:pt x="184205" y="105403"/>
                    <a:pt x="183991" y="106712"/>
                  </a:cubicBezTo>
                  <a:cubicBezTo>
                    <a:pt x="183396" y="110404"/>
                    <a:pt x="181372" y="117691"/>
                    <a:pt x="181372" y="117738"/>
                  </a:cubicBezTo>
                  <a:cubicBezTo>
                    <a:pt x="177323" y="130312"/>
                    <a:pt x="169917" y="141791"/>
                    <a:pt x="159677" y="151007"/>
                  </a:cubicBezTo>
                  <a:cubicBezTo>
                    <a:pt x="144721" y="164462"/>
                    <a:pt x="124693" y="171916"/>
                    <a:pt x="104594" y="171916"/>
                  </a:cubicBezTo>
                  <a:cubicBezTo>
                    <a:pt x="84661" y="171916"/>
                    <a:pt x="64538" y="164462"/>
                    <a:pt x="49654" y="151126"/>
                  </a:cubicBezTo>
                  <a:cubicBezTo>
                    <a:pt x="39342" y="141862"/>
                    <a:pt x="31888" y="130384"/>
                    <a:pt x="27840" y="117738"/>
                  </a:cubicBezTo>
                  <a:cubicBezTo>
                    <a:pt x="27840" y="117691"/>
                    <a:pt x="27840" y="117667"/>
                    <a:pt x="27792" y="117643"/>
                  </a:cubicBezTo>
                  <a:cubicBezTo>
                    <a:pt x="26577" y="113809"/>
                    <a:pt x="25649" y="109832"/>
                    <a:pt x="25101" y="105855"/>
                  </a:cubicBezTo>
                  <a:cubicBezTo>
                    <a:pt x="25053" y="105712"/>
                    <a:pt x="24577" y="102807"/>
                    <a:pt x="24696" y="102783"/>
                  </a:cubicBezTo>
                  <a:cubicBezTo>
                    <a:pt x="26792" y="102045"/>
                    <a:pt x="30292" y="100544"/>
                    <a:pt x="34103" y="97901"/>
                  </a:cubicBezTo>
                  <a:cubicBezTo>
                    <a:pt x="34103" y="97901"/>
                    <a:pt x="34150" y="97901"/>
                    <a:pt x="34150" y="97877"/>
                  </a:cubicBezTo>
                  <a:cubicBezTo>
                    <a:pt x="44176" y="90828"/>
                    <a:pt x="50011" y="79897"/>
                    <a:pt x="50940" y="67728"/>
                  </a:cubicBezTo>
                  <a:cubicBezTo>
                    <a:pt x="54226" y="68443"/>
                    <a:pt x="59513" y="69443"/>
                    <a:pt x="66324" y="70396"/>
                  </a:cubicBezTo>
                  <a:cubicBezTo>
                    <a:pt x="66348" y="70396"/>
                    <a:pt x="66419" y="70396"/>
                    <a:pt x="66443" y="70419"/>
                  </a:cubicBezTo>
                  <a:cubicBezTo>
                    <a:pt x="79065" y="72182"/>
                    <a:pt x="91829" y="73087"/>
                    <a:pt x="104594" y="73087"/>
                  </a:cubicBezTo>
                  <a:cubicBezTo>
                    <a:pt x="107547" y="73087"/>
                    <a:pt x="110500" y="73015"/>
                    <a:pt x="113476" y="72920"/>
                  </a:cubicBezTo>
                  <a:cubicBezTo>
                    <a:pt x="123336" y="72610"/>
                    <a:pt x="133052" y="71491"/>
                    <a:pt x="142816" y="70396"/>
                  </a:cubicBezTo>
                  <a:cubicBezTo>
                    <a:pt x="149603" y="69443"/>
                    <a:pt x="154890" y="68443"/>
                    <a:pt x="158224" y="67728"/>
                  </a:cubicBezTo>
                  <a:close/>
                  <a:moveTo>
                    <a:pt x="123669" y="176465"/>
                  </a:moveTo>
                  <a:cubicBezTo>
                    <a:pt x="123621" y="176512"/>
                    <a:pt x="123098" y="177322"/>
                    <a:pt x="122812" y="177679"/>
                  </a:cubicBezTo>
                  <a:cubicBezTo>
                    <a:pt x="120264" y="181347"/>
                    <a:pt x="117215" y="184681"/>
                    <a:pt x="113834" y="187586"/>
                  </a:cubicBezTo>
                  <a:cubicBezTo>
                    <a:pt x="111428" y="189682"/>
                    <a:pt x="108809" y="191587"/>
                    <a:pt x="106094" y="193254"/>
                  </a:cubicBezTo>
                  <a:cubicBezTo>
                    <a:pt x="105594" y="193540"/>
                    <a:pt x="105070" y="193873"/>
                    <a:pt x="104570" y="194159"/>
                  </a:cubicBezTo>
                  <a:lnTo>
                    <a:pt x="104546" y="194159"/>
                  </a:lnTo>
                  <a:cubicBezTo>
                    <a:pt x="101283" y="192254"/>
                    <a:pt x="98188" y="190063"/>
                    <a:pt x="95330" y="187586"/>
                  </a:cubicBezTo>
                  <a:cubicBezTo>
                    <a:pt x="91591" y="184371"/>
                    <a:pt x="88305" y="180680"/>
                    <a:pt x="85590" y="176608"/>
                  </a:cubicBezTo>
                  <a:cubicBezTo>
                    <a:pt x="85566" y="176584"/>
                    <a:pt x="85518" y="176536"/>
                    <a:pt x="85518" y="176489"/>
                  </a:cubicBezTo>
                  <a:lnTo>
                    <a:pt x="85518" y="176489"/>
                  </a:lnTo>
                  <a:cubicBezTo>
                    <a:pt x="85637" y="176512"/>
                    <a:pt x="85756" y="176536"/>
                    <a:pt x="85875" y="176536"/>
                  </a:cubicBezTo>
                  <a:cubicBezTo>
                    <a:pt x="92020" y="177822"/>
                    <a:pt x="98307" y="178489"/>
                    <a:pt x="104570" y="178489"/>
                  </a:cubicBezTo>
                  <a:cubicBezTo>
                    <a:pt x="110833" y="178489"/>
                    <a:pt x="117192" y="177822"/>
                    <a:pt x="123359" y="176512"/>
                  </a:cubicBezTo>
                  <a:cubicBezTo>
                    <a:pt x="123455" y="176489"/>
                    <a:pt x="123574" y="176489"/>
                    <a:pt x="123669" y="176465"/>
                  </a:cubicBezTo>
                  <a:close/>
                  <a:moveTo>
                    <a:pt x="46034" y="164796"/>
                  </a:moveTo>
                  <a:lnTo>
                    <a:pt x="46034" y="218283"/>
                  </a:lnTo>
                  <a:lnTo>
                    <a:pt x="31888" y="218283"/>
                  </a:lnTo>
                  <a:cubicBezTo>
                    <a:pt x="31340" y="210972"/>
                    <a:pt x="31674" y="203780"/>
                    <a:pt x="32864" y="196921"/>
                  </a:cubicBezTo>
                  <a:cubicBezTo>
                    <a:pt x="34293" y="188753"/>
                    <a:pt x="36937" y="180894"/>
                    <a:pt x="40795" y="173536"/>
                  </a:cubicBezTo>
                  <a:cubicBezTo>
                    <a:pt x="42343" y="170535"/>
                    <a:pt x="44081" y="167630"/>
                    <a:pt x="46034" y="164796"/>
                  </a:cubicBezTo>
                  <a:close/>
                  <a:moveTo>
                    <a:pt x="156795" y="161866"/>
                  </a:moveTo>
                  <a:lnTo>
                    <a:pt x="156795" y="218283"/>
                  </a:lnTo>
                  <a:lnTo>
                    <a:pt x="52630" y="218283"/>
                  </a:lnTo>
                  <a:lnTo>
                    <a:pt x="52630" y="161866"/>
                  </a:lnTo>
                  <a:cubicBezTo>
                    <a:pt x="55060" y="163629"/>
                    <a:pt x="57584" y="165272"/>
                    <a:pt x="60156" y="166748"/>
                  </a:cubicBezTo>
                  <a:cubicBezTo>
                    <a:pt x="60989" y="170416"/>
                    <a:pt x="62609" y="175560"/>
                    <a:pt x="65705" y="181466"/>
                  </a:cubicBezTo>
                  <a:cubicBezTo>
                    <a:pt x="67253" y="184442"/>
                    <a:pt x="69086" y="187395"/>
                    <a:pt x="71110" y="190206"/>
                  </a:cubicBezTo>
                  <a:cubicBezTo>
                    <a:pt x="71795" y="191129"/>
                    <a:pt x="72853" y="191659"/>
                    <a:pt x="73921" y="191659"/>
                  </a:cubicBezTo>
                  <a:cubicBezTo>
                    <a:pt x="74449" y="191659"/>
                    <a:pt x="74980" y="191529"/>
                    <a:pt x="75469" y="191253"/>
                  </a:cubicBezTo>
                  <a:cubicBezTo>
                    <a:pt x="77231" y="190277"/>
                    <a:pt x="77659" y="188015"/>
                    <a:pt x="76516" y="186443"/>
                  </a:cubicBezTo>
                  <a:cubicBezTo>
                    <a:pt x="74635" y="183847"/>
                    <a:pt x="72944" y="181156"/>
                    <a:pt x="71515" y="178417"/>
                  </a:cubicBezTo>
                  <a:cubicBezTo>
                    <a:pt x="70086" y="175679"/>
                    <a:pt x="69015" y="173107"/>
                    <a:pt x="68205" y="170868"/>
                  </a:cubicBezTo>
                  <a:lnTo>
                    <a:pt x="68205" y="170868"/>
                  </a:lnTo>
                  <a:cubicBezTo>
                    <a:pt x="68229" y="170868"/>
                    <a:pt x="71015" y="172083"/>
                    <a:pt x="72420" y="172631"/>
                  </a:cubicBezTo>
                  <a:cubicBezTo>
                    <a:pt x="73849" y="173154"/>
                    <a:pt x="75278" y="173655"/>
                    <a:pt x="76707" y="174131"/>
                  </a:cubicBezTo>
                  <a:cubicBezTo>
                    <a:pt x="78969" y="178775"/>
                    <a:pt x="81922" y="183061"/>
                    <a:pt x="85352" y="186943"/>
                  </a:cubicBezTo>
                  <a:cubicBezTo>
                    <a:pt x="90376" y="192587"/>
                    <a:pt x="96473" y="197302"/>
                    <a:pt x="103117" y="200898"/>
                  </a:cubicBezTo>
                  <a:cubicBezTo>
                    <a:pt x="103605" y="201172"/>
                    <a:pt x="104147" y="201309"/>
                    <a:pt x="104689" y="201309"/>
                  </a:cubicBezTo>
                  <a:cubicBezTo>
                    <a:pt x="105231" y="201309"/>
                    <a:pt x="105772" y="201172"/>
                    <a:pt x="106261" y="200898"/>
                  </a:cubicBezTo>
                  <a:cubicBezTo>
                    <a:pt x="109166" y="199326"/>
                    <a:pt x="111952" y="197540"/>
                    <a:pt x="114596" y="195540"/>
                  </a:cubicBezTo>
                  <a:cubicBezTo>
                    <a:pt x="120835" y="190896"/>
                    <a:pt x="126241" y="185085"/>
                    <a:pt x="130289" y="178417"/>
                  </a:cubicBezTo>
                  <a:cubicBezTo>
                    <a:pt x="131123" y="177060"/>
                    <a:pt x="131933" y="175560"/>
                    <a:pt x="132647" y="174107"/>
                  </a:cubicBezTo>
                  <a:cubicBezTo>
                    <a:pt x="135529" y="173154"/>
                    <a:pt x="138386" y="172059"/>
                    <a:pt x="141149" y="170844"/>
                  </a:cubicBezTo>
                  <a:lnTo>
                    <a:pt x="141149" y="170844"/>
                  </a:lnTo>
                  <a:cubicBezTo>
                    <a:pt x="140363" y="173107"/>
                    <a:pt x="139291" y="175655"/>
                    <a:pt x="137862" y="178394"/>
                  </a:cubicBezTo>
                  <a:cubicBezTo>
                    <a:pt x="131814" y="189967"/>
                    <a:pt x="121978" y="199779"/>
                    <a:pt x="109428" y="206637"/>
                  </a:cubicBezTo>
                  <a:lnTo>
                    <a:pt x="104689" y="209233"/>
                  </a:lnTo>
                  <a:lnTo>
                    <a:pt x="99950" y="206637"/>
                  </a:lnTo>
                  <a:cubicBezTo>
                    <a:pt x="94353" y="203589"/>
                    <a:pt x="89281" y="199898"/>
                    <a:pt x="84804" y="195731"/>
                  </a:cubicBezTo>
                  <a:cubicBezTo>
                    <a:pt x="84148" y="195113"/>
                    <a:pt x="83290" y="194787"/>
                    <a:pt x="82434" y="194787"/>
                  </a:cubicBezTo>
                  <a:cubicBezTo>
                    <a:pt x="81705" y="194787"/>
                    <a:pt x="80977" y="195023"/>
                    <a:pt x="80374" y="195516"/>
                  </a:cubicBezTo>
                  <a:cubicBezTo>
                    <a:pt x="78826" y="196802"/>
                    <a:pt x="78803" y="199112"/>
                    <a:pt x="80231" y="200446"/>
                  </a:cubicBezTo>
                  <a:cubicBezTo>
                    <a:pt x="85113" y="205042"/>
                    <a:pt x="90710" y="209090"/>
                    <a:pt x="96806" y="212424"/>
                  </a:cubicBezTo>
                  <a:lnTo>
                    <a:pt x="103141" y="215901"/>
                  </a:lnTo>
                  <a:cubicBezTo>
                    <a:pt x="103629" y="216175"/>
                    <a:pt x="104171" y="216312"/>
                    <a:pt x="104716" y="216312"/>
                  </a:cubicBezTo>
                  <a:cubicBezTo>
                    <a:pt x="105260" y="216312"/>
                    <a:pt x="105808" y="216175"/>
                    <a:pt x="106308" y="215901"/>
                  </a:cubicBezTo>
                  <a:lnTo>
                    <a:pt x="112643" y="212424"/>
                  </a:lnTo>
                  <a:cubicBezTo>
                    <a:pt x="126336" y="204899"/>
                    <a:pt x="137100" y="194183"/>
                    <a:pt x="143745" y="181442"/>
                  </a:cubicBezTo>
                  <a:cubicBezTo>
                    <a:pt x="146817" y="175536"/>
                    <a:pt x="148412" y="170392"/>
                    <a:pt x="149293" y="166725"/>
                  </a:cubicBezTo>
                  <a:cubicBezTo>
                    <a:pt x="151865" y="165248"/>
                    <a:pt x="154366" y="163629"/>
                    <a:pt x="156795" y="161866"/>
                  </a:cubicBezTo>
                  <a:close/>
                  <a:moveTo>
                    <a:pt x="163344" y="164891"/>
                  </a:moveTo>
                  <a:cubicBezTo>
                    <a:pt x="168726" y="172797"/>
                    <a:pt x="174108" y="183514"/>
                    <a:pt x="176466" y="196921"/>
                  </a:cubicBezTo>
                  <a:cubicBezTo>
                    <a:pt x="177633" y="203780"/>
                    <a:pt x="177942" y="210972"/>
                    <a:pt x="177418" y="218283"/>
                  </a:cubicBezTo>
                  <a:lnTo>
                    <a:pt x="163344" y="218283"/>
                  </a:lnTo>
                  <a:lnTo>
                    <a:pt x="163344" y="164891"/>
                  </a:lnTo>
                  <a:close/>
                  <a:moveTo>
                    <a:pt x="104641" y="0"/>
                  </a:moveTo>
                  <a:cubicBezTo>
                    <a:pt x="76350" y="0"/>
                    <a:pt x="59513" y="6478"/>
                    <a:pt x="45986" y="11693"/>
                  </a:cubicBezTo>
                  <a:cubicBezTo>
                    <a:pt x="36827" y="15230"/>
                    <a:pt x="29534" y="18030"/>
                    <a:pt x="21094" y="18030"/>
                  </a:cubicBezTo>
                  <a:cubicBezTo>
                    <a:pt x="20953" y="18030"/>
                    <a:pt x="20812" y="18029"/>
                    <a:pt x="20671" y="18028"/>
                  </a:cubicBezTo>
                  <a:cubicBezTo>
                    <a:pt x="20622" y="18027"/>
                    <a:pt x="20572" y="18027"/>
                    <a:pt x="20522" y="18027"/>
                  </a:cubicBezTo>
                  <a:cubicBezTo>
                    <a:pt x="14585" y="18027"/>
                    <a:pt x="9517" y="22245"/>
                    <a:pt x="8431" y="28125"/>
                  </a:cubicBezTo>
                  <a:cubicBezTo>
                    <a:pt x="6526" y="38437"/>
                    <a:pt x="3954" y="59155"/>
                    <a:pt x="7788" y="83517"/>
                  </a:cubicBezTo>
                  <a:cubicBezTo>
                    <a:pt x="3025" y="87566"/>
                    <a:pt x="48" y="93591"/>
                    <a:pt x="48" y="100259"/>
                  </a:cubicBezTo>
                  <a:cubicBezTo>
                    <a:pt x="0" y="112333"/>
                    <a:pt x="9812" y="122168"/>
                    <a:pt x="21934" y="122168"/>
                  </a:cubicBezTo>
                  <a:lnTo>
                    <a:pt x="22315" y="122168"/>
                  </a:lnTo>
                  <a:cubicBezTo>
                    <a:pt x="26792" y="134718"/>
                    <a:pt x="34389" y="146125"/>
                    <a:pt x="44581" y="155508"/>
                  </a:cubicBezTo>
                  <a:cubicBezTo>
                    <a:pt x="40818" y="160199"/>
                    <a:pt x="37508" y="165248"/>
                    <a:pt x="34770" y="170511"/>
                  </a:cubicBezTo>
                  <a:cubicBezTo>
                    <a:pt x="30626" y="178465"/>
                    <a:pt x="27744" y="186943"/>
                    <a:pt x="26220" y="195778"/>
                  </a:cubicBezTo>
                  <a:cubicBezTo>
                    <a:pt x="24768" y="204208"/>
                    <a:pt x="24506" y="212996"/>
                    <a:pt x="25458" y="221950"/>
                  </a:cubicBezTo>
                  <a:cubicBezTo>
                    <a:pt x="25625" y="223617"/>
                    <a:pt x="27030" y="224903"/>
                    <a:pt x="28721" y="224903"/>
                  </a:cubicBezTo>
                  <a:lnTo>
                    <a:pt x="180395" y="224903"/>
                  </a:lnTo>
                  <a:cubicBezTo>
                    <a:pt x="182086" y="224903"/>
                    <a:pt x="183491" y="223617"/>
                    <a:pt x="183658" y="221950"/>
                  </a:cubicBezTo>
                  <a:cubicBezTo>
                    <a:pt x="184610" y="212996"/>
                    <a:pt x="184372" y="204185"/>
                    <a:pt x="182896" y="195778"/>
                  </a:cubicBezTo>
                  <a:cubicBezTo>
                    <a:pt x="179728" y="177798"/>
                    <a:pt x="171560" y="164296"/>
                    <a:pt x="164559" y="155532"/>
                  </a:cubicBezTo>
                  <a:cubicBezTo>
                    <a:pt x="174799" y="146173"/>
                    <a:pt x="182396" y="134766"/>
                    <a:pt x="186849" y="122192"/>
                  </a:cubicBezTo>
                  <a:lnTo>
                    <a:pt x="187230" y="122192"/>
                  </a:lnTo>
                  <a:cubicBezTo>
                    <a:pt x="199328" y="122192"/>
                    <a:pt x="209187" y="112380"/>
                    <a:pt x="209187" y="100259"/>
                  </a:cubicBezTo>
                  <a:cubicBezTo>
                    <a:pt x="209187" y="94234"/>
                    <a:pt x="206758" y="88780"/>
                    <a:pt x="202828" y="84803"/>
                  </a:cubicBezTo>
                  <a:cubicBezTo>
                    <a:pt x="200376" y="63061"/>
                    <a:pt x="190088" y="42699"/>
                    <a:pt x="173775" y="27292"/>
                  </a:cubicBezTo>
                  <a:cubicBezTo>
                    <a:pt x="173132" y="26691"/>
                    <a:pt x="172315" y="26390"/>
                    <a:pt x="171501" y="26390"/>
                  </a:cubicBezTo>
                  <a:cubicBezTo>
                    <a:pt x="170505" y="26390"/>
                    <a:pt x="169513" y="26840"/>
                    <a:pt x="168845" y="27744"/>
                  </a:cubicBezTo>
                  <a:cubicBezTo>
                    <a:pt x="167869" y="29078"/>
                    <a:pt x="168107" y="30983"/>
                    <a:pt x="169321" y="32150"/>
                  </a:cubicBezTo>
                  <a:cubicBezTo>
                    <a:pt x="183015" y="45152"/>
                    <a:pt x="192160" y="61870"/>
                    <a:pt x="195446" y="79921"/>
                  </a:cubicBezTo>
                  <a:cubicBezTo>
                    <a:pt x="195041" y="79731"/>
                    <a:pt x="194589" y="79588"/>
                    <a:pt x="194136" y="79445"/>
                  </a:cubicBezTo>
                  <a:cubicBezTo>
                    <a:pt x="192660" y="78969"/>
                    <a:pt x="191112" y="78611"/>
                    <a:pt x="189564" y="78469"/>
                  </a:cubicBezTo>
                  <a:cubicBezTo>
                    <a:pt x="189445" y="78455"/>
                    <a:pt x="189327" y="78449"/>
                    <a:pt x="189210" y="78449"/>
                  </a:cubicBezTo>
                  <a:cubicBezTo>
                    <a:pt x="187449" y="78449"/>
                    <a:pt x="185920" y="79921"/>
                    <a:pt x="185920" y="81707"/>
                  </a:cubicBezTo>
                  <a:cubicBezTo>
                    <a:pt x="185920" y="83708"/>
                    <a:pt x="185849" y="85708"/>
                    <a:pt x="185753" y="87661"/>
                  </a:cubicBezTo>
                  <a:cubicBezTo>
                    <a:pt x="185611" y="90876"/>
                    <a:pt x="185372" y="93829"/>
                    <a:pt x="185158" y="96067"/>
                  </a:cubicBezTo>
                  <a:cubicBezTo>
                    <a:pt x="183539" y="95401"/>
                    <a:pt x="181467" y="94353"/>
                    <a:pt x="179204" y="92876"/>
                  </a:cubicBezTo>
                  <a:cubicBezTo>
                    <a:pt x="172632" y="88423"/>
                    <a:pt x="167893" y="81636"/>
                    <a:pt x="165940" y="73991"/>
                  </a:cubicBezTo>
                  <a:cubicBezTo>
                    <a:pt x="165059" y="70634"/>
                    <a:pt x="164678" y="67157"/>
                    <a:pt x="164678" y="63704"/>
                  </a:cubicBezTo>
                  <a:cubicBezTo>
                    <a:pt x="164678" y="61860"/>
                    <a:pt x="163109" y="60412"/>
                    <a:pt x="161368" y="60412"/>
                  </a:cubicBezTo>
                  <a:cubicBezTo>
                    <a:pt x="161108" y="60412"/>
                    <a:pt x="160845" y="60444"/>
                    <a:pt x="160582" y="60513"/>
                  </a:cubicBezTo>
                  <a:cubicBezTo>
                    <a:pt x="160320" y="60584"/>
                    <a:pt x="136624" y="66561"/>
                    <a:pt x="104617" y="66561"/>
                  </a:cubicBezTo>
                  <a:cubicBezTo>
                    <a:pt x="72635" y="66561"/>
                    <a:pt x="48892" y="60584"/>
                    <a:pt x="48653" y="60513"/>
                  </a:cubicBezTo>
                  <a:cubicBezTo>
                    <a:pt x="48384" y="60444"/>
                    <a:pt x="48115" y="60412"/>
                    <a:pt x="47851" y="60412"/>
                  </a:cubicBezTo>
                  <a:cubicBezTo>
                    <a:pt x="46084" y="60412"/>
                    <a:pt x="44534" y="61860"/>
                    <a:pt x="44534" y="63704"/>
                  </a:cubicBezTo>
                  <a:cubicBezTo>
                    <a:pt x="44534" y="65537"/>
                    <a:pt x="44414" y="67419"/>
                    <a:pt x="44200" y="69276"/>
                  </a:cubicBezTo>
                  <a:cubicBezTo>
                    <a:pt x="42652" y="81541"/>
                    <a:pt x="36056" y="88613"/>
                    <a:pt x="30388" y="92543"/>
                  </a:cubicBezTo>
                  <a:cubicBezTo>
                    <a:pt x="28411" y="93948"/>
                    <a:pt x="26315" y="95139"/>
                    <a:pt x="24077" y="96067"/>
                  </a:cubicBezTo>
                  <a:cubicBezTo>
                    <a:pt x="23910" y="93996"/>
                    <a:pt x="23696" y="91352"/>
                    <a:pt x="23553" y="88447"/>
                  </a:cubicBezTo>
                  <a:cubicBezTo>
                    <a:pt x="23434" y="86208"/>
                    <a:pt x="23339" y="83946"/>
                    <a:pt x="23315" y="81707"/>
                  </a:cubicBezTo>
                  <a:cubicBezTo>
                    <a:pt x="23270" y="79900"/>
                    <a:pt x="21804" y="78448"/>
                    <a:pt x="20033" y="78448"/>
                  </a:cubicBezTo>
                  <a:cubicBezTo>
                    <a:pt x="19914" y="78448"/>
                    <a:pt x="19793" y="78455"/>
                    <a:pt x="19671" y="78469"/>
                  </a:cubicBezTo>
                  <a:cubicBezTo>
                    <a:pt x="17718" y="78683"/>
                    <a:pt x="15742" y="79159"/>
                    <a:pt x="13908" y="79874"/>
                  </a:cubicBezTo>
                  <a:cubicBezTo>
                    <a:pt x="10788" y="57607"/>
                    <a:pt x="13122" y="38841"/>
                    <a:pt x="14884" y="29316"/>
                  </a:cubicBezTo>
                  <a:cubicBezTo>
                    <a:pt x="15379" y="26586"/>
                    <a:pt x="17757" y="24623"/>
                    <a:pt x="20478" y="24623"/>
                  </a:cubicBezTo>
                  <a:cubicBezTo>
                    <a:pt x="20511" y="24623"/>
                    <a:pt x="20544" y="24624"/>
                    <a:pt x="20576" y="24624"/>
                  </a:cubicBezTo>
                  <a:cubicBezTo>
                    <a:pt x="20754" y="24626"/>
                    <a:pt x="20932" y="24628"/>
                    <a:pt x="21109" y="24628"/>
                  </a:cubicBezTo>
                  <a:cubicBezTo>
                    <a:pt x="30782" y="24628"/>
                    <a:pt x="38943" y="21462"/>
                    <a:pt x="48344" y="17837"/>
                  </a:cubicBezTo>
                  <a:cubicBezTo>
                    <a:pt x="61347" y="12836"/>
                    <a:pt x="77588" y="6573"/>
                    <a:pt x="104641" y="6573"/>
                  </a:cubicBezTo>
                  <a:cubicBezTo>
                    <a:pt x="124526" y="6573"/>
                    <a:pt x="143459" y="12598"/>
                    <a:pt x="159438" y="23958"/>
                  </a:cubicBezTo>
                  <a:cubicBezTo>
                    <a:pt x="160027" y="24369"/>
                    <a:pt x="160701" y="24567"/>
                    <a:pt x="161365" y="24567"/>
                  </a:cubicBezTo>
                  <a:cubicBezTo>
                    <a:pt x="162393" y="24567"/>
                    <a:pt x="163398" y="24092"/>
                    <a:pt x="164035" y="23195"/>
                  </a:cubicBezTo>
                  <a:cubicBezTo>
                    <a:pt x="165059" y="21695"/>
                    <a:pt x="164749" y="19647"/>
                    <a:pt x="163249" y="18599"/>
                  </a:cubicBezTo>
                  <a:cubicBezTo>
                    <a:pt x="146174" y="6430"/>
                    <a:pt x="125884" y="0"/>
                    <a:pt x="104641"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461" name="Google Shape;3461;p45"/>
          <p:cNvGrpSpPr/>
          <p:nvPr/>
        </p:nvGrpSpPr>
        <p:grpSpPr>
          <a:xfrm>
            <a:off x="1146872" y="3909276"/>
            <a:ext cx="183406" cy="327658"/>
            <a:chOff x="1146872" y="3909276"/>
            <a:chExt cx="183406" cy="327658"/>
          </a:xfrm>
        </p:grpSpPr>
        <p:sp>
          <p:nvSpPr>
            <p:cNvPr id="3462" name="Google Shape;3462;p45"/>
            <p:cNvSpPr/>
            <p:nvPr/>
          </p:nvSpPr>
          <p:spPr>
            <a:xfrm>
              <a:off x="1146872" y="4005628"/>
              <a:ext cx="183406" cy="226863"/>
            </a:xfrm>
            <a:custGeom>
              <a:avLst/>
              <a:gdLst/>
              <a:ahLst/>
              <a:cxnLst/>
              <a:rect l="l" t="t" r="r" b="b"/>
              <a:pathLst>
                <a:path w="125836" h="155652" extrusionOk="0">
                  <a:moveTo>
                    <a:pt x="62942" y="1"/>
                  </a:moveTo>
                  <a:lnTo>
                    <a:pt x="47343" y="8907"/>
                  </a:lnTo>
                  <a:lnTo>
                    <a:pt x="47343" y="16218"/>
                  </a:lnTo>
                  <a:lnTo>
                    <a:pt x="49534" y="19528"/>
                  </a:lnTo>
                  <a:lnTo>
                    <a:pt x="47343" y="22839"/>
                  </a:lnTo>
                  <a:lnTo>
                    <a:pt x="47343" y="27768"/>
                  </a:lnTo>
                  <a:lnTo>
                    <a:pt x="49939" y="31078"/>
                  </a:lnTo>
                  <a:lnTo>
                    <a:pt x="47343" y="34389"/>
                  </a:lnTo>
                  <a:lnTo>
                    <a:pt x="47343" y="37961"/>
                  </a:lnTo>
                  <a:cubicBezTo>
                    <a:pt x="47343" y="38389"/>
                    <a:pt x="47343" y="38866"/>
                    <a:pt x="47320" y="39318"/>
                  </a:cubicBezTo>
                  <a:lnTo>
                    <a:pt x="49534" y="42628"/>
                  </a:lnTo>
                  <a:lnTo>
                    <a:pt x="46891" y="45891"/>
                  </a:lnTo>
                  <a:cubicBezTo>
                    <a:pt x="46724" y="47558"/>
                    <a:pt x="46462" y="49201"/>
                    <a:pt x="46153" y="50844"/>
                  </a:cubicBezTo>
                  <a:lnTo>
                    <a:pt x="47415" y="54155"/>
                  </a:lnTo>
                  <a:lnTo>
                    <a:pt x="44629" y="57322"/>
                  </a:lnTo>
                  <a:cubicBezTo>
                    <a:pt x="44152" y="59036"/>
                    <a:pt x="43581" y="60727"/>
                    <a:pt x="42985" y="62394"/>
                  </a:cubicBezTo>
                  <a:lnTo>
                    <a:pt x="44009" y="65705"/>
                  </a:lnTo>
                  <a:lnTo>
                    <a:pt x="40342" y="68705"/>
                  </a:lnTo>
                  <a:cubicBezTo>
                    <a:pt x="39532" y="70396"/>
                    <a:pt x="38675" y="72063"/>
                    <a:pt x="37722" y="73706"/>
                  </a:cubicBezTo>
                  <a:lnTo>
                    <a:pt x="7811" y="125383"/>
                  </a:lnTo>
                  <a:cubicBezTo>
                    <a:pt x="0" y="138838"/>
                    <a:pt x="9740" y="155651"/>
                    <a:pt x="25339" y="155651"/>
                  </a:cubicBezTo>
                  <a:lnTo>
                    <a:pt x="100545" y="155651"/>
                  </a:lnTo>
                  <a:cubicBezTo>
                    <a:pt x="116096" y="155604"/>
                    <a:pt x="125836" y="138791"/>
                    <a:pt x="118049" y="125336"/>
                  </a:cubicBezTo>
                  <a:lnTo>
                    <a:pt x="88114" y="73659"/>
                  </a:lnTo>
                  <a:cubicBezTo>
                    <a:pt x="81851" y="62775"/>
                    <a:pt x="78540" y="50463"/>
                    <a:pt x="78540" y="37937"/>
                  </a:cubicBezTo>
                  <a:lnTo>
                    <a:pt x="78540" y="8907"/>
                  </a:lnTo>
                  <a:lnTo>
                    <a:pt x="62942" y="1"/>
                  </a:lnTo>
                  <a:close/>
                </a:path>
              </a:pathLst>
            </a:custGeom>
            <a:solidFill>
              <a:srgbClr val="9CEC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3" name="Google Shape;3463;p45"/>
            <p:cNvSpPr/>
            <p:nvPr/>
          </p:nvSpPr>
          <p:spPr>
            <a:xfrm>
              <a:off x="1171828" y="4140231"/>
              <a:ext cx="132974" cy="72961"/>
            </a:xfrm>
            <a:custGeom>
              <a:avLst/>
              <a:gdLst/>
              <a:ahLst/>
              <a:cxnLst/>
              <a:rect l="l" t="t" r="r" b="b"/>
              <a:pathLst>
                <a:path w="91234" h="50059" extrusionOk="0">
                  <a:moveTo>
                    <a:pt x="24530" y="1"/>
                  </a:moveTo>
                  <a:lnTo>
                    <a:pt x="1906" y="39128"/>
                  </a:lnTo>
                  <a:cubicBezTo>
                    <a:pt x="1" y="42414"/>
                    <a:pt x="1287" y="45320"/>
                    <a:pt x="1906" y="46439"/>
                  </a:cubicBezTo>
                  <a:cubicBezTo>
                    <a:pt x="2549" y="47534"/>
                    <a:pt x="4407" y="50059"/>
                    <a:pt x="8217" y="50059"/>
                  </a:cubicBezTo>
                  <a:lnTo>
                    <a:pt x="83018" y="50059"/>
                  </a:lnTo>
                  <a:cubicBezTo>
                    <a:pt x="86805" y="50059"/>
                    <a:pt x="88710" y="47510"/>
                    <a:pt x="89329" y="46439"/>
                  </a:cubicBezTo>
                  <a:cubicBezTo>
                    <a:pt x="89972" y="45320"/>
                    <a:pt x="91234" y="42438"/>
                    <a:pt x="89329" y="39128"/>
                  </a:cubicBezTo>
                  <a:lnTo>
                    <a:pt x="66705" y="1"/>
                  </a:lnTo>
                  <a:close/>
                </a:path>
              </a:pathLst>
            </a:custGeom>
            <a:solidFill>
              <a:srgbClr val="FF89A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4" name="Google Shape;3464;p45"/>
            <p:cNvSpPr/>
            <p:nvPr/>
          </p:nvSpPr>
          <p:spPr>
            <a:xfrm>
              <a:off x="1171759" y="4140231"/>
              <a:ext cx="48490" cy="72961"/>
            </a:xfrm>
            <a:custGeom>
              <a:avLst/>
              <a:gdLst/>
              <a:ahLst/>
              <a:cxnLst/>
              <a:rect l="l" t="t" r="r" b="b"/>
              <a:pathLst>
                <a:path w="33269" h="50059" extrusionOk="0">
                  <a:moveTo>
                    <a:pt x="24529" y="1"/>
                  </a:moveTo>
                  <a:lnTo>
                    <a:pt x="1905" y="39128"/>
                  </a:lnTo>
                  <a:cubicBezTo>
                    <a:pt x="0" y="42414"/>
                    <a:pt x="1262" y="45320"/>
                    <a:pt x="1905" y="46439"/>
                  </a:cubicBezTo>
                  <a:cubicBezTo>
                    <a:pt x="2525" y="47534"/>
                    <a:pt x="4406" y="50059"/>
                    <a:pt x="8216" y="50059"/>
                  </a:cubicBezTo>
                  <a:lnTo>
                    <a:pt x="16850" y="50059"/>
                  </a:lnTo>
                  <a:cubicBezTo>
                    <a:pt x="13111" y="50035"/>
                    <a:pt x="11259" y="47524"/>
                    <a:pt x="10645" y="46439"/>
                  </a:cubicBezTo>
                  <a:cubicBezTo>
                    <a:pt x="10026" y="45320"/>
                    <a:pt x="8740" y="42438"/>
                    <a:pt x="10645" y="39128"/>
                  </a:cubicBezTo>
                  <a:lnTo>
                    <a:pt x="33269" y="1"/>
                  </a:lnTo>
                  <a:close/>
                  <a:moveTo>
                    <a:pt x="16850" y="50059"/>
                  </a:moveTo>
                  <a:cubicBezTo>
                    <a:pt x="16868" y="50059"/>
                    <a:pt x="16886" y="50059"/>
                    <a:pt x="16903" y="50059"/>
                  </a:cubicBezTo>
                  <a:cubicBezTo>
                    <a:pt x="16921" y="50059"/>
                    <a:pt x="16938" y="50059"/>
                    <a:pt x="16956" y="50059"/>
                  </a:cubicBezTo>
                  <a:close/>
                </a:path>
              </a:pathLst>
            </a:custGeom>
            <a:solidFill>
              <a:srgbClr val="000000">
                <a:alpha val="84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5" name="Google Shape;3465;p45"/>
            <p:cNvSpPr/>
            <p:nvPr/>
          </p:nvSpPr>
          <p:spPr>
            <a:xfrm>
              <a:off x="1250966" y="3933573"/>
              <a:ext cx="22737" cy="22736"/>
            </a:xfrm>
            <a:custGeom>
              <a:avLst/>
              <a:gdLst/>
              <a:ahLst/>
              <a:cxnLst/>
              <a:rect l="l" t="t" r="r" b="b"/>
              <a:pathLst>
                <a:path w="15600" h="15599" extrusionOk="0">
                  <a:moveTo>
                    <a:pt x="7812" y="0"/>
                  </a:moveTo>
                  <a:cubicBezTo>
                    <a:pt x="3502" y="0"/>
                    <a:pt x="1" y="3477"/>
                    <a:pt x="1" y="7787"/>
                  </a:cubicBezTo>
                  <a:cubicBezTo>
                    <a:pt x="1" y="12098"/>
                    <a:pt x="3502" y="15598"/>
                    <a:pt x="7812" y="15598"/>
                  </a:cubicBezTo>
                  <a:cubicBezTo>
                    <a:pt x="12122" y="15598"/>
                    <a:pt x="15599" y="12098"/>
                    <a:pt x="15599" y="7787"/>
                  </a:cubicBezTo>
                  <a:cubicBezTo>
                    <a:pt x="15599" y="3477"/>
                    <a:pt x="12122" y="0"/>
                    <a:pt x="7812" y="0"/>
                  </a:cubicBezTo>
                  <a:close/>
                </a:path>
              </a:pathLst>
            </a:custGeom>
            <a:solidFill>
              <a:srgbClr val="FF89A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6" name="Google Shape;3466;p45"/>
            <p:cNvSpPr/>
            <p:nvPr/>
          </p:nvSpPr>
          <p:spPr>
            <a:xfrm>
              <a:off x="1250932" y="3934335"/>
              <a:ext cx="21902" cy="21938"/>
            </a:xfrm>
            <a:custGeom>
              <a:avLst/>
              <a:gdLst/>
              <a:ahLst/>
              <a:cxnLst/>
              <a:rect l="l" t="t" r="r" b="b"/>
              <a:pathLst>
                <a:path w="15027" h="15052" extrusionOk="0">
                  <a:moveTo>
                    <a:pt x="4930" y="1"/>
                  </a:moveTo>
                  <a:lnTo>
                    <a:pt x="4930" y="1"/>
                  </a:lnTo>
                  <a:cubicBezTo>
                    <a:pt x="2048" y="1144"/>
                    <a:pt x="0" y="3978"/>
                    <a:pt x="0" y="7241"/>
                  </a:cubicBezTo>
                  <a:cubicBezTo>
                    <a:pt x="0" y="11527"/>
                    <a:pt x="3477" y="15052"/>
                    <a:pt x="7787" y="15052"/>
                  </a:cubicBezTo>
                  <a:cubicBezTo>
                    <a:pt x="11098" y="15052"/>
                    <a:pt x="13908" y="12980"/>
                    <a:pt x="15027" y="10098"/>
                  </a:cubicBezTo>
                  <a:lnTo>
                    <a:pt x="15027" y="10098"/>
                  </a:lnTo>
                  <a:cubicBezTo>
                    <a:pt x="14170" y="10456"/>
                    <a:pt x="13217" y="10670"/>
                    <a:pt x="12193" y="10670"/>
                  </a:cubicBezTo>
                  <a:cubicBezTo>
                    <a:pt x="7883" y="10670"/>
                    <a:pt x="4406" y="7193"/>
                    <a:pt x="4406" y="2859"/>
                  </a:cubicBezTo>
                  <a:cubicBezTo>
                    <a:pt x="4406" y="1859"/>
                    <a:pt x="4620" y="906"/>
                    <a:pt x="4930" y="1"/>
                  </a:cubicBezTo>
                  <a:close/>
                </a:path>
              </a:pathLst>
            </a:custGeom>
            <a:solidFill>
              <a:srgbClr val="000000">
                <a:alpha val="84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7" name="Google Shape;3467;p45"/>
            <p:cNvSpPr/>
            <p:nvPr/>
          </p:nvSpPr>
          <p:spPr>
            <a:xfrm>
              <a:off x="1219900" y="3914065"/>
              <a:ext cx="18051" cy="18050"/>
            </a:xfrm>
            <a:custGeom>
              <a:avLst/>
              <a:gdLst/>
              <a:ahLst/>
              <a:cxnLst/>
              <a:rect l="l" t="t" r="r" b="b"/>
              <a:pathLst>
                <a:path w="12385" h="12384" extrusionOk="0">
                  <a:moveTo>
                    <a:pt x="6193" y="0"/>
                  </a:moveTo>
                  <a:cubicBezTo>
                    <a:pt x="2787" y="0"/>
                    <a:pt x="1" y="2787"/>
                    <a:pt x="1" y="6192"/>
                  </a:cubicBezTo>
                  <a:cubicBezTo>
                    <a:pt x="1" y="9621"/>
                    <a:pt x="2787" y="12384"/>
                    <a:pt x="6193" y="12384"/>
                  </a:cubicBezTo>
                  <a:cubicBezTo>
                    <a:pt x="9622" y="12384"/>
                    <a:pt x="12384" y="9621"/>
                    <a:pt x="12384" y="6192"/>
                  </a:cubicBezTo>
                  <a:cubicBezTo>
                    <a:pt x="12384" y="2787"/>
                    <a:pt x="9622" y="0"/>
                    <a:pt x="6193" y="0"/>
                  </a:cubicBezTo>
                  <a:close/>
                </a:path>
              </a:pathLst>
            </a:custGeom>
            <a:solidFill>
              <a:srgbClr val="FF89A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8" name="Google Shape;3468;p45"/>
            <p:cNvSpPr/>
            <p:nvPr/>
          </p:nvSpPr>
          <p:spPr>
            <a:xfrm>
              <a:off x="1198207" y="3949261"/>
              <a:ext cx="26381" cy="26381"/>
            </a:xfrm>
            <a:custGeom>
              <a:avLst/>
              <a:gdLst/>
              <a:ahLst/>
              <a:cxnLst/>
              <a:rect l="l" t="t" r="r" b="b"/>
              <a:pathLst>
                <a:path w="18100" h="18100" extrusionOk="0">
                  <a:moveTo>
                    <a:pt x="9050" y="0"/>
                  </a:moveTo>
                  <a:cubicBezTo>
                    <a:pt x="4049" y="0"/>
                    <a:pt x="1" y="4049"/>
                    <a:pt x="1" y="9050"/>
                  </a:cubicBezTo>
                  <a:cubicBezTo>
                    <a:pt x="1" y="14051"/>
                    <a:pt x="4049" y="18099"/>
                    <a:pt x="9050" y="18099"/>
                  </a:cubicBezTo>
                  <a:cubicBezTo>
                    <a:pt x="14051" y="18099"/>
                    <a:pt x="18100" y="14051"/>
                    <a:pt x="18100" y="9050"/>
                  </a:cubicBezTo>
                  <a:cubicBezTo>
                    <a:pt x="18100" y="4049"/>
                    <a:pt x="14051" y="0"/>
                    <a:pt x="9050" y="0"/>
                  </a:cubicBezTo>
                  <a:close/>
                </a:path>
              </a:pathLst>
            </a:custGeom>
            <a:solidFill>
              <a:srgbClr val="FF89A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9" name="Google Shape;3469;p45"/>
            <p:cNvSpPr/>
            <p:nvPr/>
          </p:nvSpPr>
          <p:spPr>
            <a:xfrm>
              <a:off x="1198207" y="3950475"/>
              <a:ext cx="25132" cy="25132"/>
            </a:xfrm>
            <a:custGeom>
              <a:avLst/>
              <a:gdLst/>
              <a:ahLst/>
              <a:cxnLst/>
              <a:rect l="l" t="t" r="r" b="b"/>
              <a:pathLst>
                <a:path w="17243" h="17243" extrusionOk="0">
                  <a:moveTo>
                    <a:pt x="5240" y="1"/>
                  </a:moveTo>
                  <a:lnTo>
                    <a:pt x="5240" y="1"/>
                  </a:lnTo>
                  <a:cubicBezTo>
                    <a:pt x="2144" y="1430"/>
                    <a:pt x="1" y="4573"/>
                    <a:pt x="1" y="8193"/>
                  </a:cubicBezTo>
                  <a:cubicBezTo>
                    <a:pt x="1" y="13194"/>
                    <a:pt x="4049" y="17242"/>
                    <a:pt x="9050" y="17242"/>
                  </a:cubicBezTo>
                  <a:cubicBezTo>
                    <a:pt x="12694" y="17242"/>
                    <a:pt x="15814" y="15099"/>
                    <a:pt x="17243" y="12003"/>
                  </a:cubicBezTo>
                  <a:lnTo>
                    <a:pt x="17243" y="12003"/>
                  </a:lnTo>
                  <a:cubicBezTo>
                    <a:pt x="16076" y="12575"/>
                    <a:pt x="14790" y="12860"/>
                    <a:pt x="13456" y="12860"/>
                  </a:cubicBezTo>
                  <a:cubicBezTo>
                    <a:pt x="8455" y="12860"/>
                    <a:pt x="4407" y="8812"/>
                    <a:pt x="4407" y="3811"/>
                  </a:cubicBezTo>
                  <a:cubicBezTo>
                    <a:pt x="4407" y="2454"/>
                    <a:pt x="4716" y="1168"/>
                    <a:pt x="5240" y="1"/>
                  </a:cubicBezTo>
                  <a:close/>
                </a:path>
              </a:pathLst>
            </a:custGeom>
            <a:solidFill>
              <a:srgbClr val="000000">
                <a:alpha val="84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0" name="Google Shape;3470;p45"/>
            <p:cNvSpPr/>
            <p:nvPr/>
          </p:nvSpPr>
          <p:spPr>
            <a:xfrm>
              <a:off x="1203101" y="3992960"/>
              <a:ext cx="70428" cy="25617"/>
            </a:xfrm>
            <a:custGeom>
              <a:avLst/>
              <a:gdLst/>
              <a:ahLst/>
              <a:cxnLst/>
              <a:rect l="l" t="t" r="r" b="b"/>
              <a:pathLst>
                <a:path w="48321" h="17576" extrusionOk="0">
                  <a:moveTo>
                    <a:pt x="8788" y="0"/>
                  </a:moveTo>
                  <a:cubicBezTo>
                    <a:pt x="3930" y="0"/>
                    <a:pt x="1" y="3930"/>
                    <a:pt x="1" y="8788"/>
                  </a:cubicBezTo>
                  <a:cubicBezTo>
                    <a:pt x="1" y="13646"/>
                    <a:pt x="3930" y="17575"/>
                    <a:pt x="8788" y="17575"/>
                  </a:cubicBezTo>
                  <a:lnTo>
                    <a:pt x="39533" y="17575"/>
                  </a:lnTo>
                  <a:cubicBezTo>
                    <a:pt x="44391" y="17575"/>
                    <a:pt x="48320" y="13646"/>
                    <a:pt x="48320" y="8788"/>
                  </a:cubicBezTo>
                  <a:cubicBezTo>
                    <a:pt x="48320" y="3930"/>
                    <a:pt x="44391" y="0"/>
                    <a:pt x="39533" y="0"/>
                  </a:cubicBezTo>
                  <a:close/>
                </a:path>
              </a:pathLst>
            </a:custGeom>
            <a:solidFill>
              <a:srgbClr val="00B2B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1" name="Google Shape;3471;p45"/>
            <p:cNvSpPr/>
            <p:nvPr/>
          </p:nvSpPr>
          <p:spPr>
            <a:xfrm>
              <a:off x="1167629" y="4135754"/>
              <a:ext cx="141338" cy="82576"/>
            </a:xfrm>
            <a:custGeom>
              <a:avLst/>
              <a:gdLst/>
              <a:ahLst/>
              <a:cxnLst/>
              <a:rect l="l" t="t" r="r" b="b"/>
              <a:pathLst>
                <a:path w="96973" h="56656" extrusionOk="0">
                  <a:moveTo>
                    <a:pt x="67729" y="6573"/>
                  </a:moveTo>
                  <a:lnTo>
                    <a:pt x="89400" y="44081"/>
                  </a:lnTo>
                  <a:cubicBezTo>
                    <a:pt x="90352" y="45843"/>
                    <a:pt x="89781" y="47320"/>
                    <a:pt x="89352" y="48082"/>
                  </a:cubicBezTo>
                  <a:cubicBezTo>
                    <a:pt x="88947" y="48820"/>
                    <a:pt x="87900" y="50059"/>
                    <a:pt x="85899" y="50059"/>
                  </a:cubicBezTo>
                  <a:lnTo>
                    <a:pt x="11122" y="50059"/>
                  </a:lnTo>
                  <a:cubicBezTo>
                    <a:pt x="9145" y="50059"/>
                    <a:pt x="8097" y="48820"/>
                    <a:pt x="7669" y="48082"/>
                  </a:cubicBezTo>
                  <a:cubicBezTo>
                    <a:pt x="7264" y="47320"/>
                    <a:pt x="6668" y="45820"/>
                    <a:pt x="7669" y="44081"/>
                  </a:cubicBezTo>
                  <a:lnTo>
                    <a:pt x="29340" y="6573"/>
                  </a:lnTo>
                  <a:close/>
                  <a:moveTo>
                    <a:pt x="27387" y="1"/>
                  </a:moveTo>
                  <a:cubicBezTo>
                    <a:pt x="26220" y="1"/>
                    <a:pt x="25125" y="620"/>
                    <a:pt x="24529" y="1644"/>
                  </a:cubicBezTo>
                  <a:lnTo>
                    <a:pt x="2025" y="40604"/>
                  </a:lnTo>
                  <a:cubicBezTo>
                    <a:pt x="215" y="43724"/>
                    <a:pt x="0" y="47606"/>
                    <a:pt x="1596" y="50821"/>
                  </a:cubicBezTo>
                  <a:cubicBezTo>
                    <a:pt x="3453" y="54440"/>
                    <a:pt x="7026" y="56655"/>
                    <a:pt x="11074" y="56655"/>
                  </a:cubicBezTo>
                  <a:lnTo>
                    <a:pt x="85899" y="56655"/>
                  </a:lnTo>
                  <a:cubicBezTo>
                    <a:pt x="89710" y="56655"/>
                    <a:pt x="93139" y="54678"/>
                    <a:pt x="95068" y="51344"/>
                  </a:cubicBezTo>
                  <a:cubicBezTo>
                    <a:pt x="96973" y="48034"/>
                    <a:pt x="96973" y="44081"/>
                    <a:pt x="95068" y="40771"/>
                  </a:cubicBezTo>
                  <a:lnTo>
                    <a:pt x="72444" y="1596"/>
                  </a:lnTo>
                  <a:cubicBezTo>
                    <a:pt x="71849" y="620"/>
                    <a:pt x="70777" y="1"/>
                    <a:pt x="69586"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2" name="Google Shape;3472;p45"/>
            <p:cNvSpPr/>
            <p:nvPr/>
          </p:nvSpPr>
          <p:spPr>
            <a:xfrm>
              <a:off x="1206226" y="4171365"/>
              <a:ext cx="9650" cy="14616"/>
            </a:xfrm>
            <a:custGeom>
              <a:avLst/>
              <a:gdLst/>
              <a:ahLst/>
              <a:cxnLst/>
              <a:rect l="l" t="t" r="r" b="b"/>
              <a:pathLst>
                <a:path w="6621" h="10028" extrusionOk="0">
                  <a:moveTo>
                    <a:pt x="3316" y="1"/>
                  </a:moveTo>
                  <a:cubicBezTo>
                    <a:pt x="3181" y="1"/>
                    <a:pt x="3044" y="9"/>
                    <a:pt x="2905" y="25"/>
                  </a:cubicBezTo>
                  <a:cubicBezTo>
                    <a:pt x="1238" y="239"/>
                    <a:pt x="0" y="1764"/>
                    <a:pt x="0" y="3454"/>
                  </a:cubicBezTo>
                  <a:lnTo>
                    <a:pt x="0" y="6622"/>
                  </a:lnTo>
                  <a:cubicBezTo>
                    <a:pt x="0" y="8312"/>
                    <a:pt x="1238" y="9789"/>
                    <a:pt x="2905" y="10003"/>
                  </a:cubicBezTo>
                  <a:cubicBezTo>
                    <a:pt x="3041" y="10020"/>
                    <a:pt x="3175" y="10028"/>
                    <a:pt x="3308" y="10028"/>
                  </a:cubicBezTo>
                  <a:cubicBezTo>
                    <a:pt x="5112" y="10028"/>
                    <a:pt x="6620" y="8560"/>
                    <a:pt x="6620" y="6741"/>
                  </a:cubicBezTo>
                  <a:lnTo>
                    <a:pt x="6620" y="3311"/>
                  </a:lnTo>
                  <a:cubicBezTo>
                    <a:pt x="6620" y="1470"/>
                    <a:pt x="5153" y="1"/>
                    <a:pt x="3316"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3" name="Google Shape;3473;p45"/>
            <p:cNvSpPr/>
            <p:nvPr/>
          </p:nvSpPr>
          <p:spPr>
            <a:xfrm>
              <a:off x="1261310" y="4171422"/>
              <a:ext cx="9615" cy="14559"/>
            </a:xfrm>
            <a:custGeom>
              <a:avLst/>
              <a:gdLst/>
              <a:ahLst/>
              <a:cxnLst/>
              <a:rect l="l" t="t" r="r" b="b"/>
              <a:pathLst>
                <a:path w="6597" h="9989" extrusionOk="0">
                  <a:moveTo>
                    <a:pt x="3246" y="0"/>
                  </a:moveTo>
                  <a:cubicBezTo>
                    <a:pt x="1436" y="0"/>
                    <a:pt x="1" y="1495"/>
                    <a:pt x="1" y="3272"/>
                  </a:cubicBezTo>
                  <a:lnTo>
                    <a:pt x="1" y="6583"/>
                  </a:lnTo>
                  <a:cubicBezTo>
                    <a:pt x="1" y="8273"/>
                    <a:pt x="1215" y="9750"/>
                    <a:pt x="2882" y="9964"/>
                  </a:cubicBezTo>
                  <a:cubicBezTo>
                    <a:pt x="3019" y="9981"/>
                    <a:pt x="3155" y="9989"/>
                    <a:pt x="3289" y="9989"/>
                  </a:cubicBezTo>
                  <a:cubicBezTo>
                    <a:pt x="5109" y="9989"/>
                    <a:pt x="6597" y="8521"/>
                    <a:pt x="6597" y="6702"/>
                  </a:cubicBezTo>
                  <a:lnTo>
                    <a:pt x="6597" y="3415"/>
                  </a:lnTo>
                  <a:cubicBezTo>
                    <a:pt x="6597" y="1725"/>
                    <a:pt x="5383" y="224"/>
                    <a:pt x="3716" y="34"/>
                  </a:cubicBezTo>
                  <a:cubicBezTo>
                    <a:pt x="3557" y="11"/>
                    <a:pt x="3400" y="0"/>
                    <a:pt x="3246"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4" name="Google Shape;3474;p45"/>
            <p:cNvSpPr/>
            <p:nvPr/>
          </p:nvSpPr>
          <p:spPr>
            <a:xfrm>
              <a:off x="1226184" y="4176025"/>
              <a:ext cx="24263" cy="12628"/>
            </a:xfrm>
            <a:custGeom>
              <a:avLst/>
              <a:gdLst/>
              <a:ahLst/>
              <a:cxnLst/>
              <a:rect l="l" t="t" r="r" b="b"/>
              <a:pathLst>
                <a:path w="16647" h="8664" extrusionOk="0">
                  <a:moveTo>
                    <a:pt x="3708" y="1"/>
                  </a:moveTo>
                  <a:cubicBezTo>
                    <a:pt x="2936" y="1"/>
                    <a:pt x="2158" y="272"/>
                    <a:pt x="1525" y="829"/>
                  </a:cubicBezTo>
                  <a:cubicBezTo>
                    <a:pt x="167" y="2020"/>
                    <a:pt x="0" y="4091"/>
                    <a:pt x="1239" y="5473"/>
                  </a:cubicBezTo>
                  <a:cubicBezTo>
                    <a:pt x="3025" y="7497"/>
                    <a:pt x="5597" y="8664"/>
                    <a:pt x="8383" y="8664"/>
                  </a:cubicBezTo>
                  <a:cubicBezTo>
                    <a:pt x="11146" y="8664"/>
                    <a:pt x="13741" y="7497"/>
                    <a:pt x="15527" y="5473"/>
                  </a:cubicBezTo>
                  <a:cubicBezTo>
                    <a:pt x="16647" y="4091"/>
                    <a:pt x="16528" y="2020"/>
                    <a:pt x="15170" y="829"/>
                  </a:cubicBezTo>
                  <a:cubicBezTo>
                    <a:pt x="14534" y="281"/>
                    <a:pt x="13752" y="10"/>
                    <a:pt x="12977" y="10"/>
                  </a:cubicBezTo>
                  <a:cubicBezTo>
                    <a:pt x="12068" y="10"/>
                    <a:pt x="11169" y="382"/>
                    <a:pt x="10526" y="1115"/>
                  </a:cubicBezTo>
                  <a:cubicBezTo>
                    <a:pt x="10002" y="1710"/>
                    <a:pt x="9217" y="2043"/>
                    <a:pt x="8335" y="2043"/>
                  </a:cubicBezTo>
                  <a:cubicBezTo>
                    <a:pt x="7478" y="2043"/>
                    <a:pt x="6668" y="1710"/>
                    <a:pt x="6168" y="1115"/>
                  </a:cubicBezTo>
                  <a:cubicBezTo>
                    <a:pt x="5523" y="380"/>
                    <a:pt x="4620" y="1"/>
                    <a:pt x="3708"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5" name="Google Shape;3475;p45"/>
            <p:cNvSpPr/>
            <p:nvPr/>
          </p:nvSpPr>
          <p:spPr>
            <a:xfrm>
              <a:off x="1147566" y="3987789"/>
              <a:ext cx="181358" cy="249145"/>
            </a:xfrm>
            <a:custGeom>
              <a:avLst/>
              <a:gdLst/>
              <a:ahLst/>
              <a:cxnLst/>
              <a:rect l="l" t="t" r="r" b="b"/>
              <a:pathLst>
                <a:path w="124431" h="170940" extrusionOk="0">
                  <a:moveTo>
                    <a:pt x="77350" y="6644"/>
                  </a:moveTo>
                  <a:cubicBezTo>
                    <a:pt x="80208" y="6644"/>
                    <a:pt x="82732" y="8764"/>
                    <a:pt x="82994" y="11622"/>
                  </a:cubicBezTo>
                  <a:cubicBezTo>
                    <a:pt x="83304" y="14860"/>
                    <a:pt x="80732" y="17599"/>
                    <a:pt x="77541" y="17599"/>
                  </a:cubicBezTo>
                  <a:lnTo>
                    <a:pt x="46987" y="17599"/>
                  </a:lnTo>
                  <a:cubicBezTo>
                    <a:pt x="43795" y="17599"/>
                    <a:pt x="41223" y="14860"/>
                    <a:pt x="41509" y="11622"/>
                  </a:cubicBezTo>
                  <a:cubicBezTo>
                    <a:pt x="41771" y="8764"/>
                    <a:pt x="44296" y="6644"/>
                    <a:pt x="47201" y="6644"/>
                  </a:cubicBezTo>
                  <a:close/>
                  <a:moveTo>
                    <a:pt x="46867" y="0"/>
                  </a:moveTo>
                  <a:cubicBezTo>
                    <a:pt x="40533" y="0"/>
                    <a:pt x="35008" y="4763"/>
                    <a:pt x="34484" y="11121"/>
                  </a:cubicBezTo>
                  <a:cubicBezTo>
                    <a:pt x="33936" y="17146"/>
                    <a:pt x="37866" y="22362"/>
                    <a:pt x="43343" y="23910"/>
                  </a:cubicBezTo>
                  <a:lnTo>
                    <a:pt x="43343" y="50058"/>
                  </a:lnTo>
                  <a:cubicBezTo>
                    <a:pt x="43343" y="61989"/>
                    <a:pt x="40199" y="73753"/>
                    <a:pt x="34222" y="84065"/>
                  </a:cubicBezTo>
                  <a:lnTo>
                    <a:pt x="4287" y="135694"/>
                  </a:lnTo>
                  <a:cubicBezTo>
                    <a:pt x="1" y="143077"/>
                    <a:pt x="1" y="151864"/>
                    <a:pt x="4263" y="159199"/>
                  </a:cubicBezTo>
                  <a:cubicBezTo>
                    <a:pt x="8526" y="166558"/>
                    <a:pt x="16147" y="170940"/>
                    <a:pt x="24625" y="170940"/>
                  </a:cubicBezTo>
                  <a:lnTo>
                    <a:pt x="99378" y="170940"/>
                  </a:lnTo>
                  <a:cubicBezTo>
                    <a:pt x="107571" y="170940"/>
                    <a:pt x="115334" y="166867"/>
                    <a:pt x="119645" y="159890"/>
                  </a:cubicBezTo>
                  <a:cubicBezTo>
                    <a:pt x="124288" y="152388"/>
                    <a:pt x="124431" y="143315"/>
                    <a:pt x="120073" y="135718"/>
                  </a:cubicBezTo>
                  <a:lnTo>
                    <a:pt x="108571" y="115809"/>
                  </a:lnTo>
                  <a:cubicBezTo>
                    <a:pt x="107969" y="114757"/>
                    <a:pt x="106834" y="114090"/>
                    <a:pt x="105656" y="114090"/>
                  </a:cubicBezTo>
                  <a:cubicBezTo>
                    <a:pt x="105341" y="114090"/>
                    <a:pt x="105024" y="114137"/>
                    <a:pt x="104713" y="114238"/>
                  </a:cubicBezTo>
                  <a:cubicBezTo>
                    <a:pt x="102617" y="114904"/>
                    <a:pt x="101784" y="117238"/>
                    <a:pt x="102832" y="119024"/>
                  </a:cubicBezTo>
                  <a:lnTo>
                    <a:pt x="114262" y="138790"/>
                  </a:lnTo>
                  <a:cubicBezTo>
                    <a:pt x="117215" y="143886"/>
                    <a:pt x="117454" y="150197"/>
                    <a:pt x="114667" y="155389"/>
                  </a:cubicBezTo>
                  <a:cubicBezTo>
                    <a:pt x="111690" y="160985"/>
                    <a:pt x="106070" y="164367"/>
                    <a:pt x="99759" y="164367"/>
                  </a:cubicBezTo>
                  <a:lnTo>
                    <a:pt x="25077" y="164367"/>
                  </a:lnTo>
                  <a:cubicBezTo>
                    <a:pt x="19171" y="164367"/>
                    <a:pt x="13551" y="161438"/>
                    <a:pt x="10431" y="156413"/>
                  </a:cubicBezTo>
                  <a:cubicBezTo>
                    <a:pt x="7073" y="151031"/>
                    <a:pt x="6978" y="144434"/>
                    <a:pt x="10122" y="139005"/>
                  </a:cubicBezTo>
                  <a:lnTo>
                    <a:pt x="40009" y="87256"/>
                  </a:lnTo>
                  <a:cubicBezTo>
                    <a:pt x="41200" y="85184"/>
                    <a:pt x="42319" y="83065"/>
                    <a:pt x="43295" y="80897"/>
                  </a:cubicBezTo>
                  <a:lnTo>
                    <a:pt x="58870" y="80897"/>
                  </a:lnTo>
                  <a:cubicBezTo>
                    <a:pt x="60561" y="80897"/>
                    <a:pt x="62037" y="79659"/>
                    <a:pt x="62252" y="77992"/>
                  </a:cubicBezTo>
                  <a:cubicBezTo>
                    <a:pt x="62490" y="76016"/>
                    <a:pt x="60942" y="74277"/>
                    <a:pt x="58989" y="74277"/>
                  </a:cubicBezTo>
                  <a:lnTo>
                    <a:pt x="45915" y="74277"/>
                  </a:lnTo>
                  <a:cubicBezTo>
                    <a:pt x="46486" y="72682"/>
                    <a:pt x="46963" y="71062"/>
                    <a:pt x="47391" y="69467"/>
                  </a:cubicBezTo>
                  <a:lnTo>
                    <a:pt x="58870" y="69467"/>
                  </a:lnTo>
                  <a:cubicBezTo>
                    <a:pt x="60561" y="69467"/>
                    <a:pt x="62037" y="68228"/>
                    <a:pt x="62252" y="66561"/>
                  </a:cubicBezTo>
                  <a:cubicBezTo>
                    <a:pt x="62490" y="64585"/>
                    <a:pt x="60942" y="62846"/>
                    <a:pt x="58989" y="62846"/>
                  </a:cubicBezTo>
                  <a:lnTo>
                    <a:pt x="48892" y="62846"/>
                  </a:lnTo>
                  <a:cubicBezTo>
                    <a:pt x="49154" y="61251"/>
                    <a:pt x="49392" y="59631"/>
                    <a:pt x="49582" y="58036"/>
                  </a:cubicBezTo>
                  <a:lnTo>
                    <a:pt x="58775" y="58036"/>
                  </a:lnTo>
                  <a:cubicBezTo>
                    <a:pt x="60466" y="58036"/>
                    <a:pt x="61966" y="56797"/>
                    <a:pt x="62156" y="55130"/>
                  </a:cubicBezTo>
                  <a:cubicBezTo>
                    <a:pt x="62395" y="53154"/>
                    <a:pt x="60847" y="51415"/>
                    <a:pt x="58894" y="51415"/>
                  </a:cubicBezTo>
                  <a:lnTo>
                    <a:pt x="49892" y="51415"/>
                  </a:lnTo>
                  <a:cubicBezTo>
                    <a:pt x="49892" y="50963"/>
                    <a:pt x="49940" y="50487"/>
                    <a:pt x="49940" y="50058"/>
                  </a:cubicBezTo>
                  <a:lnTo>
                    <a:pt x="49940" y="46605"/>
                  </a:lnTo>
                  <a:lnTo>
                    <a:pt x="58775" y="46605"/>
                  </a:lnTo>
                  <a:cubicBezTo>
                    <a:pt x="60466" y="46605"/>
                    <a:pt x="61966" y="45366"/>
                    <a:pt x="62156" y="43699"/>
                  </a:cubicBezTo>
                  <a:cubicBezTo>
                    <a:pt x="62395" y="41723"/>
                    <a:pt x="60847" y="39984"/>
                    <a:pt x="58894" y="39984"/>
                  </a:cubicBezTo>
                  <a:lnTo>
                    <a:pt x="49940" y="39984"/>
                  </a:lnTo>
                  <a:lnTo>
                    <a:pt x="49940" y="35174"/>
                  </a:lnTo>
                  <a:lnTo>
                    <a:pt x="59584" y="35174"/>
                  </a:lnTo>
                  <a:cubicBezTo>
                    <a:pt x="60942" y="35174"/>
                    <a:pt x="62228" y="34364"/>
                    <a:pt x="62728" y="33102"/>
                  </a:cubicBezTo>
                  <a:cubicBezTo>
                    <a:pt x="63776" y="30578"/>
                    <a:pt x="61918" y="28149"/>
                    <a:pt x="59513" y="28149"/>
                  </a:cubicBezTo>
                  <a:lnTo>
                    <a:pt x="49963" y="28149"/>
                  </a:lnTo>
                  <a:lnTo>
                    <a:pt x="49963" y="24172"/>
                  </a:lnTo>
                  <a:lnTo>
                    <a:pt x="74540" y="24172"/>
                  </a:lnTo>
                  <a:lnTo>
                    <a:pt x="74540" y="49891"/>
                  </a:lnTo>
                  <a:cubicBezTo>
                    <a:pt x="74540" y="62989"/>
                    <a:pt x="77993" y="75920"/>
                    <a:pt x="84542" y="87256"/>
                  </a:cubicBezTo>
                  <a:lnTo>
                    <a:pt x="96306" y="107593"/>
                  </a:lnTo>
                  <a:cubicBezTo>
                    <a:pt x="96927" y="108646"/>
                    <a:pt x="98052" y="109313"/>
                    <a:pt x="99236" y="109313"/>
                  </a:cubicBezTo>
                  <a:cubicBezTo>
                    <a:pt x="99552" y="109313"/>
                    <a:pt x="99872" y="109265"/>
                    <a:pt x="100188" y="109165"/>
                  </a:cubicBezTo>
                  <a:cubicBezTo>
                    <a:pt x="102260" y="108475"/>
                    <a:pt x="103093" y="106165"/>
                    <a:pt x="102046" y="104378"/>
                  </a:cubicBezTo>
                  <a:lnTo>
                    <a:pt x="90257" y="83946"/>
                  </a:lnTo>
                  <a:cubicBezTo>
                    <a:pt x="84280" y="73634"/>
                    <a:pt x="81137" y="61846"/>
                    <a:pt x="81137" y="49891"/>
                  </a:cubicBezTo>
                  <a:lnTo>
                    <a:pt x="81137" y="23910"/>
                  </a:lnTo>
                  <a:cubicBezTo>
                    <a:pt x="86566" y="22386"/>
                    <a:pt x="90496" y="17146"/>
                    <a:pt x="89996" y="11121"/>
                  </a:cubicBezTo>
                  <a:cubicBezTo>
                    <a:pt x="89472" y="4763"/>
                    <a:pt x="83947" y="0"/>
                    <a:pt x="77612"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6" name="Google Shape;3476;p45"/>
            <p:cNvSpPr/>
            <p:nvPr/>
          </p:nvSpPr>
          <p:spPr>
            <a:xfrm>
              <a:off x="1246211" y="3928782"/>
              <a:ext cx="32281" cy="32281"/>
            </a:xfrm>
            <a:custGeom>
              <a:avLst/>
              <a:gdLst/>
              <a:ahLst/>
              <a:cxnLst/>
              <a:rect l="l" t="t" r="r" b="b"/>
              <a:pathLst>
                <a:path w="22148" h="22148" extrusionOk="0">
                  <a:moveTo>
                    <a:pt x="11074" y="6597"/>
                  </a:moveTo>
                  <a:cubicBezTo>
                    <a:pt x="13527" y="6597"/>
                    <a:pt x="15575" y="8621"/>
                    <a:pt x="15575" y="11074"/>
                  </a:cubicBezTo>
                  <a:cubicBezTo>
                    <a:pt x="15575" y="13551"/>
                    <a:pt x="13527" y="15575"/>
                    <a:pt x="11074" y="15575"/>
                  </a:cubicBezTo>
                  <a:cubicBezTo>
                    <a:pt x="8597" y="15575"/>
                    <a:pt x="6573" y="13551"/>
                    <a:pt x="6573" y="11074"/>
                  </a:cubicBezTo>
                  <a:cubicBezTo>
                    <a:pt x="6573" y="8621"/>
                    <a:pt x="8597" y="6597"/>
                    <a:pt x="11074" y="6597"/>
                  </a:cubicBezTo>
                  <a:close/>
                  <a:moveTo>
                    <a:pt x="11074" y="1"/>
                  </a:moveTo>
                  <a:cubicBezTo>
                    <a:pt x="4954" y="1"/>
                    <a:pt x="0" y="4978"/>
                    <a:pt x="0" y="11074"/>
                  </a:cubicBezTo>
                  <a:cubicBezTo>
                    <a:pt x="0" y="17195"/>
                    <a:pt x="4954" y="22148"/>
                    <a:pt x="11074" y="22148"/>
                  </a:cubicBezTo>
                  <a:cubicBezTo>
                    <a:pt x="17171" y="22148"/>
                    <a:pt x="22148" y="17195"/>
                    <a:pt x="22148" y="11074"/>
                  </a:cubicBezTo>
                  <a:cubicBezTo>
                    <a:pt x="22148" y="4978"/>
                    <a:pt x="17171" y="1"/>
                    <a:pt x="11074"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7" name="Google Shape;3477;p45"/>
            <p:cNvSpPr/>
            <p:nvPr/>
          </p:nvSpPr>
          <p:spPr>
            <a:xfrm>
              <a:off x="1215111" y="3909276"/>
              <a:ext cx="27665" cy="27665"/>
            </a:xfrm>
            <a:custGeom>
              <a:avLst/>
              <a:gdLst/>
              <a:ahLst/>
              <a:cxnLst/>
              <a:rect l="l" t="t" r="r" b="b"/>
              <a:pathLst>
                <a:path w="18981" h="18981" extrusionOk="0">
                  <a:moveTo>
                    <a:pt x="9479" y="6597"/>
                  </a:moveTo>
                  <a:cubicBezTo>
                    <a:pt x="11050" y="6597"/>
                    <a:pt x="12360" y="7906"/>
                    <a:pt x="12360" y="9478"/>
                  </a:cubicBezTo>
                  <a:cubicBezTo>
                    <a:pt x="12360" y="11098"/>
                    <a:pt x="11050" y="12383"/>
                    <a:pt x="9479" y="12383"/>
                  </a:cubicBezTo>
                  <a:cubicBezTo>
                    <a:pt x="7907" y="12383"/>
                    <a:pt x="6597" y="11074"/>
                    <a:pt x="6597" y="9478"/>
                  </a:cubicBezTo>
                  <a:cubicBezTo>
                    <a:pt x="6597" y="7883"/>
                    <a:pt x="7907" y="6597"/>
                    <a:pt x="9479" y="6597"/>
                  </a:cubicBezTo>
                  <a:close/>
                  <a:moveTo>
                    <a:pt x="9479" y="0"/>
                  </a:moveTo>
                  <a:cubicBezTo>
                    <a:pt x="4240" y="0"/>
                    <a:pt x="1" y="4263"/>
                    <a:pt x="1" y="9478"/>
                  </a:cubicBezTo>
                  <a:cubicBezTo>
                    <a:pt x="1" y="14741"/>
                    <a:pt x="4240" y="18980"/>
                    <a:pt x="9479" y="18980"/>
                  </a:cubicBezTo>
                  <a:cubicBezTo>
                    <a:pt x="14718" y="18956"/>
                    <a:pt x="18981" y="14693"/>
                    <a:pt x="18981" y="9478"/>
                  </a:cubicBezTo>
                  <a:cubicBezTo>
                    <a:pt x="18981" y="4263"/>
                    <a:pt x="14718" y="0"/>
                    <a:pt x="9479"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8" name="Google Shape;3478;p45"/>
            <p:cNvSpPr/>
            <p:nvPr/>
          </p:nvSpPr>
          <p:spPr>
            <a:xfrm>
              <a:off x="1193453" y="3944505"/>
              <a:ext cx="35926" cy="35926"/>
            </a:xfrm>
            <a:custGeom>
              <a:avLst/>
              <a:gdLst/>
              <a:ahLst/>
              <a:cxnLst/>
              <a:rect l="l" t="t" r="r" b="b"/>
              <a:pathLst>
                <a:path w="24649" h="24649" extrusionOk="0">
                  <a:moveTo>
                    <a:pt x="12312" y="6573"/>
                  </a:moveTo>
                  <a:cubicBezTo>
                    <a:pt x="15480" y="6573"/>
                    <a:pt x="18052" y="9145"/>
                    <a:pt x="18052" y="12313"/>
                  </a:cubicBezTo>
                  <a:cubicBezTo>
                    <a:pt x="18052" y="15480"/>
                    <a:pt x="15480" y="18076"/>
                    <a:pt x="12312" y="18076"/>
                  </a:cubicBezTo>
                  <a:cubicBezTo>
                    <a:pt x="9169" y="18076"/>
                    <a:pt x="6573" y="15480"/>
                    <a:pt x="6573" y="12313"/>
                  </a:cubicBezTo>
                  <a:cubicBezTo>
                    <a:pt x="6573" y="9169"/>
                    <a:pt x="9169" y="6573"/>
                    <a:pt x="12312" y="6573"/>
                  </a:cubicBezTo>
                  <a:close/>
                  <a:moveTo>
                    <a:pt x="12312" y="1"/>
                  </a:moveTo>
                  <a:cubicBezTo>
                    <a:pt x="5525" y="1"/>
                    <a:pt x="0" y="5502"/>
                    <a:pt x="0" y="12313"/>
                  </a:cubicBezTo>
                  <a:cubicBezTo>
                    <a:pt x="0" y="19100"/>
                    <a:pt x="5525" y="24648"/>
                    <a:pt x="12312" y="24648"/>
                  </a:cubicBezTo>
                  <a:cubicBezTo>
                    <a:pt x="19100" y="24648"/>
                    <a:pt x="24648" y="19100"/>
                    <a:pt x="24648" y="12313"/>
                  </a:cubicBezTo>
                  <a:cubicBezTo>
                    <a:pt x="24648" y="5526"/>
                    <a:pt x="19100" y="1"/>
                    <a:pt x="12312"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479" name="Google Shape;3479;p45"/>
          <p:cNvGrpSpPr/>
          <p:nvPr/>
        </p:nvGrpSpPr>
        <p:grpSpPr>
          <a:xfrm>
            <a:off x="2606515" y="3913753"/>
            <a:ext cx="317108" cy="327554"/>
            <a:chOff x="2606515" y="3913753"/>
            <a:chExt cx="317108" cy="327554"/>
          </a:xfrm>
        </p:grpSpPr>
        <p:sp>
          <p:nvSpPr>
            <p:cNvPr id="3480" name="Google Shape;3480;p45"/>
            <p:cNvSpPr/>
            <p:nvPr/>
          </p:nvSpPr>
          <p:spPr>
            <a:xfrm>
              <a:off x="2795821" y="4061164"/>
              <a:ext cx="110586" cy="140679"/>
            </a:xfrm>
            <a:custGeom>
              <a:avLst/>
              <a:gdLst/>
              <a:ahLst/>
              <a:cxnLst/>
              <a:rect l="l" t="t" r="r" b="b"/>
              <a:pathLst>
                <a:path w="75874" h="96521" extrusionOk="0">
                  <a:moveTo>
                    <a:pt x="62514" y="1"/>
                  </a:moveTo>
                  <a:cubicBezTo>
                    <a:pt x="60013" y="23601"/>
                    <a:pt x="49749" y="45034"/>
                    <a:pt x="32817" y="61942"/>
                  </a:cubicBezTo>
                  <a:cubicBezTo>
                    <a:pt x="23291" y="71468"/>
                    <a:pt x="12218" y="78945"/>
                    <a:pt x="1" y="84137"/>
                  </a:cubicBezTo>
                  <a:lnTo>
                    <a:pt x="5240" y="96520"/>
                  </a:lnTo>
                  <a:cubicBezTo>
                    <a:pt x="19076" y="90686"/>
                    <a:pt x="31579" y="82232"/>
                    <a:pt x="42319" y="71468"/>
                  </a:cubicBezTo>
                  <a:cubicBezTo>
                    <a:pt x="61442" y="52368"/>
                    <a:pt x="73040" y="28125"/>
                    <a:pt x="75874" y="1430"/>
                  </a:cubicBezTo>
                  <a:lnTo>
                    <a:pt x="62514" y="1"/>
                  </a:lnTo>
                  <a:close/>
                </a:path>
              </a:pathLst>
            </a:custGeom>
            <a:solidFill>
              <a:srgbClr val="9E9C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1" name="Google Shape;3481;p45"/>
            <p:cNvSpPr/>
            <p:nvPr/>
          </p:nvSpPr>
          <p:spPr>
            <a:xfrm>
              <a:off x="2795856" y="4151894"/>
              <a:ext cx="47415" cy="49949"/>
            </a:xfrm>
            <a:custGeom>
              <a:avLst/>
              <a:gdLst/>
              <a:ahLst/>
              <a:cxnLst/>
              <a:rect l="l" t="t" r="r" b="b"/>
              <a:pathLst>
                <a:path w="32532" h="34270" extrusionOk="0">
                  <a:moveTo>
                    <a:pt x="32531" y="0"/>
                  </a:moveTo>
                  <a:cubicBezTo>
                    <a:pt x="23077" y="9407"/>
                    <a:pt x="12122" y="16766"/>
                    <a:pt x="1" y="21886"/>
                  </a:cubicBezTo>
                  <a:lnTo>
                    <a:pt x="5240" y="34269"/>
                  </a:lnTo>
                  <a:cubicBezTo>
                    <a:pt x="15052" y="30102"/>
                    <a:pt x="24220" y="24648"/>
                    <a:pt x="32531" y="17980"/>
                  </a:cubicBezTo>
                  <a:lnTo>
                    <a:pt x="32531" y="0"/>
                  </a:lnTo>
                  <a:close/>
                </a:path>
              </a:pathLst>
            </a:custGeom>
            <a:solidFill>
              <a:srgbClr val="000000">
                <a:alpha val="84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2" name="Google Shape;3482;p45"/>
            <p:cNvSpPr/>
            <p:nvPr/>
          </p:nvSpPr>
          <p:spPr>
            <a:xfrm>
              <a:off x="2648688" y="4102329"/>
              <a:ext cx="178617" cy="134466"/>
            </a:xfrm>
            <a:custGeom>
              <a:avLst/>
              <a:gdLst/>
              <a:ahLst/>
              <a:cxnLst/>
              <a:rect l="l" t="t" r="r" b="b"/>
              <a:pathLst>
                <a:path w="122550" h="92258" extrusionOk="0">
                  <a:moveTo>
                    <a:pt x="0" y="0"/>
                  </a:moveTo>
                  <a:lnTo>
                    <a:pt x="0" y="73063"/>
                  </a:lnTo>
                  <a:cubicBezTo>
                    <a:pt x="0" y="83660"/>
                    <a:pt x="8597" y="92257"/>
                    <a:pt x="19195" y="92257"/>
                  </a:cubicBezTo>
                  <a:lnTo>
                    <a:pt x="103355" y="92257"/>
                  </a:lnTo>
                  <a:cubicBezTo>
                    <a:pt x="113953" y="92257"/>
                    <a:pt x="122550" y="83660"/>
                    <a:pt x="122550" y="73063"/>
                  </a:cubicBezTo>
                  <a:lnTo>
                    <a:pt x="122550" y="0"/>
                  </a:lnTo>
                  <a:close/>
                </a:path>
              </a:pathLst>
            </a:custGeom>
            <a:solidFill>
              <a:srgbClr val="FF89A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3" name="Google Shape;3483;p45"/>
            <p:cNvSpPr/>
            <p:nvPr/>
          </p:nvSpPr>
          <p:spPr>
            <a:xfrm>
              <a:off x="2648688" y="4102329"/>
              <a:ext cx="53592" cy="134466"/>
            </a:xfrm>
            <a:custGeom>
              <a:avLst/>
              <a:gdLst/>
              <a:ahLst/>
              <a:cxnLst/>
              <a:rect l="l" t="t" r="r" b="b"/>
              <a:pathLst>
                <a:path w="36770" h="92258" extrusionOk="0">
                  <a:moveTo>
                    <a:pt x="0" y="0"/>
                  </a:moveTo>
                  <a:lnTo>
                    <a:pt x="0" y="73063"/>
                  </a:lnTo>
                  <a:cubicBezTo>
                    <a:pt x="0" y="83660"/>
                    <a:pt x="8597" y="92257"/>
                    <a:pt x="19195" y="92257"/>
                  </a:cubicBezTo>
                  <a:lnTo>
                    <a:pt x="36770" y="92257"/>
                  </a:lnTo>
                  <a:cubicBezTo>
                    <a:pt x="26172" y="92257"/>
                    <a:pt x="17552" y="83660"/>
                    <a:pt x="17552" y="73039"/>
                  </a:cubicBezTo>
                  <a:lnTo>
                    <a:pt x="17552" y="0"/>
                  </a:lnTo>
                  <a:close/>
                </a:path>
              </a:pathLst>
            </a:custGeom>
            <a:solidFill>
              <a:srgbClr val="000000">
                <a:alpha val="84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4" name="Google Shape;3484;p45"/>
            <p:cNvSpPr/>
            <p:nvPr/>
          </p:nvSpPr>
          <p:spPr>
            <a:xfrm>
              <a:off x="2611409" y="3918508"/>
              <a:ext cx="252860" cy="252860"/>
            </a:xfrm>
            <a:custGeom>
              <a:avLst/>
              <a:gdLst/>
              <a:ahLst/>
              <a:cxnLst/>
              <a:rect l="l" t="t" r="r" b="b"/>
              <a:pathLst>
                <a:path w="173489" h="173489" extrusionOk="0">
                  <a:moveTo>
                    <a:pt x="86757" y="1"/>
                  </a:moveTo>
                  <a:cubicBezTo>
                    <a:pt x="38842" y="1"/>
                    <a:pt x="1" y="38842"/>
                    <a:pt x="1" y="86756"/>
                  </a:cubicBezTo>
                  <a:cubicBezTo>
                    <a:pt x="1" y="134647"/>
                    <a:pt x="38842" y="173488"/>
                    <a:pt x="86757" y="173488"/>
                  </a:cubicBezTo>
                  <a:cubicBezTo>
                    <a:pt x="134648" y="173488"/>
                    <a:pt x="173489" y="134647"/>
                    <a:pt x="173489" y="86756"/>
                  </a:cubicBezTo>
                  <a:cubicBezTo>
                    <a:pt x="173489" y="38842"/>
                    <a:pt x="134648" y="1"/>
                    <a:pt x="86757" y="1"/>
                  </a:cubicBezTo>
                  <a:close/>
                </a:path>
              </a:pathLst>
            </a:custGeom>
            <a:solidFill>
              <a:srgbClr val="D9D9D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5" name="Google Shape;3485;p45"/>
            <p:cNvSpPr/>
            <p:nvPr/>
          </p:nvSpPr>
          <p:spPr>
            <a:xfrm>
              <a:off x="2611409" y="3918508"/>
              <a:ext cx="139222" cy="252860"/>
            </a:xfrm>
            <a:custGeom>
              <a:avLst/>
              <a:gdLst/>
              <a:ahLst/>
              <a:cxnLst/>
              <a:rect l="l" t="t" r="r" b="b"/>
              <a:pathLst>
                <a:path w="95521" h="173489" extrusionOk="0">
                  <a:moveTo>
                    <a:pt x="86757" y="1"/>
                  </a:moveTo>
                  <a:cubicBezTo>
                    <a:pt x="38842" y="1"/>
                    <a:pt x="1" y="38842"/>
                    <a:pt x="1" y="86756"/>
                  </a:cubicBezTo>
                  <a:cubicBezTo>
                    <a:pt x="1" y="134647"/>
                    <a:pt x="38842" y="173488"/>
                    <a:pt x="86757" y="173488"/>
                  </a:cubicBezTo>
                  <a:cubicBezTo>
                    <a:pt x="89734" y="173488"/>
                    <a:pt x="92639" y="173345"/>
                    <a:pt x="95520" y="173036"/>
                  </a:cubicBezTo>
                  <a:cubicBezTo>
                    <a:pt x="51749" y="168678"/>
                    <a:pt x="17576" y="131694"/>
                    <a:pt x="17576" y="86756"/>
                  </a:cubicBezTo>
                  <a:cubicBezTo>
                    <a:pt x="17576" y="41795"/>
                    <a:pt x="51749" y="4859"/>
                    <a:pt x="95520" y="453"/>
                  </a:cubicBezTo>
                  <a:cubicBezTo>
                    <a:pt x="92639" y="144"/>
                    <a:pt x="89686" y="1"/>
                    <a:pt x="86757" y="1"/>
                  </a:cubicBezTo>
                  <a:close/>
                </a:path>
              </a:pathLst>
            </a:custGeom>
            <a:solidFill>
              <a:srgbClr val="000000">
                <a:alpha val="84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6" name="Google Shape;3486;p45"/>
            <p:cNvSpPr/>
            <p:nvPr/>
          </p:nvSpPr>
          <p:spPr>
            <a:xfrm>
              <a:off x="2706167" y="4013264"/>
              <a:ext cx="63346" cy="63346"/>
            </a:xfrm>
            <a:custGeom>
              <a:avLst/>
              <a:gdLst/>
              <a:ahLst/>
              <a:cxnLst/>
              <a:rect l="l" t="t" r="r" b="b"/>
              <a:pathLst>
                <a:path w="43462" h="43462" extrusionOk="0">
                  <a:moveTo>
                    <a:pt x="21743" y="1"/>
                  </a:moveTo>
                  <a:cubicBezTo>
                    <a:pt x="9740" y="1"/>
                    <a:pt x="0" y="9741"/>
                    <a:pt x="0" y="21743"/>
                  </a:cubicBezTo>
                  <a:cubicBezTo>
                    <a:pt x="0" y="33722"/>
                    <a:pt x="9740" y="43462"/>
                    <a:pt x="21743" y="43462"/>
                  </a:cubicBezTo>
                  <a:cubicBezTo>
                    <a:pt x="33745" y="43462"/>
                    <a:pt x="43462" y="33722"/>
                    <a:pt x="43462" y="21743"/>
                  </a:cubicBezTo>
                  <a:cubicBezTo>
                    <a:pt x="43462" y="9741"/>
                    <a:pt x="33745" y="1"/>
                    <a:pt x="21743" y="1"/>
                  </a:cubicBezTo>
                  <a:close/>
                </a:path>
              </a:pathLst>
            </a:custGeom>
            <a:solidFill>
              <a:srgbClr val="9E9C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7" name="Google Shape;3487;p45"/>
            <p:cNvSpPr/>
            <p:nvPr/>
          </p:nvSpPr>
          <p:spPr>
            <a:xfrm>
              <a:off x="2882248" y="4061164"/>
              <a:ext cx="24160" cy="29851"/>
            </a:xfrm>
            <a:custGeom>
              <a:avLst/>
              <a:gdLst/>
              <a:ahLst/>
              <a:cxnLst/>
              <a:rect l="l" t="t" r="r" b="b"/>
              <a:pathLst>
                <a:path w="16576" h="20481" extrusionOk="0">
                  <a:moveTo>
                    <a:pt x="3216" y="1"/>
                  </a:moveTo>
                  <a:cubicBezTo>
                    <a:pt x="2621" y="5788"/>
                    <a:pt x="1501" y="11384"/>
                    <a:pt x="1" y="16861"/>
                  </a:cubicBezTo>
                  <a:lnTo>
                    <a:pt x="12932" y="20481"/>
                  </a:lnTo>
                  <a:cubicBezTo>
                    <a:pt x="14671" y="14313"/>
                    <a:pt x="15861" y="7955"/>
                    <a:pt x="16576" y="1430"/>
                  </a:cubicBezTo>
                  <a:lnTo>
                    <a:pt x="3216" y="1"/>
                  </a:lnTo>
                  <a:close/>
                </a:path>
              </a:pathLst>
            </a:custGeom>
            <a:solidFill>
              <a:srgbClr val="000000">
                <a:alpha val="84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8" name="Google Shape;3488;p45"/>
            <p:cNvSpPr/>
            <p:nvPr/>
          </p:nvSpPr>
          <p:spPr>
            <a:xfrm>
              <a:off x="2876383" y="4048171"/>
              <a:ext cx="41861" cy="28034"/>
            </a:xfrm>
            <a:custGeom>
              <a:avLst/>
              <a:gdLst/>
              <a:ahLst/>
              <a:cxnLst/>
              <a:rect l="l" t="t" r="r" b="b"/>
              <a:pathLst>
                <a:path w="28721" h="19234" extrusionOk="0">
                  <a:moveTo>
                    <a:pt x="6532" y="1"/>
                  </a:moveTo>
                  <a:cubicBezTo>
                    <a:pt x="4558" y="1"/>
                    <a:pt x="2748" y="1320"/>
                    <a:pt x="2215" y="3294"/>
                  </a:cubicBezTo>
                  <a:lnTo>
                    <a:pt x="691" y="8700"/>
                  </a:lnTo>
                  <a:cubicBezTo>
                    <a:pt x="0" y="11129"/>
                    <a:pt x="1429" y="13630"/>
                    <a:pt x="3811" y="14273"/>
                  </a:cubicBezTo>
                  <a:lnTo>
                    <a:pt x="20957" y="19060"/>
                  </a:lnTo>
                  <a:cubicBezTo>
                    <a:pt x="21368" y="19178"/>
                    <a:pt x="21782" y="19234"/>
                    <a:pt x="22189" y="19234"/>
                  </a:cubicBezTo>
                  <a:cubicBezTo>
                    <a:pt x="24164" y="19234"/>
                    <a:pt x="25977" y="17914"/>
                    <a:pt x="26530" y="15940"/>
                  </a:cubicBezTo>
                  <a:lnTo>
                    <a:pt x="28030" y="10534"/>
                  </a:lnTo>
                  <a:cubicBezTo>
                    <a:pt x="28721" y="8105"/>
                    <a:pt x="27316" y="5652"/>
                    <a:pt x="24910" y="4961"/>
                  </a:cubicBezTo>
                  <a:lnTo>
                    <a:pt x="7764" y="175"/>
                  </a:lnTo>
                  <a:cubicBezTo>
                    <a:pt x="7353" y="57"/>
                    <a:pt x="6939" y="1"/>
                    <a:pt x="6532" y="1"/>
                  </a:cubicBezTo>
                  <a:close/>
                </a:path>
              </a:pathLst>
            </a:custGeom>
            <a:solidFill>
              <a:srgbClr val="D9D9D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9" name="Google Shape;3489;p45"/>
            <p:cNvSpPr/>
            <p:nvPr/>
          </p:nvSpPr>
          <p:spPr>
            <a:xfrm>
              <a:off x="2701341" y="4008440"/>
              <a:ext cx="72996" cy="72996"/>
            </a:xfrm>
            <a:custGeom>
              <a:avLst/>
              <a:gdLst/>
              <a:ahLst/>
              <a:cxnLst/>
              <a:rect l="l" t="t" r="r" b="b"/>
              <a:pathLst>
                <a:path w="50083" h="50083" extrusionOk="0">
                  <a:moveTo>
                    <a:pt x="25054" y="6621"/>
                  </a:moveTo>
                  <a:cubicBezTo>
                    <a:pt x="35223" y="6621"/>
                    <a:pt x="43510" y="14885"/>
                    <a:pt x="43510" y="25077"/>
                  </a:cubicBezTo>
                  <a:cubicBezTo>
                    <a:pt x="43510" y="35246"/>
                    <a:pt x="35223" y="43533"/>
                    <a:pt x="25054" y="43533"/>
                  </a:cubicBezTo>
                  <a:cubicBezTo>
                    <a:pt x="14861" y="43533"/>
                    <a:pt x="6598" y="35246"/>
                    <a:pt x="6598" y="25077"/>
                  </a:cubicBezTo>
                  <a:cubicBezTo>
                    <a:pt x="6598" y="14885"/>
                    <a:pt x="14861" y="6621"/>
                    <a:pt x="25054" y="6621"/>
                  </a:cubicBezTo>
                  <a:close/>
                  <a:moveTo>
                    <a:pt x="25054" y="1"/>
                  </a:moveTo>
                  <a:cubicBezTo>
                    <a:pt x="11241" y="1"/>
                    <a:pt x="1" y="11265"/>
                    <a:pt x="1" y="25053"/>
                  </a:cubicBezTo>
                  <a:cubicBezTo>
                    <a:pt x="1" y="38866"/>
                    <a:pt x="11241" y="50082"/>
                    <a:pt x="25054" y="50082"/>
                  </a:cubicBezTo>
                  <a:cubicBezTo>
                    <a:pt x="38866" y="50082"/>
                    <a:pt x="50083" y="38866"/>
                    <a:pt x="50083" y="25053"/>
                  </a:cubicBezTo>
                  <a:cubicBezTo>
                    <a:pt x="50083" y="11241"/>
                    <a:pt x="38866" y="1"/>
                    <a:pt x="25054"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0" name="Google Shape;3490;p45"/>
            <p:cNvSpPr/>
            <p:nvPr/>
          </p:nvSpPr>
          <p:spPr>
            <a:xfrm>
              <a:off x="2691554" y="3960853"/>
              <a:ext cx="9615" cy="17184"/>
            </a:xfrm>
            <a:custGeom>
              <a:avLst/>
              <a:gdLst/>
              <a:ahLst/>
              <a:cxnLst/>
              <a:rect l="l" t="t" r="r" b="b"/>
              <a:pathLst>
                <a:path w="6597" h="11790" extrusionOk="0">
                  <a:moveTo>
                    <a:pt x="3309" y="1"/>
                  </a:moveTo>
                  <a:cubicBezTo>
                    <a:pt x="1488" y="1"/>
                    <a:pt x="0" y="1470"/>
                    <a:pt x="0" y="3311"/>
                  </a:cubicBezTo>
                  <a:lnTo>
                    <a:pt x="0" y="8360"/>
                  </a:lnTo>
                  <a:cubicBezTo>
                    <a:pt x="0" y="10051"/>
                    <a:pt x="1215" y="11551"/>
                    <a:pt x="2882" y="11765"/>
                  </a:cubicBezTo>
                  <a:cubicBezTo>
                    <a:pt x="3019" y="11782"/>
                    <a:pt x="3154" y="11789"/>
                    <a:pt x="3287" y="11789"/>
                  </a:cubicBezTo>
                  <a:cubicBezTo>
                    <a:pt x="5127" y="11789"/>
                    <a:pt x="6597" y="10300"/>
                    <a:pt x="6597" y="8479"/>
                  </a:cubicBezTo>
                  <a:lnTo>
                    <a:pt x="6597" y="3430"/>
                  </a:lnTo>
                  <a:cubicBezTo>
                    <a:pt x="6597" y="1740"/>
                    <a:pt x="5382" y="239"/>
                    <a:pt x="3715" y="25"/>
                  </a:cubicBezTo>
                  <a:cubicBezTo>
                    <a:pt x="3578" y="9"/>
                    <a:pt x="3443" y="1"/>
                    <a:pt x="3309"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1" name="Google Shape;3491;p45"/>
            <p:cNvSpPr/>
            <p:nvPr/>
          </p:nvSpPr>
          <p:spPr>
            <a:xfrm>
              <a:off x="2774753" y="3960853"/>
              <a:ext cx="9650" cy="17184"/>
            </a:xfrm>
            <a:custGeom>
              <a:avLst/>
              <a:gdLst/>
              <a:ahLst/>
              <a:cxnLst/>
              <a:rect l="l" t="t" r="r" b="b"/>
              <a:pathLst>
                <a:path w="6621" h="11790" extrusionOk="0">
                  <a:moveTo>
                    <a:pt x="3333" y="1"/>
                  </a:moveTo>
                  <a:cubicBezTo>
                    <a:pt x="1509" y="1"/>
                    <a:pt x="1" y="1470"/>
                    <a:pt x="1" y="3311"/>
                  </a:cubicBezTo>
                  <a:lnTo>
                    <a:pt x="1" y="8360"/>
                  </a:lnTo>
                  <a:cubicBezTo>
                    <a:pt x="1" y="10051"/>
                    <a:pt x="1239" y="11551"/>
                    <a:pt x="2906" y="11765"/>
                  </a:cubicBezTo>
                  <a:cubicBezTo>
                    <a:pt x="3043" y="11782"/>
                    <a:pt x="3178" y="11789"/>
                    <a:pt x="3311" y="11789"/>
                  </a:cubicBezTo>
                  <a:cubicBezTo>
                    <a:pt x="5151" y="11789"/>
                    <a:pt x="6621" y="10300"/>
                    <a:pt x="6621" y="8479"/>
                  </a:cubicBezTo>
                  <a:lnTo>
                    <a:pt x="6621" y="3430"/>
                  </a:lnTo>
                  <a:cubicBezTo>
                    <a:pt x="6621" y="1740"/>
                    <a:pt x="5406" y="239"/>
                    <a:pt x="3739" y="25"/>
                  </a:cubicBezTo>
                  <a:cubicBezTo>
                    <a:pt x="3602" y="9"/>
                    <a:pt x="3467" y="1"/>
                    <a:pt x="3333"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2" name="Google Shape;3492;p45"/>
            <p:cNvSpPr/>
            <p:nvPr/>
          </p:nvSpPr>
          <p:spPr>
            <a:xfrm>
              <a:off x="2722168" y="3967841"/>
              <a:ext cx="31310" cy="14186"/>
            </a:xfrm>
            <a:custGeom>
              <a:avLst/>
              <a:gdLst/>
              <a:ahLst/>
              <a:cxnLst/>
              <a:rect l="l" t="t" r="r" b="b"/>
              <a:pathLst>
                <a:path w="21482" h="9733" extrusionOk="0">
                  <a:moveTo>
                    <a:pt x="3699" y="0"/>
                  </a:moveTo>
                  <a:cubicBezTo>
                    <a:pt x="2930" y="0"/>
                    <a:pt x="2155" y="272"/>
                    <a:pt x="1525" y="826"/>
                  </a:cubicBezTo>
                  <a:cubicBezTo>
                    <a:pt x="167" y="2017"/>
                    <a:pt x="1" y="4113"/>
                    <a:pt x="1239" y="5470"/>
                  </a:cubicBezTo>
                  <a:cubicBezTo>
                    <a:pt x="3573" y="8185"/>
                    <a:pt x="7026" y="9733"/>
                    <a:pt x="10765" y="9733"/>
                  </a:cubicBezTo>
                  <a:cubicBezTo>
                    <a:pt x="14456" y="9733"/>
                    <a:pt x="17933" y="8185"/>
                    <a:pt x="20291" y="5470"/>
                  </a:cubicBezTo>
                  <a:cubicBezTo>
                    <a:pt x="21481" y="4113"/>
                    <a:pt x="21362" y="2017"/>
                    <a:pt x="19981" y="826"/>
                  </a:cubicBezTo>
                  <a:cubicBezTo>
                    <a:pt x="19359" y="281"/>
                    <a:pt x="18581" y="10"/>
                    <a:pt x="17807" y="10"/>
                  </a:cubicBezTo>
                  <a:cubicBezTo>
                    <a:pt x="16892" y="10"/>
                    <a:pt x="15982" y="388"/>
                    <a:pt x="15337" y="1136"/>
                  </a:cubicBezTo>
                  <a:cubicBezTo>
                    <a:pt x="14242" y="2422"/>
                    <a:pt x="12575" y="3136"/>
                    <a:pt x="10765" y="3136"/>
                  </a:cubicBezTo>
                  <a:cubicBezTo>
                    <a:pt x="8931" y="3136"/>
                    <a:pt x="7312" y="2398"/>
                    <a:pt x="6169" y="1136"/>
                  </a:cubicBezTo>
                  <a:cubicBezTo>
                    <a:pt x="5521" y="385"/>
                    <a:pt x="4614" y="0"/>
                    <a:pt x="3699"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3" name="Google Shape;3493;p45"/>
            <p:cNvSpPr/>
            <p:nvPr/>
          </p:nvSpPr>
          <p:spPr>
            <a:xfrm>
              <a:off x="2667258" y="4172525"/>
              <a:ext cx="16279" cy="15732"/>
            </a:xfrm>
            <a:custGeom>
              <a:avLst/>
              <a:gdLst/>
              <a:ahLst/>
              <a:cxnLst/>
              <a:rect l="l" t="t" r="r" b="b"/>
              <a:pathLst>
                <a:path w="11169" h="10794" extrusionOk="0">
                  <a:moveTo>
                    <a:pt x="5584" y="1"/>
                  </a:moveTo>
                  <a:cubicBezTo>
                    <a:pt x="2777" y="1"/>
                    <a:pt x="419" y="2171"/>
                    <a:pt x="214" y="5016"/>
                  </a:cubicBezTo>
                  <a:cubicBezTo>
                    <a:pt x="0" y="7993"/>
                    <a:pt x="2239" y="10565"/>
                    <a:pt x="5215" y="10779"/>
                  </a:cubicBezTo>
                  <a:cubicBezTo>
                    <a:pt x="5347" y="10789"/>
                    <a:pt x="5477" y="10793"/>
                    <a:pt x="5606" y="10793"/>
                  </a:cubicBezTo>
                  <a:cubicBezTo>
                    <a:pt x="8394" y="10793"/>
                    <a:pt x="10773" y="8623"/>
                    <a:pt x="10955" y="5778"/>
                  </a:cubicBezTo>
                  <a:cubicBezTo>
                    <a:pt x="11169" y="2801"/>
                    <a:pt x="8931" y="229"/>
                    <a:pt x="5978" y="15"/>
                  </a:cubicBezTo>
                  <a:cubicBezTo>
                    <a:pt x="5845" y="5"/>
                    <a:pt x="5714" y="1"/>
                    <a:pt x="5584"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4" name="Google Shape;3494;p45"/>
            <p:cNvSpPr/>
            <p:nvPr/>
          </p:nvSpPr>
          <p:spPr>
            <a:xfrm>
              <a:off x="2667258" y="4203902"/>
              <a:ext cx="16279" cy="15697"/>
            </a:xfrm>
            <a:custGeom>
              <a:avLst/>
              <a:gdLst/>
              <a:ahLst/>
              <a:cxnLst/>
              <a:rect l="l" t="t" r="r" b="b"/>
              <a:pathLst>
                <a:path w="11169" h="10770" extrusionOk="0">
                  <a:moveTo>
                    <a:pt x="5584" y="1"/>
                  </a:moveTo>
                  <a:cubicBezTo>
                    <a:pt x="2777" y="1"/>
                    <a:pt x="419" y="2171"/>
                    <a:pt x="214" y="5016"/>
                  </a:cubicBezTo>
                  <a:cubicBezTo>
                    <a:pt x="0" y="7969"/>
                    <a:pt x="2239" y="10541"/>
                    <a:pt x="5215" y="10755"/>
                  </a:cubicBezTo>
                  <a:cubicBezTo>
                    <a:pt x="5347" y="10765"/>
                    <a:pt x="5477" y="10770"/>
                    <a:pt x="5606" y="10770"/>
                  </a:cubicBezTo>
                  <a:cubicBezTo>
                    <a:pt x="8394" y="10770"/>
                    <a:pt x="10774" y="8600"/>
                    <a:pt x="10979" y="5778"/>
                  </a:cubicBezTo>
                  <a:cubicBezTo>
                    <a:pt x="11169" y="2801"/>
                    <a:pt x="8954" y="229"/>
                    <a:pt x="5978" y="15"/>
                  </a:cubicBezTo>
                  <a:cubicBezTo>
                    <a:pt x="5845" y="6"/>
                    <a:pt x="5714" y="1"/>
                    <a:pt x="5584"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5" name="Google Shape;3495;p45"/>
            <p:cNvSpPr/>
            <p:nvPr/>
          </p:nvSpPr>
          <p:spPr>
            <a:xfrm>
              <a:off x="2792421" y="4172512"/>
              <a:ext cx="15724" cy="15690"/>
            </a:xfrm>
            <a:custGeom>
              <a:avLst/>
              <a:gdLst/>
              <a:ahLst/>
              <a:cxnLst/>
              <a:rect l="l" t="t" r="r" b="b"/>
              <a:pathLst>
                <a:path w="10788" h="10765" extrusionOk="0">
                  <a:moveTo>
                    <a:pt x="5406" y="0"/>
                  </a:moveTo>
                  <a:cubicBezTo>
                    <a:pt x="2429" y="0"/>
                    <a:pt x="0" y="2405"/>
                    <a:pt x="0" y="5382"/>
                  </a:cubicBezTo>
                  <a:cubicBezTo>
                    <a:pt x="0" y="8359"/>
                    <a:pt x="2429" y="10764"/>
                    <a:pt x="5406" y="10764"/>
                  </a:cubicBezTo>
                  <a:cubicBezTo>
                    <a:pt x="8359" y="10764"/>
                    <a:pt x="10788" y="8359"/>
                    <a:pt x="10788" y="5382"/>
                  </a:cubicBezTo>
                  <a:cubicBezTo>
                    <a:pt x="10788" y="2405"/>
                    <a:pt x="8359" y="0"/>
                    <a:pt x="5406"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6" name="Google Shape;3496;p45"/>
            <p:cNvSpPr/>
            <p:nvPr/>
          </p:nvSpPr>
          <p:spPr>
            <a:xfrm>
              <a:off x="2792421" y="4203854"/>
              <a:ext cx="15724" cy="15725"/>
            </a:xfrm>
            <a:custGeom>
              <a:avLst/>
              <a:gdLst/>
              <a:ahLst/>
              <a:cxnLst/>
              <a:rect l="l" t="t" r="r" b="b"/>
              <a:pathLst>
                <a:path w="10788" h="10789" extrusionOk="0">
                  <a:moveTo>
                    <a:pt x="5406" y="1"/>
                  </a:moveTo>
                  <a:cubicBezTo>
                    <a:pt x="2429" y="1"/>
                    <a:pt x="0" y="2430"/>
                    <a:pt x="0" y="5383"/>
                  </a:cubicBezTo>
                  <a:cubicBezTo>
                    <a:pt x="0" y="8359"/>
                    <a:pt x="2429" y="10788"/>
                    <a:pt x="5406" y="10788"/>
                  </a:cubicBezTo>
                  <a:cubicBezTo>
                    <a:pt x="8359" y="10788"/>
                    <a:pt x="10788" y="8359"/>
                    <a:pt x="10788" y="5383"/>
                  </a:cubicBezTo>
                  <a:cubicBezTo>
                    <a:pt x="10788" y="2430"/>
                    <a:pt x="8359" y="1"/>
                    <a:pt x="5406"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7" name="Google Shape;3497;p45"/>
            <p:cNvSpPr/>
            <p:nvPr/>
          </p:nvSpPr>
          <p:spPr>
            <a:xfrm>
              <a:off x="2606515" y="3913753"/>
              <a:ext cx="251993" cy="176359"/>
            </a:xfrm>
            <a:custGeom>
              <a:avLst/>
              <a:gdLst/>
              <a:ahLst/>
              <a:cxnLst/>
              <a:rect l="l" t="t" r="r" b="b"/>
              <a:pathLst>
                <a:path w="172894" h="121001" extrusionOk="0">
                  <a:moveTo>
                    <a:pt x="90043" y="0"/>
                  </a:moveTo>
                  <a:cubicBezTo>
                    <a:pt x="40390" y="0"/>
                    <a:pt x="1" y="40389"/>
                    <a:pt x="1" y="90042"/>
                  </a:cubicBezTo>
                  <a:cubicBezTo>
                    <a:pt x="1" y="99854"/>
                    <a:pt x="1572" y="109546"/>
                    <a:pt x="4668" y="118762"/>
                  </a:cubicBezTo>
                  <a:cubicBezTo>
                    <a:pt x="5216" y="120144"/>
                    <a:pt x="6478" y="121001"/>
                    <a:pt x="7860" y="121001"/>
                  </a:cubicBezTo>
                  <a:cubicBezTo>
                    <a:pt x="10098" y="121001"/>
                    <a:pt x="11694" y="118762"/>
                    <a:pt x="10979" y="116643"/>
                  </a:cubicBezTo>
                  <a:cubicBezTo>
                    <a:pt x="8098" y="108070"/>
                    <a:pt x="6645" y="99115"/>
                    <a:pt x="6645" y="90018"/>
                  </a:cubicBezTo>
                  <a:cubicBezTo>
                    <a:pt x="6645" y="43985"/>
                    <a:pt x="44081" y="6573"/>
                    <a:pt x="90067" y="6573"/>
                  </a:cubicBezTo>
                  <a:cubicBezTo>
                    <a:pt x="122812" y="6573"/>
                    <a:pt x="152675" y="25862"/>
                    <a:pt x="166154" y="55678"/>
                  </a:cubicBezTo>
                  <a:cubicBezTo>
                    <a:pt x="166714" y="56901"/>
                    <a:pt x="167914" y="57611"/>
                    <a:pt x="169162" y="57611"/>
                  </a:cubicBezTo>
                  <a:cubicBezTo>
                    <a:pt x="169615" y="57611"/>
                    <a:pt x="170075" y="57518"/>
                    <a:pt x="170512" y="57321"/>
                  </a:cubicBezTo>
                  <a:cubicBezTo>
                    <a:pt x="172179" y="56583"/>
                    <a:pt x="172894" y="54606"/>
                    <a:pt x="172156" y="52987"/>
                  </a:cubicBezTo>
                  <a:cubicBezTo>
                    <a:pt x="157581" y="20790"/>
                    <a:pt x="125384" y="0"/>
                    <a:pt x="90043"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8" name="Google Shape;3498;p45"/>
            <p:cNvSpPr/>
            <p:nvPr/>
          </p:nvSpPr>
          <p:spPr>
            <a:xfrm>
              <a:off x="2620711" y="4007845"/>
              <a:ext cx="302912" cy="233462"/>
            </a:xfrm>
            <a:custGeom>
              <a:avLst/>
              <a:gdLst/>
              <a:ahLst/>
              <a:cxnLst/>
              <a:rect l="l" t="t" r="r" b="b"/>
              <a:pathLst>
                <a:path w="207830" h="160180" extrusionOk="0">
                  <a:moveTo>
                    <a:pt x="182009" y="30947"/>
                  </a:moveTo>
                  <a:cubicBezTo>
                    <a:pt x="182113" y="30947"/>
                    <a:pt x="182219" y="30960"/>
                    <a:pt x="182325" y="30986"/>
                  </a:cubicBezTo>
                  <a:lnTo>
                    <a:pt x="199471" y="35773"/>
                  </a:lnTo>
                  <a:cubicBezTo>
                    <a:pt x="199876" y="35940"/>
                    <a:pt x="200090" y="36225"/>
                    <a:pt x="200209" y="36368"/>
                  </a:cubicBezTo>
                  <a:cubicBezTo>
                    <a:pt x="200304" y="36559"/>
                    <a:pt x="200447" y="36868"/>
                    <a:pt x="200328" y="37297"/>
                  </a:cubicBezTo>
                  <a:lnTo>
                    <a:pt x="198804" y="42703"/>
                  </a:lnTo>
                  <a:cubicBezTo>
                    <a:pt x="198663" y="43248"/>
                    <a:pt x="198145" y="43622"/>
                    <a:pt x="197600" y="43622"/>
                  </a:cubicBezTo>
                  <a:cubicBezTo>
                    <a:pt x="197501" y="43622"/>
                    <a:pt x="197402" y="43610"/>
                    <a:pt x="197304" y="43584"/>
                  </a:cubicBezTo>
                  <a:lnTo>
                    <a:pt x="180157" y="38797"/>
                  </a:lnTo>
                  <a:cubicBezTo>
                    <a:pt x="179491" y="38607"/>
                    <a:pt x="179110" y="37916"/>
                    <a:pt x="179276" y="37273"/>
                  </a:cubicBezTo>
                  <a:lnTo>
                    <a:pt x="180800" y="31844"/>
                  </a:lnTo>
                  <a:cubicBezTo>
                    <a:pt x="180961" y="31303"/>
                    <a:pt x="181458" y="30947"/>
                    <a:pt x="182009" y="30947"/>
                  </a:cubicBezTo>
                  <a:close/>
                  <a:moveTo>
                    <a:pt x="184230" y="46823"/>
                  </a:moveTo>
                  <a:lnTo>
                    <a:pt x="190874" y="48680"/>
                  </a:lnTo>
                  <a:cubicBezTo>
                    <a:pt x="186421" y="70256"/>
                    <a:pt x="175776" y="89903"/>
                    <a:pt x="159963" y="105716"/>
                  </a:cubicBezTo>
                  <a:cubicBezTo>
                    <a:pt x="155271" y="110407"/>
                    <a:pt x="150199" y="114670"/>
                    <a:pt x="144817" y="118456"/>
                  </a:cubicBezTo>
                  <a:lnTo>
                    <a:pt x="144817" y="109931"/>
                  </a:lnTo>
                  <a:cubicBezTo>
                    <a:pt x="148413" y="107145"/>
                    <a:pt x="151866" y="104096"/>
                    <a:pt x="155105" y="100858"/>
                  </a:cubicBezTo>
                  <a:cubicBezTo>
                    <a:pt x="170084" y="85878"/>
                    <a:pt x="180086" y="67279"/>
                    <a:pt x="184230" y="46823"/>
                  </a:cubicBezTo>
                  <a:close/>
                  <a:moveTo>
                    <a:pt x="138268" y="94118"/>
                  </a:moveTo>
                  <a:lnTo>
                    <a:pt x="138268" y="137675"/>
                  </a:lnTo>
                  <a:cubicBezTo>
                    <a:pt x="138244" y="146462"/>
                    <a:pt x="131123" y="153583"/>
                    <a:pt x="122336" y="153583"/>
                  </a:cubicBezTo>
                  <a:lnTo>
                    <a:pt x="38175" y="153583"/>
                  </a:lnTo>
                  <a:cubicBezTo>
                    <a:pt x="29412" y="153583"/>
                    <a:pt x="22291" y="146462"/>
                    <a:pt x="22291" y="137675"/>
                  </a:cubicBezTo>
                  <a:lnTo>
                    <a:pt x="22291" y="94166"/>
                  </a:lnTo>
                  <a:cubicBezTo>
                    <a:pt x="24649" y="96142"/>
                    <a:pt x="27102" y="98024"/>
                    <a:pt x="29674" y="99762"/>
                  </a:cubicBezTo>
                  <a:cubicBezTo>
                    <a:pt x="43081" y="108931"/>
                    <a:pt x="58632" y="114241"/>
                    <a:pt x="75040" y="115170"/>
                  </a:cubicBezTo>
                  <a:cubicBezTo>
                    <a:pt x="76705" y="115264"/>
                    <a:pt x="78372" y="115311"/>
                    <a:pt x="80039" y="115311"/>
                  </a:cubicBezTo>
                  <a:cubicBezTo>
                    <a:pt x="101071" y="115311"/>
                    <a:pt x="122072" y="107843"/>
                    <a:pt x="138268" y="94118"/>
                  </a:cubicBezTo>
                  <a:close/>
                  <a:moveTo>
                    <a:pt x="164627" y="1"/>
                  </a:moveTo>
                  <a:cubicBezTo>
                    <a:pt x="164581" y="1"/>
                    <a:pt x="164534" y="2"/>
                    <a:pt x="164488" y="4"/>
                  </a:cubicBezTo>
                  <a:cubicBezTo>
                    <a:pt x="162297" y="99"/>
                    <a:pt x="160892" y="2147"/>
                    <a:pt x="161392" y="4124"/>
                  </a:cubicBezTo>
                  <a:cubicBezTo>
                    <a:pt x="163202" y="11006"/>
                    <a:pt x="164106" y="18127"/>
                    <a:pt x="164106" y="25295"/>
                  </a:cubicBezTo>
                  <a:cubicBezTo>
                    <a:pt x="164106" y="50038"/>
                    <a:pt x="152771" y="73876"/>
                    <a:pt x="133648" y="89665"/>
                  </a:cubicBezTo>
                  <a:cubicBezTo>
                    <a:pt x="118835" y="101882"/>
                    <a:pt x="99688" y="108764"/>
                    <a:pt x="80422" y="108764"/>
                  </a:cubicBezTo>
                  <a:cubicBezTo>
                    <a:pt x="58465" y="108764"/>
                    <a:pt x="36818" y="99810"/>
                    <a:pt x="21267" y="84330"/>
                  </a:cubicBezTo>
                  <a:lnTo>
                    <a:pt x="21220" y="84259"/>
                  </a:lnTo>
                  <a:cubicBezTo>
                    <a:pt x="15480" y="78496"/>
                    <a:pt x="10503" y="71852"/>
                    <a:pt x="6550" y="64445"/>
                  </a:cubicBezTo>
                  <a:cubicBezTo>
                    <a:pt x="5936" y="63334"/>
                    <a:pt x="4792" y="62699"/>
                    <a:pt x="3610" y="62699"/>
                  </a:cubicBezTo>
                  <a:cubicBezTo>
                    <a:pt x="2866" y="62699"/>
                    <a:pt x="2106" y="62950"/>
                    <a:pt x="1454" y="63493"/>
                  </a:cubicBezTo>
                  <a:cubicBezTo>
                    <a:pt x="263" y="64469"/>
                    <a:pt x="1" y="66208"/>
                    <a:pt x="739" y="67565"/>
                  </a:cubicBezTo>
                  <a:cubicBezTo>
                    <a:pt x="4788" y="75162"/>
                    <a:pt x="9836" y="81997"/>
                    <a:pt x="15647" y="88022"/>
                  </a:cubicBezTo>
                  <a:lnTo>
                    <a:pt x="15647" y="137675"/>
                  </a:lnTo>
                  <a:cubicBezTo>
                    <a:pt x="15647" y="150082"/>
                    <a:pt x="25721" y="160179"/>
                    <a:pt x="38152" y="160179"/>
                  </a:cubicBezTo>
                  <a:lnTo>
                    <a:pt x="122503" y="160179"/>
                  </a:lnTo>
                  <a:cubicBezTo>
                    <a:pt x="122503" y="160179"/>
                    <a:pt x="145007" y="150272"/>
                    <a:pt x="144817" y="137865"/>
                  </a:cubicBezTo>
                  <a:lnTo>
                    <a:pt x="144817" y="126434"/>
                  </a:lnTo>
                  <a:cubicBezTo>
                    <a:pt x="152104" y="121814"/>
                    <a:pt x="158772" y="116456"/>
                    <a:pt x="164821" y="110407"/>
                  </a:cubicBezTo>
                  <a:cubicBezTo>
                    <a:pt x="181491" y="93737"/>
                    <a:pt x="192708" y="72995"/>
                    <a:pt x="197447" y="50252"/>
                  </a:cubicBezTo>
                  <a:lnTo>
                    <a:pt x="197613" y="50252"/>
                  </a:lnTo>
                  <a:cubicBezTo>
                    <a:pt x="201114" y="50252"/>
                    <a:pt x="204210" y="47894"/>
                    <a:pt x="205163" y="44537"/>
                  </a:cubicBezTo>
                  <a:lnTo>
                    <a:pt x="206663" y="39107"/>
                  </a:lnTo>
                  <a:cubicBezTo>
                    <a:pt x="207830" y="35011"/>
                    <a:pt x="205329" y="30629"/>
                    <a:pt x="201257" y="29462"/>
                  </a:cubicBezTo>
                  <a:lnTo>
                    <a:pt x="184111" y="24675"/>
                  </a:lnTo>
                  <a:cubicBezTo>
                    <a:pt x="183372" y="24461"/>
                    <a:pt x="182682" y="24390"/>
                    <a:pt x="181967" y="24390"/>
                  </a:cubicBezTo>
                  <a:cubicBezTo>
                    <a:pt x="178609" y="24414"/>
                    <a:pt x="175395" y="26676"/>
                    <a:pt x="174442" y="30105"/>
                  </a:cubicBezTo>
                  <a:lnTo>
                    <a:pt x="172918" y="35511"/>
                  </a:lnTo>
                  <a:cubicBezTo>
                    <a:pt x="171775" y="39559"/>
                    <a:pt x="174085" y="43751"/>
                    <a:pt x="178038" y="45037"/>
                  </a:cubicBezTo>
                  <a:cubicBezTo>
                    <a:pt x="174228" y="64398"/>
                    <a:pt x="164821" y="82044"/>
                    <a:pt x="150651" y="96214"/>
                  </a:cubicBezTo>
                  <a:cubicBezTo>
                    <a:pt x="148841" y="98024"/>
                    <a:pt x="145269" y="101453"/>
                    <a:pt x="145269" y="101453"/>
                  </a:cubicBezTo>
                  <a:lnTo>
                    <a:pt x="145269" y="87903"/>
                  </a:lnTo>
                  <a:cubicBezTo>
                    <a:pt x="161011" y="71685"/>
                    <a:pt x="170703" y="49585"/>
                    <a:pt x="170703" y="25295"/>
                  </a:cubicBezTo>
                  <a:cubicBezTo>
                    <a:pt x="170703" y="17626"/>
                    <a:pt x="169727" y="9958"/>
                    <a:pt x="167822" y="2576"/>
                  </a:cubicBezTo>
                  <a:cubicBezTo>
                    <a:pt x="167452" y="1120"/>
                    <a:pt x="166140" y="1"/>
                    <a:pt x="164627"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499" name="Google Shape;3499;p45"/>
          <p:cNvGrpSpPr/>
          <p:nvPr/>
        </p:nvGrpSpPr>
        <p:grpSpPr>
          <a:xfrm>
            <a:off x="6302846" y="3928747"/>
            <a:ext cx="282018" cy="327312"/>
            <a:chOff x="6302846" y="3928747"/>
            <a:chExt cx="282018" cy="327312"/>
          </a:xfrm>
        </p:grpSpPr>
        <p:sp>
          <p:nvSpPr>
            <p:cNvPr id="3500" name="Google Shape;3500;p45"/>
            <p:cNvSpPr/>
            <p:nvPr/>
          </p:nvSpPr>
          <p:spPr>
            <a:xfrm>
              <a:off x="6320200" y="3945754"/>
              <a:ext cx="214889" cy="215373"/>
            </a:xfrm>
            <a:custGeom>
              <a:avLst/>
              <a:gdLst/>
              <a:ahLst/>
              <a:cxnLst/>
              <a:rect l="l" t="t" r="r" b="b"/>
              <a:pathLst>
                <a:path w="147437" h="147769" extrusionOk="0">
                  <a:moveTo>
                    <a:pt x="138315" y="1"/>
                  </a:moveTo>
                  <a:lnTo>
                    <a:pt x="1" y="138339"/>
                  </a:lnTo>
                  <a:lnTo>
                    <a:pt x="8765" y="147769"/>
                  </a:lnTo>
                  <a:lnTo>
                    <a:pt x="147436" y="9122"/>
                  </a:lnTo>
                  <a:lnTo>
                    <a:pt x="138315"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1" name="Google Shape;3501;p45"/>
            <p:cNvSpPr/>
            <p:nvPr/>
          </p:nvSpPr>
          <p:spPr>
            <a:xfrm>
              <a:off x="6415478" y="4196530"/>
              <a:ext cx="22389" cy="42903"/>
            </a:xfrm>
            <a:custGeom>
              <a:avLst/>
              <a:gdLst/>
              <a:ahLst/>
              <a:cxnLst/>
              <a:rect l="l" t="t" r="r" b="b"/>
              <a:pathLst>
                <a:path w="15361" h="29436" extrusionOk="0">
                  <a:moveTo>
                    <a:pt x="1" y="1"/>
                  </a:moveTo>
                  <a:lnTo>
                    <a:pt x="1" y="29435"/>
                  </a:lnTo>
                  <a:lnTo>
                    <a:pt x="15361" y="29435"/>
                  </a:lnTo>
                  <a:lnTo>
                    <a:pt x="15361" y="1"/>
                  </a:lnTo>
                  <a:close/>
                </a:path>
              </a:pathLst>
            </a:custGeom>
            <a:solidFill>
              <a:srgbClr val="3A48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2" name="Google Shape;3502;p45"/>
            <p:cNvSpPr/>
            <p:nvPr/>
          </p:nvSpPr>
          <p:spPr>
            <a:xfrm>
              <a:off x="6307775" y="3933290"/>
              <a:ext cx="272124" cy="272614"/>
            </a:xfrm>
            <a:custGeom>
              <a:avLst/>
              <a:gdLst/>
              <a:ahLst/>
              <a:cxnLst/>
              <a:rect l="l" t="t" r="r" b="b"/>
              <a:pathLst>
                <a:path w="186706" h="187042" extrusionOk="0">
                  <a:moveTo>
                    <a:pt x="145278" y="0"/>
                  </a:moveTo>
                  <a:cubicBezTo>
                    <a:pt x="144162" y="0"/>
                    <a:pt x="143049" y="511"/>
                    <a:pt x="142316" y="1480"/>
                  </a:cubicBezTo>
                  <a:lnTo>
                    <a:pt x="138982" y="5933"/>
                  </a:lnTo>
                  <a:cubicBezTo>
                    <a:pt x="137815" y="7505"/>
                    <a:pt x="138100" y="9744"/>
                    <a:pt x="139601" y="10958"/>
                  </a:cubicBezTo>
                  <a:cubicBezTo>
                    <a:pt x="142173" y="13006"/>
                    <a:pt x="144649" y="15245"/>
                    <a:pt x="146959" y="17579"/>
                  </a:cubicBezTo>
                  <a:cubicBezTo>
                    <a:pt x="164296" y="34892"/>
                    <a:pt x="173822" y="57944"/>
                    <a:pt x="173822" y="82449"/>
                  </a:cubicBezTo>
                  <a:cubicBezTo>
                    <a:pt x="173822" y="106930"/>
                    <a:pt x="164296" y="129982"/>
                    <a:pt x="146959" y="147295"/>
                  </a:cubicBezTo>
                  <a:cubicBezTo>
                    <a:pt x="129646" y="164632"/>
                    <a:pt x="106594" y="174158"/>
                    <a:pt x="82089" y="174158"/>
                  </a:cubicBezTo>
                  <a:cubicBezTo>
                    <a:pt x="57608" y="174158"/>
                    <a:pt x="34555" y="164632"/>
                    <a:pt x="17242" y="147295"/>
                  </a:cubicBezTo>
                  <a:cubicBezTo>
                    <a:pt x="15170" y="145247"/>
                    <a:pt x="13217" y="143104"/>
                    <a:pt x="11360" y="140866"/>
                  </a:cubicBezTo>
                  <a:cubicBezTo>
                    <a:pt x="10651" y="140006"/>
                    <a:pt x="9613" y="139561"/>
                    <a:pt x="8566" y="139561"/>
                  </a:cubicBezTo>
                  <a:cubicBezTo>
                    <a:pt x="7784" y="139561"/>
                    <a:pt x="6996" y="139809"/>
                    <a:pt x="6335" y="140318"/>
                  </a:cubicBezTo>
                  <a:lnTo>
                    <a:pt x="1905" y="143699"/>
                  </a:lnTo>
                  <a:cubicBezTo>
                    <a:pt x="262" y="144985"/>
                    <a:pt x="0" y="147343"/>
                    <a:pt x="1310" y="148939"/>
                  </a:cubicBezTo>
                  <a:cubicBezTo>
                    <a:pt x="3453" y="151534"/>
                    <a:pt x="5716" y="154035"/>
                    <a:pt x="8097" y="156416"/>
                  </a:cubicBezTo>
                  <a:cubicBezTo>
                    <a:pt x="27863" y="176158"/>
                    <a:pt x="54131" y="187042"/>
                    <a:pt x="82065" y="187042"/>
                  </a:cubicBezTo>
                  <a:cubicBezTo>
                    <a:pt x="109999" y="187042"/>
                    <a:pt x="136291" y="176182"/>
                    <a:pt x="156080" y="156416"/>
                  </a:cubicBezTo>
                  <a:cubicBezTo>
                    <a:pt x="175799" y="136650"/>
                    <a:pt x="186706" y="110383"/>
                    <a:pt x="186706" y="82449"/>
                  </a:cubicBezTo>
                  <a:cubicBezTo>
                    <a:pt x="186706" y="54491"/>
                    <a:pt x="175846" y="28224"/>
                    <a:pt x="156080" y="8458"/>
                  </a:cubicBezTo>
                  <a:cubicBezTo>
                    <a:pt x="153366" y="5767"/>
                    <a:pt x="150508" y="3195"/>
                    <a:pt x="147555" y="813"/>
                  </a:cubicBezTo>
                  <a:cubicBezTo>
                    <a:pt x="146887" y="265"/>
                    <a:pt x="146081" y="0"/>
                    <a:pt x="145278" y="0"/>
                  </a:cubicBezTo>
                  <a:close/>
                </a:path>
              </a:pathLst>
            </a:custGeom>
            <a:solidFill>
              <a:srgbClr val="4657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3" name="Google Shape;3503;p45"/>
            <p:cNvSpPr/>
            <p:nvPr/>
          </p:nvSpPr>
          <p:spPr>
            <a:xfrm>
              <a:off x="6315758" y="3942076"/>
              <a:ext cx="223289" cy="222801"/>
            </a:xfrm>
            <a:custGeom>
              <a:avLst/>
              <a:gdLst/>
              <a:ahLst/>
              <a:cxnLst/>
              <a:rect l="l" t="t" r="r" b="b"/>
              <a:pathLst>
                <a:path w="153200" h="152865" extrusionOk="0">
                  <a:moveTo>
                    <a:pt x="70468" y="1"/>
                  </a:moveTo>
                  <a:cubicBezTo>
                    <a:pt x="53059" y="1358"/>
                    <a:pt x="37270" y="8574"/>
                    <a:pt x="25101" y="19624"/>
                  </a:cubicBezTo>
                  <a:lnTo>
                    <a:pt x="25673" y="24791"/>
                  </a:lnTo>
                  <a:lnTo>
                    <a:pt x="20814" y="24791"/>
                  </a:lnTo>
                  <a:lnTo>
                    <a:pt x="20672" y="23982"/>
                  </a:lnTo>
                  <a:cubicBezTo>
                    <a:pt x="8526" y="36960"/>
                    <a:pt x="810" y="54154"/>
                    <a:pt x="1" y="73111"/>
                  </a:cubicBezTo>
                  <a:lnTo>
                    <a:pt x="3049" y="76421"/>
                  </a:lnTo>
                  <a:lnTo>
                    <a:pt x="1" y="79707"/>
                  </a:lnTo>
                  <a:cubicBezTo>
                    <a:pt x="810" y="98521"/>
                    <a:pt x="8407" y="115619"/>
                    <a:pt x="20362" y="128479"/>
                  </a:cubicBezTo>
                  <a:lnTo>
                    <a:pt x="25673" y="128479"/>
                  </a:lnTo>
                  <a:lnTo>
                    <a:pt x="25101" y="133242"/>
                  </a:lnTo>
                  <a:cubicBezTo>
                    <a:pt x="37294" y="144316"/>
                    <a:pt x="53083" y="151484"/>
                    <a:pt x="70491" y="152865"/>
                  </a:cubicBezTo>
                  <a:lnTo>
                    <a:pt x="76588" y="150293"/>
                  </a:lnTo>
                  <a:lnTo>
                    <a:pt x="82708" y="152865"/>
                  </a:lnTo>
                  <a:cubicBezTo>
                    <a:pt x="100117" y="151484"/>
                    <a:pt x="115882" y="144292"/>
                    <a:pt x="128146" y="133242"/>
                  </a:cubicBezTo>
                  <a:lnTo>
                    <a:pt x="128146" y="129432"/>
                  </a:lnTo>
                  <a:lnTo>
                    <a:pt x="132838" y="128527"/>
                  </a:lnTo>
                  <a:cubicBezTo>
                    <a:pt x="144817" y="115619"/>
                    <a:pt x="152413" y="98521"/>
                    <a:pt x="153199" y="79707"/>
                  </a:cubicBezTo>
                  <a:lnTo>
                    <a:pt x="148841" y="76421"/>
                  </a:lnTo>
                  <a:lnTo>
                    <a:pt x="153199" y="73111"/>
                  </a:lnTo>
                  <a:cubicBezTo>
                    <a:pt x="152390" y="54297"/>
                    <a:pt x="144817" y="37199"/>
                    <a:pt x="132838" y="24291"/>
                  </a:cubicBezTo>
                  <a:lnTo>
                    <a:pt x="127718" y="23720"/>
                  </a:lnTo>
                  <a:lnTo>
                    <a:pt x="127718" y="19624"/>
                  </a:lnTo>
                  <a:cubicBezTo>
                    <a:pt x="115882" y="8550"/>
                    <a:pt x="100117" y="1358"/>
                    <a:pt x="82708" y="1"/>
                  </a:cubicBezTo>
                  <a:lnTo>
                    <a:pt x="76755" y="2549"/>
                  </a:lnTo>
                  <a:lnTo>
                    <a:pt x="70468" y="1"/>
                  </a:lnTo>
                  <a:close/>
                </a:path>
              </a:pathLst>
            </a:custGeom>
            <a:solidFill>
              <a:srgbClr val="00B2B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4" name="Google Shape;3504;p45"/>
            <p:cNvSpPr/>
            <p:nvPr/>
          </p:nvSpPr>
          <p:spPr>
            <a:xfrm>
              <a:off x="6315619" y="3941659"/>
              <a:ext cx="121416" cy="223566"/>
            </a:xfrm>
            <a:custGeom>
              <a:avLst/>
              <a:gdLst/>
              <a:ahLst/>
              <a:cxnLst/>
              <a:rect l="l" t="t" r="r" b="b"/>
              <a:pathLst>
                <a:path w="83304" h="153390" extrusionOk="0">
                  <a:moveTo>
                    <a:pt x="76683" y="1"/>
                  </a:moveTo>
                  <a:cubicBezTo>
                    <a:pt x="74635" y="1"/>
                    <a:pt x="72587" y="96"/>
                    <a:pt x="70563" y="263"/>
                  </a:cubicBezTo>
                  <a:cubicBezTo>
                    <a:pt x="53130" y="1620"/>
                    <a:pt x="37365" y="8836"/>
                    <a:pt x="25196" y="19862"/>
                  </a:cubicBezTo>
                  <a:cubicBezTo>
                    <a:pt x="23648" y="21267"/>
                    <a:pt x="22148" y="22744"/>
                    <a:pt x="20719" y="24268"/>
                  </a:cubicBezTo>
                  <a:cubicBezTo>
                    <a:pt x="20695" y="24315"/>
                    <a:pt x="20695" y="24339"/>
                    <a:pt x="20671" y="24339"/>
                  </a:cubicBezTo>
                  <a:cubicBezTo>
                    <a:pt x="20600" y="24434"/>
                    <a:pt x="20505" y="24482"/>
                    <a:pt x="20457" y="24577"/>
                  </a:cubicBezTo>
                  <a:cubicBezTo>
                    <a:pt x="8455" y="37485"/>
                    <a:pt x="858" y="54583"/>
                    <a:pt x="96" y="73397"/>
                  </a:cubicBezTo>
                  <a:cubicBezTo>
                    <a:pt x="48" y="74492"/>
                    <a:pt x="0" y="75588"/>
                    <a:pt x="0" y="76707"/>
                  </a:cubicBezTo>
                  <a:cubicBezTo>
                    <a:pt x="0" y="77802"/>
                    <a:pt x="48" y="78898"/>
                    <a:pt x="96" y="79993"/>
                  </a:cubicBezTo>
                  <a:cubicBezTo>
                    <a:pt x="905" y="98807"/>
                    <a:pt x="8478" y="115905"/>
                    <a:pt x="20457" y="128813"/>
                  </a:cubicBezTo>
                  <a:cubicBezTo>
                    <a:pt x="21981" y="130456"/>
                    <a:pt x="23553" y="132028"/>
                    <a:pt x="25196" y="133528"/>
                  </a:cubicBezTo>
                  <a:cubicBezTo>
                    <a:pt x="37389" y="144602"/>
                    <a:pt x="53130" y="151770"/>
                    <a:pt x="70563" y="153151"/>
                  </a:cubicBezTo>
                  <a:cubicBezTo>
                    <a:pt x="72587" y="153294"/>
                    <a:pt x="74611" y="153389"/>
                    <a:pt x="76683" y="153389"/>
                  </a:cubicBezTo>
                  <a:cubicBezTo>
                    <a:pt x="78731" y="153389"/>
                    <a:pt x="80803" y="153294"/>
                    <a:pt x="82827" y="153151"/>
                  </a:cubicBezTo>
                  <a:cubicBezTo>
                    <a:pt x="82970" y="153151"/>
                    <a:pt x="83113" y="153103"/>
                    <a:pt x="83256" y="153103"/>
                  </a:cubicBezTo>
                  <a:cubicBezTo>
                    <a:pt x="66038" y="151627"/>
                    <a:pt x="50463" y="144483"/>
                    <a:pt x="38389" y="133528"/>
                  </a:cubicBezTo>
                  <a:cubicBezTo>
                    <a:pt x="36746" y="132028"/>
                    <a:pt x="35127" y="130456"/>
                    <a:pt x="33650" y="128813"/>
                  </a:cubicBezTo>
                  <a:cubicBezTo>
                    <a:pt x="21648" y="115905"/>
                    <a:pt x="14099" y="98807"/>
                    <a:pt x="13289" y="79993"/>
                  </a:cubicBezTo>
                  <a:cubicBezTo>
                    <a:pt x="13217" y="78898"/>
                    <a:pt x="13194" y="77802"/>
                    <a:pt x="13194" y="76707"/>
                  </a:cubicBezTo>
                  <a:cubicBezTo>
                    <a:pt x="13194" y="75588"/>
                    <a:pt x="13217" y="74492"/>
                    <a:pt x="13289" y="73397"/>
                  </a:cubicBezTo>
                  <a:cubicBezTo>
                    <a:pt x="14099" y="54583"/>
                    <a:pt x="21672" y="37485"/>
                    <a:pt x="33650" y="24577"/>
                  </a:cubicBezTo>
                  <a:cubicBezTo>
                    <a:pt x="33698" y="24482"/>
                    <a:pt x="33793" y="24434"/>
                    <a:pt x="33865" y="24339"/>
                  </a:cubicBezTo>
                  <a:cubicBezTo>
                    <a:pt x="33888" y="24315"/>
                    <a:pt x="33888" y="24268"/>
                    <a:pt x="33912" y="24268"/>
                  </a:cubicBezTo>
                  <a:cubicBezTo>
                    <a:pt x="35341" y="22767"/>
                    <a:pt x="36841" y="21267"/>
                    <a:pt x="38389" y="19862"/>
                  </a:cubicBezTo>
                  <a:cubicBezTo>
                    <a:pt x="50463" y="8907"/>
                    <a:pt x="66062" y="1739"/>
                    <a:pt x="83303" y="287"/>
                  </a:cubicBezTo>
                  <a:cubicBezTo>
                    <a:pt x="83137" y="287"/>
                    <a:pt x="82994" y="263"/>
                    <a:pt x="82827" y="263"/>
                  </a:cubicBezTo>
                  <a:cubicBezTo>
                    <a:pt x="80803" y="96"/>
                    <a:pt x="78779" y="1"/>
                    <a:pt x="76683" y="1"/>
                  </a:cubicBezTo>
                  <a:close/>
                </a:path>
              </a:pathLst>
            </a:custGeom>
            <a:solidFill>
              <a:srgbClr val="000000">
                <a:alpha val="84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5" name="Google Shape;3505;p45"/>
            <p:cNvSpPr/>
            <p:nvPr/>
          </p:nvSpPr>
          <p:spPr>
            <a:xfrm>
              <a:off x="6392189" y="4227907"/>
              <a:ext cx="68795" cy="23674"/>
            </a:xfrm>
            <a:custGeom>
              <a:avLst/>
              <a:gdLst/>
              <a:ahLst/>
              <a:cxnLst/>
              <a:rect l="l" t="t" r="r" b="b"/>
              <a:pathLst>
                <a:path w="47201" h="16243" extrusionOk="0">
                  <a:moveTo>
                    <a:pt x="16265" y="1"/>
                  </a:moveTo>
                  <a:cubicBezTo>
                    <a:pt x="7287" y="1"/>
                    <a:pt x="0" y="7264"/>
                    <a:pt x="0" y="16242"/>
                  </a:cubicBezTo>
                  <a:lnTo>
                    <a:pt x="47200" y="16242"/>
                  </a:lnTo>
                  <a:cubicBezTo>
                    <a:pt x="47200" y="7288"/>
                    <a:pt x="39937" y="1"/>
                    <a:pt x="30935" y="1"/>
                  </a:cubicBezTo>
                  <a:close/>
                </a:path>
              </a:pathLst>
            </a:custGeom>
            <a:solidFill>
              <a:srgbClr val="4657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6" name="Google Shape;3506;p45"/>
            <p:cNvSpPr/>
            <p:nvPr/>
          </p:nvSpPr>
          <p:spPr>
            <a:xfrm>
              <a:off x="6392189" y="4227907"/>
              <a:ext cx="42867" cy="23674"/>
            </a:xfrm>
            <a:custGeom>
              <a:avLst/>
              <a:gdLst/>
              <a:ahLst/>
              <a:cxnLst/>
              <a:rect l="l" t="t" r="r" b="b"/>
              <a:pathLst>
                <a:path w="29411" h="16243" extrusionOk="0">
                  <a:moveTo>
                    <a:pt x="16265" y="1"/>
                  </a:moveTo>
                  <a:cubicBezTo>
                    <a:pt x="7287" y="1"/>
                    <a:pt x="0" y="7264"/>
                    <a:pt x="0" y="16242"/>
                  </a:cubicBezTo>
                  <a:lnTo>
                    <a:pt x="13170" y="16242"/>
                  </a:lnTo>
                  <a:cubicBezTo>
                    <a:pt x="13170" y="7288"/>
                    <a:pt x="20433" y="1"/>
                    <a:pt x="29411" y="1"/>
                  </a:cubicBezTo>
                  <a:close/>
                </a:path>
              </a:pathLst>
            </a:custGeom>
            <a:solidFill>
              <a:srgbClr val="000000">
                <a:alpha val="84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7" name="Google Shape;3507;p45"/>
            <p:cNvSpPr/>
            <p:nvPr/>
          </p:nvSpPr>
          <p:spPr>
            <a:xfrm>
              <a:off x="6302846" y="3928747"/>
              <a:ext cx="282018" cy="327312"/>
            </a:xfrm>
            <a:custGeom>
              <a:avLst/>
              <a:gdLst/>
              <a:ahLst/>
              <a:cxnLst/>
              <a:rect l="l" t="t" r="r" b="b"/>
              <a:pathLst>
                <a:path w="193494" h="224571" extrusionOk="0">
                  <a:moveTo>
                    <a:pt x="145698" y="20838"/>
                  </a:moveTo>
                  <a:cubicBezTo>
                    <a:pt x="145769" y="20886"/>
                    <a:pt x="145817" y="20958"/>
                    <a:pt x="145888" y="20981"/>
                  </a:cubicBezTo>
                  <a:cubicBezTo>
                    <a:pt x="147341" y="22363"/>
                    <a:pt x="148770" y="23815"/>
                    <a:pt x="150175" y="25268"/>
                  </a:cubicBezTo>
                  <a:lnTo>
                    <a:pt x="144197" y="31269"/>
                  </a:lnTo>
                  <a:cubicBezTo>
                    <a:pt x="144009" y="31081"/>
                    <a:pt x="139905" y="26791"/>
                    <a:pt x="139725" y="26791"/>
                  </a:cubicBezTo>
                  <a:cubicBezTo>
                    <a:pt x="139723" y="26791"/>
                    <a:pt x="139721" y="26791"/>
                    <a:pt x="139720" y="26792"/>
                  </a:cubicBezTo>
                  <a:lnTo>
                    <a:pt x="139720" y="26792"/>
                  </a:lnTo>
                  <a:lnTo>
                    <a:pt x="145698" y="20838"/>
                  </a:lnTo>
                  <a:close/>
                  <a:moveTo>
                    <a:pt x="74540" y="12980"/>
                  </a:moveTo>
                  <a:lnTo>
                    <a:pt x="74540" y="12980"/>
                  </a:lnTo>
                  <a:cubicBezTo>
                    <a:pt x="66348" y="20100"/>
                    <a:pt x="59489" y="28912"/>
                    <a:pt x="54321" y="38818"/>
                  </a:cubicBezTo>
                  <a:cubicBezTo>
                    <a:pt x="48177" y="36699"/>
                    <a:pt x="42343" y="33960"/>
                    <a:pt x="36865" y="30602"/>
                  </a:cubicBezTo>
                  <a:cubicBezTo>
                    <a:pt x="47225" y="21434"/>
                    <a:pt x="60204" y="15123"/>
                    <a:pt x="74540" y="12980"/>
                  </a:cubicBezTo>
                  <a:close/>
                  <a:moveTo>
                    <a:pt x="96378" y="12980"/>
                  </a:moveTo>
                  <a:lnTo>
                    <a:pt x="96378" y="12980"/>
                  </a:lnTo>
                  <a:cubicBezTo>
                    <a:pt x="110690" y="15123"/>
                    <a:pt x="123669" y="21434"/>
                    <a:pt x="134029" y="30602"/>
                  </a:cubicBezTo>
                  <a:cubicBezTo>
                    <a:pt x="128551" y="33960"/>
                    <a:pt x="122693" y="36699"/>
                    <a:pt x="116596" y="38818"/>
                  </a:cubicBezTo>
                  <a:cubicBezTo>
                    <a:pt x="111405" y="28912"/>
                    <a:pt x="104570" y="20124"/>
                    <a:pt x="96378" y="12980"/>
                  </a:cubicBezTo>
                  <a:close/>
                  <a:moveTo>
                    <a:pt x="82113" y="15242"/>
                  </a:moveTo>
                  <a:lnTo>
                    <a:pt x="82113" y="43843"/>
                  </a:lnTo>
                  <a:cubicBezTo>
                    <a:pt x="74778" y="43605"/>
                    <a:pt x="67586" y="42581"/>
                    <a:pt x="60680" y="40747"/>
                  </a:cubicBezTo>
                  <a:cubicBezTo>
                    <a:pt x="66110" y="30721"/>
                    <a:pt x="73373" y="22005"/>
                    <a:pt x="82113" y="15242"/>
                  </a:cubicBezTo>
                  <a:close/>
                  <a:moveTo>
                    <a:pt x="88710" y="15242"/>
                  </a:moveTo>
                  <a:cubicBezTo>
                    <a:pt x="97426" y="22005"/>
                    <a:pt x="104689" y="30721"/>
                    <a:pt x="110143" y="40747"/>
                  </a:cubicBezTo>
                  <a:cubicBezTo>
                    <a:pt x="103260" y="42581"/>
                    <a:pt x="96044" y="43605"/>
                    <a:pt x="88710" y="43843"/>
                  </a:cubicBezTo>
                  <a:lnTo>
                    <a:pt x="88710" y="15242"/>
                  </a:lnTo>
                  <a:close/>
                  <a:moveTo>
                    <a:pt x="57703" y="46772"/>
                  </a:moveTo>
                  <a:cubicBezTo>
                    <a:pt x="65538" y="48939"/>
                    <a:pt x="73730" y="50202"/>
                    <a:pt x="82113" y="50440"/>
                  </a:cubicBezTo>
                  <a:lnTo>
                    <a:pt x="82113" y="82232"/>
                  </a:lnTo>
                  <a:lnTo>
                    <a:pt x="49582" y="82232"/>
                  </a:lnTo>
                  <a:cubicBezTo>
                    <a:pt x="50011" y="69729"/>
                    <a:pt x="52821" y="57632"/>
                    <a:pt x="57703" y="46772"/>
                  </a:cubicBezTo>
                  <a:close/>
                  <a:moveTo>
                    <a:pt x="31983" y="35341"/>
                  </a:moveTo>
                  <a:cubicBezTo>
                    <a:pt x="38104" y="39199"/>
                    <a:pt x="44581" y="42367"/>
                    <a:pt x="51440" y="44772"/>
                  </a:cubicBezTo>
                  <a:cubicBezTo>
                    <a:pt x="46367" y="56298"/>
                    <a:pt x="43462" y="69039"/>
                    <a:pt x="43033" y="82256"/>
                  </a:cubicBezTo>
                  <a:lnTo>
                    <a:pt x="12146" y="82256"/>
                  </a:lnTo>
                  <a:cubicBezTo>
                    <a:pt x="12932" y="64157"/>
                    <a:pt x="20362" y="47725"/>
                    <a:pt x="31983" y="35341"/>
                  </a:cubicBezTo>
                  <a:close/>
                  <a:moveTo>
                    <a:pt x="113119" y="46772"/>
                  </a:moveTo>
                  <a:cubicBezTo>
                    <a:pt x="117954" y="57632"/>
                    <a:pt x="120812" y="69682"/>
                    <a:pt x="121240" y="82256"/>
                  </a:cubicBezTo>
                  <a:lnTo>
                    <a:pt x="88710" y="82256"/>
                  </a:lnTo>
                  <a:lnTo>
                    <a:pt x="88710" y="50464"/>
                  </a:lnTo>
                  <a:cubicBezTo>
                    <a:pt x="97092" y="50202"/>
                    <a:pt x="105284" y="48963"/>
                    <a:pt x="113119" y="46772"/>
                  </a:cubicBezTo>
                  <a:close/>
                  <a:moveTo>
                    <a:pt x="138911" y="35341"/>
                  </a:moveTo>
                  <a:cubicBezTo>
                    <a:pt x="150556" y="47725"/>
                    <a:pt x="157962" y="64157"/>
                    <a:pt x="158772" y="82256"/>
                  </a:cubicBezTo>
                  <a:lnTo>
                    <a:pt x="127884" y="82256"/>
                  </a:lnTo>
                  <a:cubicBezTo>
                    <a:pt x="127456" y="69039"/>
                    <a:pt x="124503" y="56298"/>
                    <a:pt x="119478" y="44772"/>
                  </a:cubicBezTo>
                  <a:cubicBezTo>
                    <a:pt x="126336" y="42367"/>
                    <a:pt x="132814" y="39199"/>
                    <a:pt x="138911" y="35341"/>
                  </a:cubicBezTo>
                  <a:close/>
                  <a:moveTo>
                    <a:pt x="82113" y="88852"/>
                  </a:moveTo>
                  <a:lnTo>
                    <a:pt x="82113" y="120644"/>
                  </a:lnTo>
                  <a:cubicBezTo>
                    <a:pt x="73730" y="120930"/>
                    <a:pt x="65538" y="122145"/>
                    <a:pt x="57703" y="124312"/>
                  </a:cubicBezTo>
                  <a:cubicBezTo>
                    <a:pt x="52821" y="113476"/>
                    <a:pt x="50011" y="101402"/>
                    <a:pt x="49582" y="88852"/>
                  </a:cubicBezTo>
                  <a:close/>
                  <a:moveTo>
                    <a:pt x="121240" y="88852"/>
                  </a:moveTo>
                  <a:cubicBezTo>
                    <a:pt x="120812" y="101402"/>
                    <a:pt x="117954" y="113476"/>
                    <a:pt x="113096" y="124336"/>
                  </a:cubicBezTo>
                  <a:cubicBezTo>
                    <a:pt x="105284" y="122169"/>
                    <a:pt x="97092" y="120906"/>
                    <a:pt x="88686" y="120644"/>
                  </a:cubicBezTo>
                  <a:lnTo>
                    <a:pt x="88686" y="88852"/>
                  </a:lnTo>
                  <a:close/>
                  <a:moveTo>
                    <a:pt x="158748" y="88852"/>
                  </a:moveTo>
                  <a:cubicBezTo>
                    <a:pt x="157938" y="106951"/>
                    <a:pt x="150556" y="123383"/>
                    <a:pt x="138911" y="135767"/>
                  </a:cubicBezTo>
                  <a:cubicBezTo>
                    <a:pt x="132838" y="131909"/>
                    <a:pt x="126336" y="128741"/>
                    <a:pt x="119478" y="126336"/>
                  </a:cubicBezTo>
                  <a:cubicBezTo>
                    <a:pt x="124550" y="114810"/>
                    <a:pt x="127456" y="102069"/>
                    <a:pt x="127884" y="88852"/>
                  </a:cubicBezTo>
                  <a:close/>
                  <a:moveTo>
                    <a:pt x="26697" y="139815"/>
                  </a:moveTo>
                  <a:cubicBezTo>
                    <a:pt x="27387" y="140529"/>
                    <a:pt x="30316" y="143506"/>
                    <a:pt x="31150" y="144292"/>
                  </a:cubicBezTo>
                  <a:lnTo>
                    <a:pt x="25173" y="150269"/>
                  </a:lnTo>
                  <a:cubicBezTo>
                    <a:pt x="25053" y="150174"/>
                    <a:pt x="22053" y="147245"/>
                    <a:pt x="20719" y="145816"/>
                  </a:cubicBezTo>
                  <a:lnTo>
                    <a:pt x="26697" y="139815"/>
                  </a:lnTo>
                  <a:close/>
                  <a:moveTo>
                    <a:pt x="82113" y="127265"/>
                  </a:moveTo>
                  <a:lnTo>
                    <a:pt x="82113" y="155866"/>
                  </a:lnTo>
                  <a:cubicBezTo>
                    <a:pt x="73397" y="149103"/>
                    <a:pt x="66133" y="140387"/>
                    <a:pt x="60680" y="130361"/>
                  </a:cubicBezTo>
                  <a:cubicBezTo>
                    <a:pt x="67562" y="128551"/>
                    <a:pt x="74778" y="127503"/>
                    <a:pt x="82113" y="127265"/>
                  </a:cubicBezTo>
                  <a:close/>
                  <a:moveTo>
                    <a:pt x="88710" y="127265"/>
                  </a:moveTo>
                  <a:cubicBezTo>
                    <a:pt x="96044" y="127503"/>
                    <a:pt x="103260" y="128551"/>
                    <a:pt x="110143" y="130361"/>
                  </a:cubicBezTo>
                  <a:cubicBezTo>
                    <a:pt x="104689" y="140387"/>
                    <a:pt x="97426" y="149103"/>
                    <a:pt x="88710" y="155866"/>
                  </a:cubicBezTo>
                  <a:lnTo>
                    <a:pt x="88710" y="127265"/>
                  </a:lnTo>
                  <a:close/>
                  <a:moveTo>
                    <a:pt x="54274" y="132313"/>
                  </a:moveTo>
                  <a:cubicBezTo>
                    <a:pt x="59489" y="142196"/>
                    <a:pt x="66300" y="151008"/>
                    <a:pt x="74492" y="158128"/>
                  </a:cubicBezTo>
                  <a:cubicBezTo>
                    <a:pt x="64443" y="156604"/>
                    <a:pt x="54822" y="153032"/>
                    <a:pt x="46153" y="147555"/>
                  </a:cubicBezTo>
                  <a:cubicBezTo>
                    <a:pt x="43343" y="145769"/>
                    <a:pt x="40652" y="143792"/>
                    <a:pt x="38128" y="141673"/>
                  </a:cubicBezTo>
                  <a:lnTo>
                    <a:pt x="38080" y="141649"/>
                  </a:lnTo>
                  <a:cubicBezTo>
                    <a:pt x="38009" y="141555"/>
                    <a:pt x="36891" y="140529"/>
                    <a:pt x="36820" y="140529"/>
                  </a:cubicBezTo>
                  <a:cubicBezTo>
                    <a:pt x="36819" y="140529"/>
                    <a:pt x="36818" y="140529"/>
                    <a:pt x="36818" y="140529"/>
                  </a:cubicBezTo>
                  <a:cubicBezTo>
                    <a:pt x="42295" y="137172"/>
                    <a:pt x="48154" y="134433"/>
                    <a:pt x="54274" y="132313"/>
                  </a:cubicBezTo>
                  <a:close/>
                  <a:moveTo>
                    <a:pt x="116596" y="132290"/>
                  </a:moveTo>
                  <a:cubicBezTo>
                    <a:pt x="122717" y="134409"/>
                    <a:pt x="128551" y="137148"/>
                    <a:pt x="134029" y="140506"/>
                  </a:cubicBezTo>
                  <a:cubicBezTo>
                    <a:pt x="123669" y="149674"/>
                    <a:pt x="110690" y="155985"/>
                    <a:pt x="96378" y="158128"/>
                  </a:cubicBezTo>
                  <a:cubicBezTo>
                    <a:pt x="104570" y="151008"/>
                    <a:pt x="111405" y="142196"/>
                    <a:pt x="116596" y="132290"/>
                  </a:cubicBezTo>
                  <a:close/>
                  <a:moveTo>
                    <a:pt x="154533" y="30317"/>
                  </a:moveTo>
                  <a:cubicBezTo>
                    <a:pt x="167107" y="45939"/>
                    <a:pt x="173918" y="65228"/>
                    <a:pt x="173918" y="85566"/>
                  </a:cubicBezTo>
                  <a:cubicBezTo>
                    <a:pt x="173870" y="109190"/>
                    <a:pt x="164678" y="131361"/>
                    <a:pt x="147960" y="148079"/>
                  </a:cubicBezTo>
                  <a:cubicBezTo>
                    <a:pt x="131266" y="164772"/>
                    <a:pt x="109071" y="173965"/>
                    <a:pt x="85447" y="173965"/>
                  </a:cubicBezTo>
                  <a:cubicBezTo>
                    <a:pt x="65109" y="173965"/>
                    <a:pt x="45820" y="167154"/>
                    <a:pt x="30197" y="154580"/>
                  </a:cubicBezTo>
                  <a:lnTo>
                    <a:pt x="36222" y="148579"/>
                  </a:lnTo>
                  <a:cubicBezTo>
                    <a:pt x="38271" y="150174"/>
                    <a:pt x="40438" y="151722"/>
                    <a:pt x="42676" y="153127"/>
                  </a:cubicBezTo>
                  <a:cubicBezTo>
                    <a:pt x="55441" y="161248"/>
                    <a:pt x="70277" y="165535"/>
                    <a:pt x="85471" y="165535"/>
                  </a:cubicBezTo>
                  <a:cubicBezTo>
                    <a:pt x="107213" y="165535"/>
                    <a:pt x="126956" y="156818"/>
                    <a:pt x="141387" y="142720"/>
                  </a:cubicBezTo>
                  <a:cubicBezTo>
                    <a:pt x="156676" y="127765"/>
                    <a:pt x="165464" y="106951"/>
                    <a:pt x="165464" y="85566"/>
                  </a:cubicBezTo>
                  <a:cubicBezTo>
                    <a:pt x="165464" y="67014"/>
                    <a:pt x="159129" y="49916"/>
                    <a:pt x="148508" y="36342"/>
                  </a:cubicBezTo>
                  <a:lnTo>
                    <a:pt x="154533" y="30317"/>
                  </a:lnTo>
                  <a:close/>
                  <a:moveTo>
                    <a:pt x="80375" y="193207"/>
                  </a:moveTo>
                  <a:cubicBezTo>
                    <a:pt x="80875" y="193231"/>
                    <a:pt x="81375" y="193231"/>
                    <a:pt x="81875" y="193254"/>
                  </a:cubicBezTo>
                  <a:cubicBezTo>
                    <a:pt x="83002" y="193288"/>
                    <a:pt x="84124" y="193305"/>
                    <a:pt x="85246" y="193305"/>
                  </a:cubicBezTo>
                  <a:cubicBezTo>
                    <a:pt x="86542" y="193305"/>
                    <a:pt x="87837" y="193282"/>
                    <a:pt x="89138" y="193231"/>
                  </a:cubicBezTo>
                  <a:lnTo>
                    <a:pt x="89138" y="201732"/>
                  </a:lnTo>
                  <a:lnTo>
                    <a:pt x="80375" y="201732"/>
                  </a:lnTo>
                  <a:lnTo>
                    <a:pt x="80375" y="193207"/>
                  </a:lnTo>
                  <a:close/>
                  <a:moveTo>
                    <a:pt x="77350" y="208329"/>
                  </a:moveTo>
                  <a:lnTo>
                    <a:pt x="92187" y="208758"/>
                  </a:lnTo>
                  <a:lnTo>
                    <a:pt x="92544" y="208758"/>
                  </a:lnTo>
                  <a:cubicBezTo>
                    <a:pt x="98283" y="208758"/>
                    <a:pt x="103117" y="212687"/>
                    <a:pt x="104499" y="217998"/>
                  </a:cubicBezTo>
                  <a:lnTo>
                    <a:pt x="65014" y="217998"/>
                  </a:lnTo>
                  <a:cubicBezTo>
                    <a:pt x="66467" y="212496"/>
                    <a:pt x="71444" y="208400"/>
                    <a:pt x="77350" y="208329"/>
                  </a:cubicBezTo>
                  <a:close/>
                  <a:moveTo>
                    <a:pt x="148627" y="0"/>
                  </a:moveTo>
                  <a:cubicBezTo>
                    <a:pt x="148595" y="0"/>
                    <a:pt x="148563" y="0"/>
                    <a:pt x="148532" y="1"/>
                  </a:cubicBezTo>
                  <a:cubicBezTo>
                    <a:pt x="146341" y="25"/>
                    <a:pt x="144340" y="1073"/>
                    <a:pt x="143054" y="2811"/>
                  </a:cubicBezTo>
                  <a:lnTo>
                    <a:pt x="139720" y="7264"/>
                  </a:lnTo>
                  <a:cubicBezTo>
                    <a:pt x="137529" y="10217"/>
                    <a:pt x="138006" y="14290"/>
                    <a:pt x="140768" y="16671"/>
                  </a:cubicBezTo>
                  <a:lnTo>
                    <a:pt x="134695" y="22720"/>
                  </a:lnTo>
                  <a:cubicBezTo>
                    <a:pt x="121097" y="12099"/>
                    <a:pt x="103951" y="5740"/>
                    <a:pt x="85376" y="5740"/>
                  </a:cubicBezTo>
                  <a:cubicBezTo>
                    <a:pt x="46487" y="5740"/>
                    <a:pt x="12646" y="34246"/>
                    <a:pt x="6264" y="72516"/>
                  </a:cubicBezTo>
                  <a:cubicBezTo>
                    <a:pt x="5549" y="76826"/>
                    <a:pt x="5192" y="81232"/>
                    <a:pt x="5192" y="85614"/>
                  </a:cubicBezTo>
                  <a:cubicBezTo>
                    <a:pt x="5192" y="93353"/>
                    <a:pt x="6311" y="100998"/>
                    <a:pt x="8502" y="108380"/>
                  </a:cubicBezTo>
                  <a:cubicBezTo>
                    <a:pt x="8939" y="109818"/>
                    <a:pt x="10253" y="110755"/>
                    <a:pt x="11677" y="110755"/>
                  </a:cubicBezTo>
                  <a:cubicBezTo>
                    <a:pt x="12116" y="110755"/>
                    <a:pt x="12566" y="110666"/>
                    <a:pt x="13003" y="110476"/>
                  </a:cubicBezTo>
                  <a:cubicBezTo>
                    <a:pt x="14551" y="109809"/>
                    <a:pt x="15266" y="108023"/>
                    <a:pt x="14789" y="106427"/>
                  </a:cubicBezTo>
                  <a:cubicBezTo>
                    <a:pt x="13099" y="100736"/>
                    <a:pt x="12146" y="94877"/>
                    <a:pt x="11860" y="88924"/>
                  </a:cubicBezTo>
                  <a:lnTo>
                    <a:pt x="42819" y="88924"/>
                  </a:lnTo>
                  <a:cubicBezTo>
                    <a:pt x="43248" y="102117"/>
                    <a:pt x="46201" y="114858"/>
                    <a:pt x="51249" y="126336"/>
                  </a:cubicBezTo>
                  <a:cubicBezTo>
                    <a:pt x="44367" y="128741"/>
                    <a:pt x="37866" y="131909"/>
                    <a:pt x="31745" y="135814"/>
                  </a:cubicBezTo>
                  <a:cubicBezTo>
                    <a:pt x="26840" y="130527"/>
                    <a:pt x="22624" y="124574"/>
                    <a:pt x="19409" y="118096"/>
                  </a:cubicBezTo>
                  <a:cubicBezTo>
                    <a:pt x="18839" y="116936"/>
                    <a:pt x="17669" y="116182"/>
                    <a:pt x="16433" y="116182"/>
                  </a:cubicBezTo>
                  <a:cubicBezTo>
                    <a:pt x="16172" y="116182"/>
                    <a:pt x="15908" y="116216"/>
                    <a:pt x="15647" y="116286"/>
                  </a:cubicBezTo>
                  <a:cubicBezTo>
                    <a:pt x="13503" y="116810"/>
                    <a:pt x="12527" y="119096"/>
                    <a:pt x="13456" y="120954"/>
                  </a:cubicBezTo>
                  <a:cubicBezTo>
                    <a:pt x="15885" y="125884"/>
                    <a:pt x="18838" y="130527"/>
                    <a:pt x="22196" y="134814"/>
                  </a:cubicBezTo>
                  <a:lnTo>
                    <a:pt x="16075" y="140934"/>
                  </a:lnTo>
                  <a:cubicBezTo>
                    <a:pt x="14812" y="139904"/>
                    <a:pt x="13253" y="139373"/>
                    <a:pt x="11679" y="139373"/>
                  </a:cubicBezTo>
                  <a:cubicBezTo>
                    <a:pt x="10197" y="139373"/>
                    <a:pt x="8702" y="139845"/>
                    <a:pt x="7431" y="140815"/>
                  </a:cubicBezTo>
                  <a:lnTo>
                    <a:pt x="3144" y="144078"/>
                  </a:lnTo>
                  <a:cubicBezTo>
                    <a:pt x="1787" y="145126"/>
                    <a:pt x="739" y="146602"/>
                    <a:pt x="405" y="148293"/>
                  </a:cubicBezTo>
                  <a:cubicBezTo>
                    <a:pt x="1" y="150389"/>
                    <a:pt x="525" y="152508"/>
                    <a:pt x="1858" y="154104"/>
                  </a:cubicBezTo>
                  <a:cubicBezTo>
                    <a:pt x="4001" y="156723"/>
                    <a:pt x="6359" y="159319"/>
                    <a:pt x="8812" y="161772"/>
                  </a:cubicBezTo>
                  <a:cubicBezTo>
                    <a:pt x="26482" y="179394"/>
                    <a:pt x="49225" y="190135"/>
                    <a:pt x="73754" y="192731"/>
                  </a:cubicBezTo>
                  <a:lnTo>
                    <a:pt x="73754" y="202090"/>
                  </a:lnTo>
                  <a:cubicBezTo>
                    <a:pt x="64633" y="203804"/>
                    <a:pt x="57727" y="211782"/>
                    <a:pt x="57775" y="221332"/>
                  </a:cubicBezTo>
                  <a:cubicBezTo>
                    <a:pt x="57775" y="223141"/>
                    <a:pt x="59251" y="224570"/>
                    <a:pt x="61085" y="224570"/>
                  </a:cubicBezTo>
                  <a:lnTo>
                    <a:pt x="108428" y="224570"/>
                  </a:lnTo>
                  <a:cubicBezTo>
                    <a:pt x="110262" y="224570"/>
                    <a:pt x="111738" y="223118"/>
                    <a:pt x="111738" y="221332"/>
                  </a:cubicBezTo>
                  <a:cubicBezTo>
                    <a:pt x="111762" y="211782"/>
                    <a:pt x="104856" y="203804"/>
                    <a:pt x="95759" y="202090"/>
                  </a:cubicBezTo>
                  <a:lnTo>
                    <a:pt x="95759" y="192850"/>
                  </a:lnTo>
                  <a:cubicBezTo>
                    <a:pt x="120692" y="190492"/>
                    <a:pt x="143864" y="179656"/>
                    <a:pt x="161820" y="161772"/>
                  </a:cubicBezTo>
                  <a:cubicBezTo>
                    <a:pt x="182229" y="141411"/>
                    <a:pt x="193493" y="114334"/>
                    <a:pt x="193493" y="85566"/>
                  </a:cubicBezTo>
                  <a:cubicBezTo>
                    <a:pt x="193493" y="68562"/>
                    <a:pt x="189635" y="52345"/>
                    <a:pt x="182110" y="37342"/>
                  </a:cubicBezTo>
                  <a:cubicBezTo>
                    <a:pt x="181537" y="36180"/>
                    <a:pt x="180381" y="35506"/>
                    <a:pt x="179172" y="35506"/>
                  </a:cubicBezTo>
                  <a:cubicBezTo>
                    <a:pt x="178671" y="35506"/>
                    <a:pt x="178162" y="35621"/>
                    <a:pt x="177681" y="35865"/>
                  </a:cubicBezTo>
                  <a:cubicBezTo>
                    <a:pt x="176037" y="36675"/>
                    <a:pt x="175394" y="38675"/>
                    <a:pt x="176228" y="40271"/>
                  </a:cubicBezTo>
                  <a:cubicBezTo>
                    <a:pt x="183301" y="54369"/>
                    <a:pt x="186873" y="69563"/>
                    <a:pt x="186873" y="85518"/>
                  </a:cubicBezTo>
                  <a:cubicBezTo>
                    <a:pt x="186873" y="112548"/>
                    <a:pt x="176299" y="137981"/>
                    <a:pt x="157129" y="157080"/>
                  </a:cubicBezTo>
                  <a:cubicBezTo>
                    <a:pt x="139601" y="174560"/>
                    <a:pt x="116763" y="184872"/>
                    <a:pt x="92234" y="186491"/>
                  </a:cubicBezTo>
                  <a:cubicBezTo>
                    <a:pt x="89897" y="186649"/>
                    <a:pt x="87543" y="186727"/>
                    <a:pt x="85186" y="186727"/>
                  </a:cubicBezTo>
                  <a:cubicBezTo>
                    <a:pt x="82573" y="186727"/>
                    <a:pt x="79955" y="186631"/>
                    <a:pt x="77350" y="186444"/>
                  </a:cubicBezTo>
                  <a:cubicBezTo>
                    <a:pt x="53250" y="184586"/>
                    <a:pt x="30793" y="174346"/>
                    <a:pt x="13503" y="157128"/>
                  </a:cubicBezTo>
                  <a:cubicBezTo>
                    <a:pt x="11217" y="154818"/>
                    <a:pt x="8979" y="152389"/>
                    <a:pt x="6907" y="149888"/>
                  </a:cubicBezTo>
                  <a:cubicBezTo>
                    <a:pt x="6788" y="149746"/>
                    <a:pt x="6812" y="149507"/>
                    <a:pt x="6954" y="149388"/>
                  </a:cubicBezTo>
                  <a:lnTo>
                    <a:pt x="11384" y="145983"/>
                  </a:lnTo>
                  <a:cubicBezTo>
                    <a:pt x="11453" y="145933"/>
                    <a:pt x="11527" y="145908"/>
                    <a:pt x="11598" y="145908"/>
                  </a:cubicBezTo>
                  <a:cubicBezTo>
                    <a:pt x="11697" y="145908"/>
                    <a:pt x="11791" y="145957"/>
                    <a:pt x="11860" y="146054"/>
                  </a:cubicBezTo>
                  <a:cubicBezTo>
                    <a:pt x="15194" y="150055"/>
                    <a:pt x="18886" y="153818"/>
                    <a:pt x="22863" y="157247"/>
                  </a:cubicBezTo>
                  <a:cubicBezTo>
                    <a:pt x="40176" y="172274"/>
                    <a:pt x="62109" y="180490"/>
                    <a:pt x="85304" y="180490"/>
                  </a:cubicBezTo>
                  <a:cubicBezTo>
                    <a:pt x="110762" y="180490"/>
                    <a:pt x="134672" y="170607"/>
                    <a:pt x="152651" y="152675"/>
                  </a:cubicBezTo>
                  <a:cubicBezTo>
                    <a:pt x="170631" y="134766"/>
                    <a:pt x="180538" y="110928"/>
                    <a:pt x="180538" y="85590"/>
                  </a:cubicBezTo>
                  <a:cubicBezTo>
                    <a:pt x="180538" y="61561"/>
                    <a:pt x="171632" y="38914"/>
                    <a:pt x="155390" y="21339"/>
                  </a:cubicBezTo>
                  <a:cubicBezTo>
                    <a:pt x="152175" y="17862"/>
                    <a:pt x="148722" y="14623"/>
                    <a:pt x="145031" y="11670"/>
                  </a:cubicBezTo>
                  <a:cubicBezTo>
                    <a:pt x="144864" y="11551"/>
                    <a:pt x="144840" y="11337"/>
                    <a:pt x="144959" y="11194"/>
                  </a:cubicBezTo>
                  <a:lnTo>
                    <a:pt x="148293" y="6740"/>
                  </a:lnTo>
                  <a:cubicBezTo>
                    <a:pt x="148360" y="6634"/>
                    <a:pt x="148464" y="6587"/>
                    <a:pt x="148575" y="6587"/>
                  </a:cubicBezTo>
                  <a:cubicBezTo>
                    <a:pt x="148664" y="6587"/>
                    <a:pt x="148757" y="6616"/>
                    <a:pt x="148841" y="6669"/>
                  </a:cubicBezTo>
                  <a:cubicBezTo>
                    <a:pt x="151699" y="8955"/>
                    <a:pt x="154485" y="11456"/>
                    <a:pt x="157105" y="14051"/>
                  </a:cubicBezTo>
                  <a:cubicBezTo>
                    <a:pt x="161868" y="18790"/>
                    <a:pt x="166154" y="24006"/>
                    <a:pt x="169869" y="29531"/>
                  </a:cubicBezTo>
                  <a:cubicBezTo>
                    <a:pt x="170510" y="30485"/>
                    <a:pt x="171552" y="30991"/>
                    <a:pt x="172616" y="30991"/>
                  </a:cubicBezTo>
                  <a:cubicBezTo>
                    <a:pt x="173252" y="30991"/>
                    <a:pt x="173895" y="30810"/>
                    <a:pt x="174466" y="30436"/>
                  </a:cubicBezTo>
                  <a:cubicBezTo>
                    <a:pt x="175990" y="29412"/>
                    <a:pt x="176395" y="27364"/>
                    <a:pt x="175394" y="25863"/>
                  </a:cubicBezTo>
                  <a:cubicBezTo>
                    <a:pt x="171465" y="20005"/>
                    <a:pt x="166869" y="14432"/>
                    <a:pt x="161820" y="9408"/>
                  </a:cubicBezTo>
                  <a:cubicBezTo>
                    <a:pt x="159081" y="6669"/>
                    <a:pt x="156128" y="4049"/>
                    <a:pt x="153080" y="1620"/>
                  </a:cubicBezTo>
                  <a:cubicBezTo>
                    <a:pt x="151842" y="593"/>
                    <a:pt x="150238" y="0"/>
                    <a:pt x="148627"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508" name="Google Shape;3508;p45"/>
          <p:cNvGrpSpPr/>
          <p:nvPr/>
        </p:nvGrpSpPr>
        <p:grpSpPr>
          <a:xfrm>
            <a:off x="7739025" y="3933433"/>
            <a:ext cx="327868" cy="318217"/>
            <a:chOff x="7739025" y="3933433"/>
            <a:chExt cx="327868" cy="318217"/>
          </a:xfrm>
        </p:grpSpPr>
        <p:sp>
          <p:nvSpPr>
            <p:cNvPr id="3509" name="Google Shape;3509;p45"/>
            <p:cNvSpPr/>
            <p:nvPr/>
          </p:nvSpPr>
          <p:spPr>
            <a:xfrm>
              <a:off x="7789111" y="3974772"/>
              <a:ext cx="39953" cy="95938"/>
            </a:xfrm>
            <a:custGeom>
              <a:avLst/>
              <a:gdLst/>
              <a:ahLst/>
              <a:cxnLst/>
              <a:rect l="l" t="t" r="r" b="b"/>
              <a:pathLst>
                <a:path w="27412" h="65824" extrusionOk="0">
                  <a:moveTo>
                    <a:pt x="7050" y="1"/>
                  </a:moveTo>
                  <a:lnTo>
                    <a:pt x="1" y="7455"/>
                  </a:lnTo>
                  <a:lnTo>
                    <a:pt x="1" y="58989"/>
                  </a:lnTo>
                  <a:lnTo>
                    <a:pt x="7312" y="65824"/>
                  </a:lnTo>
                  <a:lnTo>
                    <a:pt x="14671" y="58989"/>
                  </a:lnTo>
                  <a:lnTo>
                    <a:pt x="27411" y="30912"/>
                  </a:lnTo>
                  <a:lnTo>
                    <a:pt x="14671" y="7455"/>
                  </a:lnTo>
                  <a:lnTo>
                    <a:pt x="7050" y="1"/>
                  </a:lnTo>
                  <a:close/>
                </a:path>
              </a:pathLst>
            </a:custGeom>
            <a:solidFill>
              <a:srgbClr val="FFC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0" name="Google Shape;3510;p45"/>
            <p:cNvSpPr/>
            <p:nvPr/>
          </p:nvSpPr>
          <p:spPr>
            <a:xfrm>
              <a:off x="7977064" y="3974772"/>
              <a:ext cx="39952" cy="95938"/>
            </a:xfrm>
            <a:custGeom>
              <a:avLst/>
              <a:gdLst/>
              <a:ahLst/>
              <a:cxnLst/>
              <a:rect l="l" t="t" r="r" b="b"/>
              <a:pathLst>
                <a:path w="27411" h="65824" extrusionOk="0">
                  <a:moveTo>
                    <a:pt x="20362" y="1"/>
                  </a:moveTo>
                  <a:lnTo>
                    <a:pt x="12741" y="7455"/>
                  </a:lnTo>
                  <a:lnTo>
                    <a:pt x="0" y="30912"/>
                  </a:lnTo>
                  <a:lnTo>
                    <a:pt x="12741" y="58989"/>
                  </a:lnTo>
                  <a:lnTo>
                    <a:pt x="20076" y="65824"/>
                  </a:lnTo>
                  <a:lnTo>
                    <a:pt x="27411" y="58989"/>
                  </a:lnTo>
                  <a:lnTo>
                    <a:pt x="27411" y="7455"/>
                  </a:lnTo>
                  <a:lnTo>
                    <a:pt x="20362" y="1"/>
                  </a:lnTo>
                  <a:close/>
                </a:path>
              </a:pathLst>
            </a:custGeom>
            <a:solidFill>
              <a:srgbClr val="FFC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1" name="Google Shape;3511;p45"/>
            <p:cNvSpPr/>
            <p:nvPr/>
          </p:nvSpPr>
          <p:spPr>
            <a:xfrm>
              <a:off x="7789111" y="4060817"/>
              <a:ext cx="227905" cy="56959"/>
            </a:xfrm>
            <a:custGeom>
              <a:avLst/>
              <a:gdLst/>
              <a:ahLst/>
              <a:cxnLst/>
              <a:rect l="l" t="t" r="r" b="b"/>
              <a:pathLst>
                <a:path w="156367" h="39080" extrusionOk="0">
                  <a:moveTo>
                    <a:pt x="1" y="1"/>
                  </a:moveTo>
                  <a:lnTo>
                    <a:pt x="1" y="39080"/>
                  </a:lnTo>
                  <a:lnTo>
                    <a:pt x="156367" y="39080"/>
                  </a:lnTo>
                  <a:lnTo>
                    <a:pt x="156367" y="1"/>
                  </a:lnTo>
                  <a:close/>
                </a:path>
              </a:pathLst>
            </a:custGeom>
            <a:solidFill>
              <a:srgbClr val="ECB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2" name="Google Shape;3512;p45"/>
            <p:cNvSpPr/>
            <p:nvPr/>
          </p:nvSpPr>
          <p:spPr>
            <a:xfrm>
              <a:off x="7789111" y="4060852"/>
              <a:ext cx="227940" cy="116451"/>
            </a:xfrm>
            <a:custGeom>
              <a:avLst/>
              <a:gdLst/>
              <a:ahLst/>
              <a:cxnLst/>
              <a:rect l="l" t="t" r="r" b="b"/>
              <a:pathLst>
                <a:path w="156391" h="79898" extrusionOk="0">
                  <a:moveTo>
                    <a:pt x="44534" y="0"/>
                  </a:moveTo>
                  <a:cubicBezTo>
                    <a:pt x="31960" y="0"/>
                    <a:pt x="21791" y="10241"/>
                    <a:pt x="21791" y="22838"/>
                  </a:cubicBezTo>
                  <a:lnTo>
                    <a:pt x="16314" y="22838"/>
                  </a:lnTo>
                  <a:cubicBezTo>
                    <a:pt x="7288" y="22838"/>
                    <a:pt x="1" y="30149"/>
                    <a:pt x="1" y="39151"/>
                  </a:cubicBezTo>
                  <a:lnTo>
                    <a:pt x="1" y="67157"/>
                  </a:lnTo>
                  <a:lnTo>
                    <a:pt x="78184" y="79898"/>
                  </a:lnTo>
                  <a:lnTo>
                    <a:pt x="156391" y="67157"/>
                  </a:lnTo>
                  <a:lnTo>
                    <a:pt x="156391" y="39151"/>
                  </a:lnTo>
                  <a:lnTo>
                    <a:pt x="156367" y="39151"/>
                  </a:lnTo>
                  <a:cubicBezTo>
                    <a:pt x="156367" y="30126"/>
                    <a:pt x="149032" y="22838"/>
                    <a:pt x="140054" y="22838"/>
                  </a:cubicBezTo>
                  <a:lnTo>
                    <a:pt x="134600" y="22838"/>
                  </a:lnTo>
                  <a:cubicBezTo>
                    <a:pt x="134600" y="10217"/>
                    <a:pt x="124432" y="0"/>
                    <a:pt x="111858" y="0"/>
                  </a:cubicBezTo>
                  <a:close/>
                </a:path>
              </a:pathLst>
            </a:custGeom>
            <a:solidFill>
              <a:srgbClr val="FFC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3" name="Google Shape;3513;p45"/>
            <p:cNvSpPr/>
            <p:nvPr/>
          </p:nvSpPr>
          <p:spPr>
            <a:xfrm>
              <a:off x="7852492" y="4082614"/>
              <a:ext cx="100519" cy="27006"/>
            </a:xfrm>
            <a:custGeom>
              <a:avLst/>
              <a:gdLst/>
              <a:ahLst/>
              <a:cxnLst/>
              <a:rect l="l" t="t" r="r" b="b"/>
              <a:pathLst>
                <a:path w="68967" h="18529" extrusionOk="0">
                  <a:moveTo>
                    <a:pt x="12122" y="1"/>
                  </a:moveTo>
                  <a:cubicBezTo>
                    <a:pt x="5406" y="1"/>
                    <a:pt x="0" y="5407"/>
                    <a:pt x="0" y="12099"/>
                  </a:cubicBezTo>
                  <a:lnTo>
                    <a:pt x="0" y="13004"/>
                  </a:lnTo>
                  <a:lnTo>
                    <a:pt x="34460" y="18529"/>
                  </a:lnTo>
                  <a:lnTo>
                    <a:pt x="68943" y="13004"/>
                  </a:lnTo>
                  <a:lnTo>
                    <a:pt x="68943" y="12099"/>
                  </a:lnTo>
                  <a:cubicBezTo>
                    <a:pt x="68967" y="5407"/>
                    <a:pt x="63513" y="1"/>
                    <a:pt x="56845" y="1"/>
                  </a:cubicBezTo>
                  <a:close/>
                </a:path>
              </a:pathLst>
            </a:custGeom>
            <a:solidFill>
              <a:srgbClr val="D9D9D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4" name="Google Shape;3514;p45"/>
            <p:cNvSpPr/>
            <p:nvPr/>
          </p:nvSpPr>
          <p:spPr>
            <a:xfrm>
              <a:off x="7852492" y="4109515"/>
              <a:ext cx="100519" cy="39258"/>
            </a:xfrm>
            <a:custGeom>
              <a:avLst/>
              <a:gdLst/>
              <a:ahLst/>
              <a:cxnLst/>
              <a:rect l="l" t="t" r="r" b="b"/>
              <a:pathLst>
                <a:path w="68967" h="26935" extrusionOk="0">
                  <a:moveTo>
                    <a:pt x="34460" y="0"/>
                  </a:moveTo>
                  <a:lnTo>
                    <a:pt x="0" y="7430"/>
                  </a:lnTo>
                  <a:lnTo>
                    <a:pt x="0" y="20433"/>
                  </a:lnTo>
                  <a:lnTo>
                    <a:pt x="34460" y="26934"/>
                  </a:lnTo>
                  <a:lnTo>
                    <a:pt x="68967" y="20433"/>
                  </a:lnTo>
                  <a:lnTo>
                    <a:pt x="68967" y="7430"/>
                  </a:lnTo>
                  <a:lnTo>
                    <a:pt x="34460" y="0"/>
                  </a:lnTo>
                  <a:close/>
                </a:path>
              </a:pathLst>
            </a:custGeom>
            <a:solidFill>
              <a:srgbClr val="D9D9D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5" name="Google Shape;3515;p45"/>
            <p:cNvSpPr/>
            <p:nvPr/>
          </p:nvSpPr>
          <p:spPr>
            <a:xfrm>
              <a:off x="7852492" y="4138947"/>
              <a:ext cx="100519" cy="19230"/>
            </a:xfrm>
            <a:custGeom>
              <a:avLst/>
              <a:gdLst/>
              <a:ahLst/>
              <a:cxnLst/>
              <a:rect l="l" t="t" r="r" b="b"/>
              <a:pathLst>
                <a:path w="68967" h="13194" extrusionOk="0">
                  <a:moveTo>
                    <a:pt x="0" y="1"/>
                  </a:moveTo>
                  <a:lnTo>
                    <a:pt x="0" y="13194"/>
                  </a:lnTo>
                  <a:lnTo>
                    <a:pt x="68967" y="13194"/>
                  </a:lnTo>
                  <a:lnTo>
                    <a:pt x="68967" y="1"/>
                  </a:lnTo>
                  <a:close/>
                </a:path>
              </a:pathLst>
            </a:custGeom>
            <a:solidFill>
              <a:srgbClr val="9E9C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6" name="Google Shape;3516;p45"/>
            <p:cNvSpPr/>
            <p:nvPr/>
          </p:nvSpPr>
          <p:spPr>
            <a:xfrm>
              <a:off x="7852492" y="4101184"/>
              <a:ext cx="100519" cy="19195"/>
            </a:xfrm>
            <a:custGeom>
              <a:avLst/>
              <a:gdLst/>
              <a:ahLst/>
              <a:cxnLst/>
              <a:rect l="l" t="t" r="r" b="b"/>
              <a:pathLst>
                <a:path w="68967" h="13170" extrusionOk="0">
                  <a:moveTo>
                    <a:pt x="0" y="1"/>
                  </a:moveTo>
                  <a:lnTo>
                    <a:pt x="0" y="13170"/>
                  </a:lnTo>
                  <a:lnTo>
                    <a:pt x="68967" y="13170"/>
                  </a:lnTo>
                  <a:lnTo>
                    <a:pt x="68967" y="1"/>
                  </a:lnTo>
                  <a:close/>
                </a:path>
              </a:pathLst>
            </a:custGeom>
            <a:solidFill>
              <a:srgbClr val="9E9C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7" name="Google Shape;3517;p45"/>
            <p:cNvSpPr/>
            <p:nvPr/>
          </p:nvSpPr>
          <p:spPr>
            <a:xfrm>
              <a:off x="7810839" y="4113332"/>
              <a:ext cx="20514" cy="31344"/>
            </a:xfrm>
            <a:custGeom>
              <a:avLst/>
              <a:gdLst/>
              <a:ahLst/>
              <a:cxnLst/>
              <a:rect l="l" t="t" r="r" b="b"/>
              <a:pathLst>
                <a:path w="14075" h="21505" extrusionOk="0">
                  <a:moveTo>
                    <a:pt x="4502" y="1"/>
                  </a:moveTo>
                  <a:cubicBezTo>
                    <a:pt x="2025" y="1"/>
                    <a:pt x="1" y="2025"/>
                    <a:pt x="1" y="4478"/>
                  </a:cubicBezTo>
                  <a:lnTo>
                    <a:pt x="1" y="17028"/>
                  </a:lnTo>
                  <a:cubicBezTo>
                    <a:pt x="1" y="19481"/>
                    <a:pt x="2025" y="21505"/>
                    <a:pt x="4502" y="21505"/>
                  </a:cubicBezTo>
                  <a:lnTo>
                    <a:pt x="9550" y="21505"/>
                  </a:lnTo>
                  <a:cubicBezTo>
                    <a:pt x="12027" y="21505"/>
                    <a:pt x="14051" y="19481"/>
                    <a:pt x="14051" y="17028"/>
                  </a:cubicBezTo>
                  <a:lnTo>
                    <a:pt x="14051" y="4478"/>
                  </a:lnTo>
                  <a:cubicBezTo>
                    <a:pt x="14075" y="2025"/>
                    <a:pt x="12027" y="1"/>
                    <a:pt x="9527" y="1"/>
                  </a:cubicBezTo>
                  <a:close/>
                </a:path>
              </a:pathLst>
            </a:custGeom>
            <a:solidFill>
              <a:srgbClr val="E9543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8" name="Google Shape;3518;p45"/>
            <p:cNvSpPr/>
            <p:nvPr/>
          </p:nvSpPr>
          <p:spPr>
            <a:xfrm>
              <a:off x="7974738" y="4113332"/>
              <a:ext cx="20481" cy="31344"/>
            </a:xfrm>
            <a:custGeom>
              <a:avLst/>
              <a:gdLst/>
              <a:ahLst/>
              <a:cxnLst/>
              <a:rect l="l" t="t" r="r" b="b"/>
              <a:pathLst>
                <a:path w="14052" h="21505" extrusionOk="0">
                  <a:moveTo>
                    <a:pt x="4502" y="1"/>
                  </a:moveTo>
                  <a:cubicBezTo>
                    <a:pt x="2025" y="1"/>
                    <a:pt x="1" y="2025"/>
                    <a:pt x="1" y="4478"/>
                  </a:cubicBezTo>
                  <a:lnTo>
                    <a:pt x="1" y="17028"/>
                  </a:lnTo>
                  <a:cubicBezTo>
                    <a:pt x="1" y="19481"/>
                    <a:pt x="2025" y="21505"/>
                    <a:pt x="4502" y="21505"/>
                  </a:cubicBezTo>
                  <a:lnTo>
                    <a:pt x="9574" y="21505"/>
                  </a:lnTo>
                  <a:cubicBezTo>
                    <a:pt x="12027" y="21505"/>
                    <a:pt x="14051" y="19481"/>
                    <a:pt x="14051" y="17028"/>
                  </a:cubicBezTo>
                  <a:lnTo>
                    <a:pt x="14051" y="4478"/>
                  </a:lnTo>
                  <a:cubicBezTo>
                    <a:pt x="14051" y="2025"/>
                    <a:pt x="12027" y="1"/>
                    <a:pt x="9574" y="1"/>
                  </a:cubicBezTo>
                  <a:close/>
                </a:path>
              </a:pathLst>
            </a:custGeom>
            <a:solidFill>
              <a:srgbClr val="E9543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9" name="Google Shape;3519;p45"/>
            <p:cNvSpPr/>
            <p:nvPr/>
          </p:nvSpPr>
          <p:spPr>
            <a:xfrm>
              <a:off x="7794874" y="4183133"/>
              <a:ext cx="35891" cy="63381"/>
            </a:xfrm>
            <a:custGeom>
              <a:avLst/>
              <a:gdLst/>
              <a:ahLst/>
              <a:cxnLst/>
              <a:rect l="l" t="t" r="r" b="b"/>
              <a:pathLst>
                <a:path w="24625" h="43486" extrusionOk="0">
                  <a:moveTo>
                    <a:pt x="0" y="0"/>
                  </a:moveTo>
                  <a:lnTo>
                    <a:pt x="0" y="35365"/>
                  </a:lnTo>
                  <a:cubicBezTo>
                    <a:pt x="0" y="39866"/>
                    <a:pt x="3620" y="43485"/>
                    <a:pt x="8121" y="43485"/>
                  </a:cubicBezTo>
                  <a:lnTo>
                    <a:pt x="16480" y="43485"/>
                  </a:lnTo>
                  <a:cubicBezTo>
                    <a:pt x="20981" y="43485"/>
                    <a:pt x="24624" y="39866"/>
                    <a:pt x="24624" y="35365"/>
                  </a:cubicBezTo>
                  <a:lnTo>
                    <a:pt x="24624" y="0"/>
                  </a:lnTo>
                  <a:close/>
                </a:path>
              </a:pathLst>
            </a:custGeom>
            <a:solidFill>
              <a:srgbClr val="3A48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0" name="Google Shape;3520;p45"/>
            <p:cNvSpPr/>
            <p:nvPr/>
          </p:nvSpPr>
          <p:spPr>
            <a:xfrm>
              <a:off x="7975363" y="4183133"/>
              <a:ext cx="35891" cy="63381"/>
            </a:xfrm>
            <a:custGeom>
              <a:avLst/>
              <a:gdLst/>
              <a:ahLst/>
              <a:cxnLst/>
              <a:rect l="l" t="t" r="r" b="b"/>
              <a:pathLst>
                <a:path w="24625" h="43486" extrusionOk="0">
                  <a:moveTo>
                    <a:pt x="0" y="0"/>
                  </a:moveTo>
                  <a:lnTo>
                    <a:pt x="0" y="35365"/>
                  </a:lnTo>
                  <a:cubicBezTo>
                    <a:pt x="0" y="39866"/>
                    <a:pt x="3620" y="43485"/>
                    <a:pt x="8121" y="43485"/>
                  </a:cubicBezTo>
                  <a:lnTo>
                    <a:pt x="16480" y="43485"/>
                  </a:lnTo>
                  <a:cubicBezTo>
                    <a:pt x="20981" y="43485"/>
                    <a:pt x="24625" y="39866"/>
                    <a:pt x="24625" y="35365"/>
                  </a:cubicBezTo>
                  <a:lnTo>
                    <a:pt x="24625" y="0"/>
                  </a:lnTo>
                  <a:close/>
                </a:path>
              </a:pathLst>
            </a:custGeom>
            <a:solidFill>
              <a:srgbClr val="3A48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1" name="Google Shape;3521;p45"/>
            <p:cNvSpPr/>
            <p:nvPr/>
          </p:nvSpPr>
          <p:spPr>
            <a:xfrm>
              <a:off x="7794874" y="4183133"/>
              <a:ext cx="35821" cy="31379"/>
            </a:xfrm>
            <a:custGeom>
              <a:avLst/>
              <a:gdLst/>
              <a:ahLst/>
              <a:cxnLst/>
              <a:rect l="l" t="t" r="r" b="b"/>
              <a:pathLst>
                <a:path w="24577" h="21529" extrusionOk="0">
                  <a:moveTo>
                    <a:pt x="0" y="0"/>
                  </a:moveTo>
                  <a:lnTo>
                    <a:pt x="0" y="21529"/>
                  </a:lnTo>
                  <a:lnTo>
                    <a:pt x="24577" y="21529"/>
                  </a:lnTo>
                  <a:lnTo>
                    <a:pt x="24577" y="0"/>
                  </a:lnTo>
                  <a:close/>
                </a:path>
              </a:pathLst>
            </a:custGeom>
            <a:solidFill>
              <a:srgbClr val="000000">
                <a:alpha val="84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2" name="Google Shape;3522;p45"/>
            <p:cNvSpPr/>
            <p:nvPr/>
          </p:nvSpPr>
          <p:spPr>
            <a:xfrm>
              <a:off x="7975398" y="4183133"/>
              <a:ext cx="35856" cy="31379"/>
            </a:xfrm>
            <a:custGeom>
              <a:avLst/>
              <a:gdLst/>
              <a:ahLst/>
              <a:cxnLst/>
              <a:rect l="l" t="t" r="r" b="b"/>
              <a:pathLst>
                <a:path w="24601" h="21529" extrusionOk="0">
                  <a:moveTo>
                    <a:pt x="0" y="0"/>
                  </a:moveTo>
                  <a:lnTo>
                    <a:pt x="0" y="21529"/>
                  </a:lnTo>
                  <a:lnTo>
                    <a:pt x="24601" y="21529"/>
                  </a:lnTo>
                  <a:lnTo>
                    <a:pt x="24601" y="0"/>
                  </a:lnTo>
                  <a:close/>
                </a:path>
              </a:pathLst>
            </a:custGeom>
            <a:solidFill>
              <a:srgbClr val="000000">
                <a:alpha val="84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3" name="Google Shape;3523;p45"/>
            <p:cNvSpPr/>
            <p:nvPr/>
          </p:nvSpPr>
          <p:spPr>
            <a:xfrm>
              <a:off x="7775644" y="4158141"/>
              <a:ext cx="254805" cy="37141"/>
            </a:xfrm>
            <a:custGeom>
              <a:avLst/>
              <a:gdLst/>
              <a:ahLst/>
              <a:cxnLst/>
              <a:rect l="l" t="t" r="r" b="b"/>
              <a:pathLst>
                <a:path w="174823" h="25483" extrusionOk="0">
                  <a:moveTo>
                    <a:pt x="9241" y="1"/>
                  </a:moveTo>
                  <a:cubicBezTo>
                    <a:pt x="4145" y="1"/>
                    <a:pt x="1" y="4145"/>
                    <a:pt x="1" y="9217"/>
                  </a:cubicBezTo>
                  <a:lnTo>
                    <a:pt x="1" y="16242"/>
                  </a:lnTo>
                  <a:cubicBezTo>
                    <a:pt x="1" y="21339"/>
                    <a:pt x="4145" y="25482"/>
                    <a:pt x="9241" y="25482"/>
                  </a:cubicBezTo>
                  <a:lnTo>
                    <a:pt x="165607" y="25482"/>
                  </a:lnTo>
                  <a:cubicBezTo>
                    <a:pt x="170703" y="25482"/>
                    <a:pt x="174823" y="21339"/>
                    <a:pt x="174823" y="16242"/>
                  </a:cubicBezTo>
                  <a:lnTo>
                    <a:pt x="174823" y="9289"/>
                  </a:lnTo>
                  <a:cubicBezTo>
                    <a:pt x="174823" y="4169"/>
                    <a:pt x="170703" y="1"/>
                    <a:pt x="165607" y="1"/>
                  </a:cubicBezTo>
                  <a:close/>
                </a:path>
              </a:pathLst>
            </a:custGeom>
            <a:solidFill>
              <a:srgbClr val="D9D9D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4" name="Google Shape;3524;p45"/>
            <p:cNvSpPr/>
            <p:nvPr/>
          </p:nvSpPr>
          <p:spPr>
            <a:xfrm>
              <a:off x="7855060" y="4162654"/>
              <a:ext cx="95383" cy="32629"/>
            </a:xfrm>
            <a:custGeom>
              <a:avLst/>
              <a:gdLst/>
              <a:ahLst/>
              <a:cxnLst/>
              <a:rect l="l" t="t" r="r" b="b"/>
              <a:pathLst>
                <a:path w="65443" h="22387" extrusionOk="0">
                  <a:moveTo>
                    <a:pt x="17075" y="1"/>
                  </a:moveTo>
                  <a:cubicBezTo>
                    <a:pt x="7645" y="1"/>
                    <a:pt x="0" y="7645"/>
                    <a:pt x="0" y="17076"/>
                  </a:cubicBezTo>
                  <a:lnTo>
                    <a:pt x="0" y="22386"/>
                  </a:lnTo>
                  <a:lnTo>
                    <a:pt x="65443" y="22386"/>
                  </a:lnTo>
                  <a:lnTo>
                    <a:pt x="65443" y="17076"/>
                  </a:lnTo>
                  <a:cubicBezTo>
                    <a:pt x="65443" y="7645"/>
                    <a:pt x="57774" y="1"/>
                    <a:pt x="48344" y="1"/>
                  </a:cubicBezTo>
                  <a:close/>
                </a:path>
              </a:pathLst>
            </a:custGeom>
            <a:solidFill>
              <a:srgbClr val="000000">
                <a:alpha val="84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5" name="Google Shape;3525;p45"/>
            <p:cNvSpPr/>
            <p:nvPr/>
          </p:nvSpPr>
          <p:spPr>
            <a:xfrm>
              <a:off x="7871027" y="4178621"/>
              <a:ext cx="63414" cy="32698"/>
            </a:xfrm>
            <a:custGeom>
              <a:avLst/>
              <a:gdLst/>
              <a:ahLst/>
              <a:cxnLst/>
              <a:rect l="l" t="t" r="r" b="b"/>
              <a:pathLst>
                <a:path w="43509" h="22434" extrusionOk="0">
                  <a:moveTo>
                    <a:pt x="6120" y="0"/>
                  </a:moveTo>
                  <a:cubicBezTo>
                    <a:pt x="2739" y="0"/>
                    <a:pt x="0" y="2739"/>
                    <a:pt x="0" y="6121"/>
                  </a:cubicBezTo>
                  <a:lnTo>
                    <a:pt x="0" y="16313"/>
                  </a:lnTo>
                  <a:cubicBezTo>
                    <a:pt x="0" y="19695"/>
                    <a:pt x="2739" y="22434"/>
                    <a:pt x="6120" y="22434"/>
                  </a:cubicBezTo>
                  <a:lnTo>
                    <a:pt x="37389" y="22434"/>
                  </a:lnTo>
                  <a:cubicBezTo>
                    <a:pt x="40771" y="22434"/>
                    <a:pt x="43509" y="19695"/>
                    <a:pt x="43509" y="16313"/>
                  </a:cubicBezTo>
                  <a:lnTo>
                    <a:pt x="43509" y="6121"/>
                  </a:lnTo>
                  <a:cubicBezTo>
                    <a:pt x="43509" y="2739"/>
                    <a:pt x="40771" y="0"/>
                    <a:pt x="37389" y="0"/>
                  </a:cubicBezTo>
                  <a:close/>
                </a:path>
              </a:pathLst>
            </a:custGeom>
            <a:solidFill>
              <a:srgbClr val="EFEDE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6" name="Google Shape;3526;p45"/>
            <p:cNvSpPr/>
            <p:nvPr/>
          </p:nvSpPr>
          <p:spPr>
            <a:xfrm>
              <a:off x="7810874" y="3985948"/>
              <a:ext cx="185038" cy="74905"/>
            </a:xfrm>
            <a:custGeom>
              <a:avLst/>
              <a:gdLst/>
              <a:ahLst/>
              <a:cxnLst/>
              <a:rect l="l" t="t" r="r" b="b"/>
              <a:pathLst>
                <a:path w="126956" h="51393" extrusionOk="0">
                  <a:moveTo>
                    <a:pt x="1" y="1"/>
                  </a:moveTo>
                  <a:lnTo>
                    <a:pt x="1" y="51392"/>
                  </a:lnTo>
                  <a:lnTo>
                    <a:pt x="126956" y="51392"/>
                  </a:lnTo>
                  <a:lnTo>
                    <a:pt x="126956" y="1"/>
                  </a:lnTo>
                  <a:close/>
                </a:path>
              </a:pathLst>
            </a:custGeom>
            <a:solidFill>
              <a:srgbClr val="00B2B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7" name="Google Shape;3527;p45"/>
            <p:cNvSpPr/>
            <p:nvPr/>
          </p:nvSpPr>
          <p:spPr>
            <a:xfrm>
              <a:off x="7789459" y="3937910"/>
              <a:ext cx="227175" cy="47380"/>
            </a:xfrm>
            <a:custGeom>
              <a:avLst/>
              <a:gdLst/>
              <a:ahLst/>
              <a:cxnLst/>
              <a:rect l="l" t="t" r="r" b="b"/>
              <a:pathLst>
                <a:path w="155866" h="32508" extrusionOk="0">
                  <a:moveTo>
                    <a:pt x="32507" y="1"/>
                  </a:moveTo>
                  <a:cubicBezTo>
                    <a:pt x="14551" y="1"/>
                    <a:pt x="0" y="14551"/>
                    <a:pt x="0" y="32507"/>
                  </a:cubicBezTo>
                  <a:lnTo>
                    <a:pt x="155866" y="32507"/>
                  </a:lnTo>
                  <a:cubicBezTo>
                    <a:pt x="155866" y="14551"/>
                    <a:pt x="141339" y="1"/>
                    <a:pt x="123359" y="1"/>
                  </a:cubicBezTo>
                  <a:close/>
                </a:path>
              </a:pathLst>
            </a:custGeom>
            <a:solidFill>
              <a:srgbClr val="ECB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8" name="Google Shape;3528;p45"/>
            <p:cNvSpPr/>
            <p:nvPr/>
          </p:nvSpPr>
          <p:spPr>
            <a:xfrm>
              <a:off x="7743641" y="3996188"/>
              <a:ext cx="28810" cy="64630"/>
            </a:xfrm>
            <a:custGeom>
              <a:avLst/>
              <a:gdLst/>
              <a:ahLst/>
              <a:cxnLst/>
              <a:rect l="l" t="t" r="r" b="b"/>
              <a:pathLst>
                <a:path w="19767" h="44343" extrusionOk="0">
                  <a:moveTo>
                    <a:pt x="5121" y="0"/>
                  </a:moveTo>
                  <a:cubicBezTo>
                    <a:pt x="2287" y="0"/>
                    <a:pt x="1" y="2286"/>
                    <a:pt x="1" y="5120"/>
                  </a:cubicBezTo>
                  <a:lnTo>
                    <a:pt x="1" y="39222"/>
                  </a:lnTo>
                  <a:cubicBezTo>
                    <a:pt x="1" y="42056"/>
                    <a:pt x="2287" y="44343"/>
                    <a:pt x="5121" y="44343"/>
                  </a:cubicBezTo>
                  <a:lnTo>
                    <a:pt x="14647" y="44343"/>
                  </a:lnTo>
                  <a:cubicBezTo>
                    <a:pt x="17457" y="44343"/>
                    <a:pt x="19767" y="42056"/>
                    <a:pt x="19767" y="39222"/>
                  </a:cubicBezTo>
                  <a:lnTo>
                    <a:pt x="19767" y="5120"/>
                  </a:lnTo>
                  <a:cubicBezTo>
                    <a:pt x="19767" y="2286"/>
                    <a:pt x="17457" y="0"/>
                    <a:pt x="14647" y="0"/>
                  </a:cubicBezTo>
                  <a:close/>
                </a:path>
              </a:pathLst>
            </a:custGeom>
            <a:solidFill>
              <a:srgbClr val="3A48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9" name="Google Shape;3529;p45"/>
            <p:cNvSpPr/>
            <p:nvPr/>
          </p:nvSpPr>
          <p:spPr>
            <a:xfrm>
              <a:off x="8033675" y="3996188"/>
              <a:ext cx="28810" cy="64630"/>
            </a:xfrm>
            <a:custGeom>
              <a:avLst/>
              <a:gdLst/>
              <a:ahLst/>
              <a:cxnLst/>
              <a:rect l="l" t="t" r="r" b="b"/>
              <a:pathLst>
                <a:path w="19767" h="44343" extrusionOk="0">
                  <a:moveTo>
                    <a:pt x="5145" y="0"/>
                  </a:moveTo>
                  <a:cubicBezTo>
                    <a:pt x="2311" y="0"/>
                    <a:pt x="1" y="2286"/>
                    <a:pt x="1" y="5073"/>
                  </a:cubicBezTo>
                  <a:lnTo>
                    <a:pt x="1" y="39222"/>
                  </a:lnTo>
                  <a:cubicBezTo>
                    <a:pt x="1" y="42056"/>
                    <a:pt x="2287" y="44343"/>
                    <a:pt x="5121" y="44343"/>
                  </a:cubicBezTo>
                  <a:lnTo>
                    <a:pt x="14647" y="44343"/>
                  </a:lnTo>
                  <a:cubicBezTo>
                    <a:pt x="17481" y="44343"/>
                    <a:pt x="19767" y="42056"/>
                    <a:pt x="19767" y="39222"/>
                  </a:cubicBezTo>
                  <a:lnTo>
                    <a:pt x="19767" y="5120"/>
                  </a:lnTo>
                  <a:cubicBezTo>
                    <a:pt x="19767" y="2286"/>
                    <a:pt x="17481" y="0"/>
                    <a:pt x="14647" y="0"/>
                  </a:cubicBezTo>
                  <a:close/>
                </a:path>
              </a:pathLst>
            </a:custGeom>
            <a:solidFill>
              <a:srgbClr val="3A48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0" name="Google Shape;3530;p45"/>
            <p:cNvSpPr/>
            <p:nvPr/>
          </p:nvSpPr>
          <p:spPr>
            <a:xfrm>
              <a:off x="7805772" y="4108854"/>
              <a:ext cx="30094" cy="40994"/>
            </a:xfrm>
            <a:custGeom>
              <a:avLst/>
              <a:gdLst/>
              <a:ahLst/>
              <a:cxnLst/>
              <a:rect l="l" t="t" r="r" b="b"/>
              <a:pathLst>
                <a:path w="20648" h="28126" extrusionOk="0">
                  <a:moveTo>
                    <a:pt x="12861" y="6597"/>
                  </a:moveTo>
                  <a:cubicBezTo>
                    <a:pt x="13504" y="6597"/>
                    <a:pt x="14051" y="7145"/>
                    <a:pt x="14051" y="7788"/>
                  </a:cubicBezTo>
                  <a:lnTo>
                    <a:pt x="14051" y="20338"/>
                  </a:lnTo>
                  <a:cubicBezTo>
                    <a:pt x="14051" y="20981"/>
                    <a:pt x="13504" y="21529"/>
                    <a:pt x="12861" y="21529"/>
                  </a:cubicBezTo>
                  <a:lnTo>
                    <a:pt x="7788" y="21529"/>
                  </a:lnTo>
                  <a:cubicBezTo>
                    <a:pt x="7145" y="21529"/>
                    <a:pt x="6597" y="20981"/>
                    <a:pt x="6597" y="20338"/>
                  </a:cubicBezTo>
                  <a:lnTo>
                    <a:pt x="6597" y="7788"/>
                  </a:lnTo>
                  <a:cubicBezTo>
                    <a:pt x="6597" y="7145"/>
                    <a:pt x="7145" y="6597"/>
                    <a:pt x="7788" y="6597"/>
                  </a:cubicBezTo>
                  <a:close/>
                  <a:moveTo>
                    <a:pt x="7788" y="1"/>
                  </a:moveTo>
                  <a:cubicBezTo>
                    <a:pt x="3502" y="1"/>
                    <a:pt x="1" y="3477"/>
                    <a:pt x="1" y="7788"/>
                  </a:cubicBezTo>
                  <a:lnTo>
                    <a:pt x="1" y="20338"/>
                  </a:lnTo>
                  <a:cubicBezTo>
                    <a:pt x="1" y="24625"/>
                    <a:pt x="3478" y="28125"/>
                    <a:pt x="7788" y="28125"/>
                  </a:cubicBezTo>
                  <a:lnTo>
                    <a:pt x="12861" y="28125"/>
                  </a:lnTo>
                  <a:cubicBezTo>
                    <a:pt x="17147" y="28125"/>
                    <a:pt x="20648" y="24648"/>
                    <a:pt x="20648" y="20338"/>
                  </a:cubicBezTo>
                  <a:lnTo>
                    <a:pt x="20648" y="7788"/>
                  </a:lnTo>
                  <a:cubicBezTo>
                    <a:pt x="20624" y="3477"/>
                    <a:pt x="17147" y="1"/>
                    <a:pt x="12861"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1" name="Google Shape;3531;p45"/>
            <p:cNvSpPr/>
            <p:nvPr/>
          </p:nvSpPr>
          <p:spPr>
            <a:xfrm>
              <a:off x="7970296" y="4108854"/>
              <a:ext cx="30094" cy="40994"/>
            </a:xfrm>
            <a:custGeom>
              <a:avLst/>
              <a:gdLst/>
              <a:ahLst/>
              <a:cxnLst/>
              <a:rect l="l" t="t" r="r" b="b"/>
              <a:pathLst>
                <a:path w="20648" h="28126" extrusionOk="0">
                  <a:moveTo>
                    <a:pt x="12860" y="6597"/>
                  </a:moveTo>
                  <a:cubicBezTo>
                    <a:pt x="13503" y="6597"/>
                    <a:pt x="14051" y="7145"/>
                    <a:pt x="14051" y="7788"/>
                  </a:cubicBezTo>
                  <a:lnTo>
                    <a:pt x="14051" y="20338"/>
                  </a:lnTo>
                  <a:cubicBezTo>
                    <a:pt x="14051" y="20981"/>
                    <a:pt x="13503" y="21529"/>
                    <a:pt x="12860" y="21529"/>
                  </a:cubicBezTo>
                  <a:lnTo>
                    <a:pt x="7788" y="21529"/>
                  </a:lnTo>
                  <a:cubicBezTo>
                    <a:pt x="7145" y="21529"/>
                    <a:pt x="6597" y="20981"/>
                    <a:pt x="6597" y="20338"/>
                  </a:cubicBezTo>
                  <a:lnTo>
                    <a:pt x="6597" y="7788"/>
                  </a:lnTo>
                  <a:cubicBezTo>
                    <a:pt x="6597" y="7145"/>
                    <a:pt x="7145" y="6597"/>
                    <a:pt x="7788" y="6597"/>
                  </a:cubicBezTo>
                  <a:close/>
                  <a:moveTo>
                    <a:pt x="7788" y="1"/>
                  </a:moveTo>
                  <a:cubicBezTo>
                    <a:pt x="3501" y="1"/>
                    <a:pt x="1" y="3477"/>
                    <a:pt x="1" y="7788"/>
                  </a:cubicBezTo>
                  <a:lnTo>
                    <a:pt x="1" y="20338"/>
                  </a:lnTo>
                  <a:cubicBezTo>
                    <a:pt x="1" y="24625"/>
                    <a:pt x="3477" y="28125"/>
                    <a:pt x="7788" y="28125"/>
                  </a:cubicBezTo>
                  <a:lnTo>
                    <a:pt x="12860" y="28125"/>
                  </a:lnTo>
                  <a:cubicBezTo>
                    <a:pt x="17147" y="28125"/>
                    <a:pt x="20648" y="24648"/>
                    <a:pt x="20648" y="20338"/>
                  </a:cubicBezTo>
                  <a:lnTo>
                    <a:pt x="20648" y="7788"/>
                  </a:lnTo>
                  <a:cubicBezTo>
                    <a:pt x="20648" y="3477"/>
                    <a:pt x="17147" y="1"/>
                    <a:pt x="12860"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2" name="Google Shape;3532;p45"/>
            <p:cNvSpPr/>
            <p:nvPr/>
          </p:nvSpPr>
          <p:spPr>
            <a:xfrm>
              <a:off x="7858218" y="3952280"/>
              <a:ext cx="9615" cy="16802"/>
            </a:xfrm>
            <a:custGeom>
              <a:avLst/>
              <a:gdLst/>
              <a:ahLst/>
              <a:cxnLst/>
              <a:rect l="l" t="t" r="r" b="b"/>
              <a:pathLst>
                <a:path w="6597" h="11528" extrusionOk="0">
                  <a:moveTo>
                    <a:pt x="3309" y="1"/>
                  </a:moveTo>
                  <a:cubicBezTo>
                    <a:pt x="1488" y="1"/>
                    <a:pt x="1" y="1468"/>
                    <a:pt x="1" y="3287"/>
                  </a:cubicBezTo>
                  <a:lnTo>
                    <a:pt x="1" y="8241"/>
                  </a:lnTo>
                  <a:cubicBezTo>
                    <a:pt x="1" y="10060"/>
                    <a:pt x="1468" y="11528"/>
                    <a:pt x="3305" y="11528"/>
                  </a:cubicBezTo>
                  <a:cubicBezTo>
                    <a:pt x="3440" y="11528"/>
                    <a:pt x="3577" y="11520"/>
                    <a:pt x="3716" y="11503"/>
                  </a:cubicBezTo>
                  <a:cubicBezTo>
                    <a:pt x="5383" y="11337"/>
                    <a:pt x="6597" y="9813"/>
                    <a:pt x="6597" y="8122"/>
                  </a:cubicBezTo>
                  <a:lnTo>
                    <a:pt x="6597" y="3406"/>
                  </a:lnTo>
                  <a:cubicBezTo>
                    <a:pt x="6597" y="1716"/>
                    <a:pt x="5383" y="239"/>
                    <a:pt x="3716" y="25"/>
                  </a:cubicBezTo>
                  <a:cubicBezTo>
                    <a:pt x="3579" y="9"/>
                    <a:pt x="3443" y="1"/>
                    <a:pt x="3309"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3" name="Google Shape;3533;p45"/>
            <p:cNvSpPr/>
            <p:nvPr/>
          </p:nvSpPr>
          <p:spPr>
            <a:xfrm>
              <a:off x="7938258" y="3952280"/>
              <a:ext cx="9650" cy="16802"/>
            </a:xfrm>
            <a:custGeom>
              <a:avLst/>
              <a:gdLst/>
              <a:ahLst/>
              <a:cxnLst/>
              <a:rect l="l" t="t" r="r" b="b"/>
              <a:pathLst>
                <a:path w="6621" h="11528" extrusionOk="0">
                  <a:moveTo>
                    <a:pt x="3314" y="1"/>
                  </a:moveTo>
                  <a:cubicBezTo>
                    <a:pt x="1509" y="1"/>
                    <a:pt x="1" y="1468"/>
                    <a:pt x="1" y="3287"/>
                  </a:cubicBezTo>
                  <a:lnTo>
                    <a:pt x="1" y="8241"/>
                  </a:lnTo>
                  <a:cubicBezTo>
                    <a:pt x="1" y="10060"/>
                    <a:pt x="1468" y="11528"/>
                    <a:pt x="3305" y="11528"/>
                  </a:cubicBezTo>
                  <a:cubicBezTo>
                    <a:pt x="3440" y="11528"/>
                    <a:pt x="3577" y="11520"/>
                    <a:pt x="3716" y="11503"/>
                  </a:cubicBezTo>
                  <a:cubicBezTo>
                    <a:pt x="5383" y="11337"/>
                    <a:pt x="6621" y="9813"/>
                    <a:pt x="6621" y="8122"/>
                  </a:cubicBezTo>
                  <a:lnTo>
                    <a:pt x="6621" y="3406"/>
                  </a:lnTo>
                  <a:cubicBezTo>
                    <a:pt x="6621" y="1716"/>
                    <a:pt x="5383" y="239"/>
                    <a:pt x="3716" y="25"/>
                  </a:cubicBezTo>
                  <a:cubicBezTo>
                    <a:pt x="3580" y="9"/>
                    <a:pt x="3446" y="1"/>
                    <a:pt x="3314"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4" name="Google Shape;3534;p45"/>
            <p:cNvSpPr/>
            <p:nvPr/>
          </p:nvSpPr>
          <p:spPr>
            <a:xfrm>
              <a:off x="7887826" y="3958990"/>
              <a:ext cx="30441" cy="13979"/>
            </a:xfrm>
            <a:custGeom>
              <a:avLst/>
              <a:gdLst/>
              <a:ahLst/>
              <a:cxnLst/>
              <a:rect l="l" t="t" r="r" b="b"/>
              <a:pathLst>
                <a:path w="20886" h="9591" extrusionOk="0">
                  <a:moveTo>
                    <a:pt x="3698" y="1"/>
                  </a:moveTo>
                  <a:cubicBezTo>
                    <a:pt x="2929" y="1"/>
                    <a:pt x="2155" y="272"/>
                    <a:pt x="1524" y="827"/>
                  </a:cubicBezTo>
                  <a:cubicBezTo>
                    <a:pt x="167" y="2017"/>
                    <a:pt x="0" y="4113"/>
                    <a:pt x="1239" y="5470"/>
                  </a:cubicBezTo>
                  <a:cubicBezTo>
                    <a:pt x="3501" y="8090"/>
                    <a:pt x="6859" y="9590"/>
                    <a:pt x="10455" y="9590"/>
                  </a:cubicBezTo>
                  <a:cubicBezTo>
                    <a:pt x="14027" y="9590"/>
                    <a:pt x="17433" y="8090"/>
                    <a:pt x="19695" y="5470"/>
                  </a:cubicBezTo>
                  <a:cubicBezTo>
                    <a:pt x="20886" y="4113"/>
                    <a:pt x="20767" y="2017"/>
                    <a:pt x="19385" y="827"/>
                  </a:cubicBezTo>
                  <a:cubicBezTo>
                    <a:pt x="18763" y="281"/>
                    <a:pt x="17986" y="10"/>
                    <a:pt x="17212" y="10"/>
                  </a:cubicBezTo>
                  <a:cubicBezTo>
                    <a:pt x="16297" y="10"/>
                    <a:pt x="15386" y="388"/>
                    <a:pt x="14741" y="1136"/>
                  </a:cubicBezTo>
                  <a:cubicBezTo>
                    <a:pt x="13694" y="2327"/>
                    <a:pt x="12170" y="3018"/>
                    <a:pt x="10455" y="3018"/>
                  </a:cubicBezTo>
                  <a:cubicBezTo>
                    <a:pt x="8764" y="3018"/>
                    <a:pt x="7216" y="2327"/>
                    <a:pt x="6168" y="1136"/>
                  </a:cubicBezTo>
                  <a:cubicBezTo>
                    <a:pt x="5521" y="386"/>
                    <a:pt x="4614" y="1"/>
                    <a:pt x="3698"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5" name="Google Shape;3535;p45"/>
            <p:cNvSpPr/>
            <p:nvPr/>
          </p:nvSpPr>
          <p:spPr>
            <a:xfrm>
              <a:off x="7739025" y="3933433"/>
              <a:ext cx="327868" cy="318217"/>
            </a:xfrm>
            <a:custGeom>
              <a:avLst/>
              <a:gdLst/>
              <a:ahLst/>
              <a:cxnLst/>
              <a:rect l="l" t="t" r="r" b="b"/>
              <a:pathLst>
                <a:path w="224952" h="218331" extrusionOk="0">
                  <a:moveTo>
                    <a:pt x="18004" y="46105"/>
                  </a:moveTo>
                  <a:cubicBezTo>
                    <a:pt x="19028" y="46105"/>
                    <a:pt x="19838" y="46915"/>
                    <a:pt x="19838" y="47939"/>
                  </a:cubicBezTo>
                  <a:lnTo>
                    <a:pt x="19838" y="82041"/>
                  </a:lnTo>
                  <a:cubicBezTo>
                    <a:pt x="19838" y="83065"/>
                    <a:pt x="19028" y="83851"/>
                    <a:pt x="18004" y="83851"/>
                  </a:cubicBezTo>
                  <a:lnTo>
                    <a:pt x="8479" y="83851"/>
                  </a:lnTo>
                  <a:cubicBezTo>
                    <a:pt x="7478" y="83851"/>
                    <a:pt x="6669" y="83065"/>
                    <a:pt x="6669" y="82041"/>
                  </a:cubicBezTo>
                  <a:lnTo>
                    <a:pt x="6669" y="47939"/>
                  </a:lnTo>
                  <a:cubicBezTo>
                    <a:pt x="6669" y="46939"/>
                    <a:pt x="7502" y="46105"/>
                    <a:pt x="8479" y="46105"/>
                  </a:cubicBezTo>
                  <a:close/>
                  <a:moveTo>
                    <a:pt x="216593" y="46105"/>
                  </a:moveTo>
                  <a:cubicBezTo>
                    <a:pt x="217594" y="46105"/>
                    <a:pt x="218403" y="46915"/>
                    <a:pt x="218403" y="47939"/>
                  </a:cubicBezTo>
                  <a:lnTo>
                    <a:pt x="218403" y="82041"/>
                  </a:lnTo>
                  <a:cubicBezTo>
                    <a:pt x="218403" y="83065"/>
                    <a:pt x="217617" y="83851"/>
                    <a:pt x="216593" y="83851"/>
                  </a:cubicBezTo>
                  <a:lnTo>
                    <a:pt x="207068" y="83851"/>
                  </a:lnTo>
                  <a:cubicBezTo>
                    <a:pt x="206067" y="83851"/>
                    <a:pt x="205258" y="83065"/>
                    <a:pt x="205258" y="82041"/>
                  </a:cubicBezTo>
                  <a:lnTo>
                    <a:pt x="205258" y="47939"/>
                  </a:lnTo>
                  <a:cubicBezTo>
                    <a:pt x="205234" y="46939"/>
                    <a:pt x="206067" y="46105"/>
                    <a:pt x="207068" y="46105"/>
                  </a:cubicBezTo>
                  <a:close/>
                  <a:moveTo>
                    <a:pt x="45796" y="39080"/>
                  </a:moveTo>
                  <a:lnTo>
                    <a:pt x="45796" y="83899"/>
                  </a:lnTo>
                  <a:lnTo>
                    <a:pt x="37866" y="83899"/>
                  </a:lnTo>
                  <a:lnTo>
                    <a:pt x="37866" y="39080"/>
                  </a:lnTo>
                  <a:close/>
                  <a:moveTo>
                    <a:pt x="157914" y="6574"/>
                  </a:moveTo>
                  <a:cubicBezTo>
                    <a:pt x="172918" y="6574"/>
                    <a:pt x="185301" y="17933"/>
                    <a:pt x="186944" y="32507"/>
                  </a:cubicBezTo>
                  <a:lnTo>
                    <a:pt x="75612" y="32507"/>
                  </a:lnTo>
                  <a:cubicBezTo>
                    <a:pt x="74302" y="32507"/>
                    <a:pt x="73087" y="33198"/>
                    <a:pt x="72492" y="34341"/>
                  </a:cubicBezTo>
                  <a:cubicBezTo>
                    <a:pt x="71349" y="36651"/>
                    <a:pt x="73206" y="39080"/>
                    <a:pt x="75421" y="39080"/>
                  </a:cubicBezTo>
                  <a:lnTo>
                    <a:pt x="109452" y="39080"/>
                  </a:lnTo>
                  <a:lnTo>
                    <a:pt x="109452" y="83899"/>
                  </a:lnTo>
                  <a:lnTo>
                    <a:pt x="52369" y="83899"/>
                  </a:lnTo>
                  <a:lnTo>
                    <a:pt x="52369" y="39080"/>
                  </a:lnTo>
                  <a:lnTo>
                    <a:pt x="62204" y="39080"/>
                  </a:lnTo>
                  <a:cubicBezTo>
                    <a:pt x="63919" y="39080"/>
                    <a:pt x="65395" y="37866"/>
                    <a:pt x="65610" y="36199"/>
                  </a:cubicBezTo>
                  <a:cubicBezTo>
                    <a:pt x="65848" y="34198"/>
                    <a:pt x="64300" y="32484"/>
                    <a:pt x="62323" y="32484"/>
                  </a:cubicBezTo>
                  <a:lnTo>
                    <a:pt x="38151" y="32484"/>
                  </a:lnTo>
                  <a:cubicBezTo>
                    <a:pt x="39771" y="17933"/>
                    <a:pt x="52154" y="6574"/>
                    <a:pt x="67157" y="6574"/>
                  </a:cubicBezTo>
                  <a:close/>
                  <a:moveTo>
                    <a:pt x="172727" y="39080"/>
                  </a:moveTo>
                  <a:lnTo>
                    <a:pt x="172727" y="83899"/>
                  </a:lnTo>
                  <a:lnTo>
                    <a:pt x="115620" y="83899"/>
                  </a:lnTo>
                  <a:lnTo>
                    <a:pt x="115620" y="39080"/>
                  </a:lnTo>
                  <a:close/>
                  <a:moveTo>
                    <a:pt x="187206" y="39080"/>
                  </a:moveTo>
                  <a:lnTo>
                    <a:pt x="187206" y="83899"/>
                  </a:lnTo>
                  <a:lnTo>
                    <a:pt x="179300" y="83899"/>
                  </a:lnTo>
                  <a:lnTo>
                    <a:pt x="179300" y="39080"/>
                  </a:lnTo>
                  <a:close/>
                  <a:moveTo>
                    <a:pt x="61466" y="90495"/>
                  </a:moveTo>
                  <a:cubicBezTo>
                    <a:pt x="61275" y="90686"/>
                    <a:pt x="61061" y="90853"/>
                    <a:pt x="60847" y="91067"/>
                  </a:cubicBezTo>
                  <a:cubicBezTo>
                    <a:pt x="56512" y="95211"/>
                    <a:pt x="53655" y="100807"/>
                    <a:pt x="52893" y="106761"/>
                  </a:cubicBezTo>
                  <a:lnTo>
                    <a:pt x="50511" y="106761"/>
                  </a:lnTo>
                  <a:cubicBezTo>
                    <a:pt x="45724" y="106761"/>
                    <a:pt x="40985" y="108570"/>
                    <a:pt x="37413" y="111762"/>
                  </a:cubicBezTo>
                  <a:lnTo>
                    <a:pt x="37413" y="90495"/>
                  </a:lnTo>
                  <a:close/>
                  <a:moveTo>
                    <a:pt x="187659" y="90495"/>
                  </a:moveTo>
                  <a:lnTo>
                    <a:pt x="187659" y="111762"/>
                  </a:lnTo>
                  <a:cubicBezTo>
                    <a:pt x="186135" y="110380"/>
                    <a:pt x="184396" y="109261"/>
                    <a:pt x="182515" y="108428"/>
                  </a:cubicBezTo>
                  <a:cubicBezTo>
                    <a:pt x="180014" y="107308"/>
                    <a:pt x="177299" y="106761"/>
                    <a:pt x="174561" y="106761"/>
                  </a:cubicBezTo>
                  <a:lnTo>
                    <a:pt x="172179" y="106761"/>
                  </a:lnTo>
                  <a:cubicBezTo>
                    <a:pt x="171441" y="100831"/>
                    <a:pt x="168560" y="95211"/>
                    <a:pt x="164225" y="91091"/>
                  </a:cubicBezTo>
                  <a:cubicBezTo>
                    <a:pt x="164035" y="90876"/>
                    <a:pt x="163820" y="90710"/>
                    <a:pt x="163606" y="90495"/>
                  </a:cubicBezTo>
                  <a:close/>
                  <a:moveTo>
                    <a:pt x="134933" y="105451"/>
                  </a:moveTo>
                  <a:cubicBezTo>
                    <a:pt x="138958" y="105451"/>
                    <a:pt x="142387" y="108237"/>
                    <a:pt x="143435" y="112024"/>
                  </a:cubicBezTo>
                  <a:lnTo>
                    <a:pt x="81660" y="112024"/>
                  </a:lnTo>
                  <a:cubicBezTo>
                    <a:pt x="82708" y="108213"/>
                    <a:pt x="86114" y="105451"/>
                    <a:pt x="90138" y="105451"/>
                  </a:cubicBezTo>
                  <a:close/>
                  <a:moveTo>
                    <a:pt x="143721" y="118596"/>
                  </a:moveTo>
                  <a:lnTo>
                    <a:pt x="143721" y="125169"/>
                  </a:lnTo>
                  <a:lnTo>
                    <a:pt x="81351" y="125169"/>
                  </a:lnTo>
                  <a:lnTo>
                    <a:pt x="81351" y="118596"/>
                  </a:lnTo>
                  <a:close/>
                  <a:moveTo>
                    <a:pt x="143721" y="131337"/>
                  </a:moveTo>
                  <a:lnTo>
                    <a:pt x="143721" y="137910"/>
                  </a:lnTo>
                  <a:lnTo>
                    <a:pt x="81351" y="137910"/>
                  </a:lnTo>
                  <a:lnTo>
                    <a:pt x="81351" y="131337"/>
                  </a:lnTo>
                  <a:close/>
                  <a:moveTo>
                    <a:pt x="146460" y="90472"/>
                  </a:moveTo>
                  <a:cubicBezTo>
                    <a:pt x="157200" y="90472"/>
                    <a:pt x="165940" y="99188"/>
                    <a:pt x="165940" y="109904"/>
                  </a:cubicBezTo>
                  <a:cubicBezTo>
                    <a:pt x="165940" y="111714"/>
                    <a:pt x="167416" y="113190"/>
                    <a:pt x="169226" y="113190"/>
                  </a:cubicBezTo>
                  <a:cubicBezTo>
                    <a:pt x="170472" y="113190"/>
                    <a:pt x="171736" y="113154"/>
                    <a:pt x="172995" y="113154"/>
                  </a:cubicBezTo>
                  <a:cubicBezTo>
                    <a:pt x="173783" y="113154"/>
                    <a:pt x="174568" y="113168"/>
                    <a:pt x="175347" y="113214"/>
                  </a:cubicBezTo>
                  <a:cubicBezTo>
                    <a:pt x="182181" y="113572"/>
                    <a:pt x="187659" y="119216"/>
                    <a:pt x="187683" y="126122"/>
                  </a:cubicBezTo>
                  <a:cubicBezTo>
                    <a:pt x="187659" y="126169"/>
                    <a:pt x="187659" y="126169"/>
                    <a:pt x="187659" y="126193"/>
                  </a:cubicBezTo>
                  <a:lnTo>
                    <a:pt x="187659" y="150698"/>
                  </a:lnTo>
                  <a:lnTo>
                    <a:pt x="150341" y="150698"/>
                  </a:lnTo>
                  <a:lnTo>
                    <a:pt x="150341" y="114262"/>
                  </a:lnTo>
                  <a:cubicBezTo>
                    <a:pt x="150341" y="105737"/>
                    <a:pt x="143435" y="98854"/>
                    <a:pt x="134933" y="98854"/>
                  </a:cubicBezTo>
                  <a:lnTo>
                    <a:pt x="90210" y="98854"/>
                  </a:lnTo>
                  <a:cubicBezTo>
                    <a:pt x="81684" y="98854"/>
                    <a:pt x="74802" y="105760"/>
                    <a:pt x="74802" y="114262"/>
                  </a:cubicBezTo>
                  <a:lnTo>
                    <a:pt x="74802" y="150698"/>
                  </a:lnTo>
                  <a:lnTo>
                    <a:pt x="37889" y="150698"/>
                  </a:lnTo>
                  <a:lnTo>
                    <a:pt x="37889" y="126193"/>
                  </a:lnTo>
                  <a:lnTo>
                    <a:pt x="37889" y="126122"/>
                  </a:lnTo>
                  <a:cubicBezTo>
                    <a:pt x="37937" y="119216"/>
                    <a:pt x="43414" y="113572"/>
                    <a:pt x="50249" y="113214"/>
                  </a:cubicBezTo>
                  <a:cubicBezTo>
                    <a:pt x="51059" y="113176"/>
                    <a:pt x="51872" y="113165"/>
                    <a:pt x="52687" y="113165"/>
                  </a:cubicBezTo>
                  <a:cubicBezTo>
                    <a:pt x="53908" y="113165"/>
                    <a:pt x="55131" y="113190"/>
                    <a:pt x="56346" y="113190"/>
                  </a:cubicBezTo>
                  <a:cubicBezTo>
                    <a:pt x="58179" y="113190"/>
                    <a:pt x="59656" y="111714"/>
                    <a:pt x="59656" y="109904"/>
                  </a:cubicBezTo>
                  <a:cubicBezTo>
                    <a:pt x="59656" y="99188"/>
                    <a:pt x="68372" y="90472"/>
                    <a:pt x="79136" y="90472"/>
                  </a:cubicBezTo>
                  <a:close/>
                  <a:moveTo>
                    <a:pt x="143721" y="144530"/>
                  </a:moveTo>
                  <a:lnTo>
                    <a:pt x="143721" y="151103"/>
                  </a:lnTo>
                  <a:lnTo>
                    <a:pt x="81351" y="151103"/>
                  </a:lnTo>
                  <a:lnTo>
                    <a:pt x="81351" y="144530"/>
                  </a:lnTo>
                  <a:close/>
                  <a:moveTo>
                    <a:pt x="190969" y="157676"/>
                  </a:moveTo>
                  <a:cubicBezTo>
                    <a:pt x="194208" y="157676"/>
                    <a:pt x="196899" y="160367"/>
                    <a:pt x="196899" y="163677"/>
                  </a:cubicBezTo>
                  <a:lnTo>
                    <a:pt x="196899" y="170655"/>
                  </a:lnTo>
                  <a:cubicBezTo>
                    <a:pt x="196899" y="173941"/>
                    <a:pt x="194232" y="176608"/>
                    <a:pt x="190945" y="176608"/>
                  </a:cubicBezTo>
                  <a:lnTo>
                    <a:pt x="137601" y="176608"/>
                  </a:lnTo>
                  <a:lnTo>
                    <a:pt x="137601" y="174774"/>
                  </a:lnTo>
                  <a:cubicBezTo>
                    <a:pt x="137601" y="172774"/>
                    <a:pt x="136958" y="170821"/>
                    <a:pt x="135815" y="169178"/>
                  </a:cubicBezTo>
                  <a:cubicBezTo>
                    <a:pt x="134076" y="166773"/>
                    <a:pt x="131314" y="165225"/>
                    <a:pt x="128146" y="165225"/>
                  </a:cubicBezTo>
                  <a:lnTo>
                    <a:pt x="96949" y="165225"/>
                  </a:lnTo>
                  <a:cubicBezTo>
                    <a:pt x="91925" y="165225"/>
                    <a:pt x="87638" y="169440"/>
                    <a:pt x="87519" y="174560"/>
                  </a:cubicBezTo>
                  <a:lnTo>
                    <a:pt x="87519" y="174774"/>
                  </a:lnTo>
                  <a:lnTo>
                    <a:pt x="87519" y="176608"/>
                  </a:lnTo>
                  <a:lnTo>
                    <a:pt x="34603" y="176608"/>
                  </a:lnTo>
                  <a:cubicBezTo>
                    <a:pt x="31317" y="176608"/>
                    <a:pt x="28649" y="173965"/>
                    <a:pt x="28649" y="170655"/>
                  </a:cubicBezTo>
                  <a:lnTo>
                    <a:pt x="28649" y="163629"/>
                  </a:lnTo>
                  <a:cubicBezTo>
                    <a:pt x="28649" y="160367"/>
                    <a:pt x="31293" y="157676"/>
                    <a:pt x="34603" y="157676"/>
                  </a:cubicBezTo>
                  <a:close/>
                  <a:moveTo>
                    <a:pt x="128146" y="171774"/>
                  </a:moveTo>
                  <a:cubicBezTo>
                    <a:pt x="129694" y="171774"/>
                    <a:pt x="130980" y="173036"/>
                    <a:pt x="130980" y="174584"/>
                  </a:cubicBezTo>
                  <a:lnTo>
                    <a:pt x="130980" y="184776"/>
                  </a:lnTo>
                  <a:cubicBezTo>
                    <a:pt x="130980" y="186301"/>
                    <a:pt x="129742" y="187563"/>
                    <a:pt x="128146" y="187563"/>
                  </a:cubicBezTo>
                  <a:lnTo>
                    <a:pt x="96902" y="187563"/>
                  </a:lnTo>
                  <a:cubicBezTo>
                    <a:pt x="95354" y="187563"/>
                    <a:pt x="94068" y="186324"/>
                    <a:pt x="94068" y="184753"/>
                  </a:cubicBezTo>
                  <a:lnTo>
                    <a:pt x="94068" y="174560"/>
                  </a:lnTo>
                  <a:cubicBezTo>
                    <a:pt x="94068" y="173036"/>
                    <a:pt x="95354" y="171774"/>
                    <a:pt x="96902" y="171774"/>
                  </a:cubicBezTo>
                  <a:close/>
                  <a:moveTo>
                    <a:pt x="59846" y="183157"/>
                  </a:moveTo>
                  <a:lnTo>
                    <a:pt x="59846" y="206900"/>
                  </a:lnTo>
                  <a:cubicBezTo>
                    <a:pt x="59846" y="209567"/>
                    <a:pt x="57655" y="211710"/>
                    <a:pt x="55012" y="211710"/>
                  </a:cubicBezTo>
                  <a:lnTo>
                    <a:pt x="46653" y="211710"/>
                  </a:lnTo>
                  <a:cubicBezTo>
                    <a:pt x="44010" y="211710"/>
                    <a:pt x="41819" y="209543"/>
                    <a:pt x="41819" y="206900"/>
                  </a:cubicBezTo>
                  <a:lnTo>
                    <a:pt x="41819" y="183157"/>
                  </a:lnTo>
                  <a:close/>
                  <a:moveTo>
                    <a:pt x="183253" y="183157"/>
                  </a:moveTo>
                  <a:lnTo>
                    <a:pt x="183253" y="206900"/>
                  </a:lnTo>
                  <a:cubicBezTo>
                    <a:pt x="183253" y="209567"/>
                    <a:pt x="181086" y="211710"/>
                    <a:pt x="178443" y="211710"/>
                  </a:cubicBezTo>
                  <a:lnTo>
                    <a:pt x="170060" y="211710"/>
                  </a:lnTo>
                  <a:cubicBezTo>
                    <a:pt x="167416" y="211710"/>
                    <a:pt x="165249" y="209543"/>
                    <a:pt x="165249" y="206900"/>
                  </a:cubicBezTo>
                  <a:lnTo>
                    <a:pt x="165249" y="183157"/>
                  </a:lnTo>
                  <a:close/>
                  <a:moveTo>
                    <a:pt x="67610" y="1"/>
                  </a:moveTo>
                  <a:cubicBezTo>
                    <a:pt x="47534" y="1"/>
                    <a:pt x="31221" y="16099"/>
                    <a:pt x="31221" y="35937"/>
                  </a:cubicBezTo>
                  <a:lnTo>
                    <a:pt x="31221" y="35961"/>
                  </a:lnTo>
                  <a:lnTo>
                    <a:pt x="31221" y="95925"/>
                  </a:lnTo>
                  <a:cubicBezTo>
                    <a:pt x="27244" y="95211"/>
                    <a:pt x="23601" y="93139"/>
                    <a:pt x="20934" y="90162"/>
                  </a:cubicBezTo>
                  <a:cubicBezTo>
                    <a:pt x="24125" y="88947"/>
                    <a:pt x="26387" y="85899"/>
                    <a:pt x="26387" y="82327"/>
                  </a:cubicBezTo>
                  <a:lnTo>
                    <a:pt x="26387" y="47939"/>
                  </a:lnTo>
                  <a:cubicBezTo>
                    <a:pt x="26387" y="43295"/>
                    <a:pt x="22601" y="39509"/>
                    <a:pt x="17957" y="39509"/>
                  </a:cubicBezTo>
                  <a:lnTo>
                    <a:pt x="8431" y="39509"/>
                  </a:lnTo>
                  <a:cubicBezTo>
                    <a:pt x="3787" y="39509"/>
                    <a:pt x="1" y="43272"/>
                    <a:pt x="1" y="47939"/>
                  </a:cubicBezTo>
                  <a:lnTo>
                    <a:pt x="1" y="82041"/>
                  </a:lnTo>
                  <a:cubicBezTo>
                    <a:pt x="96" y="86709"/>
                    <a:pt x="3835" y="90495"/>
                    <a:pt x="8479" y="90495"/>
                  </a:cubicBezTo>
                  <a:lnTo>
                    <a:pt x="13003" y="90495"/>
                  </a:lnTo>
                  <a:cubicBezTo>
                    <a:pt x="16790" y="96997"/>
                    <a:pt x="23434" y="101402"/>
                    <a:pt x="30840" y="102403"/>
                  </a:cubicBezTo>
                  <a:lnTo>
                    <a:pt x="30840" y="151532"/>
                  </a:lnTo>
                  <a:cubicBezTo>
                    <a:pt x="25554" y="152984"/>
                    <a:pt x="21624" y="157866"/>
                    <a:pt x="21624" y="163677"/>
                  </a:cubicBezTo>
                  <a:lnTo>
                    <a:pt x="21624" y="170655"/>
                  </a:lnTo>
                  <a:cubicBezTo>
                    <a:pt x="21624" y="177561"/>
                    <a:pt x="27221" y="183205"/>
                    <a:pt x="34151" y="183205"/>
                  </a:cubicBezTo>
                  <a:lnTo>
                    <a:pt x="35246" y="183205"/>
                  </a:lnTo>
                  <a:lnTo>
                    <a:pt x="35246" y="206924"/>
                  </a:lnTo>
                  <a:cubicBezTo>
                    <a:pt x="35246" y="213235"/>
                    <a:pt x="40366" y="218331"/>
                    <a:pt x="46653" y="218331"/>
                  </a:cubicBezTo>
                  <a:lnTo>
                    <a:pt x="55012" y="218331"/>
                  </a:lnTo>
                  <a:cubicBezTo>
                    <a:pt x="61323" y="218331"/>
                    <a:pt x="66419" y="213211"/>
                    <a:pt x="66419" y="206924"/>
                  </a:cubicBezTo>
                  <a:lnTo>
                    <a:pt x="66419" y="183205"/>
                  </a:lnTo>
                  <a:lnTo>
                    <a:pt x="87495" y="183205"/>
                  </a:lnTo>
                  <a:lnTo>
                    <a:pt x="87495" y="184776"/>
                  </a:lnTo>
                  <a:cubicBezTo>
                    <a:pt x="87495" y="189992"/>
                    <a:pt x="91710" y="194183"/>
                    <a:pt x="96902" y="194183"/>
                  </a:cubicBezTo>
                  <a:lnTo>
                    <a:pt x="128146" y="194183"/>
                  </a:lnTo>
                  <a:cubicBezTo>
                    <a:pt x="133362" y="194183"/>
                    <a:pt x="137553" y="189944"/>
                    <a:pt x="137553" y="184776"/>
                  </a:cubicBezTo>
                  <a:lnTo>
                    <a:pt x="137553" y="183205"/>
                  </a:lnTo>
                  <a:lnTo>
                    <a:pt x="158629" y="183205"/>
                  </a:lnTo>
                  <a:lnTo>
                    <a:pt x="158629" y="206924"/>
                  </a:lnTo>
                  <a:cubicBezTo>
                    <a:pt x="158629" y="213235"/>
                    <a:pt x="163749" y="218331"/>
                    <a:pt x="170036" y="218331"/>
                  </a:cubicBezTo>
                  <a:lnTo>
                    <a:pt x="178395" y="218331"/>
                  </a:lnTo>
                  <a:cubicBezTo>
                    <a:pt x="184706" y="218331"/>
                    <a:pt x="189802" y="213211"/>
                    <a:pt x="189802" y="206924"/>
                  </a:cubicBezTo>
                  <a:lnTo>
                    <a:pt x="189802" y="183205"/>
                  </a:lnTo>
                  <a:lnTo>
                    <a:pt x="190898" y="183205"/>
                  </a:lnTo>
                  <a:cubicBezTo>
                    <a:pt x="197804" y="183205"/>
                    <a:pt x="203448" y="177608"/>
                    <a:pt x="203448" y="170655"/>
                  </a:cubicBezTo>
                  <a:lnTo>
                    <a:pt x="203448" y="163725"/>
                  </a:lnTo>
                  <a:cubicBezTo>
                    <a:pt x="203448" y="157961"/>
                    <a:pt x="199518" y="153103"/>
                    <a:pt x="194208" y="151651"/>
                  </a:cubicBezTo>
                  <a:lnTo>
                    <a:pt x="194208" y="102307"/>
                  </a:lnTo>
                  <a:cubicBezTo>
                    <a:pt x="201566" y="101331"/>
                    <a:pt x="208163" y="96949"/>
                    <a:pt x="211926" y="90495"/>
                  </a:cubicBezTo>
                  <a:lnTo>
                    <a:pt x="216546" y="90495"/>
                  </a:lnTo>
                  <a:cubicBezTo>
                    <a:pt x="221190" y="90495"/>
                    <a:pt x="224952" y="86709"/>
                    <a:pt x="224952" y="82065"/>
                  </a:cubicBezTo>
                  <a:lnTo>
                    <a:pt x="224952" y="47939"/>
                  </a:lnTo>
                  <a:cubicBezTo>
                    <a:pt x="224952" y="43295"/>
                    <a:pt x="221190" y="39509"/>
                    <a:pt x="216546" y="39509"/>
                  </a:cubicBezTo>
                  <a:lnTo>
                    <a:pt x="207020" y="39509"/>
                  </a:lnTo>
                  <a:cubicBezTo>
                    <a:pt x="202376" y="39509"/>
                    <a:pt x="198590" y="43272"/>
                    <a:pt x="198590" y="47939"/>
                  </a:cubicBezTo>
                  <a:lnTo>
                    <a:pt x="198590" y="81946"/>
                  </a:lnTo>
                  <a:cubicBezTo>
                    <a:pt x="198590" y="85518"/>
                    <a:pt x="200852" y="88566"/>
                    <a:pt x="204043" y="89757"/>
                  </a:cubicBezTo>
                  <a:cubicBezTo>
                    <a:pt x="201352" y="92734"/>
                    <a:pt x="197732" y="94758"/>
                    <a:pt x="193731" y="95473"/>
                  </a:cubicBezTo>
                  <a:lnTo>
                    <a:pt x="193731" y="35794"/>
                  </a:lnTo>
                  <a:lnTo>
                    <a:pt x="193731" y="35746"/>
                  </a:lnTo>
                  <a:cubicBezTo>
                    <a:pt x="193731" y="16052"/>
                    <a:pt x="177419" y="1"/>
                    <a:pt x="157367"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536" name="Google Shape;3536;p45"/>
          <p:cNvGrpSpPr/>
          <p:nvPr/>
        </p:nvGrpSpPr>
        <p:grpSpPr>
          <a:xfrm>
            <a:off x="6264735" y="2278556"/>
            <a:ext cx="335817" cy="322071"/>
            <a:chOff x="6264735" y="2278556"/>
            <a:chExt cx="335817" cy="322071"/>
          </a:xfrm>
        </p:grpSpPr>
        <p:sp>
          <p:nvSpPr>
            <p:cNvPr id="3537" name="Google Shape;3537;p45"/>
            <p:cNvSpPr/>
            <p:nvPr/>
          </p:nvSpPr>
          <p:spPr>
            <a:xfrm>
              <a:off x="6421413" y="2466820"/>
              <a:ext cx="21765" cy="87747"/>
            </a:xfrm>
            <a:custGeom>
              <a:avLst/>
              <a:gdLst/>
              <a:ahLst/>
              <a:cxnLst/>
              <a:rect l="l" t="t" r="r" b="b"/>
              <a:pathLst>
                <a:path w="14933" h="60204" extrusionOk="0">
                  <a:moveTo>
                    <a:pt x="1" y="1"/>
                  </a:moveTo>
                  <a:lnTo>
                    <a:pt x="1" y="60204"/>
                  </a:lnTo>
                  <a:lnTo>
                    <a:pt x="14933" y="60204"/>
                  </a:lnTo>
                  <a:lnTo>
                    <a:pt x="14933" y="1"/>
                  </a:lnTo>
                  <a:close/>
                </a:path>
              </a:pathLst>
            </a:custGeom>
            <a:solidFill>
              <a:srgbClr val="FFC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8" name="Google Shape;3538;p45"/>
            <p:cNvSpPr/>
            <p:nvPr/>
          </p:nvSpPr>
          <p:spPr>
            <a:xfrm>
              <a:off x="6270011" y="2327259"/>
              <a:ext cx="117319" cy="113565"/>
            </a:xfrm>
            <a:custGeom>
              <a:avLst/>
              <a:gdLst/>
              <a:ahLst/>
              <a:cxnLst/>
              <a:rect l="l" t="t" r="r" b="b"/>
              <a:pathLst>
                <a:path w="80493" h="77918" extrusionOk="0">
                  <a:moveTo>
                    <a:pt x="25747" y="1"/>
                  </a:moveTo>
                  <a:cubicBezTo>
                    <a:pt x="20778" y="1"/>
                    <a:pt x="17062" y="1406"/>
                    <a:pt x="14813" y="2593"/>
                  </a:cubicBezTo>
                  <a:cubicBezTo>
                    <a:pt x="4811" y="7856"/>
                    <a:pt x="0" y="20287"/>
                    <a:pt x="2858" y="33576"/>
                  </a:cubicBezTo>
                  <a:cubicBezTo>
                    <a:pt x="5239" y="44649"/>
                    <a:pt x="12455" y="54937"/>
                    <a:pt x="23195" y="62629"/>
                  </a:cubicBezTo>
                  <a:cubicBezTo>
                    <a:pt x="35698" y="71559"/>
                    <a:pt x="52201" y="76703"/>
                    <a:pt x="72229" y="77918"/>
                  </a:cubicBezTo>
                  <a:lnTo>
                    <a:pt x="72706" y="77918"/>
                  </a:lnTo>
                  <a:cubicBezTo>
                    <a:pt x="76707" y="77918"/>
                    <a:pt x="80041" y="74822"/>
                    <a:pt x="80231" y="70821"/>
                  </a:cubicBezTo>
                  <a:cubicBezTo>
                    <a:pt x="80493" y="66606"/>
                    <a:pt x="77326" y="63034"/>
                    <a:pt x="73111" y="62772"/>
                  </a:cubicBezTo>
                  <a:cubicBezTo>
                    <a:pt x="56202" y="61748"/>
                    <a:pt x="42009" y="57414"/>
                    <a:pt x="32007" y="50269"/>
                  </a:cubicBezTo>
                  <a:cubicBezTo>
                    <a:pt x="24362" y="44792"/>
                    <a:pt x="19266" y="37743"/>
                    <a:pt x="17694" y="30384"/>
                  </a:cubicBezTo>
                  <a:cubicBezTo>
                    <a:pt x="16289" y="23835"/>
                    <a:pt x="17956" y="18096"/>
                    <a:pt x="21838" y="16048"/>
                  </a:cubicBezTo>
                  <a:cubicBezTo>
                    <a:pt x="22837" y="15519"/>
                    <a:pt x="24104" y="15214"/>
                    <a:pt x="25614" y="15214"/>
                  </a:cubicBezTo>
                  <a:cubicBezTo>
                    <a:pt x="30766" y="15214"/>
                    <a:pt x="38738" y="18766"/>
                    <a:pt x="48463" y="29098"/>
                  </a:cubicBezTo>
                  <a:cubicBezTo>
                    <a:pt x="49976" y="30699"/>
                    <a:pt x="52000" y="31511"/>
                    <a:pt x="54026" y="31511"/>
                  </a:cubicBezTo>
                  <a:cubicBezTo>
                    <a:pt x="55890" y="31511"/>
                    <a:pt x="57755" y="30824"/>
                    <a:pt x="59227" y="29432"/>
                  </a:cubicBezTo>
                  <a:cubicBezTo>
                    <a:pt x="62275" y="26550"/>
                    <a:pt x="62442" y="21740"/>
                    <a:pt x="59536" y="18692"/>
                  </a:cubicBezTo>
                  <a:cubicBezTo>
                    <a:pt x="45518" y="3813"/>
                    <a:pt x="33933" y="1"/>
                    <a:pt x="25747" y="1"/>
                  </a:cubicBezTo>
                  <a:close/>
                </a:path>
              </a:pathLst>
            </a:custGeom>
            <a:solidFill>
              <a:srgbClr val="ECB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9" name="Google Shape;3539;p45"/>
            <p:cNvSpPr/>
            <p:nvPr/>
          </p:nvSpPr>
          <p:spPr>
            <a:xfrm>
              <a:off x="6477192" y="2327259"/>
              <a:ext cx="117320" cy="113565"/>
            </a:xfrm>
            <a:custGeom>
              <a:avLst/>
              <a:gdLst/>
              <a:ahLst/>
              <a:cxnLst/>
              <a:rect l="l" t="t" r="r" b="b"/>
              <a:pathLst>
                <a:path w="80494" h="77918" extrusionOk="0">
                  <a:moveTo>
                    <a:pt x="54763" y="1"/>
                  </a:moveTo>
                  <a:cubicBezTo>
                    <a:pt x="46570" y="1"/>
                    <a:pt x="34976" y="3813"/>
                    <a:pt x="20958" y="18692"/>
                  </a:cubicBezTo>
                  <a:cubicBezTo>
                    <a:pt x="18076" y="21740"/>
                    <a:pt x="18219" y="26550"/>
                    <a:pt x="21291" y="29432"/>
                  </a:cubicBezTo>
                  <a:cubicBezTo>
                    <a:pt x="22763" y="30824"/>
                    <a:pt x="24628" y="31511"/>
                    <a:pt x="26489" y="31511"/>
                  </a:cubicBezTo>
                  <a:cubicBezTo>
                    <a:pt x="28512" y="31511"/>
                    <a:pt x="30530" y="30699"/>
                    <a:pt x="32031" y="29098"/>
                  </a:cubicBezTo>
                  <a:cubicBezTo>
                    <a:pt x="41774" y="18766"/>
                    <a:pt x="49751" y="15214"/>
                    <a:pt x="54903" y="15214"/>
                  </a:cubicBezTo>
                  <a:cubicBezTo>
                    <a:pt x="56414" y="15214"/>
                    <a:pt x="57681" y="15519"/>
                    <a:pt x="58680" y="16048"/>
                  </a:cubicBezTo>
                  <a:cubicBezTo>
                    <a:pt x="62561" y="18096"/>
                    <a:pt x="64228" y="23835"/>
                    <a:pt x="62823" y="30384"/>
                  </a:cubicBezTo>
                  <a:cubicBezTo>
                    <a:pt x="61252" y="37743"/>
                    <a:pt x="56155" y="44792"/>
                    <a:pt x="48487" y="50269"/>
                  </a:cubicBezTo>
                  <a:cubicBezTo>
                    <a:pt x="38485" y="57414"/>
                    <a:pt x="24292" y="61748"/>
                    <a:pt x="7383" y="62772"/>
                  </a:cubicBezTo>
                  <a:cubicBezTo>
                    <a:pt x="3192" y="63034"/>
                    <a:pt x="1" y="66606"/>
                    <a:pt x="263" y="70821"/>
                  </a:cubicBezTo>
                  <a:cubicBezTo>
                    <a:pt x="453" y="74822"/>
                    <a:pt x="3811" y="77918"/>
                    <a:pt x="7812" y="77918"/>
                  </a:cubicBezTo>
                  <a:lnTo>
                    <a:pt x="8288" y="77918"/>
                  </a:lnTo>
                  <a:cubicBezTo>
                    <a:pt x="28316" y="76703"/>
                    <a:pt x="44820" y="71559"/>
                    <a:pt x="57322" y="62629"/>
                  </a:cubicBezTo>
                  <a:cubicBezTo>
                    <a:pt x="68063" y="54937"/>
                    <a:pt x="75255" y="44649"/>
                    <a:pt x="77636" y="33576"/>
                  </a:cubicBezTo>
                  <a:cubicBezTo>
                    <a:pt x="80494" y="20287"/>
                    <a:pt x="75707" y="7856"/>
                    <a:pt x="65705" y="2593"/>
                  </a:cubicBezTo>
                  <a:cubicBezTo>
                    <a:pt x="63456" y="1406"/>
                    <a:pt x="59736" y="1"/>
                    <a:pt x="54763" y="1"/>
                  </a:cubicBezTo>
                  <a:close/>
                </a:path>
              </a:pathLst>
            </a:custGeom>
            <a:solidFill>
              <a:srgbClr val="ECB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0" name="Google Shape;3540;p45"/>
            <p:cNvSpPr/>
            <p:nvPr/>
          </p:nvSpPr>
          <p:spPr>
            <a:xfrm>
              <a:off x="6477123" y="2403928"/>
              <a:ext cx="65429" cy="36897"/>
            </a:xfrm>
            <a:custGeom>
              <a:avLst/>
              <a:gdLst/>
              <a:ahLst/>
              <a:cxnLst/>
              <a:rect l="l" t="t" r="r" b="b"/>
              <a:pathLst>
                <a:path w="44891" h="25315" extrusionOk="0">
                  <a:moveTo>
                    <a:pt x="44890" y="0"/>
                  </a:moveTo>
                  <a:cubicBezTo>
                    <a:pt x="35222" y="5739"/>
                    <a:pt x="22362" y="9216"/>
                    <a:pt x="7383" y="10145"/>
                  </a:cubicBezTo>
                  <a:cubicBezTo>
                    <a:pt x="3191" y="10407"/>
                    <a:pt x="0" y="13979"/>
                    <a:pt x="262" y="18171"/>
                  </a:cubicBezTo>
                  <a:cubicBezTo>
                    <a:pt x="500" y="22195"/>
                    <a:pt x="3858" y="25315"/>
                    <a:pt x="7835" y="25315"/>
                  </a:cubicBezTo>
                  <a:lnTo>
                    <a:pt x="8311" y="25315"/>
                  </a:lnTo>
                  <a:cubicBezTo>
                    <a:pt x="18956" y="24672"/>
                    <a:pt x="28601" y="22910"/>
                    <a:pt x="37175" y="20052"/>
                  </a:cubicBezTo>
                  <a:cubicBezTo>
                    <a:pt x="40151" y="14122"/>
                    <a:pt x="42747" y="7430"/>
                    <a:pt x="44890" y="0"/>
                  </a:cubicBezTo>
                  <a:close/>
                </a:path>
              </a:pathLst>
            </a:custGeom>
            <a:solidFill>
              <a:srgbClr val="000000">
                <a:alpha val="84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1" name="Google Shape;3541;p45"/>
            <p:cNvSpPr/>
            <p:nvPr/>
          </p:nvSpPr>
          <p:spPr>
            <a:xfrm>
              <a:off x="6503503" y="2327393"/>
              <a:ext cx="50364" cy="45780"/>
            </a:xfrm>
            <a:custGeom>
              <a:avLst/>
              <a:gdLst/>
              <a:ahLst/>
              <a:cxnLst/>
              <a:rect l="l" t="t" r="r" b="b"/>
              <a:pathLst>
                <a:path w="34555" h="31410" extrusionOk="0">
                  <a:moveTo>
                    <a:pt x="34555" y="1"/>
                  </a:moveTo>
                  <a:cubicBezTo>
                    <a:pt x="26482" y="644"/>
                    <a:pt x="15718" y="5002"/>
                    <a:pt x="2882" y="18600"/>
                  </a:cubicBezTo>
                  <a:cubicBezTo>
                    <a:pt x="0" y="21624"/>
                    <a:pt x="143" y="26458"/>
                    <a:pt x="3215" y="29340"/>
                  </a:cubicBezTo>
                  <a:cubicBezTo>
                    <a:pt x="4690" y="30723"/>
                    <a:pt x="6559" y="31409"/>
                    <a:pt x="8424" y="31409"/>
                  </a:cubicBezTo>
                  <a:cubicBezTo>
                    <a:pt x="10444" y="31409"/>
                    <a:pt x="12457" y="30604"/>
                    <a:pt x="13955" y="29006"/>
                  </a:cubicBezTo>
                  <a:cubicBezTo>
                    <a:pt x="21814" y="20671"/>
                    <a:pt x="28506" y="16742"/>
                    <a:pt x="33507" y="15528"/>
                  </a:cubicBezTo>
                  <a:cubicBezTo>
                    <a:pt x="34079" y="9598"/>
                    <a:pt x="34388" y="4311"/>
                    <a:pt x="34555" y="1"/>
                  </a:cubicBezTo>
                  <a:close/>
                </a:path>
              </a:pathLst>
            </a:custGeom>
            <a:solidFill>
              <a:srgbClr val="000000">
                <a:alpha val="84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2" name="Google Shape;3542;p45"/>
            <p:cNvSpPr/>
            <p:nvPr/>
          </p:nvSpPr>
          <p:spPr>
            <a:xfrm>
              <a:off x="6321971" y="2403928"/>
              <a:ext cx="65429" cy="36863"/>
            </a:xfrm>
            <a:custGeom>
              <a:avLst/>
              <a:gdLst/>
              <a:ahLst/>
              <a:cxnLst/>
              <a:rect l="l" t="t" r="r" b="b"/>
              <a:pathLst>
                <a:path w="44891" h="25292" extrusionOk="0">
                  <a:moveTo>
                    <a:pt x="0" y="0"/>
                  </a:moveTo>
                  <a:lnTo>
                    <a:pt x="0" y="0"/>
                  </a:lnTo>
                  <a:cubicBezTo>
                    <a:pt x="2144" y="7430"/>
                    <a:pt x="4716" y="14122"/>
                    <a:pt x="7692" y="20028"/>
                  </a:cubicBezTo>
                  <a:cubicBezTo>
                    <a:pt x="16266" y="22886"/>
                    <a:pt x="25911" y="24648"/>
                    <a:pt x="36579" y="25291"/>
                  </a:cubicBezTo>
                  <a:lnTo>
                    <a:pt x="37056" y="25291"/>
                  </a:lnTo>
                  <a:cubicBezTo>
                    <a:pt x="41033" y="25291"/>
                    <a:pt x="44391" y="22195"/>
                    <a:pt x="44605" y="18147"/>
                  </a:cubicBezTo>
                  <a:cubicBezTo>
                    <a:pt x="44891" y="14003"/>
                    <a:pt x="41700" y="10407"/>
                    <a:pt x="37508" y="10145"/>
                  </a:cubicBezTo>
                  <a:cubicBezTo>
                    <a:pt x="22529" y="9216"/>
                    <a:pt x="9693" y="5739"/>
                    <a:pt x="0" y="0"/>
                  </a:cubicBezTo>
                  <a:close/>
                </a:path>
              </a:pathLst>
            </a:custGeom>
            <a:solidFill>
              <a:srgbClr val="000000">
                <a:alpha val="84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3" name="Google Shape;3543;p45"/>
            <p:cNvSpPr/>
            <p:nvPr/>
          </p:nvSpPr>
          <p:spPr>
            <a:xfrm>
              <a:off x="6310760" y="2327393"/>
              <a:ext cx="50295" cy="45767"/>
            </a:xfrm>
            <a:custGeom>
              <a:avLst/>
              <a:gdLst/>
              <a:ahLst/>
              <a:cxnLst/>
              <a:rect l="l" t="t" r="r" b="b"/>
              <a:pathLst>
                <a:path w="34508" h="31401" extrusionOk="0">
                  <a:moveTo>
                    <a:pt x="0" y="1"/>
                  </a:moveTo>
                  <a:lnTo>
                    <a:pt x="0" y="1"/>
                  </a:lnTo>
                  <a:cubicBezTo>
                    <a:pt x="167" y="4311"/>
                    <a:pt x="477" y="9598"/>
                    <a:pt x="1048" y="15528"/>
                  </a:cubicBezTo>
                  <a:cubicBezTo>
                    <a:pt x="6025" y="16742"/>
                    <a:pt x="12717" y="20671"/>
                    <a:pt x="20576" y="29006"/>
                  </a:cubicBezTo>
                  <a:cubicBezTo>
                    <a:pt x="22072" y="30601"/>
                    <a:pt x="24087" y="31400"/>
                    <a:pt x="26106" y="31400"/>
                  </a:cubicBezTo>
                  <a:cubicBezTo>
                    <a:pt x="27977" y="31400"/>
                    <a:pt x="29850" y="30714"/>
                    <a:pt x="31316" y="29340"/>
                  </a:cubicBezTo>
                  <a:cubicBezTo>
                    <a:pt x="34388" y="26458"/>
                    <a:pt x="34508" y="21672"/>
                    <a:pt x="31650" y="18600"/>
                  </a:cubicBezTo>
                  <a:cubicBezTo>
                    <a:pt x="18814" y="5002"/>
                    <a:pt x="8050" y="644"/>
                    <a:pt x="0" y="1"/>
                  </a:cubicBezTo>
                  <a:close/>
                </a:path>
              </a:pathLst>
            </a:custGeom>
            <a:solidFill>
              <a:srgbClr val="000000">
                <a:alpha val="84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4" name="Google Shape;3544;p45"/>
            <p:cNvSpPr/>
            <p:nvPr/>
          </p:nvSpPr>
          <p:spPr>
            <a:xfrm>
              <a:off x="6325858" y="2297403"/>
              <a:ext cx="212772" cy="178443"/>
            </a:xfrm>
            <a:custGeom>
              <a:avLst/>
              <a:gdLst/>
              <a:ahLst/>
              <a:cxnLst/>
              <a:rect l="l" t="t" r="r" b="b"/>
              <a:pathLst>
                <a:path w="145984" h="122431" extrusionOk="0">
                  <a:moveTo>
                    <a:pt x="72992" y="1"/>
                  </a:moveTo>
                  <a:lnTo>
                    <a:pt x="2668" y="9622"/>
                  </a:lnTo>
                  <a:cubicBezTo>
                    <a:pt x="2668" y="9622"/>
                    <a:pt x="1" y="112810"/>
                    <a:pt x="52559" y="112810"/>
                  </a:cubicBezTo>
                  <a:lnTo>
                    <a:pt x="72992" y="122431"/>
                  </a:lnTo>
                  <a:lnTo>
                    <a:pt x="93449" y="112810"/>
                  </a:lnTo>
                  <a:cubicBezTo>
                    <a:pt x="145983" y="112810"/>
                    <a:pt x="143340" y="9622"/>
                    <a:pt x="143340" y="9622"/>
                  </a:cubicBezTo>
                  <a:lnTo>
                    <a:pt x="72992" y="1"/>
                  </a:lnTo>
                  <a:close/>
                </a:path>
              </a:pathLst>
            </a:custGeom>
            <a:solidFill>
              <a:srgbClr val="FFC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5" name="Google Shape;3545;p45"/>
            <p:cNvSpPr/>
            <p:nvPr/>
          </p:nvSpPr>
          <p:spPr>
            <a:xfrm>
              <a:off x="6325928" y="2297438"/>
              <a:ext cx="119159" cy="178443"/>
            </a:xfrm>
            <a:custGeom>
              <a:avLst/>
              <a:gdLst/>
              <a:ahLst/>
              <a:cxnLst/>
              <a:rect l="l" t="t" r="r" b="b"/>
              <a:pathLst>
                <a:path w="81756" h="122431" extrusionOk="0">
                  <a:moveTo>
                    <a:pt x="72992" y="1"/>
                  </a:moveTo>
                  <a:lnTo>
                    <a:pt x="2644" y="9622"/>
                  </a:lnTo>
                  <a:cubicBezTo>
                    <a:pt x="2644" y="9622"/>
                    <a:pt x="0" y="112833"/>
                    <a:pt x="52535" y="112833"/>
                  </a:cubicBezTo>
                  <a:lnTo>
                    <a:pt x="72992" y="122430"/>
                  </a:lnTo>
                  <a:lnTo>
                    <a:pt x="81755" y="118311"/>
                  </a:lnTo>
                  <a:lnTo>
                    <a:pt x="70086" y="112786"/>
                  </a:lnTo>
                  <a:cubicBezTo>
                    <a:pt x="17552" y="112786"/>
                    <a:pt x="20195" y="9598"/>
                    <a:pt x="20195" y="9598"/>
                  </a:cubicBezTo>
                  <a:lnTo>
                    <a:pt x="81755" y="1191"/>
                  </a:lnTo>
                  <a:lnTo>
                    <a:pt x="72992" y="1"/>
                  </a:lnTo>
                  <a:close/>
                </a:path>
              </a:pathLst>
            </a:custGeom>
            <a:solidFill>
              <a:srgbClr val="000000">
                <a:alpha val="84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6" name="Google Shape;3546;p45"/>
            <p:cNvSpPr/>
            <p:nvPr/>
          </p:nvSpPr>
          <p:spPr>
            <a:xfrm>
              <a:off x="6315029" y="2283069"/>
              <a:ext cx="234500" cy="28220"/>
            </a:xfrm>
            <a:custGeom>
              <a:avLst/>
              <a:gdLst/>
              <a:ahLst/>
              <a:cxnLst/>
              <a:rect l="l" t="t" r="r" b="b"/>
              <a:pathLst>
                <a:path w="160892" h="19362" extrusionOk="0">
                  <a:moveTo>
                    <a:pt x="9669" y="1"/>
                  </a:moveTo>
                  <a:cubicBezTo>
                    <a:pt x="4335" y="1"/>
                    <a:pt x="1" y="4335"/>
                    <a:pt x="1" y="9693"/>
                  </a:cubicBezTo>
                  <a:cubicBezTo>
                    <a:pt x="1" y="15027"/>
                    <a:pt x="4311" y="19362"/>
                    <a:pt x="9669" y="19362"/>
                  </a:cubicBezTo>
                  <a:lnTo>
                    <a:pt x="151222" y="19362"/>
                  </a:lnTo>
                  <a:cubicBezTo>
                    <a:pt x="156533" y="19362"/>
                    <a:pt x="160891" y="15051"/>
                    <a:pt x="160891" y="9693"/>
                  </a:cubicBezTo>
                  <a:cubicBezTo>
                    <a:pt x="160867" y="4335"/>
                    <a:pt x="156557" y="1"/>
                    <a:pt x="151222" y="1"/>
                  </a:cubicBezTo>
                  <a:close/>
                </a:path>
              </a:pathLst>
            </a:custGeom>
            <a:solidFill>
              <a:srgbClr val="ECB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7" name="Google Shape;3547;p45"/>
            <p:cNvSpPr/>
            <p:nvPr/>
          </p:nvSpPr>
          <p:spPr>
            <a:xfrm>
              <a:off x="6315619" y="2283069"/>
              <a:ext cx="39883" cy="28220"/>
            </a:xfrm>
            <a:custGeom>
              <a:avLst/>
              <a:gdLst/>
              <a:ahLst/>
              <a:cxnLst/>
              <a:rect l="l" t="t" r="r" b="b"/>
              <a:pathLst>
                <a:path w="27364" h="19362" extrusionOk="0">
                  <a:moveTo>
                    <a:pt x="9693" y="1"/>
                  </a:moveTo>
                  <a:cubicBezTo>
                    <a:pt x="4358" y="1"/>
                    <a:pt x="0" y="4335"/>
                    <a:pt x="0" y="9693"/>
                  </a:cubicBezTo>
                  <a:cubicBezTo>
                    <a:pt x="0" y="15027"/>
                    <a:pt x="4335" y="19362"/>
                    <a:pt x="9693" y="19362"/>
                  </a:cubicBezTo>
                  <a:lnTo>
                    <a:pt x="27363" y="19362"/>
                  </a:lnTo>
                  <a:cubicBezTo>
                    <a:pt x="22005" y="19338"/>
                    <a:pt x="17695" y="15004"/>
                    <a:pt x="17695" y="9693"/>
                  </a:cubicBezTo>
                  <a:cubicBezTo>
                    <a:pt x="17695" y="4359"/>
                    <a:pt x="22005" y="1"/>
                    <a:pt x="27363" y="1"/>
                  </a:cubicBezTo>
                  <a:close/>
                </a:path>
              </a:pathLst>
            </a:custGeom>
            <a:solidFill>
              <a:srgbClr val="000000">
                <a:alpha val="84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8" name="Google Shape;3548;p45"/>
            <p:cNvSpPr/>
            <p:nvPr/>
          </p:nvSpPr>
          <p:spPr>
            <a:xfrm>
              <a:off x="6388162" y="2461719"/>
              <a:ext cx="88164" cy="28185"/>
            </a:xfrm>
            <a:custGeom>
              <a:avLst/>
              <a:gdLst/>
              <a:ahLst/>
              <a:cxnLst/>
              <a:rect l="l" t="t" r="r" b="b"/>
              <a:pathLst>
                <a:path w="60490" h="19338" extrusionOk="0">
                  <a:moveTo>
                    <a:pt x="9693" y="0"/>
                  </a:moveTo>
                  <a:cubicBezTo>
                    <a:pt x="4359" y="0"/>
                    <a:pt x="1" y="4311"/>
                    <a:pt x="1" y="9669"/>
                  </a:cubicBezTo>
                  <a:cubicBezTo>
                    <a:pt x="1" y="15003"/>
                    <a:pt x="4335" y="19337"/>
                    <a:pt x="9693" y="19337"/>
                  </a:cubicBezTo>
                  <a:lnTo>
                    <a:pt x="50821" y="19337"/>
                  </a:lnTo>
                  <a:cubicBezTo>
                    <a:pt x="56155" y="19337"/>
                    <a:pt x="60489" y="15027"/>
                    <a:pt x="60489" y="9669"/>
                  </a:cubicBezTo>
                  <a:cubicBezTo>
                    <a:pt x="60489" y="4334"/>
                    <a:pt x="56179" y="0"/>
                    <a:pt x="50821" y="0"/>
                  </a:cubicBezTo>
                  <a:close/>
                </a:path>
              </a:pathLst>
            </a:custGeom>
            <a:solidFill>
              <a:srgbClr val="ECB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9" name="Google Shape;3549;p45"/>
            <p:cNvSpPr/>
            <p:nvPr/>
          </p:nvSpPr>
          <p:spPr>
            <a:xfrm>
              <a:off x="6388405" y="2461719"/>
              <a:ext cx="39848" cy="28185"/>
            </a:xfrm>
            <a:custGeom>
              <a:avLst/>
              <a:gdLst/>
              <a:ahLst/>
              <a:cxnLst/>
              <a:rect l="l" t="t" r="r" b="b"/>
              <a:pathLst>
                <a:path w="27340" h="19338" extrusionOk="0">
                  <a:moveTo>
                    <a:pt x="9669" y="0"/>
                  </a:moveTo>
                  <a:cubicBezTo>
                    <a:pt x="4335" y="0"/>
                    <a:pt x="0" y="4311"/>
                    <a:pt x="0" y="9669"/>
                  </a:cubicBezTo>
                  <a:cubicBezTo>
                    <a:pt x="0" y="15003"/>
                    <a:pt x="4311" y="19337"/>
                    <a:pt x="9669" y="19337"/>
                  </a:cubicBezTo>
                  <a:lnTo>
                    <a:pt x="27339" y="19337"/>
                  </a:lnTo>
                  <a:cubicBezTo>
                    <a:pt x="21981" y="19337"/>
                    <a:pt x="17671" y="15003"/>
                    <a:pt x="17671" y="9669"/>
                  </a:cubicBezTo>
                  <a:cubicBezTo>
                    <a:pt x="17671" y="4334"/>
                    <a:pt x="21981" y="0"/>
                    <a:pt x="27339" y="0"/>
                  </a:cubicBezTo>
                  <a:close/>
                </a:path>
              </a:pathLst>
            </a:custGeom>
            <a:solidFill>
              <a:srgbClr val="000000">
                <a:alpha val="84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0" name="Google Shape;3550;p45"/>
            <p:cNvSpPr/>
            <p:nvPr/>
          </p:nvSpPr>
          <p:spPr>
            <a:xfrm>
              <a:off x="6381463" y="2535996"/>
              <a:ext cx="101596" cy="46408"/>
            </a:xfrm>
            <a:custGeom>
              <a:avLst/>
              <a:gdLst/>
              <a:ahLst/>
              <a:cxnLst/>
              <a:rect l="l" t="t" r="r" b="b"/>
              <a:pathLst>
                <a:path w="69706" h="31841" extrusionOk="0">
                  <a:moveTo>
                    <a:pt x="22219" y="1"/>
                  </a:moveTo>
                  <a:cubicBezTo>
                    <a:pt x="9955" y="1"/>
                    <a:pt x="0" y="9931"/>
                    <a:pt x="0" y="22243"/>
                  </a:cubicBezTo>
                  <a:lnTo>
                    <a:pt x="34841" y="31841"/>
                  </a:lnTo>
                  <a:lnTo>
                    <a:pt x="69705" y="22243"/>
                  </a:lnTo>
                  <a:cubicBezTo>
                    <a:pt x="69705" y="9931"/>
                    <a:pt x="59775" y="1"/>
                    <a:pt x="47487" y="1"/>
                  </a:cubicBezTo>
                  <a:close/>
                </a:path>
              </a:pathLst>
            </a:custGeom>
            <a:solidFill>
              <a:srgbClr val="ECB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1" name="Google Shape;3551;p45"/>
            <p:cNvSpPr/>
            <p:nvPr/>
          </p:nvSpPr>
          <p:spPr>
            <a:xfrm>
              <a:off x="6381428" y="2535996"/>
              <a:ext cx="63624" cy="46408"/>
            </a:xfrm>
            <a:custGeom>
              <a:avLst/>
              <a:gdLst/>
              <a:ahLst/>
              <a:cxnLst/>
              <a:rect l="l" t="t" r="r" b="b"/>
              <a:pathLst>
                <a:path w="43653" h="31841" extrusionOk="0">
                  <a:moveTo>
                    <a:pt x="22243" y="1"/>
                  </a:moveTo>
                  <a:cubicBezTo>
                    <a:pt x="9979" y="1"/>
                    <a:pt x="1" y="9931"/>
                    <a:pt x="1" y="22220"/>
                  </a:cubicBezTo>
                  <a:lnTo>
                    <a:pt x="34865" y="31841"/>
                  </a:lnTo>
                  <a:lnTo>
                    <a:pt x="43653" y="29435"/>
                  </a:lnTo>
                  <a:lnTo>
                    <a:pt x="17600" y="22220"/>
                  </a:lnTo>
                  <a:cubicBezTo>
                    <a:pt x="17600" y="9955"/>
                    <a:pt x="27554" y="1"/>
                    <a:pt x="39842" y="1"/>
                  </a:cubicBezTo>
                  <a:close/>
                </a:path>
              </a:pathLst>
            </a:custGeom>
            <a:solidFill>
              <a:srgbClr val="000000">
                <a:alpha val="84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2" name="Google Shape;3552;p45"/>
            <p:cNvSpPr/>
            <p:nvPr/>
          </p:nvSpPr>
          <p:spPr>
            <a:xfrm>
              <a:off x="6367094" y="2567998"/>
              <a:ext cx="130405" cy="28220"/>
            </a:xfrm>
            <a:custGeom>
              <a:avLst/>
              <a:gdLst/>
              <a:ahLst/>
              <a:cxnLst/>
              <a:rect l="l" t="t" r="r" b="b"/>
              <a:pathLst>
                <a:path w="89472" h="19362" extrusionOk="0">
                  <a:moveTo>
                    <a:pt x="9669" y="1"/>
                  </a:moveTo>
                  <a:cubicBezTo>
                    <a:pt x="4334" y="1"/>
                    <a:pt x="0" y="4311"/>
                    <a:pt x="0" y="9669"/>
                  </a:cubicBezTo>
                  <a:cubicBezTo>
                    <a:pt x="0" y="15004"/>
                    <a:pt x="4311" y="19362"/>
                    <a:pt x="9669" y="19362"/>
                  </a:cubicBezTo>
                  <a:lnTo>
                    <a:pt x="79803" y="19362"/>
                  </a:lnTo>
                  <a:cubicBezTo>
                    <a:pt x="85137" y="19362"/>
                    <a:pt x="89471" y="15028"/>
                    <a:pt x="89471" y="9669"/>
                  </a:cubicBezTo>
                  <a:cubicBezTo>
                    <a:pt x="89447" y="4311"/>
                    <a:pt x="85137" y="1"/>
                    <a:pt x="79803" y="1"/>
                  </a:cubicBezTo>
                  <a:close/>
                </a:path>
              </a:pathLst>
            </a:custGeom>
            <a:solidFill>
              <a:srgbClr val="FFC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3" name="Google Shape;3553;p45"/>
            <p:cNvSpPr/>
            <p:nvPr/>
          </p:nvSpPr>
          <p:spPr>
            <a:xfrm>
              <a:off x="6367336" y="2567998"/>
              <a:ext cx="39883" cy="28220"/>
            </a:xfrm>
            <a:custGeom>
              <a:avLst/>
              <a:gdLst/>
              <a:ahLst/>
              <a:cxnLst/>
              <a:rect l="l" t="t" r="r" b="b"/>
              <a:pathLst>
                <a:path w="27364" h="19362" extrusionOk="0">
                  <a:moveTo>
                    <a:pt x="9693" y="1"/>
                  </a:moveTo>
                  <a:cubicBezTo>
                    <a:pt x="4359" y="1"/>
                    <a:pt x="1" y="4311"/>
                    <a:pt x="1" y="9669"/>
                  </a:cubicBezTo>
                  <a:cubicBezTo>
                    <a:pt x="1" y="15004"/>
                    <a:pt x="4335" y="19362"/>
                    <a:pt x="9693" y="19362"/>
                  </a:cubicBezTo>
                  <a:lnTo>
                    <a:pt x="27364" y="19362"/>
                  </a:lnTo>
                  <a:cubicBezTo>
                    <a:pt x="22029" y="19314"/>
                    <a:pt x="17695" y="15004"/>
                    <a:pt x="17695" y="9669"/>
                  </a:cubicBezTo>
                  <a:cubicBezTo>
                    <a:pt x="17695" y="4359"/>
                    <a:pt x="22006" y="1"/>
                    <a:pt x="27364" y="1"/>
                  </a:cubicBezTo>
                  <a:close/>
                </a:path>
              </a:pathLst>
            </a:custGeom>
            <a:solidFill>
              <a:srgbClr val="000000">
                <a:alpha val="84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4" name="Google Shape;3554;p45"/>
            <p:cNvSpPr/>
            <p:nvPr/>
          </p:nvSpPr>
          <p:spPr>
            <a:xfrm>
              <a:off x="6382956" y="2370780"/>
              <a:ext cx="9582" cy="17599"/>
            </a:xfrm>
            <a:custGeom>
              <a:avLst/>
              <a:gdLst/>
              <a:ahLst/>
              <a:cxnLst/>
              <a:rect l="l" t="t" r="r" b="b"/>
              <a:pathLst>
                <a:path w="6574" h="12075" extrusionOk="0">
                  <a:moveTo>
                    <a:pt x="3290" y="0"/>
                  </a:moveTo>
                  <a:cubicBezTo>
                    <a:pt x="1488" y="0"/>
                    <a:pt x="0" y="1468"/>
                    <a:pt x="0" y="3287"/>
                  </a:cubicBezTo>
                  <a:lnTo>
                    <a:pt x="0" y="8645"/>
                  </a:lnTo>
                  <a:cubicBezTo>
                    <a:pt x="0" y="10360"/>
                    <a:pt x="1239" y="11836"/>
                    <a:pt x="2906" y="12051"/>
                  </a:cubicBezTo>
                  <a:cubicBezTo>
                    <a:pt x="3041" y="12067"/>
                    <a:pt x="3175" y="12075"/>
                    <a:pt x="3307" y="12075"/>
                  </a:cubicBezTo>
                  <a:cubicBezTo>
                    <a:pt x="5106" y="12075"/>
                    <a:pt x="6573" y="10605"/>
                    <a:pt x="6573" y="8764"/>
                  </a:cubicBezTo>
                  <a:lnTo>
                    <a:pt x="6573" y="3406"/>
                  </a:lnTo>
                  <a:cubicBezTo>
                    <a:pt x="6573" y="1715"/>
                    <a:pt x="5359" y="239"/>
                    <a:pt x="3692" y="24"/>
                  </a:cubicBezTo>
                  <a:cubicBezTo>
                    <a:pt x="3556" y="8"/>
                    <a:pt x="3422" y="0"/>
                    <a:pt x="3290"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5" name="Google Shape;3555;p45"/>
            <p:cNvSpPr/>
            <p:nvPr/>
          </p:nvSpPr>
          <p:spPr>
            <a:xfrm>
              <a:off x="6471951" y="2370780"/>
              <a:ext cx="9582" cy="17599"/>
            </a:xfrm>
            <a:custGeom>
              <a:avLst/>
              <a:gdLst/>
              <a:ahLst/>
              <a:cxnLst/>
              <a:rect l="l" t="t" r="r" b="b"/>
              <a:pathLst>
                <a:path w="6574" h="12075" extrusionOk="0">
                  <a:moveTo>
                    <a:pt x="3294" y="0"/>
                  </a:moveTo>
                  <a:cubicBezTo>
                    <a:pt x="1509" y="0"/>
                    <a:pt x="1" y="1468"/>
                    <a:pt x="1" y="3287"/>
                  </a:cubicBezTo>
                  <a:lnTo>
                    <a:pt x="1" y="8645"/>
                  </a:lnTo>
                  <a:cubicBezTo>
                    <a:pt x="1" y="10360"/>
                    <a:pt x="1215" y="11836"/>
                    <a:pt x="2882" y="12051"/>
                  </a:cubicBezTo>
                  <a:cubicBezTo>
                    <a:pt x="3019" y="12067"/>
                    <a:pt x="3155" y="12075"/>
                    <a:pt x="3288" y="12075"/>
                  </a:cubicBezTo>
                  <a:cubicBezTo>
                    <a:pt x="5106" y="12075"/>
                    <a:pt x="6574" y="10605"/>
                    <a:pt x="6574" y="8764"/>
                  </a:cubicBezTo>
                  <a:lnTo>
                    <a:pt x="6574" y="3406"/>
                  </a:lnTo>
                  <a:cubicBezTo>
                    <a:pt x="6574" y="1715"/>
                    <a:pt x="5359" y="239"/>
                    <a:pt x="3692" y="24"/>
                  </a:cubicBezTo>
                  <a:cubicBezTo>
                    <a:pt x="3558" y="8"/>
                    <a:pt x="3426" y="0"/>
                    <a:pt x="3294"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6" name="Google Shape;3556;p45"/>
            <p:cNvSpPr/>
            <p:nvPr/>
          </p:nvSpPr>
          <p:spPr>
            <a:xfrm>
              <a:off x="6416034" y="2378201"/>
              <a:ext cx="32524" cy="14447"/>
            </a:xfrm>
            <a:custGeom>
              <a:avLst/>
              <a:gdLst/>
              <a:ahLst/>
              <a:cxnLst/>
              <a:rect l="l" t="t" r="r" b="b"/>
              <a:pathLst>
                <a:path w="22315" h="9912" extrusionOk="0">
                  <a:moveTo>
                    <a:pt x="18637" y="0"/>
                  </a:moveTo>
                  <a:cubicBezTo>
                    <a:pt x="17726" y="0"/>
                    <a:pt x="16818" y="384"/>
                    <a:pt x="16171" y="1148"/>
                  </a:cubicBezTo>
                  <a:cubicBezTo>
                    <a:pt x="14932" y="2553"/>
                    <a:pt x="13122" y="3315"/>
                    <a:pt x="11170" y="3315"/>
                  </a:cubicBezTo>
                  <a:cubicBezTo>
                    <a:pt x="9193" y="3315"/>
                    <a:pt x="7383" y="2529"/>
                    <a:pt x="6169" y="1148"/>
                  </a:cubicBezTo>
                  <a:cubicBezTo>
                    <a:pt x="5515" y="403"/>
                    <a:pt x="4589" y="16"/>
                    <a:pt x="3658" y="16"/>
                  </a:cubicBezTo>
                  <a:cubicBezTo>
                    <a:pt x="2892" y="16"/>
                    <a:pt x="2124" y="277"/>
                    <a:pt x="1501" y="814"/>
                  </a:cubicBezTo>
                  <a:cubicBezTo>
                    <a:pt x="144" y="2005"/>
                    <a:pt x="1" y="4101"/>
                    <a:pt x="1191" y="5458"/>
                  </a:cubicBezTo>
                  <a:cubicBezTo>
                    <a:pt x="3644" y="8292"/>
                    <a:pt x="7288" y="9912"/>
                    <a:pt x="11146" y="9912"/>
                  </a:cubicBezTo>
                  <a:cubicBezTo>
                    <a:pt x="15028" y="9912"/>
                    <a:pt x="18647" y="8292"/>
                    <a:pt x="21124" y="5458"/>
                  </a:cubicBezTo>
                  <a:cubicBezTo>
                    <a:pt x="22315" y="4101"/>
                    <a:pt x="22196" y="2005"/>
                    <a:pt x="20791" y="814"/>
                  </a:cubicBezTo>
                  <a:cubicBezTo>
                    <a:pt x="20171" y="271"/>
                    <a:pt x="19403" y="0"/>
                    <a:pt x="18637"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7" name="Google Shape;3557;p45"/>
            <p:cNvSpPr/>
            <p:nvPr/>
          </p:nvSpPr>
          <p:spPr>
            <a:xfrm>
              <a:off x="6264735" y="2278556"/>
              <a:ext cx="335817" cy="322071"/>
            </a:xfrm>
            <a:custGeom>
              <a:avLst/>
              <a:gdLst/>
              <a:ahLst/>
              <a:cxnLst/>
              <a:rect l="l" t="t" r="r" b="b"/>
              <a:pathLst>
                <a:path w="230406" h="220975" extrusionOk="0">
                  <a:moveTo>
                    <a:pt x="29268" y="51964"/>
                  </a:moveTo>
                  <a:cubicBezTo>
                    <a:pt x="31078" y="51964"/>
                    <a:pt x="36055" y="52678"/>
                    <a:pt x="43724" y="59108"/>
                  </a:cubicBezTo>
                  <a:lnTo>
                    <a:pt x="43724" y="59132"/>
                  </a:lnTo>
                  <a:cubicBezTo>
                    <a:pt x="45248" y="69753"/>
                    <a:pt x="47367" y="79231"/>
                    <a:pt x="50082" y="87519"/>
                  </a:cubicBezTo>
                  <a:cubicBezTo>
                    <a:pt x="45343" y="85732"/>
                    <a:pt x="41176" y="83565"/>
                    <a:pt x="37603" y="81017"/>
                  </a:cubicBezTo>
                  <a:cubicBezTo>
                    <a:pt x="30602" y="76016"/>
                    <a:pt x="25982" y="69658"/>
                    <a:pt x="24601" y="63109"/>
                  </a:cubicBezTo>
                  <a:cubicBezTo>
                    <a:pt x="23767" y="59227"/>
                    <a:pt x="23672" y="51964"/>
                    <a:pt x="29268" y="51964"/>
                  </a:cubicBezTo>
                  <a:close/>
                  <a:moveTo>
                    <a:pt x="199988" y="51693"/>
                  </a:moveTo>
                  <a:cubicBezTo>
                    <a:pt x="201001" y="51693"/>
                    <a:pt x="201974" y="51898"/>
                    <a:pt x="202876" y="52369"/>
                  </a:cubicBezTo>
                  <a:cubicBezTo>
                    <a:pt x="205353" y="53678"/>
                    <a:pt x="206377" y="58179"/>
                    <a:pt x="205305" y="63109"/>
                  </a:cubicBezTo>
                  <a:cubicBezTo>
                    <a:pt x="203924" y="69658"/>
                    <a:pt x="199304" y="76016"/>
                    <a:pt x="192302" y="81017"/>
                  </a:cubicBezTo>
                  <a:cubicBezTo>
                    <a:pt x="188730" y="83565"/>
                    <a:pt x="184563" y="85732"/>
                    <a:pt x="179824" y="87519"/>
                  </a:cubicBezTo>
                  <a:cubicBezTo>
                    <a:pt x="182515" y="79231"/>
                    <a:pt x="184658" y="69753"/>
                    <a:pt x="186182" y="59132"/>
                  </a:cubicBezTo>
                  <a:lnTo>
                    <a:pt x="186182" y="59060"/>
                  </a:lnTo>
                  <a:cubicBezTo>
                    <a:pt x="189204" y="56532"/>
                    <a:pt x="195061" y="51693"/>
                    <a:pt x="199988" y="51693"/>
                  </a:cubicBezTo>
                  <a:close/>
                  <a:moveTo>
                    <a:pt x="200518" y="36723"/>
                  </a:moveTo>
                  <a:cubicBezTo>
                    <a:pt x="216260" y="36723"/>
                    <a:pt x="223094" y="52607"/>
                    <a:pt x="220165" y="66276"/>
                  </a:cubicBezTo>
                  <a:cubicBezTo>
                    <a:pt x="217974" y="76516"/>
                    <a:pt x="211211" y="86137"/>
                    <a:pt x="201137" y="93329"/>
                  </a:cubicBezTo>
                  <a:cubicBezTo>
                    <a:pt x="193136" y="99045"/>
                    <a:pt x="183348" y="103165"/>
                    <a:pt x="171941" y="105617"/>
                  </a:cubicBezTo>
                  <a:cubicBezTo>
                    <a:pt x="173751" y="102522"/>
                    <a:pt x="175394" y="99140"/>
                    <a:pt x="176942" y="95449"/>
                  </a:cubicBezTo>
                  <a:cubicBezTo>
                    <a:pt x="184396" y="93210"/>
                    <a:pt x="190850" y="90186"/>
                    <a:pt x="196184" y="86375"/>
                  </a:cubicBezTo>
                  <a:cubicBezTo>
                    <a:pt x="204519" y="80422"/>
                    <a:pt x="210044" y="72635"/>
                    <a:pt x="211806" y="64490"/>
                  </a:cubicBezTo>
                  <a:cubicBezTo>
                    <a:pt x="213569" y="56298"/>
                    <a:pt x="210830" y="45319"/>
                    <a:pt x="200709" y="45319"/>
                  </a:cubicBezTo>
                  <a:cubicBezTo>
                    <a:pt x="197684" y="45319"/>
                    <a:pt x="193207" y="46248"/>
                    <a:pt x="187325" y="50059"/>
                  </a:cubicBezTo>
                  <a:cubicBezTo>
                    <a:pt x="187730" y="46367"/>
                    <a:pt x="187992" y="42867"/>
                    <a:pt x="188206" y="39723"/>
                  </a:cubicBezTo>
                  <a:cubicBezTo>
                    <a:pt x="192421" y="37723"/>
                    <a:pt x="196565" y="36723"/>
                    <a:pt x="200518" y="36723"/>
                  </a:cubicBezTo>
                  <a:close/>
                  <a:moveTo>
                    <a:pt x="29387" y="36746"/>
                  </a:moveTo>
                  <a:cubicBezTo>
                    <a:pt x="33341" y="36746"/>
                    <a:pt x="37484" y="37770"/>
                    <a:pt x="41771" y="39747"/>
                  </a:cubicBezTo>
                  <a:cubicBezTo>
                    <a:pt x="41985" y="42914"/>
                    <a:pt x="42247" y="46391"/>
                    <a:pt x="42628" y="50082"/>
                  </a:cubicBezTo>
                  <a:cubicBezTo>
                    <a:pt x="38922" y="47691"/>
                    <a:pt x="34040" y="45288"/>
                    <a:pt x="29344" y="45288"/>
                  </a:cubicBezTo>
                  <a:cubicBezTo>
                    <a:pt x="27492" y="45288"/>
                    <a:pt x="25669" y="45662"/>
                    <a:pt x="23958" y="46558"/>
                  </a:cubicBezTo>
                  <a:cubicBezTo>
                    <a:pt x="18671" y="49344"/>
                    <a:pt x="16385" y="56393"/>
                    <a:pt x="18123" y="64514"/>
                  </a:cubicBezTo>
                  <a:cubicBezTo>
                    <a:pt x="19885" y="72682"/>
                    <a:pt x="25434" y="80446"/>
                    <a:pt x="33769" y="86399"/>
                  </a:cubicBezTo>
                  <a:cubicBezTo>
                    <a:pt x="39080" y="90210"/>
                    <a:pt x="45557" y="93282"/>
                    <a:pt x="52988" y="95473"/>
                  </a:cubicBezTo>
                  <a:cubicBezTo>
                    <a:pt x="54512" y="99164"/>
                    <a:pt x="56179" y="102569"/>
                    <a:pt x="57989" y="105665"/>
                  </a:cubicBezTo>
                  <a:cubicBezTo>
                    <a:pt x="46558" y="103188"/>
                    <a:pt x="36770" y="99068"/>
                    <a:pt x="28744" y="93353"/>
                  </a:cubicBezTo>
                  <a:cubicBezTo>
                    <a:pt x="18695" y="86161"/>
                    <a:pt x="11931" y="76540"/>
                    <a:pt x="9740" y="66300"/>
                  </a:cubicBezTo>
                  <a:cubicBezTo>
                    <a:pt x="6787" y="52631"/>
                    <a:pt x="13694" y="36746"/>
                    <a:pt x="29387" y="36746"/>
                  </a:cubicBezTo>
                  <a:close/>
                  <a:moveTo>
                    <a:pt x="135481" y="129170"/>
                  </a:moveTo>
                  <a:cubicBezTo>
                    <a:pt x="138386" y="129170"/>
                    <a:pt x="141030" y="131099"/>
                    <a:pt x="141768" y="133933"/>
                  </a:cubicBezTo>
                  <a:cubicBezTo>
                    <a:pt x="142792" y="138172"/>
                    <a:pt x="139625" y="141911"/>
                    <a:pt x="135600" y="141911"/>
                  </a:cubicBezTo>
                  <a:lnTo>
                    <a:pt x="94425" y="141911"/>
                  </a:lnTo>
                  <a:cubicBezTo>
                    <a:pt x="91519" y="141911"/>
                    <a:pt x="88852" y="139982"/>
                    <a:pt x="88138" y="137148"/>
                  </a:cubicBezTo>
                  <a:cubicBezTo>
                    <a:pt x="87090" y="132956"/>
                    <a:pt x="90281" y="129170"/>
                    <a:pt x="94306" y="129170"/>
                  </a:cubicBezTo>
                  <a:close/>
                  <a:moveTo>
                    <a:pt x="119335" y="148078"/>
                  </a:moveTo>
                  <a:lnTo>
                    <a:pt x="119335" y="173107"/>
                  </a:lnTo>
                  <a:lnTo>
                    <a:pt x="111000" y="173107"/>
                  </a:lnTo>
                  <a:lnTo>
                    <a:pt x="111000" y="148078"/>
                  </a:lnTo>
                  <a:close/>
                  <a:moveTo>
                    <a:pt x="127839" y="179727"/>
                  </a:moveTo>
                  <a:cubicBezTo>
                    <a:pt x="137202" y="179727"/>
                    <a:pt x="145012" y="186570"/>
                    <a:pt x="146578" y="195517"/>
                  </a:cubicBezTo>
                  <a:lnTo>
                    <a:pt x="83327" y="195517"/>
                  </a:lnTo>
                  <a:cubicBezTo>
                    <a:pt x="84899" y="186562"/>
                    <a:pt x="92758" y="179728"/>
                    <a:pt x="102188" y="179728"/>
                  </a:cubicBezTo>
                  <a:lnTo>
                    <a:pt x="127741" y="179728"/>
                  </a:lnTo>
                  <a:cubicBezTo>
                    <a:pt x="127774" y="179728"/>
                    <a:pt x="127806" y="179727"/>
                    <a:pt x="127839" y="179727"/>
                  </a:cubicBezTo>
                  <a:close/>
                  <a:moveTo>
                    <a:pt x="150151" y="202113"/>
                  </a:moveTo>
                  <a:cubicBezTo>
                    <a:pt x="154199" y="202113"/>
                    <a:pt x="157343" y="205876"/>
                    <a:pt x="156319" y="210091"/>
                  </a:cubicBezTo>
                  <a:cubicBezTo>
                    <a:pt x="155628" y="212901"/>
                    <a:pt x="152985" y="214854"/>
                    <a:pt x="150055" y="214854"/>
                  </a:cubicBezTo>
                  <a:lnTo>
                    <a:pt x="79874" y="214854"/>
                  </a:lnTo>
                  <a:cubicBezTo>
                    <a:pt x="76945" y="214854"/>
                    <a:pt x="74302" y="212901"/>
                    <a:pt x="73587" y="210091"/>
                  </a:cubicBezTo>
                  <a:cubicBezTo>
                    <a:pt x="72539" y="205876"/>
                    <a:pt x="75730" y="202113"/>
                    <a:pt x="79755" y="202113"/>
                  </a:cubicBezTo>
                  <a:close/>
                  <a:moveTo>
                    <a:pt x="45343" y="1"/>
                  </a:moveTo>
                  <a:cubicBezTo>
                    <a:pt x="38365" y="1"/>
                    <a:pt x="32459" y="5454"/>
                    <a:pt x="32221" y="12432"/>
                  </a:cubicBezTo>
                  <a:cubicBezTo>
                    <a:pt x="32007" y="18576"/>
                    <a:pt x="36103" y="23863"/>
                    <a:pt x="41771" y="25339"/>
                  </a:cubicBezTo>
                  <a:cubicBezTo>
                    <a:pt x="41771" y="27054"/>
                    <a:pt x="41795" y="29435"/>
                    <a:pt x="41890" y="32364"/>
                  </a:cubicBezTo>
                  <a:cubicBezTo>
                    <a:pt x="37818" y="30864"/>
                    <a:pt x="33793" y="30078"/>
                    <a:pt x="29864" y="30078"/>
                  </a:cubicBezTo>
                  <a:cubicBezTo>
                    <a:pt x="9955" y="30078"/>
                    <a:pt x="0" y="49844"/>
                    <a:pt x="3811" y="67586"/>
                  </a:cubicBezTo>
                  <a:cubicBezTo>
                    <a:pt x="6335" y="79422"/>
                    <a:pt x="14027" y="90448"/>
                    <a:pt x="25434" y="98568"/>
                  </a:cubicBezTo>
                  <a:cubicBezTo>
                    <a:pt x="35674" y="105903"/>
                    <a:pt x="48534" y="110785"/>
                    <a:pt x="63656" y="113119"/>
                  </a:cubicBezTo>
                  <a:cubicBezTo>
                    <a:pt x="69062" y="119882"/>
                    <a:pt x="76159" y="125217"/>
                    <a:pt x="84566" y="127503"/>
                  </a:cubicBezTo>
                  <a:cubicBezTo>
                    <a:pt x="82970" y="129670"/>
                    <a:pt x="82017" y="132385"/>
                    <a:pt x="82041" y="135338"/>
                  </a:cubicBezTo>
                  <a:cubicBezTo>
                    <a:pt x="82136" y="142458"/>
                    <a:pt x="88114" y="148078"/>
                    <a:pt x="95234" y="148078"/>
                  </a:cubicBezTo>
                  <a:lnTo>
                    <a:pt x="104498" y="148078"/>
                  </a:lnTo>
                  <a:lnTo>
                    <a:pt x="104498" y="173107"/>
                  </a:lnTo>
                  <a:lnTo>
                    <a:pt x="102736" y="173107"/>
                  </a:lnTo>
                  <a:cubicBezTo>
                    <a:pt x="89781" y="173107"/>
                    <a:pt x="79064" y="182990"/>
                    <a:pt x="77636" y="195636"/>
                  </a:cubicBezTo>
                  <a:cubicBezTo>
                    <a:pt x="71992" y="197065"/>
                    <a:pt x="67776" y="202304"/>
                    <a:pt x="67967" y="208472"/>
                  </a:cubicBezTo>
                  <a:cubicBezTo>
                    <a:pt x="68134" y="215473"/>
                    <a:pt x="74087" y="220974"/>
                    <a:pt x="81089" y="220974"/>
                  </a:cubicBezTo>
                  <a:lnTo>
                    <a:pt x="149389" y="220974"/>
                  </a:lnTo>
                  <a:cubicBezTo>
                    <a:pt x="156414" y="220974"/>
                    <a:pt x="162320" y="215497"/>
                    <a:pt x="162510" y="208472"/>
                  </a:cubicBezTo>
                  <a:cubicBezTo>
                    <a:pt x="162677" y="202304"/>
                    <a:pt x="158486" y="197065"/>
                    <a:pt x="152842" y="195636"/>
                  </a:cubicBezTo>
                  <a:cubicBezTo>
                    <a:pt x="151413" y="182966"/>
                    <a:pt x="140696" y="173107"/>
                    <a:pt x="127741" y="173107"/>
                  </a:cubicBezTo>
                  <a:lnTo>
                    <a:pt x="125979" y="173107"/>
                  </a:lnTo>
                  <a:lnTo>
                    <a:pt x="125979" y="148078"/>
                  </a:lnTo>
                  <a:lnTo>
                    <a:pt x="135243" y="148078"/>
                  </a:lnTo>
                  <a:cubicBezTo>
                    <a:pt x="142363" y="148078"/>
                    <a:pt x="148341" y="142458"/>
                    <a:pt x="148436" y="135338"/>
                  </a:cubicBezTo>
                  <a:cubicBezTo>
                    <a:pt x="148460" y="132409"/>
                    <a:pt x="147507" y="129718"/>
                    <a:pt x="145888" y="127503"/>
                  </a:cubicBezTo>
                  <a:cubicBezTo>
                    <a:pt x="152437" y="125717"/>
                    <a:pt x="158343" y="122168"/>
                    <a:pt x="163511" y="116882"/>
                  </a:cubicBezTo>
                  <a:cubicBezTo>
                    <a:pt x="164582" y="115715"/>
                    <a:pt x="165678" y="114476"/>
                    <a:pt x="166773" y="113119"/>
                  </a:cubicBezTo>
                  <a:cubicBezTo>
                    <a:pt x="181848" y="110785"/>
                    <a:pt x="194708" y="105903"/>
                    <a:pt x="204972" y="98568"/>
                  </a:cubicBezTo>
                  <a:cubicBezTo>
                    <a:pt x="216379" y="90424"/>
                    <a:pt x="224071" y="79422"/>
                    <a:pt x="226595" y="67586"/>
                  </a:cubicBezTo>
                  <a:cubicBezTo>
                    <a:pt x="230405" y="49868"/>
                    <a:pt x="220356" y="30078"/>
                    <a:pt x="200542" y="30078"/>
                  </a:cubicBezTo>
                  <a:cubicBezTo>
                    <a:pt x="196637" y="30078"/>
                    <a:pt x="192612" y="30840"/>
                    <a:pt x="188516" y="32364"/>
                  </a:cubicBezTo>
                  <a:cubicBezTo>
                    <a:pt x="188611" y="29459"/>
                    <a:pt x="188635" y="27078"/>
                    <a:pt x="188635" y="25339"/>
                  </a:cubicBezTo>
                  <a:cubicBezTo>
                    <a:pt x="194303" y="23839"/>
                    <a:pt x="198423" y="18576"/>
                    <a:pt x="198208" y="12432"/>
                  </a:cubicBezTo>
                  <a:cubicBezTo>
                    <a:pt x="197970" y="5454"/>
                    <a:pt x="192040" y="1"/>
                    <a:pt x="185063" y="1"/>
                  </a:cubicBezTo>
                  <a:lnTo>
                    <a:pt x="78207" y="1"/>
                  </a:lnTo>
                  <a:cubicBezTo>
                    <a:pt x="76516" y="1"/>
                    <a:pt x="75016" y="1239"/>
                    <a:pt x="74802" y="2906"/>
                  </a:cubicBezTo>
                  <a:cubicBezTo>
                    <a:pt x="74563" y="4883"/>
                    <a:pt x="76111" y="6597"/>
                    <a:pt x="78088" y="6597"/>
                  </a:cubicBezTo>
                  <a:lnTo>
                    <a:pt x="185182" y="6597"/>
                  </a:lnTo>
                  <a:cubicBezTo>
                    <a:pt x="188111" y="6597"/>
                    <a:pt x="190754" y="8526"/>
                    <a:pt x="191469" y="11360"/>
                  </a:cubicBezTo>
                  <a:cubicBezTo>
                    <a:pt x="192517" y="15552"/>
                    <a:pt x="189325" y="19338"/>
                    <a:pt x="185301" y="19338"/>
                  </a:cubicBezTo>
                  <a:lnTo>
                    <a:pt x="166416" y="19338"/>
                  </a:lnTo>
                  <a:cubicBezTo>
                    <a:pt x="164701" y="19338"/>
                    <a:pt x="163225" y="20553"/>
                    <a:pt x="163010" y="22220"/>
                  </a:cubicBezTo>
                  <a:cubicBezTo>
                    <a:pt x="162772" y="24220"/>
                    <a:pt x="164320" y="25911"/>
                    <a:pt x="166297" y="25911"/>
                  </a:cubicBezTo>
                  <a:lnTo>
                    <a:pt x="182086" y="25911"/>
                  </a:lnTo>
                  <a:cubicBezTo>
                    <a:pt x="182038" y="35913"/>
                    <a:pt x="181014" y="67229"/>
                    <a:pt x="171465" y="91591"/>
                  </a:cubicBezTo>
                  <a:cubicBezTo>
                    <a:pt x="171465" y="91615"/>
                    <a:pt x="171441" y="91615"/>
                    <a:pt x="171441" y="91638"/>
                  </a:cubicBezTo>
                  <a:cubicBezTo>
                    <a:pt x="165225" y="107356"/>
                    <a:pt x="153961" y="122573"/>
                    <a:pt x="135481" y="122573"/>
                  </a:cubicBezTo>
                  <a:lnTo>
                    <a:pt x="94615" y="122573"/>
                  </a:lnTo>
                  <a:cubicBezTo>
                    <a:pt x="76183" y="122573"/>
                    <a:pt x="64800" y="107261"/>
                    <a:pt x="58655" y="91638"/>
                  </a:cubicBezTo>
                  <a:cubicBezTo>
                    <a:pt x="58655" y="91615"/>
                    <a:pt x="58608" y="91615"/>
                    <a:pt x="58608" y="91591"/>
                  </a:cubicBezTo>
                  <a:cubicBezTo>
                    <a:pt x="49058" y="67253"/>
                    <a:pt x="48058" y="35913"/>
                    <a:pt x="47987" y="25911"/>
                  </a:cubicBezTo>
                  <a:lnTo>
                    <a:pt x="153008" y="25911"/>
                  </a:lnTo>
                  <a:cubicBezTo>
                    <a:pt x="154699" y="25911"/>
                    <a:pt x="156200" y="24696"/>
                    <a:pt x="156414" y="23029"/>
                  </a:cubicBezTo>
                  <a:cubicBezTo>
                    <a:pt x="156652" y="21029"/>
                    <a:pt x="155104" y="19338"/>
                    <a:pt x="153127" y="19338"/>
                  </a:cubicBezTo>
                  <a:lnTo>
                    <a:pt x="44843" y="19338"/>
                  </a:lnTo>
                  <a:cubicBezTo>
                    <a:pt x="41914" y="19338"/>
                    <a:pt x="39270" y="17385"/>
                    <a:pt x="38556" y="14575"/>
                  </a:cubicBezTo>
                  <a:cubicBezTo>
                    <a:pt x="37508" y="10384"/>
                    <a:pt x="40699" y="6597"/>
                    <a:pt x="44724" y="6597"/>
                  </a:cubicBezTo>
                  <a:lnTo>
                    <a:pt x="64847" y="6597"/>
                  </a:lnTo>
                  <a:cubicBezTo>
                    <a:pt x="66538" y="6597"/>
                    <a:pt x="68014" y="5383"/>
                    <a:pt x="68229" y="3692"/>
                  </a:cubicBezTo>
                  <a:cubicBezTo>
                    <a:pt x="68467" y="1715"/>
                    <a:pt x="66919" y="1"/>
                    <a:pt x="64966"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558" name="Google Shape;3558;p45"/>
          <p:cNvSpPr/>
          <p:nvPr/>
        </p:nvSpPr>
        <p:spPr>
          <a:xfrm>
            <a:off x="7057540" y="4133415"/>
            <a:ext cx="35020" cy="117331"/>
          </a:xfrm>
          <a:custGeom>
            <a:avLst/>
            <a:gdLst/>
            <a:ahLst/>
            <a:cxnLst/>
            <a:rect l="l" t="t" r="r" b="b"/>
            <a:pathLst>
              <a:path w="20845" h="69840" extrusionOk="0">
                <a:moveTo>
                  <a:pt x="14582" y="0"/>
                </a:moveTo>
                <a:cubicBezTo>
                  <a:pt x="6525" y="0"/>
                  <a:pt x="1" y="6524"/>
                  <a:pt x="1" y="14581"/>
                </a:cubicBezTo>
                <a:lnTo>
                  <a:pt x="1" y="55258"/>
                </a:lnTo>
                <a:cubicBezTo>
                  <a:pt x="1" y="63315"/>
                  <a:pt x="6525" y="69839"/>
                  <a:pt x="14582" y="69839"/>
                </a:cubicBezTo>
                <a:lnTo>
                  <a:pt x="20845" y="64327"/>
                </a:lnTo>
                <a:lnTo>
                  <a:pt x="20845" y="8547"/>
                </a:lnTo>
                <a:lnTo>
                  <a:pt x="14582"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9" name="Google Shape;3559;p45"/>
          <p:cNvSpPr/>
          <p:nvPr/>
        </p:nvSpPr>
        <p:spPr>
          <a:xfrm>
            <a:off x="7308915" y="4133415"/>
            <a:ext cx="35020" cy="117331"/>
          </a:xfrm>
          <a:custGeom>
            <a:avLst/>
            <a:gdLst/>
            <a:ahLst/>
            <a:cxnLst/>
            <a:rect l="l" t="t" r="r" b="b"/>
            <a:pathLst>
              <a:path w="20845" h="69840" extrusionOk="0">
                <a:moveTo>
                  <a:pt x="6263" y="0"/>
                </a:moveTo>
                <a:lnTo>
                  <a:pt x="0" y="8547"/>
                </a:lnTo>
                <a:lnTo>
                  <a:pt x="0" y="64327"/>
                </a:lnTo>
                <a:lnTo>
                  <a:pt x="6263" y="69839"/>
                </a:lnTo>
                <a:cubicBezTo>
                  <a:pt x="14320" y="69839"/>
                  <a:pt x="20844" y="63315"/>
                  <a:pt x="20844" y="55258"/>
                </a:cubicBezTo>
                <a:lnTo>
                  <a:pt x="20844" y="14581"/>
                </a:lnTo>
                <a:cubicBezTo>
                  <a:pt x="20844" y="6524"/>
                  <a:pt x="14320" y="0"/>
                  <a:pt x="626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0" name="Google Shape;3560;p45"/>
          <p:cNvSpPr/>
          <p:nvPr/>
        </p:nvSpPr>
        <p:spPr>
          <a:xfrm>
            <a:off x="7151470" y="3929279"/>
            <a:ext cx="98534" cy="88560"/>
          </a:xfrm>
          <a:custGeom>
            <a:avLst/>
            <a:gdLst/>
            <a:ahLst/>
            <a:cxnLst/>
            <a:rect l="l" t="t" r="r" b="b"/>
            <a:pathLst>
              <a:path w="58651" h="52714" extrusionOk="0">
                <a:moveTo>
                  <a:pt x="29326" y="0"/>
                </a:moveTo>
                <a:cubicBezTo>
                  <a:pt x="13146" y="0"/>
                  <a:pt x="0" y="13146"/>
                  <a:pt x="0" y="29326"/>
                </a:cubicBezTo>
                <a:lnTo>
                  <a:pt x="0" y="46549"/>
                </a:lnTo>
                <a:cubicBezTo>
                  <a:pt x="0" y="49974"/>
                  <a:pt x="2740" y="52714"/>
                  <a:pt x="6133" y="52714"/>
                </a:cubicBezTo>
                <a:cubicBezTo>
                  <a:pt x="9558" y="52714"/>
                  <a:pt x="12298" y="49974"/>
                  <a:pt x="12298" y="46549"/>
                </a:cubicBezTo>
                <a:lnTo>
                  <a:pt x="12298" y="29326"/>
                </a:lnTo>
                <a:cubicBezTo>
                  <a:pt x="12298" y="19931"/>
                  <a:pt x="19931" y="12298"/>
                  <a:pt x="29326" y="12298"/>
                </a:cubicBezTo>
                <a:cubicBezTo>
                  <a:pt x="38720" y="12298"/>
                  <a:pt x="46353" y="19931"/>
                  <a:pt x="46353" y="29326"/>
                </a:cubicBezTo>
                <a:lnTo>
                  <a:pt x="46353" y="46549"/>
                </a:lnTo>
                <a:cubicBezTo>
                  <a:pt x="46353" y="49974"/>
                  <a:pt x="49093" y="52714"/>
                  <a:pt x="52518" y="52714"/>
                </a:cubicBezTo>
                <a:cubicBezTo>
                  <a:pt x="55911" y="52714"/>
                  <a:pt x="58651" y="49974"/>
                  <a:pt x="58651" y="46549"/>
                </a:cubicBezTo>
                <a:lnTo>
                  <a:pt x="58651" y="29326"/>
                </a:lnTo>
                <a:cubicBezTo>
                  <a:pt x="58651" y="13146"/>
                  <a:pt x="45505" y="0"/>
                  <a:pt x="2932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1" name="Google Shape;3561;p45"/>
          <p:cNvSpPr/>
          <p:nvPr/>
        </p:nvSpPr>
        <p:spPr>
          <a:xfrm>
            <a:off x="7222712" y="3960297"/>
            <a:ext cx="27292" cy="57542"/>
          </a:xfrm>
          <a:custGeom>
            <a:avLst/>
            <a:gdLst/>
            <a:ahLst/>
            <a:cxnLst/>
            <a:rect l="l" t="t" r="r" b="b"/>
            <a:pathLst>
              <a:path w="16245" h="34251" extrusionOk="0">
                <a:moveTo>
                  <a:pt x="0" y="0"/>
                </a:moveTo>
                <a:lnTo>
                  <a:pt x="0" y="0"/>
                </a:lnTo>
                <a:cubicBezTo>
                  <a:pt x="2479" y="2936"/>
                  <a:pt x="3947" y="6720"/>
                  <a:pt x="3947" y="10863"/>
                </a:cubicBezTo>
                <a:lnTo>
                  <a:pt x="3947" y="28086"/>
                </a:lnTo>
                <a:cubicBezTo>
                  <a:pt x="3947" y="31511"/>
                  <a:pt x="6687" y="34251"/>
                  <a:pt x="10112" y="34251"/>
                </a:cubicBezTo>
                <a:cubicBezTo>
                  <a:pt x="13505" y="34251"/>
                  <a:pt x="16245" y="31511"/>
                  <a:pt x="16245" y="28086"/>
                </a:cubicBezTo>
                <a:lnTo>
                  <a:pt x="16245" y="10863"/>
                </a:lnTo>
                <a:cubicBezTo>
                  <a:pt x="16245" y="8547"/>
                  <a:pt x="15984" y="6296"/>
                  <a:pt x="15462" y="4143"/>
                </a:cubicBezTo>
                <a:cubicBezTo>
                  <a:pt x="10536" y="2284"/>
                  <a:pt x="5350" y="881"/>
                  <a:pt x="0" y="0"/>
                </a:cubicBezTo>
                <a:close/>
              </a:path>
            </a:pathLst>
          </a:custGeom>
          <a:solidFill>
            <a:srgbClr val="000000">
              <a:alpha val="7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2" name="Google Shape;3562;p45"/>
          <p:cNvSpPr/>
          <p:nvPr/>
        </p:nvSpPr>
        <p:spPr>
          <a:xfrm>
            <a:off x="7151470" y="3960297"/>
            <a:ext cx="27292" cy="57542"/>
          </a:xfrm>
          <a:custGeom>
            <a:avLst/>
            <a:gdLst/>
            <a:ahLst/>
            <a:cxnLst/>
            <a:rect l="l" t="t" r="r" b="b"/>
            <a:pathLst>
              <a:path w="16245" h="34251" extrusionOk="0">
                <a:moveTo>
                  <a:pt x="16245" y="0"/>
                </a:moveTo>
                <a:lnTo>
                  <a:pt x="16245" y="0"/>
                </a:lnTo>
                <a:cubicBezTo>
                  <a:pt x="10895" y="881"/>
                  <a:pt x="5709" y="2284"/>
                  <a:pt x="783" y="4143"/>
                </a:cubicBezTo>
                <a:cubicBezTo>
                  <a:pt x="261" y="6296"/>
                  <a:pt x="0" y="8547"/>
                  <a:pt x="0" y="10863"/>
                </a:cubicBezTo>
                <a:lnTo>
                  <a:pt x="0" y="28086"/>
                </a:lnTo>
                <a:cubicBezTo>
                  <a:pt x="0" y="31511"/>
                  <a:pt x="2740" y="34251"/>
                  <a:pt x="6133" y="34251"/>
                </a:cubicBezTo>
                <a:cubicBezTo>
                  <a:pt x="9558" y="34251"/>
                  <a:pt x="12298" y="31511"/>
                  <a:pt x="12298" y="28086"/>
                </a:cubicBezTo>
                <a:lnTo>
                  <a:pt x="12298" y="10863"/>
                </a:lnTo>
                <a:cubicBezTo>
                  <a:pt x="12298" y="6720"/>
                  <a:pt x="13766" y="2936"/>
                  <a:pt x="16245" y="0"/>
                </a:cubicBezTo>
                <a:close/>
              </a:path>
            </a:pathLst>
          </a:custGeom>
          <a:solidFill>
            <a:srgbClr val="000000">
              <a:alpha val="7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3" name="Google Shape;3563;p45"/>
          <p:cNvSpPr/>
          <p:nvPr/>
        </p:nvSpPr>
        <p:spPr>
          <a:xfrm>
            <a:off x="7082036" y="3975641"/>
            <a:ext cx="237402" cy="294066"/>
          </a:xfrm>
          <a:custGeom>
            <a:avLst/>
            <a:gdLst/>
            <a:ahLst/>
            <a:cxnLst/>
            <a:rect l="l" t="t" r="r" b="b"/>
            <a:pathLst>
              <a:path w="141311" h="175039" extrusionOk="0">
                <a:moveTo>
                  <a:pt x="70656" y="1"/>
                </a:moveTo>
                <a:cubicBezTo>
                  <a:pt x="31642" y="1"/>
                  <a:pt x="1" y="31609"/>
                  <a:pt x="1" y="70655"/>
                </a:cubicBezTo>
                <a:lnTo>
                  <a:pt x="1" y="163752"/>
                </a:lnTo>
                <a:cubicBezTo>
                  <a:pt x="1" y="169983"/>
                  <a:pt x="5057" y="175039"/>
                  <a:pt x="11287" y="175039"/>
                </a:cubicBezTo>
                <a:lnTo>
                  <a:pt x="70656" y="151846"/>
                </a:lnTo>
                <a:lnTo>
                  <a:pt x="130024" y="175039"/>
                </a:lnTo>
                <a:cubicBezTo>
                  <a:pt x="136254" y="175039"/>
                  <a:pt x="141310" y="169983"/>
                  <a:pt x="141310" y="163752"/>
                </a:cubicBezTo>
                <a:lnTo>
                  <a:pt x="141310" y="70655"/>
                </a:lnTo>
                <a:cubicBezTo>
                  <a:pt x="141310" y="31609"/>
                  <a:pt x="109669" y="1"/>
                  <a:pt x="7065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4" name="Google Shape;3564;p45"/>
          <p:cNvSpPr/>
          <p:nvPr/>
        </p:nvSpPr>
        <p:spPr>
          <a:xfrm>
            <a:off x="7082036" y="4094067"/>
            <a:ext cx="237402" cy="175639"/>
          </a:xfrm>
          <a:custGeom>
            <a:avLst/>
            <a:gdLst/>
            <a:ahLst/>
            <a:cxnLst/>
            <a:rect l="l" t="t" r="r" b="b"/>
            <a:pathLst>
              <a:path w="141311" h="104547" extrusionOk="0">
                <a:moveTo>
                  <a:pt x="70656" y="0"/>
                </a:moveTo>
                <a:cubicBezTo>
                  <a:pt x="32980" y="0"/>
                  <a:pt x="2121" y="29554"/>
                  <a:pt x="1" y="66708"/>
                </a:cubicBezTo>
                <a:lnTo>
                  <a:pt x="1" y="93260"/>
                </a:lnTo>
                <a:cubicBezTo>
                  <a:pt x="1" y="94826"/>
                  <a:pt x="327" y="96294"/>
                  <a:pt x="882" y="97664"/>
                </a:cubicBezTo>
                <a:cubicBezTo>
                  <a:pt x="1045" y="97990"/>
                  <a:pt x="1175" y="98316"/>
                  <a:pt x="1371" y="98643"/>
                </a:cubicBezTo>
                <a:cubicBezTo>
                  <a:pt x="3263" y="102166"/>
                  <a:pt x="7014" y="104547"/>
                  <a:pt x="11287" y="104547"/>
                </a:cubicBezTo>
                <a:lnTo>
                  <a:pt x="70656" y="81354"/>
                </a:lnTo>
                <a:lnTo>
                  <a:pt x="130024" y="104547"/>
                </a:lnTo>
                <a:cubicBezTo>
                  <a:pt x="134297" y="104547"/>
                  <a:pt x="138048" y="102166"/>
                  <a:pt x="139940" y="98643"/>
                </a:cubicBezTo>
                <a:cubicBezTo>
                  <a:pt x="140136" y="98316"/>
                  <a:pt x="140266" y="97990"/>
                  <a:pt x="140429" y="97664"/>
                </a:cubicBezTo>
                <a:cubicBezTo>
                  <a:pt x="140984" y="96294"/>
                  <a:pt x="141310" y="94826"/>
                  <a:pt x="141310" y="93260"/>
                </a:cubicBezTo>
                <a:lnTo>
                  <a:pt x="141310" y="66708"/>
                </a:lnTo>
                <a:cubicBezTo>
                  <a:pt x="139190" y="29554"/>
                  <a:pt x="108332" y="0"/>
                  <a:pt x="70656" y="0"/>
                </a:cubicBezTo>
                <a:close/>
              </a:path>
            </a:pathLst>
          </a:custGeom>
          <a:solidFill>
            <a:srgbClr val="000000">
              <a:alpha val="7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5" name="Google Shape;3565;p45"/>
          <p:cNvSpPr/>
          <p:nvPr/>
        </p:nvSpPr>
        <p:spPr>
          <a:xfrm>
            <a:off x="7100998" y="4113248"/>
            <a:ext cx="199478" cy="156458"/>
          </a:xfrm>
          <a:custGeom>
            <a:avLst/>
            <a:gdLst/>
            <a:ahLst/>
            <a:cxnLst/>
            <a:rect l="l" t="t" r="r" b="b"/>
            <a:pathLst>
              <a:path w="118737" h="93130" extrusionOk="0">
                <a:moveTo>
                  <a:pt x="59369" y="0"/>
                </a:moveTo>
                <a:cubicBezTo>
                  <a:pt x="26586" y="0"/>
                  <a:pt x="0" y="26585"/>
                  <a:pt x="0" y="59368"/>
                </a:cubicBezTo>
                <a:lnTo>
                  <a:pt x="0" y="93130"/>
                </a:lnTo>
                <a:lnTo>
                  <a:pt x="118737" y="93130"/>
                </a:lnTo>
                <a:lnTo>
                  <a:pt x="118737" y="59368"/>
                </a:lnTo>
                <a:cubicBezTo>
                  <a:pt x="118737" y="26585"/>
                  <a:pt x="92152" y="0"/>
                  <a:pt x="5936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6" name="Google Shape;3566;p45"/>
          <p:cNvSpPr/>
          <p:nvPr/>
        </p:nvSpPr>
        <p:spPr>
          <a:xfrm>
            <a:off x="7121713" y="4133907"/>
            <a:ext cx="158049" cy="115140"/>
          </a:xfrm>
          <a:custGeom>
            <a:avLst/>
            <a:gdLst/>
            <a:ahLst/>
            <a:cxnLst/>
            <a:rect l="l" t="t" r="r" b="b"/>
            <a:pathLst>
              <a:path w="94077" h="68536" extrusionOk="0">
                <a:moveTo>
                  <a:pt x="47017" y="0"/>
                </a:moveTo>
                <a:cubicBezTo>
                  <a:pt x="46937" y="0"/>
                  <a:pt x="46858" y="0"/>
                  <a:pt x="46778" y="1"/>
                </a:cubicBezTo>
                <a:cubicBezTo>
                  <a:pt x="20812" y="164"/>
                  <a:pt x="1" y="21628"/>
                  <a:pt x="1" y="47593"/>
                </a:cubicBezTo>
                <a:lnTo>
                  <a:pt x="1" y="60478"/>
                </a:lnTo>
                <a:cubicBezTo>
                  <a:pt x="1" y="64947"/>
                  <a:pt x="3589" y="68535"/>
                  <a:pt x="8025" y="68535"/>
                </a:cubicBezTo>
                <a:lnTo>
                  <a:pt x="86052" y="68535"/>
                </a:lnTo>
                <a:cubicBezTo>
                  <a:pt x="90488" y="68535"/>
                  <a:pt x="94076" y="64947"/>
                  <a:pt x="94076" y="60478"/>
                </a:cubicBezTo>
                <a:lnTo>
                  <a:pt x="94076" y="47071"/>
                </a:lnTo>
                <a:cubicBezTo>
                  <a:pt x="94076" y="21120"/>
                  <a:pt x="72971" y="0"/>
                  <a:pt x="4701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7" name="Google Shape;3567;p45"/>
          <p:cNvSpPr/>
          <p:nvPr/>
        </p:nvSpPr>
        <p:spPr>
          <a:xfrm>
            <a:off x="7121713" y="4133907"/>
            <a:ext cx="85877" cy="115140"/>
          </a:xfrm>
          <a:custGeom>
            <a:avLst/>
            <a:gdLst/>
            <a:ahLst/>
            <a:cxnLst/>
            <a:rect l="l" t="t" r="r" b="b"/>
            <a:pathLst>
              <a:path w="51117" h="68536" extrusionOk="0">
                <a:moveTo>
                  <a:pt x="46778" y="1"/>
                </a:moveTo>
                <a:cubicBezTo>
                  <a:pt x="20812" y="164"/>
                  <a:pt x="1" y="21628"/>
                  <a:pt x="1" y="47593"/>
                </a:cubicBezTo>
                <a:lnTo>
                  <a:pt x="1" y="60478"/>
                </a:lnTo>
                <a:cubicBezTo>
                  <a:pt x="1" y="64947"/>
                  <a:pt x="3589" y="68535"/>
                  <a:pt x="8025" y="68535"/>
                </a:cubicBezTo>
                <a:lnTo>
                  <a:pt x="16180" y="68535"/>
                </a:lnTo>
                <a:cubicBezTo>
                  <a:pt x="11744" y="68535"/>
                  <a:pt x="8156" y="64947"/>
                  <a:pt x="8156" y="60478"/>
                </a:cubicBezTo>
                <a:lnTo>
                  <a:pt x="8156" y="47593"/>
                </a:lnTo>
                <a:cubicBezTo>
                  <a:pt x="8156" y="22900"/>
                  <a:pt x="26945" y="2284"/>
                  <a:pt x="51116" y="197"/>
                </a:cubicBezTo>
                <a:cubicBezTo>
                  <a:pt x="49681" y="66"/>
                  <a:pt x="48246" y="1"/>
                  <a:pt x="46778" y="1"/>
                </a:cubicBezTo>
                <a:close/>
              </a:path>
            </a:pathLst>
          </a:custGeom>
          <a:solidFill>
            <a:srgbClr val="000000">
              <a:alpha val="7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8" name="Google Shape;3568;p45"/>
          <p:cNvSpPr/>
          <p:nvPr/>
        </p:nvSpPr>
        <p:spPr>
          <a:xfrm>
            <a:off x="7166266" y="4029565"/>
            <a:ext cx="68942" cy="37212"/>
          </a:xfrm>
          <a:custGeom>
            <a:avLst/>
            <a:gdLst/>
            <a:ahLst/>
            <a:cxnLst/>
            <a:rect l="l" t="t" r="r" b="b"/>
            <a:pathLst>
              <a:path w="41037" h="22150" extrusionOk="0">
                <a:moveTo>
                  <a:pt x="6623" y="1"/>
                </a:moveTo>
                <a:cubicBezTo>
                  <a:pt x="2969" y="1"/>
                  <a:pt x="1" y="2969"/>
                  <a:pt x="1" y="6622"/>
                </a:cubicBezTo>
                <a:lnTo>
                  <a:pt x="1" y="15528"/>
                </a:lnTo>
                <a:cubicBezTo>
                  <a:pt x="1" y="19181"/>
                  <a:pt x="2969" y="22150"/>
                  <a:pt x="6623" y="22150"/>
                </a:cubicBezTo>
                <a:lnTo>
                  <a:pt x="34415" y="22150"/>
                </a:lnTo>
                <a:cubicBezTo>
                  <a:pt x="38068" y="22150"/>
                  <a:pt x="41036" y="19181"/>
                  <a:pt x="41036" y="15528"/>
                </a:cubicBezTo>
                <a:lnTo>
                  <a:pt x="41036" y="6622"/>
                </a:lnTo>
                <a:cubicBezTo>
                  <a:pt x="41036" y="2969"/>
                  <a:pt x="38068" y="1"/>
                  <a:pt x="34415" y="1"/>
                </a:cubicBezTo>
                <a:close/>
              </a:path>
            </a:pathLst>
          </a:custGeom>
          <a:solidFill>
            <a:srgbClr val="EFEDE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9" name="Google Shape;3569;p45"/>
          <p:cNvSpPr/>
          <p:nvPr/>
        </p:nvSpPr>
        <p:spPr>
          <a:xfrm>
            <a:off x="7166266" y="4029565"/>
            <a:ext cx="27567" cy="37212"/>
          </a:xfrm>
          <a:custGeom>
            <a:avLst/>
            <a:gdLst/>
            <a:ahLst/>
            <a:cxnLst/>
            <a:rect l="l" t="t" r="r" b="b"/>
            <a:pathLst>
              <a:path w="16409" h="22150" extrusionOk="0">
                <a:moveTo>
                  <a:pt x="6623" y="1"/>
                </a:moveTo>
                <a:cubicBezTo>
                  <a:pt x="2969" y="1"/>
                  <a:pt x="1" y="2969"/>
                  <a:pt x="1" y="6622"/>
                </a:cubicBezTo>
                <a:lnTo>
                  <a:pt x="1" y="15528"/>
                </a:lnTo>
                <a:cubicBezTo>
                  <a:pt x="1" y="19181"/>
                  <a:pt x="2969" y="22150"/>
                  <a:pt x="6623" y="22150"/>
                </a:cubicBezTo>
                <a:lnTo>
                  <a:pt x="16408" y="22150"/>
                </a:lnTo>
                <a:cubicBezTo>
                  <a:pt x="12755" y="22150"/>
                  <a:pt x="9787" y="19181"/>
                  <a:pt x="9787" y="15528"/>
                </a:cubicBezTo>
                <a:lnTo>
                  <a:pt x="9787" y="6622"/>
                </a:lnTo>
                <a:cubicBezTo>
                  <a:pt x="9787" y="2969"/>
                  <a:pt x="12755" y="1"/>
                  <a:pt x="16408" y="1"/>
                </a:cubicBezTo>
                <a:close/>
              </a:path>
            </a:pathLst>
          </a:custGeom>
          <a:solidFill>
            <a:srgbClr val="000000">
              <a:alpha val="7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0" name="Google Shape;3570;p45"/>
          <p:cNvSpPr/>
          <p:nvPr/>
        </p:nvSpPr>
        <p:spPr>
          <a:xfrm>
            <a:off x="7116562" y="4128811"/>
            <a:ext cx="168351" cy="125387"/>
          </a:xfrm>
          <a:custGeom>
            <a:avLst/>
            <a:gdLst/>
            <a:ahLst/>
            <a:cxnLst/>
            <a:rect l="l" t="t" r="r" b="b"/>
            <a:pathLst>
              <a:path w="100209" h="74635" extrusionOk="0">
                <a:moveTo>
                  <a:pt x="50105" y="6100"/>
                </a:moveTo>
                <a:cubicBezTo>
                  <a:pt x="74374" y="6100"/>
                  <a:pt x="94109" y="25835"/>
                  <a:pt x="94109" y="50104"/>
                </a:cubicBezTo>
                <a:lnTo>
                  <a:pt x="94109" y="63511"/>
                </a:lnTo>
                <a:cubicBezTo>
                  <a:pt x="94109" y="66284"/>
                  <a:pt x="91858" y="68502"/>
                  <a:pt x="89118" y="68502"/>
                </a:cubicBezTo>
                <a:lnTo>
                  <a:pt x="11091" y="68502"/>
                </a:lnTo>
                <a:cubicBezTo>
                  <a:pt x="8351" y="68502"/>
                  <a:pt x="6100" y="66284"/>
                  <a:pt x="6100" y="63511"/>
                </a:cubicBezTo>
                <a:lnTo>
                  <a:pt x="6100" y="50626"/>
                </a:lnTo>
                <a:cubicBezTo>
                  <a:pt x="6100" y="26194"/>
                  <a:pt x="25738" y="6231"/>
                  <a:pt x="49844" y="6100"/>
                </a:cubicBezTo>
                <a:close/>
                <a:moveTo>
                  <a:pt x="49811" y="0"/>
                </a:moveTo>
                <a:cubicBezTo>
                  <a:pt x="22345" y="131"/>
                  <a:pt x="0" y="22867"/>
                  <a:pt x="0" y="50626"/>
                </a:cubicBezTo>
                <a:lnTo>
                  <a:pt x="0" y="63511"/>
                </a:lnTo>
                <a:cubicBezTo>
                  <a:pt x="0" y="69644"/>
                  <a:pt x="4959" y="74634"/>
                  <a:pt x="11091" y="74634"/>
                </a:cubicBezTo>
                <a:lnTo>
                  <a:pt x="89118" y="74634"/>
                </a:lnTo>
                <a:cubicBezTo>
                  <a:pt x="95250" y="74634"/>
                  <a:pt x="100209" y="69644"/>
                  <a:pt x="100209" y="63511"/>
                </a:cubicBezTo>
                <a:lnTo>
                  <a:pt x="100209" y="50104"/>
                </a:lnTo>
                <a:cubicBezTo>
                  <a:pt x="100209" y="22475"/>
                  <a:pt x="77734" y="0"/>
                  <a:pt x="50105"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1" name="Google Shape;3571;p45"/>
          <p:cNvSpPr/>
          <p:nvPr/>
        </p:nvSpPr>
        <p:spPr>
          <a:xfrm>
            <a:off x="7161115" y="4024414"/>
            <a:ext cx="79244" cy="47514"/>
          </a:xfrm>
          <a:custGeom>
            <a:avLst/>
            <a:gdLst/>
            <a:ahLst/>
            <a:cxnLst/>
            <a:rect l="l" t="t" r="r" b="b"/>
            <a:pathLst>
              <a:path w="47169" h="28282" extrusionOk="0">
                <a:moveTo>
                  <a:pt x="37481" y="6133"/>
                </a:moveTo>
                <a:cubicBezTo>
                  <a:pt x="39438" y="6133"/>
                  <a:pt x="41036" y="7731"/>
                  <a:pt x="41036" y="9688"/>
                </a:cubicBezTo>
                <a:lnTo>
                  <a:pt x="41036" y="18594"/>
                </a:lnTo>
                <a:cubicBezTo>
                  <a:pt x="41036" y="20551"/>
                  <a:pt x="39438" y="22149"/>
                  <a:pt x="37481" y="22149"/>
                </a:cubicBezTo>
                <a:lnTo>
                  <a:pt x="9689" y="22149"/>
                </a:lnTo>
                <a:cubicBezTo>
                  <a:pt x="7731" y="22149"/>
                  <a:pt x="6133" y="20551"/>
                  <a:pt x="6133" y="18594"/>
                </a:cubicBezTo>
                <a:lnTo>
                  <a:pt x="6133" y="9688"/>
                </a:lnTo>
                <a:cubicBezTo>
                  <a:pt x="6133" y="7731"/>
                  <a:pt x="7731" y="6133"/>
                  <a:pt x="9689" y="6133"/>
                </a:cubicBezTo>
                <a:close/>
                <a:moveTo>
                  <a:pt x="9689" y="0"/>
                </a:moveTo>
                <a:cubicBezTo>
                  <a:pt x="4371" y="0"/>
                  <a:pt x="0" y="4339"/>
                  <a:pt x="0" y="9688"/>
                </a:cubicBezTo>
                <a:lnTo>
                  <a:pt x="0" y="18594"/>
                </a:lnTo>
                <a:cubicBezTo>
                  <a:pt x="0" y="23943"/>
                  <a:pt x="4371" y="28282"/>
                  <a:pt x="9689" y="28282"/>
                </a:cubicBezTo>
                <a:lnTo>
                  <a:pt x="37481" y="28282"/>
                </a:lnTo>
                <a:cubicBezTo>
                  <a:pt x="42798" y="28282"/>
                  <a:pt x="47169" y="23943"/>
                  <a:pt x="47169" y="18594"/>
                </a:cubicBezTo>
                <a:lnTo>
                  <a:pt x="47169" y="9688"/>
                </a:lnTo>
                <a:cubicBezTo>
                  <a:pt x="47169" y="4339"/>
                  <a:pt x="42798" y="0"/>
                  <a:pt x="37481"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2" name="Google Shape;3572;p45"/>
          <p:cNvSpPr/>
          <p:nvPr/>
        </p:nvSpPr>
        <p:spPr>
          <a:xfrm>
            <a:off x="7149661" y="4189695"/>
            <a:ext cx="10305" cy="18579"/>
          </a:xfrm>
          <a:custGeom>
            <a:avLst/>
            <a:gdLst/>
            <a:ahLst/>
            <a:cxnLst/>
            <a:rect l="l" t="t" r="r" b="b"/>
            <a:pathLst>
              <a:path w="6134" h="11059" extrusionOk="0">
                <a:moveTo>
                  <a:pt x="3067" y="1"/>
                </a:moveTo>
                <a:cubicBezTo>
                  <a:pt x="1371" y="1"/>
                  <a:pt x="1" y="1371"/>
                  <a:pt x="1" y="3067"/>
                </a:cubicBezTo>
                <a:lnTo>
                  <a:pt x="1" y="7993"/>
                </a:lnTo>
                <a:cubicBezTo>
                  <a:pt x="1" y="9689"/>
                  <a:pt x="1371" y="11059"/>
                  <a:pt x="3067" y="11059"/>
                </a:cubicBezTo>
                <a:cubicBezTo>
                  <a:pt x="4763" y="11059"/>
                  <a:pt x="6133" y="9689"/>
                  <a:pt x="6133" y="7993"/>
                </a:cubicBezTo>
                <a:lnTo>
                  <a:pt x="6133" y="3067"/>
                </a:lnTo>
                <a:cubicBezTo>
                  <a:pt x="6133" y="1371"/>
                  <a:pt x="4763" y="1"/>
                  <a:pt x="3067"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3" name="Google Shape;3573;p45"/>
          <p:cNvSpPr/>
          <p:nvPr/>
        </p:nvSpPr>
        <p:spPr>
          <a:xfrm>
            <a:off x="7241508" y="4189695"/>
            <a:ext cx="10305" cy="18579"/>
          </a:xfrm>
          <a:custGeom>
            <a:avLst/>
            <a:gdLst/>
            <a:ahLst/>
            <a:cxnLst/>
            <a:rect l="l" t="t" r="r" b="b"/>
            <a:pathLst>
              <a:path w="6134" h="11059" extrusionOk="0">
                <a:moveTo>
                  <a:pt x="3067" y="1"/>
                </a:moveTo>
                <a:cubicBezTo>
                  <a:pt x="1371" y="1"/>
                  <a:pt x="1" y="1371"/>
                  <a:pt x="1" y="3067"/>
                </a:cubicBezTo>
                <a:lnTo>
                  <a:pt x="1" y="7993"/>
                </a:lnTo>
                <a:cubicBezTo>
                  <a:pt x="1" y="9689"/>
                  <a:pt x="1371" y="11059"/>
                  <a:pt x="3067" y="11059"/>
                </a:cubicBezTo>
                <a:cubicBezTo>
                  <a:pt x="4763" y="11059"/>
                  <a:pt x="6133" y="9689"/>
                  <a:pt x="6133" y="7993"/>
                </a:cubicBezTo>
                <a:lnTo>
                  <a:pt x="6133" y="3067"/>
                </a:lnTo>
                <a:cubicBezTo>
                  <a:pt x="6133" y="1371"/>
                  <a:pt x="4763" y="1"/>
                  <a:pt x="3067"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4" name="Google Shape;3574;p45"/>
          <p:cNvSpPr/>
          <p:nvPr/>
        </p:nvSpPr>
        <p:spPr>
          <a:xfrm>
            <a:off x="7183639" y="4197418"/>
            <a:ext cx="34196" cy="15296"/>
          </a:xfrm>
          <a:custGeom>
            <a:avLst/>
            <a:gdLst/>
            <a:ahLst/>
            <a:cxnLst/>
            <a:rect l="l" t="t" r="r" b="b"/>
            <a:pathLst>
              <a:path w="20355" h="9105" extrusionOk="0">
                <a:moveTo>
                  <a:pt x="3423" y="0"/>
                </a:moveTo>
                <a:cubicBezTo>
                  <a:pt x="2704" y="0"/>
                  <a:pt x="1982" y="248"/>
                  <a:pt x="1403" y="754"/>
                </a:cubicBezTo>
                <a:cubicBezTo>
                  <a:pt x="131" y="1863"/>
                  <a:pt x="0" y="3820"/>
                  <a:pt x="1142" y="5092"/>
                </a:cubicBezTo>
                <a:cubicBezTo>
                  <a:pt x="3360" y="7636"/>
                  <a:pt x="6655" y="9104"/>
                  <a:pt x="10178" y="9104"/>
                </a:cubicBezTo>
                <a:cubicBezTo>
                  <a:pt x="13701" y="9104"/>
                  <a:pt x="16995" y="7636"/>
                  <a:pt x="19213" y="5092"/>
                </a:cubicBezTo>
                <a:cubicBezTo>
                  <a:pt x="20355" y="3820"/>
                  <a:pt x="20224" y="1863"/>
                  <a:pt x="18952" y="754"/>
                </a:cubicBezTo>
                <a:cubicBezTo>
                  <a:pt x="18373" y="248"/>
                  <a:pt x="17651" y="0"/>
                  <a:pt x="16932" y="0"/>
                </a:cubicBezTo>
                <a:cubicBezTo>
                  <a:pt x="16073" y="0"/>
                  <a:pt x="15218" y="354"/>
                  <a:pt x="14614" y="1047"/>
                </a:cubicBezTo>
                <a:cubicBezTo>
                  <a:pt x="13537" y="2287"/>
                  <a:pt x="11939" y="3004"/>
                  <a:pt x="10178" y="3004"/>
                </a:cubicBezTo>
                <a:cubicBezTo>
                  <a:pt x="8416" y="3004"/>
                  <a:pt x="6818" y="2287"/>
                  <a:pt x="5741" y="1047"/>
                </a:cubicBezTo>
                <a:cubicBezTo>
                  <a:pt x="5137" y="354"/>
                  <a:pt x="4282" y="0"/>
                  <a:pt x="3423"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5" name="Google Shape;3575;p45"/>
          <p:cNvSpPr/>
          <p:nvPr/>
        </p:nvSpPr>
        <p:spPr>
          <a:xfrm>
            <a:off x="7052389" y="3924129"/>
            <a:ext cx="296696" cy="350730"/>
          </a:xfrm>
          <a:custGeom>
            <a:avLst/>
            <a:gdLst/>
            <a:ahLst/>
            <a:cxnLst/>
            <a:rect l="l" t="t" r="r" b="b"/>
            <a:pathLst>
              <a:path w="176605" h="208768" extrusionOk="0">
                <a:moveTo>
                  <a:pt x="88303" y="18430"/>
                </a:moveTo>
                <a:cubicBezTo>
                  <a:pt x="94761" y="18430"/>
                  <a:pt x="100241" y="22867"/>
                  <a:pt x="101807" y="28836"/>
                </a:cubicBezTo>
                <a:cubicBezTo>
                  <a:pt x="97436" y="28020"/>
                  <a:pt x="92902" y="27596"/>
                  <a:pt x="88303" y="27596"/>
                </a:cubicBezTo>
                <a:cubicBezTo>
                  <a:pt x="83736" y="27596"/>
                  <a:pt x="79202" y="28020"/>
                  <a:pt x="74798" y="28836"/>
                </a:cubicBezTo>
                <a:cubicBezTo>
                  <a:pt x="76364" y="22867"/>
                  <a:pt x="81811" y="18430"/>
                  <a:pt x="88303" y="18430"/>
                </a:cubicBezTo>
                <a:close/>
                <a:moveTo>
                  <a:pt x="88303" y="6133"/>
                </a:moveTo>
                <a:cubicBezTo>
                  <a:pt x="102786" y="6133"/>
                  <a:pt x="114594" y="17908"/>
                  <a:pt x="114594" y="32392"/>
                </a:cubicBezTo>
                <a:lnTo>
                  <a:pt x="114594" y="32424"/>
                </a:lnTo>
                <a:cubicBezTo>
                  <a:pt x="112507" y="31641"/>
                  <a:pt x="110419" y="30924"/>
                  <a:pt x="108299" y="30336"/>
                </a:cubicBezTo>
                <a:cubicBezTo>
                  <a:pt x="107255" y="20224"/>
                  <a:pt x="98676" y="12298"/>
                  <a:pt x="88303" y="12298"/>
                </a:cubicBezTo>
                <a:cubicBezTo>
                  <a:pt x="77929" y="12298"/>
                  <a:pt x="69350" y="20224"/>
                  <a:pt x="68307" y="30336"/>
                </a:cubicBezTo>
                <a:cubicBezTo>
                  <a:pt x="66186" y="30924"/>
                  <a:pt x="64099" y="31641"/>
                  <a:pt x="62011" y="32424"/>
                </a:cubicBezTo>
                <a:lnTo>
                  <a:pt x="62011" y="32392"/>
                </a:lnTo>
                <a:cubicBezTo>
                  <a:pt x="62011" y="17908"/>
                  <a:pt x="73819" y="6133"/>
                  <a:pt x="88303" y="6133"/>
                </a:cubicBezTo>
                <a:close/>
                <a:moveTo>
                  <a:pt x="14582" y="128033"/>
                </a:moveTo>
                <a:lnTo>
                  <a:pt x="14582" y="190957"/>
                </a:lnTo>
                <a:cubicBezTo>
                  <a:pt x="9721" y="189587"/>
                  <a:pt x="6133" y="185118"/>
                  <a:pt x="6133" y="179833"/>
                </a:cubicBezTo>
                <a:lnTo>
                  <a:pt x="6133" y="139156"/>
                </a:lnTo>
                <a:cubicBezTo>
                  <a:pt x="6133" y="133839"/>
                  <a:pt x="9721" y="129370"/>
                  <a:pt x="14582" y="128033"/>
                </a:cubicBezTo>
                <a:close/>
                <a:moveTo>
                  <a:pt x="162023" y="128033"/>
                </a:moveTo>
                <a:cubicBezTo>
                  <a:pt x="166884" y="129370"/>
                  <a:pt x="170472" y="133839"/>
                  <a:pt x="170472" y="139156"/>
                </a:cubicBezTo>
                <a:lnTo>
                  <a:pt x="170472" y="179833"/>
                </a:lnTo>
                <a:cubicBezTo>
                  <a:pt x="170472" y="185118"/>
                  <a:pt x="166884" y="189587"/>
                  <a:pt x="162023" y="190957"/>
                </a:cubicBezTo>
                <a:lnTo>
                  <a:pt x="162023" y="128033"/>
                </a:lnTo>
                <a:close/>
                <a:moveTo>
                  <a:pt x="88303" y="0"/>
                </a:moveTo>
                <a:cubicBezTo>
                  <a:pt x="70427" y="0"/>
                  <a:pt x="55911" y="14548"/>
                  <a:pt x="55911" y="32392"/>
                </a:cubicBezTo>
                <a:lnTo>
                  <a:pt x="55911" y="35099"/>
                </a:lnTo>
                <a:cubicBezTo>
                  <a:pt x="47397" y="39274"/>
                  <a:pt x="39666" y="45081"/>
                  <a:pt x="33208" y="52322"/>
                </a:cubicBezTo>
                <a:cubicBezTo>
                  <a:pt x="32099" y="53594"/>
                  <a:pt x="32196" y="55519"/>
                  <a:pt x="33469" y="56661"/>
                </a:cubicBezTo>
                <a:cubicBezTo>
                  <a:pt x="34052" y="57169"/>
                  <a:pt x="34772" y="57417"/>
                  <a:pt x="35488" y="57417"/>
                </a:cubicBezTo>
                <a:cubicBezTo>
                  <a:pt x="36334" y="57417"/>
                  <a:pt x="37174" y="57071"/>
                  <a:pt x="37774" y="56400"/>
                </a:cubicBezTo>
                <a:cubicBezTo>
                  <a:pt x="50627" y="41982"/>
                  <a:pt x="69024" y="33696"/>
                  <a:pt x="88303" y="33696"/>
                </a:cubicBezTo>
                <a:cubicBezTo>
                  <a:pt x="94109" y="33696"/>
                  <a:pt x="99785" y="34447"/>
                  <a:pt x="105167" y="35849"/>
                </a:cubicBezTo>
                <a:lnTo>
                  <a:pt x="105200" y="35849"/>
                </a:lnTo>
                <a:cubicBezTo>
                  <a:pt x="134329" y="43352"/>
                  <a:pt x="155891" y="69872"/>
                  <a:pt x="155891" y="101317"/>
                </a:cubicBezTo>
                <a:lnTo>
                  <a:pt x="155891" y="194414"/>
                </a:lnTo>
                <a:cubicBezTo>
                  <a:pt x="155891" y="197872"/>
                  <a:pt x="153738" y="200841"/>
                  <a:pt x="150737" y="202047"/>
                </a:cubicBezTo>
                <a:lnTo>
                  <a:pt x="150737" y="171939"/>
                </a:lnTo>
                <a:cubicBezTo>
                  <a:pt x="150737" y="155205"/>
                  <a:pt x="144213" y="139515"/>
                  <a:pt x="132372" y="127707"/>
                </a:cubicBezTo>
                <a:cubicBezTo>
                  <a:pt x="131773" y="127124"/>
                  <a:pt x="130996" y="126830"/>
                  <a:pt x="130219" y="126830"/>
                </a:cubicBezTo>
                <a:cubicBezTo>
                  <a:pt x="129431" y="126830"/>
                  <a:pt x="128641" y="127132"/>
                  <a:pt x="128034" y="127739"/>
                </a:cubicBezTo>
                <a:cubicBezTo>
                  <a:pt x="126827" y="128914"/>
                  <a:pt x="126859" y="130871"/>
                  <a:pt x="128034" y="132045"/>
                </a:cubicBezTo>
                <a:cubicBezTo>
                  <a:pt x="138733" y="142679"/>
                  <a:pt x="144604" y="156869"/>
                  <a:pt x="144604" y="171939"/>
                </a:cubicBezTo>
                <a:lnTo>
                  <a:pt x="144604" y="202667"/>
                </a:lnTo>
                <a:lnTo>
                  <a:pt x="32001" y="202667"/>
                </a:lnTo>
                <a:lnTo>
                  <a:pt x="32001" y="171939"/>
                </a:lnTo>
                <a:cubicBezTo>
                  <a:pt x="32001" y="148192"/>
                  <a:pt x="47789" y="126206"/>
                  <a:pt x="70264" y="118606"/>
                </a:cubicBezTo>
                <a:cubicBezTo>
                  <a:pt x="75940" y="116681"/>
                  <a:pt x="82007" y="115637"/>
                  <a:pt x="88303" y="115637"/>
                </a:cubicBezTo>
                <a:cubicBezTo>
                  <a:pt x="99295" y="115637"/>
                  <a:pt x="109962" y="118802"/>
                  <a:pt x="119128" y="124804"/>
                </a:cubicBezTo>
                <a:cubicBezTo>
                  <a:pt x="119628" y="125137"/>
                  <a:pt x="120207" y="125297"/>
                  <a:pt x="120782" y="125297"/>
                </a:cubicBezTo>
                <a:cubicBezTo>
                  <a:pt x="121784" y="125297"/>
                  <a:pt x="122777" y="124814"/>
                  <a:pt x="123336" y="123923"/>
                </a:cubicBezTo>
                <a:cubicBezTo>
                  <a:pt x="124250" y="122553"/>
                  <a:pt x="123858" y="120596"/>
                  <a:pt x="122456" y="119682"/>
                </a:cubicBezTo>
                <a:cubicBezTo>
                  <a:pt x="121966" y="119356"/>
                  <a:pt x="121444" y="119030"/>
                  <a:pt x="120955" y="118736"/>
                </a:cubicBezTo>
                <a:cubicBezTo>
                  <a:pt x="111136" y="112702"/>
                  <a:pt x="99883" y="109505"/>
                  <a:pt x="88303" y="109505"/>
                </a:cubicBezTo>
                <a:cubicBezTo>
                  <a:pt x="53889" y="109505"/>
                  <a:pt x="25868" y="137525"/>
                  <a:pt x="25868" y="171939"/>
                </a:cubicBezTo>
                <a:lnTo>
                  <a:pt x="25868" y="202047"/>
                </a:lnTo>
                <a:cubicBezTo>
                  <a:pt x="22867" y="200841"/>
                  <a:pt x="20714" y="197872"/>
                  <a:pt x="20714" y="194414"/>
                </a:cubicBezTo>
                <a:lnTo>
                  <a:pt x="20714" y="101317"/>
                </a:lnTo>
                <a:cubicBezTo>
                  <a:pt x="20714" y="88693"/>
                  <a:pt x="24205" y="76396"/>
                  <a:pt x="30826" y="65729"/>
                </a:cubicBezTo>
                <a:cubicBezTo>
                  <a:pt x="31707" y="64294"/>
                  <a:pt x="31283" y="62402"/>
                  <a:pt x="29848" y="61521"/>
                </a:cubicBezTo>
                <a:cubicBezTo>
                  <a:pt x="29344" y="61201"/>
                  <a:pt x="28784" y="61049"/>
                  <a:pt x="28231" y="61049"/>
                </a:cubicBezTo>
                <a:cubicBezTo>
                  <a:pt x="27209" y="61049"/>
                  <a:pt x="26211" y="61568"/>
                  <a:pt x="25640" y="62500"/>
                </a:cubicBezTo>
                <a:cubicBezTo>
                  <a:pt x="18398" y="74145"/>
                  <a:pt x="14582" y="87552"/>
                  <a:pt x="14582" y="101317"/>
                </a:cubicBezTo>
                <a:lnTo>
                  <a:pt x="14582" y="121770"/>
                </a:lnTo>
                <a:cubicBezTo>
                  <a:pt x="6296" y="123238"/>
                  <a:pt x="1" y="130447"/>
                  <a:pt x="1" y="139156"/>
                </a:cubicBezTo>
                <a:lnTo>
                  <a:pt x="1" y="179833"/>
                </a:lnTo>
                <a:cubicBezTo>
                  <a:pt x="1" y="188608"/>
                  <a:pt x="6459" y="195915"/>
                  <a:pt x="14875" y="197252"/>
                </a:cubicBezTo>
                <a:cubicBezTo>
                  <a:pt x="16180" y="203809"/>
                  <a:pt x="21986" y="208767"/>
                  <a:pt x="28934" y="208767"/>
                </a:cubicBezTo>
                <a:lnTo>
                  <a:pt x="147671" y="208767"/>
                </a:lnTo>
                <a:cubicBezTo>
                  <a:pt x="154619" y="208767"/>
                  <a:pt x="160425" y="203809"/>
                  <a:pt x="161730" y="197252"/>
                </a:cubicBezTo>
                <a:cubicBezTo>
                  <a:pt x="170146" y="195915"/>
                  <a:pt x="176605" y="188608"/>
                  <a:pt x="176605" y="179833"/>
                </a:cubicBezTo>
                <a:lnTo>
                  <a:pt x="176605" y="139156"/>
                </a:lnTo>
                <a:cubicBezTo>
                  <a:pt x="176605" y="130447"/>
                  <a:pt x="170309" y="123238"/>
                  <a:pt x="162023" y="121770"/>
                </a:cubicBezTo>
                <a:lnTo>
                  <a:pt x="162023" y="101317"/>
                </a:lnTo>
                <a:cubicBezTo>
                  <a:pt x="162023" y="72286"/>
                  <a:pt x="145159" y="47103"/>
                  <a:pt x="120694" y="35099"/>
                </a:cubicBezTo>
                <a:lnTo>
                  <a:pt x="120694" y="32392"/>
                </a:lnTo>
                <a:cubicBezTo>
                  <a:pt x="120694" y="14548"/>
                  <a:pt x="106178" y="0"/>
                  <a:pt x="88303"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579"/>
        <p:cNvGrpSpPr/>
        <p:nvPr/>
      </p:nvGrpSpPr>
      <p:grpSpPr>
        <a:xfrm>
          <a:off x="0" y="0"/>
          <a:ext cx="0" cy="0"/>
          <a:chOff x="0" y="0"/>
          <a:chExt cx="0" cy="0"/>
        </a:xfrm>
      </p:grpSpPr>
      <p:grpSp>
        <p:nvGrpSpPr>
          <p:cNvPr id="3580" name="Google Shape;3580;p46"/>
          <p:cNvGrpSpPr/>
          <p:nvPr/>
        </p:nvGrpSpPr>
        <p:grpSpPr>
          <a:xfrm>
            <a:off x="7997075" y="1126763"/>
            <a:ext cx="1061100" cy="314400"/>
            <a:chOff x="7997075" y="4289600"/>
            <a:chExt cx="1061100" cy="314400"/>
          </a:xfrm>
        </p:grpSpPr>
        <p:sp>
          <p:nvSpPr>
            <p:cNvPr id="3581" name="Google Shape;3581;p46"/>
            <p:cNvSpPr/>
            <p:nvPr/>
          </p:nvSpPr>
          <p:spPr>
            <a:xfrm>
              <a:off x="7997075" y="4289600"/>
              <a:ext cx="1061100" cy="314400"/>
            </a:xfrm>
            <a:prstGeom prst="rect">
              <a:avLst/>
            </a:prstGeom>
            <a:solidFill>
              <a:schemeClr val="accent4"/>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2" name="Google Shape;3582;p46"/>
            <p:cNvSpPr/>
            <p:nvPr/>
          </p:nvSpPr>
          <p:spPr>
            <a:xfrm>
              <a:off x="7997075" y="4289600"/>
              <a:ext cx="426900" cy="314400"/>
            </a:xfrm>
            <a:prstGeom prst="rect">
              <a:avLst/>
            </a:prstGeom>
            <a:solidFill>
              <a:srgbClr val="000000">
                <a:alpha val="78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583" name="Google Shape;3583;p46"/>
          <p:cNvSpPr txBox="1">
            <a:spLocks noGrp="1"/>
          </p:cNvSpPr>
          <p:nvPr>
            <p:ph type="title"/>
          </p:nvPr>
        </p:nvSpPr>
        <p:spPr>
          <a:xfrm>
            <a:off x="904875" y="597425"/>
            <a:ext cx="73344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fr"/>
              <a:t>RESSOURCES ALTERNATIVES</a:t>
            </a:r>
            <a:endParaRPr/>
          </a:p>
        </p:txBody>
      </p:sp>
      <p:grpSp>
        <p:nvGrpSpPr>
          <p:cNvPr id="3584" name="Google Shape;3584;p46"/>
          <p:cNvGrpSpPr/>
          <p:nvPr/>
        </p:nvGrpSpPr>
        <p:grpSpPr>
          <a:xfrm>
            <a:off x="7414109" y="2065462"/>
            <a:ext cx="693226" cy="1580407"/>
            <a:chOff x="4261334" y="2151186"/>
            <a:chExt cx="693226" cy="1580407"/>
          </a:xfrm>
        </p:grpSpPr>
        <p:sp>
          <p:nvSpPr>
            <p:cNvPr id="3585" name="Google Shape;3585;p46"/>
            <p:cNvSpPr/>
            <p:nvPr/>
          </p:nvSpPr>
          <p:spPr>
            <a:xfrm>
              <a:off x="4268272" y="2157833"/>
              <a:ext cx="679495" cy="1561623"/>
            </a:xfrm>
            <a:custGeom>
              <a:avLst/>
              <a:gdLst/>
              <a:ahLst/>
              <a:cxnLst/>
              <a:rect l="l" t="t" r="r" b="b"/>
              <a:pathLst>
                <a:path w="441948" h="1015690" extrusionOk="0">
                  <a:moveTo>
                    <a:pt x="341563" y="1"/>
                  </a:moveTo>
                  <a:cubicBezTo>
                    <a:pt x="314684" y="1"/>
                    <a:pt x="290369" y="10461"/>
                    <a:pt x="277570" y="29343"/>
                  </a:cubicBezTo>
                  <a:cubicBezTo>
                    <a:pt x="185035" y="304781"/>
                    <a:pt x="92512" y="580208"/>
                    <a:pt x="0" y="855647"/>
                  </a:cubicBezTo>
                  <a:lnTo>
                    <a:pt x="37148" y="1015690"/>
                  </a:lnTo>
                  <a:lnTo>
                    <a:pt x="162711" y="909582"/>
                  </a:lnTo>
                  <a:lnTo>
                    <a:pt x="440281" y="83278"/>
                  </a:lnTo>
                  <a:cubicBezTo>
                    <a:pt x="441948" y="51357"/>
                    <a:pt x="415397" y="19079"/>
                    <a:pt x="376857" y="5935"/>
                  </a:cubicBezTo>
                  <a:cubicBezTo>
                    <a:pt x="365091" y="1925"/>
                    <a:pt x="353091" y="1"/>
                    <a:pt x="34156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6" name="Google Shape;3586;p46"/>
            <p:cNvSpPr/>
            <p:nvPr/>
          </p:nvSpPr>
          <p:spPr>
            <a:xfrm>
              <a:off x="4261334" y="2151186"/>
              <a:ext cx="693226" cy="1580407"/>
            </a:xfrm>
            <a:custGeom>
              <a:avLst/>
              <a:gdLst/>
              <a:ahLst/>
              <a:cxnLst/>
              <a:rect l="l" t="t" r="r" b="b"/>
              <a:pathLst>
                <a:path w="450879" h="1027907" extrusionOk="0">
                  <a:moveTo>
                    <a:pt x="345977" y="8653"/>
                  </a:moveTo>
                  <a:cubicBezTo>
                    <a:pt x="357046" y="8653"/>
                    <a:pt x="368599" y="10505"/>
                    <a:pt x="379953" y="14366"/>
                  </a:cubicBezTo>
                  <a:cubicBezTo>
                    <a:pt x="416326" y="26760"/>
                    <a:pt x="441675" y="57145"/>
                    <a:pt x="440472" y="86791"/>
                  </a:cubicBezTo>
                  <a:lnTo>
                    <a:pt x="163473" y="911345"/>
                  </a:lnTo>
                  <a:lnTo>
                    <a:pt x="44256" y="1012095"/>
                  </a:lnTo>
                  <a:lnTo>
                    <a:pt x="9002" y="860172"/>
                  </a:lnTo>
                  <a:lnTo>
                    <a:pt x="285989" y="35642"/>
                  </a:lnTo>
                  <a:cubicBezTo>
                    <a:pt x="298061" y="18266"/>
                    <a:pt x="320760" y="8653"/>
                    <a:pt x="345977" y="8653"/>
                  </a:cubicBezTo>
                  <a:close/>
                  <a:moveTo>
                    <a:pt x="346145" y="0"/>
                  </a:moveTo>
                  <a:cubicBezTo>
                    <a:pt x="317789" y="0"/>
                    <a:pt x="292082" y="11175"/>
                    <a:pt x="278488" y="31249"/>
                  </a:cubicBezTo>
                  <a:lnTo>
                    <a:pt x="1" y="859743"/>
                  </a:lnTo>
                  <a:lnTo>
                    <a:pt x="39029" y="1027907"/>
                  </a:lnTo>
                  <a:lnTo>
                    <a:pt x="170950" y="916417"/>
                  </a:lnTo>
                  <a:lnTo>
                    <a:pt x="448902" y="88994"/>
                  </a:lnTo>
                  <a:lnTo>
                    <a:pt x="449116" y="87827"/>
                  </a:lnTo>
                  <a:cubicBezTo>
                    <a:pt x="450878" y="54204"/>
                    <a:pt x="422970" y="19854"/>
                    <a:pt x="382775" y="6150"/>
                  </a:cubicBezTo>
                  <a:cubicBezTo>
                    <a:pt x="370568" y="1993"/>
                    <a:pt x="358120" y="0"/>
                    <a:pt x="34614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7" name="Google Shape;3587;p46"/>
            <p:cNvSpPr/>
            <p:nvPr/>
          </p:nvSpPr>
          <p:spPr>
            <a:xfrm>
              <a:off x="4662690" y="2157833"/>
              <a:ext cx="285077" cy="224018"/>
            </a:xfrm>
            <a:custGeom>
              <a:avLst/>
              <a:gdLst/>
              <a:ahLst/>
              <a:cxnLst/>
              <a:rect l="l" t="t" r="r" b="b"/>
              <a:pathLst>
                <a:path w="185416" h="145703" extrusionOk="0">
                  <a:moveTo>
                    <a:pt x="85031" y="1"/>
                  </a:moveTo>
                  <a:cubicBezTo>
                    <a:pt x="58152" y="1"/>
                    <a:pt x="33837" y="10461"/>
                    <a:pt x="21038" y="29343"/>
                  </a:cubicBezTo>
                  <a:cubicBezTo>
                    <a:pt x="14038" y="50238"/>
                    <a:pt x="7013" y="71122"/>
                    <a:pt x="0" y="92017"/>
                  </a:cubicBezTo>
                  <a:lnTo>
                    <a:pt x="163461" y="145702"/>
                  </a:lnTo>
                  <a:lnTo>
                    <a:pt x="183749" y="83278"/>
                  </a:lnTo>
                  <a:cubicBezTo>
                    <a:pt x="185416" y="51357"/>
                    <a:pt x="158865" y="19079"/>
                    <a:pt x="120325" y="5935"/>
                  </a:cubicBezTo>
                  <a:cubicBezTo>
                    <a:pt x="108559" y="1925"/>
                    <a:pt x="96559" y="1"/>
                    <a:pt x="85031"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8" name="Google Shape;3588;p46"/>
            <p:cNvSpPr/>
            <p:nvPr/>
          </p:nvSpPr>
          <p:spPr>
            <a:xfrm>
              <a:off x="4656356" y="2151186"/>
              <a:ext cx="298204" cy="232714"/>
            </a:xfrm>
            <a:custGeom>
              <a:avLst/>
              <a:gdLst/>
              <a:ahLst/>
              <a:cxnLst/>
              <a:rect l="l" t="t" r="r" b="b"/>
              <a:pathLst>
                <a:path w="193954" h="151359" extrusionOk="0">
                  <a:moveTo>
                    <a:pt x="89220" y="0"/>
                  </a:moveTo>
                  <a:cubicBezTo>
                    <a:pt x="60864" y="0"/>
                    <a:pt x="35157" y="11175"/>
                    <a:pt x="21563" y="31249"/>
                  </a:cubicBezTo>
                  <a:lnTo>
                    <a:pt x="1" y="94959"/>
                  </a:lnTo>
                  <a:lnTo>
                    <a:pt x="8216" y="97721"/>
                  </a:lnTo>
                  <a:lnTo>
                    <a:pt x="29064" y="35654"/>
                  </a:lnTo>
                  <a:cubicBezTo>
                    <a:pt x="41136" y="18278"/>
                    <a:pt x="63835" y="8665"/>
                    <a:pt x="89056" y="8665"/>
                  </a:cubicBezTo>
                  <a:cubicBezTo>
                    <a:pt x="100126" y="8665"/>
                    <a:pt x="111683" y="10517"/>
                    <a:pt x="123040" y="14378"/>
                  </a:cubicBezTo>
                  <a:cubicBezTo>
                    <a:pt x="159425" y="26784"/>
                    <a:pt x="184774" y="57180"/>
                    <a:pt x="183547" y="86827"/>
                  </a:cubicBezTo>
                  <a:lnTo>
                    <a:pt x="163438" y="148680"/>
                  </a:lnTo>
                  <a:lnTo>
                    <a:pt x="171701" y="151359"/>
                  </a:lnTo>
                  <a:lnTo>
                    <a:pt x="191989" y="88946"/>
                  </a:lnTo>
                  <a:lnTo>
                    <a:pt x="192191" y="87827"/>
                  </a:lnTo>
                  <a:cubicBezTo>
                    <a:pt x="193953" y="54216"/>
                    <a:pt x="166045" y="19866"/>
                    <a:pt x="125850" y="6150"/>
                  </a:cubicBezTo>
                  <a:cubicBezTo>
                    <a:pt x="113643" y="1993"/>
                    <a:pt x="101195" y="0"/>
                    <a:pt x="8922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9" name="Google Shape;3589;p46"/>
            <p:cNvSpPr/>
            <p:nvPr/>
          </p:nvSpPr>
          <p:spPr>
            <a:xfrm>
              <a:off x="4268272" y="3451293"/>
              <a:ext cx="258883" cy="268146"/>
            </a:xfrm>
            <a:custGeom>
              <a:avLst/>
              <a:gdLst/>
              <a:ahLst/>
              <a:cxnLst/>
              <a:rect l="l" t="t" r="r" b="b"/>
              <a:pathLst>
                <a:path w="168379" h="174404" extrusionOk="0">
                  <a:moveTo>
                    <a:pt x="4822" y="1"/>
                  </a:moveTo>
                  <a:lnTo>
                    <a:pt x="0" y="14372"/>
                  </a:lnTo>
                  <a:lnTo>
                    <a:pt x="37136" y="174403"/>
                  </a:lnTo>
                  <a:lnTo>
                    <a:pt x="162699" y="68283"/>
                  </a:lnTo>
                  <a:lnTo>
                    <a:pt x="168378" y="51364"/>
                  </a:lnTo>
                  <a:lnTo>
                    <a:pt x="4822"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0" name="Google Shape;3590;p46"/>
            <p:cNvSpPr/>
            <p:nvPr/>
          </p:nvSpPr>
          <p:spPr>
            <a:xfrm>
              <a:off x="4261334" y="3449188"/>
              <a:ext cx="272173" cy="282405"/>
            </a:xfrm>
            <a:custGeom>
              <a:avLst/>
              <a:gdLst/>
              <a:ahLst/>
              <a:cxnLst/>
              <a:rect l="l" t="t" r="r" b="b"/>
              <a:pathLst>
                <a:path w="177023" h="183678" extrusionOk="0">
                  <a:moveTo>
                    <a:pt x="5204" y="1"/>
                  </a:moveTo>
                  <a:lnTo>
                    <a:pt x="1" y="15514"/>
                  </a:lnTo>
                  <a:lnTo>
                    <a:pt x="39029" y="183678"/>
                  </a:lnTo>
                  <a:lnTo>
                    <a:pt x="170950" y="72188"/>
                  </a:lnTo>
                  <a:lnTo>
                    <a:pt x="177023" y="54114"/>
                  </a:lnTo>
                  <a:lnTo>
                    <a:pt x="168784" y="51352"/>
                  </a:lnTo>
                  <a:lnTo>
                    <a:pt x="163485" y="67128"/>
                  </a:lnTo>
                  <a:lnTo>
                    <a:pt x="44268" y="167878"/>
                  </a:lnTo>
                  <a:lnTo>
                    <a:pt x="9002" y="15943"/>
                  </a:lnTo>
                  <a:lnTo>
                    <a:pt x="13443" y="2763"/>
                  </a:lnTo>
                  <a:lnTo>
                    <a:pt x="520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1" name="Google Shape;3591;p46"/>
            <p:cNvSpPr/>
            <p:nvPr/>
          </p:nvSpPr>
          <p:spPr>
            <a:xfrm>
              <a:off x="4270377" y="3430022"/>
              <a:ext cx="250168" cy="113973"/>
            </a:xfrm>
            <a:custGeom>
              <a:avLst/>
              <a:gdLst/>
              <a:ahLst/>
              <a:cxnLst/>
              <a:rect l="l" t="t" r="r" b="b"/>
              <a:pathLst>
                <a:path w="162711" h="74129" extrusionOk="0">
                  <a:moveTo>
                    <a:pt x="51864" y="1"/>
                  </a:moveTo>
                  <a:lnTo>
                    <a:pt x="0" y="20206"/>
                  </a:lnTo>
                  <a:lnTo>
                    <a:pt x="81377" y="47174"/>
                  </a:lnTo>
                  <a:lnTo>
                    <a:pt x="81377" y="47174"/>
                  </a:lnTo>
                  <a:lnTo>
                    <a:pt x="51864" y="1"/>
                  </a:lnTo>
                  <a:close/>
                  <a:moveTo>
                    <a:pt x="81377" y="47174"/>
                  </a:moveTo>
                  <a:lnTo>
                    <a:pt x="81391" y="47197"/>
                  </a:lnTo>
                  <a:lnTo>
                    <a:pt x="81416" y="47187"/>
                  </a:lnTo>
                  <a:lnTo>
                    <a:pt x="81416" y="47187"/>
                  </a:lnTo>
                  <a:lnTo>
                    <a:pt x="81377" y="47174"/>
                  </a:lnTo>
                  <a:close/>
                  <a:moveTo>
                    <a:pt x="133243" y="26968"/>
                  </a:moveTo>
                  <a:lnTo>
                    <a:pt x="81416" y="47187"/>
                  </a:lnTo>
                  <a:lnTo>
                    <a:pt x="81416" y="47187"/>
                  </a:lnTo>
                  <a:lnTo>
                    <a:pt x="162711" y="74129"/>
                  </a:lnTo>
                  <a:lnTo>
                    <a:pt x="133243" y="26968"/>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2" name="Google Shape;3592;p46"/>
            <p:cNvSpPr/>
            <p:nvPr/>
          </p:nvSpPr>
          <p:spPr>
            <a:xfrm>
              <a:off x="4267942" y="3421784"/>
              <a:ext cx="258260" cy="125763"/>
            </a:xfrm>
            <a:custGeom>
              <a:avLst/>
              <a:gdLst/>
              <a:ahLst/>
              <a:cxnLst/>
              <a:rect l="l" t="t" r="r" b="b"/>
              <a:pathLst>
                <a:path w="167974" h="81797" extrusionOk="0">
                  <a:moveTo>
                    <a:pt x="55222" y="1"/>
                  </a:moveTo>
                  <a:lnTo>
                    <a:pt x="1" y="21515"/>
                  </a:lnTo>
                  <a:lnTo>
                    <a:pt x="3156" y="29612"/>
                  </a:lnTo>
                  <a:lnTo>
                    <a:pt x="51674" y="10705"/>
                  </a:lnTo>
                  <a:lnTo>
                    <a:pt x="81201" y="57889"/>
                  </a:lnTo>
                  <a:lnTo>
                    <a:pt x="133041" y="37684"/>
                  </a:lnTo>
                  <a:lnTo>
                    <a:pt x="160604" y="81797"/>
                  </a:lnTo>
                  <a:lnTo>
                    <a:pt x="167974" y="77201"/>
                  </a:lnTo>
                  <a:lnTo>
                    <a:pt x="136601" y="26980"/>
                  </a:lnTo>
                  <a:lnTo>
                    <a:pt x="84749" y="47197"/>
                  </a:lnTo>
                  <a:lnTo>
                    <a:pt x="5522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3" name="Google Shape;3593;p46"/>
            <p:cNvSpPr/>
            <p:nvPr/>
          </p:nvSpPr>
          <p:spPr>
            <a:xfrm>
              <a:off x="4299776" y="3609180"/>
              <a:ext cx="106048" cy="110259"/>
            </a:xfrm>
            <a:custGeom>
              <a:avLst/>
              <a:gdLst/>
              <a:ahLst/>
              <a:cxnLst/>
              <a:rect l="l" t="t" r="r" b="b"/>
              <a:pathLst>
                <a:path w="68974" h="71713" extrusionOk="0">
                  <a:moveTo>
                    <a:pt x="1" y="1"/>
                  </a:moveTo>
                  <a:lnTo>
                    <a:pt x="16646" y="71712"/>
                  </a:lnTo>
                  <a:lnTo>
                    <a:pt x="68974" y="27492"/>
                  </a:lnTo>
                  <a:lnTo>
                    <a:pt x="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4" name="Google Shape;3594;p46"/>
            <p:cNvSpPr/>
            <p:nvPr/>
          </p:nvSpPr>
          <p:spPr>
            <a:xfrm>
              <a:off x="4290403" y="3598252"/>
              <a:ext cx="128234" cy="133341"/>
            </a:xfrm>
            <a:custGeom>
              <a:avLst/>
              <a:gdLst/>
              <a:ahLst/>
              <a:cxnLst/>
              <a:rect l="l" t="t" r="r" b="b"/>
              <a:pathLst>
                <a:path w="83404" h="86726" extrusionOk="0">
                  <a:moveTo>
                    <a:pt x="12193" y="14217"/>
                  </a:moveTo>
                  <a:lnTo>
                    <a:pt x="66723" y="35946"/>
                  </a:lnTo>
                  <a:lnTo>
                    <a:pt x="25349" y="70914"/>
                  </a:lnTo>
                  <a:lnTo>
                    <a:pt x="12193" y="14217"/>
                  </a:lnTo>
                  <a:close/>
                  <a:moveTo>
                    <a:pt x="1" y="1"/>
                  </a:moveTo>
                  <a:lnTo>
                    <a:pt x="20122" y="86726"/>
                  </a:lnTo>
                  <a:lnTo>
                    <a:pt x="83404" y="33243"/>
                  </a:lnTo>
                  <a:lnTo>
                    <a:pt x="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5" name="Google Shape;3595;p46"/>
            <p:cNvSpPr/>
            <p:nvPr/>
          </p:nvSpPr>
          <p:spPr>
            <a:xfrm>
              <a:off x="4660530" y="2293011"/>
              <a:ext cx="255496" cy="95191"/>
            </a:xfrm>
            <a:custGeom>
              <a:avLst/>
              <a:gdLst/>
              <a:ahLst/>
              <a:cxnLst/>
              <a:rect l="l" t="t" r="r" b="b"/>
              <a:pathLst>
                <a:path w="166176" h="61913" extrusionOk="0">
                  <a:moveTo>
                    <a:pt x="2703" y="0"/>
                  </a:moveTo>
                  <a:lnTo>
                    <a:pt x="0" y="8239"/>
                  </a:lnTo>
                  <a:lnTo>
                    <a:pt x="163473" y="61913"/>
                  </a:lnTo>
                  <a:lnTo>
                    <a:pt x="166176" y="53662"/>
                  </a:lnTo>
                  <a:lnTo>
                    <a:pt x="270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6" name="Google Shape;3596;p46"/>
            <p:cNvSpPr/>
            <p:nvPr/>
          </p:nvSpPr>
          <p:spPr>
            <a:xfrm>
              <a:off x="4646763" y="2334144"/>
              <a:ext cx="254874" cy="93837"/>
            </a:xfrm>
            <a:custGeom>
              <a:avLst/>
              <a:gdLst/>
              <a:ahLst/>
              <a:cxnLst/>
              <a:rect l="l" t="t" r="r" b="b"/>
              <a:pathLst>
                <a:path w="165772" h="61032" extrusionOk="0">
                  <a:moveTo>
                    <a:pt x="2680" y="1"/>
                  </a:moveTo>
                  <a:lnTo>
                    <a:pt x="1" y="8252"/>
                  </a:lnTo>
                  <a:lnTo>
                    <a:pt x="163104" y="61032"/>
                  </a:lnTo>
                  <a:lnTo>
                    <a:pt x="165771" y="52769"/>
                  </a:lnTo>
                  <a:lnTo>
                    <a:pt x="268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7" name="Google Shape;3597;p46"/>
            <p:cNvSpPr/>
            <p:nvPr/>
          </p:nvSpPr>
          <p:spPr>
            <a:xfrm>
              <a:off x="4475494" y="2398488"/>
              <a:ext cx="365021" cy="1083359"/>
            </a:xfrm>
            <a:custGeom>
              <a:avLst/>
              <a:gdLst/>
              <a:ahLst/>
              <a:cxnLst/>
              <a:rect l="l" t="t" r="r" b="b"/>
              <a:pathLst>
                <a:path w="237412" h="704624" extrusionOk="0">
                  <a:moveTo>
                    <a:pt x="229160" y="1"/>
                  </a:moveTo>
                  <a:lnTo>
                    <a:pt x="1" y="701932"/>
                  </a:lnTo>
                  <a:lnTo>
                    <a:pt x="8264" y="704623"/>
                  </a:lnTo>
                  <a:lnTo>
                    <a:pt x="237411" y="2692"/>
                  </a:lnTo>
                  <a:lnTo>
                    <a:pt x="22916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8" name="Google Shape;3598;p46"/>
            <p:cNvSpPr/>
            <p:nvPr/>
          </p:nvSpPr>
          <p:spPr>
            <a:xfrm>
              <a:off x="4394400" y="2378115"/>
              <a:ext cx="383600" cy="1118304"/>
            </a:xfrm>
            <a:custGeom>
              <a:avLst/>
              <a:gdLst/>
              <a:ahLst/>
              <a:cxnLst/>
              <a:rect l="l" t="t" r="r" b="b"/>
              <a:pathLst>
                <a:path w="249496" h="727352" extrusionOk="0">
                  <a:moveTo>
                    <a:pt x="241256" y="0"/>
                  </a:moveTo>
                  <a:lnTo>
                    <a:pt x="0" y="724613"/>
                  </a:lnTo>
                  <a:lnTo>
                    <a:pt x="8239" y="727352"/>
                  </a:lnTo>
                  <a:lnTo>
                    <a:pt x="249496" y="2751"/>
                  </a:lnTo>
                  <a:lnTo>
                    <a:pt x="24125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9" name="Google Shape;3599;p46"/>
            <p:cNvSpPr/>
            <p:nvPr/>
          </p:nvSpPr>
          <p:spPr>
            <a:xfrm>
              <a:off x="4340470" y="2362371"/>
              <a:ext cx="379444" cy="1077428"/>
            </a:xfrm>
            <a:custGeom>
              <a:avLst/>
              <a:gdLst/>
              <a:ahLst/>
              <a:cxnLst/>
              <a:rect l="l" t="t" r="r" b="b"/>
              <a:pathLst>
                <a:path w="246793" h="700766" extrusionOk="0">
                  <a:moveTo>
                    <a:pt x="238566" y="1"/>
                  </a:moveTo>
                  <a:lnTo>
                    <a:pt x="0" y="697968"/>
                  </a:lnTo>
                  <a:lnTo>
                    <a:pt x="8204" y="700766"/>
                  </a:lnTo>
                  <a:lnTo>
                    <a:pt x="246793" y="2811"/>
                  </a:lnTo>
                  <a:lnTo>
                    <a:pt x="23856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0" name="Google Shape;3600;p46"/>
            <p:cNvSpPr/>
            <p:nvPr/>
          </p:nvSpPr>
          <p:spPr>
            <a:xfrm>
              <a:off x="4728060" y="2219122"/>
              <a:ext cx="26453" cy="31097"/>
            </a:xfrm>
            <a:custGeom>
              <a:avLst/>
              <a:gdLst/>
              <a:ahLst/>
              <a:cxnLst/>
              <a:rect l="l" t="t" r="r" b="b"/>
              <a:pathLst>
                <a:path w="17205" h="20226" extrusionOk="0">
                  <a:moveTo>
                    <a:pt x="10147" y="0"/>
                  </a:moveTo>
                  <a:cubicBezTo>
                    <a:pt x="6726" y="0"/>
                    <a:pt x="3170" y="3227"/>
                    <a:pt x="1703" y="7970"/>
                  </a:cubicBezTo>
                  <a:cubicBezTo>
                    <a:pt x="0" y="13435"/>
                    <a:pt x="1715" y="18805"/>
                    <a:pt x="5525" y="19995"/>
                  </a:cubicBezTo>
                  <a:cubicBezTo>
                    <a:pt x="6030" y="20151"/>
                    <a:pt x="6546" y="20226"/>
                    <a:pt x="7066" y="20226"/>
                  </a:cubicBezTo>
                  <a:cubicBezTo>
                    <a:pt x="10479" y="20226"/>
                    <a:pt x="14037" y="16999"/>
                    <a:pt x="15514" y="12256"/>
                  </a:cubicBezTo>
                  <a:cubicBezTo>
                    <a:pt x="17205" y="6791"/>
                    <a:pt x="15502" y="1422"/>
                    <a:pt x="11692" y="231"/>
                  </a:cubicBezTo>
                  <a:cubicBezTo>
                    <a:pt x="11185" y="75"/>
                    <a:pt x="10668" y="0"/>
                    <a:pt x="1014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1" name="Google Shape;3601;p46"/>
            <p:cNvSpPr/>
            <p:nvPr/>
          </p:nvSpPr>
          <p:spPr>
            <a:xfrm>
              <a:off x="4878260" y="2267972"/>
              <a:ext cx="26490" cy="31059"/>
            </a:xfrm>
            <a:custGeom>
              <a:avLst/>
              <a:gdLst/>
              <a:ahLst/>
              <a:cxnLst/>
              <a:rect l="l" t="t" r="r" b="b"/>
              <a:pathLst>
                <a:path w="17229" h="20201" extrusionOk="0">
                  <a:moveTo>
                    <a:pt x="10170" y="1"/>
                  </a:moveTo>
                  <a:cubicBezTo>
                    <a:pt x="6768" y="1"/>
                    <a:pt x="3210" y="3205"/>
                    <a:pt x="1715" y="7928"/>
                  </a:cubicBezTo>
                  <a:cubicBezTo>
                    <a:pt x="0" y="13381"/>
                    <a:pt x="1679" y="18763"/>
                    <a:pt x="5501" y="19965"/>
                  </a:cubicBezTo>
                  <a:cubicBezTo>
                    <a:pt x="6010" y="20124"/>
                    <a:pt x="6531" y="20201"/>
                    <a:pt x="7055" y="20201"/>
                  </a:cubicBezTo>
                  <a:cubicBezTo>
                    <a:pt x="10458" y="20201"/>
                    <a:pt x="14018" y="16988"/>
                    <a:pt x="15514" y="12274"/>
                  </a:cubicBezTo>
                  <a:cubicBezTo>
                    <a:pt x="17228" y="6809"/>
                    <a:pt x="15538" y="1427"/>
                    <a:pt x="11728" y="237"/>
                  </a:cubicBezTo>
                  <a:cubicBezTo>
                    <a:pt x="11218" y="77"/>
                    <a:pt x="10695" y="1"/>
                    <a:pt x="1017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602" name="Google Shape;3602;p46"/>
          <p:cNvGrpSpPr/>
          <p:nvPr/>
        </p:nvGrpSpPr>
        <p:grpSpPr>
          <a:xfrm>
            <a:off x="2688119" y="2404940"/>
            <a:ext cx="1261639" cy="901450"/>
            <a:chOff x="1964259" y="835048"/>
            <a:chExt cx="1261639" cy="901450"/>
          </a:xfrm>
        </p:grpSpPr>
        <p:sp>
          <p:nvSpPr>
            <p:cNvPr id="3603" name="Google Shape;3603;p46"/>
            <p:cNvSpPr/>
            <p:nvPr/>
          </p:nvSpPr>
          <p:spPr>
            <a:xfrm>
              <a:off x="1971564" y="915663"/>
              <a:ext cx="1254334" cy="699539"/>
            </a:xfrm>
            <a:custGeom>
              <a:avLst/>
              <a:gdLst/>
              <a:ahLst/>
              <a:cxnLst/>
              <a:rect l="l" t="t" r="r" b="b"/>
              <a:pathLst>
                <a:path w="815827" h="454985" extrusionOk="0">
                  <a:moveTo>
                    <a:pt x="0" y="0"/>
                  </a:moveTo>
                  <a:lnTo>
                    <a:pt x="15431" y="449210"/>
                  </a:lnTo>
                  <a:lnTo>
                    <a:pt x="780324" y="454984"/>
                  </a:lnTo>
                  <a:cubicBezTo>
                    <a:pt x="815827" y="226626"/>
                    <a:pt x="699515" y="197691"/>
                    <a:pt x="638284" y="197691"/>
                  </a:cubicBezTo>
                  <a:cubicBezTo>
                    <a:pt x="617501" y="197691"/>
                    <a:pt x="603064" y="201025"/>
                    <a:pt x="603064" y="201025"/>
                  </a:cubicBezTo>
                  <a:lnTo>
                    <a:pt x="60306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4" name="Google Shape;3604;p46"/>
            <p:cNvSpPr/>
            <p:nvPr/>
          </p:nvSpPr>
          <p:spPr>
            <a:xfrm>
              <a:off x="1966804" y="911012"/>
              <a:ext cx="1234622" cy="708840"/>
            </a:xfrm>
            <a:custGeom>
              <a:avLst/>
              <a:gdLst/>
              <a:ahLst/>
              <a:cxnLst/>
              <a:rect l="l" t="t" r="r" b="b"/>
              <a:pathLst>
                <a:path w="803006" h="461034" extrusionOk="0">
                  <a:moveTo>
                    <a:pt x="603171" y="6013"/>
                  </a:moveTo>
                  <a:lnTo>
                    <a:pt x="603171" y="207812"/>
                  </a:lnTo>
                  <a:lnTo>
                    <a:pt x="606850" y="206967"/>
                  </a:lnTo>
                  <a:cubicBezTo>
                    <a:pt x="607179" y="206892"/>
                    <a:pt x="621149" y="203792"/>
                    <a:pt x="641147" y="203792"/>
                  </a:cubicBezTo>
                  <a:cubicBezTo>
                    <a:pt x="668971" y="203792"/>
                    <a:pt x="708463" y="209793"/>
                    <a:pt x="739117" y="238292"/>
                  </a:cubicBezTo>
                  <a:cubicBezTo>
                    <a:pt x="782479" y="278630"/>
                    <a:pt x="796517" y="351520"/>
                    <a:pt x="780848" y="454985"/>
                  </a:cubicBezTo>
                  <a:lnTo>
                    <a:pt x="21432" y="449258"/>
                  </a:lnTo>
                  <a:lnTo>
                    <a:pt x="6228" y="6013"/>
                  </a:lnTo>
                  <a:close/>
                  <a:moveTo>
                    <a:pt x="1" y="1"/>
                  </a:moveTo>
                  <a:lnTo>
                    <a:pt x="15633" y="455223"/>
                  </a:lnTo>
                  <a:lnTo>
                    <a:pt x="783408" y="461010"/>
                  </a:lnTo>
                  <a:lnTo>
                    <a:pt x="785992" y="461034"/>
                  </a:lnTo>
                  <a:lnTo>
                    <a:pt x="786385" y="458474"/>
                  </a:lnTo>
                  <a:cubicBezTo>
                    <a:pt x="803006" y="351556"/>
                    <a:pt x="788480" y="275987"/>
                    <a:pt x="743201" y="233887"/>
                  </a:cubicBezTo>
                  <a:cubicBezTo>
                    <a:pt x="711151" y="204088"/>
                    <a:pt x="669948" y="197823"/>
                    <a:pt x="640994" y="197823"/>
                  </a:cubicBezTo>
                  <a:cubicBezTo>
                    <a:pt x="626299" y="197823"/>
                    <a:pt x="614759" y="199436"/>
                    <a:pt x="609172" y="200406"/>
                  </a:cubicBezTo>
                  <a:lnTo>
                    <a:pt x="60917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5" name="Google Shape;3605;p46"/>
            <p:cNvSpPr/>
            <p:nvPr/>
          </p:nvSpPr>
          <p:spPr>
            <a:xfrm>
              <a:off x="1965706" y="839671"/>
              <a:ext cx="931513" cy="75390"/>
            </a:xfrm>
            <a:custGeom>
              <a:avLst/>
              <a:gdLst/>
              <a:ahLst/>
              <a:cxnLst/>
              <a:rect l="l" t="t" r="r" b="b"/>
              <a:pathLst>
                <a:path w="605862" h="49034" extrusionOk="0">
                  <a:moveTo>
                    <a:pt x="605589" y="48937"/>
                  </a:moveTo>
                  <a:cubicBezTo>
                    <a:pt x="605582" y="48939"/>
                    <a:pt x="605579" y="48940"/>
                    <a:pt x="605581" y="48940"/>
                  </a:cubicBezTo>
                  <a:cubicBezTo>
                    <a:pt x="605583" y="48940"/>
                    <a:pt x="605589" y="48939"/>
                    <a:pt x="605600" y="48938"/>
                  </a:cubicBezTo>
                  <a:cubicBezTo>
                    <a:pt x="605600" y="48938"/>
                    <a:pt x="605597" y="48938"/>
                    <a:pt x="605589" y="48937"/>
                  </a:cubicBezTo>
                  <a:close/>
                  <a:moveTo>
                    <a:pt x="215375" y="0"/>
                  </a:moveTo>
                  <a:cubicBezTo>
                    <a:pt x="167870" y="0"/>
                    <a:pt x="120365" y="154"/>
                    <a:pt x="72866" y="611"/>
                  </a:cubicBezTo>
                  <a:cubicBezTo>
                    <a:pt x="46780" y="849"/>
                    <a:pt x="0" y="15315"/>
                    <a:pt x="2953" y="49033"/>
                  </a:cubicBezTo>
                  <a:cubicBezTo>
                    <a:pt x="2953" y="49033"/>
                    <a:pt x="427076" y="48924"/>
                    <a:pt x="563721" y="48924"/>
                  </a:cubicBezTo>
                  <a:cubicBezTo>
                    <a:pt x="589564" y="48924"/>
                    <a:pt x="605124" y="48928"/>
                    <a:pt x="605589" y="48937"/>
                  </a:cubicBezTo>
                  <a:lnTo>
                    <a:pt x="605589" y="48937"/>
                  </a:lnTo>
                  <a:cubicBezTo>
                    <a:pt x="605630" y="48929"/>
                    <a:pt x="605807" y="48899"/>
                    <a:pt x="605862" y="48890"/>
                  </a:cubicBezTo>
                  <a:cubicBezTo>
                    <a:pt x="604004" y="29757"/>
                    <a:pt x="591181" y="15958"/>
                    <a:pt x="573715" y="9016"/>
                  </a:cubicBezTo>
                  <a:cubicBezTo>
                    <a:pt x="554370" y="1335"/>
                    <a:pt x="532877" y="561"/>
                    <a:pt x="511969" y="561"/>
                  </a:cubicBezTo>
                  <a:cubicBezTo>
                    <a:pt x="506690" y="561"/>
                    <a:pt x="501449" y="611"/>
                    <a:pt x="496288" y="611"/>
                  </a:cubicBezTo>
                  <a:cubicBezTo>
                    <a:pt x="449223" y="611"/>
                    <a:pt x="402169" y="444"/>
                    <a:pt x="355104" y="301"/>
                  </a:cubicBezTo>
                  <a:cubicBezTo>
                    <a:pt x="308532" y="148"/>
                    <a:pt x="261954" y="0"/>
                    <a:pt x="21537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6" name="Google Shape;3606;p46"/>
            <p:cNvSpPr/>
            <p:nvPr/>
          </p:nvSpPr>
          <p:spPr>
            <a:xfrm>
              <a:off x="1964259" y="835048"/>
              <a:ext cx="937993" cy="85285"/>
            </a:xfrm>
            <a:custGeom>
              <a:avLst/>
              <a:gdLst/>
              <a:ahLst/>
              <a:cxnLst/>
              <a:rect l="l" t="t" r="r" b="b"/>
              <a:pathLst>
                <a:path w="610077" h="55470" extrusionOk="0">
                  <a:moveTo>
                    <a:pt x="217597" y="6014"/>
                  </a:moveTo>
                  <a:cubicBezTo>
                    <a:pt x="264279" y="6014"/>
                    <a:pt x="310546" y="6161"/>
                    <a:pt x="356045" y="6308"/>
                  </a:cubicBezTo>
                  <a:lnTo>
                    <a:pt x="361820" y="6332"/>
                  </a:lnTo>
                  <a:cubicBezTo>
                    <a:pt x="406956" y="6463"/>
                    <a:pt x="452105" y="6606"/>
                    <a:pt x="497241" y="6630"/>
                  </a:cubicBezTo>
                  <a:lnTo>
                    <a:pt x="505064" y="6594"/>
                  </a:lnTo>
                  <a:cubicBezTo>
                    <a:pt x="507772" y="6580"/>
                    <a:pt x="510492" y="6566"/>
                    <a:pt x="513217" y="6566"/>
                  </a:cubicBezTo>
                  <a:cubicBezTo>
                    <a:pt x="533845" y="6566"/>
                    <a:pt x="554799" y="7353"/>
                    <a:pt x="573560" y="14809"/>
                  </a:cubicBezTo>
                  <a:cubicBezTo>
                    <a:pt x="590062" y="21382"/>
                    <a:pt x="600814" y="33752"/>
                    <a:pt x="603409" y="49111"/>
                  </a:cubicBezTo>
                  <a:cubicBezTo>
                    <a:pt x="599325" y="48921"/>
                    <a:pt x="592396" y="48921"/>
                    <a:pt x="580645" y="48921"/>
                  </a:cubicBezTo>
                  <a:lnTo>
                    <a:pt x="6763" y="49028"/>
                  </a:lnTo>
                  <a:cubicBezTo>
                    <a:pt x="6763" y="41598"/>
                    <a:pt x="9514" y="34800"/>
                    <a:pt x="14967" y="28799"/>
                  </a:cubicBezTo>
                  <a:cubicBezTo>
                    <a:pt x="27956" y="14488"/>
                    <a:pt x="54412" y="6820"/>
                    <a:pt x="73843" y="6630"/>
                  </a:cubicBezTo>
                  <a:cubicBezTo>
                    <a:pt x="121943" y="6167"/>
                    <a:pt x="169986" y="6014"/>
                    <a:pt x="217597" y="6014"/>
                  </a:cubicBezTo>
                  <a:close/>
                  <a:moveTo>
                    <a:pt x="217596" y="1"/>
                  </a:moveTo>
                  <a:cubicBezTo>
                    <a:pt x="169974" y="1"/>
                    <a:pt x="121920" y="154"/>
                    <a:pt x="73796" y="617"/>
                  </a:cubicBezTo>
                  <a:cubicBezTo>
                    <a:pt x="53067" y="820"/>
                    <a:pt x="24682" y="9178"/>
                    <a:pt x="10526" y="24775"/>
                  </a:cubicBezTo>
                  <a:cubicBezTo>
                    <a:pt x="3239" y="32776"/>
                    <a:pt x="1" y="42051"/>
                    <a:pt x="894" y="52302"/>
                  </a:cubicBezTo>
                  <a:lnTo>
                    <a:pt x="1132" y="55040"/>
                  </a:lnTo>
                  <a:lnTo>
                    <a:pt x="3894" y="55040"/>
                  </a:lnTo>
                  <a:cubicBezTo>
                    <a:pt x="8975" y="55040"/>
                    <a:pt x="437845" y="54939"/>
                    <a:pt x="568888" y="54939"/>
                  </a:cubicBezTo>
                  <a:cubicBezTo>
                    <a:pt x="586757" y="54939"/>
                    <a:pt x="599089" y="54941"/>
                    <a:pt x="604052" y="54945"/>
                  </a:cubicBezTo>
                  <a:lnTo>
                    <a:pt x="604159" y="55469"/>
                  </a:lnTo>
                  <a:lnTo>
                    <a:pt x="610077" y="54338"/>
                  </a:lnTo>
                  <a:lnTo>
                    <a:pt x="609815" y="51611"/>
                  </a:lnTo>
                  <a:cubicBezTo>
                    <a:pt x="607958" y="32538"/>
                    <a:pt x="595551" y="17083"/>
                    <a:pt x="575787" y="9249"/>
                  </a:cubicBezTo>
                  <a:cubicBezTo>
                    <a:pt x="555817" y="1315"/>
                    <a:pt x="534019" y="573"/>
                    <a:pt x="512606" y="573"/>
                  </a:cubicBezTo>
                  <a:cubicBezTo>
                    <a:pt x="510082" y="573"/>
                    <a:pt x="507562" y="583"/>
                    <a:pt x="505052" y="593"/>
                  </a:cubicBezTo>
                  <a:lnTo>
                    <a:pt x="497253" y="617"/>
                  </a:lnTo>
                  <a:cubicBezTo>
                    <a:pt x="452117" y="593"/>
                    <a:pt x="406992" y="462"/>
                    <a:pt x="361855" y="320"/>
                  </a:cubicBezTo>
                  <a:lnTo>
                    <a:pt x="356081" y="296"/>
                  </a:lnTo>
                  <a:cubicBezTo>
                    <a:pt x="310564" y="148"/>
                    <a:pt x="264288" y="1"/>
                    <a:pt x="21759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7" name="Google Shape;3607;p46"/>
            <p:cNvSpPr/>
            <p:nvPr/>
          </p:nvSpPr>
          <p:spPr>
            <a:xfrm>
              <a:off x="2772042" y="957912"/>
              <a:ext cx="126733" cy="266827"/>
            </a:xfrm>
            <a:custGeom>
              <a:avLst/>
              <a:gdLst/>
              <a:ahLst/>
              <a:cxnLst/>
              <a:rect l="l" t="t" r="r" b="b"/>
              <a:pathLst>
                <a:path w="82428" h="173546" extrusionOk="0">
                  <a:moveTo>
                    <a:pt x="1" y="1"/>
                  </a:moveTo>
                  <a:lnTo>
                    <a:pt x="1" y="173546"/>
                  </a:lnTo>
                  <a:lnTo>
                    <a:pt x="82428" y="173546"/>
                  </a:lnTo>
                  <a:lnTo>
                    <a:pt x="82428"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8" name="Google Shape;3608;p46"/>
            <p:cNvSpPr/>
            <p:nvPr/>
          </p:nvSpPr>
          <p:spPr>
            <a:xfrm>
              <a:off x="2767411" y="953281"/>
              <a:ext cx="135995" cy="276072"/>
            </a:xfrm>
            <a:custGeom>
              <a:avLst/>
              <a:gdLst/>
              <a:ahLst/>
              <a:cxnLst/>
              <a:rect l="l" t="t" r="r" b="b"/>
              <a:pathLst>
                <a:path w="88452" h="179559" extrusionOk="0">
                  <a:moveTo>
                    <a:pt x="82439" y="6013"/>
                  </a:moveTo>
                  <a:lnTo>
                    <a:pt x="82439" y="173545"/>
                  </a:lnTo>
                  <a:lnTo>
                    <a:pt x="6013" y="173545"/>
                  </a:lnTo>
                  <a:lnTo>
                    <a:pt x="6013" y="6013"/>
                  </a:lnTo>
                  <a:close/>
                  <a:moveTo>
                    <a:pt x="0" y="0"/>
                  </a:moveTo>
                  <a:lnTo>
                    <a:pt x="0" y="179558"/>
                  </a:lnTo>
                  <a:lnTo>
                    <a:pt x="88452" y="179558"/>
                  </a:lnTo>
                  <a:lnTo>
                    <a:pt x="8845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9" name="Google Shape;3609;p46"/>
            <p:cNvSpPr/>
            <p:nvPr/>
          </p:nvSpPr>
          <p:spPr>
            <a:xfrm>
              <a:off x="1976744" y="1586535"/>
              <a:ext cx="1230723" cy="33501"/>
            </a:xfrm>
            <a:custGeom>
              <a:avLst/>
              <a:gdLst/>
              <a:ahLst/>
              <a:cxnLst/>
              <a:rect l="l" t="t" r="r" b="b"/>
              <a:pathLst>
                <a:path w="800470" h="21789" extrusionOk="0">
                  <a:moveTo>
                    <a:pt x="10895" y="0"/>
                  </a:moveTo>
                  <a:cubicBezTo>
                    <a:pt x="4882" y="0"/>
                    <a:pt x="1" y="4882"/>
                    <a:pt x="1" y="10895"/>
                  </a:cubicBezTo>
                  <a:cubicBezTo>
                    <a:pt x="1" y="16907"/>
                    <a:pt x="4882" y="21789"/>
                    <a:pt x="10895" y="21789"/>
                  </a:cubicBezTo>
                  <a:lnTo>
                    <a:pt x="789576" y="21789"/>
                  </a:lnTo>
                  <a:cubicBezTo>
                    <a:pt x="795588" y="21789"/>
                    <a:pt x="800470" y="16907"/>
                    <a:pt x="800470" y="10895"/>
                  </a:cubicBezTo>
                  <a:cubicBezTo>
                    <a:pt x="800470" y="4882"/>
                    <a:pt x="795588" y="0"/>
                    <a:pt x="78957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0" name="Google Shape;3610;p46"/>
            <p:cNvSpPr/>
            <p:nvPr/>
          </p:nvSpPr>
          <p:spPr>
            <a:xfrm>
              <a:off x="1972113" y="1581904"/>
              <a:ext cx="1239985" cy="42746"/>
            </a:xfrm>
            <a:custGeom>
              <a:avLst/>
              <a:gdLst/>
              <a:ahLst/>
              <a:cxnLst/>
              <a:rect l="l" t="t" r="r" b="b"/>
              <a:pathLst>
                <a:path w="806494" h="27802" extrusionOk="0">
                  <a:moveTo>
                    <a:pt x="792588" y="6013"/>
                  </a:moveTo>
                  <a:cubicBezTo>
                    <a:pt x="796933" y="6013"/>
                    <a:pt x="800481" y="9561"/>
                    <a:pt x="800481" y="13907"/>
                  </a:cubicBezTo>
                  <a:cubicBezTo>
                    <a:pt x="800481" y="18252"/>
                    <a:pt x="796933" y="21788"/>
                    <a:pt x="792588" y="21788"/>
                  </a:cubicBezTo>
                  <a:lnTo>
                    <a:pt x="13907" y="21788"/>
                  </a:lnTo>
                  <a:cubicBezTo>
                    <a:pt x="9561" y="21788"/>
                    <a:pt x="6013" y="18252"/>
                    <a:pt x="6013" y="13907"/>
                  </a:cubicBezTo>
                  <a:cubicBezTo>
                    <a:pt x="6013" y="9561"/>
                    <a:pt x="9561" y="6013"/>
                    <a:pt x="13907" y="6013"/>
                  </a:cubicBezTo>
                  <a:close/>
                  <a:moveTo>
                    <a:pt x="13907" y="0"/>
                  </a:moveTo>
                  <a:cubicBezTo>
                    <a:pt x="6239" y="0"/>
                    <a:pt x="0" y="6239"/>
                    <a:pt x="0" y="13907"/>
                  </a:cubicBezTo>
                  <a:cubicBezTo>
                    <a:pt x="0" y="21574"/>
                    <a:pt x="6239" y="27801"/>
                    <a:pt x="13907" y="27801"/>
                  </a:cubicBezTo>
                  <a:lnTo>
                    <a:pt x="792588" y="27801"/>
                  </a:lnTo>
                  <a:cubicBezTo>
                    <a:pt x="800255" y="27801"/>
                    <a:pt x="806482" y="21562"/>
                    <a:pt x="806494" y="13907"/>
                  </a:cubicBezTo>
                  <a:cubicBezTo>
                    <a:pt x="806494" y="6239"/>
                    <a:pt x="800255" y="0"/>
                    <a:pt x="79258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1" name="Google Shape;3611;p46"/>
            <p:cNvSpPr/>
            <p:nvPr/>
          </p:nvSpPr>
          <p:spPr>
            <a:xfrm>
              <a:off x="2014510" y="971897"/>
              <a:ext cx="191205" cy="237741"/>
            </a:xfrm>
            <a:custGeom>
              <a:avLst/>
              <a:gdLst/>
              <a:ahLst/>
              <a:cxnLst/>
              <a:rect l="l" t="t" r="r" b="b"/>
              <a:pathLst>
                <a:path w="124361" h="154628" extrusionOk="0">
                  <a:moveTo>
                    <a:pt x="0" y="1"/>
                  </a:moveTo>
                  <a:lnTo>
                    <a:pt x="0" y="154627"/>
                  </a:lnTo>
                  <a:lnTo>
                    <a:pt x="124361" y="154627"/>
                  </a:lnTo>
                  <a:lnTo>
                    <a:pt x="124361"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2" name="Google Shape;3612;p46"/>
            <p:cNvSpPr/>
            <p:nvPr/>
          </p:nvSpPr>
          <p:spPr>
            <a:xfrm>
              <a:off x="2009877" y="967267"/>
              <a:ext cx="200452" cy="246984"/>
            </a:xfrm>
            <a:custGeom>
              <a:avLst/>
              <a:gdLst/>
              <a:ahLst/>
              <a:cxnLst/>
              <a:rect l="l" t="t" r="r" b="b"/>
              <a:pathLst>
                <a:path w="130375" h="160640" extrusionOk="0">
                  <a:moveTo>
                    <a:pt x="124374" y="6013"/>
                  </a:moveTo>
                  <a:lnTo>
                    <a:pt x="124374" y="154627"/>
                  </a:lnTo>
                  <a:lnTo>
                    <a:pt x="6026" y="154627"/>
                  </a:lnTo>
                  <a:lnTo>
                    <a:pt x="6026" y="6013"/>
                  </a:lnTo>
                  <a:close/>
                  <a:moveTo>
                    <a:pt x="1" y="1"/>
                  </a:moveTo>
                  <a:lnTo>
                    <a:pt x="1" y="160639"/>
                  </a:lnTo>
                  <a:lnTo>
                    <a:pt x="130374" y="160639"/>
                  </a:lnTo>
                  <a:lnTo>
                    <a:pt x="13037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3" name="Google Shape;3613;p46"/>
            <p:cNvSpPr/>
            <p:nvPr/>
          </p:nvSpPr>
          <p:spPr>
            <a:xfrm>
              <a:off x="2014510" y="1038110"/>
              <a:ext cx="191205" cy="9247"/>
            </a:xfrm>
            <a:custGeom>
              <a:avLst/>
              <a:gdLst/>
              <a:ahLst/>
              <a:cxnLst/>
              <a:rect l="l" t="t" r="r" b="b"/>
              <a:pathLst>
                <a:path w="124361" h="6014" extrusionOk="0">
                  <a:moveTo>
                    <a:pt x="0" y="1"/>
                  </a:moveTo>
                  <a:lnTo>
                    <a:pt x="0" y="6013"/>
                  </a:lnTo>
                  <a:lnTo>
                    <a:pt x="124361" y="6013"/>
                  </a:lnTo>
                  <a:lnTo>
                    <a:pt x="12436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4" name="Google Shape;3614;p46"/>
            <p:cNvSpPr/>
            <p:nvPr/>
          </p:nvSpPr>
          <p:spPr>
            <a:xfrm>
              <a:off x="2250600" y="971897"/>
              <a:ext cx="191205" cy="237741"/>
            </a:xfrm>
            <a:custGeom>
              <a:avLst/>
              <a:gdLst/>
              <a:ahLst/>
              <a:cxnLst/>
              <a:rect l="l" t="t" r="r" b="b"/>
              <a:pathLst>
                <a:path w="124361" h="154628" extrusionOk="0">
                  <a:moveTo>
                    <a:pt x="0" y="1"/>
                  </a:moveTo>
                  <a:lnTo>
                    <a:pt x="0" y="154627"/>
                  </a:lnTo>
                  <a:lnTo>
                    <a:pt x="124361" y="154627"/>
                  </a:lnTo>
                  <a:lnTo>
                    <a:pt x="124361"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5" name="Google Shape;3615;p46"/>
            <p:cNvSpPr/>
            <p:nvPr/>
          </p:nvSpPr>
          <p:spPr>
            <a:xfrm>
              <a:off x="2245968" y="967267"/>
              <a:ext cx="200452" cy="246984"/>
            </a:xfrm>
            <a:custGeom>
              <a:avLst/>
              <a:gdLst/>
              <a:ahLst/>
              <a:cxnLst/>
              <a:rect l="l" t="t" r="r" b="b"/>
              <a:pathLst>
                <a:path w="130375" h="160640" extrusionOk="0">
                  <a:moveTo>
                    <a:pt x="124362" y="6013"/>
                  </a:moveTo>
                  <a:lnTo>
                    <a:pt x="124362" y="154627"/>
                  </a:lnTo>
                  <a:lnTo>
                    <a:pt x="6014" y="154627"/>
                  </a:lnTo>
                  <a:lnTo>
                    <a:pt x="6014" y="6013"/>
                  </a:lnTo>
                  <a:close/>
                  <a:moveTo>
                    <a:pt x="1" y="1"/>
                  </a:moveTo>
                  <a:lnTo>
                    <a:pt x="1" y="160639"/>
                  </a:lnTo>
                  <a:lnTo>
                    <a:pt x="130374" y="160639"/>
                  </a:lnTo>
                  <a:lnTo>
                    <a:pt x="13037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6" name="Google Shape;3616;p46"/>
            <p:cNvSpPr/>
            <p:nvPr/>
          </p:nvSpPr>
          <p:spPr>
            <a:xfrm>
              <a:off x="2250600" y="1038110"/>
              <a:ext cx="191205" cy="9247"/>
            </a:xfrm>
            <a:custGeom>
              <a:avLst/>
              <a:gdLst/>
              <a:ahLst/>
              <a:cxnLst/>
              <a:rect l="l" t="t" r="r" b="b"/>
              <a:pathLst>
                <a:path w="124361" h="6014" extrusionOk="0">
                  <a:moveTo>
                    <a:pt x="0" y="1"/>
                  </a:moveTo>
                  <a:lnTo>
                    <a:pt x="0" y="6013"/>
                  </a:lnTo>
                  <a:lnTo>
                    <a:pt x="124361" y="6013"/>
                  </a:lnTo>
                  <a:lnTo>
                    <a:pt x="12436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7" name="Google Shape;3617;p46"/>
            <p:cNvSpPr/>
            <p:nvPr/>
          </p:nvSpPr>
          <p:spPr>
            <a:xfrm>
              <a:off x="2897437" y="971456"/>
              <a:ext cx="46920" cy="57998"/>
            </a:xfrm>
            <a:custGeom>
              <a:avLst/>
              <a:gdLst/>
              <a:ahLst/>
              <a:cxnLst/>
              <a:rect l="l" t="t" r="r" b="b"/>
              <a:pathLst>
                <a:path w="30517" h="37722" extrusionOk="0">
                  <a:moveTo>
                    <a:pt x="7117" y="1"/>
                  </a:moveTo>
                  <a:cubicBezTo>
                    <a:pt x="3127" y="1"/>
                    <a:pt x="211" y="1090"/>
                    <a:pt x="0" y="1169"/>
                  </a:cubicBezTo>
                  <a:lnTo>
                    <a:pt x="2144" y="6789"/>
                  </a:lnTo>
                  <a:cubicBezTo>
                    <a:pt x="2287" y="6730"/>
                    <a:pt x="4328" y="5986"/>
                    <a:pt x="7100" y="5986"/>
                  </a:cubicBezTo>
                  <a:cubicBezTo>
                    <a:pt x="9380" y="5986"/>
                    <a:pt x="12154" y="6489"/>
                    <a:pt x="14776" y="8289"/>
                  </a:cubicBezTo>
                  <a:cubicBezTo>
                    <a:pt x="20932" y="12516"/>
                    <a:pt x="24301" y="22695"/>
                    <a:pt x="24492" y="37721"/>
                  </a:cubicBezTo>
                  <a:lnTo>
                    <a:pt x="30516" y="37662"/>
                  </a:lnTo>
                  <a:cubicBezTo>
                    <a:pt x="30302" y="20278"/>
                    <a:pt x="26111" y="8718"/>
                    <a:pt x="18098" y="3288"/>
                  </a:cubicBezTo>
                  <a:cubicBezTo>
                    <a:pt x="14313" y="720"/>
                    <a:pt x="10360" y="1"/>
                    <a:pt x="711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8" name="Google Shape;3618;p46"/>
            <p:cNvSpPr/>
            <p:nvPr/>
          </p:nvSpPr>
          <p:spPr>
            <a:xfrm>
              <a:off x="2919422" y="1020921"/>
              <a:ext cx="31250" cy="107055"/>
            </a:xfrm>
            <a:custGeom>
              <a:avLst/>
              <a:gdLst/>
              <a:ahLst/>
              <a:cxnLst/>
              <a:rect l="l" t="t" r="r" b="b"/>
              <a:pathLst>
                <a:path w="20325" h="69629" extrusionOk="0">
                  <a:moveTo>
                    <a:pt x="10175" y="1"/>
                  </a:moveTo>
                  <a:cubicBezTo>
                    <a:pt x="10173" y="1"/>
                    <a:pt x="10171" y="1"/>
                    <a:pt x="10169" y="1"/>
                  </a:cubicBezTo>
                  <a:cubicBezTo>
                    <a:pt x="4549" y="1"/>
                    <a:pt x="1" y="15586"/>
                    <a:pt x="1" y="34815"/>
                  </a:cubicBezTo>
                  <a:cubicBezTo>
                    <a:pt x="1" y="54043"/>
                    <a:pt x="4549" y="69628"/>
                    <a:pt x="10169" y="69628"/>
                  </a:cubicBezTo>
                  <a:cubicBezTo>
                    <a:pt x="15777" y="69628"/>
                    <a:pt x="20325" y="54043"/>
                    <a:pt x="20325" y="34815"/>
                  </a:cubicBezTo>
                  <a:cubicBezTo>
                    <a:pt x="20325" y="15593"/>
                    <a:pt x="15780" y="1"/>
                    <a:pt x="1017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9" name="Google Shape;3619;p46"/>
            <p:cNvSpPr/>
            <p:nvPr/>
          </p:nvSpPr>
          <p:spPr>
            <a:xfrm>
              <a:off x="2914791" y="1016308"/>
              <a:ext cx="40513" cy="116280"/>
            </a:xfrm>
            <a:custGeom>
              <a:avLst/>
              <a:gdLst/>
              <a:ahLst/>
              <a:cxnLst/>
              <a:rect l="l" t="t" r="r" b="b"/>
              <a:pathLst>
                <a:path w="26350" h="75629" extrusionOk="0">
                  <a:moveTo>
                    <a:pt x="13181" y="5989"/>
                  </a:moveTo>
                  <a:cubicBezTo>
                    <a:pt x="14848" y="5989"/>
                    <a:pt x="20336" y="15919"/>
                    <a:pt x="20336" y="37803"/>
                  </a:cubicBezTo>
                  <a:cubicBezTo>
                    <a:pt x="20336" y="59686"/>
                    <a:pt x="14848" y="69604"/>
                    <a:pt x="13181" y="69604"/>
                  </a:cubicBezTo>
                  <a:cubicBezTo>
                    <a:pt x="11514" y="69604"/>
                    <a:pt x="6013" y="59686"/>
                    <a:pt x="6013" y="37803"/>
                  </a:cubicBezTo>
                  <a:cubicBezTo>
                    <a:pt x="6013" y="15907"/>
                    <a:pt x="11514" y="5989"/>
                    <a:pt x="13181" y="5989"/>
                  </a:cubicBezTo>
                  <a:close/>
                  <a:moveTo>
                    <a:pt x="13181" y="0"/>
                  </a:moveTo>
                  <a:cubicBezTo>
                    <a:pt x="4132" y="0"/>
                    <a:pt x="1" y="19610"/>
                    <a:pt x="1" y="37815"/>
                  </a:cubicBezTo>
                  <a:cubicBezTo>
                    <a:pt x="1" y="56019"/>
                    <a:pt x="4132" y="75629"/>
                    <a:pt x="13181" y="75629"/>
                  </a:cubicBezTo>
                  <a:cubicBezTo>
                    <a:pt x="22230" y="75629"/>
                    <a:pt x="26349" y="56019"/>
                    <a:pt x="26349" y="37815"/>
                  </a:cubicBezTo>
                  <a:cubicBezTo>
                    <a:pt x="26349" y="19610"/>
                    <a:pt x="22230" y="0"/>
                    <a:pt x="1318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0" name="Google Shape;3620;p46"/>
            <p:cNvSpPr/>
            <p:nvPr/>
          </p:nvSpPr>
          <p:spPr>
            <a:xfrm>
              <a:off x="1984067" y="1269734"/>
              <a:ext cx="494003" cy="19972"/>
            </a:xfrm>
            <a:custGeom>
              <a:avLst/>
              <a:gdLst/>
              <a:ahLst/>
              <a:cxnLst/>
              <a:rect l="l" t="t" r="r" b="b"/>
              <a:pathLst>
                <a:path w="321303" h="12990" extrusionOk="0">
                  <a:moveTo>
                    <a:pt x="0" y="0"/>
                  </a:moveTo>
                  <a:lnTo>
                    <a:pt x="0" y="12990"/>
                  </a:lnTo>
                  <a:lnTo>
                    <a:pt x="321302" y="12990"/>
                  </a:lnTo>
                  <a:lnTo>
                    <a:pt x="32130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1" name="Google Shape;3621;p46"/>
            <p:cNvSpPr/>
            <p:nvPr/>
          </p:nvSpPr>
          <p:spPr>
            <a:xfrm>
              <a:off x="1984067" y="1403477"/>
              <a:ext cx="494003" cy="19972"/>
            </a:xfrm>
            <a:custGeom>
              <a:avLst/>
              <a:gdLst/>
              <a:ahLst/>
              <a:cxnLst/>
              <a:rect l="l" t="t" r="r" b="b"/>
              <a:pathLst>
                <a:path w="321303" h="12990" extrusionOk="0">
                  <a:moveTo>
                    <a:pt x="0" y="0"/>
                  </a:moveTo>
                  <a:lnTo>
                    <a:pt x="0" y="12990"/>
                  </a:lnTo>
                  <a:lnTo>
                    <a:pt x="321302" y="12990"/>
                  </a:lnTo>
                  <a:lnTo>
                    <a:pt x="32130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2" name="Google Shape;3622;p46"/>
            <p:cNvSpPr/>
            <p:nvPr/>
          </p:nvSpPr>
          <p:spPr>
            <a:xfrm>
              <a:off x="2478069" y="961482"/>
              <a:ext cx="257693" cy="607920"/>
            </a:xfrm>
            <a:custGeom>
              <a:avLst/>
              <a:gdLst/>
              <a:ahLst/>
              <a:cxnLst/>
              <a:rect l="l" t="t" r="r" b="b"/>
              <a:pathLst>
                <a:path w="167605" h="395395" extrusionOk="0">
                  <a:moveTo>
                    <a:pt x="0" y="0"/>
                  </a:moveTo>
                  <a:lnTo>
                    <a:pt x="0" y="395394"/>
                  </a:lnTo>
                  <a:lnTo>
                    <a:pt x="167604" y="395394"/>
                  </a:lnTo>
                  <a:lnTo>
                    <a:pt x="16760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3" name="Google Shape;3623;p46"/>
            <p:cNvSpPr/>
            <p:nvPr/>
          </p:nvSpPr>
          <p:spPr>
            <a:xfrm>
              <a:off x="2473436" y="956851"/>
              <a:ext cx="266956" cy="617163"/>
            </a:xfrm>
            <a:custGeom>
              <a:avLst/>
              <a:gdLst/>
              <a:ahLst/>
              <a:cxnLst/>
              <a:rect l="l" t="t" r="r" b="b"/>
              <a:pathLst>
                <a:path w="173630" h="401407" extrusionOk="0">
                  <a:moveTo>
                    <a:pt x="167617" y="6013"/>
                  </a:moveTo>
                  <a:lnTo>
                    <a:pt x="167617" y="395394"/>
                  </a:lnTo>
                  <a:lnTo>
                    <a:pt x="6014" y="395394"/>
                  </a:lnTo>
                  <a:lnTo>
                    <a:pt x="6014" y="6013"/>
                  </a:lnTo>
                  <a:close/>
                  <a:moveTo>
                    <a:pt x="1" y="0"/>
                  </a:moveTo>
                  <a:lnTo>
                    <a:pt x="1" y="401406"/>
                  </a:lnTo>
                  <a:lnTo>
                    <a:pt x="173630" y="401406"/>
                  </a:lnTo>
                  <a:lnTo>
                    <a:pt x="173630" y="0"/>
                  </a:lnTo>
                  <a:close/>
                </a:path>
              </a:pathLst>
            </a:custGeom>
            <a:solidFill>
              <a:srgbClr val="FFC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4" name="Google Shape;3624;p46"/>
            <p:cNvSpPr/>
            <p:nvPr/>
          </p:nvSpPr>
          <p:spPr>
            <a:xfrm>
              <a:off x="2594421" y="961482"/>
              <a:ext cx="24989" cy="607920"/>
            </a:xfrm>
            <a:custGeom>
              <a:avLst/>
              <a:gdLst/>
              <a:ahLst/>
              <a:cxnLst/>
              <a:rect l="l" t="t" r="r" b="b"/>
              <a:pathLst>
                <a:path w="16253" h="395395" extrusionOk="0">
                  <a:moveTo>
                    <a:pt x="0" y="0"/>
                  </a:moveTo>
                  <a:lnTo>
                    <a:pt x="0" y="395394"/>
                  </a:lnTo>
                  <a:lnTo>
                    <a:pt x="16252" y="395394"/>
                  </a:lnTo>
                  <a:lnTo>
                    <a:pt x="16252" y="0"/>
                  </a:lnTo>
                  <a:close/>
                </a:path>
              </a:pathLst>
            </a:custGeom>
            <a:solidFill>
              <a:srgbClr val="FFC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5" name="Google Shape;3625;p46"/>
            <p:cNvSpPr/>
            <p:nvPr/>
          </p:nvSpPr>
          <p:spPr>
            <a:xfrm>
              <a:off x="2478069" y="1254742"/>
              <a:ext cx="257693" cy="24987"/>
            </a:xfrm>
            <a:custGeom>
              <a:avLst/>
              <a:gdLst/>
              <a:ahLst/>
              <a:cxnLst/>
              <a:rect l="l" t="t" r="r" b="b"/>
              <a:pathLst>
                <a:path w="167605" h="16252" extrusionOk="0">
                  <a:moveTo>
                    <a:pt x="0" y="0"/>
                  </a:moveTo>
                  <a:lnTo>
                    <a:pt x="0" y="16252"/>
                  </a:lnTo>
                  <a:lnTo>
                    <a:pt x="167604" y="16252"/>
                  </a:lnTo>
                  <a:lnTo>
                    <a:pt x="167604" y="0"/>
                  </a:lnTo>
                  <a:close/>
                </a:path>
              </a:pathLst>
            </a:custGeom>
            <a:solidFill>
              <a:srgbClr val="FFC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6" name="Google Shape;3626;p46"/>
            <p:cNvSpPr/>
            <p:nvPr/>
          </p:nvSpPr>
          <p:spPr>
            <a:xfrm>
              <a:off x="2824086" y="1341254"/>
              <a:ext cx="26214" cy="36503"/>
            </a:xfrm>
            <a:custGeom>
              <a:avLst/>
              <a:gdLst/>
              <a:ahLst/>
              <a:cxnLst/>
              <a:rect l="l" t="t" r="r" b="b"/>
              <a:pathLst>
                <a:path w="17050" h="23742" extrusionOk="0">
                  <a:moveTo>
                    <a:pt x="8505" y="1"/>
                  </a:moveTo>
                  <a:cubicBezTo>
                    <a:pt x="8500" y="1"/>
                    <a:pt x="8495" y="1"/>
                    <a:pt x="8489" y="1"/>
                  </a:cubicBezTo>
                  <a:cubicBezTo>
                    <a:pt x="3786" y="13"/>
                    <a:pt x="0" y="5347"/>
                    <a:pt x="24" y="11895"/>
                  </a:cubicBezTo>
                  <a:cubicBezTo>
                    <a:pt x="36" y="18448"/>
                    <a:pt x="3849" y="23742"/>
                    <a:pt x="8545" y="23742"/>
                  </a:cubicBezTo>
                  <a:cubicBezTo>
                    <a:pt x="8550" y="23742"/>
                    <a:pt x="8555" y="23742"/>
                    <a:pt x="8561" y="23742"/>
                  </a:cubicBezTo>
                  <a:cubicBezTo>
                    <a:pt x="13264" y="23718"/>
                    <a:pt x="17050" y="18396"/>
                    <a:pt x="17026" y="11848"/>
                  </a:cubicBezTo>
                  <a:cubicBezTo>
                    <a:pt x="17014" y="5306"/>
                    <a:pt x="13201" y="1"/>
                    <a:pt x="850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7" name="Google Shape;3627;p46"/>
            <p:cNvSpPr/>
            <p:nvPr/>
          </p:nvSpPr>
          <p:spPr>
            <a:xfrm>
              <a:off x="2819472" y="1336623"/>
              <a:ext cx="35424" cy="45748"/>
            </a:xfrm>
            <a:custGeom>
              <a:avLst/>
              <a:gdLst/>
              <a:ahLst/>
              <a:cxnLst/>
              <a:rect l="l" t="t" r="r" b="b"/>
              <a:pathLst>
                <a:path w="23040" h="29755" extrusionOk="0">
                  <a:moveTo>
                    <a:pt x="11514" y="6013"/>
                  </a:moveTo>
                  <a:cubicBezTo>
                    <a:pt x="13229" y="6013"/>
                    <a:pt x="14479" y="7406"/>
                    <a:pt x="15074" y="8216"/>
                  </a:cubicBezTo>
                  <a:cubicBezTo>
                    <a:pt x="16312" y="9930"/>
                    <a:pt x="17027" y="12347"/>
                    <a:pt x="17027" y="14860"/>
                  </a:cubicBezTo>
                  <a:cubicBezTo>
                    <a:pt x="17039" y="17372"/>
                    <a:pt x="16336" y="19801"/>
                    <a:pt x="15122" y="21515"/>
                  </a:cubicBezTo>
                  <a:cubicBezTo>
                    <a:pt x="14538" y="22349"/>
                    <a:pt x="13288" y="23742"/>
                    <a:pt x="11562" y="23742"/>
                  </a:cubicBezTo>
                  <a:cubicBezTo>
                    <a:pt x="8633" y="23742"/>
                    <a:pt x="6061" y="19622"/>
                    <a:pt x="6037" y="14907"/>
                  </a:cubicBezTo>
                  <a:cubicBezTo>
                    <a:pt x="6025" y="12383"/>
                    <a:pt x="6728" y="9966"/>
                    <a:pt x="7942" y="8252"/>
                  </a:cubicBezTo>
                  <a:cubicBezTo>
                    <a:pt x="8526" y="7418"/>
                    <a:pt x="9776" y="6013"/>
                    <a:pt x="11514" y="6013"/>
                  </a:cubicBezTo>
                  <a:close/>
                  <a:moveTo>
                    <a:pt x="11478" y="1"/>
                  </a:moveTo>
                  <a:cubicBezTo>
                    <a:pt x="8264" y="24"/>
                    <a:pt x="5180" y="1763"/>
                    <a:pt x="3037" y="4763"/>
                  </a:cubicBezTo>
                  <a:cubicBezTo>
                    <a:pt x="1072" y="7525"/>
                    <a:pt x="1" y="11121"/>
                    <a:pt x="13" y="14919"/>
                  </a:cubicBezTo>
                  <a:cubicBezTo>
                    <a:pt x="48" y="23242"/>
                    <a:pt x="5109" y="29754"/>
                    <a:pt x="11550" y="29754"/>
                  </a:cubicBezTo>
                  <a:lnTo>
                    <a:pt x="11562" y="29754"/>
                  </a:lnTo>
                  <a:cubicBezTo>
                    <a:pt x="14776" y="29742"/>
                    <a:pt x="17860" y="28004"/>
                    <a:pt x="20003" y="24992"/>
                  </a:cubicBezTo>
                  <a:cubicBezTo>
                    <a:pt x="21968" y="22241"/>
                    <a:pt x="23039" y="18646"/>
                    <a:pt x="23027" y="14848"/>
                  </a:cubicBezTo>
                  <a:cubicBezTo>
                    <a:pt x="23004" y="11050"/>
                    <a:pt x="21920" y="7442"/>
                    <a:pt x="19944" y="4715"/>
                  </a:cubicBezTo>
                  <a:cubicBezTo>
                    <a:pt x="17789" y="1715"/>
                    <a:pt x="14717" y="1"/>
                    <a:pt x="1150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8" name="Google Shape;3628;p46"/>
            <p:cNvSpPr/>
            <p:nvPr/>
          </p:nvSpPr>
          <p:spPr>
            <a:xfrm>
              <a:off x="3062868" y="1340615"/>
              <a:ext cx="26197" cy="36485"/>
            </a:xfrm>
            <a:custGeom>
              <a:avLst/>
              <a:gdLst/>
              <a:ahLst/>
              <a:cxnLst/>
              <a:rect l="l" t="t" r="r" b="b"/>
              <a:pathLst>
                <a:path w="17039" h="23730" extrusionOk="0">
                  <a:moveTo>
                    <a:pt x="8533" y="0"/>
                  </a:moveTo>
                  <a:cubicBezTo>
                    <a:pt x="3837" y="0"/>
                    <a:pt x="36" y="5306"/>
                    <a:pt x="12" y="11847"/>
                  </a:cubicBezTo>
                  <a:cubicBezTo>
                    <a:pt x="0" y="18395"/>
                    <a:pt x="3798" y="23705"/>
                    <a:pt x="8501" y="23729"/>
                  </a:cubicBezTo>
                  <a:cubicBezTo>
                    <a:pt x="8507" y="23729"/>
                    <a:pt x="8512" y="23729"/>
                    <a:pt x="8517" y="23729"/>
                  </a:cubicBezTo>
                  <a:cubicBezTo>
                    <a:pt x="13213" y="23729"/>
                    <a:pt x="17014" y="18412"/>
                    <a:pt x="17026" y="11871"/>
                  </a:cubicBezTo>
                  <a:cubicBezTo>
                    <a:pt x="17038" y="5310"/>
                    <a:pt x="13252" y="0"/>
                    <a:pt x="8549" y="0"/>
                  </a:cubicBezTo>
                  <a:cubicBezTo>
                    <a:pt x="8544" y="0"/>
                    <a:pt x="8538" y="0"/>
                    <a:pt x="853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9" name="Google Shape;3629;p46"/>
            <p:cNvSpPr/>
            <p:nvPr/>
          </p:nvSpPr>
          <p:spPr>
            <a:xfrm>
              <a:off x="3058254" y="1335964"/>
              <a:ext cx="35442" cy="45748"/>
            </a:xfrm>
            <a:custGeom>
              <a:avLst/>
              <a:gdLst/>
              <a:ahLst/>
              <a:cxnLst/>
              <a:rect l="l" t="t" r="r" b="b"/>
              <a:pathLst>
                <a:path w="23052" h="29755" extrusionOk="0">
                  <a:moveTo>
                    <a:pt x="11526" y="6025"/>
                  </a:moveTo>
                  <a:cubicBezTo>
                    <a:pt x="14479" y="6025"/>
                    <a:pt x="17039" y="10169"/>
                    <a:pt x="17027" y="14896"/>
                  </a:cubicBezTo>
                  <a:cubicBezTo>
                    <a:pt x="17027" y="17420"/>
                    <a:pt x="16312" y="19825"/>
                    <a:pt x="15086" y="21539"/>
                  </a:cubicBezTo>
                  <a:cubicBezTo>
                    <a:pt x="14491" y="22373"/>
                    <a:pt x="13241" y="23754"/>
                    <a:pt x="11514" y="23754"/>
                  </a:cubicBezTo>
                  <a:cubicBezTo>
                    <a:pt x="9788" y="23754"/>
                    <a:pt x="8538" y="22361"/>
                    <a:pt x="7942" y="21527"/>
                  </a:cubicBezTo>
                  <a:cubicBezTo>
                    <a:pt x="6704" y="19825"/>
                    <a:pt x="6025" y="17396"/>
                    <a:pt x="6025" y="14884"/>
                  </a:cubicBezTo>
                  <a:cubicBezTo>
                    <a:pt x="6025" y="10169"/>
                    <a:pt x="8597" y="6025"/>
                    <a:pt x="11526" y="6025"/>
                  </a:cubicBezTo>
                  <a:close/>
                  <a:moveTo>
                    <a:pt x="11526" y="1"/>
                  </a:moveTo>
                  <a:cubicBezTo>
                    <a:pt x="5085" y="1"/>
                    <a:pt x="25" y="6526"/>
                    <a:pt x="13" y="14860"/>
                  </a:cubicBezTo>
                  <a:cubicBezTo>
                    <a:pt x="1" y="18658"/>
                    <a:pt x="1084" y="22254"/>
                    <a:pt x="3049" y="25004"/>
                  </a:cubicBezTo>
                  <a:cubicBezTo>
                    <a:pt x="5204" y="28016"/>
                    <a:pt x="8288" y="29755"/>
                    <a:pt x="11502" y="29755"/>
                  </a:cubicBezTo>
                  <a:lnTo>
                    <a:pt x="11514" y="29755"/>
                  </a:lnTo>
                  <a:cubicBezTo>
                    <a:pt x="14729" y="29755"/>
                    <a:pt x="17813" y="28040"/>
                    <a:pt x="19968" y="25040"/>
                  </a:cubicBezTo>
                  <a:cubicBezTo>
                    <a:pt x="21932" y="22301"/>
                    <a:pt x="23039" y="18694"/>
                    <a:pt x="23039" y="14908"/>
                  </a:cubicBezTo>
                  <a:cubicBezTo>
                    <a:pt x="23051" y="6549"/>
                    <a:pt x="18003" y="25"/>
                    <a:pt x="1155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0" name="Google Shape;3630;p46"/>
            <p:cNvSpPr/>
            <p:nvPr/>
          </p:nvSpPr>
          <p:spPr>
            <a:xfrm>
              <a:off x="2921253" y="1358114"/>
              <a:ext cx="65665" cy="51642"/>
            </a:xfrm>
            <a:custGeom>
              <a:avLst/>
              <a:gdLst/>
              <a:ahLst/>
              <a:cxnLst/>
              <a:rect l="l" t="t" r="r" b="b"/>
              <a:pathLst>
                <a:path w="42709" h="33588" extrusionOk="0">
                  <a:moveTo>
                    <a:pt x="6001" y="0"/>
                  </a:moveTo>
                  <a:lnTo>
                    <a:pt x="0" y="274"/>
                  </a:lnTo>
                  <a:lnTo>
                    <a:pt x="131" y="3275"/>
                  </a:lnTo>
                  <a:cubicBezTo>
                    <a:pt x="620" y="14359"/>
                    <a:pt x="4775" y="24182"/>
                    <a:pt x="11216" y="29564"/>
                  </a:cubicBezTo>
                  <a:cubicBezTo>
                    <a:pt x="14407" y="32219"/>
                    <a:pt x="17931" y="33588"/>
                    <a:pt x="21503" y="33588"/>
                  </a:cubicBezTo>
                  <a:cubicBezTo>
                    <a:pt x="22134" y="33588"/>
                    <a:pt x="22765" y="33552"/>
                    <a:pt x="23396" y="33469"/>
                  </a:cubicBezTo>
                  <a:cubicBezTo>
                    <a:pt x="33838" y="32040"/>
                    <a:pt x="41910" y="19360"/>
                    <a:pt x="42589" y="3334"/>
                  </a:cubicBezTo>
                  <a:lnTo>
                    <a:pt x="42708" y="334"/>
                  </a:lnTo>
                  <a:lnTo>
                    <a:pt x="36719" y="72"/>
                  </a:lnTo>
                  <a:lnTo>
                    <a:pt x="36576" y="3084"/>
                  </a:lnTo>
                  <a:cubicBezTo>
                    <a:pt x="36041" y="15776"/>
                    <a:pt x="29897" y="26504"/>
                    <a:pt x="22575" y="27504"/>
                  </a:cubicBezTo>
                  <a:cubicBezTo>
                    <a:pt x="22217" y="27553"/>
                    <a:pt x="21864" y="27575"/>
                    <a:pt x="21519" y="27575"/>
                  </a:cubicBezTo>
                  <a:cubicBezTo>
                    <a:pt x="18824" y="27575"/>
                    <a:pt x="16550" y="26189"/>
                    <a:pt x="15062" y="24944"/>
                  </a:cubicBezTo>
                  <a:cubicBezTo>
                    <a:pt x="9966" y="20693"/>
                    <a:pt x="6549" y="12276"/>
                    <a:pt x="6132" y="3013"/>
                  </a:cubicBezTo>
                  <a:lnTo>
                    <a:pt x="60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1" name="Google Shape;3631;p46"/>
            <p:cNvSpPr/>
            <p:nvPr/>
          </p:nvSpPr>
          <p:spPr>
            <a:xfrm>
              <a:off x="2110505" y="1491362"/>
              <a:ext cx="240540" cy="240540"/>
            </a:xfrm>
            <a:custGeom>
              <a:avLst/>
              <a:gdLst/>
              <a:ahLst/>
              <a:cxnLst/>
              <a:rect l="l" t="t" r="r" b="b"/>
              <a:pathLst>
                <a:path w="156449" h="156449" extrusionOk="0">
                  <a:moveTo>
                    <a:pt x="78225" y="1"/>
                  </a:moveTo>
                  <a:cubicBezTo>
                    <a:pt x="57484" y="1"/>
                    <a:pt x="37589" y="8240"/>
                    <a:pt x="22920" y="22908"/>
                  </a:cubicBezTo>
                  <a:cubicBezTo>
                    <a:pt x="8240" y="37577"/>
                    <a:pt x="1" y="57484"/>
                    <a:pt x="1" y="78225"/>
                  </a:cubicBezTo>
                  <a:cubicBezTo>
                    <a:pt x="1" y="98965"/>
                    <a:pt x="8240" y="118873"/>
                    <a:pt x="22920" y="133541"/>
                  </a:cubicBezTo>
                  <a:cubicBezTo>
                    <a:pt x="37589" y="148210"/>
                    <a:pt x="57484" y="156449"/>
                    <a:pt x="78225" y="156449"/>
                  </a:cubicBezTo>
                  <a:cubicBezTo>
                    <a:pt x="98977" y="156449"/>
                    <a:pt x="118873" y="148210"/>
                    <a:pt x="133541" y="133541"/>
                  </a:cubicBezTo>
                  <a:cubicBezTo>
                    <a:pt x="148210" y="118873"/>
                    <a:pt x="156449" y="98965"/>
                    <a:pt x="156449" y="78225"/>
                  </a:cubicBezTo>
                  <a:cubicBezTo>
                    <a:pt x="156449" y="57484"/>
                    <a:pt x="148210" y="37577"/>
                    <a:pt x="133541" y="22908"/>
                  </a:cubicBezTo>
                  <a:cubicBezTo>
                    <a:pt x="118873" y="8240"/>
                    <a:pt x="98977" y="1"/>
                    <a:pt x="7822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2" name="Google Shape;3632;p46"/>
            <p:cNvSpPr/>
            <p:nvPr/>
          </p:nvSpPr>
          <p:spPr>
            <a:xfrm>
              <a:off x="2105892" y="1486712"/>
              <a:ext cx="249784" cy="249785"/>
            </a:xfrm>
            <a:custGeom>
              <a:avLst/>
              <a:gdLst/>
              <a:ahLst/>
              <a:cxnLst/>
              <a:rect l="l" t="t" r="r" b="b"/>
              <a:pathLst>
                <a:path w="162461" h="162462" extrusionOk="0">
                  <a:moveTo>
                    <a:pt x="81225" y="6025"/>
                  </a:moveTo>
                  <a:cubicBezTo>
                    <a:pt x="122694" y="6025"/>
                    <a:pt x="156448" y="39767"/>
                    <a:pt x="156448" y="81249"/>
                  </a:cubicBezTo>
                  <a:cubicBezTo>
                    <a:pt x="156448" y="122730"/>
                    <a:pt x="122706" y="156460"/>
                    <a:pt x="81225" y="156460"/>
                  </a:cubicBezTo>
                  <a:cubicBezTo>
                    <a:pt x="39743" y="156460"/>
                    <a:pt x="6013" y="122730"/>
                    <a:pt x="6013" y="81249"/>
                  </a:cubicBezTo>
                  <a:cubicBezTo>
                    <a:pt x="6013" y="39767"/>
                    <a:pt x="39743" y="6025"/>
                    <a:pt x="81225" y="6025"/>
                  </a:cubicBezTo>
                  <a:close/>
                  <a:moveTo>
                    <a:pt x="81225" y="1"/>
                  </a:moveTo>
                  <a:cubicBezTo>
                    <a:pt x="36433" y="1"/>
                    <a:pt x="0" y="36434"/>
                    <a:pt x="0" y="81237"/>
                  </a:cubicBezTo>
                  <a:cubicBezTo>
                    <a:pt x="0" y="126028"/>
                    <a:pt x="36445" y="162461"/>
                    <a:pt x="81225" y="162461"/>
                  </a:cubicBezTo>
                  <a:cubicBezTo>
                    <a:pt x="126004" y="162461"/>
                    <a:pt x="162461" y="126028"/>
                    <a:pt x="162461" y="81237"/>
                  </a:cubicBezTo>
                  <a:cubicBezTo>
                    <a:pt x="162461" y="36434"/>
                    <a:pt x="126004" y="1"/>
                    <a:pt x="8122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3" name="Google Shape;3633;p46"/>
            <p:cNvSpPr/>
            <p:nvPr/>
          </p:nvSpPr>
          <p:spPr>
            <a:xfrm>
              <a:off x="2188378" y="1569235"/>
              <a:ext cx="84813" cy="84795"/>
            </a:xfrm>
            <a:custGeom>
              <a:avLst/>
              <a:gdLst/>
              <a:ahLst/>
              <a:cxnLst/>
              <a:rect l="l" t="t" r="r" b="b"/>
              <a:pathLst>
                <a:path w="55163" h="55151" extrusionOk="0">
                  <a:moveTo>
                    <a:pt x="27576" y="1"/>
                  </a:moveTo>
                  <a:cubicBezTo>
                    <a:pt x="12348" y="1"/>
                    <a:pt x="1" y="12348"/>
                    <a:pt x="1" y="27576"/>
                  </a:cubicBezTo>
                  <a:cubicBezTo>
                    <a:pt x="1" y="42804"/>
                    <a:pt x="12348" y="55151"/>
                    <a:pt x="27576" y="55151"/>
                  </a:cubicBezTo>
                  <a:cubicBezTo>
                    <a:pt x="42804" y="55151"/>
                    <a:pt x="55162" y="42804"/>
                    <a:pt x="55162" y="27576"/>
                  </a:cubicBezTo>
                  <a:cubicBezTo>
                    <a:pt x="55162" y="12348"/>
                    <a:pt x="42804" y="1"/>
                    <a:pt x="27576" y="1"/>
                  </a:cubicBezTo>
                  <a:close/>
                </a:path>
              </a:pathLst>
            </a:custGeom>
            <a:solidFill>
              <a:srgbClr val="FAF9E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4" name="Google Shape;3634;p46"/>
            <p:cNvSpPr/>
            <p:nvPr/>
          </p:nvSpPr>
          <p:spPr>
            <a:xfrm>
              <a:off x="2183747" y="1564604"/>
              <a:ext cx="94057" cy="94057"/>
            </a:xfrm>
            <a:custGeom>
              <a:avLst/>
              <a:gdLst/>
              <a:ahLst/>
              <a:cxnLst/>
              <a:rect l="l" t="t" r="r" b="b"/>
              <a:pathLst>
                <a:path w="61175" h="61175" extrusionOk="0">
                  <a:moveTo>
                    <a:pt x="30588" y="6013"/>
                  </a:moveTo>
                  <a:cubicBezTo>
                    <a:pt x="44137" y="6013"/>
                    <a:pt x="55162" y="17050"/>
                    <a:pt x="55162" y="30588"/>
                  </a:cubicBezTo>
                  <a:cubicBezTo>
                    <a:pt x="55162" y="44137"/>
                    <a:pt x="44137" y="55162"/>
                    <a:pt x="30588" y="55162"/>
                  </a:cubicBezTo>
                  <a:cubicBezTo>
                    <a:pt x="17050" y="55162"/>
                    <a:pt x="6013" y="44137"/>
                    <a:pt x="6013" y="30588"/>
                  </a:cubicBezTo>
                  <a:cubicBezTo>
                    <a:pt x="6013" y="17050"/>
                    <a:pt x="17050" y="6013"/>
                    <a:pt x="30588" y="6013"/>
                  </a:cubicBezTo>
                  <a:close/>
                  <a:moveTo>
                    <a:pt x="30588" y="1"/>
                  </a:moveTo>
                  <a:cubicBezTo>
                    <a:pt x="13728" y="1"/>
                    <a:pt x="1" y="13729"/>
                    <a:pt x="1" y="30588"/>
                  </a:cubicBezTo>
                  <a:cubicBezTo>
                    <a:pt x="1" y="47447"/>
                    <a:pt x="13728" y="61175"/>
                    <a:pt x="30588" y="61175"/>
                  </a:cubicBezTo>
                  <a:cubicBezTo>
                    <a:pt x="47447" y="61175"/>
                    <a:pt x="61175" y="47447"/>
                    <a:pt x="61175" y="30588"/>
                  </a:cubicBezTo>
                  <a:cubicBezTo>
                    <a:pt x="61175" y="13729"/>
                    <a:pt x="47447" y="1"/>
                    <a:pt x="3058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5" name="Google Shape;3635;p46"/>
            <p:cNvSpPr/>
            <p:nvPr/>
          </p:nvSpPr>
          <p:spPr>
            <a:xfrm>
              <a:off x="2861869" y="1491362"/>
              <a:ext cx="240540" cy="240540"/>
            </a:xfrm>
            <a:custGeom>
              <a:avLst/>
              <a:gdLst/>
              <a:ahLst/>
              <a:cxnLst/>
              <a:rect l="l" t="t" r="r" b="b"/>
              <a:pathLst>
                <a:path w="156449" h="156449" extrusionOk="0">
                  <a:moveTo>
                    <a:pt x="78225" y="1"/>
                  </a:moveTo>
                  <a:cubicBezTo>
                    <a:pt x="57484" y="1"/>
                    <a:pt x="37589" y="8240"/>
                    <a:pt x="22920" y="22908"/>
                  </a:cubicBezTo>
                  <a:cubicBezTo>
                    <a:pt x="8240" y="37577"/>
                    <a:pt x="1" y="57484"/>
                    <a:pt x="1" y="78225"/>
                  </a:cubicBezTo>
                  <a:cubicBezTo>
                    <a:pt x="1" y="98965"/>
                    <a:pt x="8240" y="118873"/>
                    <a:pt x="22920" y="133541"/>
                  </a:cubicBezTo>
                  <a:cubicBezTo>
                    <a:pt x="37589" y="148210"/>
                    <a:pt x="57484" y="156449"/>
                    <a:pt x="78225" y="156449"/>
                  </a:cubicBezTo>
                  <a:cubicBezTo>
                    <a:pt x="98977" y="156449"/>
                    <a:pt x="118873" y="148210"/>
                    <a:pt x="133541" y="133541"/>
                  </a:cubicBezTo>
                  <a:cubicBezTo>
                    <a:pt x="148210" y="118873"/>
                    <a:pt x="156449" y="98965"/>
                    <a:pt x="156449" y="78225"/>
                  </a:cubicBezTo>
                  <a:cubicBezTo>
                    <a:pt x="156449" y="57484"/>
                    <a:pt x="148210" y="37577"/>
                    <a:pt x="133541" y="22908"/>
                  </a:cubicBezTo>
                  <a:cubicBezTo>
                    <a:pt x="118873" y="8240"/>
                    <a:pt x="98977" y="1"/>
                    <a:pt x="7822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6" name="Google Shape;3636;p46"/>
            <p:cNvSpPr/>
            <p:nvPr/>
          </p:nvSpPr>
          <p:spPr>
            <a:xfrm>
              <a:off x="2857256" y="1486712"/>
              <a:ext cx="249784" cy="249785"/>
            </a:xfrm>
            <a:custGeom>
              <a:avLst/>
              <a:gdLst/>
              <a:ahLst/>
              <a:cxnLst/>
              <a:rect l="l" t="t" r="r" b="b"/>
              <a:pathLst>
                <a:path w="162461" h="162462" extrusionOk="0">
                  <a:moveTo>
                    <a:pt x="81225" y="6025"/>
                  </a:moveTo>
                  <a:cubicBezTo>
                    <a:pt x="122694" y="6025"/>
                    <a:pt x="156448" y="39767"/>
                    <a:pt x="156448" y="81249"/>
                  </a:cubicBezTo>
                  <a:cubicBezTo>
                    <a:pt x="156448" y="122730"/>
                    <a:pt x="122706" y="156460"/>
                    <a:pt x="81225" y="156460"/>
                  </a:cubicBezTo>
                  <a:cubicBezTo>
                    <a:pt x="39743" y="156460"/>
                    <a:pt x="6013" y="122730"/>
                    <a:pt x="6013" y="81249"/>
                  </a:cubicBezTo>
                  <a:cubicBezTo>
                    <a:pt x="6013" y="39767"/>
                    <a:pt x="39743" y="6025"/>
                    <a:pt x="81225" y="6025"/>
                  </a:cubicBezTo>
                  <a:close/>
                  <a:moveTo>
                    <a:pt x="81225" y="1"/>
                  </a:moveTo>
                  <a:cubicBezTo>
                    <a:pt x="36433" y="1"/>
                    <a:pt x="0" y="36434"/>
                    <a:pt x="0" y="81237"/>
                  </a:cubicBezTo>
                  <a:cubicBezTo>
                    <a:pt x="0" y="126028"/>
                    <a:pt x="36445" y="162461"/>
                    <a:pt x="81225" y="162461"/>
                  </a:cubicBezTo>
                  <a:cubicBezTo>
                    <a:pt x="126004" y="162461"/>
                    <a:pt x="162461" y="126028"/>
                    <a:pt x="162461" y="81237"/>
                  </a:cubicBezTo>
                  <a:cubicBezTo>
                    <a:pt x="162461" y="36434"/>
                    <a:pt x="126028" y="1"/>
                    <a:pt x="8122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7" name="Google Shape;3637;p46"/>
            <p:cNvSpPr/>
            <p:nvPr/>
          </p:nvSpPr>
          <p:spPr>
            <a:xfrm>
              <a:off x="2939742" y="1569235"/>
              <a:ext cx="84795" cy="84795"/>
            </a:xfrm>
            <a:custGeom>
              <a:avLst/>
              <a:gdLst/>
              <a:ahLst/>
              <a:cxnLst/>
              <a:rect l="l" t="t" r="r" b="b"/>
              <a:pathLst>
                <a:path w="55151" h="55151" extrusionOk="0">
                  <a:moveTo>
                    <a:pt x="27576" y="1"/>
                  </a:moveTo>
                  <a:cubicBezTo>
                    <a:pt x="12348" y="1"/>
                    <a:pt x="1" y="12348"/>
                    <a:pt x="1" y="27576"/>
                  </a:cubicBezTo>
                  <a:cubicBezTo>
                    <a:pt x="1" y="42804"/>
                    <a:pt x="12348" y="55151"/>
                    <a:pt x="27576" y="55151"/>
                  </a:cubicBezTo>
                  <a:cubicBezTo>
                    <a:pt x="42804" y="55151"/>
                    <a:pt x="55151" y="42804"/>
                    <a:pt x="55151" y="27576"/>
                  </a:cubicBezTo>
                  <a:cubicBezTo>
                    <a:pt x="55151" y="12348"/>
                    <a:pt x="42804" y="1"/>
                    <a:pt x="27576" y="1"/>
                  </a:cubicBezTo>
                  <a:close/>
                </a:path>
              </a:pathLst>
            </a:custGeom>
            <a:solidFill>
              <a:srgbClr val="FAF9E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8" name="Google Shape;3638;p46"/>
            <p:cNvSpPr/>
            <p:nvPr/>
          </p:nvSpPr>
          <p:spPr>
            <a:xfrm>
              <a:off x="2935111" y="1564604"/>
              <a:ext cx="94057" cy="94057"/>
            </a:xfrm>
            <a:custGeom>
              <a:avLst/>
              <a:gdLst/>
              <a:ahLst/>
              <a:cxnLst/>
              <a:rect l="l" t="t" r="r" b="b"/>
              <a:pathLst>
                <a:path w="61175" h="61175" extrusionOk="0">
                  <a:moveTo>
                    <a:pt x="30588" y="6013"/>
                  </a:moveTo>
                  <a:cubicBezTo>
                    <a:pt x="44137" y="6013"/>
                    <a:pt x="55162" y="17050"/>
                    <a:pt x="55162" y="30588"/>
                  </a:cubicBezTo>
                  <a:cubicBezTo>
                    <a:pt x="55162" y="44137"/>
                    <a:pt x="44137" y="55162"/>
                    <a:pt x="30588" y="55162"/>
                  </a:cubicBezTo>
                  <a:cubicBezTo>
                    <a:pt x="17050" y="55162"/>
                    <a:pt x="6013" y="44137"/>
                    <a:pt x="6013" y="30588"/>
                  </a:cubicBezTo>
                  <a:cubicBezTo>
                    <a:pt x="6013" y="17050"/>
                    <a:pt x="17050" y="6013"/>
                    <a:pt x="30588" y="6013"/>
                  </a:cubicBezTo>
                  <a:close/>
                  <a:moveTo>
                    <a:pt x="30588" y="1"/>
                  </a:moveTo>
                  <a:cubicBezTo>
                    <a:pt x="13728" y="1"/>
                    <a:pt x="1" y="13729"/>
                    <a:pt x="1" y="30588"/>
                  </a:cubicBezTo>
                  <a:cubicBezTo>
                    <a:pt x="1" y="47447"/>
                    <a:pt x="13728" y="61175"/>
                    <a:pt x="30588" y="61175"/>
                  </a:cubicBezTo>
                  <a:cubicBezTo>
                    <a:pt x="47459" y="61175"/>
                    <a:pt x="61175" y="47447"/>
                    <a:pt x="61175" y="30588"/>
                  </a:cubicBezTo>
                  <a:cubicBezTo>
                    <a:pt x="61175" y="13729"/>
                    <a:pt x="47447" y="1"/>
                    <a:pt x="3058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639" name="Google Shape;3639;p46"/>
          <p:cNvGrpSpPr/>
          <p:nvPr/>
        </p:nvGrpSpPr>
        <p:grpSpPr>
          <a:xfrm>
            <a:off x="4473024" y="2473732"/>
            <a:ext cx="878757" cy="763865"/>
            <a:chOff x="4356359" y="834331"/>
            <a:chExt cx="878757" cy="763865"/>
          </a:xfrm>
        </p:grpSpPr>
        <p:sp>
          <p:nvSpPr>
            <p:cNvPr id="3640" name="Google Shape;3640;p46"/>
            <p:cNvSpPr/>
            <p:nvPr/>
          </p:nvSpPr>
          <p:spPr>
            <a:xfrm>
              <a:off x="4356359" y="892659"/>
              <a:ext cx="878757" cy="700204"/>
            </a:xfrm>
            <a:custGeom>
              <a:avLst/>
              <a:gdLst/>
              <a:ahLst/>
              <a:cxnLst/>
              <a:rect l="l" t="t" r="r" b="b"/>
              <a:pathLst>
                <a:path w="571549" h="455417" extrusionOk="0">
                  <a:moveTo>
                    <a:pt x="143567" y="0"/>
                  </a:moveTo>
                  <a:cubicBezTo>
                    <a:pt x="109272" y="0"/>
                    <a:pt x="77809" y="22720"/>
                    <a:pt x="68200" y="57384"/>
                  </a:cubicBezTo>
                  <a:lnTo>
                    <a:pt x="11550" y="261719"/>
                  </a:lnTo>
                  <a:cubicBezTo>
                    <a:pt x="1" y="303378"/>
                    <a:pt x="24409" y="346491"/>
                    <a:pt x="66069" y="358040"/>
                  </a:cubicBezTo>
                  <a:lnTo>
                    <a:pt x="407040" y="452551"/>
                  </a:lnTo>
                  <a:cubicBezTo>
                    <a:pt x="414034" y="454491"/>
                    <a:pt x="421070" y="455416"/>
                    <a:pt x="427991" y="455416"/>
                  </a:cubicBezTo>
                  <a:cubicBezTo>
                    <a:pt x="462284" y="455416"/>
                    <a:pt x="493760" y="432697"/>
                    <a:pt x="503350" y="398033"/>
                  </a:cubicBezTo>
                  <a:lnTo>
                    <a:pt x="559999" y="193686"/>
                  </a:lnTo>
                  <a:cubicBezTo>
                    <a:pt x="571549" y="152050"/>
                    <a:pt x="547141" y="108926"/>
                    <a:pt x="505481" y="97365"/>
                  </a:cubicBezTo>
                  <a:lnTo>
                    <a:pt x="164521" y="2865"/>
                  </a:lnTo>
                  <a:cubicBezTo>
                    <a:pt x="157525" y="926"/>
                    <a:pt x="150488" y="0"/>
                    <a:pt x="14356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1" name="Google Shape;3641;p46"/>
            <p:cNvSpPr/>
            <p:nvPr/>
          </p:nvSpPr>
          <p:spPr>
            <a:xfrm>
              <a:off x="4360057" y="887320"/>
              <a:ext cx="871380" cy="710877"/>
            </a:xfrm>
            <a:custGeom>
              <a:avLst/>
              <a:gdLst/>
              <a:ahLst/>
              <a:cxnLst/>
              <a:rect l="l" t="t" r="r" b="b"/>
              <a:pathLst>
                <a:path w="566751" h="462359" extrusionOk="0">
                  <a:moveTo>
                    <a:pt x="141102" y="6922"/>
                  </a:moveTo>
                  <a:cubicBezTo>
                    <a:pt x="147793" y="6922"/>
                    <a:pt x="154556" y="7827"/>
                    <a:pt x="161188" y="9672"/>
                  </a:cubicBezTo>
                  <a:lnTo>
                    <a:pt x="502159" y="104172"/>
                  </a:lnTo>
                  <a:cubicBezTo>
                    <a:pt x="521411" y="109518"/>
                    <a:pt x="537449" y="122031"/>
                    <a:pt x="547284" y="139414"/>
                  </a:cubicBezTo>
                  <a:cubicBezTo>
                    <a:pt x="557118" y="156797"/>
                    <a:pt x="559607" y="176990"/>
                    <a:pt x="554261" y="196243"/>
                  </a:cubicBezTo>
                  <a:lnTo>
                    <a:pt x="497635" y="400589"/>
                  </a:lnTo>
                  <a:cubicBezTo>
                    <a:pt x="492289" y="419841"/>
                    <a:pt x="479787" y="435867"/>
                    <a:pt x="462392" y="445702"/>
                  </a:cubicBezTo>
                  <a:cubicBezTo>
                    <a:pt x="451003" y="452153"/>
                    <a:pt x="438408" y="455441"/>
                    <a:pt x="425661" y="455441"/>
                  </a:cubicBezTo>
                  <a:cubicBezTo>
                    <a:pt x="418952" y="455441"/>
                    <a:pt x="412202" y="454530"/>
                    <a:pt x="405564" y="452691"/>
                  </a:cubicBezTo>
                  <a:lnTo>
                    <a:pt x="64604" y="358179"/>
                  </a:lnTo>
                  <a:cubicBezTo>
                    <a:pt x="24849" y="347166"/>
                    <a:pt x="1477" y="305863"/>
                    <a:pt x="12491" y="266120"/>
                  </a:cubicBezTo>
                  <a:lnTo>
                    <a:pt x="69129" y="61774"/>
                  </a:lnTo>
                  <a:cubicBezTo>
                    <a:pt x="74475" y="42521"/>
                    <a:pt x="86988" y="26484"/>
                    <a:pt x="104371" y="16649"/>
                  </a:cubicBezTo>
                  <a:cubicBezTo>
                    <a:pt x="115765" y="10208"/>
                    <a:pt x="128362" y="6922"/>
                    <a:pt x="141102" y="6922"/>
                  </a:cubicBezTo>
                  <a:close/>
                  <a:moveTo>
                    <a:pt x="141087" y="1"/>
                  </a:moveTo>
                  <a:cubicBezTo>
                    <a:pt x="127156" y="1"/>
                    <a:pt x="113389" y="3597"/>
                    <a:pt x="100942" y="10636"/>
                  </a:cubicBezTo>
                  <a:cubicBezTo>
                    <a:pt x="81952" y="21388"/>
                    <a:pt x="68271" y="38890"/>
                    <a:pt x="62437" y="59928"/>
                  </a:cubicBezTo>
                  <a:lnTo>
                    <a:pt x="5811" y="264275"/>
                  </a:lnTo>
                  <a:cubicBezTo>
                    <a:pt x="1" y="285301"/>
                    <a:pt x="2704" y="307363"/>
                    <a:pt x="13455" y="326342"/>
                  </a:cubicBezTo>
                  <a:cubicBezTo>
                    <a:pt x="24194" y="345332"/>
                    <a:pt x="41709" y="359013"/>
                    <a:pt x="62735" y="364847"/>
                  </a:cubicBezTo>
                  <a:lnTo>
                    <a:pt x="403706" y="459358"/>
                  </a:lnTo>
                  <a:cubicBezTo>
                    <a:pt x="410957" y="461358"/>
                    <a:pt x="418339" y="462359"/>
                    <a:pt x="425661" y="462359"/>
                  </a:cubicBezTo>
                  <a:cubicBezTo>
                    <a:pt x="439592" y="462359"/>
                    <a:pt x="453343" y="458775"/>
                    <a:pt x="465773" y="451714"/>
                  </a:cubicBezTo>
                  <a:cubicBezTo>
                    <a:pt x="484776" y="440975"/>
                    <a:pt x="498432" y="423461"/>
                    <a:pt x="504266" y="402423"/>
                  </a:cubicBezTo>
                  <a:lnTo>
                    <a:pt x="560904" y="198088"/>
                  </a:lnTo>
                  <a:cubicBezTo>
                    <a:pt x="566750" y="177062"/>
                    <a:pt x="564024" y="155011"/>
                    <a:pt x="553284" y="136009"/>
                  </a:cubicBezTo>
                  <a:cubicBezTo>
                    <a:pt x="542521" y="117019"/>
                    <a:pt x="525019" y="103338"/>
                    <a:pt x="503993" y="97504"/>
                  </a:cubicBezTo>
                  <a:lnTo>
                    <a:pt x="163021" y="3005"/>
                  </a:lnTo>
                  <a:cubicBezTo>
                    <a:pt x="155777" y="994"/>
                    <a:pt x="148409" y="1"/>
                    <a:pt x="14108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2" name="Google Shape;3642;p46"/>
            <p:cNvSpPr/>
            <p:nvPr/>
          </p:nvSpPr>
          <p:spPr>
            <a:xfrm>
              <a:off x="4613044" y="1332504"/>
              <a:ext cx="270909" cy="160855"/>
            </a:xfrm>
            <a:custGeom>
              <a:avLst/>
              <a:gdLst/>
              <a:ahLst/>
              <a:cxnLst/>
              <a:rect l="l" t="t" r="r" b="b"/>
              <a:pathLst>
                <a:path w="176201" h="104621" extrusionOk="0">
                  <a:moveTo>
                    <a:pt x="16741" y="1"/>
                  </a:moveTo>
                  <a:lnTo>
                    <a:pt x="0" y="60425"/>
                  </a:lnTo>
                  <a:lnTo>
                    <a:pt x="159461" y="104621"/>
                  </a:lnTo>
                  <a:lnTo>
                    <a:pt x="176201" y="44197"/>
                  </a:lnTo>
                  <a:lnTo>
                    <a:pt x="1674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3" name="Google Shape;3643;p46"/>
            <p:cNvSpPr/>
            <p:nvPr/>
          </p:nvSpPr>
          <p:spPr>
            <a:xfrm>
              <a:off x="4606564" y="1326005"/>
              <a:ext cx="284016" cy="173962"/>
            </a:xfrm>
            <a:custGeom>
              <a:avLst/>
              <a:gdLst/>
              <a:ahLst/>
              <a:cxnLst/>
              <a:rect l="l" t="t" r="r" b="b"/>
              <a:pathLst>
                <a:path w="184726" h="113146" extrusionOk="0">
                  <a:moveTo>
                    <a:pt x="23408" y="8514"/>
                  </a:moveTo>
                  <a:lnTo>
                    <a:pt x="176201" y="50876"/>
                  </a:lnTo>
                  <a:lnTo>
                    <a:pt x="161294" y="104633"/>
                  </a:lnTo>
                  <a:lnTo>
                    <a:pt x="8513" y="62282"/>
                  </a:lnTo>
                  <a:lnTo>
                    <a:pt x="23408" y="8514"/>
                  </a:lnTo>
                  <a:close/>
                  <a:moveTo>
                    <a:pt x="18586" y="1"/>
                  </a:moveTo>
                  <a:lnTo>
                    <a:pt x="1" y="67093"/>
                  </a:lnTo>
                  <a:lnTo>
                    <a:pt x="166117" y="113146"/>
                  </a:lnTo>
                  <a:lnTo>
                    <a:pt x="184726" y="46054"/>
                  </a:lnTo>
                  <a:lnTo>
                    <a:pt x="1858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4" name="Google Shape;3644;p46"/>
            <p:cNvSpPr/>
            <p:nvPr/>
          </p:nvSpPr>
          <p:spPr>
            <a:xfrm>
              <a:off x="4543408" y="839731"/>
              <a:ext cx="562723" cy="562703"/>
            </a:xfrm>
            <a:custGeom>
              <a:avLst/>
              <a:gdLst/>
              <a:ahLst/>
              <a:cxnLst/>
              <a:rect l="l" t="t" r="r" b="b"/>
              <a:pathLst>
                <a:path w="365999" h="365986" extrusionOk="0">
                  <a:moveTo>
                    <a:pt x="183000" y="0"/>
                  </a:moveTo>
                  <a:cubicBezTo>
                    <a:pt x="134458" y="0"/>
                    <a:pt x="87917" y="19276"/>
                    <a:pt x="53603" y="53590"/>
                  </a:cubicBezTo>
                  <a:cubicBezTo>
                    <a:pt x="19277" y="87916"/>
                    <a:pt x="1" y="134457"/>
                    <a:pt x="1" y="182987"/>
                  </a:cubicBezTo>
                  <a:cubicBezTo>
                    <a:pt x="1" y="231528"/>
                    <a:pt x="19277" y="278070"/>
                    <a:pt x="53603" y="312396"/>
                  </a:cubicBezTo>
                  <a:cubicBezTo>
                    <a:pt x="87917" y="346709"/>
                    <a:pt x="134458" y="365985"/>
                    <a:pt x="183000" y="365985"/>
                  </a:cubicBezTo>
                  <a:cubicBezTo>
                    <a:pt x="231530" y="365985"/>
                    <a:pt x="278071" y="346709"/>
                    <a:pt x="312397" y="312396"/>
                  </a:cubicBezTo>
                  <a:cubicBezTo>
                    <a:pt x="346711" y="278070"/>
                    <a:pt x="365999" y="231528"/>
                    <a:pt x="365999" y="182987"/>
                  </a:cubicBezTo>
                  <a:cubicBezTo>
                    <a:pt x="365999" y="134457"/>
                    <a:pt x="346711" y="87916"/>
                    <a:pt x="312397" y="53590"/>
                  </a:cubicBezTo>
                  <a:cubicBezTo>
                    <a:pt x="278071" y="19276"/>
                    <a:pt x="231530" y="0"/>
                    <a:pt x="18300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5" name="Google Shape;3645;p46"/>
            <p:cNvSpPr/>
            <p:nvPr/>
          </p:nvSpPr>
          <p:spPr>
            <a:xfrm>
              <a:off x="4506267" y="834331"/>
              <a:ext cx="636971" cy="573448"/>
            </a:xfrm>
            <a:custGeom>
              <a:avLst/>
              <a:gdLst/>
              <a:ahLst/>
              <a:cxnLst/>
              <a:rect l="l" t="t" r="r" b="b"/>
              <a:pathLst>
                <a:path w="414290" h="372974" extrusionOk="0">
                  <a:moveTo>
                    <a:pt x="206871" y="6870"/>
                  </a:moveTo>
                  <a:cubicBezTo>
                    <a:pt x="222980" y="6870"/>
                    <a:pt x="239185" y="9060"/>
                    <a:pt x="255104" y="13466"/>
                  </a:cubicBezTo>
                  <a:cubicBezTo>
                    <a:pt x="350520" y="39909"/>
                    <a:pt x="406634" y="139041"/>
                    <a:pt x="380179" y="234445"/>
                  </a:cubicBezTo>
                  <a:cubicBezTo>
                    <a:pt x="358164" y="313859"/>
                    <a:pt x="285774" y="366051"/>
                    <a:pt x="207096" y="366051"/>
                  </a:cubicBezTo>
                  <a:cubicBezTo>
                    <a:pt x="191265" y="366051"/>
                    <a:pt x="175180" y="363938"/>
                    <a:pt x="159199" y="359508"/>
                  </a:cubicBezTo>
                  <a:cubicBezTo>
                    <a:pt x="63806" y="333052"/>
                    <a:pt x="7692" y="233921"/>
                    <a:pt x="34147" y="138529"/>
                  </a:cubicBezTo>
                  <a:cubicBezTo>
                    <a:pt x="46947" y="92309"/>
                    <a:pt x="76986" y="53852"/>
                    <a:pt x="118717" y="30230"/>
                  </a:cubicBezTo>
                  <a:cubicBezTo>
                    <a:pt x="146066" y="14752"/>
                    <a:pt x="176284" y="6870"/>
                    <a:pt x="206871" y="6870"/>
                  </a:cubicBezTo>
                  <a:close/>
                  <a:moveTo>
                    <a:pt x="207199" y="1"/>
                  </a:moveTo>
                  <a:cubicBezTo>
                    <a:pt x="125498" y="1"/>
                    <a:pt x="50322" y="54198"/>
                    <a:pt x="27456" y="136671"/>
                  </a:cubicBezTo>
                  <a:cubicBezTo>
                    <a:pt x="0" y="235755"/>
                    <a:pt x="58269" y="338708"/>
                    <a:pt x="157341" y="366164"/>
                  </a:cubicBezTo>
                  <a:cubicBezTo>
                    <a:pt x="173950" y="370783"/>
                    <a:pt x="190655" y="372974"/>
                    <a:pt x="207097" y="372974"/>
                  </a:cubicBezTo>
                  <a:cubicBezTo>
                    <a:pt x="288798" y="372974"/>
                    <a:pt x="363974" y="318765"/>
                    <a:pt x="386834" y="236291"/>
                  </a:cubicBezTo>
                  <a:cubicBezTo>
                    <a:pt x="414290" y="137207"/>
                    <a:pt x="356033" y="34254"/>
                    <a:pt x="256949" y="6798"/>
                  </a:cubicBezTo>
                  <a:cubicBezTo>
                    <a:pt x="240350" y="2196"/>
                    <a:pt x="223643" y="1"/>
                    <a:pt x="20719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6" name="Google Shape;3646;p46"/>
            <p:cNvSpPr/>
            <p:nvPr/>
          </p:nvSpPr>
          <p:spPr>
            <a:xfrm>
              <a:off x="5130001" y="1033133"/>
              <a:ext cx="43058" cy="57827"/>
            </a:xfrm>
            <a:custGeom>
              <a:avLst/>
              <a:gdLst/>
              <a:ahLst/>
              <a:cxnLst/>
              <a:rect l="l" t="t" r="r" b="b"/>
              <a:pathLst>
                <a:path w="28005" h="37611" extrusionOk="0">
                  <a:moveTo>
                    <a:pt x="13556" y="1"/>
                  </a:moveTo>
                  <a:cubicBezTo>
                    <a:pt x="13404" y="1"/>
                    <a:pt x="13251" y="4"/>
                    <a:pt x="13098" y="11"/>
                  </a:cubicBezTo>
                  <a:cubicBezTo>
                    <a:pt x="5633" y="380"/>
                    <a:pt x="1" y="9084"/>
                    <a:pt x="501" y="19466"/>
                  </a:cubicBezTo>
                  <a:cubicBezTo>
                    <a:pt x="979" y="29627"/>
                    <a:pt x="7182" y="37610"/>
                    <a:pt x="14433" y="37610"/>
                  </a:cubicBezTo>
                  <a:cubicBezTo>
                    <a:pt x="14591" y="37610"/>
                    <a:pt x="14749" y="37607"/>
                    <a:pt x="14907" y="37599"/>
                  </a:cubicBezTo>
                  <a:cubicBezTo>
                    <a:pt x="22361" y="37242"/>
                    <a:pt x="28004" y="28538"/>
                    <a:pt x="27504" y="18168"/>
                  </a:cubicBezTo>
                  <a:cubicBezTo>
                    <a:pt x="27003" y="7988"/>
                    <a:pt x="20814" y="1"/>
                    <a:pt x="1355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7" name="Google Shape;3647;p46"/>
            <p:cNvSpPr/>
            <p:nvPr/>
          </p:nvSpPr>
          <p:spPr>
            <a:xfrm>
              <a:off x="5125004" y="1027844"/>
              <a:ext cx="52996" cy="68462"/>
            </a:xfrm>
            <a:custGeom>
              <a:avLst/>
              <a:gdLst/>
              <a:ahLst/>
              <a:cxnLst/>
              <a:rect l="l" t="t" r="r" b="b"/>
              <a:pathLst>
                <a:path w="34469" h="44528" extrusionOk="0">
                  <a:moveTo>
                    <a:pt x="16800" y="6916"/>
                  </a:moveTo>
                  <a:cubicBezTo>
                    <a:pt x="22134" y="6916"/>
                    <a:pt x="26897" y="13607"/>
                    <a:pt x="27278" y="21763"/>
                  </a:cubicBezTo>
                  <a:cubicBezTo>
                    <a:pt x="27480" y="26073"/>
                    <a:pt x="26504" y="30133"/>
                    <a:pt x="24515" y="33205"/>
                  </a:cubicBezTo>
                  <a:cubicBezTo>
                    <a:pt x="22753" y="35908"/>
                    <a:pt x="20432" y="37467"/>
                    <a:pt x="17967" y="37586"/>
                  </a:cubicBezTo>
                  <a:cubicBezTo>
                    <a:pt x="17872" y="37610"/>
                    <a:pt x="17765" y="37610"/>
                    <a:pt x="17669" y="37610"/>
                  </a:cubicBezTo>
                  <a:cubicBezTo>
                    <a:pt x="12347" y="37610"/>
                    <a:pt x="7585" y="30907"/>
                    <a:pt x="7192" y="22751"/>
                  </a:cubicBezTo>
                  <a:cubicBezTo>
                    <a:pt x="7001" y="18453"/>
                    <a:pt x="7966" y="14393"/>
                    <a:pt x="9954" y="11321"/>
                  </a:cubicBezTo>
                  <a:cubicBezTo>
                    <a:pt x="11716" y="8618"/>
                    <a:pt x="14038" y="7047"/>
                    <a:pt x="16503" y="6928"/>
                  </a:cubicBezTo>
                  <a:cubicBezTo>
                    <a:pt x="16598" y="6916"/>
                    <a:pt x="16705" y="6916"/>
                    <a:pt x="16800" y="6916"/>
                  </a:cubicBezTo>
                  <a:close/>
                  <a:moveTo>
                    <a:pt x="16671" y="0"/>
                  </a:moveTo>
                  <a:cubicBezTo>
                    <a:pt x="16496" y="0"/>
                    <a:pt x="16321" y="4"/>
                    <a:pt x="16145" y="10"/>
                  </a:cubicBezTo>
                  <a:cubicBezTo>
                    <a:pt x="11419" y="248"/>
                    <a:pt x="7144" y="2927"/>
                    <a:pt x="4144" y="7559"/>
                  </a:cubicBezTo>
                  <a:cubicBezTo>
                    <a:pt x="1370" y="11821"/>
                    <a:pt x="0" y="17346"/>
                    <a:pt x="286" y="23073"/>
                  </a:cubicBezTo>
                  <a:cubicBezTo>
                    <a:pt x="870" y="35074"/>
                    <a:pt x="8609" y="44528"/>
                    <a:pt x="17681" y="44528"/>
                  </a:cubicBezTo>
                  <a:cubicBezTo>
                    <a:pt x="17896" y="44528"/>
                    <a:pt x="18110" y="44504"/>
                    <a:pt x="18312" y="44504"/>
                  </a:cubicBezTo>
                  <a:cubicBezTo>
                    <a:pt x="23039" y="44266"/>
                    <a:pt x="27313" y="41587"/>
                    <a:pt x="30314" y="36967"/>
                  </a:cubicBezTo>
                  <a:cubicBezTo>
                    <a:pt x="33100" y="32693"/>
                    <a:pt x="34469" y="27168"/>
                    <a:pt x="34183" y="21441"/>
                  </a:cubicBezTo>
                  <a:cubicBezTo>
                    <a:pt x="33599" y="9184"/>
                    <a:pt x="25882" y="0"/>
                    <a:pt x="1667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8" name="Google Shape;3648;p46"/>
            <p:cNvSpPr/>
            <p:nvPr/>
          </p:nvSpPr>
          <p:spPr>
            <a:xfrm>
              <a:off x="4879175" y="1090099"/>
              <a:ext cx="278964" cy="331630"/>
            </a:xfrm>
            <a:custGeom>
              <a:avLst/>
              <a:gdLst/>
              <a:ahLst/>
              <a:cxnLst/>
              <a:rect l="l" t="t" r="r" b="b"/>
              <a:pathLst>
                <a:path w="181440" h="215694" extrusionOk="0">
                  <a:moveTo>
                    <a:pt x="174606" y="0"/>
                  </a:moveTo>
                  <a:cubicBezTo>
                    <a:pt x="141080" y="200492"/>
                    <a:pt x="22456" y="208795"/>
                    <a:pt x="3209" y="208795"/>
                  </a:cubicBezTo>
                  <a:cubicBezTo>
                    <a:pt x="1594" y="208795"/>
                    <a:pt x="679" y="208737"/>
                    <a:pt x="572" y="208728"/>
                  </a:cubicBezTo>
                  <a:lnTo>
                    <a:pt x="0" y="215622"/>
                  </a:lnTo>
                  <a:cubicBezTo>
                    <a:pt x="119" y="215622"/>
                    <a:pt x="1179" y="215694"/>
                    <a:pt x="3037" y="215694"/>
                  </a:cubicBezTo>
                  <a:cubicBezTo>
                    <a:pt x="23992" y="215694"/>
                    <a:pt x="147066" y="206740"/>
                    <a:pt x="181440" y="1143"/>
                  </a:cubicBezTo>
                  <a:lnTo>
                    <a:pt x="17460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9" name="Google Shape;3649;p46"/>
            <p:cNvSpPr/>
            <p:nvPr/>
          </p:nvSpPr>
          <p:spPr>
            <a:xfrm>
              <a:off x="4784699" y="1119993"/>
              <a:ext cx="64603" cy="58159"/>
            </a:xfrm>
            <a:custGeom>
              <a:avLst/>
              <a:gdLst/>
              <a:ahLst/>
              <a:cxnLst/>
              <a:rect l="l" t="t" r="r" b="b"/>
              <a:pathLst>
                <a:path w="42018" h="37827" extrusionOk="0">
                  <a:moveTo>
                    <a:pt x="21005" y="0"/>
                  </a:moveTo>
                  <a:cubicBezTo>
                    <a:pt x="12717" y="0"/>
                    <a:pt x="5105" y="5487"/>
                    <a:pt x="2786" y="13859"/>
                  </a:cubicBezTo>
                  <a:cubicBezTo>
                    <a:pt x="0" y="23920"/>
                    <a:pt x="5894" y="34362"/>
                    <a:pt x="15955" y="37136"/>
                  </a:cubicBezTo>
                  <a:cubicBezTo>
                    <a:pt x="17643" y="37603"/>
                    <a:pt x="19342" y="37826"/>
                    <a:pt x="21013" y="37826"/>
                  </a:cubicBezTo>
                  <a:cubicBezTo>
                    <a:pt x="29301" y="37826"/>
                    <a:pt x="36913" y="32340"/>
                    <a:pt x="39231" y="23968"/>
                  </a:cubicBezTo>
                  <a:cubicBezTo>
                    <a:pt x="42017" y="13907"/>
                    <a:pt x="36124" y="3477"/>
                    <a:pt x="26063" y="691"/>
                  </a:cubicBezTo>
                  <a:cubicBezTo>
                    <a:pt x="24375" y="223"/>
                    <a:pt x="22676" y="0"/>
                    <a:pt x="21005" y="0"/>
                  </a:cubicBezTo>
                  <a:close/>
                </a:path>
              </a:pathLst>
            </a:custGeom>
            <a:solidFill>
              <a:srgbClr val="FAF9E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0" name="Google Shape;3650;p46"/>
            <p:cNvSpPr/>
            <p:nvPr/>
          </p:nvSpPr>
          <p:spPr>
            <a:xfrm>
              <a:off x="4781404" y="1114654"/>
              <a:ext cx="73792" cy="68825"/>
            </a:xfrm>
            <a:custGeom>
              <a:avLst/>
              <a:gdLst/>
              <a:ahLst/>
              <a:cxnLst/>
              <a:rect l="l" t="t" r="r" b="b"/>
              <a:pathLst>
                <a:path w="47995" h="44764" extrusionOk="0">
                  <a:moveTo>
                    <a:pt x="23134" y="6937"/>
                  </a:moveTo>
                  <a:cubicBezTo>
                    <a:pt x="24515" y="6937"/>
                    <a:pt x="25908" y="7128"/>
                    <a:pt x="27277" y="7520"/>
                  </a:cubicBezTo>
                  <a:cubicBezTo>
                    <a:pt x="31254" y="8616"/>
                    <a:pt x="34564" y="11199"/>
                    <a:pt x="36600" y="14795"/>
                  </a:cubicBezTo>
                  <a:cubicBezTo>
                    <a:pt x="38624" y="18379"/>
                    <a:pt x="39148" y="22546"/>
                    <a:pt x="38041" y="26523"/>
                  </a:cubicBezTo>
                  <a:cubicBezTo>
                    <a:pt x="36147" y="33353"/>
                    <a:pt x="29920" y="37848"/>
                    <a:pt x="23146" y="37848"/>
                  </a:cubicBezTo>
                  <a:cubicBezTo>
                    <a:pt x="21784" y="37848"/>
                    <a:pt x="20401" y="37667"/>
                    <a:pt x="19026" y="37286"/>
                  </a:cubicBezTo>
                  <a:cubicBezTo>
                    <a:pt x="10823" y="35000"/>
                    <a:pt x="5989" y="26475"/>
                    <a:pt x="8263" y="18260"/>
                  </a:cubicBezTo>
                  <a:cubicBezTo>
                    <a:pt x="9358" y="14283"/>
                    <a:pt x="11954" y="10985"/>
                    <a:pt x="15538" y="8937"/>
                  </a:cubicBezTo>
                  <a:cubicBezTo>
                    <a:pt x="17895" y="7604"/>
                    <a:pt x="20491" y="6937"/>
                    <a:pt x="23134" y="6937"/>
                  </a:cubicBezTo>
                  <a:close/>
                  <a:moveTo>
                    <a:pt x="23110" y="0"/>
                  </a:moveTo>
                  <a:cubicBezTo>
                    <a:pt x="19299" y="0"/>
                    <a:pt x="15532" y="987"/>
                    <a:pt x="12133" y="2913"/>
                  </a:cubicBezTo>
                  <a:cubicBezTo>
                    <a:pt x="6930" y="5865"/>
                    <a:pt x="3191" y="10652"/>
                    <a:pt x="1596" y="16414"/>
                  </a:cubicBezTo>
                  <a:cubicBezTo>
                    <a:pt x="0" y="22177"/>
                    <a:pt x="726" y="28213"/>
                    <a:pt x="3679" y="33405"/>
                  </a:cubicBezTo>
                  <a:cubicBezTo>
                    <a:pt x="6620" y="38608"/>
                    <a:pt x="11418" y="42358"/>
                    <a:pt x="17181" y="43942"/>
                  </a:cubicBezTo>
                  <a:cubicBezTo>
                    <a:pt x="19169" y="44501"/>
                    <a:pt x="21181" y="44763"/>
                    <a:pt x="23146" y="44763"/>
                  </a:cubicBezTo>
                  <a:cubicBezTo>
                    <a:pt x="32957" y="44763"/>
                    <a:pt x="41970" y="38262"/>
                    <a:pt x="44708" y="28368"/>
                  </a:cubicBezTo>
                  <a:cubicBezTo>
                    <a:pt x="47994" y="16474"/>
                    <a:pt x="41017" y="4127"/>
                    <a:pt x="29123" y="829"/>
                  </a:cubicBezTo>
                  <a:cubicBezTo>
                    <a:pt x="27138" y="274"/>
                    <a:pt x="25118" y="0"/>
                    <a:pt x="2311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1" name="Google Shape;3651;p46"/>
            <p:cNvSpPr/>
            <p:nvPr/>
          </p:nvSpPr>
          <p:spPr>
            <a:xfrm>
              <a:off x="4569768" y="1042888"/>
              <a:ext cx="130340" cy="242810"/>
            </a:xfrm>
            <a:custGeom>
              <a:avLst/>
              <a:gdLst/>
              <a:ahLst/>
              <a:cxnLst/>
              <a:rect l="l" t="t" r="r" b="b"/>
              <a:pathLst>
                <a:path w="84774" h="157925" extrusionOk="0">
                  <a:moveTo>
                    <a:pt x="37220" y="0"/>
                  </a:moveTo>
                  <a:lnTo>
                    <a:pt x="37220" y="0"/>
                  </a:lnTo>
                  <a:cubicBezTo>
                    <a:pt x="36839" y="1012"/>
                    <a:pt x="1" y="101298"/>
                    <a:pt x="80797" y="157924"/>
                  </a:cubicBezTo>
                  <a:lnTo>
                    <a:pt x="84773" y="152257"/>
                  </a:lnTo>
                  <a:cubicBezTo>
                    <a:pt x="8419" y="98739"/>
                    <a:pt x="43340" y="3405"/>
                    <a:pt x="43697" y="2453"/>
                  </a:cubicBezTo>
                  <a:lnTo>
                    <a:pt x="37220"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2" name="Google Shape;3652;p46"/>
            <p:cNvSpPr/>
            <p:nvPr/>
          </p:nvSpPr>
          <p:spPr>
            <a:xfrm>
              <a:off x="4702761" y="962410"/>
              <a:ext cx="35167" cy="41330"/>
            </a:xfrm>
            <a:custGeom>
              <a:avLst/>
              <a:gdLst/>
              <a:ahLst/>
              <a:cxnLst/>
              <a:rect l="l" t="t" r="r" b="b"/>
              <a:pathLst>
                <a:path w="22873" h="26881" extrusionOk="0">
                  <a:moveTo>
                    <a:pt x="13156" y="1"/>
                  </a:moveTo>
                  <a:cubicBezTo>
                    <a:pt x="8489" y="1"/>
                    <a:pt x="3750" y="4448"/>
                    <a:pt x="1989" y="10851"/>
                  </a:cubicBezTo>
                  <a:cubicBezTo>
                    <a:pt x="1" y="18150"/>
                    <a:pt x="2608" y="25198"/>
                    <a:pt x="7823" y="26627"/>
                  </a:cubicBezTo>
                  <a:cubicBezTo>
                    <a:pt x="8448" y="26798"/>
                    <a:pt x="9082" y="26881"/>
                    <a:pt x="9718" y="26881"/>
                  </a:cubicBezTo>
                  <a:cubicBezTo>
                    <a:pt x="14384" y="26881"/>
                    <a:pt x="19124" y="22433"/>
                    <a:pt x="20884" y="16030"/>
                  </a:cubicBezTo>
                  <a:cubicBezTo>
                    <a:pt x="22873" y="8756"/>
                    <a:pt x="20253" y="1683"/>
                    <a:pt x="15050" y="255"/>
                  </a:cubicBezTo>
                  <a:cubicBezTo>
                    <a:pt x="14425" y="83"/>
                    <a:pt x="13791" y="1"/>
                    <a:pt x="1315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3" name="Google Shape;3653;p46"/>
            <p:cNvSpPr/>
            <p:nvPr/>
          </p:nvSpPr>
          <p:spPr>
            <a:xfrm>
              <a:off x="4698898" y="957079"/>
              <a:ext cx="44961" cy="51963"/>
            </a:xfrm>
            <a:custGeom>
              <a:avLst/>
              <a:gdLst/>
              <a:ahLst/>
              <a:cxnLst/>
              <a:rect l="l" t="t" r="r" b="b"/>
              <a:pathLst>
                <a:path w="29243" h="33797" extrusionOk="0">
                  <a:moveTo>
                    <a:pt x="15657" y="6936"/>
                  </a:moveTo>
                  <a:cubicBezTo>
                    <a:pt x="15967" y="6936"/>
                    <a:pt x="16312" y="6984"/>
                    <a:pt x="16634" y="7067"/>
                  </a:cubicBezTo>
                  <a:cubicBezTo>
                    <a:pt x="19884" y="7960"/>
                    <a:pt x="21491" y="13354"/>
                    <a:pt x="20039" y="18592"/>
                  </a:cubicBezTo>
                  <a:cubicBezTo>
                    <a:pt x="19265" y="21378"/>
                    <a:pt x="17753" y="23843"/>
                    <a:pt x="15872" y="25379"/>
                  </a:cubicBezTo>
                  <a:cubicBezTo>
                    <a:pt x="15122" y="25990"/>
                    <a:pt x="13753" y="26887"/>
                    <a:pt x="12209" y="26887"/>
                  </a:cubicBezTo>
                  <a:cubicBezTo>
                    <a:pt x="11889" y="26887"/>
                    <a:pt x="11560" y="26848"/>
                    <a:pt x="11228" y="26760"/>
                  </a:cubicBezTo>
                  <a:cubicBezTo>
                    <a:pt x="9323" y="26224"/>
                    <a:pt x="8347" y="24307"/>
                    <a:pt x="7942" y="23200"/>
                  </a:cubicBezTo>
                  <a:cubicBezTo>
                    <a:pt x="7109" y="20938"/>
                    <a:pt x="7061" y="18021"/>
                    <a:pt x="7823" y="15247"/>
                  </a:cubicBezTo>
                  <a:cubicBezTo>
                    <a:pt x="8597" y="12461"/>
                    <a:pt x="10097" y="9984"/>
                    <a:pt x="11990" y="8460"/>
                  </a:cubicBezTo>
                  <a:cubicBezTo>
                    <a:pt x="12752" y="7829"/>
                    <a:pt x="14121" y="6936"/>
                    <a:pt x="15657" y="6936"/>
                  </a:cubicBezTo>
                  <a:close/>
                  <a:moveTo>
                    <a:pt x="15657" y="1"/>
                  </a:moveTo>
                  <a:cubicBezTo>
                    <a:pt x="12894" y="1"/>
                    <a:pt x="10079" y="1058"/>
                    <a:pt x="7621" y="3055"/>
                  </a:cubicBezTo>
                  <a:cubicBezTo>
                    <a:pt x="4596" y="5507"/>
                    <a:pt x="2287" y="9175"/>
                    <a:pt x="1144" y="13401"/>
                  </a:cubicBezTo>
                  <a:cubicBezTo>
                    <a:pt x="1" y="17628"/>
                    <a:pt x="96" y="21938"/>
                    <a:pt x="1453" y="25605"/>
                  </a:cubicBezTo>
                  <a:cubicBezTo>
                    <a:pt x="2941" y="29606"/>
                    <a:pt x="5847" y="32451"/>
                    <a:pt x="9418" y="33428"/>
                  </a:cubicBezTo>
                  <a:cubicBezTo>
                    <a:pt x="10323" y="33678"/>
                    <a:pt x="11264" y="33797"/>
                    <a:pt x="12205" y="33797"/>
                  </a:cubicBezTo>
                  <a:cubicBezTo>
                    <a:pt x="14955" y="33797"/>
                    <a:pt x="17777" y="32761"/>
                    <a:pt x="20241" y="30737"/>
                  </a:cubicBezTo>
                  <a:cubicBezTo>
                    <a:pt x="23254" y="28284"/>
                    <a:pt x="25551" y="24605"/>
                    <a:pt x="26706" y="20390"/>
                  </a:cubicBezTo>
                  <a:cubicBezTo>
                    <a:pt x="29242" y="11139"/>
                    <a:pt x="25623" y="2340"/>
                    <a:pt x="18455" y="376"/>
                  </a:cubicBezTo>
                  <a:cubicBezTo>
                    <a:pt x="17540" y="124"/>
                    <a:pt x="16601" y="1"/>
                    <a:pt x="1565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4" name="Google Shape;3654;p46"/>
            <p:cNvSpPr/>
            <p:nvPr/>
          </p:nvSpPr>
          <p:spPr>
            <a:xfrm>
              <a:off x="4967904" y="1035167"/>
              <a:ext cx="35258" cy="41279"/>
            </a:xfrm>
            <a:custGeom>
              <a:avLst/>
              <a:gdLst/>
              <a:ahLst/>
              <a:cxnLst/>
              <a:rect l="l" t="t" r="r" b="b"/>
              <a:pathLst>
                <a:path w="22932" h="26848" extrusionOk="0">
                  <a:moveTo>
                    <a:pt x="13226" y="0"/>
                  </a:moveTo>
                  <a:cubicBezTo>
                    <a:pt x="8569" y="0"/>
                    <a:pt x="3814" y="4406"/>
                    <a:pt x="2036" y="10797"/>
                  </a:cubicBezTo>
                  <a:cubicBezTo>
                    <a:pt x="0" y="18060"/>
                    <a:pt x="2584" y="25132"/>
                    <a:pt x="7799" y="26584"/>
                  </a:cubicBezTo>
                  <a:cubicBezTo>
                    <a:pt x="8435" y="26762"/>
                    <a:pt x="9082" y="26848"/>
                    <a:pt x="9730" y="26848"/>
                  </a:cubicBezTo>
                  <a:cubicBezTo>
                    <a:pt x="14383" y="26848"/>
                    <a:pt x="19131" y="22443"/>
                    <a:pt x="20907" y="16047"/>
                  </a:cubicBezTo>
                  <a:cubicBezTo>
                    <a:pt x="22931" y="8785"/>
                    <a:pt x="20360" y="1700"/>
                    <a:pt x="15145" y="260"/>
                  </a:cubicBezTo>
                  <a:cubicBezTo>
                    <a:pt x="14512" y="85"/>
                    <a:pt x="13870" y="0"/>
                    <a:pt x="1322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5" name="Google Shape;3655;p46"/>
            <p:cNvSpPr/>
            <p:nvPr/>
          </p:nvSpPr>
          <p:spPr>
            <a:xfrm>
              <a:off x="4961917" y="1029818"/>
              <a:ext cx="45033" cy="51971"/>
            </a:xfrm>
            <a:custGeom>
              <a:avLst/>
              <a:gdLst/>
              <a:ahLst/>
              <a:cxnLst/>
              <a:rect l="l" t="t" r="r" b="b"/>
              <a:pathLst>
                <a:path w="29290" h="33802" extrusionOk="0">
                  <a:moveTo>
                    <a:pt x="17110" y="6942"/>
                  </a:moveTo>
                  <a:cubicBezTo>
                    <a:pt x="17443" y="6942"/>
                    <a:pt x="17777" y="6989"/>
                    <a:pt x="18098" y="7073"/>
                  </a:cubicBezTo>
                  <a:cubicBezTo>
                    <a:pt x="20027" y="7608"/>
                    <a:pt x="20979" y="9549"/>
                    <a:pt x="21372" y="10644"/>
                  </a:cubicBezTo>
                  <a:cubicBezTo>
                    <a:pt x="22206" y="12918"/>
                    <a:pt x="22242" y="15824"/>
                    <a:pt x="21468" y="18610"/>
                  </a:cubicBezTo>
                  <a:cubicBezTo>
                    <a:pt x="20152" y="23316"/>
                    <a:pt x="16693" y="26870"/>
                    <a:pt x="13638" y="26870"/>
                  </a:cubicBezTo>
                  <a:cubicBezTo>
                    <a:pt x="13293" y="26870"/>
                    <a:pt x="12953" y="26824"/>
                    <a:pt x="12621" y="26730"/>
                  </a:cubicBezTo>
                  <a:cubicBezTo>
                    <a:pt x="9383" y="25825"/>
                    <a:pt x="7799" y="20443"/>
                    <a:pt x="9264" y="15204"/>
                  </a:cubicBezTo>
                  <a:cubicBezTo>
                    <a:pt x="10573" y="10502"/>
                    <a:pt x="14050" y="6942"/>
                    <a:pt x="17110" y="6942"/>
                  </a:cubicBezTo>
                  <a:close/>
                  <a:moveTo>
                    <a:pt x="17058" y="1"/>
                  </a:moveTo>
                  <a:cubicBezTo>
                    <a:pt x="10844" y="1"/>
                    <a:pt x="4822" y="5324"/>
                    <a:pt x="2584" y="13335"/>
                  </a:cubicBezTo>
                  <a:cubicBezTo>
                    <a:pt x="1" y="22586"/>
                    <a:pt x="3584" y="31409"/>
                    <a:pt x="10752" y="33397"/>
                  </a:cubicBezTo>
                  <a:cubicBezTo>
                    <a:pt x="11716" y="33671"/>
                    <a:pt x="12705" y="33802"/>
                    <a:pt x="13669" y="33802"/>
                  </a:cubicBezTo>
                  <a:cubicBezTo>
                    <a:pt x="19884" y="33802"/>
                    <a:pt x="25897" y="28456"/>
                    <a:pt x="28111" y="20467"/>
                  </a:cubicBezTo>
                  <a:cubicBezTo>
                    <a:pt x="29290" y="16252"/>
                    <a:pt x="29183" y="11930"/>
                    <a:pt x="27861" y="8263"/>
                  </a:cubicBezTo>
                  <a:cubicBezTo>
                    <a:pt x="26409" y="4263"/>
                    <a:pt x="23516" y="1393"/>
                    <a:pt x="19944" y="393"/>
                  </a:cubicBezTo>
                  <a:cubicBezTo>
                    <a:pt x="18986" y="128"/>
                    <a:pt x="18020" y="1"/>
                    <a:pt x="1705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6" name="Google Shape;3656;p46"/>
            <p:cNvSpPr/>
            <p:nvPr/>
          </p:nvSpPr>
          <p:spPr>
            <a:xfrm>
              <a:off x="4808313" y="1007850"/>
              <a:ext cx="78497" cy="67953"/>
            </a:xfrm>
            <a:custGeom>
              <a:avLst/>
              <a:gdLst/>
              <a:ahLst/>
              <a:cxnLst/>
              <a:rect l="l" t="t" r="r" b="b"/>
              <a:pathLst>
                <a:path w="51055" h="44197" extrusionOk="0">
                  <a:moveTo>
                    <a:pt x="3632" y="1"/>
                  </a:moveTo>
                  <a:lnTo>
                    <a:pt x="2858" y="3382"/>
                  </a:lnTo>
                  <a:cubicBezTo>
                    <a:pt x="0" y="15836"/>
                    <a:pt x="1584" y="28016"/>
                    <a:pt x="7085" y="35958"/>
                  </a:cubicBezTo>
                  <a:cubicBezTo>
                    <a:pt x="10287" y="40589"/>
                    <a:pt x="14538" y="43387"/>
                    <a:pt x="19407" y="44042"/>
                  </a:cubicBezTo>
                  <a:cubicBezTo>
                    <a:pt x="20169" y="44149"/>
                    <a:pt x="20931" y="44197"/>
                    <a:pt x="21682" y="44197"/>
                  </a:cubicBezTo>
                  <a:cubicBezTo>
                    <a:pt x="33028" y="44197"/>
                    <a:pt x="44649" y="32981"/>
                    <a:pt x="49983" y="16491"/>
                  </a:cubicBezTo>
                  <a:lnTo>
                    <a:pt x="51054" y="13205"/>
                  </a:lnTo>
                  <a:lnTo>
                    <a:pt x="44470" y="11074"/>
                  </a:lnTo>
                  <a:lnTo>
                    <a:pt x="43399" y="14372"/>
                  </a:lnTo>
                  <a:cubicBezTo>
                    <a:pt x="39125" y="27564"/>
                    <a:pt x="29844" y="37264"/>
                    <a:pt x="21693" y="37264"/>
                  </a:cubicBezTo>
                  <a:cubicBezTo>
                    <a:pt x="21237" y="37264"/>
                    <a:pt x="20784" y="37234"/>
                    <a:pt x="20336" y="37172"/>
                  </a:cubicBezTo>
                  <a:cubicBezTo>
                    <a:pt x="16681" y="36672"/>
                    <a:pt x="14216" y="34100"/>
                    <a:pt x="12776" y="32017"/>
                  </a:cubicBezTo>
                  <a:cubicBezTo>
                    <a:pt x="8430" y="25742"/>
                    <a:pt x="7204" y="15348"/>
                    <a:pt x="9597" y="4930"/>
                  </a:cubicBezTo>
                  <a:lnTo>
                    <a:pt x="10371" y="1549"/>
                  </a:lnTo>
                  <a:lnTo>
                    <a:pt x="363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657" name="Google Shape;3657;p46"/>
          <p:cNvGrpSpPr/>
          <p:nvPr/>
        </p:nvGrpSpPr>
        <p:grpSpPr>
          <a:xfrm>
            <a:off x="1038235" y="2212370"/>
            <a:ext cx="1126617" cy="1286591"/>
            <a:chOff x="1725735" y="2109769"/>
            <a:chExt cx="1126617" cy="1286591"/>
          </a:xfrm>
        </p:grpSpPr>
        <p:sp>
          <p:nvSpPr>
            <p:cNvPr id="3658" name="Google Shape;3658;p46"/>
            <p:cNvSpPr/>
            <p:nvPr/>
          </p:nvSpPr>
          <p:spPr>
            <a:xfrm>
              <a:off x="1803113" y="2203630"/>
              <a:ext cx="312758" cy="917986"/>
            </a:xfrm>
            <a:custGeom>
              <a:avLst/>
              <a:gdLst/>
              <a:ahLst/>
              <a:cxnLst/>
              <a:rect l="l" t="t" r="r" b="b"/>
              <a:pathLst>
                <a:path w="203420" h="597064" extrusionOk="0">
                  <a:moveTo>
                    <a:pt x="110307" y="0"/>
                  </a:moveTo>
                  <a:cubicBezTo>
                    <a:pt x="4056" y="0"/>
                    <a:pt x="17336" y="132437"/>
                    <a:pt x="8764" y="293663"/>
                  </a:cubicBezTo>
                  <a:cubicBezTo>
                    <a:pt x="1" y="458469"/>
                    <a:pt x="34493" y="594283"/>
                    <a:pt x="85821" y="597022"/>
                  </a:cubicBezTo>
                  <a:cubicBezTo>
                    <a:pt x="86343" y="597049"/>
                    <a:pt x="86864" y="597063"/>
                    <a:pt x="87385" y="597063"/>
                  </a:cubicBezTo>
                  <a:cubicBezTo>
                    <a:pt x="138147" y="597063"/>
                    <a:pt x="185970" y="466677"/>
                    <a:pt x="194644" y="303557"/>
                  </a:cubicBezTo>
                  <a:cubicBezTo>
                    <a:pt x="203419" y="138739"/>
                    <a:pt x="202538" y="4723"/>
                    <a:pt x="117587" y="199"/>
                  </a:cubicBezTo>
                  <a:cubicBezTo>
                    <a:pt x="115100" y="66"/>
                    <a:pt x="112674" y="0"/>
                    <a:pt x="11030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9" name="Google Shape;3659;p46"/>
            <p:cNvSpPr/>
            <p:nvPr/>
          </p:nvSpPr>
          <p:spPr>
            <a:xfrm>
              <a:off x="1804212" y="2197789"/>
              <a:ext cx="317534" cy="929657"/>
            </a:xfrm>
            <a:custGeom>
              <a:avLst/>
              <a:gdLst/>
              <a:ahLst/>
              <a:cxnLst/>
              <a:rect l="l" t="t" r="r" b="b"/>
              <a:pathLst>
                <a:path w="206526" h="604655" extrusionOk="0">
                  <a:moveTo>
                    <a:pt x="109562" y="7605"/>
                  </a:moveTo>
                  <a:cubicBezTo>
                    <a:pt x="111871" y="7605"/>
                    <a:pt x="114241" y="7665"/>
                    <a:pt x="116658" y="7796"/>
                  </a:cubicBezTo>
                  <a:cubicBezTo>
                    <a:pt x="198989" y="12165"/>
                    <a:pt x="198394" y="151885"/>
                    <a:pt x="190143" y="307142"/>
                  </a:cubicBezTo>
                  <a:cubicBezTo>
                    <a:pt x="181726" y="465262"/>
                    <a:pt x="134651" y="597062"/>
                    <a:pt x="86754" y="597062"/>
                  </a:cubicBezTo>
                  <a:cubicBezTo>
                    <a:pt x="86276" y="597062"/>
                    <a:pt x="85798" y="597049"/>
                    <a:pt x="85320" y="597023"/>
                  </a:cubicBezTo>
                  <a:cubicBezTo>
                    <a:pt x="62627" y="595820"/>
                    <a:pt x="41636" y="563733"/>
                    <a:pt x="27718" y="508988"/>
                  </a:cubicBezTo>
                  <a:cubicBezTo>
                    <a:pt x="13252" y="452053"/>
                    <a:pt x="7632" y="377008"/>
                    <a:pt x="11847" y="297665"/>
                  </a:cubicBezTo>
                  <a:cubicBezTo>
                    <a:pt x="13073" y="274436"/>
                    <a:pt x="13847" y="251885"/>
                    <a:pt x="14609" y="230097"/>
                  </a:cubicBezTo>
                  <a:cubicBezTo>
                    <a:pt x="17919" y="134478"/>
                    <a:pt x="20539" y="58933"/>
                    <a:pt x="56864" y="25655"/>
                  </a:cubicBezTo>
                  <a:cubicBezTo>
                    <a:pt x="70092" y="13534"/>
                    <a:pt x="87368" y="7605"/>
                    <a:pt x="109562" y="7605"/>
                  </a:cubicBezTo>
                  <a:close/>
                  <a:moveTo>
                    <a:pt x="109611" y="0"/>
                  </a:moveTo>
                  <a:cubicBezTo>
                    <a:pt x="85435" y="0"/>
                    <a:pt x="66446" y="6578"/>
                    <a:pt x="51733" y="20047"/>
                  </a:cubicBezTo>
                  <a:cubicBezTo>
                    <a:pt x="13038" y="55480"/>
                    <a:pt x="10382" y="132418"/>
                    <a:pt x="7001" y="229835"/>
                  </a:cubicBezTo>
                  <a:cubicBezTo>
                    <a:pt x="6263" y="251587"/>
                    <a:pt x="5489" y="274090"/>
                    <a:pt x="4251" y="297248"/>
                  </a:cubicBezTo>
                  <a:cubicBezTo>
                    <a:pt x="0" y="377341"/>
                    <a:pt x="5715" y="453196"/>
                    <a:pt x="20360" y="510846"/>
                  </a:cubicBezTo>
                  <a:cubicBezTo>
                    <a:pt x="35338" y="569900"/>
                    <a:pt x="58281" y="603202"/>
                    <a:pt x="84904" y="604607"/>
                  </a:cubicBezTo>
                  <a:cubicBezTo>
                    <a:pt x="85499" y="604643"/>
                    <a:pt x="86094" y="604655"/>
                    <a:pt x="86678" y="604655"/>
                  </a:cubicBezTo>
                  <a:cubicBezTo>
                    <a:pt x="140220" y="604655"/>
                    <a:pt x="188798" y="475174"/>
                    <a:pt x="197715" y="307547"/>
                  </a:cubicBezTo>
                  <a:cubicBezTo>
                    <a:pt x="206526" y="142217"/>
                    <a:pt x="206526" y="4962"/>
                    <a:pt x="117062" y="199"/>
                  </a:cubicBezTo>
                  <a:cubicBezTo>
                    <a:pt x="114525" y="67"/>
                    <a:pt x="112042" y="0"/>
                    <a:pt x="10961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0" name="Google Shape;3660;p46"/>
            <p:cNvSpPr/>
            <p:nvPr/>
          </p:nvSpPr>
          <p:spPr>
            <a:xfrm>
              <a:off x="1735601" y="3066652"/>
              <a:ext cx="209604" cy="322220"/>
            </a:xfrm>
            <a:custGeom>
              <a:avLst/>
              <a:gdLst/>
              <a:ahLst/>
              <a:cxnLst/>
              <a:rect l="l" t="t" r="r" b="b"/>
              <a:pathLst>
                <a:path w="136328" h="209574" extrusionOk="0">
                  <a:moveTo>
                    <a:pt x="94298" y="0"/>
                  </a:moveTo>
                  <a:cubicBezTo>
                    <a:pt x="73712" y="130480"/>
                    <a:pt x="1" y="167759"/>
                    <a:pt x="1" y="167759"/>
                  </a:cubicBezTo>
                  <a:lnTo>
                    <a:pt x="42327" y="209573"/>
                  </a:lnTo>
                  <a:cubicBezTo>
                    <a:pt x="125623" y="154912"/>
                    <a:pt x="136327" y="26611"/>
                    <a:pt x="136327" y="26611"/>
                  </a:cubicBezTo>
                  <a:lnTo>
                    <a:pt x="94298" y="0"/>
                  </a:lnTo>
                  <a:close/>
                </a:path>
              </a:pathLst>
            </a:custGeom>
            <a:solidFill>
              <a:srgbClr val="FAF9E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1" name="Google Shape;3661;p46"/>
            <p:cNvSpPr/>
            <p:nvPr/>
          </p:nvSpPr>
          <p:spPr>
            <a:xfrm>
              <a:off x="1725735" y="3056949"/>
              <a:ext cx="225584" cy="339411"/>
            </a:xfrm>
            <a:custGeom>
              <a:avLst/>
              <a:gdLst/>
              <a:ahLst/>
              <a:cxnLst/>
              <a:rect l="l" t="t" r="r" b="b"/>
              <a:pathLst>
                <a:path w="146721" h="220755" extrusionOk="0">
                  <a:moveTo>
                    <a:pt x="103525" y="12586"/>
                  </a:moveTo>
                  <a:lnTo>
                    <a:pt x="138708" y="34874"/>
                  </a:lnTo>
                  <a:cubicBezTo>
                    <a:pt x="136791" y="51983"/>
                    <a:pt x="121789" y="161080"/>
                    <a:pt x="49209" y="211003"/>
                  </a:cubicBezTo>
                  <a:lnTo>
                    <a:pt x="12621" y="174856"/>
                  </a:lnTo>
                  <a:cubicBezTo>
                    <a:pt x="28992" y="164545"/>
                    <a:pt x="84594" y="122159"/>
                    <a:pt x="103525" y="12586"/>
                  </a:cubicBezTo>
                  <a:close/>
                  <a:moveTo>
                    <a:pt x="97858" y="1"/>
                  </a:moveTo>
                  <a:lnTo>
                    <a:pt x="96953" y="5716"/>
                  </a:lnTo>
                  <a:cubicBezTo>
                    <a:pt x="76962" y="132469"/>
                    <a:pt x="5417" y="170307"/>
                    <a:pt x="4691" y="170677"/>
                  </a:cubicBezTo>
                  <a:lnTo>
                    <a:pt x="0" y="173070"/>
                  </a:lnTo>
                  <a:lnTo>
                    <a:pt x="48256" y="220754"/>
                  </a:lnTo>
                  <a:lnTo>
                    <a:pt x="50828" y="219063"/>
                  </a:lnTo>
                  <a:cubicBezTo>
                    <a:pt x="134707" y="164009"/>
                    <a:pt x="146078" y="38541"/>
                    <a:pt x="146530" y="33231"/>
                  </a:cubicBezTo>
                  <a:lnTo>
                    <a:pt x="146721" y="30945"/>
                  </a:lnTo>
                  <a:lnTo>
                    <a:pt x="9785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2" name="Google Shape;3662;p46"/>
            <p:cNvSpPr/>
            <p:nvPr/>
          </p:nvSpPr>
          <p:spPr>
            <a:xfrm>
              <a:off x="1735601" y="3278761"/>
              <a:ext cx="122121" cy="110093"/>
            </a:xfrm>
            <a:custGeom>
              <a:avLst/>
              <a:gdLst/>
              <a:ahLst/>
              <a:cxnLst/>
              <a:rect l="l" t="t" r="r" b="b"/>
              <a:pathLst>
                <a:path w="79428" h="71605" extrusionOk="0">
                  <a:moveTo>
                    <a:pt x="35041" y="1"/>
                  </a:moveTo>
                  <a:cubicBezTo>
                    <a:pt x="15931" y="21717"/>
                    <a:pt x="1" y="29790"/>
                    <a:pt x="1" y="29790"/>
                  </a:cubicBezTo>
                  <a:lnTo>
                    <a:pt x="42327" y="71605"/>
                  </a:lnTo>
                  <a:cubicBezTo>
                    <a:pt x="56793" y="62103"/>
                    <a:pt x="69033" y="50364"/>
                    <a:pt x="79427" y="37493"/>
                  </a:cubicBezTo>
                  <a:lnTo>
                    <a:pt x="35041"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3" name="Google Shape;3663;p46"/>
            <p:cNvSpPr/>
            <p:nvPr/>
          </p:nvSpPr>
          <p:spPr>
            <a:xfrm>
              <a:off x="1725735" y="3270597"/>
              <a:ext cx="140114" cy="125763"/>
            </a:xfrm>
            <a:custGeom>
              <a:avLst/>
              <a:gdLst/>
              <a:ahLst/>
              <a:cxnLst/>
              <a:rect l="l" t="t" r="r" b="b"/>
              <a:pathLst>
                <a:path w="91131" h="81797" extrusionOk="0">
                  <a:moveTo>
                    <a:pt x="41815" y="10597"/>
                  </a:moveTo>
                  <a:lnTo>
                    <a:pt x="80522" y="43291"/>
                  </a:lnTo>
                  <a:cubicBezTo>
                    <a:pt x="70938" y="54650"/>
                    <a:pt x="60424" y="64306"/>
                    <a:pt x="49197" y="72033"/>
                  </a:cubicBezTo>
                  <a:lnTo>
                    <a:pt x="12597" y="35874"/>
                  </a:lnTo>
                  <a:cubicBezTo>
                    <a:pt x="18419" y="32159"/>
                    <a:pt x="29290" y="24277"/>
                    <a:pt x="41815" y="10597"/>
                  </a:cubicBezTo>
                  <a:close/>
                  <a:moveTo>
                    <a:pt x="41053" y="0"/>
                  </a:moveTo>
                  <a:lnTo>
                    <a:pt x="38600" y="2798"/>
                  </a:lnTo>
                  <a:cubicBezTo>
                    <a:pt x="20288" y="23622"/>
                    <a:pt x="4846" y="31647"/>
                    <a:pt x="4691" y="31719"/>
                  </a:cubicBezTo>
                  <a:lnTo>
                    <a:pt x="0" y="34112"/>
                  </a:lnTo>
                  <a:lnTo>
                    <a:pt x="48256" y="81796"/>
                  </a:lnTo>
                  <a:lnTo>
                    <a:pt x="50816" y="80105"/>
                  </a:lnTo>
                  <a:cubicBezTo>
                    <a:pt x="64615" y="71057"/>
                    <a:pt x="77391" y="59305"/>
                    <a:pt x="88797" y="45196"/>
                  </a:cubicBezTo>
                  <a:lnTo>
                    <a:pt x="91131" y="42315"/>
                  </a:lnTo>
                  <a:lnTo>
                    <a:pt x="4105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4" name="Google Shape;3664;p46"/>
            <p:cNvSpPr/>
            <p:nvPr/>
          </p:nvSpPr>
          <p:spPr>
            <a:xfrm>
              <a:off x="1846535" y="3053343"/>
              <a:ext cx="138870" cy="80364"/>
            </a:xfrm>
            <a:custGeom>
              <a:avLst/>
              <a:gdLst/>
              <a:ahLst/>
              <a:cxnLst/>
              <a:rect l="l" t="t" r="r" b="b"/>
              <a:pathLst>
                <a:path w="90322" h="52269" extrusionOk="0">
                  <a:moveTo>
                    <a:pt x="8168" y="0"/>
                  </a:moveTo>
                  <a:lnTo>
                    <a:pt x="0" y="29683"/>
                  </a:lnTo>
                  <a:lnTo>
                    <a:pt x="82154" y="52269"/>
                  </a:lnTo>
                  <a:lnTo>
                    <a:pt x="90321" y="22598"/>
                  </a:lnTo>
                  <a:lnTo>
                    <a:pt x="816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5" name="Google Shape;3665;p46"/>
            <p:cNvSpPr/>
            <p:nvPr/>
          </p:nvSpPr>
          <p:spPr>
            <a:xfrm>
              <a:off x="1839304" y="3046149"/>
              <a:ext cx="153240" cy="94752"/>
            </a:xfrm>
            <a:custGeom>
              <a:avLst/>
              <a:gdLst/>
              <a:ahLst/>
              <a:cxnLst/>
              <a:rect l="l" t="t" r="r" b="b"/>
              <a:pathLst>
                <a:path w="99668" h="61627" extrusionOk="0">
                  <a:moveTo>
                    <a:pt x="15514" y="9347"/>
                  </a:moveTo>
                  <a:lnTo>
                    <a:pt x="90345" y="29932"/>
                  </a:lnTo>
                  <a:lnTo>
                    <a:pt x="84190" y="52280"/>
                  </a:lnTo>
                  <a:lnTo>
                    <a:pt x="9359" y="31695"/>
                  </a:lnTo>
                  <a:lnTo>
                    <a:pt x="15514" y="9347"/>
                  </a:lnTo>
                  <a:close/>
                  <a:moveTo>
                    <a:pt x="10180" y="0"/>
                  </a:moveTo>
                  <a:lnTo>
                    <a:pt x="1" y="37005"/>
                  </a:lnTo>
                  <a:lnTo>
                    <a:pt x="89488" y="61627"/>
                  </a:lnTo>
                  <a:lnTo>
                    <a:pt x="99668" y="24610"/>
                  </a:lnTo>
                  <a:lnTo>
                    <a:pt x="1018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6" name="Google Shape;3666;p46"/>
            <p:cNvSpPr/>
            <p:nvPr/>
          </p:nvSpPr>
          <p:spPr>
            <a:xfrm>
              <a:off x="2267954" y="2115676"/>
              <a:ext cx="511448" cy="876895"/>
            </a:xfrm>
            <a:custGeom>
              <a:avLst/>
              <a:gdLst/>
              <a:ahLst/>
              <a:cxnLst/>
              <a:rect l="l" t="t" r="r" b="b"/>
              <a:pathLst>
                <a:path w="332649" h="570338" extrusionOk="0">
                  <a:moveTo>
                    <a:pt x="115228" y="1"/>
                  </a:moveTo>
                  <a:cubicBezTo>
                    <a:pt x="104508" y="1"/>
                    <a:pt x="92809" y="2214"/>
                    <a:pt x="79939" y="6898"/>
                  </a:cubicBezTo>
                  <a:cubicBezTo>
                    <a:pt x="0" y="35985"/>
                    <a:pt x="38243" y="164453"/>
                    <a:pt x="94691" y="319532"/>
                  </a:cubicBezTo>
                  <a:cubicBezTo>
                    <a:pt x="147204" y="463802"/>
                    <a:pt x="224345" y="570338"/>
                    <a:pt x="273744" y="570338"/>
                  </a:cubicBezTo>
                  <a:cubicBezTo>
                    <a:pt x="277445" y="570338"/>
                    <a:pt x="280990" y="569740"/>
                    <a:pt x="284357" y="568515"/>
                  </a:cubicBezTo>
                  <a:cubicBezTo>
                    <a:pt x="332649" y="550941"/>
                    <a:pt x="326065" y="410960"/>
                    <a:pt x="269605" y="255869"/>
                  </a:cubicBezTo>
                  <a:cubicBezTo>
                    <a:pt x="219923" y="119376"/>
                    <a:pt x="193963" y="1"/>
                    <a:pt x="11522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7" name="Google Shape;3667;p46"/>
            <p:cNvSpPr/>
            <p:nvPr/>
          </p:nvSpPr>
          <p:spPr>
            <a:xfrm>
              <a:off x="2306286" y="2109769"/>
              <a:ext cx="479377" cy="888621"/>
            </a:xfrm>
            <a:custGeom>
              <a:avLst/>
              <a:gdLst/>
              <a:ahLst/>
              <a:cxnLst/>
              <a:rect l="l" t="t" r="r" b="b"/>
              <a:pathLst>
                <a:path w="311790" h="577965" extrusionOk="0">
                  <a:moveTo>
                    <a:pt x="90286" y="7621"/>
                  </a:moveTo>
                  <a:cubicBezTo>
                    <a:pt x="100466" y="7621"/>
                    <a:pt x="109896" y="9740"/>
                    <a:pt x="118706" y="13967"/>
                  </a:cubicBezTo>
                  <a:cubicBezTo>
                    <a:pt x="163176" y="35208"/>
                    <a:pt x="187703" y="106681"/>
                    <a:pt x="218754" y="197204"/>
                  </a:cubicBezTo>
                  <a:cubicBezTo>
                    <a:pt x="225839" y="217825"/>
                    <a:pt x="233137" y="239161"/>
                    <a:pt x="241102" y="261021"/>
                  </a:cubicBezTo>
                  <a:cubicBezTo>
                    <a:pt x="295812" y="411313"/>
                    <a:pt x="303598" y="552247"/>
                    <a:pt x="258128" y="568797"/>
                  </a:cubicBezTo>
                  <a:cubicBezTo>
                    <a:pt x="255148" y="569886"/>
                    <a:pt x="251998" y="570418"/>
                    <a:pt x="248700" y="570418"/>
                  </a:cubicBezTo>
                  <a:cubicBezTo>
                    <a:pt x="201707" y="570418"/>
                    <a:pt x="124441" y="462512"/>
                    <a:pt x="73332" y="322088"/>
                  </a:cubicBezTo>
                  <a:cubicBezTo>
                    <a:pt x="42911" y="238471"/>
                    <a:pt x="21349" y="172010"/>
                    <a:pt x="15015" y="119373"/>
                  </a:cubicBezTo>
                  <a:cubicBezTo>
                    <a:pt x="7954" y="60520"/>
                    <a:pt x="21075" y="27135"/>
                    <a:pt x="56318" y="14312"/>
                  </a:cubicBezTo>
                  <a:cubicBezTo>
                    <a:pt x="68533" y="9847"/>
                    <a:pt x="79809" y="7621"/>
                    <a:pt x="90286" y="7621"/>
                  </a:cubicBezTo>
                  <a:close/>
                  <a:moveTo>
                    <a:pt x="90319" y="1"/>
                  </a:moveTo>
                  <a:cubicBezTo>
                    <a:pt x="78968" y="1"/>
                    <a:pt x="66822" y="2382"/>
                    <a:pt x="53722" y="7145"/>
                  </a:cubicBezTo>
                  <a:cubicBezTo>
                    <a:pt x="15146" y="21194"/>
                    <a:pt x="1" y="58199"/>
                    <a:pt x="7466" y="120254"/>
                  </a:cubicBezTo>
                  <a:cubicBezTo>
                    <a:pt x="13860" y="173629"/>
                    <a:pt x="35565" y="240566"/>
                    <a:pt x="66176" y="324672"/>
                  </a:cubicBezTo>
                  <a:cubicBezTo>
                    <a:pt x="119941" y="472384"/>
                    <a:pt x="197207" y="577965"/>
                    <a:pt x="248880" y="577965"/>
                  </a:cubicBezTo>
                  <a:cubicBezTo>
                    <a:pt x="248883" y="577965"/>
                    <a:pt x="248886" y="577965"/>
                    <a:pt x="248889" y="577965"/>
                  </a:cubicBezTo>
                  <a:cubicBezTo>
                    <a:pt x="253009" y="577965"/>
                    <a:pt x="256950" y="577298"/>
                    <a:pt x="260736" y="575917"/>
                  </a:cubicBezTo>
                  <a:cubicBezTo>
                    <a:pt x="311790" y="557331"/>
                    <a:pt x="306313" y="417874"/>
                    <a:pt x="248270" y="258402"/>
                  </a:cubicBezTo>
                  <a:cubicBezTo>
                    <a:pt x="240329" y="236601"/>
                    <a:pt x="233030" y="215301"/>
                    <a:pt x="225958" y="194703"/>
                  </a:cubicBezTo>
                  <a:cubicBezTo>
                    <a:pt x="194311" y="102514"/>
                    <a:pt x="169344" y="29683"/>
                    <a:pt x="122004" y="7073"/>
                  </a:cubicBezTo>
                  <a:cubicBezTo>
                    <a:pt x="112123" y="2358"/>
                    <a:pt x="101614" y="1"/>
                    <a:pt x="9031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8" name="Google Shape;3668;p46"/>
            <p:cNvSpPr/>
            <p:nvPr/>
          </p:nvSpPr>
          <p:spPr>
            <a:xfrm>
              <a:off x="2682215" y="2955059"/>
              <a:ext cx="164388" cy="317114"/>
            </a:xfrm>
            <a:custGeom>
              <a:avLst/>
              <a:gdLst/>
              <a:ahLst/>
              <a:cxnLst/>
              <a:rect l="l" t="t" r="r" b="b"/>
              <a:pathLst>
                <a:path w="106919" h="206253" extrusionOk="0">
                  <a:moveTo>
                    <a:pt x="1" y="1"/>
                  </a:moveTo>
                  <a:lnTo>
                    <a:pt x="1" y="1"/>
                  </a:lnTo>
                  <a:cubicBezTo>
                    <a:pt x="49864" y="122302"/>
                    <a:pt x="6049" y="192346"/>
                    <a:pt x="6049" y="192346"/>
                  </a:cubicBezTo>
                  <a:lnTo>
                    <a:pt x="63913" y="206252"/>
                  </a:lnTo>
                  <a:cubicBezTo>
                    <a:pt x="106919" y="116384"/>
                    <a:pt x="49745" y="1037"/>
                    <a:pt x="49745" y="1037"/>
                  </a:cubicBezTo>
                  <a:lnTo>
                    <a:pt x="1" y="1"/>
                  </a:lnTo>
                  <a:close/>
                </a:path>
              </a:pathLst>
            </a:custGeom>
            <a:solidFill>
              <a:srgbClr val="FAF9E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9" name="Google Shape;3669;p46"/>
            <p:cNvSpPr/>
            <p:nvPr/>
          </p:nvSpPr>
          <p:spPr>
            <a:xfrm>
              <a:off x="2673465" y="2949018"/>
              <a:ext cx="178887" cy="329928"/>
            </a:xfrm>
            <a:custGeom>
              <a:avLst/>
              <a:gdLst/>
              <a:ahLst/>
              <a:cxnLst/>
              <a:rect l="l" t="t" r="r" b="b"/>
              <a:pathLst>
                <a:path w="116349" h="214587" extrusionOk="0">
                  <a:moveTo>
                    <a:pt x="11371" y="7835"/>
                  </a:moveTo>
                  <a:lnTo>
                    <a:pt x="53007" y="8716"/>
                  </a:lnTo>
                  <a:cubicBezTo>
                    <a:pt x="60210" y="24361"/>
                    <a:pt x="103763" y="125528"/>
                    <a:pt x="67473" y="205752"/>
                  </a:cubicBezTo>
                  <a:lnTo>
                    <a:pt x="17467" y="193727"/>
                  </a:lnTo>
                  <a:cubicBezTo>
                    <a:pt x="26147" y="176427"/>
                    <a:pt x="51816" y="111407"/>
                    <a:pt x="11371" y="7835"/>
                  </a:cubicBezTo>
                  <a:close/>
                  <a:moveTo>
                    <a:pt x="0" y="1"/>
                  </a:moveTo>
                  <a:lnTo>
                    <a:pt x="2179" y="5359"/>
                  </a:lnTo>
                  <a:cubicBezTo>
                    <a:pt x="50626" y="124195"/>
                    <a:pt x="8954" y="193572"/>
                    <a:pt x="8525" y="194263"/>
                  </a:cubicBezTo>
                  <a:lnTo>
                    <a:pt x="5739" y="198739"/>
                  </a:lnTo>
                  <a:lnTo>
                    <a:pt x="71700" y="214587"/>
                  </a:lnTo>
                  <a:lnTo>
                    <a:pt x="73033" y="211824"/>
                  </a:lnTo>
                  <a:cubicBezTo>
                    <a:pt x="116348" y="121337"/>
                    <a:pt x="61211" y="8061"/>
                    <a:pt x="58841" y="3287"/>
                  </a:cubicBezTo>
                  <a:lnTo>
                    <a:pt x="57817" y="1215"/>
                  </a:lnTo>
                  <a:lnTo>
                    <a:pt x="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0" name="Google Shape;3670;p46"/>
            <p:cNvSpPr/>
            <p:nvPr/>
          </p:nvSpPr>
          <p:spPr>
            <a:xfrm>
              <a:off x="2691515" y="3183717"/>
              <a:ext cx="110660" cy="88437"/>
            </a:xfrm>
            <a:custGeom>
              <a:avLst/>
              <a:gdLst/>
              <a:ahLst/>
              <a:cxnLst/>
              <a:rect l="l" t="t" r="r" b="b"/>
              <a:pathLst>
                <a:path w="71974" h="57520" extrusionOk="0">
                  <a:moveTo>
                    <a:pt x="14585" y="0"/>
                  </a:moveTo>
                  <a:cubicBezTo>
                    <a:pt x="9466" y="28468"/>
                    <a:pt x="0" y="43601"/>
                    <a:pt x="0" y="43601"/>
                  </a:cubicBezTo>
                  <a:lnTo>
                    <a:pt x="57853" y="57519"/>
                  </a:lnTo>
                  <a:cubicBezTo>
                    <a:pt x="65318" y="41910"/>
                    <a:pt x="69711" y="25539"/>
                    <a:pt x="71973" y="9132"/>
                  </a:cubicBezTo>
                  <a:lnTo>
                    <a:pt x="1458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1" name="Google Shape;3671;p46"/>
            <p:cNvSpPr/>
            <p:nvPr/>
          </p:nvSpPr>
          <p:spPr>
            <a:xfrm>
              <a:off x="2682270" y="3177072"/>
              <a:ext cx="126458" cy="101873"/>
            </a:xfrm>
            <a:custGeom>
              <a:avLst/>
              <a:gdLst/>
              <a:ahLst/>
              <a:cxnLst/>
              <a:rect l="l" t="t" r="r" b="b"/>
              <a:pathLst>
                <a:path w="82249" h="66259" extrusionOk="0">
                  <a:moveTo>
                    <a:pt x="23634" y="8668"/>
                  </a:moveTo>
                  <a:lnTo>
                    <a:pt x="73664" y="16633"/>
                  </a:lnTo>
                  <a:cubicBezTo>
                    <a:pt x="71343" y="31302"/>
                    <a:pt x="67342" y="44994"/>
                    <a:pt x="61722" y="57424"/>
                  </a:cubicBezTo>
                  <a:lnTo>
                    <a:pt x="11692" y="45399"/>
                  </a:lnTo>
                  <a:cubicBezTo>
                    <a:pt x="14764" y="39220"/>
                    <a:pt x="20003" y="26837"/>
                    <a:pt x="23634" y="8668"/>
                  </a:cubicBezTo>
                  <a:close/>
                  <a:moveTo>
                    <a:pt x="17503" y="0"/>
                  </a:moveTo>
                  <a:lnTo>
                    <a:pt x="16848" y="3668"/>
                  </a:lnTo>
                  <a:cubicBezTo>
                    <a:pt x="11942" y="30945"/>
                    <a:pt x="2870" y="45804"/>
                    <a:pt x="2786" y="45947"/>
                  </a:cubicBezTo>
                  <a:lnTo>
                    <a:pt x="0" y="50411"/>
                  </a:lnTo>
                  <a:lnTo>
                    <a:pt x="65961" y="66259"/>
                  </a:lnTo>
                  <a:lnTo>
                    <a:pt x="67271" y="63508"/>
                  </a:lnTo>
                  <a:cubicBezTo>
                    <a:pt x="74403" y="48625"/>
                    <a:pt x="79272" y="31957"/>
                    <a:pt x="81737" y="13990"/>
                  </a:cubicBezTo>
                  <a:lnTo>
                    <a:pt x="82249" y="10299"/>
                  </a:lnTo>
                  <a:lnTo>
                    <a:pt x="1750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2" name="Google Shape;3672;p46"/>
            <p:cNvSpPr/>
            <p:nvPr/>
          </p:nvSpPr>
          <p:spPr>
            <a:xfrm>
              <a:off x="2647269" y="2902319"/>
              <a:ext cx="135978" cy="110057"/>
            </a:xfrm>
            <a:custGeom>
              <a:avLst/>
              <a:gdLst/>
              <a:ahLst/>
              <a:cxnLst/>
              <a:rect l="l" t="t" r="r" b="b"/>
              <a:pathLst>
                <a:path w="88441" h="71582" extrusionOk="0">
                  <a:moveTo>
                    <a:pt x="71986" y="1"/>
                  </a:moveTo>
                  <a:lnTo>
                    <a:pt x="1" y="45566"/>
                  </a:lnTo>
                  <a:lnTo>
                    <a:pt x="16455" y="71581"/>
                  </a:lnTo>
                  <a:lnTo>
                    <a:pt x="88440" y="26004"/>
                  </a:lnTo>
                  <a:lnTo>
                    <a:pt x="7198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3" name="Google Shape;3673;p46"/>
            <p:cNvSpPr/>
            <p:nvPr/>
          </p:nvSpPr>
          <p:spPr>
            <a:xfrm>
              <a:off x="2639196" y="2894301"/>
              <a:ext cx="152142" cy="126203"/>
            </a:xfrm>
            <a:custGeom>
              <a:avLst/>
              <a:gdLst/>
              <a:ahLst/>
              <a:cxnLst/>
              <a:rect l="l" t="t" r="r" b="b"/>
              <a:pathLst>
                <a:path w="98954" h="82083" extrusionOk="0">
                  <a:moveTo>
                    <a:pt x="76070" y="10490"/>
                  </a:moveTo>
                  <a:lnTo>
                    <a:pt x="88476" y="30076"/>
                  </a:lnTo>
                  <a:lnTo>
                    <a:pt x="22897" y="71581"/>
                  </a:lnTo>
                  <a:lnTo>
                    <a:pt x="10502" y="51995"/>
                  </a:lnTo>
                  <a:lnTo>
                    <a:pt x="76070" y="10490"/>
                  </a:lnTo>
                  <a:close/>
                  <a:moveTo>
                    <a:pt x="78427" y="1"/>
                  </a:moveTo>
                  <a:lnTo>
                    <a:pt x="1" y="49650"/>
                  </a:lnTo>
                  <a:lnTo>
                    <a:pt x="20527" y="82083"/>
                  </a:lnTo>
                  <a:lnTo>
                    <a:pt x="98954" y="32434"/>
                  </a:lnTo>
                  <a:lnTo>
                    <a:pt x="7842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4" name="Google Shape;3674;p46"/>
            <p:cNvSpPr/>
            <p:nvPr/>
          </p:nvSpPr>
          <p:spPr>
            <a:xfrm>
              <a:off x="1815597" y="2156507"/>
              <a:ext cx="911964" cy="1077279"/>
            </a:xfrm>
            <a:custGeom>
              <a:avLst/>
              <a:gdLst/>
              <a:ahLst/>
              <a:cxnLst/>
              <a:rect l="l" t="t" r="r" b="b"/>
              <a:pathLst>
                <a:path w="593147" h="700669" extrusionOk="0">
                  <a:moveTo>
                    <a:pt x="258744" y="0"/>
                  </a:moveTo>
                  <a:cubicBezTo>
                    <a:pt x="250655" y="0"/>
                    <a:pt x="242541" y="567"/>
                    <a:pt x="234423" y="1725"/>
                  </a:cubicBezTo>
                  <a:cubicBezTo>
                    <a:pt x="90703" y="22216"/>
                    <a:pt x="1" y="219883"/>
                    <a:pt x="31850" y="443208"/>
                  </a:cubicBezTo>
                  <a:cubicBezTo>
                    <a:pt x="58159" y="627696"/>
                    <a:pt x="78221" y="700669"/>
                    <a:pt x="223272" y="700669"/>
                  </a:cubicBezTo>
                  <a:cubicBezTo>
                    <a:pt x="253816" y="700669"/>
                    <a:pt x="289903" y="697433"/>
                    <a:pt x="332757" y="691322"/>
                  </a:cubicBezTo>
                  <a:cubicBezTo>
                    <a:pt x="593146" y="654186"/>
                    <a:pt x="584157" y="592321"/>
                    <a:pt x="552308" y="368984"/>
                  </a:cubicBezTo>
                  <a:cubicBezTo>
                    <a:pt x="522258" y="158286"/>
                    <a:pt x="393859" y="0"/>
                    <a:pt x="258744"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5" name="Google Shape;3675;p46"/>
            <p:cNvSpPr/>
            <p:nvPr/>
          </p:nvSpPr>
          <p:spPr>
            <a:xfrm>
              <a:off x="1834928" y="2150640"/>
              <a:ext cx="876066" cy="1088564"/>
            </a:xfrm>
            <a:custGeom>
              <a:avLst/>
              <a:gdLst/>
              <a:ahLst/>
              <a:cxnLst/>
              <a:rect l="l" t="t" r="r" b="b"/>
              <a:pathLst>
                <a:path w="569799" h="708009" extrusionOk="0">
                  <a:moveTo>
                    <a:pt x="246127" y="7625"/>
                  </a:moveTo>
                  <a:cubicBezTo>
                    <a:pt x="379203" y="7625"/>
                    <a:pt x="506243" y="164846"/>
                    <a:pt x="535949" y="373372"/>
                  </a:cubicBezTo>
                  <a:lnTo>
                    <a:pt x="536008" y="373789"/>
                  </a:lnTo>
                  <a:cubicBezTo>
                    <a:pt x="551594" y="483040"/>
                    <a:pt x="561893" y="555228"/>
                    <a:pt x="536139" y="602079"/>
                  </a:cubicBezTo>
                  <a:cubicBezTo>
                    <a:pt x="511077" y="647691"/>
                    <a:pt x="450379" y="672742"/>
                    <a:pt x="319624" y="691387"/>
                  </a:cubicBezTo>
                  <a:cubicBezTo>
                    <a:pt x="277340" y="697417"/>
                    <a:pt x="241747" y="700587"/>
                    <a:pt x="211635" y="700587"/>
                  </a:cubicBezTo>
                  <a:cubicBezTo>
                    <a:pt x="66892" y="700587"/>
                    <a:pt x="48811" y="627345"/>
                    <a:pt x="23028" y="446500"/>
                  </a:cubicBezTo>
                  <a:cubicBezTo>
                    <a:pt x="7728" y="339201"/>
                    <a:pt x="20218" y="234545"/>
                    <a:pt x="58163" y="151809"/>
                  </a:cubicBezTo>
                  <a:cubicBezTo>
                    <a:pt x="95870" y="69644"/>
                    <a:pt x="154187" y="19019"/>
                    <a:pt x="222374" y="9303"/>
                  </a:cubicBezTo>
                  <a:cubicBezTo>
                    <a:pt x="230304" y="8172"/>
                    <a:pt x="238221" y="7625"/>
                    <a:pt x="246127" y="7625"/>
                  </a:cubicBezTo>
                  <a:close/>
                  <a:moveTo>
                    <a:pt x="246010" y="1"/>
                  </a:moveTo>
                  <a:cubicBezTo>
                    <a:pt x="237791" y="1"/>
                    <a:pt x="229548" y="578"/>
                    <a:pt x="221302" y="1755"/>
                  </a:cubicBezTo>
                  <a:cubicBezTo>
                    <a:pt x="150472" y="11863"/>
                    <a:pt x="90072" y="64012"/>
                    <a:pt x="51257" y="148618"/>
                  </a:cubicBezTo>
                  <a:cubicBezTo>
                    <a:pt x="12705" y="232664"/>
                    <a:pt x="1" y="338844"/>
                    <a:pt x="15515" y="447560"/>
                  </a:cubicBezTo>
                  <a:cubicBezTo>
                    <a:pt x="41601" y="630487"/>
                    <a:pt x="61163" y="708008"/>
                    <a:pt x="212694" y="708008"/>
                  </a:cubicBezTo>
                  <a:cubicBezTo>
                    <a:pt x="243043" y="708008"/>
                    <a:pt x="278691" y="704901"/>
                    <a:pt x="320720" y="698888"/>
                  </a:cubicBezTo>
                  <a:cubicBezTo>
                    <a:pt x="454165" y="679850"/>
                    <a:pt x="516434" y="653728"/>
                    <a:pt x="542831" y="605710"/>
                  </a:cubicBezTo>
                  <a:cubicBezTo>
                    <a:pt x="569798" y="556621"/>
                    <a:pt x="559357" y="483445"/>
                    <a:pt x="543557" y="372669"/>
                  </a:cubicBezTo>
                  <a:lnTo>
                    <a:pt x="543557" y="372669"/>
                  </a:lnTo>
                  <a:lnTo>
                    <a:pt x="539735" y="372788"/>
                  </a:lnTo>
                  <a:lnTo>
                    <a:pt x="543497" y="372253"/>
                  </a:lnTo>
                  <a:cubicBezTo>
                    <a:pt x="513217" y="159961"/>
                    <a:pt x="382882" y="1"/>
                    <a:pt x="24601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6" name="Google Shape;3676;p46"/>
            <p:cNvSpPr/>
            <p:nvPr/>
          </p:nvSpPr>
          <p:spPr>
            <a:xfrm>
              <a:off x="2023406" y="2750070"/>
              <a:ext cx="515184" cy="366818"/>
            </a:xfrm>
            <a:custGeom>
              <a:avLst/>
              <a:gdLst/>
              <a:ahLst/>
              <a:cxnLst/>
              <a:rect l="l" t="t" r="r" b="b"/>
              <a:pathLst>
                <a:path w="335079" h="238581" extrusionOk="0">
                  <a:moveTo>
                    <a:pt x="314540" y="1"/>
                  </a:moveTo>
                  <a:lnTo>
                    <a:pt x="1" y="44864"/>
                  </a:lnTo>
                  <a:lnTo>
                    <a:pt x="8168" y="102132"/>
                  </a:lnTo>
                  <a:cubicBezTo>
                    <a:pt x="19467" y="181385"/>
                    <a:pt x="87437" y="238581"/>
                    <a:pt x="165235" y="238581"/>
                  </a:cubicBezTo>
                  <a:cubicBezTo>
                    <a:pt x="172699" y="238581"/>
                    <a:pt x="180254" y="238054"/>
                    <a:pt x="187857" y="236970"/>
                  </a:cubicBezTo>
                  <a:cubicBezTo>
                    <a:pt x="274714" y="224588"/>
                    <a:pt x="335078" y="144126"/>
                    <a:pt x="322720" y="57270"/>
                  </a:cubicBezTo>
                  <a:lnTo>
                    <a:pt x="31454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7" name="Google Shape;3677;p46"/>
            <p:cNvSpPr/>
            <p:nvPr/>
          </p:nvSpPr>
          <p:spPr>
            <a:xfrm>
              <a:off x="2016779" y="2743462"/>
              <a:ext cx="528053" cy="379261"/>
            </a:xfrm>
            <a:custGeom>
              <a:avLst/>
              <a:gdLst/>
              <a:ahLst/>
              <a:cxnLst/>
              <a:rect l="l" t="t" r="r" b="b"/>
              <a:pathLst>
                <a:path w="343449" h="246674" extrusionOk="0">
                  <a:moveTo>
                    <a:pt x="315623" y="8597"/>
                  </a:moveTo>
                  <a:lnTo>
                    <a:pt x="323255" y="62104"/>
                  </a:lnTo>
                  <a:cubicBezTo>
                    <a:pt x="335340" y="146757"/>
                    <a:pt x="276285" y="225445"/>
                    <a:pt x="191644" y="237518"/>
                  </a:cubicBezTo>
                  <a:cubicBezTo>
                    <a:pt x="184250" y="238574"/>
                    <a:pt x="176901" y="239086"/>
                    <a:pt x="169639" y="239086"/>
                  </a:cubicBezTo>
                  <a:cubicBezTo>
                    <a:pt x="93763" y="239086"/>
                    <a:pt x="27259" y="183131"/>
                    <a:pt x="16241" y="105895"/>
                  </a:cubicBezTo>
                  <a:lnTo>
                    <a:pt x="8609" y="52388"/>
                  </a:lnTo>
                  <a:lnTo>
                    <a:pt x="315623" y="8597"/>
                  </a:lnTo>
                  <a:close/>
                  <a:moveTo>
                    <a:pt x="322077" y="1"/>
                  </a:moveTo>
                  <a:lnTo>
                    <a:pt x="1" y="45923"/>
                  </a:lnTo>
                  <a:lnTo>
                    <a:pt x="8704" y="106966"/>
                  </a:lnTo>
                  <a:cubicBezTo>
                    <a:pt x="20253" y="188012"/>
                    <a:pt x="90036" y="246674"/>
                    <a:pt x="169641" y="246674"/>
                  </a:cubicBezTo>
                  <a:cubicBezTo>
                    <a:pt x="177237" y="246674"/>
                    <a:pt x="184952" y="246150"/>
                    <a:pt x="192715" y="245031"/>
                  </a:cubicBezTo>
                  <a:cubicBezTo>
                    <a:pt x="281512" y="232363"/>
                    <a:pt x="343448" y="149817"/>
                    <a:pt x="330792" y="61032"/>
                  </a:cubicBezTo>
                  <a:lnTo>
                    <a:pt x="32207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8" name="Google Shape;3678;p46"/>
            <p:cNvSpPr/>
            <p:nvPr/>
          </p:nvSpPr>
          <p:spPr>
            <a:xfrm>
              <a:off x="2105233" y="2802499"/>
              <a:ext cx="333407" cy="58854"/>
            </a:xfrm>
            <a:custGeom>
              <a:avLst/>
              <a:gdLst/>
              <a:ahLst/>
              <a:cxnLst/>
              <a:rect l="l" t="t" r="r" b="b"/>
              <a:pathLst>
                <a:path w="216850" h="38279" extrusionOk="0">
                  <a:moveTo>
                    <a:pt x="215778" y="0"/>
                  </a:moveTo>
                  <a:lnTo>
                    <a:pt x="1" y="30754"/>
                  </a:lnTo>
                  <a:lnTo>
                    <a:pt x="1072" y="38279"/>
                  </a:lnTo>
                  <a:lnTo>
                    <a:pt x="216849" y="7525"/>
                  </a:lnTo>
                  <a:lnTo>
                    <a:pt x="21577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9" name="Google Shape;3679;p46"/>
            <p:cNvSpPr/>
            <p:nvPr/>
          </p:nvSpPr>
          <p:spPr>
            <a:xfrm>
              <a:off x="2045629" y="2314355"/>
              <a:ext cx="336408" cy="336427"/>
            </a:xfrm>
            <a:custGeom>
              <a:avLst/>
              <a:gdLst/>
              <a:ahLst/>
              <a:cxnLst/>
              <a:rect l="l" t="t" r="r" b="b"/>
              <a:pathLst>
                <a:path w="218802" h="218814" extrusionOk="0">
                  <a:moveTo>
                    <a:pt x="109407" y="1"/>
                  </a:moveTo>
                  <a:cubicBezTo>
                    <a:pt x="80392" y="1"/>
                    <a:pt x="52567" y="11526"/>
                    <a:pt x="32041" y="32052"/>
                  </a:cubicBezTo>
                  <a:cubicBezTo>
                    <a:pt x="11526" y="52567"/>
                    <a:pt x="1" y="80392"/>
                    <a:pt x="1" y="109407"/>
                  </a:cubicBezTo>
                  <a:cubicBezTo>
                    <a:pt x="1" y="138423"/>
                    <a:pt x="11526" y="166248"/>
                    <a:pt x="32041" y="186762"/>
                  </a:cubicBezTo>
                  <a:cubicBezTo>
                    <a:pt x="52567" y="207276"/>
                    <a:pt x="80392" y="218813"/>
                    <a:pt x="109407" y="218813"/>
                  </a:cubicBezTo>
                  <a:cubicBezTo>
                    <a:pt x="138423" y="218813"/>
                    <a:pt x="166248" y="207276"/>
                    <a:pt x="186762" y="186762"/>
                  </a:cubicBezTo>
                  <a:cubicBezTo>
                    <a:pt x="207277" y="166248"/>
                    <a:pt x="218802" y="138423"/>
                    <a:pt x="218802" y="109407"/>
                  </a:cubicBezTo>
                  <a:cubicBezTo>
                    <a:pt x="218802" y="80392"/>
                    <a:pt x="207277" y="52567"/>
                    <a:pt x="186762" y="32052"/>
                  </a:cubicBezTo>
                  <a:cubicBezTo>
                    <a:pt x="166248" y="11526"/>
                    <a:pt x="138423" y="1"/>
                    <a:pt x="109407" y="1"/>
                  </a:cubicBezTo>
                  <a:close/>
                </a:path>
              </a:pathLst>
            </a:custGeom>
            <a:solidFill>
              <a:srgbClr val="FAF9E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0" name="Google Shape;3680;p46"/>
            <p:cNvSpPr/>
            <p:nvPr/>
          </p:nvSpPr>
          <p:spPr>
            <a:xfrm>
              <a:off x="2027983" y="2308491"/>
              <a:ext cx="364709" cy="348148"/>
            </a:xfrm>
            <a:custGeom>
              <a:avLst/>
              <a:gdLst/>
              <a:ahLst/>
              <a:cxnLst/>
              <a:rect l="l" t="t" r="r" b="b"/>
              <a:pathLst>
                <a:path w="237209" h="226438" extrusionOk="0">
                  <a:moveTo>
                    <a:pt x="120932" y="7613"/>
                  </a:moveTo>
                  <a:cubicBezTo>
                    <a:pt x="172605" y="7613"/>
                    <a:pt x="217908" y="45701"/>
                    <a:pt x="225409" y="98327"/>
                  </a:cubicBezTo>
                  <a:cubicBezTo>
                    <a:pt x="229386" y="126270"/>
                    <a:pt x="222266" y="154071"/>
                    <a:pt x="205335" y="176634"/>
                  </a:cubicBezTo>
                  <a:cubicBezTo>
                    <a:pt x="188393" y="199172"/>
                    <a:pt x="163687" y="213793"/>
                    <a:pt x="135767" y="217782"/>
                  </a:cubicBezTo>
                  <a:cubicBezTo>
                    <a:pt x="130713" y="218502"/>
                    <a:pt x="125663" y="218858"/>
                    <a:pt x="120646" y="218858"/>
                  </a:cubicBezTo>
                  <a:cubicBezTo>
                    <a:pt x="97958" y="218858"/>
                    <a:pt x="75960" y="211573"/>
                    <a:pt x="57484" y="197708"/>
                  </a:cubicBezTo>
                  <a:cubicBezTo>
                    <a:pt x="34921" y="180765"/>
                    <a:pt x="20312" y="156060"/>
                    <a:pt x="16324" y="128140"/>
                  </a:cubicBezTo>
                  <a:cubicBezTo>
                    <a:pt x="8108" y="70502"/>
                    <a:pt x="48316" y="16912"/>
                    <a:pt x="105954" y="8685"/>
                  </a:cubicBezTo>
                  <a:cubicBezTo>
                    <a:pt x="110990" y="7958"/>
                    <a:pt x="115991" y="7613"/>
                    <a:pt x="120932" y="7613"/>
                  </a:cubicBezTo>
                  <a:close/>
                  <a:moveTo>
                    <a:pt x="120978" y="0"/>
                  </a:moveTo>
                  <a:cubicBezTo>
                    <a:pt x="115670" y="0"/>
                    <a:pt x="110299" y="375"/>
                    <a:pt x="104894" y="1148"/>
                  </a:cubicBezTo>
                  <a:cubicBezTo>
                    <a:pt x="43089" y="9959"/>
                    <a:pt x="0" y="67406"/>
                    <a:pt x="8799" y="129199"/>
                  </a:cubicBezTo>
                  <a:cubicBezTo>
                    <a:pt x="13073" y="159132"/>
                    <a:pt x="28742" y="185599"/>
                    <a:pt x="52935" y="203756"/>
                  </a:cubicBezTo>
                  <a:cubicBezTo>
                    <a:pt x="72736" y="218627"/>
                    <a:pt x="96322" y="226437"/>
                    <a:pt x="120634" y="226437"/>
                  </a:cubicBezTo>
                  <a:cubicBezTo>
                    <a:pt x="126004" y="226437"/>
                    <a:pt x="131421" y="226068"/>
                    <a:pt x="136863" y="225283"/>
                  </a:cubicBezTo>
                  <a:cubicBezTo>
                    <a:pt x="166783" y="221008"/>
                    <a:pt x="193262" y="205340"/>
                    <a:pt x="211420" y="181158"/>
                  </a:cubicBezTo>
                  <a:cubicBezTo>
                    <a:pt x="229565" y="156965"/>
                    <a:pt x="237208" y="127163"/>
                    <a:pt x="232946" y="97231"/>
                  </a:cubicBezTo>
                  <a:cubicBezTo>
                    <a:pt x="224906" y="40852"/>
                    <a:pt x="176373" y="0"/>
                    <a:pt x="12097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1" name="Google Shape;3681;p46"/>
            <p:cNvSpPr/>
            <p:nvPr/>
          </p:nvSpPr>
          <p:spPr>
            <a:xfrm>
              <a:off x="2105800" y="2464409"/>
              <a:ext cx="27827" cy="35584"/>
            </a:xfrm>
            <a:custGeom>
              <a:avLst/>
              <a:gdLst/>
              <a:ahLst/>
              <a:cxnLst/>
              <a:rect l="l" t="t" r="r" b="b"/>
              <a:pathLst>
                <a:path w="18099" h="23144" extrusionOk="0">
                  <a:moveTo>
                    <a:pt x="8363" y="1"/>
                  </a:moveTo>
                  <a:cubicBezTo>
                    <a:pt x="8113" y="1"/>
                    <a:pt x="7861" y="16"/>
                    <a:pt x="7609" y="48"/>
                  </a:cubicBezTo>
                  <a:cubicBezTo>
                    <a:pt x="3049" y="619"/>
                    <a:pt x="1" y="6239"/>
                    <a:pt x="787" y="12609"/>
                  </a:cubicBezTo>
                  <a:cubicBezTo>
                    <a:pt x="1541" y="18632"/>
                    <a:pt x="5457" y="23144"/>
                    <a:pt x="9746" y="23144"/>
                  </a:cubicBezTo>
                  <a:cubicBezTo>
                    <a:pt x="9993" y="23144"/>
                    <a:pt x="10241" y="23129"/>
                    <a:pt x="10490" y="23098"/>
                  </a:cubicBezTo>
                  <a:cubicBezTo>
                    <a:pt x="15050" y="22515"/>
                    <a:pt x="18098" y="16907"/>
                    <a:pt x="17312" y="10537"/>
                  </a:cubicBezTo>
                  <a:cubicBezTo>
                    <a:pt x="16559" y="4520"/>
                    <a:pt x="12639" y="1"/>
                    <a:pt x="836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2" name="Google Shape;3682;p46"/>
            <p:cNvSpPr/>
            <p:nvPr/>
          </p:nvSpPr>
          <p:spPr>
            <a:xfrm>
              <a:off x="2100491" y="2458552"/>
              <a:ext cx="39378" cy="47266"/>
            </a:xfrm>
            <a:custGeom>
              <a:avLst/>
              <a:gdLst/>
              <a:ahLst/>
              <a:cxnLst/>
              <a:rect l="l" t="t" r="r" b="b"/>
              <a:pathLst>
                <a:path w="25612" h="30742" extrusionOk="0">
                  <a:moveTo>
                    <a:pt x="11788" y="7607"/>
                  </a:moveTo>
                  <a:cubicBezTo>
                    <a:pt x="13872" y="7607"/>
                    <a:pt x="16455" y="10560"/>
                    <a:pt x="16979" y="14787"/>
                  </a:cubicBezTo>
                  <a:cubicBezTo>
                    <a:pt x="17527" y="19240"/>
                    <a:pt x="15562" y="22847"/>
                    <a:pt x="13455" y="23109"/>
                  </a:cubicBezTo>
                  <a:cubicBezTo>
                    <a:pt x="13366" y="23122"/>
                    <a:pt x="13275" y="23128"/>
                    <a:pt x="13183" y="23128"/>
                  </a:cubicBezTo>
                  <a:cubicBezTo>
                    <a:pt x="11163" y="23128"/>
                    <a:pt x="8526" y="20165"/>
                    <a:pt x="8002" y="15918"/>
                  </a:cubicBezTo>
                  <a:cubicBezTo>
                    <a:pt x="7716" y="13656"/>
                    <a:pt x="8073" y="11417"/>
                    <a:pt x="8966" y="9762"/>
                  </a:cubicBezTo>
                  <a:cubicBezTo>
                    <a:pt x="9371" y="9036"/>
                    <a:pt x="10216" y="7786"/>
                    <a:pt x="11514" y="7619"/>
                  </a:cubicBezTo>
                  <a:cubicBezTo>
                    <a:pt x="11609" y="7607"/>
                    <a:pt x="11693" y="7607"/>
                    <a:pt x="11788" y="7607"/>
                  </a:cubicBezTo>
                  <a:close/>
                  <a:moveTo>
                    <a:pt x="11885" y="0"/>
                  </a:moveTo>
                  <a:cubicBezTo>
                    <a:pt x="11459" y="0"/>
                    <a:pt x="11030" y="27"/>
                    <a:pt x="10597" y="83"/>
                  </a:cubicBezTo>
                  <a:cubicBezTo>
                    <a:pt x="7192" y="499"/>
                    <a:pt x="4168" y="2726"/>
                    <a:pt x="2311" y="6143"/>
                  </a:cubicBezTo>
                  <a:cubicBezTo>
                    <a:pt x="644" y="9215"/>
                    <a:pt x="1" y="13025"/>
                    <a:pt x="477" y="16870"/>
                  </a:cubicBezTo>
                  <a:cubicBezTo>
                    <a:pt x="1465" y="24907"/>
                    <a:pt x="6918" y="30741"/>
                    <a:pt x="13157" y="30741"/>
                  </a:cubicBezTo>
                  <a:cubicBezTo>
                    <a:pt x="13574" y="30741"/>
                    <a:pt x="13991" y="30729"/>
                    <a:pt x="14419" y="30682"/>
                  </a:cubicBezTo>
                  <a:cubicBezTo>
                    <a:pt x="21158" y="29836"/>
                    <a:pt x="25611" y="22454"/>
                    <a:pt x="24540" y="13882"/>
                  </a:cubicBezTo>
                  <a:cubicBezTo>
                    <a:pt x="23536" y="5855"/>
                    <a:pt x="18139" y="0"/>
                    <a:pt x="1188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3" name="Google Shape;3683;p46"/>
            <p:cNvSpPr/>
            <p:nvPr/>
          </p:nvSpPr>
          <p:spPr>
            <a:xfrm>
              <a:off x="2296913" y="2437158"/>
              <a:ext cx="27735" cy="35572"/>
            </a:xfrm>
            <a:custGeom>
              <a:avLst/>
              <a:gdLst/>
              <a:ahLst/>
              <a:cxnLst/>
              <a:rect l="l" t="t" r="r" b="b"/>
              <a:pathLst>
                <a:path w="18039" h="23136" extrusionOk="0">
                  <a:moveTo>
                    <a:pt x="8354" y="0"/>
                  </a:moveTo>
                  <a:cubicBezTo>
                    <a:pt x="8114" y="0"/>
                    <a:pt x="7874" y="14"/>
                    <a:pt x="7633" y="43"/>
                  </a:cubicBezTo>
                  <a:cubicBezTo>
                    <a:pt x="3085" y="579"/>
                    <a:pt x="1" y="6187"/>
                    <a:pt x="763" y="12557"/>
                  </a:cubicBezTo>
                  <a:cubicBezTo>
                    <a:pt x="1474" y="18595"/>
                    <a:pt x="5405" y="23136"/>
                    <a:pt x="9697" y="23136"/>
                  </a:cubicBezTo>
                  <a:cubicBezTo>
                    <a:pt x="9933" y="23136"/>
                    <a:pt x="10170" y="23122"/>
                    <a:pt x="10407" y="23094"/>
                  </a:cubicBezTo>
                  <a:cubicBezTo>
                    <a:pt x="14955" y="22558"/>
                    <a:pt x="18039" y="16950"/>
                    <a:pt x="17277" y="10580"/>
                  </a:cubicBezTo>
                  <a:cubicBezTo>
                    <a:pt x="16544" y="4548"/>
                    <a:pt x="12629" y="0"/>
                    <a:pt x="835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4" name="Google Shape;3684;p46"/>
            <p:cNvSpPr/>
            <p:nvPr/>
          </p:nvSpPr>
          <p:spPr>
            <a:xfrm>
              <a:off x="2291532" y="2431277"/>
              <a:ext cx="39305" cy="47320"/>
            </a:xfrm>
            <a:custGeom>
              <a:avLst/>
              <a:gdLst/>
              <a:ahLst/>
              <a:cxnLst/>
              <a:rect l="l" t="t" r="r" b="b"/>
              <a:pathLst>
                <a:path w="25564" h="30777" extrusionOk="0">
                  <a:moveTo>
                    <a:pt x="11835" y="7619"/>
                  </a:moveTo>
                  <a:cubicBezTo>
                    <a:pt x="13919" y="7619"/>
                    <a:pt x="16491" y="10595"/>
                    <a:pt x="17003" y="14846"/>
                  </a:cubicBezTo>
                  <a:cubicBezTo>
                    <a:pt x="17538" y="19287"/>
                    <a:pt x="15550" y="22883"/>
                    <a:pt x="13443" y="23145"/>
                  </a:cubicBezTo>
                  <a:cubicBezTo>
                    <a:pt x="13356" y="23156"/>
                    <a:pt x="13269" y="23161"/>
                    <a:pt x="13182" y="23161"/>
                  </a:cubicBezTo>
                  <a:cubicBezTo>
                    <a:pt x="12049" y="23161"/>
                    <a:pt x="10974" y="22266"/>
                    <a:pt x="10454" y="21680"/>
                  </a:cubicBezTo>
                  <a:cubicBezTo>
                    <a:pt x="9180" y="20287"/>
                    <a:pt x="8287" y="18180"/>
                    <a:pt x="8025" y="15918"/>
                  </a:cubicBezTo>
                  <a:cubicBezTo>
                    <a:pt x="7751" y="13667"/>
                    <a:pt x="8109" y="11417"/>
                    <a:pt x="9025" y="9762"/>
                  </a:cubicBezTo>
                  <a:cubicBezTo>
                    <a:pt x="9418" y="9036"/>
                    <a:pt x="10288" y="7786"/>
                    <a:pt x="11573" y="7631"/>
                  </a:cubicBezTo>
                  <a:cubicBezTo>
                    <a:pt x="11669" y="7619"/>
                    <a:pt x="11740" y="7619"/>
                    <a:pt x="11835" y="7619"/>
                  </a:cubicBezTo>
                  <a:close/>
                  <a:moveTo>
                    <a:pt x="11861" y="0"/>
                  </a:moveTo>
                  <a:cubicBezTo>
                    <a:pt x="11466" y="0"/>
                    <a:pt x="11069" y="23"/>
                    <a:pt x="10669" y="70"/>
                  </a:cubicBezTo>
                  <a:cubicBezTo>
                    <a:pt x="7263" y="487"/>
                    <a:pt x="4227" y="2678"/>
                    <a:pt x="2346" y="6095"/>
                  </a:cubicBezTo>
                  <a:cubicBezTo>
                    <a:pt x="667" y="9167"/>
                    <a:pt x="1" y="12977"/>
                    <a:pt x="465" y="16834"/>
                  </a:cubicBezTo>
                  <a:cubicBezTo>
                    <a:pt x="917" y="20704"/>
                    <a:pt x="2489" y="24240"/>
                    <a:pt x="4834" y="26812"/>
                  </a:cubicBezTo>
                  <a:cubicBezTo>
                    <a:pt x="7180" y="29372"/>
                    <a:pt x="10168" y="30777"/>
                    <a:pt x="13193" y="30777"/>
                  </a:cubicBezTo>
                  <a:cubicBezTo>
                    <a:pt x="13574" y="30777"/>
                    <a:pt x="13955" y="30741"/>
                    <a:pt x="14336" y="30669"/>
                  </a:cubicBezTo>
                  <a:cubicBezTo>
                    <a:pt x="21086" y="29872"/>
                    <a:pt x="25563" y="22502"/>
                    <a:pt x="24539" y="13929"/>
                  </a:cubicBezTo>
                  <a:cubicBezTo>
                    <a:pt x="23576" y="5863"/>
                    <a:pt x="18143" y="0"/>
                    <a:pt x="1186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5" name="Google Shape;3685;p46"/>
            <p:cNvSpPr/>
            <p:nvPr/>
          </p:nvSpPr>
          <p:spPr>
            <a:xfrm>
              <a:off x="2178146" y="2461058"/>
              <a:ext cx="68977" cy="56439"/>
            </a:xfrm>
            <a:custGeom>
              <a:avLst/>
              <a:gdLst/>
              <a:ahLst/>
              <a:cxnLst/>
              <a:rect l="l" t="t" r="r" b="b"/>
              <a:pathLst>
                <a:path w="44863" h="36708" extrusionOk="0">
                  <a:moveTo>
                    <a:pt x="43291" y="0"/>
                  </a:moveTo>
                  <a:lnTo>
                    <a:pt x="35719" y="596"/>
                  </a:lnTo>
                  <a:lnTo>
                    <a:pt x="36017" y="4394"/>
                  </a:lnTo>
                  <a:cubicBezTo>
                    <a:pt x="37064" y="17610"/>
                    <a:pt x="31599" y="27385"/>
                    <a:pt x="25944" y="28873"/>
                  </a:cubicBezTo>
                  <a:cubicBezTo>
                    <a:pt x="25352" y="29029"/>
                    <a:pt x="24768" y="29097"/>
                    <a:pt x="24200" y="29097"/>
                  </a:cubicBezTo>
                  <a:cubicBezTo>
                    <a:pt x="22164" y="29097"/>
                    <a:pt x="20330" y="28223"/>
                    <a:pt x="19026" y="27385"/>
                  </a:cubicBezTo>
                  <a:cubicBezTo>
                    <a:pt x="13752" y="23980"/>
                    <a:pt x="9585" y="16455"/>
                    <a:pt x="8132" y="7716"/>
                  </a:cubicBezTo>
                  <a:lnTo>
                    <a:pt x="7501" y="3965"/>
                  </a:lnTo>
                  <a:lnTo>
                    <a:pt x="0" y="5215"/>
                  </a:lnTo>
                  <a:lnTo>
                    <a:pt x="631" y="8966"/>
                  </a:lnTo>
                  <a:cubicBezTo>
                    <a:pt x="2453" y="19908"/>
                    <a:pt x="7787" y="29159"/>
                    <a:pt x="14883" y="33755"/>
                  </a:cubicBezTo>
                  <a:cubicBezTo>
                    <a:pt x="17895" y="35719"/>
                    <a:pt x="21050" y="36707"/>
                    <a:pt x="24158" y="36707"/>
                  </a:cubicBezTo>
                  <a:cubicBezTo>
                    <a:pt x="25408" y="36707"/>
                    <a:pt x="26646" y="36552"/>
                    <a:pt x="27861" y="36219"/>
                  </a:cubicBezTo>
                  <a:cubicBezTo>
                    <a:pt x="38231" y="33504"/>
                    <a:pt x="44863" y="19860"/>
                    <a:pt x="43589" y="3787"/>
                  </a:cubicBezTo>
                  <a:lnTo>
                    <a:pt x="4329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6" name="Google Shape;3686;p46"/>
            <p:cNvSpPr/>
            <p:nvPr/>
          </p:nvSpPr>
          <p:spPr>
            <a:xfrm>
              <a:off x="2355910" y="2909786"/>
              <a:ext cx="99149" cy="99484"/>
            </a:xfrm>
            <a:custGeom>
              <a:avLst/>
              <a:gdLst/>
              <a:ahLst/>
              <a:cxnLst/>
              <a:rect l="l" t="t" r="r" b="b"/>
              <a:pathLst>
                <a:path w="64487" h="64705" extrusionOk="0">
                  <a:moveTo>
                    <a:pt x="39661" y="0"/>
                  </a:moveTo>
                  <a:cubicBezTo>
                    <a:pt x="39303" y="0"/>
                    <a:pt x="38943" y="134"/>
                    <a:pt x="38662" y="431"/>
                  </a:cubicBezTo>
                  <a:lnTo>
                    <a:pt x="24053" y="14409"/>
                  </a:lnTo>
                  <a:cubicBezTo>
                    <a:pt x="23791" y="14672"/>
                    <a:pt x="23440" y="14809"/>
                    <a:pt x="23070" y="14809"/>
                  </a:cubicBezTo>
                  <a:cubicBezTo>
                    <a:pt x="22970" y="14809"/>
                    <a:pt x="22869" y="14799"/>
                    <a:pt x="22768" y="14778"/>
                  </a:cubicBezTo>
                  <a:lnTo>
                    <a:pt x="2289" y="10766"/>
                  </a:lnTo>
                  <a:cubicBezTo>
                    <a:pt x="2184" y="10745"/>
                    <a:pt x="2081" y="10735"/>
                    <a:pt x="1981" y="10735"/>
                  </a:cubicBezTo>
                  <a:cubicBezTo>
                    <a:pt x="950" y="10735"/>
                    <a:pt x="242" y="11799"/>
                    <a:pt x="741" y="12754"/>
                  </a:cubicBezTo>
                  <a:lnTo>
                    <a:pt x="10326" y="30852"/>
                  </a:lnTo>
                  <a:cubicBezTo>
                    <a:pt x="10540" y="31268"/>
                    <a:pt x="10540" y="31757"/>
                    <a:pt x="10326" y="32161"/>
                  </a:cubicBezTo>
                  <a:lnTo>
                    <a:pt x="550" y="49687"/>
                  </a:lnTo>
                  <a:cubicBezTo>
                    <a:pt x="1" y="50630"/>
                    <a:pt x="773" y="51784"/>
                    <a:pt x="1860" y="51784"/>
                  </a:cubicBezTo>
                  <a:cubicBezTo>
                    <a:pt x="1927" y="51784"/>
                    <a:pt x="1994" y="51780"/>
                    <a:pt x="2063" y="51771"/>
                  </a:cubicBezTo>
                  <a:lnTo>
                    <a:pt x="22589" y="48973"/>
                  </a:lnTo>
                  <a:cubicBezTo>
                    <a:pt x="22658" y="48962"/>
                    <a:pt x="22728" y="48957"/>
                    <a:pt x="22799" y="48957"/>
                  </a:cubicBezTo>
                  <a:cubicBezTo>
                    <a:pt x="23190" y="48957"/>
                    <a:pt x="23591" y="49121"/>
                    <a:pt x="23863" y="49414"/>
                  </a:cubicBezTo>
                  <a:lnTo>
                    <a:pt x="38305" y="64249"/>
                  </a:lnTo>
                  <a:cubicBezTo>
                    <a:pt x="38609" y="64561"/>
                    <a:pt x="38996" y="64704"/>
                    <a:pt x="39375" y="64704"/>
                  </a:cubicBezTo>
                  <a:cubicBezTo>
                    <a:pt x="40035" y="64704"/>
                    <a:pt x="40668" y="64268"/>
                    <a:pt x="40782" y="63534"/>
                  </a:cubicBezTo>
                  <a:lnTo>
                    <a:pt x="43877" y="43710"/>
                  </a:lnTo>
                  <a:cubicBezTo>
                    <a:pt x="43961" y="43258"/>
                    <a:pt x="44258" y="42865"/>
                    <a:pt x="44687" y="42675"/>
                  </a:cubicBezTo>
                  <a:lnTo>
                    <a:pt x="63380" y="34328"/>
                  </a:lnTo>
                  <a:cubicBezTo>
                    <a:pt x="64463" y="33828"/>
                    <a:pt x="64487" y="32340"/>
                    <a:pt x="63392" y="31792"/>
                  </a:cubicBezTo>
                  <a:lnTo>
                    <a:pt x="44794" y="22327"/>
                  </a:lnTo>
                  <a:cubicBezTo>
                    <a:pt x="44354" y="22101"/>
                    <a:pt x="44056" y="21708"/>
                    <a:pt x="43996" y="21243"/>
                  </a:cubicBezTo>
                  <a:lnTo>
                    <a:pt x="41115" y="1241"/>
                  </a:lnTo>
                  <a:cubicBezTo>
                    <a:pt x="41006" y="478"/>
                    <a:pt x="40337" y="0"/>
                    <a:pt x="39661" y="0"/>
                  </a:cubicBezTo>
                  <a:close/>
                </a:path>
              </a:pathLst>
            </a:custGeom>
            <a:solidFill>
              <a:srgbClr val="FFC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7" name="Google Shape;3687;p46"/>
            <p:cNvSpPr/>
            <p:nvPr/>
          </p:nvSpPr>
          <p:spPr>
            <a:xfrm>
              <a:off x="2350129" y="2903843"/>
              <a:ext cx="110422" cy="111224"/>
            </a:xfrm>
            <a:custGeom>
              <a:avLst/>
              <a:gdLst/>
              <a:ahLst/>
              <a:cxnLst/>
              <a:rect l="l" t="t" r="r" b="b"/>
              <a:pathLst>
                <a:path w="71819" h="72341" extrusionOk="0">
                  <a:moveTo>
                    <a:pt x="41768" y="10118"/>
                  </a:moveTo>
                  <a:lnTo>
                    <a:pt x="43994" y="25644"/>
                  </a:lnTo>
                  <a:cubicBezTo>
                    <a:pt x="44232" y="27335"/>
                    <a:pt x="45292" y="28799"/>
                    <a:pt x="46828" y="29573"/>
                  </a:cubicBezTo>
                  <a:lnTo>
                    <a:pt x="60960" y="36765"/>
                  </a:lnTo>
                  <a:lnTo>
                    <a:pt x="46887" y="43039"/>
                  </a:lnTo>
                  <a:cubicBezTo>
                    <a:pt x="45292" y="43754"/>
                    <a:pt x="44161" y="45218"/>
                    <a:pt x="43875" y="46968"/>
                  </a:cubicBezTo>
                  <a:lnTo>
                    <a:pt x="41506" y="62089"/>
                  </a:lnTo>
                  <a:lnTo>
                    <a:pt x="30314" y="50588"/>
                  </a:lnTo>
                  <a:cubicBezTo>
                    <a:pt x="29326" y="49564"/>
                    <a:pt x="27932" y="48980"/>
                    <a:pt x="26528" y="48980"/>
                  </a:cubicBezTo>
                  <a:cubicBezTo>
                    <a:pt x="26289" y="48980"/>
                    <a:pt x="26051" y="49004"/>
                    <a:pt x="25825" y="49052"/>
                  </a:cubicBezTo>
                  <a:lnTo>
                    <a:pt x="9930" y="51207"/>
                  </a:lnTo>
                  <a:lnTo>
                    <a:pt x="17384" y="37848"/>
                  </a:lnTo>
                  <a:cubicBezTo>
                    <a:pt x="18253" y="36312"/>
                    <a:pt x="18265" y="34455"/>
                    <a:pt x="17431" y="32907"/>
                  </a:cubicBezTo>
                  <a:lnTo>
                    <a:pt x="10216" y="19274"/>
                  </a:lnTo>
                  <a:lnTo>
                    <a:pt x="25777" y="22322"/>
                  </a:lnTo>
                  <a:cubicBezTo>
                    <a:pt x="26119" y="22390"/>
                    <a:pt x="26464" y="22424"/>
                    <a:pt x="26806" y="22424"/>
                  </a:cubicBezTo>
                  <a:cubicBezTo>
                    <a:pt x="28147" y="22424"/>
                    <a:pt x="29456" y="21913"/>
                    <a:pt x="30433" y="20965"/>
                  </a:cubicBezTo>
                  <a:lnTo>
                    <a:pt x="41768" y="10118"/>
                  </a:lnTo>
                  <a:close/>
                  <a:moveTo>
                    <a:pt x="43398" y="0"/>
                  </a:moveTo>
                  <a:cubicBezTo>
                    <a:pt x="42069" y="0"/>
                    <a:pt x="40762" y="509"/>
                    <a:pt x="39767" y="1463"/>
                  </a:cubicBezTo>
                  <a:lnTo>
                    <a:pt x="26063" y="14583"/>
                  </a:lnTo>
                  <a:lnTo>
                    <a:pt x="6763" y="10809"/>
                  </a:lnTo>
                  <a:cubicBezTo>
                    <a:pt x="6413" y="10741"/>
                    <a:pt x="6064" y="10707"/>
                    <a:pt x="5718" y="10707"/>
                  </a:cubicBezTo>
                  <a:cubicBezTo>
                    <a:pt x="4076" y="10707"/>
                    <a:pt x="2530" y="11462"/>
                    <a:pt x="1536" y="12809"/>
                  </a:cubicBezTo>
                  <a:cubicBezTo>
                    <a:pt x="334" y="14417"/>
                    <a:pt x="179" y="16536"/>
                    <a:pt x="1120" y="18322"/>
                  </a:cubicBezTo>
                  <a:lnTo>
                    <a:pt x="10085" y="35276"/>
                  </a:lnTo>
                  <a:lnTo>
                    <a:pt x="953" y="51624"/>
                  </a:lnTo>
                  <a:cubicBezTo>
                    <a:pt x="0" y="53350"/>
                    <a:pt x="96" y="55434"/>
                    <a:pt x="1203" y="57077"/>
                  </a:cubicBezTo>
                  <a:cubicBezTo>
                    <a:pt x="2207" y="58551"/>
                    <a:pt x="3816" y="59400"/>
                    <a:pt x="5572" y="59400"/>
                  </a:cubicBezTo>
                  <a:cubicBezTo>
                    <a:pt x="5816" y="59400"/>
                    <a:pt x="6062" y="59384"/>
                    <a:pt x="6311" y="59351"/>
                  </a:cubicBezTo>
                  <a:lnTo>
                    <a:pt x="25694" y="56719"/>
                  </a:lnTo>
                  <a:lnTo>
                    <a:pt x="39327" y="70733"/>
                  </a:lnTo>
                  <a:cubicBezTo>
                    <a:pt x="40351" y="71781"/>
                    <a:pt x="41708" y="72340"/>
                    <a:pt x="43113" y="72340"/>
                  </a:cubicBezTo>
                  <a:cubicBezTo>
                    <a:pt x="43649" y="72340"/>
                    <a:pt x="44208" y="72269"/>
                    <a:pt x="44756" y="72067"/>
                  </a:cubicBezTo>
                  <a:cubicBezTo>
                    <a:pt x="46637" y="71471"/>
                    <a:pt x="48006" y="69888"/>
                    <a:pt x="48316" y="67935"/>
                  </a:cubicBezTo>
                  <a:lnTo>
                    <a:pt x="51197" y="49421"/>
                  </a:lnTo>
                  <a:lnTo>
                    <a:pt x="68699" y="41610"/>
                  </a:lnTo>
                  <a:cubicBezTo>
                    <a:pt x="70545" y="40777"/>
                    <a:pt x="71724" y="39027"/>
                    <a:pt x="71771" y="37015"/>
                  </a:cubicBezTo>
                  <a:cubicBezTo>
                    <a:pt x="71819" y="34979"/>
                    <a:pt x="70712" y="33145"/>
                    <a:pt x="68878" y="32216"/>
                  </a:cubicBezTo>
                  <a:lnTo>
                    <a:pt x="51352" y="23311"/>
                  </a:lnTo>
                  <a:lnTo>
                    <a:pt x="48637" y="4523"/>
                  </a:lnTo>
                  <a:cubicBezTo>
                    <a:pt x="48364" y="2558"/>
                    <a:pt x="47018" y="951"/>
                    <a:pt x="45125" y="296"/>
                  </a:cubicBezTo>
                  <a:cubicBezTo>
                    <a:pt x="44561" y="97"/>
                    <a:pt x="43977" y="0"/>
                    <a:pt x="433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8" name="Google Shape;3688;p46"/>
            <p:cNvSpPr/>
            <p:nvPr/>
          </p:nvSpPr>
          <p:spPr>
            <a:xfrm>
              <a:off x="2102725" y="2892335"/>
              <a:ext cx="73825" cy="72456"/>
            </a:xfrm>
            <a:custGeom>
              <a:avLst/>
              <a:gdLst/>
              <a:ahLst/>
              <a:cxnLst/>
              <a:rect l="l" t="t" r="r" b="b"/>
              <a:pathLst>
                <a:path w="48016" h="47126" extrusionOk="0">
                  <a:moveTo>
                    <a:pt x="16388" y="1"/>
                  </a:moveTo>
                  <a:cubicBezTo>
                    <a:pt x="15855" y="1"/>
                    <a:pt x="15337" y="401"/>
                    <a:pt x="15312" y="994"/>
                  </a:cubicBezTo>
                  <a:lnTo>
                    <a:pt x="14324" y="15734"/>
                  </a:lnTo>
                  <a:cubicBezTo>
                    <a:pt x="14288" y="16068"/>
                    <a:pt x="14097" y="16389"/>
                    <a:pt x="13800" y="16568"/>
                  </a:cubicBezTo>
                  <a:lnTo>
                    <a:pt x="762" y="24485"/>
                  </a:lnTo>
                  <a:cubicBezTo>
                    <a:pt x="0" y="24938"/>
                    <a:pt x="96" y="26033"/>
                    <a:pt x="905" y="26331"/>
                  </a:cubicBezTo>
                  <a:lnTo>
                    <a:pt x="15002" y="31367"/>
                  </a:lnTo>
                  <a:cubicBezTo>
                    <a:pt x="15336" y="31486"/>
                    <a:pt x="15574" y="31760"/>
                    <a:pt x="15645" y="32081"/>
                  </a:cubicBezTo>
                  <a:lnTo>
                    <a:pt x="18991" y="46357"/>
                  </a:lnTo>
                  <a:cubicBezTo>
                    <a:pt x="19105" y="46848"/>
                    <a:pt x="19541" y="47126"/>
                    <a:pt x="19994" y="47126"/>
                  </a:cubicBezTo>
                  <a:cubicBezTo>
                    <a:pt x="20299" y="47126"/>
                    <a:pt x="20611" y="46999"/>
                    <a:pt x="20836" y="46726"/>
                  </a:cubicBezTo>
                  <a:lnTo>
                    <a:pt x="30540" y="35117"/>
                  </a:lnTo>
                  <a:cubicBezTo>
                    <a:pt x="30757" y="34877"/>
                    <a:pt x="31085" y="34736"/>
                    <a:pt x="31406" y="34736"/>
                  </a:cubicBezTo>
                  <a:cubicBezTo>
                    <a:pt x="31419" y="34736"/>
                    <a:pt x="31432" y="34736"/>
                    <a:pt x="31445" y="34736"/>
                  </a:cubicBezTo>
                  <a:lnTo>
                    <a:pt x="46554" y="35641"/>
                  </a:lnTo>
                  <a:cubicBezTo>
                    <a:pt x="46580" y="35643"/>
                    <a:pt x="46606" y="35644"/>
                    <a:pt x="46632" y="35644"/>
                  </a:cubicBezTo>
                  <a:cubicBezTo>
                    <a:pt x="47470" y="35644"/>
                    <a:pt x="48016" y="34727"/>
                    <a:pt x="47554" y="34034"/>
                  </a:cubicBezTo>
                  <a:lnTo>
                    <a:pt x="39458" y="21806"/>
                  </a:lnTo>
                  <a:cubicBezTo>
                    <a:pt x="39279" y="21521"/>
                    <a:pt x="39255" y="21163"/>
                    <a:pt x="39386" y="20854"/>
                  </a:cubicBezTo>
                  <a:lnTo>
                    <a:pt x="45363" y="7126"/>
                  </a:lnTo>
                  <a:cubicBezTo>
                    <a:pt x="45667" y="6434"/>
                    <a:pt x="45141" y="5715"/>
                    <a:pt x="44426" y="5715"/>
                  </a:cubicBezTo>
                  <a:cubicBezTo>
                    <a:pt x="44328" y="5715"/>
                    <a:pt x="44228" y="5728"/>
                    <a:pt x="44125" y="5757"/>
                  </a:cubicBezTo>
                  <a:lnTo>
                    <a:pt x="29421" y="9805"/>
                  </a:lnTo>
                  <a:cubicBezTo>
                    <a:pt x="29319" y="9834"/>
                    <a:pt x="29216" y="9848"/>
                    <a:pt x="29113" y="9848"/>
                  </a:cubicBezTo>
                  <a:cubicBezTo>
                    <a:pt x="28878" y="9848"/>
                    <a:pt x="28647" y="9772"/>
                    <a:pt x="28456" y="9614"/>
                  </a:cubicBezTo>
                  <a:lnTo>
                    <a:pt x="17038" y="232"/>
                  </a:lnTo>
                  <a:cubicBezTo>
                    <a:pt x="16843" y="73"/>
                    <a:pt x="16614" y="1"/>
                    <a:pt x="16388" y="1"/>
                  </a:cubicBezTo>
                  <a:close/>
                </a:path>
              </a:pathLst>
            </a:custGeom>
            <a:solidFill>
              <a:srgbClr val="FFC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9" name="Google Shape;3689;p46"/>
            <p:cNvSpPr/>
            <p:nvPr/>
          </p:nvSpPr>
          <p:spPr>
            <a:xfrm>
              <a:off x="2096958" y="2886491"/>
              <a:ext cx="85399" cy="84166"/>
            </a:xfrm>
            <a:custGeom>
              <a:avLst/>
              <a:gdLst/>
              <a:ahLst/>
              <a:cxnLst/>
              <a:rect l="l" t="t" r="r" b="b"/>
              <a:pathLst>
                <a:path w="55544" h="54742" extrusionOk="0">
                  <a:moveTo>
                    <a:pt x="15539" y="17118"/>
                  </a:moveTo>
                  <a:lnTo>
                    <a:pt x="15527" y="17130"/>
                  </a:lnTo>
                  <a:cubicBezTo>
                    <a:pt x="15527" y="17118"/>
                    <a:pt x="15539" y="17118"/>
                    <a:pt x="15539" y="17118"/>
                  </a:cubicBezTo>
                  <a:close/>
                  <a:moveTo>
                    <a:pt x="22480" y="10355"/>
                  </a:moveTo>
                  <a:lnTo>
                    <a:pt x="29779" y="16368"/>
                  </a:lnTo>
                  <a:cubicBezTo>
                    <a:pt x="30662" y="17088"/>
                    <a:pt x="31755" y="17475"/>
                    <a:pt x="32871" y="17475"/>
                  </a:cubicBezTo>
                  <a:cubicBezTo>
                    <a:pt x="33305" y="17475"/>
                    <a:pt x="33742" y="17417"/>
                    <a:pt x="34172" y="17297"/>
                  </a:cubicBezTo>
                  <a:lnTo>
                    <a:pt x="43280" y="14785"/>
                  </a:lnTo>
                  <a:lnTo>
                    <a:pt x="43280" y="14785"/>
                  </a:lnTo>
                  <a:lnTo>
                    <a:pt x="39649" y="23119"/>
                  </a:lnTo>
                  <a:cubicBezTo>
                    <a:pt x="38982" y="24619"/>
                    <a:pt x="39125" y="26334"/>
                    <a:pt x="40042" y="27715"/>
                  </a:cubicBezTo>
                  <a:lnTo>
                    <a:pt x="45078" y="35335"/>
                  </a:lnTo>
                  <a:lnTo>
                    <a:pt x="35458" y="34775"/>
                  </a:lnTo>
                  <a:cubicBezTo>
                    <a:pt x="35349" y="34768"/>
                    <a:pt x="35239" y="34764"/>
                    <a:pt x="35130" y="34764"/>
                  </a:cubicBezTo>
                  <a:cubicBezTo>
                    <a:pt x="33705" y="34764"/>
                    <a:pt x="32302" y="35407"/>
                    <a:pt x="31362" y="36513"/>
                  </a:cubicBezTo>
                  <a:lnTo>
                    <a:pt x="25159" y="43943"/>
                  </a:lnTo>
                  <a:lnTo>
                    <a:pt x="23075" y="35037"/>
                  </a:lnTo>
                  <a:cubicBezTo>
                    <a:pt x="22694" y="33442"/>
                    <a:pt x="21551" y="32168"/>
                    <a:pt x="20003" y="31620"/>
                  </a:cubicBezTo>
                  <a:lnTo>
                    <a:pt x="11419" y="28536"/>
                  </a:lnTo>
                  <a:lnTo>
                    <a:pt x="19480" y="23655"/>
                  </a:lnTo>
                  <a:cubicBezTo>
                    <a:pt x="20849" y="22821"/>
                    <a:pt x="21730" y="21393"/>
                    <a:pt x="21837" y="19809"/>
                  </a:cubicBezTo>
                  <a:lnTo>
                    <a:pt x="22480" y="10355"/>
                  </a:lnTo>
                  <a:close/>
                  <a:moveTo>
                    <a:pt x="20137" y="0"/>
                  </a:moveTo>
                  <a:cubicBezTo>
                    <a:pt x="19482" y="0"/>
                    <a:pt x="18821" y="132"/>
                    <a:pt x="18194" y="402"/>
                  </a:cubicBezTo>
                  <a:cubicBezTo>
                    <a:pt x="16491" y="1140"/>
                    <a:pt x="15384" y="2724"/>
                    <a:pt x="15265" y="4545"/>
                  </a:cubicBezTo>
                  <a:lnTo>
                    <a:pt x="14348" y="17868"/>
                  </a:lnTo>
                  <a:lnTo>
                    <a:pt x="2525" y="25048"/>
                  </a:lnTo>
                  <a:cubicBezTo>
                    <a:pt x="894" y="26036"/>
                    <a:pt x="1" y="27822"/>
                    <a:pt x="191" y="29679"/>
                  </a:cubicBezTo>
                  <a:cubicBezTo>
                    <a:pt x="370" y="31525"/>
                    <a:pt x="1585" y="33073"/>
                    <a:pt x="3347" y="33715"/>
                  </a:cubicBezTo>
                  <a:lnTo>
                    <a:pt x="16015" y="38252"/>
                  </a:lnTo>
                  <a:lnTo>
                    <a:pt x="19027" y="51039"/>
                  </a:lnTo>
                  <a:cubicBezTo>
                    <a:pt x="19444" y="52825"/>
                    <a:pt x="20813" y="54194"/>
                    <a:pt x="22599" y="54611"/>
                  </a:cubicBezTo>
                  <a:cubicBezTo>
                    <a:pt x="22980" y="54694"/>
                    <a:pt x="23349" y="54742"/>
                    <a:pt x="23742" y="54742"/>
                  </a:cubicBezTo>
                  <a:cubicBezTo>
                    <a:pt x="25171" y="54742"/>
                    <a:pt x="26540" y="54123"/>
                    <a:pt x="27504" y="53004"/>
                  </a:cubicBezTo>
                  <a:lnTo>
                    <a:pt x="36351" y="42431"/>
                  </a:lnTo>
                  <a:lnTo>
                    <a:pt x="50079" y="43252"/>
                  </a:lnTo>
                  <a:cubicBezTo>
                    <a:pt x="50149" y="43255"/>
                    <a:pt x="50219" y="43256"/>
                    <a:pt x="50289" y="43256"/>
                  </a:cubicBezTo>
                  <a:cubicBezTo>
                    <a:pt x="52098" y="43256"/>
                    <a:pt x="53721" y="42371"/>
                    <a:pt x="54627" y="40812"/>
                  </a:cubicBezTo>
                  <a:cubicBezTo>
                    <a:pt x="55544" y="39216"/>
                    <a:pt x="55484" y="37287"/>
                    <a:pt x="54472" y="35751"/>
                  </a:cubicBezTo>
                  <a:lnTo>
                    <a:pt x="47221" y="24798"/>
                  </a:lnTo>
                  <a:lnTo>
                    <a:pt x="52615" y="12463"/>
                  </a:lnTo>
                  <a:cubicBezTo>
                    <a:pt x="53353" y="10736"/>
                    <a:pt x="53055" y="8796"/>
                    <a:pt x="51841" y="7391"/>
                  </a:cubicBezTo>
                  <a:cubicBezTo>
                    <a:pt x="50901" y="6307"/>
                    <a:pt x="49578" y="5723"/>
                    <a:pt x="48203" y="5723"/>
                  </a:cubicBezTo>
                  <a:cubicBezTo>
                    <a:pt x="47766" y="5723"/>
                    <a:pt x="47324" y="5782"/>
                    <a:pt x="46888" y="5903"/>
                  </a:cubicBezTo>
                  <a:lnTo>
                    <a:pt x="33529" y="9570"/>
                  </a:lnTo>
                  <a:lnTo>
                    <a:pt x="23230" y="1104"/>
                  </a:lnTo>
                  <a:cubicBezTo>
                    <a:pt x="22339" y="378"/>
                    <a:pt x="21246" y="0"/>
                    <a:pt x="2013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690" name="Google Shape;3690;p46"/>
          <p:cNvGrpSpPr/>
          <p:nvPr/>
        </p:nvGrpSpPr>
        <p:grpSpPr>
          <a:xfrm>
            <a:off x="5875048" y="2267819"/>
            <a:ext cx="1015794" cy="1175692"/>
            <a:chOff x="2939925" y="3322677"/>
            <a:chExt cx="1015794" cy="1175692"/>
          </a:xfrm>
        </p:grpSpPr>
        <p:sp>
          <p:nvSpPr>
            <p:cNvPr id="3691" name="Google Shape;3691;p46"/>
            <p:cNvSpPr/>
            <p:nvPr/>
          </p:nvSpPr>
          <p:spPr>
            <a:xfrm>
              <a:off x="2946076" y="3328810"/>
              <a:ext cx="1003565" cy="1163446"/>
            </a:xfrm>
            <a:custGeom>
              <a:avLst/>
              <a:gdLst/>
              <a:ahLst/>
              <a:cxnLst/>
              <a:rect l="l" t="t" r="r" b="b"/>
              <a:pathLst>
                <a:path w="652725" h="756713" extrusionOk="0">
                  <a:moveTo>
                    <a:pt x="441877" y="0"/>
                  </a:moveTo>
                  <a:lnTo>
                    <a:pt x="0" y="154781"/>
                  </a:lnTo>
                  <a:lnTo>
                    <a:pt x="210848" y="756712"/>
                  </a:lnTo>
                  <a:lnTo>
                    <a:pt x="652725" y="601931"/>
                  </a:lnTo>
                  <a:lnTo>
                    <a:pt x="441877"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2" name="Google Shape;3692;p46"/>
            <p:cNvSpPr/>
            <p:nvPr/>
          </p:nvSpPr>
          <p:spPr>
            <a:xfrm>
              <a:off x="2939925" y="3322677"/>
              <a:ext cx="1015794" cy="1175692"/>
            </a:xfrm>
            <a:custGeom>
              <a:avLst/>
              <a:gdLst/>
              <a:ahLst/>
              <a:cxnLst/>
              <a:rect l="l" t="t" r="r" b="b"/>
              <a:pathLst>
                <a:path w="660679" h="764678" extrusionOk="0">
                  <a:moveTo>
                    <a:pt x="443925" y="7990"/>
                  </a:moveTo>
                  <a:lnTo>
                    <a:pt x="652690" y="603991"/>
                  </a:lnTo>
                  <a:lnTo>
                    <a:pt x="216742" y="756689"/>
                  </a:lnTo>
                  <a:lnTo>
                    <a:pt x="7978" y="160687"/>
                  </a:lnTo>
                  <a:lnTo>
                    <a:pt x="443925" y="7990"/>
                  </a:lnTo>
                  <a:close/>
                  <a:moveTo>
                    <a:pt x="447771" y="1"/>
                  </a:moveTo>
                  <a:lnTo>
                    <a:pt x="2966" y="155805"/>
                  </a:lnTo>
                  <a:lnTo>
                    <a:pt x="1" y="156841"/>
                  </a:lnTo>
                  <a:lnTo>
                    <a:pt x="211873" y="761713"/>
                  </a:lnTo>
                  <a:lnTo>
                    <a:pt x="212897" y="764678"/>
                  </a:lnTo>
                  <a:lnTo>
                    <a:pt x="657714" y="608873"/>
                  </a:lnTo>
                  <a:lnTo>
                    <a:pt x="660679" y="607849"/>
                  </a:lnTo>
                  <a:lnTo>
                    <a:pt x="44777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3" name="Google Shape;3693;p46"/>
            <p:cNvSpPr/>
            <p:nvPr/>
          </p:nvSpPr>
          <p:spPr>
            <a:xfrm>
              <a:off x="3051865" y="3529423"/>
              <a:ext cx="332125" cy="925415"/>
            </a:xfrm>
            <a:custGeom>
              <a:avLst/>
              <a:gdLst/>
              <a:ahLst/>
              <a:cxnLst/>
              <a:rect l="l" t="t" r="r" b="b"/>
              <a:pathLst>
                <a:path w="216016" h="601896" extrusionOk="0">
                  <a:moveTo>
                    <a:pt x="5906" y="0"/>
                  </a:moveTo>
                  <a:lnTo>
                    <a:pt x="1" y="2072"/>
                  </a:lnTo>
                  <a:lnTo>
                    <a:pt x="210110" y="601896"/>
                  </a:lnTo>
                  <a:lnTo>
                    <a:pt x="216016" y="599824"/>
                  </a:lnTo>
                  <a:lnTo>
                    <a:pt x="590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4" name="Google Shape;3694;p46"/>
            <p:cNvSpPr/>
            <p:nvPr/>
          </p:nvSpPr>
          <p:spPr>
            <a:xfrm>
              <a:off x="2994257" y="3459202"/>
              <a:ext cx="678014" cy="245646"/>
            </a:xfrm>
            <a:custGeom>
              <a:avLst/>
              <a:gdLst/>
              <a:ahLst/>
              <a:cxnLst/>
              <a:rect l="l" t="t" r="r" b="b"/>
              <a:pathLst>
                <a:path w="440985" h="159770" extrusionOk="0">
                  <a:moveTo>
                    <a:pt x="438913" y="0"/>
                  </a:moveTo>
                  <a:lnTo>
                    <a:pt x="1" y="153852"/>
                  </a:lnTo>
                  <a:lnTo>
                    <a:pt x="2072" y="159770"/>
                  </a:lnTo>
                  <a:lnTo>
                    <a:pt x="440984" y="5906"/>
                  </a:lnTo>
                  <a:lnTo>
                    <a:pt x="43891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5" name="Google Shape;3695;p46"/>
            <p:cNvSpPr/>
            <p:nvPr/>
          </p:nvSpPr>
          <p:spPr>
            <a:xfrm>
              <a:off x="2970496" y="3391397"/>
              <a:ext cx="678013" cy="245648"/>
            </a:xfrm>
            <a:custGeom>
              <a:avLst/>
              <a:gdLst/>
              <a:ahLst/>
              <a:cxnLst/>
              <a:rect l="l" t="t" r="r" b="b"/>
              <a:pathLst>
                <a:path w="440984" h="159771" extrusionOk="0">
                  <a:moveTo>
                    <a:pt x="438900" y="1"/>
                  </a:moveTo>
                  <a:lnTo>
                    <a:pt x="0" y="153853"/>
                  </a:lnTo>
                  <a:lnTo>
                    <a:pt x="2072" y="159770"/>
                  </a:lnTo>
                  <a:lnTo>
                    <a:pt x="440984" y="5918"/>
                  </a:lnTo>
                  <a:lnTo>
                    <a:pt x="43890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6" name="Google Shape;3696;p46"/>
            <p:cNvSpPr/>
            <p:nvPr/>
          </p:nvSpPr>
          <p:spPr>
            <a:xfrm>
              <a:off x="3041504" y="3594116"/>
              <a:ext cx="677996" cy="245646"/>
            </a:xfrm>
            <a:custGeom>
              <a:avLst/>
              <a:gdLst/>
              <a:ahLst/>
              <a:cxnLst/>
              <a:rect l="l" t="t" r="r" b="b"/>
              <a:pathLst>
                <a:path w="440973" h="159770" extrusionOk="0">
                  <a:moveTo>
                    <a:pt x="438901" y="0"/>
                  </a:moveTo>
                  <a:lnTo>
                    <a:pt x="1" y="153852"/>
                  </a:lnTo>
                  <a:lnTo>
                    <a:pt x="2072" y="159770"/>
                  </a:lnTo>
                  <a:lnTo>
                    <a:pt x="440972" y="5917"/>
                  </a:lnTo>
                  <a:lnTo>
                    <a:pt x="43890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7" name="Google Shape;3697;p46"/>
            <p:cNvSpPr/>
            <p:nvPr/>
          </p:nvSpPr>
          <p:spPr>
            <a:xfrm>
              <a:off x="3088752" y="3729047"/>
              <a:ext cx="678014" cy="245648"/>
            </a:xfrm>
            <a:custGeom>
              <a:avLst/>
              <a:gdLst/>
              <a:ahLst/>
              <a:cxnLst/>
              <a:rect l="l" t="t" r="r" b="b"/>
              <a:pathLst>
                <a:path w="440985" h="159771" extrusionOk="0">
                  <a:moveTo>
                    <a:pt x="438913" y="1"/>
                  </a:moveTo>
                  <a:lnTo>
                    <a:pt x="1" y="153865"/>
                  </a:lnTo>
                  <a:lnTo>
                    <a:pt x="2072" y="159770"/>
                  </a:lnTo>
                  <a:lnTo>
                    <a:pt x="440984" y="5918"/>
                  </a:lnTo>
                  <a:lnTo>
                    <a:pt x="438913"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8" name="Google Shape;3698;p46"/>
            <p:cNvSpPr/>
            <p:nvPr/>
          </p:nvSpPr>
          <p:spPr>
            <a:xfrm>
              <a:off x="3132503" y="3855468"/>
              <a:ext cx="678014" cy="245628"/>
            </a:xfrm>
            <a:custGeom>
              <a:avLst/>
              <a:gdLst/>
              <a:ahLst/>
              <a:cxnLst/>
              <a:rect l="l" t="t" r="r" b="b"/>
              <a:pathLst>
                <a:path w="440985" h="159758" extrusionOk="0">
                  <a:moveTo>
                    <a:pt x="438913" y="0"/>
                  </a:moveTo>
                  <a:lnTo>
                    <a:pt x="1" y="153852"/>
                  </a:lnTo>
                  <a:lnTo>
                    <a:pt x="2072" y="159758"/>
                  </a:lnTo>
                  <a:lnTo>
                    <a:pt x="440984" y="5906"/>
                  </a:lnTo>
                  <a:lnTo>
                    <a:pt x="43891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9" name="Google Shape;3699;p46"/>
            <p:cNvSpPr/>
            <p:nvPr/>
          </p:nvSpPr>
          <p:spPr>
            <a:xfrm>
              <a:off x="3179769" y="3990400"/>
              <a:ext cx="678014" cy="245628"/>
            </a:xfrm>
            <a:custGeom>
              <a:avLst/>
              <a:gdLst/>
              <a:ahLst/>
              <a:cxnLst/>
              <a:rect l="l" t="t" r="r" b="b"/>
              <a:pathLst>
                <a:path w="440985" h="159758" extrusionOk="0">
                  <a:moveTo>
                    <a:pt x="438901" y="0"/>
                  </a:moveTo>
                  <a:lnTo>
                    <a:pt x="1" y="153852"/>
                  </a:lnTo>
                  <a:lnTo>
                    <a:pt x="2072" y="159758"/>
                  </a:lnTo>
                  <a:lnTo>
                    <a:pt x="440984" y="5917"/>
                  </a:lnTo>
                  <a:lnTo>
                    <a:pt x="43890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0" name="Google Shape;3700;p46"/>
            <p:cNvSpPr/>
            <p:nvPr/>
          </p:nvSpPr>
          <p:spPr>
            <a:xfrm>
              <a:off x="3227016" y="4125313"/>
              <a:ext cx="678014" cy="245648"/>
            </a:xfrm>
            <a:custGeom>
              <a:avLst/>
              <a:gdLst/>
              <a:ahLst/>
              <a:cxnLst/>
              <a:rect l="l" t="t" r="r" b="b"/>
              <a:pathLst>
                <a:path w="440985" h="159771" extrusionOk="0">
                  <a:moveTo>
                    <a:pt x="438901" y="1"/>
                  </a:moveTo>
                  <a:lnTo>
                    <a:pt x="1" y="153853"/>
                  </a:lnTo>
                  <a:lnTo>
                    <a:pt x="2072" y="159771"/>
                  </a:lnTo>
                  <a:lnTo>
                    <a:pt x="440984" y="5918"/>
                  </a:lnTo>
                  <a:lnTo>
                    <a:pt x="438901"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1" name="Google Shape;3701;p46"/>
            <p:cNvSpPr/>
            <p:nvPr/>
          </p:nvSpPr>
          <p:spPr>
            <a:xfrm>
              <a:off x="3252022" y="4195223"/>
              <a:ext cx="678014" cy="245648"/>
            </a:xfrm>
            <a:custGeom>
              <a:avLst/>
              <a:gdLst/>
              <a:ahLst/>
              <a:cxnLst/>
              <a:rect l="l" t="t" r="r" b="b"/>
              <a:pathLst>
                <a:path w="440985" h="159771" extrusionOk="0">
                  <a:moveTo>
                    <a:pt x="438901" y="1"/>
                  </a:moveTo>
                  <a:lnTo>
                    <a:pt x="1" y="153853"/>
                  </a:lnTo>
                  <a:lnTo>
                    <a:pt x="2072" y="159770"/>
                  </a:lnTo>
                  <a:lnTo>
                    <a:pt x="440984" y="5918"/>
                  </a:lnTo>
                  <a:lnTo>
                    <a:pt x="438901"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2" name="Google Shape;3702;p46"/>
            <p:cNvSpPr/>
            <p:nvPr/>
          </p:nvSpPr>
          <p:spPr>
            <a:xfrm>
              <a:off x="3018494" y="3528471"/>
              <a:ext cx="678033" cy="245646"/>
            </a:xfrm>
            <a:custGeom>
              <a:avLst/>
              <a:gdLst/>
              <a:ahLst/>
              <a:cxnLst/>
              <a:rect l="l" t="t" r="r" b="b"/>
              <a:pathLst>
                <a:path w="440997" h="159770" extrusionOk="0">
                  <a:moveTo>
                    <a:pt x="438924" y="0"/>
                  </a:moveTo>
                  <a:lnTo>
                    <a:pt x="0" y="153853"/>
                  </a:lnTo>
                  <a:lnTo>
                    <a:pt x="2072" y="159770"/>
                  </a:lnTo>
                  <a:lnTo>
                    <a:pt x="440996" y="5906"/>
                  </a:lnTo>
                  <a:lnTo>
                    <a:pt x="43892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3" name="Google Shape;3703;p46"/>
            <p:cNvSpPr/>
            <p:nvPr/>
          </p:nvSpPr>
          <p:spPr>
            <a:xfrm>
              <a:off x="3065778" y="3663403"/>
              <a:ext cx="677996" cy="245646"/>
            </a:xfrm>
            <a:custGeom>
              <a:avLst/>
              <a:gdLst/>
              <a:ahLst/>
              <a:cxnLst/>
              <a:rect l="l" t="t" r="r" b="b"/>
              <a:pathLst>
                <a:path w="440973" h="159770" extrusionOk="0">
                  <a:moveTo>
                    <a:pt x="438900" y="0"/>
                  </a:moveTo>
                  <a:lnTo>
                    <a:pt x="0" y="153852"/>
                  </a:lnTo>
                  <a:lnTo>
                    <a:pt x="2072" y="159770"/>
                  </a:lnTo>
                  <a:lnTo>
                    <a:pt x="440972" y="5918"/>
                  </a:lnTo>
                  <a:lnTo>
                    <a:pt x="43890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4" name="Google Shape;3704;p46"/>
            <p:cNvSpPr/>
            <p:nvPr/>
          </p:nvSpPr>
          <p:spPr>
            <a:xfrm>
              <a:off x="3109529" y="3789804"/>
              <a:ext cx="677996" cy="245648"/>
            </a:xfrm>
            <a:custGeom>
              <a:avLst/>
              <a:gdLst/>
              <a:ahLst/>
              <a:cxnLst/>
              <a:rect l="l" t="t" r="r" b="b"/>
              <a:pathLst>
                <a:path w="440973" h="159771" extrusionOk="0">
                  <a:moveTo>
                    <a:pt x="438900" y="1"/>
                  </a:moveTo>
                  <a:lnTo>
                    <a:pt x="0" y="153853"/>
                  </a:lnTo>
                  <a:lnTo>
                    <a:pt x="2072" y="159770"/>
                  </a:lnTo>
                  <a:lnTo>
                    <a:pt x="440972" y="5918"/>
                  </a:lnTo>
                  <a:lnTo>
                    <a:pt x="43890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5" name="Google Shape;3705;p46"/>
            <p:cNvSpPr/>
            <p:nvPr/>
          </p:nvSpPr>
          <p:spPr>
            <a:xfrm>
              <a:off x="3156777" y="3924737"/>
              <a:ext cx="678031" cy="245646"/>
            </a:xfrm>
            <a:custGeom>
              <a:avLst/>
              <a:gdLst/>
              <a:ahLst/>
              <a:cxnLst/>
              <a:rect l="l" t="t" r="r" b="b"/>
              <a:pathLst>
                <a:path w="440996" h="159770" extrusionOk="0">
                  <a:moveTo>
                    <a:pt x="438912" y="0"/>
                  </a:moveTo>
                  <a:lnTo>
                    <a:pt x="0" y="153865"/>
                  </a:lnTo>
                  <a:lnTo>
                    <a:pt x="2072" y="159770"/>
                  </a:lnTo>
                  <a:lnTo>
                    <a:pt x="440996" y="5918"/>
                  </a:lnTo>
                  <a:lnTo>
                    <a:pt x="43891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6" name="Google Shape;3706;p46"/>
            <p:cNvSpPr/>
            <p:nvPr/>
          </p:nvSpPr>
          <p:spPr>
            <a:xfrm>
              <a:off x="3204024" y="4059669"/>
              <a:ext cx="677996" cy="245646"/>
            </a:xfrm>
            <a:custGeom>
              <a:avLst/>
              <a:gdLst/>
              <a:ahLst/>
              <a:cxnLst/>
              <a:rect l="l" t="t" r="r" b="b"/>
              <a:pathLst>
                <a:path w="440973" h="159770" extrusionOk="0">
                  <a:moveTo>
                    <a:pt x="438900" y="0"/>
                  </a:moveTo>
                  <a:lnTo>
                    <a:pt x="0" y="153852"/>
                  </a:lnTo>
                  <a:lnTo>
                    <a:pt x="2072" y="159770"/>
                  </a:lnTo>
                  <a:lnTo>
                    <a:pt x="440972" y="5918"/>
                  </a:lnTo>
                  <a:lnTo>
                    <a:pt x="43890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7" name="Google Shape;3707;p46"/>
            <p:cNvSpPr/>
            <p:nvPr/>
          </p:nvSpPr>
          <p:spPr>
            <a:xfrm>
              <a:off x="3104184" y="3511557"/>
              <a:ext cx="331136" cy="922577"/>
            </a:xfrm>
            <a:custGeom>
              <a:avLst/>
              <a:gdLst/>
              <a:ahLst/>
              <a:cxnLst/>
              <a:rect l="l" t="t" r="r" b="b"/>
              <a:pathLst>
                <a:path w="215373" h="600050" extrusionOk="0">
                  <a:moveTo>
                    <a:pt x="5906" y="0"/>
                  </a:moveTo>
                  <a:lnTo>
                    <a:pt x="1" y="2072"/>
                  </a:lnTo>
                  <a:lnTo>
                    <a:pt x="209467" y="600050"/>
                  </a:lnTo>
                  <a:lnTo>
                    <a:pt x="215373" y="597978"/>
                  </a:lnTo>
                  <a:lnTo>
                    <a:pt x="5906" y="0"/>
                  </a:lnTo>
                  <a:close/>
                </a:path>
              </a:pathLst>
            </a:custGeom>
            <a:solidFill>
              <a:srgbClr val="00B2B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8" name="Google Shape;3708;p46"/>
            <p:cNvSpPr/>
            <p:nvPr/>
          </p:nvSpPr>
          <p:spPr>
            <a:xfrm>
              <a:off x="3104184" y="3511557"/>
              <a:ext cx="331136" cy="922577"/>
            </a:xfrm>
            <a:custGeom>
              <a:avLst/>
              <a:gdLst/>
              <a:ahLst/>
              <a:cxnLst/>
              <a:rect l="l" t="t" r="r" b="b"/>
              <a:pathLst>
                <a:path w="215373" h="600050" extrusionOk="0">
                  <a:moveTo>
                    <a:pt x="5906" y="0"/>
                  </a:moveTo>
                  <a:lnTo>
                    <a:pt x="1" y="2072"/>
                  </a:lnTo>
                  <a:lnTo>
                    <a:pt x="209467" y="600050"/>
                  </a:lnTo>
                  <a:lnTo>
                    <a:pt x="215373" y="597978"/>
                  </a:lnTo>
                  <a:lnTo>
                    <a:pt x="590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9" name="Google Shape;3709;p46"/>
            <p:cNvSpPr/>
            <p:nvPr/>
          </p:nvSpPr>
          <p:spPr>
            <a:xfrm>
              <a:off x="3239134" y="3464291"/>
              <a:ext cx="331136" cy="922560"/>
            </a:xfrm>
            <a:custGeom>
              <a:avLst/>
              <a:gdLst/>
              <a:ahLst/>
              <a:cxnLst/>
              <a:rect l="l" t="t" r="r" b="b"/>
              <a:pathLst>
                <a:path w="215373" h="600039" extrusionOk="0">
                  <a:moveTo>
                    <a:pt x="5906" y="0"/>
                  </a:moveTo>
                  <a:lnTo>
                    <a:pt x="1" y="2072"/>
                  </a:lnTo>
                  <a:lnTo>
                    <a:pt x="209455" y="600038"/>
                  </a:lnTo>
                  <a:lnTo>
                    <a:pt x="215373" y="597966"/>
                  </a:lnTo>
                  <a:lnTo>
                    <a:pt x="590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0" name="Google Shape;3710;p46"/>
            <p:cNvSpPr/>
            <p:nvPr/>
          </p:nvSpPr>
          <p:spPr>
            <a:xfrm>
              <a:off x="3365591" y="3420686"/>
              <a:ext cx="331138" cy="922560"/>
            </a:xfrm>
            <a:custGeom>
              <a:avLst/>
              <a:gdLst/>
              <a:ahLst/>
              <a:cxnLst/>
              <a:rect l="l" t="t" r="r" b="b"/>
              <a:pathLst>
                <a:path w="215374" h="600039" extrusionOk="0">
                  <a:moveTo>
                    <a:pt x="5918" y="1"/>
                  </a:moveTo>
                  <a:lnTo>
                    <a:pt x="1" y="2072"/>
                  </a:lnTo>
                  <a:lnTo>
                    <a:pt x="209468" y="600039"/>
                  </a:lnTo>
                  <a:lnTo>
                    <a:pt x="215373" y="597967"/>
                  </a:lnTo>
                  <a:lnTo>
                    <a:pt x="591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1" name="Google Shape;3711;p46"/>
            <p:cNvSpPr/>
            <p:nvPr/>
          </p:nvSpPr>
          <p:spPr>
            <a:xfrm>
              <a:off x="3500523" y="3373439"/>
              <a:ext cx="331136" cy="922578"/>
            </a:xfrm>
            <a:custGeom>
              <a:avLst/>
              <a:gdLst/>
              <a:ahLst/>
              <a:cxnLst/>
              <a:rect l="l" t="t" r="r" b="b"/>
              <a:pathLst>
                <a:path w="215373" h="600051" extrusionOk="0">
                  <a:moveTo>
                    <a:pt x="5906" y="1"/>
                  </a:moveTo>
                  <a:lnTo>
                    <a:pt x="1" y="2072"/>
                  </a:lnTo>
                  <a:lnTo>
                    <a:pt x="209456" y="600050"/>
                  </a:lnTo>
                  <a:lnTo>
                    <a:pt x="215373" y="597979"/>
                  </a:lnTo>
                  <a:lnTo>
                    <a:pt x="590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2" name="Google Shape;3712;p46"/>
            <p:cNvSpPr/>
            <p:nvPr/>
          </p:nvSpPr>
          <p:spPr>
            <a:xfrm>
              <a:off x="3173471" y="3487283"/>
              <a:ext cx="331154" cy="922578"/>
            </a:xfrm>
            <a:custGeom>
              <a:avLst/>
              <a:gdLst/>
              <a:ahLst/>
              <a:cxnLst/>
              <a:rect l="l" t="t" r="r" b="b"/>
              <a:pathLst>
                <a:path w="215385" h="600051" extrusionOk="0">
                  <a:moveTo>
                    <a:pt x="5918" y="0"/>
                  </a:moveTo>
                  <a:lnTo>
                    <a:pt x="1" y="2072"/>
                  </a:lnTo>
                  <a:lnTo>
                    <a:pt x="209467" y="600050"/>
                  </a:lnTo>
                  <a:lnTo>
                    <a:pt x="215385" y="597979"/>
                  </a:lnTo>
                  <a:lnTo>
                    <a:pt x="591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3" name="Google Shape;3713;p46"/>
            <p:cNvSpPr/>
            <p:nvPr/>
          </p:nvSpPr>
          <p:spPr>
            <a:xfrm>
              <a:off x="3299947" y="3443696"/>
              <a:ext cx="331136" cy="922578"/>
            </a:xfrm>
            <a:custGeom>
              <a:avLst/>
              <a:gdLst/>
              <a:ahLst/>
              <a:cxnLst/>
              <a:rect l="l" t="t" r="r" b="b"/>
              <a:pathLst>
                <a:path w="215373" h="600051" extrusionOk="0">
                  <a:moveTo>
                    <a:pt x="5906" y="1"/>
                  </a:moveTo>
                  <a:lnTo>
                    <a:pt x="0" y="2072"/>
                  </a:lnTo>
                  <a:lnTo>
                    <a:pt x="209455" y="600051"/>
                  </a:lnTo>
                  <a:lnTo>
                    <a:pt x="215372" y="597979"/>
                  </a:lnTo>
                  <a:lnTo>
                    <a:pt x="590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4" name="Google Shape;3714;p46"/>
            <p:cNvSpPr/>
            <p:nvPr/>
          </p:nvSpPr>
          <p:spPr>
            <a:xfrm>
              <a:off x="3434861" y="3396430"/>
              <a:ext cx="331136" cy="922597"/>
            </a:xfrm>
            <a:custGeom>
              <a:avLst/>
              <a:gdLst/>
              <a:ahLst/>
              <a:cxnLst/>
              <a:rect l="l" t="t" r="r" b="b"/>
              <a:pathLst>
                <a:path w="215373" h="600063" extrusionOk="0">
                  <a:moveTo>
                    <a:pt x="5918" y="1"/>
                  </a:moveTo>
                  <a:lnTo>
                    <a:pt x="0" y="2072"/>
                  </a:lnTo>
                  <a:lnTo>
                    <a:pt x="209467" y="600063"/>
                  </a:lnTo>
                  <a:lnTo>
                    <a:pt x="215372" y="597991"/>
                  </a:lnTo>
                  <a:lnTo>
                    <a:pt x="591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5" name="Google Shape;3715;p46"/>
            <p:cNvSpPr/>
            <p:nvPr/>
          </p:nvSpPr>
          <p:spPr>
            <a:xfrm>
              <a:off x="3569775" y="3349183"/>
              <a:ext cx="331154" cy="922560"/>
            </a:xfrm>
            <a:custGeom>
              <a:avLst/>
              <a:gdLst/>
              <a:ahLst/>
              <a:cxnLst/>
              <a:rect l="l" t="t" r="r" b="b"/>
              <a:pathLst>
                <a:path w="215385" h="600039" extrusionOk="0">
                  <a:moveTo>
                    <a:pt x="5918" y="1"/>
                  </a:moveTo>
                  <a:lnTo>
                    <a:pt x="0" y="2072"/>
                  </a:lnTo>
                  <a:lnTo>
                    <a:pt x="209467" y="600039"/>
                  </a:lnTo>
                  <a:lnTo>
                    <a:pt x="215384" y="597967"/>
                  </a:lnTo>
                  <a:lnTo>
                    <a:pt x="591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6" name="Google Shape;3716;p46"/>
            <p:cNvSpPr/>
            <p:nvPr/>
          </p:nvSpPr>
          <p:spPr>
            <a:xfrm>
              <a:off x="3195402" y="3703280"/>
              <a:ext cx="39981" cy="46027"/>
            </a:xfrm>
            <a:custGeom>
              <a:avLst/>
              <a:gdLst/>
              <a:ahLst/>
              <a:cxnLst/>
              <a:rect l="l" t="t" r="r" b="b"/>
              <a:pathLst>
                <a:path w="26004" h="29936" extrusionOk="0">
                  <a:moveTo>
                    <a:pt x="10830" y="0"/>
                  </a:moveTo>
                  <a:cubicBezTo>
                    <a:pt x="10005" y="0"/>
                    <a:pt x="9184" y="122"/>
                    <a:pt x="8382" y="377"/>
                  </a:cubicBezTo>
                  <a:cubicBezTo>
                    <a:pt x="2608" y="2199"/>
                    <a:pt x="0" y="10223"/>
                    <a:pt x="2548" y="18272"/>
                  </a:cubicBezTo>
                  <a:cubicBezTo>
                    <a:pt x="4743" y="25226"/>
                    <a:pt x="10057" y="29935"/>
                    <a:pt x="15178" y="29935"/>
                  </a:cubicBezTo>
                  <a:cubicBezTo>
                    <a:pt x="16002" y="29935"/>
                    <a:pt x="16821" y="29813"/>
                    <a:pt x="17622" y="29559"/>
                  </a:cubicBezTo>
                  <a:cubicBezTo>
                    <a:pt x="23396" y="27725"/>
                    <a:pt x="26004" y="19701"/>
                    <a:pt x="23456" y="11652"/>
                  </a:cubicBezTo>
                  <a:cubicBezTo>
                    <a:pt x="21262" y="4700"/>
                    <a:pt x="15950" y="0"/>
                    <a:pt x="10830"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7" name="Google Shape;3717;p46"/>
            <p:cNvSpPr/>
            <p:nvPr/>
          </p:nvSpPr>
          <p:spPr>
            <a:xfrm>
              <a:off x="3189910" y="3698431"/>
              <a:ext cx="50965" cy="55697"/>
            </a:xfrm>
            <a:custGeom>
              <a:avLst/>
              <a:gdLst/>
              <a:ahLst/>
              <a:cxnLst/>
              <a:rect l="l" t="t" r="r" b="b"/>
              <a:pathLst>
                <a:path w="33148" h="36226" extrusionOk="0">
                  <a:moveTo>
                    <a:pt x="14395" y="6281"/>
                  </a:moveTo>
                  <a:cubicBezTo>
                    <a:pt x="16253" y="6281"/>
                    <a:pt x="17908" y="7281"/>
                    <a:pt x="18812" y="7960"/>
                  </a:cubicBezTo>
                  <a:cubicBezTo>
                    <a:pt x="21110" y="9675"/>
                    <a:pt x="23015" y="12520"/>
                    <a:pt x="24039" y="15747"/>
                  </a:cubicBezTo>
                  <a:cubicBezTo>
                    <a:pt x="26028" y="22021"/>
                    <a:pt x="24289" y="28427"/>
                    <a:pt x="20241" y="29701"/>
                  </a:cubicBezTo>
                  <a:cubicBezTo>
                    <a:pt x="19754" y="29854"/>
                    <a:pt x="19252" y="29928"/>
                    <a:pt x="18741" y="29928"/>
                  </a:cubicBezTo>
                  <a:cubicBezTo>
                    <a:pt x="15009" y="29928"/>
                    <a:pt x="10846" y="25992"/>
                    <a:pt x="9097" y="20462"/>
                  </a:cubicBezTo>
                  <a:cubicBezTo>
                    <a:pt x="7097" y="14187"/>
                    <a:pt x="8847" y="7781"/>
                    <a:pt x="12895" y="6507"/>
                  </a:cubicBezTo>
                  <a:cubicBezTo>
                    <a:pt x="13395" y="6353"/>
                    <a:pt x="13907" y="6281"/>
                    <a:pt x="14395" y="6281"/>
                  </a:cubicBezTo>
                  <a:close/>
                  <a:moveTo>
                    <a:pt x="14427" y="0"/>
                  </a:moveTo>
                  <a:cubicBezTo>
                    <a:pt x="13271" y="0"/>
                    <a:pt x="12123" y="176"/>
                    <a:pt x="11002" y="531"/>
                  </a:cubicBezTo>
                  <a:cubicBezTo>
                    <a:pt x="3465" y="2912"/>
                    <a:pt x="1" y="12520"/>
                    <a:pt x="3132" y="22367"/>
                  </a:cubicBezTo>
                  <a:cubicBezTo>
                    <a:pt x="5775" y="30749"/>
                    <a:pt x="12205" y="36225"/>
                    <a:pt x="18693" y="36225"/>
                  </a:cubicBezTo>
                  <a:cubicBezTo>
                    <a:pt x="19860" y="36225"/>
                    <a:pt x="21003" y="36059"/>
                    <a:pt x="22146" y="35690"/>
                  </a:cubicBezTo>
                  <a:cubicBezTo>
                    <a:pt x="29683" y="33308"/>
                    <a:pt x="33148" y="23700"/>
                    <a:pt x="30016" y="13854"/>
                  </a:cubicBezTo>
                  <a:cubicBezTo>
                    <a:pt x="28588" y="9341"/>
                    <a:pt x="25944" y="5460"/>
                    <a:pt x="22575" y="2947"/>
                  </a:cubicBezTo>
                  <a:cubicBezTo>
                    <a:pt x="19990" y="1001"/>
                    <a:pt x="17187" y="0"/>
                    <a:pt x="14427"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8" name="Google Shape;3718;p46"/>
            <p:cNvSpPr/>
            <p:nvPr/>
          </p:nvSpPr>
          <p:spPr>
            <a:xfrm>
              <a:off x="3547972" y="3578360"/>
              <a:ext cx="39946" cy="46060"/>
            </a:xfrm>
            <a:custGeom>
              <a:avLst/>
              <a:gdLst/>
              <a:ahLst/>
              <a:cxnLst/>
              <a:rect l="l" t="t" r="r" b="b"/>
              <a:pathLst>
                <a:path w="25981" h="29958" extrusionOk="0">
                  <a:moveTo>
                    <a:pt x="10848" y="1"/>
                  </a:moveTo>
                  <a:cubicBezTo>
                    <a:pt x="10037" y="1"/>
                    <a:pt x="9231" y="119"/>
                    <a:pt x="8442" y="366"/>
                  </a:cubicBezTo>
                  <a:cubicBezTo>
                    <a:pt x="2656" y="2164"/>
                    <a:pt x="1" y="10165"/>
                    <a:pt x="2525" y="18237"/>
                  </a:cubicBezTo>
                  <a:cubicBezTo>
                    <a:pt x="4685" y="25222"/>
                    <a:pt x="10000" y="29958"/>
                    <a:pt x="15138" y="29958"/>
                  </a:cubicBezTo>
                  <a:cubicBezTo>
                    <a:pt x="15947" y="29958"/>
                    <a:pt x="16752" y="29840"/>
                    <a:pt x="17539" y="29596"/>
                  </a:cubicBezTo>
                  <a:cubicBezTo>
                    <a:pt x="23325" y="27786"/>
                    <a:pt x="25980" y="19785"/>
                    <a:pt x="23456" y="11713"/>
                  </a:cubicBezTo>
                  <a:cubicBezTo>
                    <a:pt x="21286" y="4751"/>
                    <a:pt x="15982" y="1"/>
                    <a:pt x="10848"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9" name="Google Shape;3719;p46"/>
            <p:cNvSpPr/>
            <p:nvPr/>
          </p:nvSpPr>
          <p:spPr>
            <a:xfrm>
              <a:off x="3542517" y="3573506"/>
              <a:ext cx="48367" cy="55704"/>
            </a:xfrm>
            <a:custGeom>
              <a:avLst/>
              <a:gdLst/>
              <a:ahLst/>
              <a:cxnLst/>
              <a:rect l="l" t="t" r="r" b="b"/>
              <a:pathLst>
                <a:path w="31458" h="36230" extrusionOk="0">
                  <a:moveTo>
                    <a:pt x="14407" y="6285"/>
                  </a:moveTo>
                  <a:cubicBezTo>
                    <a:pt x="18134" y="6285"/>
                    <a:pt x="22289" y="10262"/>
                    <a:pt x="24016" y="15774"/>
                  </a:cubicBezTo>
                  <a:cubicBezTo>
                    <a:pt x="25016" y="19025"/>
                    <a:pt x="25075" y="22430"/>
                    <a:pt x="24182" y="25157"/>
                  </a:cubicBezTo>
                  <a:cubicBezTo>
                    <a:pt x="23718" y="26538"/>
                    <a:pt x="22587" y="28978"/>
                    <a:pt x="20146" y="29740"/>
                  </a:cubicBezTo>
                  <a:cubicBezTo>
                    <a:pt x="19650" y="29896"/>
                    <a:pt x="19157" y="29963"/>
                    <a:pt x="18679" y="29963"/>
                  </a:cubicBezTo>
                  <a:cubicBezTo>
                    <a:pt x="16817" y="29963"/>
                    <a:pt x="15159" y="28953"/>
                    <a:pt x="14241" y="28252"/>
                  </a:cubicBezTo>
                  <a:cubicBezTo>
                    <a:pt x="11955" y="26538"/>
                    <a:pt x="10073" y="23680"/>
                    <a:pt x="9061" y="20454"/>
                  </a:cubicBezTo>
                  <a:cubicBezTo>
                    <a:pt x="7097" y="14155"/>
                    <a:pt x="8859" y="7773"/>
                    <a:pt x="12919" y="6511"/>
                  </a:cubicBezTo>
                  <a:cubicBezTo>
                    <a:pt x="13407" y="6357"/>
                    <a:pt x="13895" y="6285"/>
                    <a:pt x="14407" y="6285"/>
                  </a:cubicBezTo>
                  <a:close/>
                  <a:moveTo>
                    <a:pt x="14418" y="1"/>
                  </a:moveTo>
                  <a:cubicBezTo>
                    <a:pt x="13290" y="1"/>
                    <a:pt x="12161" y="166"/>
                    <a:pt x="11050" y="511"/>
                  </a:cubicBezTo>
                  <a:cubicBezTo>
                    <a:pt x="3513" y="2880"/>
                    <a:pt x="1" y="12453"/>
                    <a:pt x="3073" y="22311"/>
                  </a:cubicBezTo>
                  <a:cubicBezTo>
                    <a:pt x="4478" y="26835"/>
                    <a:pt x="7109" y="30741"/>
                    <a:pt x="10454" y="33265"/>
                  </a:cubicBezTo>
                  <a:cubicBezTo>
                    <a:pt x="13050" y="35217"/>
                    <a:pt x="15919" y="36229"/>
                    <a:pt x="18717" y="36229"/>
                  </a:cubicBezTo>
                  <a:cubicBezTo>
                    <a:pt x="19837" y="36229"/>
                    <a:pt x="20956" y="36063"/>
                    <a:pt x="22004" y="35705"/>
                  </a:cubicBezTo>
                  <a:cubicBezTo>
                    <a:pt x="25802" y="34539"/>
                    <a:pt x="28695" y="31479"/>
                    <a:pt x="30136" y="27121"/>
                  </a:cubicBezTo>
                  <a:cubicBezTo>
                    <a:pt x="31457" y="23132"/>
                    <a:pt x="31409" y="18441"/>
                    <a:pt x="30005" y="13917"/>
                  </a:cubicBezTo>
                  <a:cubicBezTo>
                    <a:pt x="27386" y="5514"/>
                    <a:pt x="20928" y="1"/>
                    <a:pt x="14418"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0" name="Google Shape;3720;p46"/>
            <p:cNvSpPr/>
            <p:nvPr/>
          </p:nvSpPr>
          <p:spPr>
            <a:xfrm>
              <a:off x="3346975" y="3637866"/>
              <a:ext cx="87833" cy="74250"/>
            </a:xfrm>
            <a:custGeom>
              <a:avLst/>
              <a:gdLst/>
              <a:ahLst/>
              <a:cxnLst/>
              <a:rect l="l" t="t" r="r" b="b"/>
              <a:pathLst>
                <a:path w="57127" h="48293" extrusionOk="0">
                  <a:moveTo>
                    <a:pt x="51161" y="1"/>
                  </a:moveTo>
                  <a:lnTo>
                    <a:pt x="45101" y="1620"/>
                  </a:lnTo>
                  <a:lnTo>
                    <a:pt x="45899" y="4644"/>
                  </a:lnTo>
                  <a:cubicBezTo>
                    <a:pt x="50221" y="20801"/>
                    <a:pt x="46601" y="36755"/>
                    <a:pt x="37672" y="40958"/>
                  </a:cubicBezTo>
                  <a:cubicBezTo>
                    <a:pt x="36053" y="41714"/>
                    <a:pt x="34410" y="42003"/>
                    <a:pt x="32847" y="42003"/>
                  </a:cubicBezTo>
                  <a:cubicBezTo>
                    <a:pt x="30570" y="42003"/>
                    <a:pt x="28461" y="41391"/>
                    <a:pt x="26837" y="40720"/>
                  </a:cubicBezTo>
                  <a:cubicBezTo>
                    <a:pt x="18741" y="37387"/>
                    <a:pt x="11121" y="28183"/>
                    <a:pt x="6965" y="16741"/>
                  </a:cubicBezTo>
                  <a:lnTo>
                    <a:pt x="5894" y="13788"/>
                  </a:lnTo>
                  <a:lnTo>
                    <a:pt x="0" y="15931"/>
                  </a:lnTo>
                  <a:lnTo>
                    <a:pt x="1072" y="18884"/>
                  </a:lnTo>
                  <a:cubicBezTo>
                    <a:pt x="5894" y="32136"/>
                    <a:pt x="14633" y="42470"/>
                    <a:pt x="24444" y="46519"/>
                  </a:cubicBezTo>
                  <a:cubicBezTo>
                    <a:pt x="27301" y="47697"/>
                    <a:pt x="30123" y="48293"/>
                    <a:pt x="32838" y="48293"/>
                  </a:cubicBezTo>
                  <a:cubicBezTo>
                    <a:pt x="35469" y="48293"/>
                    <a:pt x="37981" y="47745"/>
                    <a:pt x="40351" y="46638"/>
                  </a:cubicBezTo>
                  <a:cubicBezTo>
                    <a:pt x="52126" y="41101"/>
                    <a:pt x="57126" y="22349"/>
                    <a:pt x="51959" y="3037"/>
                  </a:cubicBezTo>
                  <a:lnTo>
                    <a:pt x="51161" y="1"/>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1" name="Google Shape;3721;p46"/>
            <p:cNvSpPr/>
            <p:nvPr/>
          </p:nvSpPr>
          <p:spPr>
            <a:xfrm>
              <a:off x="3015602" y="3616288"/>
              <a:ext cx="25739" cy="22946"/>
            </a:xfrm>
            <a:custGeom>
              <a:avLst/>
              <a:gdLst/>
              <a:ahLst/>
              <a:cxnLst/>
              <a:rect l="l" t="t" r="r" b="b"/>
              <a:pathLst>
                <a:path w="16741" h="14924" extrusionOk="0">
                  <a:moveTo>
                    <a:pt x="8368" y="0"/>
                  </a:moveTo>
                  <a:cubicBezTo>
                    <a:pt x="6684" y="0"/>
                    <a:pt x="4990" y="566"/>
                    <a:pt x="3596" y="1724"/>
                  </a:cubicBezTo>
                  <a:cubicBezTo>
                    <a:pt x="429" y="4355"/>
                    <a:pt x="0" y="9058"/>
                    <a:pt x="2632" y="12225"/>
                  </a:cubicBezTo>
                  <a:cubicBezTo>
                    <a:pt x="4106" y="14006"/>
                    <a:pt x="6230" y="14924"/>
                    <a:pt x="8371" y="14924"/>
                  </a:cubicBezTo>
                  <a:cubicBezTo>
                    <a:pt x="10050" y="14924"/>
                    <a:pt x="11740" y="14359"/>
                    <a:pt x="13133" y="13202"/>
                  </a:cubicBezTo>
                  <a:cubicBezTo>
                    <a:pt x="16312" y="10558"/>
                    <a:pt x="16740" y="5855"/>
                    <a:pt x="14109" y="2688"/>
                  </a:cubicBezTo>
                  <a:cubicBezTo>
                    <a:pt x="12636" y="915"/>
                    <a:pt x="10510" y="0"/>
                    <a:pt x="836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2" name="Google Shape;3722;p46"/>
            <p:cNvSpPr/>
            <p:nvPr/>
          </p:nvSpPr>
          <p:spPr>
            <a:xfrm>
              <a:off x="3288707" y="4392860"/>
              <a:ext cx="25739" cy="22946"/>
            </a:xfrm>
            <a:custGeom>
              <a:avLst/>
              <a:gdLst/>
              <a:ahLst/>
              <a:cxnLst/>
              <a:rect l="l" t="t" r="r" b="b"/>
              <a:pathLst>
                <a:path w="16741" h="14924" extrusionOk="0">
                  <a:moveTo>
                    <a:pt x="8360" y="0"/>
                  </a:moveTo>
                  <a:cubicBezTo>
                    <a:pt x="6679" y="0"/>
                    <a:pt x="4989" y="566"/>
                    <a:pt x="3596" y="1723"/>
                  </a:cubicBezTo>
                  <a:cubicBezTo>
                    <a:pt x="429" y="4366"/>
                    <a:pt x="1" y="9069"/>
                    <a:pt x="2632" y="12236"/>
                  </a:cubicBezTo>
                  <a:cubicBezTo>
                    <a:pt x="4105" y="14009"/>
                    <a:pt x="6228" y="14924"/>
                    <a:pt x="8366" y="14924"/>
                  </a:cubicBezTo>
                  <a:cubicBezTo>
                    <a:pt x="10048" y="14924"/>
                    <a:pt x="11739" y="14359"/>
                    <a:pt x="13133" y="13200"/>
                  </a:cubicBezTo>
                  <a:cubicBezTo>
                    <a:pt x="16312" y="10569"/>
                    <a:pt x="16741" y="5866"/>
                    <a:pt x="14110" y="2699"/>
                  </a:cubicBezTo>
                  <a:cubicBezTo>
                    <a:pt x="12629" y="918"/>
                    <a:pt x="10501" y="0"/>
                    <a:pt x="836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3" name="Google Shape;3723;p46"/>
            <p:cNvSpPr/>
            <p:nvPr/>
          </p:nvSpPr>
          <p:spPr>
            <a:xfrm>
              <a:off x="3157747" y="3998514"/>
              <a:ext cx="25739" cy="22946"/>
            </a:xfrm>
            <a:custGeom>
              <a:avLst/>
              <a:gdLst/>
              <a:ahLst/>
              <a:cxnLst/>
              <a:rect l="l" t="t" r="r" b="b"/>
              <a:pathLst>
                <a:path w="16741" h="14924" extrusionOk="0">
                  <a:moveTo>
                    <a:pt x="8364" y="0"/>
                  </a:moveTo>
                  <a:cubicBezTo>
                    <a:pt x="6681" y="0"/>
                    <a:pt x="4990" y="566"/>
                    <a:pt x="3596" y="1724"/>
                  </a:cubicBezTo>
                  <a:cubicBezTo>
                    <a:pt x="429" y="4355"/>
                    <a:pt x="0" y="9058"/>
                    <a:pt x="2632" y="12225"/>
                  </a:cubicBezTo>
                  <a:cubicBezTo>
                    <a:pt x="4106" y="14006"/>
                    <a:pt x="6230" y="14924"/>
                    <a:pt x="8371" y="14924"/>
                  </a:cubicBezTo>
                  <a:cubicBezTo>
                    <a:pt x="10051" y="14924"/>
                    <a:pt x="11740" y="14359"/>
                    <a:pt x="13133" y="13201"/>
                  </a:cubicBezTo>
                  <a:cubicBezTo>
                    <a:pt x="16312" y="10558"/>
                    <a:pt x="16741" y="5855"/>
                    <a:pt x="14109" y="2688"/>
                  </a:cubicBezTo>
                  <a:cubicBezTo>
                    <a:pt x="12629" y="915"/>
                    <a:pt x="10504" y="0"/>
                    <a:pt x="836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4" name="Google Shape;3724;p46"/>
            <p:cNvSpPr/>
            <p:nvPr/>
          </p:nvSpPr>
          <p:spPr>
            <a:xfrm>
              <a:off x="3328266" y="3892134"/>
              <a:ext cx="102806" cy="122577"/>
            </a:xfrm>
            <a:custGeom>
              <a:avLst/>
              <a:gdLst/>
              <a:ahLst/>
              <a:cxnLst/>
              <a:rect l="l" t="t" r="r" b="b"/>
              <a:pathLst>
                <a:path w="66866" h="79725" extrusionOk="0">
                  <a:moveTo>
                    <a:pt x="29060" y="1"/>
                  </a:moveTo>
                  <a:cubicBezTo>
                    <a:pt x="25607" y="1"/>
                    <a:pt x="21905" y="700"/>
                    <a:pt x="17955" y="2096"/>
                  </a:cubicBezTo>
                  <a:cubicBezTo>
                    <a:pt x="15240" y="3060"/>
                    <a:pt x="12371" y="4513"/>
                    <a:pt x="9370" y="6442"/>
                  </a:cubicBezTo>
                  <a:cubicBezTo>
                    <a:pt x="6358" y="8382"/>
                    <a:pt x="3239" y="10776"/>
                    <a:pt x="0" y="13621"/>
                  </a:cubicBezTo>
                  <a:lnTo>
                    <a:pt x="3358" y="23087"/>
                  </a:lnTo>
                  <a:cubicBezTo>
                    <a:pt x="6334" y="19705"/>
                    <a:pt x="9263" y="16919"/>
                    <a:pt x="12156" y="14752"/>
                  </a:cubicBezTo>
                  <a:cubicBezTo>
                    <a:pt x="15073" y="12573"/>
                    <a:pt x="18002" y="10966"/>
                    <a:pt x="20931" y="9918"/>
                  </a:cubicBezTo>
                  <a:cubicBezTo>
                    <a:pt x="23048" y="9172"/>
                    <a:pt x="25062" y="8800"/>
                    <a:pt x="26978" y="8800"/>
                  </a:cubicBezTo>
                  <a:cubicBezTo>
                    <a:pt x="28823" y="8800"/>
                    <a:pt x="30577" y="9146"/>
                    <a:pt x="32242" y="9835"/>
                  </a:cubicBezTo>
                  <a:cubicBezTo>
                    <a:pt x="35659" y="11240"/>
                    <a:pt x="38017" y="13776"/>
                    <a:pt x="39326" y="17455"/>
                  </a:cubicBezTo>
                  <a:cubicBezTo>
                    <a:pt x="40124" y="19717"/>
                    <a:pt x="40338" y="22241"/>
                    <a:pt x="39957" y="25015"/>
                  </a:cubicBezTo>
                  <a:cubicBezTo>
                    <a:pt x="39600" y="27754"/>
                    <a:pt x="38529" y="31338"/>
                    <a:pt x="36719" y="35767"/>
                  </a:cubicBezTo>
                  <a:cubicBezTo>
                    <a:pt x="35778" y="38124"/>
                    <a:pt x="33326" y="43494"/>
                    <a:pt x="29373" y="51888"/>
                  </a:cubicBezTo>
                  <a:cubicBezTo>
                    <a:pt x="25432" y="60246"/>
                    <a:pt x="22336" y="66901"/>
                    <a:pt x="20086" y="71843"/>
                  </a:cubicBezTo>
                  <a:lnTo>
                    <a:pt x="22884" y="79724"/>
                  </a:lnTo>
                  <a:lnTo>
                    <a:pt x="66866" y="64151"/>
                  </a:lnTo>
                  <a:lnTo>
                    <a:pt x="64079" y="56269"/>
                  </a:lnTo>
                  <a:lnTo>
                    <a:pt x="31361" y="67842"/>
                  </a:lnTo>
                  <a:cubicBezTo>
                    <a:pt x="36183" y="57472"/>
                    <a:pt x="39910" y="49411"/>
                    <a:pt x="42541" y="43684"/>
                  </a:cubicBezTo>
                  <a:cubicBezTo>
                    <a:pt x="45172" y="37910"/>
                    <a:pt x="46708" y="34445"/>
                    <a:pt x="47161" y="33266"/>
                  </a:cubicBezTo>
                  <a:cubicBezTo>
                    <a:pt x="48756" y="28813"/>
                    <a:pt x="49625" y="25123"/>
                    <a:pt x="49780" y="22217"/>
                  </a:cubicBezTo>
                  <a:cubicBezTo>
                    <a:pt x="49947" y="19265"/>
                    <a:pt x="49530" y="16371"/>
                    <a:pt x="48530" y="13526"/>
                  </a:cubicBezTo>
                  <a:cubicBezTo>
                    <a:pt x="46399" y="7525"/>
                    <a:pt x="42577" y="3477"/>
                    <a:pt x="37028" y="1405"/>
                  </a:cubicBezTo>
                  <a:cubicBezTo>
                    <a:pt x="34538" y="468"/>
                    <a:pt x="31882" y="1"/>
                    <a:pt x="2906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5" name="Google Shape;3725;p46"/>
            <p:cNvSpPr/>
            <p:nvPr/>
          </p:nvSpPr>
          <p:spPr>
            <a:xfrm>
              <a:off x="3455802" y="3865609"/>
              <a:ext cx="95760" cy="95851"/>
            </a:xfrm>
            <a:custGeom>
              <a:avLst/>
              <a:gdLst/>
              <a:ahLst/>
              <a:cxnLst/>
              <a:rect l="l" t="t" r="r" b="b"/>
              <a:pathLst>
                <a:path w="62283" h="62342" extrusionOk="0">
                  <a:moveTo>
                    <a:pt x="24492" y="0"/>
                  </a:moveTo>
                  <a:lnTo>
                    <a:pt x="16693" y="2763"/>
                  </a:lnTo>
                  <a:lnTo>
                    <a:pt x="25849" y="28599"/>
                  </a:lnTo>
                  <a:lnTo>
                    <a:pt x="1" y="37755"/>
                  </a:lnTo>
                  <a:lnTo>
                    <a:pt x="2787" y="45637"/>
                  </a:lnTo>
                  <a:lnTo>
                    <a:pt x="28635" y="36493"/>
                  </a:lnTo>
                  <a:lnTo>
                    <a:pt x="37791" y="62341"/>
                  </a:lnTo>
                  <a:lnTo>
                    <a:pt x="45578" y="59579"/>
                  </a:lnTo>
                  <a:lnTo>
                    <a:pt x="36434" y="33731"/>
                  </a:lnTo>
                  <a:lnTo>
                    <a:pt x="62282" y="24587"/>
                  </a:lnTo>
                  <a:lnTo>
                    <a:pt x="59485" y="16693"/>
                  </a:lnTo>
                  <a:lnTo>
                    <a:pt x="33636" y="25849"/>
                  </a:lnTo>
                  <a:lnTo>
                    <a:pt x="24492"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6" name="Google Shape;3726;p46"/>
            <p:cNvSpPr/>
            <p:nvPr/>
          </p:nvSpPr>
          <p:spPr>
            <a:xfrm>
              <a:off x="3552239" y="3812852"/>
              <a:ext cx="102806" cy="122577"/>
            </a:xfrm>
            <a:custGeom>
              <a:avLst/>
              <a:gdLst/>
              <a:ahLst/>
              <a:cxnLst/>
              <a:rect l="l" t="t" r="r" b="b"/>
              <a:pathLst>
                <a:path w="66866" h="79725" extrusionOk="0">
                  <a:moveTo>
                    <a:pt x="29060" y="1"/>
                  </a:moveTo>
                  <a:cubicBezTo>
                    <a:pt x="25607" y="1"/>
                    <a:pt x="21905" y="701"/>
                    <a:pt x="17955" y="2096"/>
                  </a:cubicBezTo>
                  <a:cubicBezTo>
                    <a:pt x="15240" y="3060"/>
                    <a:pt x="12371" y="4513"/>
                    <a:pt x="9370" y="6442"/>
                  </a:cubicBezTo>
                  <a:cubicBezTo>
                    <a:pt x="6358" y="8383"/>
                    <a:pt x="3239" y="10776"/>
                    <a:pt x="0" y="13621"/>
                  </a:cubicBezTo>
                  <a:lnTo>
                    <a:pt x="3358" y="23087"/>
                  </a:lnTo>
                  <a:cubicBezTo>
                    <a:pt x="6334" y="19705"/>
                    <a:pt x="9263" y="16919"/>
                    <a:pt x="12156" y="14752"/>
                  </a:cubicBezTo>
                  <a:cubicBezTo>
                    <a:pt x="15073" y="12574"/>
                    <a:pt x="18002" y="10966"/>
                    <a:pt x="20943" y="9918"/>
                  </a:cubicBezTo>
                  <a:cubicBezTo>
                    <a:pt x="23053" y="9173"/>
                    <a:pt x="25065" y="8800"/>
                    <a:pt x="26979" y="8800"/>
                  </a:cubicBezTo>
                  <a:cubicBezTo>
                    <a:pt x="28823" y="8800"/>
                    <a:pt x="30577" y="9146"/>
                    <a:pt x="32242" y="9835"/>
                  </a:cubicBezTo>
                  <a:cubicBezTo>
                    <a:pt x="35659" y="11240"/>
                    <a:pt x="38017" y="13776"/>
                    <a:pt x="39326" y="17455"/>
                  </a:cubicBezTo>
                  <a:cubicBezTo>
                    <a:pt x="40124" y="19717"/>
                    <a:pt x="40338" y="22241"/>
                    <a:pt x="39957" y="25016"/>
                  </a:cubicBezTo>
                  <a:cubicBezTo>
                    <a:pt x="39612" y="27754"/>
                    <a:pt x="38529" y="31338"/>
                    <a:pt x="36719" y="35767"/>
                  </a:cubicBezTo>
                  <a:cubicBezTo>
                    <a:pt x="35778" y="38124"/>
                    <a:pt x="33326" y="43494"/>
                    <a:pt x="29373" y="51888"/>
                  </a:cubicBezTo>
                  <a:cubicBezTo>
                    <a:pt x="25432" y="60246"/>
                    <a:pt x="22348" y="66902"/>
                    <a:pt x="20086" y="71843"/>
                  </a:cubicBezTo>
                  <a:lnTo>
                    <a:pt x="22884" y="79725"/>
                  </a:lnTo>
                  <a:lnTo>
                    <a:pt x="66866" y="64151"/>
                  </a:lnTo>
                  <a:lnTo>
                    <a:pt x="64079" y="56269"/>
                  </a:lnTo>
                  <a:lnTo>
                    <a:pt x="31361" y="67842"/>
                  </a:lnTo>
                  <a:cubicBezTo>
                    <a:pt x="36183" y="57472"/>
                    <a:pt x="39910" y="49411"/>
                    <a:pt x="42553" y="43684"/>
                  </a:cubicBezTo>
                  <a:cubicBezTo>
                    <a:pt x="45172" y="37910"/>
                    <a:pt x="46708" y="34445"/>
                    <a:pt x="47161" y="33267"/>
                  </a:cubicBezTo>
                  <a:cubicBezTo>
                    <a:pt x="48756" y="28814"/>
                    <a:pt x="49625" y="25123"/>
                    <a:pt x="49780" y="22218"/>
                  </a:cubicBezTo>
                  <a:cubicBezTo>
                    <a:pt x="49959" y="19265"/>
                    <a:pt x="49542" y="16372"/>
                    <a:pt x="48530" y="13526"/>
                  </a:cubicBezTo>
                  <a:cubicBezTo>
                    <a:pt x="46411" y="7525"/>
                    <a:pt x="42577" y="3477"/>
                    <a:pt x="37028" y="1405"/>
                  </a:cubicBezTo>
                  <a:cubicBezTo>
                    <a:pt x="34538" y="468"/>
                    <a:pt x="31882" y="1"/>
                    <a:pt x="2906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7" name="Google Shape;3727;p46"/>
            <p:cNvSpPr/>
            <p:nvPr/>
          </p:nvSpPr>
          <p:spPr>
            <a:xfrm>
              <a:off x="3444086" y="4033784"/>
              <a:ext cx="106066" cy="73628"/>
            </a:xfrm>
            <a:custGeom>
              <a:avLst/>
              <a:gdLst/>
              <a:ahLst/>
              <a:cxnLst/>
              <a:rect l="l" t="t" r="r" b="b"/>
              <a:pathLst>
                <a:path w="68986" h="47888" extrusionOk="0">
                  <a:moveTo>
                    <a:pt x="59496" y="1"/>
                  </a:moveTo>
                  <a:lnTo>
                    <a:pt x="1" y="21063"/>
                  </a:lnTo>
                  <a:lnTo>
                    <a:pt x="2763" y="28861"/>
                  </a:lnTo>
                  <a:lnTo>
                    <a:pt x="62247" y="7799"/>
                  </a:lnTo>
                  <a:lnTo>
                    <a:pt x="59496" y="1"/>
                  </a:lnTo>
                  <a:close/>
                  <a:moveTo>
                    <a:pt x="66188" y="18944"/>
                  </a:moveTo>
                  <a:lnTo>
                    <a:pt x="6704" y="39994"/>
                  </a:lnTo>
                  <a:lnTo>
                    <a:pt x="9502" y="47888"/>
                  </a:lnTo>
                  <a:lnTo>
                    <a:pt x="68986" y="26826"/>
                  </a:lnTo>
                  <a:lnTo>
                    <a:pt x="66188" y="18944"/>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8" name="Google Shape;3728;p46"/>
            <p:cNvSpPr/>
            <p:nvPr/>
          </p:nvSpPr>
          <p:spPr>
            <a:xfrm>
              <a:off x="3563478" y="3965064"/>
              <a:ext cx="82542" cy="111595"/>
            </a:xfrm>
            <a:custGeom>
              <a:avLst/>
              <a:gdLst/>
              <a:ahLst/>
              <a:cxnLst/>
              <a:rect l="l" t="t" r="r" b="b"/>
              <a:pathLst>
                <a:path w="53686" h="72582" extrusionOk="0">
                  <a:moveTo>
                    <a:pt x="18622" y="11467"/>
                  </a:moveTo>
                  <a:lnTo>
                    <a:pt x="31719" y="48459"/>
                  </a:lnTo>
                  <a:lnTo>
                    <a:pt x="8049" y="56829"/>
                  </a:lnTo>
                  <a:lnTo>
                    <a:pt x="18622" y="11467"/>
                  </a:lnTo>
                  <a:close/>
                  <a:moveTo>
                    <a:pt x="25063" y="1"/>
                  </a:moveTo>
                  <a:lnTo>
                    <a:pt x="13276" y="4180"/>
                  </a:lnTo>
                  <a:lnTo>
                    <a:pt x="0" y="58270"/>
                  </a:lnTo>
                  <a:lnTo>
                    <a:pt x="3203" y="67319"/>
                  </a:lnTo>
                  <a:lnTo>
                    <a:pt x="34481" y="56246"/>
                  </a:lnTo>
                  <a:lnTo>
                    <a:pt x="40255" y="72581"/>
                  </a:lnTo>
                  <a:lnTo>
                    <a:pt x="49590" y="69283"/>
                  </a:lnTo>
                  <a:lnTo>
                    <a:pt x="43804" y="52948"/>
                  </a:lnTo>
                  <a:lnTo>
                    <a:pt x="53686" y="49447"/>
                  </a:lnTo>
                  <a:lnTo>
                    <a:pt x="50923" y="41649"/>
                  </a:lnTo>
                  <a:lnTo>
                    <a:pt x="41041" y="45149"/>
                  </a:lnTo>
                  <a:lnTo>
                    <a:pt x="2506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732"/>
        <p:cNvGrpSpPr/>
        <p:nvPr/>
      </p:nvGrpSpPr>
      <p:grpSpPr>
        <a:xfrm>
          <a:off x="0" y="0"/>
          <a:ext cx="0" cy="0"/>
          <a:chOff x="0" y="0"/>
          <a:chExt cx="0" cy="0"/>
        </a:xfrm>
      </p:grpSpPr>
      <p:sp>
        <p:nvSpPr>
          <p:cNvPr id="3733" name="Google Shape;3733;p47"/>
          <p:cNvSpPr/>
          <p:nvPr/>
        </p:nvSpPr>
        <p:spPr>
          <a:xfrm rot="2227469">
            <a:off x="5881033" y="4137077"/>
            <a:ext cx="243062" cy="210302"/>
          </a:xfrm>
          <a:prstGeom prst="triangle">
            <a:avLst>
              <a:gd name="adj" fmla="val 50000"/>
            </a:avLst>
          </a:prstGeom>
          <a:noFill/>
          <a:ln w="19050"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4" name="Google Shape;3734;p47"/>
          <p:cNvSpPr/>
          <p:nvPr/>
        </p:nvSpPr>
        <p:spPr>
          <a:xfrm rot="-7771672">
            <a:off x="1437414" y="980941"/>
            <a:ext cx="126796" cy="109319"/>
          </a:xfrm>
          <a:prstGeom prst="triangle">
            <a:avLst>
              <a:gd name="adj" fmla="val 50000"/>
            </a:avLst>
          </a:pr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5" name="Google Shape;3735;p47"/>
          <p:cNvSpPr/>
          <p:nvPr/>
        </p:nvSpPr>
        <p:spPr>
          <a:xfrm>
            <a:off x="695325" y="1043100"/>
            <a:ext cx="291900" cy="291900"/>
          </a:xfrm>
          <a:prstGeom prst="ellipse">
            <a:avLst/>
          </a:prstGeom>
          <a:noFill/>
          <a:ln w="19050"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6" name="Google Shape;3736;p47"/>
          <p:cNvSpPr/>
          <p:nvPr/>
        </p:nvSpPr>
        <p:spPr>
          <a:xfrm>
            <a:off x="8018125" y="3376700"/>
            <a:ext cx="165000" cy="165000"/>
          </a:xfrm>
          <a:prstGeom prst="ellipse">
            <a:avLst/>
          </a:prstGeom>
          <a:noFill/>
          <a:ln w="19050"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7" name="Google Shape;3737;p47"/>
          <p:cNvSpPr/>
          <p:nvPr/>
        </p:nvSpPr>
        <p:spPr>
          <a:xfrm rot="-716485">
            <a:off x="6725632" y="1225439"/>
            <a:ext cx="117441" cy="117086"/>
          </a:xfrm>
          <a:prstGeom prst="rect">
            <a:avLst/>
          </a:pr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8" name="Google Shape;3738;p47"/>
          <p:cNvSpPr/>
          <p:nvPr/>
        </p:nvSpPr>
        <p:spPr>
          <a:xfrm rot="-3430508">
            <a:off x="987594" y="4247078"/>
            <a:ext cx="126736" cy="109431"/>
          </a:xfrm>
          <a:prstGeom prst="triangle">
            <a:avLst>
              <a:gd name="adj" fmla="val 50000"/>
            </a:avLst>
          </a:prstGeom>
          <a:noFill/>
          <a:ln w="19050"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9" name="Google Shape;3739;p47"/>
          <p:cNvSpPr/>
          <p:nvPr/>
        </p:nvSpPr>
        <p:spPr>
          <a:xfrm>
            <a:off x="4873975" y="2770338"/>
            <a:ext cx="165000" cy="165000"/>
          </a:xfrm>
          <a:prstGeom prst="ellipse">
            <a:avLst/>
          </a:pr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0" name="Google Shape;3740;p47"/>
          <p:cNvSpPr txBox="1">
            <a:spLocks noGrp="1"/>
          </p:cNvSpPr>
          <p:nvPr>
            <p:ph type="title"/>
          </p:nvPr>
        </p:nvSpPr>
        <p:spPr>
          <a:xfrm>
            <a:off x="904875" y="597425"/>
            <a:ext cx="73344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fr"/>
              <a:t>ResSources</a:t>
            </a:r>
            <a:endParaRPr/>
          </a:p>
        </p:txBody>
      </p:sp>
      <p:grpSp>
        <p:nvGrpSpPr>
          <p:cNvPr id="3741" name="Google Shape;3741;p47"/>
          <p:cNvGrpSpPr/>
          <p:nvPr/>
        </p:nvGrpSpPr>
        <p:grpSpPr>
          <a:xfrm>
            <a:off x="6065157" y="2770339"/>
            <a:ext cx="1438390" cy="1142739"/>
            <a:chOff x="1403276" y="1015933"/>
            <a:chExt cx="1236049" cy="981987"/>
          </a:xfrm>
        </p:grpSpPr>
        <p:sp>
          <p:nvSpPr>
            <p:cNvPr id="3742" name="Google Shape;3742;p47"/>
            <p:cNvSpPr/>
            <p:nvPr/>
          </p:nvSpPr>
          <p:spPr>
            <a:xfrm>
              <a:off x="1408115" y="1020273"/>
              <a:ext cx="1227074" cy="973114"/>
            </a:xfrm>
            <a:custGeom>
              <a:avLst/>
              <a:gdLst/>
              <a:ahLst/>
              <a:cxnLst/>
              <a:rect l="l" t="t" r="r" b="b"/>
              <a:pathLst>
                <a:path w="1658208" h="1315019" extrusionOk="0">
                  <a:moveTo>
                    <a:pt x="557490" y="1030365"/>
                  </a:moveTo>
                  <a:cubicBezTo>
                    <a:pt x="604991" y="1030365"/>
                    <a:pt x="645337" y="1066815"/>
                    <a:pt x="649374" y="1114975"/>
                  </a:cubicBezTo>
                  <a:cubicBezTo>
                    <a:pt x="653569" y="1165766"/>
                    <a:pt x="615848" y="1210387"/>
                    <a:pt x="565057" y="1214612"/>
                  </a:cubicBezTo>
                  <a:cubicBezTo>
                    <a:pt x="562472" y="1214825"/>
                    <a:pt x="559903" y="1214930"/>
                    <a:pt x="557355" y="1214930"/>
                  </a:cubicBezTo>
                  <a:cubicBezTo>
                    <a:pt x="509831" y="1214930"/>
                    <a:pt x="469458" y="1178471"/>
                    <a:pt x="465420" y="1130294"/>
                  </a:cubicBezTo>
                  <a:cubicBezTo>
                    <a:pt x="461225" y="1079503"/>
                    <a:pt x="498976" y="1034913"/>
                    <a:pt x="549737" y="1030688"/>
                  </a:cubicBezTo>
                  <a:cubicBezTo>
                    <a:pt x="552339" y="1030471"/>
                    <a:pt x="554925" y="1030365"/>
                    <a:pt x="557490" y="1030365"/>
                  </a:cubicBezTo>
                  <a:close/>
                  <a:moveTo>
                    <a:pt x="1039862" y="1"/>
                  </a:moveTo>
                  <a:cubicBezTo>
                    <a:pt x="918862" y="1"/>
                    <a:pt x="796946" y="22561"/>
                    <a:pt x="685697" y="59367"/>
                  </a:cubicBezTo>
                  <a:cubicBezTo>
                    <a:pt x="264595" y="198731"/>
                    <a:pt x="1" y="543629"/>
                    <a:pt x="94683" y="829652"/>
                  </a:cubicBezTo>
                  <a:cubicBezTo>
                    <a:pt x="142009" y="972663"/>
                    <a:pt x="462137" y="913543"/>
                    <a:pt x="400464" y="1078044"/>
                  </a:cubicBezTo>
                  <a:cubicBezTo>
                    <a:pt x="382257" y="1126556"/>
                    <a:pt x="362773" y="1192210"/>
                    <a:pt x="389977" y="1241390"/>
                  </a:cubicBezTo>
                  <a:cubicBezTo>
                    <a:pt x="419841" y="1295337"/>
                    <a:pt x="478283" y="1315018"/>
                    <a:pt x="548479" y="1315018"/>
                  </a:cubicBezTo>
                  <a:cubicBezTo>
                    <a:pt x="702340" y="1315018"/>
                    <a:pt x="912671" y="1220461"/>
                    <a:pt x="1002299" y="1184915"/>
                  </a:cubicBezTo>
                  <a:cubicBezTo>
                    <a:pt x="1249993" y="1086737"/>
                    <a:pt x="1537081" y="917130"/>
                    <a:pt x="1623010" y="647612"/>
                  </a:cubicBezTo>
                  <a:cubicBezTo>
                    <a:pt x="1658208" y="537307"/>
                    <a:pt x="1654712" y="424691"/>
                    <a:pt x="1617356" y="325784"/>
                  </a:cubicBezTo>
                  <a:cubicBezTo>
                    <a:pt x="1578145" y="221983"/>
                    <a:pt x="1501609" y="133319"/>
                    <a:pt x="1393370" y="78425"/>
                  </a:cubicBezTo>
                  <a:cubicBezTo>
                    <a:pt x="1284554" y="23244"/>
                    <a:pt x="1162680" y="1"/>
                    <a:pt x="1039862" y="1"/>
                  </a:cubicBezTo>
                  <a:close/>
                </a:path>
              </a:pathLst>
            </a:custGeom>
            <a:solidFill>
              <a:srgbClr val="F0EBD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3" name="Google Shape;3743;p47"/>
            <p:cNvSpPr/>
            <p:nvPr/>
          </p:nvSpPr>
          <p:spPr>
            <a:xfrm>
              <a:off x="1403276" y="1015933"/>
              <a:ext cx="1236049" cy="981987"/>
            </a:xfrm>
            <a:custGeom>
              <a:avLst/>
              <a:gdLst/>
              <a:ahLst/>
              <a:cxnLst/>
              <a:rect l="l" t="t" r="r" b="b"/>
              <a:pathLst>
                <a:path w="1670336" h="1327010" extrusionOk="0">
                  <a:moveTo>
                    <a:pt x="564023" y="1042143"/>
                  </a:moveTo>
                  <a:cubicBezTo>
                    <a:pt x="608401" y="1042143"/>
                    <a:pt x="646244" y="1076307"/>
                    <a:pt x="649982" y="1121384"/>
                  </a:cubicBezTo>
                  <a:cubicBezTo>
                    <a:pt x="651867" y="1144363"/>
                    <a:pt x="644724" y="1166704"/>
                    <a:pt x="629830" y="1184303"/>
                  </a:cubicBezTo>
                  <a:cubicBezTo>
                    <a:pt x="614936" y="1201871"/>
                    <a:pt x="594084" y="1212631"/>
                    <a:pt x="571105" y="1214546"/>
                  </a:cubicBezTo>
                  <a:cubicBezTo>
                    <a:pt x="568662" y="1214750"/>
                    <a:pt x="566226" y="1214851"/>
                    <a:pt x="563802" y="1214851"/>
                  </a:cubicBezTo>
                  <a:cubicBezTo>
                    <a:pt x="543404" y="1214851"/>
                    <a:pt x="523889" y="1207706"/>
                    <a:pt x="508186" y="1194394"/>
                  </a:cubicBezTo>
                  <a:cubicBezTo>
                    <a:pt x="490587" y="1179500"/>
                    <a:pt x="479827" y="1158649"/>
                    <a:pt x="477943" y="1135670"/>
                  </a:cubicBezTo>
                  <a:cubicBezTo>
                    <a:pt x="473991" y="1088222"/>
                    <a:pt x="509341" y="1046428"/>
                    <a:pt x="556819" y="1042447"/>
                  </a:cubicBezTo>
                  <a:cubicBezTo>
                    <a:pt x="559251" y="1042264"/>
                    <a:pt x="561622" y="1042143"/>
                    <a:pt x="564023" y="1042143"/>
                  </a:cubicBezTo>
                  <a:close/>
                  <a:moveTo>
                    <a:pt x="564002" y="1030254"/>
                  </a:moveTo>
                  <a:cubicBezTo>
                    <a:pt x="561293" y="1030254"/>
                    <a:pt x="558563" y="1030365"/>
                    <a:pt x="555816" y="1030592"/>
                  </a:cubicBezTo>
                  <a:cubicBezTo>
                    <a:pt x="501864" y="1035091"/>
                    <a:pt x="461590" y="1082660"/>
                    <a:pt x="466088" y="1136643"/>
                  </a:cubicBezTo>
                  <a:cubicBezTo>
                    <a:pt x="468246" y="1162783"/>
                    <a:pt x="480465" y="1186522"/>
                    <a:pt x="500496" y="1203482"/>
                  </a:cubicBezTo>
                  <a:cubicBezTo>
                    <a:pt x="518399" y="1218589"/>
                    <a:pt x="540618" y="1226735"/>
                    <a:pt x="563810" y="1226735"/>
                  </a:cubicBezTo>
                  <a:cubicBezTo>
                    <a:pt x="566546" y="1226735"/>
                    <a:pt x="569312" y="1226613"/>
                    <a:pt x="572108" y="1226401"/>
                  </a:cubicBezTo>
                  <a:cubicBezTo>
                    <a:pt x="598249" y="1224212"/>
                    <a:pt x="622018" y="1211993"/>
                    <a:pt x="638949" y="1191962"/>
                  </a:cubicBezTo>
                  <a:cubicBezTo>
                    <a:pt x="655909" y="1171932"/>
                    <a:pt x="664025" y="1146491"/>
                    <a:pt x="661867" y="1120351"/>
                  </a:cubicBezTo>
                  <a:cubicBezTo>
                    <a:pt x="657597" y="1069141"/>
                    <a:pt x="614578" y="1030254"/>
                    <a:pt x="564002" y="1030254"/>
                  </a:cubicBezTo>
                  <a:close/>
                  <a:moveTo>
                    <a:pt x="1044853" y="11854"/>
                  </a:moveTo>
                  <a:cubicBezTo>
                    <a:pt x="1174369" y="11854"/>
                    <a:pt x="1295192" y="37842"/>
                    <a:pt x="1397261" y="89606"/>
                  </a:cubicBezTo>
                  <a:cubicBezTo>
                    <a:pt x="1500059" y="141735"/>
                    <a:pt x="1578601" y="228423"/>
                    <a:pt x="1618389" y="333743"/>
                  </a:cubicBezTo>
                  <a:cubicBezTo>
                    <a:pt x="1656354" y="434201"/>
                    <a:pt x="1658238" y="544111"/>
                    <a:pt x="1623982" y="651651"/>
                  </a:cubicBezTo>
                  <a:cubicBezTo>
                    <a:pt x="1536777" y="924968"/>
                    <a:pt x="1240176" y="1092691"/>
                    <a:pt x="1006706" y="1185245"/>
                  </a:cubicBezTo>
                  <a:cubicBezTo>
                    <a:pt x="996037" y="1189470"/>
                    <a:pt x="983636" y="1194516"/>
                    <a:pt x="969867" y="1200169"/>
                  </a:cubicBezTo>
                  <a:cubicBezTo>
                    <a:pt x="866144" y="1242611"/>
                    <a:pt x="688269" y="1315400"/>
                    <a:pt x="555123" y="1315400"/>
                  </a:cubicBezTo>
                  <a:cubicBezTo>
                    <a:pt x="486974" y="1315400"/>
                    <a:pt x="430543" y="1296331"/>
                    <a:pt x="401771" y="1244364"/>
                  </a:cubicBezTo>
                  <a:cubicBezTo>
                    <a:pt x="376117" y="1198042"/>
                    <a:pt x="394050" y="1135396"/>
                    <a:pt x="412592" y="1086004"/>
                  </a:cubicBezTo>
                  <a:cubicBezTo>
                    <a:pt x="423261" y="1057584"/>
                    <a:pt x="423595" y="1034057"/>
                    <a:pt x="413686" y="1014179"/>
                  </a:cubicBezTo>
                  <a:cubicBezTo>
                    <a:pt x="393929" y="974604"/>
                    <a:pt x="336694" y="957704"/>
                    <a:pt x="276115" y="939831"/>
                  </a:cubicBezTo>
                  <a:cubicBezTo>
                    <a:pt x="203044" y="918281"/>
                    <a:pt x="127511" y="896001"/>
                    <a:pt x="106872" y="833629"/>
                  </a:cubicBezTo>
                  <a:cubicBezTo>
                    <a:pt x="13405" y="551193"/>
                    <a:pt x="276814" y="209000"/>
                    <a:pt x="694117" y="70913"/>
                  </a:cubicBezTo>
                  <a:cubicBezTo>
                    <a:pt x="813207" y="31459"/>
                    <a:pt x="932297" y="11854"/>
                    <a:pt x="1044853" y="11854"/>
                  </a:cubicBezTo>
                  <a:close/>
                  <a:moveTo>
                    <a:pt x="1044770" y="1"/>
                  </a:moveTo>
                  <a:cubicBezTo>
                    <a:pt x="930964" y="1"/>
                    <a:pt x="810595" y="19816"/>
                    <a:pt x="690317" y="59636"/>
                  </a:cubicBezTo>
                  <a:cubicBezTo>
                    <a:pt x="266844" y="199820"/>
                    <a:pt x="1" y="548731"/>
                    <a:pt x="95565" y="837398"/>
                  </a:cubicBezTo>
                  <a:cubicBezTo>
                    <a:pt x="118149" y="905636"/>
                    <a:pt x="200217" y="929892"/>
                    <a:pt x="272680" y="951229"/>
                  </a:cubicBezTo>
                  <a:cubicBezTo>
                    <a:pt x="330736" y="968373"/>
                    <a:pt x="385570" y="984513"/>
                    <a:pt x="403017" y="1019498"/>
                  </a:cubicBezTo>
                  <a:cubicBezTo>
                    <a:pt x="411376" y="1036276"/>
                    <a:pt x="410829" y="1056672"/>
                    <a:pt x="401406" y="1081809"/>
                  </a:cubicBezTo>
                  <a:cubicBezTo>
                    <a:pt x="381983" y="1133603"/>
                    <a:pt x="363290" y="1199561"/>
                    <a:pt x="391315" y="1250140"/>
                  </a:cubicBezTo>
                  <a:cubicBezTo>
                    <a:pt x="422531" y="1306523"/>
                    <a:pt x="482836" y="1327010"/>
                    <a:pt x="555056" y="1327010"/>
                  </a:cubicBezTo>
                  <a:cubicBezTo>
                    <a:pt x="691320" y="1327010"/>
                    <a:pt x="869774" y="1253969"/>
                    <a:pt x="974213" y="1211233"/>
                  </a:cubicBezTo>
                  <a:cubicBezTo>
                    <a:pt x="987982" y="1205610"/>
                    <a:pt x="1000323" y="1200564"/>
                    <a:pt x="1010962" y="1196339"/>
                  </a:cubicBezTo>
                  <a:cubicBezTo>
                    <a:pt x="1246832" y="1102873"/>
                    <a:pt x="1546564" y="933083"/>
                    <a:pt x="1635168" y="655298"/>
                  </a:cubicBezTo>
                  <a:cubicBezTo>
                    <a:pt x="1670336" y="545205"/>
                    <a:pt x="1668299" y="432529"/>
                    <a:pt x="1629393" y="329579"/>
                  </a:cubicBezTo>
                  <a:cubicBezTo>
                    <a:pt x="1588571" y="221493"/>
                    <a:pt x="1508023" y="132464"/>
                    <a:pt x="1402549" y="78998"/>
                  </a:cubicBezTo>
                  <a:cubicBezTo>
                    <a:pt x="1298879" y="26430"/>
                    <a:pt x="1176202" y="1"/>
                    <a:pt x="1044770" y="1"/>
                  </a:cubicBezTo>
                  <a:close/>
                </a:path>
              </a:pathLst>
            </a:custGeom>
            <a:solidFill>
              <a:schemeClr val="dk1"/>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4" name="Google Shape;3744;p47"/>
            <p:cNvSpPr/>
            <p:nvPr/>
          </p:nvSpPr>
          <p:spPr>
            <a:xfrm>
              <a:off x="2066770" y="1071367"/>
              <a:ext cx="196520" cy="196542"/>
            </a:xfrm>
            <a:custGeom>
              <a:avLst/>
              <a:gdLst/>
              <a:ahLst/>
              <a:cxnLst/>
              <a:rect l="l" t="t" r="r" b="b"/>
              <a:pathLst>
                <a:path w="265568" h="265597" extrusionOk="0">
                  <a:moveTo>
                    <a:pt x="132769" y="0"/>
                  </a:moveTo>
                  <a:cubicBezTo>
                    <a:pt x="97571" y="0"/>
                    <a:pt x="63801" y="13982"/>
                    <a:pt x="38876" y="38907"/>
                  </a:cubicBezTo>
                  <a:cubicBezTo>
                    <a:pt x="13982" y="63801"/>
                    <a:pt x="0" y="97570"/>
                    <a:pt x="0" y="132799"/>
                  </a:cubicBezTo>
                  <a:cubicBezTo>
                    <a:pt x="0" y="167997"/>
                    <a:pt x="13982" y="201797"/>
                    <a:pt x="38876" y="226690"/>
                  </a:cubicBezTo>
                  <a:cubicBezTo>
                    <a:pt x="63801" y="251584"/>
                    <a:pt x="97571" y="265597"/>
                    <a:pt x="132769" y="265597"/>
                  </a:cubicBezTo>
                  <a:cubicBezTo>
                    <a:pt x="167997" y="265597"/>
                    <a:pt x="201767" y="251584"/>
                    <a:pt x="226692" y="226690"/>
                  </a:cubicBezTo>
                  <a:cubicBezTo>
                    <a:pt x="251586" y="201797"/>
                    <a:pt x="265568" y="167997"/>
                    <a:pt x="265568" y="132799"/>
                  </a:cubicBezTo>
                  <a:cubicBezTo>
                    <a:pt x="265568" y="97570"/>
                    <a:pt x="251586" y="63801"/>
                    <a:pt x="226692" y="38907"/>
                  </a:cubicBezTo>
                  <a:cubicBezTo>
                    <a:pt x="201767" y="13982"/>
                    <a:pt x="167997" y="0"/>
                    <a:pt x="13276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5" name="Google Shape;3745;p47"/>
            <p:cNvSpPr/>
            <p:nvPr/>
          </p:nvSpPr>
          <p:spPr>
            <a:xfrm>
              <a:off x="2058014" y="1066949"/>
              <a:ext cx="211636" cy="205321"/>
            </a:xfrm>
            <a:custGeom>
              <a:avLst/>
              <a:gdLst/>
              <a:ahLst/>
              <a:cxnLst/>
              <a:rect l="l" t="t" r="r" b="b"/>
              <a:pathLst>
                <a:path w="285994" h="277461" extrusionOk="0">
                  <a:moveTo>
                    <a:pt x="144806" y="11894"/>
                  </a:moveTo>
                  <a:cubicBezTo>
                    <a:pt x="174745" y="11894"/>
                    <a:pt x="203409" y="22381"/>
                    <a:pt x="226509" y="41895"/>
                  </a:cubicBezTo>
                  <a:cubicBezTo>
                    <a:pt x="252406" y="63810"/>
                    <a:pt x="268151" y="94449"/>
                    <a:pt x="270978" y="128218"/>
                  </a:cubicBezTo>
                  <a:cubicBezTo>
                    <a:pt x="276784" y="197915"/>
                    <a:pt x="224777" y="259345"/>
                    <a:pt x="155079" y="265120"/>
                  </a:cubicBezTo>
                  <a:cubicBezTo>
                    <a:pt x="151514" y="265417"/>
                    <a:pt x="147970" y="265562"/>
                    <a:pt x="144454" y="265562"/>
                  </a:cubicBezTo>
                  <a:cubicBezTo>
                    <a:pt x="79196" y="265562"/>
                    <a:pt x="23687" y="215356"/>
                    <a:pt x="18207" y="149222"/>
                  </a:cubicBezTo>
                  <a:cubicBezTo>
                    <a:pt x="12372" y="79555"/>
                    <a:pt x="64409" y="18126"/>
                    <a:pt x="134076" y="12350"/>
                  </a:cubicBezTo>
                  <a:cubicBezTo>
                    <a:pt x="137663" y="12046"/>
                    <a:pt x="141219" y="11894"/>
                    <a:pt x="144806" y="11894"/>
                  </a:cubicBezTo>
                  <a:close/>
                  <a:moveTo>
                    <a:pt x="144932" y="0"/>
                  </a:moveTo>
                  <a:cubicBezTo>
                    <a:pt x="141016" y="0"/>
                    <a:pt x="137081" y="165"/>
                    <a:pt x="133134" y="496"/>
                  </a:cubicBezTo>
                  <a:cubicBezTo>
                    <a:pt x="56871" y="6788"/>
                    <a:pt x="0" y="73962"/>
                    <a:pt x="6353" y="150225"/>
                  </a:cubicBezTo>
                  <a:cubicBezTo>
                    <a:pt x="12341" y="222566"/>
                    <a:pt x="73133" y="277461"/>
                    <a:pt x="144502" y="277461"/>
                  </a:cubicBezTo>
                  <a:cubicBezTo>
                    <a:pt x="148331" y="277461"/>
                    <a:pt x="152161" y="277309"/>
                    <a:pt x="156143" y="277035"/>
                  </a:cubicBezTo>
                  <a:cubicBezTo>
                    <a:pt x="193044" y="273965"/>
                    <a:pt x="226600" y="256670"/>
                    <a:pt x="250522" y="228402"/>
                  </a:cubicBezTo>
                  <a:cubicBezTo>
                    <a:pt x="274474" y="200104"/>
                    <a:pt x="285994" y="164207"/>
                    <a:pt x="282893" y="127276"/>
                  </a:cubicBezTo>
                  <a:cubicBezTo>
                    <a:pt x="279823" y="90345"/>
                    <a:pt x="262528" y="56789"/>
                    <a:pt x="234260" y="32867"/>
                  </a:cubicBezTo>
                  <a:cubicBezTo>
                    <a:pt x="208986" y="11476"/>
                    <a:pt x="177651" y="0"/>
                    <a:pt x="14493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6" name="Google Shape;3746;p47"/>
            <p:cNvSpPr/>
            <p:nvPr/>
          </p:nvSpPr>
          <p:spPr>
            <a:xfrm>
              <a:off x="1568435" y="1403371"/>
              <a:ext cx="196543" cy="196542"/>
            </a:xfrm>
            <a:custGeom>
              <a:avLst/>
              <a:gdLst/>
              <a:ahLst/>
              <a:cxnLst/>
              <a:rect l="l" t="t" r="r" b="b"/>
              <a:pathLst>
                <a:path w="265598" h="265597" extrusionOk="0">
                  <a:moveTo>
                    <a:pt x="132799" y="0"/>
                  </a:moveTo>
                  <a:cubicBezTo>
                    <a:pt x="97570" y="0"/>
                    <a:pt x="63801" y="14013"/>
                    <a:pt x="38907" y="38907"/>
                  </a:cubicBezTo>
                  <a:cubicBezTo>
                    <a:pt x="14013" y="63801"/>
                    <a:pt x="0" y="97570"/>
                    <a:pt x="0" y="132799"/>
                  </a:cubicBezTo>
                  <a:cubicBezTo>
                    <a:pt x="0" y="168027"/>
                    <a:pt x="14013" y="201797"/>
                    <a:pt x="38907" y="226691"/>
                  </a:cubicBezTo>
                  <a:cubicBezTo>
                    <a:pt x="63801" y="251585"/>
                    <a:pt x="97570" y="265597"/>
                    <a:pt x="132799" y="265597"/>
                  </a:cubicBezTo>
                  <a:cubicBezTo>
                    <a:pt x="168028" y="265597"/>
                    <a:pt x="201797" y="251585"/>
                    <a:pt x="226691" y="226691"/>
                  </a:cubicBezTo>
                  <a:cubicBezTo>
                    <a:pt x="251585" y="201797"/>
                    <a:pt x="265598" y="168027"/>
                    <a:pt x="265598" y="132799"/>
                  </a:cubicBezTo>
                  <a:cubicBezTo>
                    <a:pt x="265598" y="97570"/>
                    <a:pt x="251585" y="63801"/>
                    <a:pt x="226691" y="38907"/>
                  </a:cubicBezTo>
                  <a:cubicBezTo>
                    <a:pt x="201797" y="14013"/>
                    <a:pt x="168028" y="0"/>
                    <a:pt x="13279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7" name="Google Shape;3747;p47"/>
            <p:cNvSpPr/>
            <p:nvPr/>
          </p:nvSpPr>
          <p:spPr>
            <a:xfrm>
              <a:off x="1559680" y="1398987"/>
              <a:ext cx="211613" cy="205332"/>
            </a:xfrm>
            <a:custGeom>
              <a:avLst/>
              <a:gdLst/>
              <a:ahLst/>
              <a:cxnLst/>
              <a:rect l="l" t="t" r="r" b="b"/>
              <a:pathLst>
                <a:path w="285963" h="277475" extrusionOk="0">
                  <a:moveTo>
                    <a:pt x="144836" y="11878"/>
                  </a:moveTo>
                  <a:cubicBezTo>
                    <a:pt x="174776" y="11878"/>
                    <a:pt x="203439" y="22334"/>
                    <a:pt x="226539" y="41909"/>
                  </a:cubicBezTo>
                  <a:cubicBezTo>
                    <a:pt x="252437" y="63824"/>
                    <a:pt x="268212" y="94432"/>
                    <a:pt x="271008" y="128232"/>
                  </a:cubicBezTo>
                  <a:cubicBezTo>
                    <a:pt x="276814" y="197899"/>
                    <a:pt x="224807" y="259328"/>
                    <a:pt x="155110" y="265103"/>
                  </a:cubicBezTo>
                  <a:cubicBezTo>
                    <a:pt x="151533" y="265403"/>
                    <a:pt x="147978" y="265550"/>
                    <a:pt x="144452" y="265550"/>
                  </a:cubicBezTo>
                  <a:cubicBezTo>
                    <a:pt x="79282" y="265550"/>
                    <a:pt x="23716" y="215326"/>
                    <a:pt x="18238" y="149236"/>
                  </a:cubicBezTo>
                  <a:cubicBezTo>
                    <a:pt x="12402" y="79538"/>
                    <a:pt x="64439" y="18109"/>
                    <a:pt x="134106" y="12334"/>
                  </a:cubicBezTo>
                  <a:cubicBezTo>
                    <a:pt x="137693" y="12030"/>
                    <a:pt x="141249" y="11878"/>
                    <a:pt x="144836" y="11878"/>
                  </a:cubicBezTo>
                  <a:close/>
                  <a:moveTo>
                    <a:pt x="144769" y="0"/>
                  </a:moveTo>
                  <a:cubicBezTo>
                    <a:pt x="140907" y="0"/>
                    <a:pt x="137026" y="159"/>
                    <a:pt x="133133" y="480"/>
                  </a:cubicBezTo>
                  <a:cubicBezTo>
                    <a:pt x="56871" y="6832"/>
                    <a:pt x="0" y="74006"/>
                    <a:pt x="6323" y="150208"/>
                  </a:cubicBezTo>
                  <a:cubicBezTo>
                    <a:pt x="9423" y="187108"/>
                    <a:pt x="26688" y="220665"/>
                    <a:pt x="54956" y="244586"/>
                  </a:cubicBezTo>
                  <a:cubicBezTo>
                    <a:pt x="80245" y="265985"/>
                    <a:pt x="111613" y="277474"/>
                    <a:pt x="144380" y="277474"/>
                  </a:cubicBezTo>
                  <a:cubicBezTo>
                    <a:pt x="148271" y="277474"/>
                    <a:pt x="152192" y="277322"/>
                    <a:pt x="156143" y="277019"/>
                  </a:cubicBezTo>
                  <a:cubicBezTo>
                    <a:pt x="193043" y="273918"/>
                    <a:pt x="226600" y="256654"/>
                    <a:pt x="250522" y="228386"/>
                  </a:cubicBezTo>
                  <a:cubicBezTo>
                    <a:pt x="274473" y="200057"/>
                    <a:pt x="285963" y="164160"/>
                    <a:pt x="282893" y="127229"/>
                  </a:cubicBezTo>
                  <a:cubicBezTo>
                    <a:pt x="279823" y="90329"/>
                    <a:pt x="262528" y="56803"/>
                    <a:pt x="234260" y="32851"/>
                  </a:cubicBezTo>
                  <a:cubicBezTo>
                    <a:pt x="208944" y="11451"/>
                    <a:pt x="177547" y="0"/>
                    <a:pt x="14476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8" name="Google Shape;3748;p47"/>
            <p:cNvSpPr/>
            <p:nvPr/>
          </p:nvSpPr>
          <p:spPr>
            <a:xfrm>
              <a:off x="1759972" y="1157795"/>
              <a:ext cx="196520" cy="196520"/>
            </a:xfrm>
            <a:custGeom>
              <a:avLst/>
              <a:gdLst/>
              <a:ahLst/>
              <a:cxnLst/>
              <a:rect l="l" t="t" r="r" b="b"/>
              <a:pathLst>
                <a:path w="265568" h="265567" extrusionOk="0">
                  <a:moveTo>
                    <a:pt x="132769" y="0"/>
                  </a:moveTo>
                  <a:cubicBezTo>
                    <a:pt x="59424" y="0"/>
                    <a:pt x="1" y="59454"/>
                    <a:pt x="1" y="132768"/>
                  </a:cubicBezTo>
                  <a:cubicBezTo>
                    <a:pt x="1" y="206113"/>
                    <a:pt x="59424" y="265566"/>
                    <a:pt x="132769" y="265566"/>
                  </a:cubicBezTo>
                  <a:cubicBezTo>
                    <a:pt x="206114" y="265566"/>
                    <a:pt x="265568" y="206113"/>
                    <a:pt x="265568" y="132768"/>
                  </a:cubicBezTo>
                  <a:cubicBezTo>
                    <a:pt x="265568" y="59454"/>
                    <a:pt x="206114" y="0"/>
                    <a:pt x="13276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9" name="Google Shape;3749;p47"/>
            <p:cNvSpPr/>
            <p:nvPr/>
          </p:nvSpPr>
          <p:spPr>
            <a:xfrm>
              <a:off x="1753625" y="1153338"/>
              <a:ext cx="209184" cy="205360"/>
            </a:xfrm>
            <a:custGeom>
              <a:avLst/>
              <a:gdLst/>
              <a:ahLst/>
              <a:cxnLst/>
              <a:rect l="l" t="t" r="r" b="b"/>
              <a:pathLst>
                <a:path w="282681" h="277513" extrusionOk="0">
                  <a:moveTo>
                    <a:pt x="141523" y="11946"/>
                  </a:moveTo>
                  <a:cubicBezTo>
                    <a:pt x="171463" y="11946"/>
                    <a:pt x="200217" y="22433"/>
                    <a:pt x="223227" y="41947"/>
                  </a:cubicBezTo>
                  <a:cubicBezTo>
                    <a:pt x="249094" y="63862"/>
                    <a:pt x="264869" y="94501"/>
                    <a:pt x="267696" y="128270"/>
                  </a:cubicBezTo>
                  <a:cubicBezTo>
                    <a:pt x="273502" y="197967"/>
                    <a:pt x="221494" y="259397"/>
                    <a:pt x="151797" y="265172"/>
                  </a:cubicBezTo>
                  <a:cubicBezTo>
                    <a:pt x="148234" y="265469"/>
                    <a:pt x="144693" y="265614"/>
                    <a:pt x="141180" y="265614"/>
                  </a:cubicBezTo>
                  <a:cubicBezTo>
                    <a:pt x="75965" y="265614"/>
                    <a:pt x="20375" y="215408"/>
                    <a:pt x="14895" y="149274"/>
                  </a:cubicBezTo>
                  <a:cubicBezTo>
                    <a:pt x="12098" y="115535"/>
                    <a:pt x="22615" y="82707"/>
                    <a:pt x="44500" y="56841"/>
                  </a:cubicBezTo>
                  <a:cubicBezTo>
                    <a:pt x="66416" y="30974"/>
                    <a:pt x="97054" y="15199"/>
                    <a:pt x="130824" y="12402"/>
                  </a:cubicBezTo>
                  <a:cubicBezTo>
                    <a:pt x="134380" y="12098"/>
                    <a:pt x="137967" y="11946"/>
                    <a:pt x="141523" y="11946"/>
                  </a:cubicBezTo>
                  <a:close/>
                  <a:moveTo>
                    <a:pt x="141544" y="0"/>
                  </a:moveTo>
                  <a:cubicBezTo>
                    <a:pt x="137654" y="0"/>
                    <a:pt x="133744" y="162"/>
                    <a:pt x="129821" y="487"/>
                  </a:cubicBezTo>
                  <a:cubicBezTo>
                    <a:pt x="92951" y="3588"/>
                    <a:pt x="59394" y="20852"/>
                    <a:pt x="35442" y="49120"/>
                  </a:cubicBezTo>
                  <a:cubicBezTo>
                    <a:pt x="11521" y="77449"/>
                    <a:pt x="1" y="113346"/>
                    <a:pt x="3071" y="150277"/>
                  </a:cubicBezTo>
                  <a:cubicBezTo>
                    <a:pt x="9089" y="222618"/>
                    <a:pt x="69881" y="277513"/>
                    <a:pt x="141219" y="277513"/>
                  </a:cubicBezTo>
                  <a:cubicBezTo>
                    <a:pt x="145080" y="277513"/>
                    <a:pt x="148940" y="277361"/>
                    <a:pt x="152861" y="277026"/>
                  </a:cubicBezTo>
                  <a:cubicBezTo>
                    <a:pt x="189761" y="273956"/>
                    <a:pt x="223288" y="256661"/>
                    <a:pt x="247240" y="228393"/>
                  </a:cubicBezTo>
                  <a:cubicBezTo>
                    <a:pt x="271161" y="200095"/>
                    <a:pt x="282681" y="164167"/>
                    <a:pt x="279611" y="127237"/>
                  </a:cubicBezTo>
                  <a:cubicBezTo>
                    <a:pt x="276541" y="90367"/>
                    <a:pt x="259246" y="56810"/>
                    <a:pt x="230978" y="32859"/>
                  </a:cubicBezTo>
                  <a:cubicBezTo>
                    <a:pt x="205681" y="11474"/>
                    <a:pt x="174335" y="0"/>
                    <a:pt x="14154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0" name="Google Shape;3750;p47"/>
            <p:cNvSpPr/>
            <p:nvPr/>
          </p:nvSpPr>
          <p:spPr>
            <a:xfrm>
              <a:off x="2244960" y="1495470"/>
              <a:ext cx="196543" cy="196542"/>
            </a:xfrm>
            <a:custGeom>
              <a:avLst/>
              <a:gdLst/>
              <a:ahLst/>
              <a:cxnLst/>
              <a:rect l="l" t="t" r="r" b="b"/>
              <a:pathLst>
                <a:path w="265598" h="265597" extrusionOk="0">
                  <a:moveTo>
                    <a:pt x="132799" y="0"/>
                  </a:moveTo>
                  <a:cubicBezTo>
                    <a:pt x="97601" y="0"/>
                    <a:pt x="63801" y="14012"/>
                    <a:pt x="38907" y="38906"/>
                  </a:cubicBezTo>
                  <a:cubicBezTo>
                    <a:pt x="14013" y="63800"/>
                    <a:pt x="0" y="97570"/>
                    <a:pt x="0" y="132798"/>
                  </a:cubicBezTo>
                  <a:cubicBezTo>
                    <a:pt x="0" y="168027"/>
                    <a:pt x="14013" y="201796"/>
                    <a:pt x="38907" y="226690"/>
                  </a:cubicBezTo>
                  <a:cubicBezTo>
                    <a:pt x="63801" y="251584"/>
                    <a:pt x="97601" y="265597"/>
                    <a:pt x="132799" y="265597"/>
                  </a:cubicBezTo>
                  <a:cubicBezTo>
                    <a:pt x="168028" y="265597"/>
                    <a:pt x="201797" y="251584"/>
                    <a:pt x="226691" y="226690"/>
                  </a:cubicBezTo>
                  <a:cubicBezTo>
                    <a:pt x="251616" y="201796"/>
                    <a:pt x="265598" y="168027"/>
                    <a:pt x="265598" y="132798"/>
                  </a:cubicBezTo>
                  <a:cubicBezTo>
                    <a:pt x="265598" y="97570"/>
                    <a:pt x="251616" y="63800"/>
                    <a:pt x="226691" y="38906"/>
                  </a:cubicBezTo>
                  <a:cubicBezTo>
                    <a:pt x="201797" y="14012"/>
                    <a:pt x="168028" y="0"/>
                    <a:pt x="132799"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1" name="Google Shape;3751;p47"/>
            <p:cNvSpPr/>
            <p:nvPr/>
          </p:nvSpPr>
          <p:spPr>
            <a:xfrm>
              <a:off x="2238613" y="1491064"/>
              <a:ext cx="209184" cy="205354"/>
            </a:xfrm>
            <a:custGeom>
              <a:avLst/>
              <a:gdLst/>
              <a:ahLst/>
              <a:cxnLst/>
              <a:rect l="l" t="t" r="r" b="b"/>
              <a:pathLst>
                <a:path w="282681" h="277506" extrusionOk="0">
                  <a:moveTo>
                    <a:pt x="141553" y="11939"/>
                  </a:moveTo>
                  <a:cubicBezTo>
                    <a:pt x="171493" y="11939"/>
                    <a:pt x="200187" y="22365"/>
                    <a:pt x="223257" y="41939"/>
                  </a:cubicBezTo>
                  <a:cubicBezTo>
                    <a:pt x="249124" y="63855"/>
                    <a:pt x="264899" y="94493"/>
                    <a:pt x="267696" y="128263"/>
                  </a:cubicBezTo>
                  <a:cubicBezTo>
                    <a:pt x="273532" y="197960"/>
                    <a:pt x="221494" y="259389"/>
                    <a:pt x="151827" y="265165"/>
                  </a:cubicBezTo>
                  <a:cubicBezTo>
                    <a:pt x="148232" y="265467"/>
                    <a:pt x="144659" y="265616"/>
                    <a:pt x="141115" y="265616"/>
                  </a:cubicBezTo>
                  <a:cubicBezTo>
                    <a:pt x="75941" y="265616"/>
                    <a:pt x="20402" y="215397"/>
                    <a:pt x="14925" y="149266"/>
                  </a:cubicBezTo>
                  <a:cubicBezTo>
                    <a:pt x="12098" y="115527"/>
                    <a:pt x="22645" y="82700"/>
                    <a:pt x="44530" y="56833"/>
                  </a:cubicBezTo>
                  <a:cubicBezTo>
                    <a:pt x="66446" y="30967"/>
                    <a:pt x="97054" y="15191"/>
                    <a:pt x="130854" y="12395"/>
                  </a:cubicBezTo>
                  <a:cubicBezTo>
                    <a:pt x="134410" y="12091"/>
                    <a:pt x="137997" y="11939"/>
                    <a:pt x="141553" y="11939"/>
                  </a:cubicBezTo>
                  <a:close/>
                  <a:moveTo>
                    <a:pt x="141456" y="1"/>
                  </a:moveTo>
                  <a:cubicBezTo>
                    <a:pt x="137594" y="1"/>
                    <a:pt x="133713" y="160"/>
                    <a:pt x="129821" y="480"/>
                  </a:cubicBezTo>
                  <a:cubicBezTo>
                    <a:pt x="92920" y="3580"/>
                    <a:pt x="59363" y="20845"/>
                    <a:pt x="35442" y="49113"/>
                  </a:cubicBezTo>
                  <a:cubicBezTo>
                    <a:pt x="11490" y="77441"/>
                    <a:pt x="1" y="113339"/>
                    <a:pt x="3071" y="150269"/>
                  </a:cubicBezTo>
                  <a:cubicBezTo>
                    <a:pt x="6141" y="187169"/>
                    <a:pt x="23436" y="220696"/>
                    <a:pt x="51704" y="244648"/>
                  </a:cubicBezTo>
                  <a:cubicBezTo>
                    <a:pt x="76963" y="266046"/>
                    <a:pt x="108361" y="277505"/>
                    <a:pt x="141097" y="277505"/>
                  </a:cubicBezTo>
                  <a:cubicBezTo>
                    <a:pt x="145018" y="277505"/>
                    <a:pt x="148940" y="277353"/>
                    <a:pt x="152830" y="277019"/>
                  </a:cubicBezTo>
                  <a:cubicBezTo>
                    <a:pt x="189731" y="273949"/>
                    <a:pt x="223287" y="256654"/>
                    <a:pt x="247209" y="228386"/>
                  </a:cubicBezTo>
                  <a:cubicBezTo>
                    <a:pt x="271161" y="200088"/>
                    <a:pt x="282681" y="164130"/>
                    <a:pt x="279580" y="127229"/>
                  </a:cubicBezTo>
                  <a:cubicBezTo>
                    <a:pt x="276510" y="90360"/>
                    <a:pt x="259215" y="56803"/>
                    <a:pt x="230947" y="32851"/>
                  </a:cubicBezTo>
                  <a:cubicBezTo>
                    <a:pt x="205632" y="11451"/>
                    <a:pt x="174234" y="1"/>
                    <a:pt x="14145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2" name="Google Shape;3752;p47"/>
            <p:cNvSpPr/>
            <p:nvPr/>
          </p:nvSpPr>
          <p:spPr>
            <a:xfrm>
              <a:off x="1970641" y="1641676"/>
              <a:ext cx="196543" cy="196520"/>
            </a:xfrm>
            <a:custGeom>
              <a:avLst/>
              <a:gdLst/>
              <a:ahLst/>
              <a:cxnLst/>
              <a:rect l="l" t="t" r="r" b="b"/>
              <a:pathLst>
                <a:path w="265598" h="265567" extrusionOk="0">
                  <a:moveTo>
                    <a:pt x="132799" y="1"/>
                  </a:moveTo>
                  <a:cubicBezTo>
                    <a:pt x="97571" y="1"/>
                    <a:pt x="63801" y="13983"/>
                    <a:pt x="38907" y="38877"/>
                  </a:cubicBezTo>
                  <a:cubicBezTo>
                    <a:pt x="13982" y="63771"/>
                    <a:pt x="0" y="97571"/>
                    <a:pt x="0" y="132769"/>
                  </a:cubicBezTo>
                  <a:cubicBezTo>
                    <a:pt x="0" y="167997"/>
                    <a:pt x="13982" y="201767"/>
                    <a:pt x="38907" y="226661"/>
                  </a:cubicBezTo>
                  <a:cubicBezTo>
                    <a:pt x="63801" y="251585"/>
                    <a:pt x="97571" y="265567"/>
                    <a:pt x="132799" y="265567"/>
                  </a:cubicBezTo>
                  <a:cubicBezTo>
                    <a:pt x="168028" y="265567"/>
                    <a:pt x="201797" y="251585"/>
                    <a:pt x="226691" y="226661"/>
                  </a:cubicBezTo>
                  <a:cubicBezTo>
                    <a:pt x="251586" y="201767"/>
                    <a:pt x="265598" y="167997"/>
                    <a:pt x="265598" y="132769"/>
                  </a:cubicBezTo>
                  <a:cubicBezTo>
                    <a:pt x="265598" y="97571"/>
                    <a:pt x="251586" y="63771"/>
                    <a:pt x="226691" y="38877"/>
                  </a:cubicBezTo>
                  <a:cubicBezTo>
                    <a:pt x="201797" y="13983"/>
                    <a:pt x="168028" y="1"/>
                    <a:pt x="13279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3" name="Google Shape;3753;p47"/>
            <p:cNvSpPr/>
            <p:nvPr/>
          </p:nvSpPr>
          <p:spPr>
            <a:xfrm>
              <a:off x="1964294" y="1637248"/>
              <a:ext cx="209184" cy="205354"/>
            </a:xfrm>
            <a:custGeom>
              <a:avLst/>
              <a:gdLst/>
              <a:ahLst/>
              <a:cxnLst/>
              <a:rect l="l" t="t" r="r" b="b"/>
              <a:pathLst>
                <a:path w="282681" h="277506" extrusionOk="0">
                  <a:moveTo>
                    <a:pt x="141584" y="11878"/>
                  </a:moveTo>
                  <a:cubicBezTo>
                    <a:pt x="171524" y="11878"/>
                    <a:pt x="200187" y="22365"/>
                    <a:pt x="223348" y="41970"/>
                  </a:cubicBezTo>
                  <a:cubicBezTo>
                    <a:pt x="249215" y="63855"/>
                    <a:pt x="264990" y="94494"/>
                    <a:pt x="267787" y="128263"/>
                  </a:cubicBezTo>
                  <a:cubicBezTo>
                    <a:pt x="270614" y="162002"/>
                    <a:pt x="260097" y="194829"/>
                    <a:pt x="238212" y="220696"/>
                  </a:cubicBezTo>
                  <a:cubicBezTo>
                    <a:pt x="216266" y="246593"/>
                    <a:pt x="185658" y="262338"/>
                    <a:pt x="151888" y="265165"/>
                  </a:cubicBezTo>
                  <a:cubicBezTo>
                    <a:pt x="148317" y="265461"/>
                    <a:pt x="144756" y="265608"/>
                    <a:pt x="141213" y="265608"/>
                  </a:cubicBezTo>
                  <a:cubicBezTo>
                    <a:pt x="111278" y="265608"/>
                    <a:pt x="82581" y="255128"/>
                    <a:pt x="59424" y="235559"/>
                  </a:cubicBezTo>
                  <a:cubicBezTo>
                    <a:pt x="33558" y="213644"/>
                    <a:pt x="17782" y="183036"/>
                    <a:pt x="14986" y="149236"/>
                  </a:cubicBezTo>
                  <a:cubicBezTo>
                    <a:pt x="9180" y="79569"/>
                    <a:pt x="61187" y="18110"/>
                    <a:pt x="130854" y="12334"/>
                  </a:cubicBezTo>
                  <a:cubicBezTo>
                    <a:pt x="134441" y="12061"/>
                    <a:pt x="137997" y="11878"/>
                    <a:pt x="141584" y="11878"/>
                  </a:cubicBezTo>
                  <a:close/>
                  <a:moveTo>
                    <a:pt x="141458" y="1"/>
                  </a:moveTo>
                  <a:cubicBezTo>
                    <a:pt x="137595" y="1"/>
                    <a:pt x="133713" y="160"/>
                    <a:pt x="129821" y="480"/>
                  </a:cubicBezTo>
                  <a:cubicBezTo>
                    <a:pt x="92951" y="3580"/>
                    <a:pt x="59394" y="20845"/>
                    <a:pt x="35442" y="49113"/>
                  </a:cubicBezTo>
                  <a:cubicBezTo>
                    <a:pt x="11521" y="77442"/>
                    <a:pt x="1" y="113339"/>
                    <a:pt x="3071" y="150270"/>
                  </a:cubicBezTo>
                  <a:cubicBezTo>
                    <a:pt x="6171" y="187170"/>
                    <a:pt x="23436" y="220696"/>
                    <a:pt x="51704" y="244648"/>
                  </a:cubicBezTo>
                  <a:cubicBezTo>
                    <a:pt x="76993" y="266046"/>
                    <a:pt x="108361" y="277505"/>
                    <a:pt x="141128" y="277505"/>
                  </a:cubicBezTo>
                  <a:cubicBezTo>
                    <a:pt x="144988" y="277505"/>
                    <a:pt x="148909" y="277323"/>
                    <a:pt x="152861" y="277019"/>
                  </a:cubicBezTo>
                  <a:cubicBezTo>
                    <a:pt x="189761" y="273949"/>
                    <a:pt x="223288" y="256684"/>
                    <a:pt x="247239" y="228386"/>
                  </a:cubicBezTo>
                  <a:cubicBezTo>
                    <a:pt x="271161" y="200088"/>
                    <a:pt x="282681" y="164160"/>
                    <a:pt x="279611" y="127230"/>
                  </a:cubicBezTo>
                  <a:cubicBezTo>
                    <a:pt x="276541" y="90360"/>
                    <a:pt x="259246" y="56803"/>
                    <a:pt x="230978" y="32851"/>
                  </a:cubicBezTo>
                  <a:cubicBezTo>
                    <a:pt x="205662" y="11452"/>
                    <a:pt x="174241" y="1"/>
                    <a:pt x="14145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4" name="Google Shape;3754;p47"/>
            <p:cNvSpPr/>
            <p:nvPr/>
          </p:nvSpPr>
          <p:spPr>
            <a:xfrm>
              <a:off x="2336790" y="1208504"/>
              <a:ext cx="196543" cy="196542"/>
            </a:xfrm>
            <a:custGeom>
              <a:avLst/>
              <a:gdLst/>
              <a:ahLst/>
              <a:cxnLst/>
              <a:rect l="l" t="t" r="r" b="b"/>
              <a:pathLst>
                <a:path w="265599" h="265597" extrusionOk="0">
                  <a:moveTo>
                    <a:pt x="132799" y="1"/>
                  </a:moveTo>
                  <a:cubicBezTo>
                    <a:pt x="59455" y="1"/>
                    <a:pt x="1" y="59454"/>
                    <a:pt x="1" y="132799"/>
                  </a:cubicBezTo>
                  <a:cubicBezTo>
                    <a:pt x="1" y="206143"/>
                    <a:pt x="59455" y="265597"/>
                    <a:pt x="132799" y="265597"/>
                  </a:cubicBezTo>
                  <a:cubicBezTo>
                    <a:pt x="206144" y="265597"/>
                    <a:pt x="265598" y="206143"/>
                    <a:pt x="265598" y="132799"/>
                  </a:cubicBezTo>
                  <a:cubicBezTo>
                    <a:pt x="265598" y="59454"/>
                    <a:pt x="206144" y="1"/>
                    <a:pt x="13279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5" name="Google Shape;3755;p47"/>
            <p:cNvSpPr/>
            <p:nvPr/>
          </p:nvSpPr>
          <p:spPr>
            <a:xfrm>
              <a:off x="2328034" y="1204135"/>
              <a:ext cx="214020" cy="205316"/>
            </a:xfrm>
            <a:custGeom>
              <a:avLst/>
              <a:gdLst/>
              <a:ahLst/>
              <a:cxnLst/>
              <a:rect l="l" t="t" r="r" b="b"/>
              <a:pathLst>
                <a:path w="289216" h="277454" extrusionOk="0">
                  <a:moveTo>
                    <a:pt x="144684" y="11887"/>
                  </a:moveTo>
                  <a:cubicBezTo>
                    <a:pt x="209944" y="11887"/>
                    <a:pt x="265507" y="62071"/>
                    <a:pt x="271039" y="128211"/>
                  </a:cubicBezTo>
                  <a:cubicBezTo>
                    <a:pt x="276814" y="197908"/>
                    <a:pt x="224777" y="259338"/>
                    <a:pt x="155110" y="265113"/>
                  </a:cubicBezTo>
                  <a:cubicBezTo>
                    <a:pt x="151532" y="265413"/>
                    <a:pt x="147976" y="265560"/>
                    <a:pt x="144448" y="265560"/>
                  </a:cubicBezTo>
                  <a:cubicBezTo>
                    <a:pt x="79252" y="265560"/>
                    <a:pt x="23686" y="215334"/>
                    <a:pt x="18208" y="149215"/>
                  </a:cubicBezTo>
                  <a:cubicBezTo>
                    <a:pt x="12402" y="79548"/>
                    <a:pt x="64409" y="18119"/>
                    <a:pt x="134107" y="12343"/>
                  </a:cubicBezTo>
                  <a:cubicBezTo>
                    <a:pt x="137663" y="12039"/>
                    <a:pt x="141189" y="11887"/>
                    <a:pt x="144684" y="11887"/>
                  </a:cubicBezTo>
                  <a:close/>
                  <a:moveTo>
                    <a:pt x="144802" y="0"/>
                  </a:moveTo>
                  <a:cubicBezTo>
                    <a:pt x="140942" y="0"/>
                    <a:pt x="137050" y="161"/>
                    <a:pt x="133134" y="489"/>
                  </a:cubicBezTo>
                  <a:cubicBezTo>
                    <a:pt x="56901" y="6781"/>
                    <a:pt x="1" y="73955"/>
                    <a:pt x="6353" y="150218"/>
                  </a:cubicBezTo>
                  <a:cubicBezTo>
                    <a:pt x="12372" y="222559"/>
                    <a:pt x="73163" y="277454"/>
                    <a:pt x="144502" y="277454"/>
                  </a:cubicBezTo>
                  <a:cubicBezTo>
                    <a:pt x="148332" y="277454"/>
                    <a:pt x="152222" y="277302"/>
                    <a:pt x="156083" y="276998"/>
                  </a:cubicBezTo>
                  <a:cubicBezTo>
                    <a:pt x="232345" y="270645"/>
                    <a:pt x="289216" y="203471"/>
                    <a:pt x="282893" y="127269"/>
                  </a:cubicBezTo>
                  <a:cubicBezTo>
                    <a:pt x="276867" y="54922"/>
                    <a:pt x="216132" y="0"/>
                    <a:pt x="14480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6" name="Google Shape;3756;p47"/>
            <p:cNvSpPr/>
            <p:nvPr/>
          </p:nvSpPr>
          <p:spPr>
            <a:xfrm>
              <a:off x="1894161" y="1533477"/>
              <a:ext cx="37429" cy="39467"/>
            </a:xfrm>
            <a:custGeom>
              <a:avLst/>
              <a:gdLst/>
              <a:ahLst/>
              <a:cxnLst/>
              <a:rect l="l" t="t" r="r" b="b"/>
              <a:pathLst>
                <a:path w="50580" h="53334" extrusionOk="0">
                  <a:moveTo>
                    <a:pt x="19144" y="0"/>
                  </a:moveTo>
                  <a:cubicBezTo>
                    <a:pt x="16538" y="0"/>
                    <a:pt x="14023" y="590"/>
                    <a:pt x="11733" y="1834"/>
                  </a:cubicBezTo>
                  <a:cubicBezTo>
                    <a:pt x="1916" y="7184"/>
                    <a:pt x="1" y="22655"/>
                    <a:pt x="7478" y="36363"/>
                  </a:cubicBezTo>
                  <a:cubicBezTo>
                    <a:pt x="13240" y="46908"/>
                    <a:pt x="22834" y="53334"/>
                    <a:pt x="31436" y="53334"/>
                  </a:cubicBezTo>
                  <a:cubicBezTo>
                    <a:pt x="34042" y="53334"/>
                    <a:pt x="36557" y="52744"/>
                    <a:pt x="38846" y="51500"/>
                  </a:cubicBezTo>
                  <a:cubicBezTo>
                    <a:pt x="48664" y="46151"/>
                    <a:pt x="50579" y="30679"/>
                    <a:pt x="43102" y="16971"/>
                  </a:cubicBezTo>
                  <a:cubicBezTo>
                    <a:pt x="37340" y="6427"/>
                    <a:pt x="27746" y="0"/>
                    <a:pt x="19144"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7" name="Google Shape;3757;p47"/>
            <p:cNvSpPr/>
            <p:nvPr/>
          </p:nvSpPr>
          <p:spPr>
            <a:xfrm>
              <a:off x="1891460" y="1529148"/>
              <a:ext cx="45211" cy="48173"/>
            </a:xfrm>
            <a:custGeom>
              <a:avLst/>
              <a:gdLst/>
              <a:ahLst/>
              <a:cxnLst/>
              <a:rect l="l" t="t" r="r" b="b"/>
              <a:pathLst>
                <a:path w="61096" h="65099" extrusionOk="0">
                  <a:moveTo>
                    <a:pt x="22797" y="11754"/>
                  </a:moveTo>
                  <a:cubicBezTo>
                    <a:pt x="25411" y="11754"/>
                    <a:pt x="27843" y="12666"/>
                    <a:pt x="29363" y="13426"/>
                  </a:cubicBezTo>
                  <a:cubicBezTo>
                    <a:pt x="34104" y="15705"/>
                    <a:pt x="38572" y="20174"/>
                    <a:pt x="41551" y="25645"/>
                  </a:cubicBezTo>
                  <a:cubicBezTo>
                    <a:pt x="47387" y="36283"/>
                    <a:pt x="46506" y="48502"/>
                    <a:pt x="39667" y="52210"/>
                  </a:cubicBezTo>
                  <a:cubicBezTo>
                    <a:pt x="38163" y="53035"/>
                    <a:pt x="36582" y="53340"/>
                    <a:pt x="35066" y="53340"/>
                  </a:cubicBezTo>
                  <a:cubicBezTo>
                    <a:pt x="32443" y="53340"/>
                    <a:pt x="30014" y="52426"/>
                    <a:pt x="28511" y="51694"/>
                  </a:cubicBezTo>
                  <a:cubicBezTo>
                    <a:pt x="23739" y="49414"/>
                    <a:pt x="19302" y="44916"/>
                    <a:pt x="16292" y="39444"/>
                  </a:cubicBezTo>
                  <a:cubicBezTo>
                    <a:pt x="13314" y="33973"/>
                    <a:pt x="11976" y="27833"/>
                    <a:pt x="12614" y="22575"/>
                  </a:cubicBezTo>
                  <a:cubicBezTo>
                    <a:pt x="12918" y="19930"/>
                    <a:pt x="14104" y="15128"/>
                    <a:pt x="18207" y="12879"/>
                  </a:cubicBezTo>
                  <a:cubicBezTo>
                    <a:pt x="19727" y="12058"/>
                    <a:pt x="21277" y="11754"/>
                    <a:pt x="22797" y="11754"/>
                  </a:cubicBezTo>
                  <a:close/>
                  <a:moveTo>
                    <a:pt x="22764" y="0"/>
                  </a:moveTo>
                  <a:cubicBezTo>
                    <a:pt x="19134" y="0"/>
                    <a:pt x="15658" y="845"/>
                    <a:pt x="12584" y="2544"/>
                  </a:cubicBezTo>
                  <a:cubicBezTo>
                    <a:pt x="6231" y="6009"/>
                    <a:pt x="1976" y="12818"/>
                    <a:pt x="943" y="21146"/>
                  </a:cubicBezTo>
                  <a:cubicBezTo>
                    <a:pt x="0" y="28836"/>
                    <a:pt x="1794" y="37347"/>
                    <a:pt x="5988" y="45068"/>
                  </a:cubicBezTo>
                  <a:cubicBezTo>
                    <a:pt x="10213" y="52788"/>
                    <a:pt x="16384" y="58898"/>
                    <a:pt x="23405" y="62271"/>
                  </a:cubicBezTo>
                  <a:cubicBezTo>
                    <a:pt x="27265" y="64156"/>
                    <a:pt x="31277" y="65098"/>
                    <a:pt x="35107" y="65098"/>
                  </a:cubicBezTo>
                  <a:cubicBezTo>
                    <a:pt x="38724" y="65098"/>
                    <a:pt x="42220" y="64217"/>
                    <a:pt x="45290" y="62545"/>
                  </a:cubicBezTo>
                  <a:cubicBezTo>
                    <a:pt x="58178" y="55554"/>
                    <a:pt x="61096" y="36861"/>
                    <a:pt x="51886" y="20022"/>
                  </a:cubicBezTo>
                  <a:cubicBezTo>
                    <a:pt x="47691" y="12331"/>
                    <a:pt x="41521" y="6192"/>
                    <a:pt x="34499" y="2818"/>
                  </a:cubicBezTo>
                  <a:cubicBezTo>
                    <a:pt x="30610" y="944"/>
                    <a:pt x="26601" y="0"/>
                    <a:pt x="22764"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8" name="Google Shape;3758;p47"/>
            <p:cNvSpPr/>
            <p:nvPr/>
          </p:nvSpPr>
          <p:spPr>
            <a:xfrm>
              <a:off x="2181016" y="1364110"/>
              <a:ext cx="37362" cy="39537"/>
            </a:xfrm>
            <a:custGeom>
              <a:avLst/>
              <a:gdLst/>
              <a:ahLst/>
              <a:cxnLst/>
              <a:rect l="l" t="t" r="r" b="b"/>
              <a:pathLst>
                <a:path w="50489" h="53428" extrusionOk="0">
                  <a:moveTo>
                    <a:pt x="19144" y="0"/>
                  </a:moveTo>
                  <a:cubicBezTo>
                    <a:pt x="16569" y="0"/>
                    <a:pt x="14085" y="580"/>
                    <a:pt x="11825" y="1805"/>
                  </a:cubicBezTo>
                  <a:cubicBezTo>
                    <a:pt x="1977" y="7124"/>
                    <a:pt x="1" y="22595"/>
                    <a:pt x="7418" y="36334"/>
                  </a:cubicBezTo>
                  <a:cubicBezTo>
                    <a:pt x="13104" y="46935"/>
                    <a:pt x="22736" y="53428"/>
                    <a:pt x="31347" y="53428"/>
                  </a:cubicBezTo>
                  <a:cubicBezTo>
                    <a:pt x="33922" y="53428"/>
                    <a:pt x="36405" y="52847"/>
                    <a:pt x="38664" y="51623"/>
                  </a:cubicBezTo>
                  <a:cubicBezTo>
                    <a:pt x="48513" y="46304"/>
                    <a:pt x="50488" y="30833"/>
                    <a:pt x="43072" y="17063"/>
                  </a:cubicBezTo>
                  <a:cubicBezTo>
                    <a:pt x="37386" y="6487"/>
                    <a:pt x="27756" y="0"/>
                    <a:pt x="19144"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9" name="Google Shape;3759;p47"/>
            <p:cNvSpPr/>
            <p:nvPr/>
          </p:nvSpPr>
          <p:spPr>
            <a:xfrm>
              <a:off x="2175930" y="1359709"/>
              <a:ext cx="45166" cy="48290"/>
            </a:xfrm>
            <a:custGeom>
              <a:avLst/>
              <a:gdLst/>
              <a:ahLst/>
              <a:cxnLst/>
              <a:rect l="l" t="t" r="r" b="b"/>
              <a:pathLst>
                <a:path w="61035" h="65257" extrusionOk="0">
                  <a:moveTo>
                    <a:pt x="26050" y="11821"/>
                  </a:moveTo>
                  <a:cubicBezTo>
                    <a:pt x="32463" y="11821"/>
                    <a:pt x="40184" y="17292"/>
                    <a:pt x="44834" y="25742"/>
                  </a:cubicBezTo>
                  <a:cubicBezTo>
                    <a:pt x="47783" y="31274"/>
                    <a:pt x="49120" y="37414"/>
                    <a:pt x="48421" y="42672"/>
                  </a:cubicBezTo>
                  <a:cubicBezTo>
                    <a:pt x="48087" y="45317"/>
                    <a:pt x="46871" y="50150"/>
                    <a:pt x="42767" y="52338"/>
                  </a:cubicBezTo>
                  <a:cubicBezTo>
                    <a:pt x="41366" y="53101"/>
                    <a:pt x="39807" y="53461"/>
                    <a:pt x="38163" y="53461"/>
                  </a:cubicBezTo>
                  <a:cubicBezTo>
                    <a:pt x="31749" y="53461"/>
                    <a:pt x="24051" y="47973"/>
                    <a:pt x="19454" y="39481"/>
                  </a:cubicBezTo>
                  <a:cubicBezTo>
                    <a:pt x="13679" y="28782"/>
                    <a:pt x="14590" y="16623"/>
                    <a:pt x="21460" y="12915"/>
                  </a:cubicBezTo>
                  <a:cubicBezTo>
                    <a:pt x="22858" y="12155"/>
                    <a:pt x="24408" y="11821"/>
                    <a:pt x="26050" y="11821"/>
                  </a:cubicBezTo>
                  <a:close/>
                  <a:moveTo>
                    <a:pt x="26101" y="1"/>
                  </a:moveTo>
                  <a:cubicBezTo>
                    <a:pt x="22550" y="1"/>
                    <a:pt x="19075" y="822"/>
                    <a:pt x="15867" y="2550"/>
                  </a:cubicBezTo>
                  <a:cubicBezTo>
                    <a:pt x="2949" y="9541"/>
                    <a:pt x="1" y="28174"/>
                    <a:pt x="9058" y="45043"/>
                  </a:cubicBezTo>
                  <a:cubicBezTo>
                    <a:pt x="15898" y="57749"/>
                    <a:pt x="27357" y="65256"/>
                    <a:pt x="38086" y="65256"/>
                  </a:cubicBezTo>
                  <a:cubicBezTo>
                    <a:pt x="41673" y="65256"/>
                    <a:pt x="45138" y="64436"/>
                    <a:pt x="48330" y="62733"/>
                  </a:cubicBezTo>
                  <a:cubicBezTo>
                    <a:pt x="54713" y="59268"/>
                    <a:pt x="58999" y="52490"/>
                    <a:pt x="60062" y="44192"/>
                  </a:cubicBezTo>
                  <a:cubicBezTo>
                    <a:pt x="61035" y="36441"/>
                    <a:pt x="59303" y="27931"/>
                    <a:pt x="55108" y="20210"/>
                  </a:cubicBezTo>
                  <a:cubicBezTo>
                    <a:pt x="48299" y="7529"/>
                    <a:pt x="36853" y="1"/>
                    <a:pt x="26101"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0" name="Google Shape;3760;p47"/>
            <p:cNvSpPr/>
            <p:nvPr/>
          </p:nvSpPr>
          <p:spPr>
            <a:xfrm>
              <a:off x="2016916" y="1439945"/>
              <a:ext cx="78501" cy="70336"/>
            </a:xfrm>
            <a:custGeom>
              <a:avLst/>
              <a:gdLst/>
              <a:ahLst/>
              <a:cxnLst/>
              <a:rect l="l" t="t" r="r" b="b"/>
              <a:pathLst>
                <a:path w="106082" h="95048" extrusionOk="0">
                  <a:moveTo>
                    <a:pt x="87267" y="0"/>
                  </a:moveTo>
                  <a:lnTo>
                    <a:pt x="76720" y="5167"/>
                  </a:lnTo>
                  <a:lnTo>
                    <a:pt x="79303" y="10456"/>
                  </a:lnTo>
                  <a:cubicBezTo>
                    <a:pt x="92860" y="38207"/>
                    <a:pt x="91978" y="68421"/>
                    <a:pt x="77267" y="79181"/>
                  </a:cubicBezTo>
                  <a:cubicBezTo>
                    <a:pt x="73040" y="82281"/>
                    <a:pt x="68275" y="83265"/>
                    <a:pt x="63980" y="83265"/>
                  </a:cubicBezTo>
                  <a:cubicBezTo>
                    <a:pt x="61664" y="83265"/>
                    <a:pt x="59485" y="82979"/>
                    <a:pt x="57601" y="82585"/>
                  </a:cubicBezTo>
                  <a:cubicBezTo>
                    <a:pt x="41734" y="79393"/>
                    <a:pt x="24682" y="65472"/>
                    <a:pt x="13101" y="46171"/>
                  </a:cubicBezTo>
                  <a:lnTo>
                    <a:pt x="10062" y="41095"/>
                  </a:lnTo>
                  <a:lnTo>
                    <a:pt x="1" y="47174"/>
                  </a:lnTo>
                  <a:lnTo>
                    <a:pt x="3040" y="52250"/>
                  </a:lnTo>
                  <a:cubicBezTo>
                    <a:pt x="16475" y="74591"/>
                    <a:pt x="36020" y="90275"/>
                    <a:pt x="55260" y="94135"/>
                  </a:cubicBezTo>
                  <a:cubicBezTo>
                    <a:pt x="58269" y="94743"/>
                    <a:pt x="61218" y="95047"/>
                    <a:pt x="64045" y="95047"/>
                  </a:cubicBezTo>
                  <a:cubicBezTo>
                    <a:pt x="71613" y="95047"/>
                    <a:pt x="78483" y="92889"/>
                    <a:pt x="84197" y="88634"/>
                  </a:cubicBezTo>
                  <a:cubicBezTo>
                    <a:pt x="103681" y="74378"/>
                    <a:pt x="106082" y="38572"/>
                    <a:pt x="89851" y="5289"/>
                  </a:cubicBezTo>
                  <a:lnTo>
                    <a:pt x="87267"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761" name="Google Shape;3761;p47"/>
          <p:cNvSpPr txBox="1">
            <a:spLocks noGrp="1"/>
          </p:cNvSpPr>
          <p:nvPr>
            <p:ph type="body" idx="1"/>
          </p:nvPr>
        </p:nvSpPr>
        <p:spPr>
          <a:xfrm>
            <a:off x="902975" y="1381075"/>
            <a:ext cx="7338000" cy="3222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fr"/>
              <a:t>Avez-vous aimé les ressources de ce modèle ? Obtenez-les gratuitement sur nos autres sites Web :</a:t>
            </a:r>
            <a:endParaRPr>
              <a:solidFill>
                <a:schemeClr val="dk1"/>
              </a:solidFill>
            </a:endParaRPr>
          </a:p>
          <a:p>
            <a:pPr marL="0" lvl="0" indent="0" algn="l" rtl="0">
              <a:spcBef>
                <a:spcPts val="1000"/>
              </a:spcBef>
              <a:spcAft>
                <a:spcPts val="0"/>
              </a:spcAft>
              <a:buClr>
                <a:schemeClr val="dk1"/>
              </a:buClr>
              <a:buSzPts val="1100"/>
              <a:buFont typeface="Arial"/>
              <a:buNone/>
            </a:pPr>
            <a:r>
              <a:rPr lang="fr">
                <a:latin typeface="Barrio"/>
                <a:ea typeface="Barrio"/>
                <a:cs typeface="Barrio"/>
                <a:sym typeface="Barrio"/>
              </a:rPr>
              <a:t>PACK D’ICÔNES </a:t>
            </a:r>
            <a:r>
              <a:rPr lang="fr">
                <a:solidFill>
                  <a:schemeClr val="dk1"/>
                </a:solidFill>
                <a:latin typeface="Barrio"/>
                <a:ea typeface="Barrio"/>
                <a:cs typeface="Barrio"/>
                <a:sym typeface="Barrio"/>
              </a:rPr>
              <a:t>:</a:t>
            </a:r>
            <a:endParaRPr>
              <a:solidFill>
                <a:schemeClr val="dk1"/>
              </a:solidFill>
              <a:latin typeface="Barrio"/>
              <a:ea typeface="Barrio"/>
              <a:cs typeface="Barrio"/>
              <a:sym typeface="Barrio"/>
            </a:endParaRPr>
          </a:p>
          <a:p>
            <a:pPr marL="457200" lvl="0" indent="-317500" algn="l" rtl="0">
              <a:spcBef>
                <a:spcPts val="1000"/>
              </a:spcBef>
              <a:spcAft>
                <a:spcPts val="0"/>
              </a:spcAft>
              <a:buSzPts val="1400"/>
              <a:buFont typeface="Darker Grotesque"/>
              <a:buChar char="●"/>
            </a:pPr>
            <a:r>
              <a:rPr lang="fr">
                <a:solidFill>
                  <a:schemeClr val="hlink"/>
                </a:solidFill>
                <a:uFill>
                  <a:noFill/>
                </a:uFill>
                <a:hlinkClick r:id="rId3"/>
              </a:rPr>
              <a:t>Education icon pack</a:t>
            </a:r>
            <a:endParaRPr>
              <a:solidFill>
                <a:schemeClr val="dk1"/>
              </a:solidFill>
            </a:endParaRPr>
          </a:p>
          <a:p>
            <a:pPr marL="0" lvl="0" indent="0" algn="l" rtl="0">
              <a:spcBef>
                <a:spcPts val="1000"/>
              </a:spcBef>
              <a:spcAft>
                <a:spcPts val="0"/>
              </a:spcAft>
              <a:buNone/>
            </a:pPr>
            <a:r>
              <a:rPr lang="fr">
                <a:solidFill>
                  <a:schemeClr val="dk1"/>
                </a:solidFill>
                <a:latin typeface="Barrio"/>
                <a:ea typeface="Barrio"/>
                <a:cs typeface="Barrio"/>
                <a:sym typeface="Barrio"/>
              </a:rPr>
              <a:t>Photos:</a:t>
            </a:r>
            <a:endParaRPr>
              <a:solidFill>
                <a:schemeClr val="dk1"/>
              </a:solidFill>
              <a:latin typeface="Barrio"/>
              <a:ea typeface="Barrio"/>
              <a:cs typeface="Barrio"/>
              <a:sym typeface="Barrio"/>
            </a:endParaRPr>
          </a:p>
          <a:p>
            <a:pPr marL="457200" lvl="0" indent="-317500" algn="l" rtl="0">
              <a:spcBef>
                <a:spcPts val="1000"/>
              </a:spcBef>
              <a:spcAft>
                <a:spcPts val="0"/>
              </a:spcAft>
              <a:buSzPts val="1400"/>
              <a:buFont typeface="Darker Grotesque"/>
              <a:buChar char="●"/>
            </a:pPr>
            <a:r>
              <a:rPr lang="fr">
                <a:solidFill>
                  <a:schemeClr val="hlink"/>
                </a:solidFill>
                <a:uFill>
                  <a:noFill/>
                </a:uFill>
                <a:hlinkClick r:id="rId4"/>
              </a:rPr>
              <a:t>Woman teaching her student origami</a:t>
            </a:r>
            <a:endParaRPr>
              <a:solidFill>
                <a:schemeClr val="dk1"/>
              </a:solidFill>
            </a:endParaRPr>
          </a:p>
          <a:p>
            <a:pPr marL="457200" lvl="0" indent="-317500" algn="l" rtl="0">
              <a:spcBef>
                <a:spcPts val="0"/>
              </a:spcBef>
              <a:spcAft>
                <a:spcPts val="0"/>
              </a:spcAft>
              <a:buClr>
                <a:schemeClr val="dk1"/>
              </a:buClr>
              <a:buSzPts val="1400"/>
              <a:buChar char="●"/>
            </a:pPr>
            <a:r>
              <a:rPr lang="fr">
                <a:solidFill>
                  <a:schemeClr val="hlink"/>
                </a:solidFill>
                <a:uFill>
                  <a:noFill/>
                </a:uFill>
                <a:hlinkClick r:id="rId5"/>
              </a:rPr>
              <a:t>Woman teaching kids about planets</a:t>
            </a:r>
            <a:endParaRPr>
              <a:solidFill>
                <a:schemeClr val="dk1"/>
              </a:solidFill>
            </a:endParaRPr>
          </a:p>
          <a:p>
            <a:pPr marL="0" lvl="0" indent="0" algn="l" rtl="0">
              <a:spcBef>
                <a:spcPts val="1000"/>
              </a:spcBef>
              <a:spcAft>
                <a:spcPts val="0"/>
              </a:spcAft>
              <a:buNone/>
            </a:pPr>
            <a:r>
              <a:rPr lang="fr">
                <a:solidFill>
                  <a:schemeClr val="dk1"/>
                </a:solidFill>
                <a:latin typeface="Barrio"/>
                <a:ea typeface="Barrio"/>
                <a:cs typeface="Barrio"/>
                <a:sym typeface="Barrio"/>
              </a:rPr>
              <a:t>VECt</a:t>
            </a:r>
            <a:r>
              <a:rPr lang="fr">
                <a:latin typeface="Barrio"/>
                <a:ea typeface="Barrio"/>
                <a:cs typeface="Barrio"/>
                <a:sym typeface="Barrio"/>
              </a:rPr>
              <a:t>EUR</a:t>
            </a:r>
            <a:r>
              <a:rPr lang="fr">
                <a:solidFill>
                  <a:schemeClr val="dk1"/>
                </a:solidFill>
                <a:latin typeface="Barrio"/>
                <a:ea typeface="Barrio"/>
                <a:cs typeface="Barrio"/>
                <a:sym typeface="Barrio"/>
              </a:rPr>
              <a:t>s:</a:t>
            </a:r>
            <a:endParaRPr>
              <a:solidFill>
                <a:schemeClr val="dk1"/>
              </a:solidFill>
              <a:latin typeface="Barrio"/>
              <a:ea typeface="Barrio"/>
              <a:cs typeface="Barrio"/>
              <a:sym typeface="Barrio"/>
            </a:endParaRPr>
          </a:p>
          <a:p>
            <a:pPr marL="457200" lvl="0" indent="-317500" algn="l" rtl="0">
              <a:spcBef>
                <a:spcPts val="1000"/>
              </a:spcBef>
              <a:spcAft>
                <a:spcPts val="0"/>
              </a:spcAft>
              <a:buSzPts val="1400"/>
              <a:buFont typeface="Darker Grotesque"/>
              <a:buChar char="●"/>
            </a:pPr>
            <a:r>
              <a:rPr lang="fr">
                <a:solidFill>
                  <a:schemeClr val="hlink"/>
                </a:solidFill>
                <a:uFill>
                  <a:noFill/>
                </a:uFill>
                <a:hlinkClick r:id="rId6"/>
              </a:rPr>
              <a:t>Vuelta al cole background</a:t>
            </a:r>
            <a:endParaRPr>
              <a:solidFill>
                <a:schemeClr val="dk1"/>
              </a:solidFill>
            </a:endParaRPr>
          </a:p>
          <a:p>
            <a:pPr marL="457200" lvl="0" indent="-317500" algn="l" rtl="0">
              <a:spcBef>
                <a:spcPts val="0"/>
              </a:spcBef>
              <a:spcAft>
                <a:spcPts val="0"/>
              </a:spcAft>
              <a:buClr>
                <a:schemeClr val="dk1"/>
              </a:buClr>
              <a:buSzPts val="1400"/>
              <a:buChar char="●"/>
            </a:pPr>
            <a:r>
              <a:rPr lang="fr">
                <a:solidFill>
                  <a:schemeClr val="hlink"/>
                </a:solidFill>
                <a:uFill>
                  <a:noFill/>
                </a:uFill>
                <a:hlinkClick r:id="rId7"/>
              </a:rPr>
              <a:t>Back to school pattern collection</a:t>
            </a:r>
            <a:endParaRPr>
              <a:solidFill>
                <a:schemeClr val="dk1"/>
              </a:solidFill>
            </a:endParaRPr>
          </a:p>
          <a:p>
            <a:pPr marL="0" lvl="0" indent="0" algn="l" rtl="0">
              <a:spcBef>
                <a:spcPts val="0"/>
              </a:spcBef>
              <a:spcAft>
                <a:spcPts val="0"/>
              </a:spcAft>
              <a:buNone/>
            </a:pPr>
            <a:endParaRPr>
              <a:solidFill>
                <a:schemeClr val="dk1"/>
              </a:solidFill>
            </a:endParaRPr>
          </a:p>
        </p:txBody>
      </p:sp>
    </p:spTree>
  </p:cSld>
  <p:clrMapOvr>
    <a:masterClrMapping/>
  </p:clrMapOvr>
</p:sld>
</file>

<file path=ppt/theme/theme1.xml><?xml version="1.0" encoding="utf-8"?>
<a:theme xmlns:a="http://schemas.openxmlformats.org/drawingml/2006/main" name="Funny Notepad Minitheme by Slidesgo">
  <a:themeElements>
    <a:clrScheme name="Simple Light">
      <a:dk1>
        <a:srgbClr val="000000"/>
      </a:dk1>
      <a:lt1>
        <a:srgbClr val="E95436"/>
      </a:lt1>
      <a:dk2>
        <a:srgbClr val="1CA885"/>
      </a:dk2>
      <a:lt2>
        <a:srgbClr val="179374"/>
      </a:lt2>
      <a:accent1>
        <a:srgbClr val="D9D9D9"/>
      </a:accent1>
      <a:accent2>
        <a:srgbClr val="FFC000"/>
      </a:accent2>
      <a:accent3>
        <a:srgbClr val="00B2B7"/>
      </a:accent3>
      <a:accent4>
        <a:srgbClr val="FF89AC"/>
      </a:accent4>
      <a:accent5>
        <a:srgbClr val="FBF7ED"/>
      </a:accent5>
      <a:accent6>
        <a:srgbClr val="465759"/>
      </a:accent6>
      <a:hlink>
        <a:srgbClr val="191919"/>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TotalTime>
  <Words>663</Words>
  <Application>Microsoft Office PowerPoint</Application>
  <PresentationFormat>全屏显示(16:9)</PresentationFormat>
  <Paragraphs>152</Paragraphs>
  <Slides>22</Slides>
  <Notes>22</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22</vt:i4>
      </vt:variant>
    </vt:vector>
  </HeadingPairs>
  <TitlesOfParts>
    <vt:vector size="31" baseType="lpstr">
      <vt:lpstr>Barrio</vt:lpstr>
      <vt:lpstr>Darker Grotesque</vt:lpstr>
      <vt:lpstr>Darker Grotesque SemiBold</vt:lpstr>
      <vt:lpstr>Anaheim</vt:lpstr>
      <vt:lpstr>Arial</vt:lpstr>
      <vt:lpstr>Barlow</vt:lpstr>
      <vt:lpstr>Bebas Neue</vt:lpstr>
      <vt:lpstr>Fira Sans Extra Condensed SemiBold</vt:lpstr>
      <vt:lpstr>Funny Notepad Minitheme by Slidesgo</vt:lpstr>
      <vt:lpstr>- Minithème - bloc-notes drôle</vt:lpstr>
      <vt:lpstr>LISTE DE contenUS</vt:lpstr>
      <vt:lpstr>nom de la section</vt:lpstr>
      <vt:lpstr>deux colonnes</vt:lpstr>
      <vt:lpstr>Introduction</vt:lpstr>
      <vt:lpstr>LE TITRE DE LA DIAPOSITIVE !</vt:lpstr>
      <vt:lpstr>MOTS GÉNIAUX</vt:lpstr>
      <vt:lpstr>TROIS colONNES</vt:lpstr>
      <vt:lpstr>UNE IMAGE VAUT MILLE MOTS</vt:lpstr>
      <vt:lpstr>Six coLONNES</vt:lpstr>
      <vt:lpstr>VOICI UNE CARTE</vt:lpstr>
      <vt:lpstr>VOICI UNE table</vt:lpstr>
      <vt:lpstr>VOICI UNE InfographiE</vt:lpstr>
      <vt:lpstr>NOTRE méthode </vt:lpstr>
      <vt:lpstr>VOICI UN graphIQUE</vt:lpstr>
      <vt:lpstr>315 Millions</vt:lpstr>
      <vt:lpstr>333 000</vt:lpstr>
      <vt:lpstr>Demo DU PRODUIT</vt:lpstr>
      <vt:lpstr>merci !</vt:lpstr>
      <vt:lpstr>PACK D’ICÔNES</vt:lpstr>
      <vt:lpstr>RESSOURCES ALTERNATIVES</vt:lpstr>
      <vt:lpstr>ResSources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Minithème - bloc-notes drôle</dc:title>
  <cp:lastModifiedBy>沈 艺劼</cp:lastModifiedBy>
  <cp:revision>4</cp:revision>
  <dcterms:modified xsi:type="dcterms:W3CDTF">2023-04-04T03:18:36Z</dcterms:modified>
</cp:coreProperties>
</file>