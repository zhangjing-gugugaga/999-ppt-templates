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BC66E7-A733-4C15-83E7-087EB3113AA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1"/>
        <p:cNvGrpSpPr/>
        <p:nvPr/>
      </p:nvGrpSpPr>
      <p:grpSpPr>
        <a:xfrm>
          <a:off x="0" y="0"/>
          <a:ext cx="0" cy="0"/>
          <a:chOff x="0" y="0"/>
          <a:chExt cx="0" cy="0"/>
        </a:xfrm>
      </p:grpSpPr>
      <p:sp>
        <p:nvSpPr>
          <p:cNvPr id="612" name="Google Shape;61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2"/>
        <p:cNvGrpSpPr/>
        <p:nvPr/>
      </p:nvGrpSpPr>
      <p:grpSpPr>
        <a:xfrm>
          <a:off x="0" y="0"/>
          <a:ext cx="0" cy="0"/>
          <a:chOff x="0" y="0"/>
          <a:chExt cx="0" cy="0"/>
        </a:xfrm>
      </p:grpSpPr>
      <p:sp>
        <p:nvSpPr>
          <p:cNvPr id="883" name="Google Shape;883;g8b385fd27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8b385fd27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18"/>
        <p:cNvGrpSpPr/>
        <p:nvPr/>
      </p:nvGrpSpPr>
      <p:grpSpPr>
        <a:xfrm>
          <a:off x="0" y="0"/>
          <a:ext cx="0" cy="0"/>
          <a:chOff x="0" y="0"/>
          <a:chExt cx="0" cy="0"/>
        </a:xfrm>
      </p:grpSpPr>
      <p:sp>
        <p:nvSpPr>
          <p:cNvPr id="919" name="Google Shape;919;g1cba2ec935a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cba2ec935a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5"/>
        <p:cNvGrpSpPr/>
        <p:nvPr/>
      </p:nvGrpSpPr>
      <p:grpSpPr>
        <a:xfrm>
          <a:off x="0" y="0"/>
          <a:ext cx="0" cy="0"/>
          <a:chOff x="0" y="0"/>
          <a:chExt cx="0" cy="0"/>
        </a:xfrm>
      </p:grpSpPr>
      <p:sp>
        <p:nvSpPr>
          <p:cNvPr id="996" name="Google Shape;996;g1cba2ec935a_0_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1cba2ec935a_0_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1"/>
        <p:cNvGrpSpPr/>
        <p:nvPr/>
      </p:nvGrpSpPr>
      <p:grpSpPr>
        <a:xfrm>
          <a:off x="0" y="0"/>
          <a:ext cx="0" cy="0"/>
          <a:chOff x="0" y="0"/>
          <a:chExt cx="0" cy="0"/>
        </a:xfrm>
      </p:grpSpPr>
      <p:sp>
        <p:nvSpPr>
          <p:cNvPr id="1022" name="Google Shape;1022;g1cba2ec935a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1cba2ec935a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6"/>
        <p:cNvGrpSpPr/>
        <p:nvPr/>
      </p:nvGrpSpPr>
      <p:grpSpPr>
        <a:xfrm>
          <a:off x="0" y="0"/>
          <a:ext cx="0" cy="0"/>
          <a:chOff x="0" y="0"/>
          <a:chExt cx="0" cy="0"/>
        </a:xfrm>
      </p:grpSpPr>
      <p:sp>
        <p:nvSpPr>
          <p:cNvPr id="1077" name="Google Shape;1077;g1d3961780cb_0_1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1d3961780cb_0_1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2"/>
        <p:cNvGrpSpPr/>
        <p:nvPr/>
      </p:nvGrpSpPr>
      <p:grpSpPr>
        <a:xfrm>
          <a:off x="0" y="0"/>
          <a:ext cx="0" cy="0"/>
          <a:chOff x="0" y="0"/>
          <a:chExt cx="0" cy="0"/>
        </a:xfrm>
      </p:grpSpPr>
      <p:sp>
        <p:nvSpPr>
          <p:cNvPr id="1083" name="Google Shape;1083;g1cba2ec935a_0_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1cba2ec935a_0_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0"/>
        <p:cNvGrpSpPr/>
        <p:nvPr/>
      </p:nvGrpSpPr>
      <p:grpSpPr>
        <a:xfrm>
          <a:off x="0" y="0"/>
          <a:ext cx="0" cy="0"/>
          <a:chOff x="0" y="0"/>
          <a:chExt cx="0" cy="0"/>
        </a:xfrm>
      </p:grpSpPr>
      <p:sp>
        <p:nvSpPr>
          <p:cNvPr id="1111" name="Google Shape;1111;g1cba2ec935a_0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1cba2ec935a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6"/>
        <p:cNvGrpSpPr/>
        <p:nvPr/>
      </p:nvGrpSpPr>
      <p:grpSpPr>
        <a:xfrm>
          <a:off x="0" y="0"/>
          <a:ext cx="0" cy="0"/>
          <a:chOff x="0" y="0"/>
          <a:chExt cx="0" cy="0"/>
        </a:xfrm>
      </p:grpSpPr>
      <p:sp>
        <p:nvSpPr>
          <p:cNvPr id="1117" name="Google Shape;1117;g1cba2ec935a_0_8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cba2ec935a_0_8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0"/>
        <p:cNvGrpSpPr/>
        <p:nvPr/>
      </p:nvGrpSpPr>
      <p:grpSpPr>
        <a:xfrm>
          <a:off x="0" y="0"/>
          <a:ext cx="0" cy="0"/>
          <a:chOff x="0" y="0"/>
          <a:chExt cx="0" cy="0"/>
        </a:xfrm>
      </p:grpSpPr>
      <p:sp>
        <p:nvSpPr>
          <p:cNvPr id="1141" name="Google Shape;1141;g1d3961780cb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1d3961780cb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67"/>
        <p:cNvGrpSpPr/>
        <p:nvPr/>
      </p:nvGrpSpPr>
      <p:grpSpPr>
        <a:xfrm>
          <a:off x="0" y="0"/>
          <a:ext cx="0" cy="0"/>
          <a:chOff x="0" y="0"/>
          <a:chExt cx="0" cy="0"/>
        </a:xfrm>
      </p:grpSpPr>
      <p:sp>
        <p:nvSpPr>
          <p:cNvPr id="1168" name="Google Shape;1168;g1d3961780c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1d3961780c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8"/>
        <p:cNvGrpSpPr/>
        <p:nvPr/>
      </p:nvGrpSpPr>
      <p:grpSpPr>
        <a:xfrm>
          <a:off x="0" y="0"/>
          <a:ext cx="0" cy="0"/>
          <a:chOff x="0" y="0"/>
          <a:chExt cx="0" cy="0"/>
        </a:xfrm>
      </p:grpSpPr>
      <p:sp>
        <p:nvSpPr>
          <p:cNvPr id="1189" name="Google Shape;1189;g1d3961780cb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1d3961780c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3"/>
        <p:cNvGrpSpPr/>
        <p:nvPr/>
      </p:nvGrpSpPr>
      <p:grpSpPr>
        <a:xfrm>
          <a:off x="0" y="0"/>
          <a:ext cx="0" cy="0"/>
          <a:chOff x="0" y="0"/>
          <a:chExt cx="0" cy="0"/>
        </a:xfrm>
      </p:grpSpPr>
      <p:sp>
        <p:nvSpPr>
          <p:cNvPr id="1244" name="Google Shape;1244;g1d3961780cb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1d3961780cb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4"/>
        <p:cNvGrpSpPr/>
        <p:nvPr/>
      </p:nvGrpSpPr>
      <p:grpSpPr>
        <a:xfrm>
          <a:off x="0" y="0"/>
          <a:ext cx="0" cy="0"/>
          <a:chOff x="0" y="0"/>
          <a:chExt cx="0" cy="0"/>
        </a:xfrm>
      </p:grpSpPr>
      <p:sp>
        <p:nvSpPr>
          <p:cNvPr id="1265" name="Google Shape;1265;g1d3961780cb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1d3961780cb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4"/>
        <p:cNvGrpSpPr/>
        <p:nvPr/>
      </p:nvGrpSpPr>
      <p:grpSpPr>
        <a:xfrm>
          <a:off x="0" y="0"/>
          <a:ext cx="0" cy="0"/>
          <a:chOff x="0" y="0"/>
          <a:chExt cx="0" cy="0"/>
        </a:xfrm>
      </p:grpSpPr>
      <p:sp>
        <p:nvSpPr>
          <p:cNvPr id="1285" name="Google Shape;1285;g1d3961780cb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6" name="Google Shape;1286;g1d3961780cb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5"/>
        <p:cNvGrpSpPr/>
        <p:nvPr/>
      </p:nvGrpSpPr>
      <p:grpSpPr>
        <a:xfrm>
          <a:off x="0" y="0"/>
          <a:ext cx="0" cy="0"/>
          <a:chOff x="0" y="0"/>
          <a:chExt cx="0" cy="0"/>
        </a:xfrm>
      </p:grpSpPr>
      <p:sp>
        <p:nvSpPr>
          <p:cNvPr id="1316" name="Google Shape;1316;g1d3961780cb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7" name="Google Shape;1317;g1d3961780cb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3"/>
        <p:cNvGrpSpPr/>
        <p:nvPr/>
      </p:nvGrpSpPr>
      <p:grpSpPr>
        <a:xfrm>
          <a:off x="0" y="0"/>
          <a:ext cx="0" cy="0"/>
          <a:chOff x="0" y="0"/>
          <a:chExt cx="0" cy="0"/>
        </a:xfrm>
      </p:grpSpPr>
      <p:sp>
        <p:nvSpPr>
          <p:cNvPr id="1344" name="Google Shape;1344;g1d3961780cb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1d3961780cb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8"/>
        <p:cNvGrpSpPr/>
        <p:nvPr/>
      </p:nvGrpSpPr>
      <p:grpSpPr>
        <a:xfrm>
          <a:off x="0" y="0"/>
          <a:ext cx="0" cy="0"/>
          <a:chOff x="0" y="0"/>
          <a:chExt cx="0" cy="0"/>
        </a:xfrm>
      </p:grpSpPr>
      <p:sp>
        <p:nvSpPr>
          <p:cNvPr id="1419" name="Google Shape;1419;g1d3961780cb_0_13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0" name="Google Shape;1420;g1d3961780cb_0_1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38"/>
        <p:cNvGrpSpPr/>
        <p:nvPr/>
      </p:nvGrpSpPr>
      <p:grpSpPr>
        <a:xfrm>
          <a:off x="0" y="0"/>
          <a:ext cx="0" cy="0"/>
          <a:chOff x="0" y="0"/>
          <a:chExt cx="0" cy="0"/>
        </a:xfrm>
      </p:grpSpPr>
      <p:sp>
        <p:nvSpPr>
          <p:cNvPr id="1439" name="Google Shape;1439;g1d3961780cb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1d3961780cb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4"/>
        <p:cNvGrpSpPr/>
        <p:nvPr/>
      </p:nvGrpSpPr>
      <p:grpSpPr>
        <a:xfrm>
          <a:off x="0" y="0"/>
          <a:ext cx="0" cy="0"/>
          <a:chOff x="0" y="0"/>
          <a:chExt cx="0" cy="0"/>
        </a:xfrm>
      </p:grpSpPr>
      <p:sp>
        <p:nvSpPr>
          <p:cNvPr id="1445" name="Google Shape;1445;g1d3961780cb_0_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1d3961780cb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7"/>
        <p:cNvGrpSpPr/>
        <p:nvPr/>
      </p:nvGrpSpPr>
      <p:grpSpPr>
        <a:xfrm>
          <a:off x="0" y="0"/>
          <a:ext cx="0" cy="0"/>
          <a:chOff x="0" y="0"/>
          <a:chExt cx="0" cy="0"/>
        </a:xfrm>
      </p:grpSpPr>
      <p:sp>
        <p:nvSpPr>
          <p:cNvPr id="1518" name="Google Shape;1518;g1d3961780cb_0_1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9" name="Google Shape;1519;g1d3961780cb_0_1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1"/>
        <p:cNvGrpSpPr/>
        <p:nvPr/>
      </p:nvGrpSpPr>
      <p:grpSpPr>
        <a:xfrm>
          <a:off x="0" y="0"/>
          <a:ext cx="0" cy="0"/>
          <a:chOff x="0" y="0"/>
          <a:chExt cx="0" cy="0"/>
        </a:xfrm>
      </p:grpSpPr>
      <p:sp>
        <p:nvSpPr>
          <p:cNvPr id="1572" name="Google Shape;1572;g1d3961780cb_0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1d3961780cb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0"/>
        <p:cNvGrpSpPr/>
        <p:nvPr/>
      </p:nvGrpSpPr>
      <p:grpSpPr>
        <a:xfrm>
          <a:off x="0" y="0"/>
          <a:ext cx="0" cy="0"/>
          <a:chOff x="0" y="0"/>
          <a:chExt cx="0" cy="0"/>
        </a:xfrm>
      </p:grpSpPr>
      <p:sp>
        <p:nvSpPr>
          <p:cNvPr id="1601" name="Google Shape;1601;g1d3961780cb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2" name="Google Shape;1602;g1d3961780cb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3"/>
        <p:cNvGrpSpPr/>
        <p:nvPr/>
      </p:nvGrpSpPr>
      <p:grpSpPr>
        <a:xfrm>
          <a:off x="0" y="0"/>
          <a:ext cx="0" cy="0"/>
          <a:chOff x="0" y="0"/>
          <a:chExt cx="0" cy="0"/>
        </a:xfrm>
      </p:grpSpPr>
      <p:sp>
        <p:nvSpPr>
          <p:cNvPr id="1624" name="Google Shape;1624;g1d3961780cb_0_7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1d3961780cb_0_7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9"/>
        <p:cNvGrpSpPr/>
        <p:nvPr/>
      </p:nvGrpSpPr>
      <p:grpSpPr>
        <a:xfrm>
          <a:off x="0" y="0"/>
          <a:ext cx="0" cy="0"/>
          <a:chOff x="0" y="0"/>
          <a:chExt cx="0" cy="0"/>
        </a:xfrm>
      </p:grpSpPr>
      <p:sp>
        <p:nvSpPr>
          <p:cNvPr id="1630" name="Google Shape;1630;g1d3961780cb_0_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1" name="Google Shape;1631;g1d3961780cb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4"/>
        <p:cNvGrpSpPr/>
        <p:nvPr/>
      </p:nvGrpSpPr>
      <p:grpSpPr>
        <a:xfrm>
          <a:off x="0" y="0"/>
          <a:ext cx="0" cy="0"/>
          <a:chOff x="0" y="0"/>
          <a:chExt cx="0" cy="0"/>
        </a:xfrm>
      </p:grpSpPr>
      <p:sp>
        <p:nvSpPr>
          <p:cNvPr id="1665" name="Google Shape;1665;g1d3961780cb_0_8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6" name="Google Shape;1666;g1d3961780cb_0_8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3"/>
        <p:cNvGrpSpPr/>
        <p:nvPr/>
      </p:nvGrpSpPr>
      <p:grpSpPr>
        <a:xfrm>
          <a:off x="0" y="0"/>
          <a:ext cx="0" cy="0"/>
          <a:chOff x="0" y="0"/>
          <a:chExt cx="0" cy="0"/>
        </a:xfrm>
      </p:grpSpPr>
      <p:sp>
        <p:nvSpPr>
          <p:cNvPr id="1694" name="Google Shape;1694;g1d3961780cb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1d3961780cb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9"/>
        <p:cNvGrpSpPr/>
        <p:nvPr/>
      </p:nvGrpSpPr>
      <p:grpSpPr>
        <a:xfrm>
          <a:off x="0" y="0"/>
          <a:ext cx="0" cy="0"/>
          <a:chOff x="0" y="0"/>
          <a:chExt cx="0" cy="0"/>
        </a:xfrm>
      </p:grpSpPr>
      <p:sp>
        <p:nvSpPr>
          <p:cNvPr id="1700" name="Google Shape;1700;g1d3961780cb_0_9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1" name="Google Shape;1701;g1d3961780cb_0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51"/>
        <p:cNvGrpSpPr/>
        <p:nvPr/>
      </p:nvGrpSpPr>
      <p:grpSpPr>
        <a:xfrm>
          <a:off x="0" y="0"/>
          <a:ext cx="0" cy="0"/>
          <a:chOff x="0" y="0"/>
          <a:chExt cx="0" cy="0"/>
        </a:xfrm>
      </p:grpSpPr>
      <p:sp>
        <p:nvSpPr>
          <p:cNvPr id="1852" name="Google Shape;1852;g1d3961780cb_0_1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g1d3961780cb_0_1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3"/>
        <p:cNvGrpSpPr/>
        <p:nvPr/>
      </p:nvGrpSpPr>
      <p:grpSpPr>
        <a:xfrm>
          <a:off x="0" y="0"/>
          <a:ext cx="0" cy="0"/>
          <a:chOff x="0" y="0"/>
          <a:chExt cx="0" cy="0"/>
        </a:xfrm>
      </p:grpSpPr>
      <p:sp>
        <p:nvSpPr>
          <p:cNvPr id="1874" name="Google Shape;1874;g1d3961780cb_0_1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1d3961780cb_0_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8"/>
        <p:cNvGrpSpPr/>
        <p:nvPr/>
      </p:nvGrpSpPr>
      <p:grpSpPr>
        <a:xfrm>
          <a:off x="0" y="0"/>
          <a:ext cx="0" cy="0"/>
          <a:chOff x="0" y="0"/>
          <a:chExt cx="0" cy="0"/>
        </a:xfrm>
      </p:grpSpPr>
      <p:sp>
        <p:nvSpPr>
          <p:cNvPr id="1889" name="Google Shape;1889;g1d3961780cb_0_1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d3961780cb_0_1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stretch>
            <a:fillRect/>
          </a:stretch>
        </p:blipFill>
        <p:spPr>
          <a:xfrm>
            <a:off x="0" y="0"/>
            <a:ext cx="9144003" cy="5143501"/>
          </a:xfrm>
          <a:prstGeom prst="rect">
            <a:avLst/>
          </a:prstGeom>
          <a:noFill/>
          <a:ln>
            <a:noFill/>
          </a:ln>
        </p:spPr>
      </p:pic>
      <p:grpSp>
        <p:nvGrpSpPr>
          <p:cNvPr id="10" name="Google Shape;10;p2"/>
          <p:cNvGrpSpPr/>
          <p:nvPr/>
        </p:nvGrpSpPr>
        <p:grpSpPr>
          <a:xfrm>
            <a:off x="7697900" y="618645"/>
            <a:ext cx="1385897" cy="606254"/>
            <a:chOff x="7764200" y="438145"/>
            <a:chExt cx="1385897" cy="606254"/>
          </a:xfrm>
        </p:grpSpPr>
        <p:sp>
          <p:nvSpPr>
            <p:cNvPr id="11" name="Google Shape;11;p2"/>
            <p:cNvSpPr/>
            <p:nvPr/>
          </p:nvSpPr>
          <p:spPr>
            <a:xfrm rot="-5400000">
              <a:off x="8154021" y="48324"/>
              <a:ext cx="606254" cy="1385897"/>
            </a:xfrm>
            <a:custGeom>
              <a:avLst/>
              <a:gdLst/>
              <a:ahLst/>
              <a:cxnLst/>
              <a:rect l="l" t="t" r="r" b="b"/>
              <a:pathLst>
                <a:path w="3493" h="7985" extrusionOk="0">
                  <a:moveTo>
                    <a:pt x="2875" y="0"/>
                  </a:moveTo>
                  <a:lnTo>
                    <a:pt x="0" y="232"/>
                  </a:lnTo>
                  <a:lnTo>
                    <a:pt x="618" y="7985"/>
                  </a:lnTo>
                  <a:lnTo>
                    <a:pt x="1945" y="6459"/>
                  </a:lnTo>
                  <a:lnTo>
                    <a:pt x="3493" y="7764"/>
                  </a:lnTo>
                  <a:lnTo>
                    <a:pt x="28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 name="Google Shape;12;p2"/>
            <p:cNvGrpSpPr/>
            <p:nvPr/>
          </p:nvGrpSpPr>
          <p:grpSpPr>
            <a:xfrm>
              <a:off x="7860673" y="480354"/>
              <a:ext cx="1192959" cy="521854"/>
              <a:chOff x="7860673" y="480354"/>
              <a:chExt cx="1192959" cy="521854"/>
            </a:xfrm>
          </p:grpSpPr>
          <p:sp>
            <p:nvSpPr>
              <p:cNvPr id="13" name="Google Shape;13;p2"/>
              <p:cNvSpPr/>
              <p:nvPr/>
            </p:nvSpPr>
            <p:spPr>
              <a:xfrm rot="-5400000">
                <a:off x="8196225" y="144801"/>
                <a:ext cx="521854" cy="1192959"/>
              </a:xfrm>
              <a:custGeom>
                <a:avLst/>
                <a:gdLst/>
                <a:ahLst/>
                <a:cxnLst/>
                <a:rect l="l" t="t" r="r" b="b"/>
                <a:pathLst>
                  <a:path w="3493" h="7985" extrusionOk="0">
                    <a:moveTo>
                      <a:pt x="2875" y="0"/>
                    </a:moveTo>
                    <a:lnTo>
                      <a:pt x="0" y="232"/>
                    </a:lnTo>
                    <a:lnTo>
                      <a:pt x="618" y="7985"/>
                    </a:lnTo>
                    <a:lnTo>
                      <a:pt x="1945" y="6459"/>
                    </a:lnTo>
                    <a:lnTo>
                      <a:pt x="3493" y="7764"/>
                    </a:lnTo>
                    <a:lnTo>
                      <a:pt x="2875" y="0"/>
                    </a:ln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
              <p:cNvSpPr/>
              <p:nvPr/>
            </p:nvSpPr>
            <p:spPr>
              <a:xfrm rot="-5400000">
                <a:off x="8359669" y="16030"/>
                <a:ext cx="134012" cy="1128717"/>
              </a:xfrm>
              <a:custGeom>
                <a:avLst/>
                <a:gdLst/>
                <a:ahLst/>
                <a:cxnLst/>
                <a:rect l="l" t="t" r="r" b="b"/>
                <a:pathLst>
                  <a:path w="897" h="7555" extrusionOk="0">
                    <a:moveTo>
                      <a:pt x="291" y="1"/>
                    </a:moveTo>
                    <a:lnTo>
                      <a:pt x="0" y="23"/>
                    </a:lnTo>
                    <a:lnTo>
                      <a:pt x="592" y="7300"/>
                    </a:lnTo>
                    <a:lnTo>
                      <a:pt x="897" y="7555"/>
                    </a:lnTo>
                    <a:lnTo>
                      <a:pt x="897" y="7555"/>
                    </a:lnTo>
                    <a:lnTo>
                      <a:pt x="291" y="1"/>
                    </a:ln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rot="-5400000">
                <a:off x="8390295" y="340516"/>
                <a:ext cx="128633" cy="1132004"/>
              </a:xfrm>
              <a:custGeom>
                <a:avLst/>
                <a:gdLst/>
                <a:ahLst/>
                <a:cxnLst/>
                <a:rect l="l" t="t" r="r" b="b"/>
                <a:pathLst>
                  <a:path w="861" h="7577" extrusionOk="0">
                    <a:moveTo>
                      <a:pt x="279" y="1"/>
                    </a:moveTo>
                    <a:lnTo>
                      <a:pt x="0" y="23"/>
                    </a:lnTo>
                    <a:lnTo>
                      <a:pt x="606" y="7577"/>
                    </a:lnTo>
                    <a:lnTo>
                      <a:pt x="860" y="7275"/>
                    </a:lnTo>
                    <a:lnTo>
                      <a:pt x="279" y="1"/>
                    </a:ln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6" name="Google Shape;16;p2"/>
          <p:cNvGrpSpPr/>
          <p:nvPr/>
        </p:nvGrpSpPr>
        <p:grpSpPr>
          <a:xfrm>
            <a:off x="193700" y="403801"/>
            <a:ext cx="8474673" cy="4335916"/>
            <a:chOff x="193700" y="403801"/>
            <a:chExt cx="8474673" cy="4335916"/>
          </a:xfrm>
        </p:grpSpPr>
        <p:sp>
          <p:nvSpPr>
            <p:cNvPr id="17" name="Google Shape;17;p2"/>
            <p:cNvSpPr/>
            <p:nvPr/>
          </p:nvSpPr>
          <p:spPr>
            <a:xfrm>
              <a:off x="535771" y="403801"/>
              <a:ext cx="8132603" cy="4335916"/>
            </a:xfrm>
            <a:custGeom>
              <a:avLst/>
              <a:gdLst/>
              <a:ahLst/>
              <a:cxnLst/>
              <a:rect l="l" t="t" r="r" b="b"/>
              <a:pathLst>
                <a:path w="63359" h="33780" extrusionOk="0">
                  <a:moveTo>
                    <a:pt x="3889" y="2362"/>
                  </a:moveTo>
                  <a:cubicBezTo>
                    <a:pt x="4191" y="2362"/>
                    <a:pt x="4448" y="2560"/>
                    <a:pt x="4448" y="2795"/>
                  </a:cubicBezTo>
                  <a:lnTo>
                    <a:pt x="4448" y="3677"/>
                  </a:lnTo>
                  <a:cubicBezTo>
                    <a:pt x="4448" y="3912"/>
                    <a:pt x="4191" y="4108"/>
                    <a:pt x="3889" y="4108"/>
                  </a:cubicBezTo>
                  <a:lnTo>
                    <a:pt x="2912" y="4108"/>
                  </a:lnTo>
                  <a:cubicBezTo>
                    <a:pt x="2596" y="4108"/>
                    <a:pt x="2353" y="3912"/>
                    <a:pt x="2353" y="3677"/>
                  </a:cubicBezTo>
                  <a:lnTo>
                    <a:pt x="2353" y="2795"/>
                  </a:lnTo>
                  <a:cubicBezTo>
                    <a:pt x="2353" y="2560"/>
                    <a:pt x="2596" y="2362"/>
                    <a:pt x="2912" y="2362"/>
                  </a:cubicBezTo>
                  <a:close/>
                  <a:moveTo>
                    <a:pt x="3889" y="6915"/>
                  </a:moveTo>
                  <a:cubicBezTo>
                    <a:pt x="4191" y="6915"/>
                    <a:pt x="4448" y="7111"/>
                    <a:pt x="4448" y="7345"/>
                  </a:cubicBezTo>
                  <a:lnTo>
                    <a:pt x="4448" y="8228"/>
                  </a:lnTo>
                  <a:cubicBezTo>
                    <a:pt x="4448" y="8463"/>
                    <a:pt x="4191" y="8661"/>
                    <a:pt x="3889" y="8661"/>
                  </a:cubicBezTo>
                  <a:lnTo>
                    <a:pt x="2912" y="8661"/>
                  </a:lnTo>
                  <a:cubicBezTo>
                    <a:pt x="2596" y="8661"/>
                    <a:pt x="2353" y="8463"/>
                    <a:pt x="2353" y="8228"/>
                  </a:cubicBezTo>
                  <a:lnTo>
                    <a:pt x="2353" y="7345"/>
                  </a:lnTo>
                  <a:cubicBezTo>
                    <a:pt x="2353" y="7111"/>
                    <a:pt x="2596" y="6915"/>
                    <a:pt x="2912" y="6915"/>
                  </a:cubicBezTo>
                  <a:close/>
                  <a:moveTo>
                    <a:pt x="3889" y="11466"/>
                  </a:moveTo>
                  <a:cubicBezTo>
                    <a:pt x="4191" y="11466"/>
                    <a:pt x="4448" y="11664"/>
                    <a:pt x="4448" y="11896"/>
                  </a:cubicBezTo>
                  <a:lnTo>
                    <a:pt x="4448" y="12782"/>
                  </a:lnTo>
                  <a:cubicBezTo>
                    <a:pt x="4448" y="13014"/>
                    <a:pt x="4191" y="13212"/>
                    <a:pt x="3889" y="13212"/>
                  </a:cubicBezTo>
                  <a:lnTo>
                    <a:pt x="2912" y="13212"/>
                  </a:lnTo>
                  <a:cubicBezTo>
                    <a:pt x="2596" y="13212"/>
                    <a:pt x="2353" y="13014"/>
                    <a:pt x="2353" y="12782"/>
                  </a:cubicBezTo>
                  <a:lnTo>
                    <a:pt x="2353" y="11896"/>
                  </a:lnTo>
                  <a:cubicBezTo>
                    <a:pt x="2353" y="11664"/>
                    <a:pt x="2596" y="11466"/>
                    <a:pt x="2912" y="11466"/>
                  </a:cubicBezTo>
                  <a:close/>
                  <a:moveTo>
                    <a:pt x="3889" y="16017"/>
                  </a:moveTo>
                  <a:cubicBezTo>
                    <a:pt x="4191" y="16017"/>
                    <a:pt x="4448" y="16215"/>
                    <a:pt x="4448" y="16447"/>
                  </a:cubicBezTo>
                  <a:lnTo>
                    <a:pt x="4448" y="17333"/>
                  </a:lnTo>
                  <a:cubicBezTo>
                    <a:pt x="4448" y="17565"/>
                    <a:pt x="4191" y="17763"/>
                    <a:pt x="3889" y="17763"/>
                  </a:cubicBezTo>
                  <a:lnTo>
                    <a:pt x="2912" y="17763"/>
                  </a:lnTo>
                  <a:cubicBezTo>
                    <a:pt x="2596" y="17763"/>
                    <a:pt x="2353" y="17565"/>
                    <a:pt x="2353" y="17333"/>
                  </a:cubicBezTo>
                  <a:lnTo>
                    <a:pt x="2353" y="16447"/>
                  </a:lnTo>
                  <a:cubicBezTo>
                    <a:pt x="2353" y="16215"/>
                    <a:pt x="2596" y="16017"/>
                    <a:pt x="2912" y="16017"/>
                  </a:cubicBezTo>
                  <a:close/>
                  <a:moveTo>
                    <a:pt x="3889" y="20568"/>
                  </a:moveTo>
                  <a:cubicBezTo>
                    <a:pt x="4191" y="20568"/>
                    <a:pt x="4448" y="20766"/>
                    <a:pt x="4448" y="21009"/>
                  </a:cubicBezTo>
                  <a:lnTo>
                    <a:pt x="4448" y="21884"/>
                  </a:lnTo>
                  <a:cubicBezTo>
                    <a:pt x="4448" y="22116"/>
                    <a:pt x="4191" y="22314"/>
                    <a:pt x="3889" y="22314"/>
                  </a:cubicBezTo>
                  <a:lnTo>
                    <a:pt x="2912" y="22314"/>
                  </a:lnTo>
                  <a:cubicBezTo>
                    <a:pt x="2596" y="22314"/>
                    <a:pt x="2353" y="22116"/>
                    <a:pt x="2353" y="21884"/>
                  </a:cubicBezTo>
                  <a:lnTo>
                    <a:pt x="2353" y="21009"/>
                  </a:lnTo>
                  <a:cubicBezTo>
                    <a:pt x="2353" y="20766"/>
                    <a:pt x="2596" y="20568"/>
                    <a:pt x="2912" y="20568"/>
                  </a:cubicBezTo>
                  <a:close/>
                  <a:moveTo>
                    <a:pt x="3889" y="25130"/>
                  </a:moveTo>
                  <a:cubicBezTo>
                    <a:pt x="4191" y="25130"/>
                    <a:pt x="4448" y="25317"/>
                    <a:pt x="4448" y="25563"/>
                  </a:cubicBezTo>
                  <a:lnTo>
                    <a:pt x="4448" y="26435"/>
                  </a:lnTo>
                  <a:cubicBezTo>
                    <a:pt x="4448" y="26680"/>
                    <a:pt x="4191" y="26865"/>
                    <a:pt x="3889" y="26865"/>
                  </a:cubicBezTo>
                  <a:lnTo>
                    <a:pt x="2912" y="26865"/>
                  </a:lnTo>
                  <a:cubicBezTo>
                    <a:pt x="2596" y="26865"/>
                    <a:pt x="2353" y="26680"/>
                    <a:pt x="2353" y="26435"/>
                  </a:cubicBezTo>
                  <a:lnTo>
                    <a:pt x="2353" y="25563"/>
                  </a:lnTo>
                  <a:cubicBezTo>
                    <a:pt x="2353" y="25317"/>
                    <a:pt x="2596" y="25130"/>
                    <a:pt x="2912" y="25130"/>
                  </a:cubicBezTo>
                  <a:close/>
                  <a:moveTo>
                    <a:pt x="3889" y="29684"/>
                  </a:moveTo>
                  <a:cubicBezTo>
                    <a:pt x="4191" y="29684"/>
                    <a:pt x="4448" y="29868"/>
                    <a:pt x="4448" y="30114"/>
                  </a:cubicBezTo>
                  <a:lnTo>
                    <a:pt x="4448" y="30985"/>
                  </a:lnTo>
                  <a:cubicBezTo>
                    <a:pt x="4448" y="31231"/>
                    <a:pt x="4191" y="31416"/>
                    <a:pt x="3889" y="31416"/>
                  </a:cubicBezTo>
                  <a:lnTo>
                    <a:pt x="2912" y="31416"/>
                  </a:lnTo>
                  <a:cubicBezTo>
                    <a:pt x="2596" y="31416"/>
                    <a:pt x="2353" y="31231"/>
                    <a:pt x="2353" y="30985"/>
                  </a:cubicBezTo>
                  <a:lnTo>
                    <a:pt x="2353" y="30114"/>
                  </a:lnTo>
                  <a:cubicBezTo>
                    <a:pt x="2353" y="29868"/>
                    <a:pt x="2596" y="29684"/>
                    <a:pt x="2912" y="29684"/>
                  </a:cubicBezTo>
                  <a:close/>
                  <a:moveTo>
                    <a:pt x="1677" y="1"/>
                  </a:moveTo>
                  <a:cubicBezTo>
                    <a:pt x="758" y="1"/>
                    <a:pt x="1" y="593"/>
                    <a:pt x="1" y="1314"/>
                  </a:cubicBezTo>
                  <a:lnTo>
                    <a:pt x="1" y="32463"/>
                  </a:lnTo>
                  <a:cubicBezTo>
                    <a:pt x="1" y="33187"/>
                    <a:pt x="758" y="33779"/>
                    <a:pt x="1677" y="33779"/>
                  </a:cubicBezTo>
                  <a:lnTo>
                    <a:pt x="61671" y="33779"/>
                  </a:lnTo>
                  <a:cubicBezTo>
                    <a:pt x="62601" y="33779"/>
                    <a:pt x="63358" y="33187"/>
                    <a:pt x="63358" y="32463"/>
                  </a:cubicBezTo>
                  <a:lnTo>
                    <a:pt x="63358" y="1314"/>
                  </a:lnTo>
                  <a:cubicBezTo>
                    <a:pt x="63358" y="593"/>
                    <a:pt x="62601" y="1"/>
                    <a:pt x="6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
            <p:cNvSpPr/>
            <p:nvPr/>
          </p:nvSpPr>
          <p:spPr>
            <a:xfrm>
              <a:off x="552329" y="434991"/>
              <a:ext cx="8077281" cy="4189589"/>
            </a:xfrm>
            <a:custGeom>
              <a:avLst/>
              <a:gdLst/>
              <a:ahLst/>
              <a:cxnLst/>
              <a:rect l="l" t="t" r="r" b="b"/>
              <a:pathLst>
                <a:path w="62928" h="32640" extrusionOk="0">
                  <a:moveTo>
                    <a:pt x="3526" y="1887"/>
                  </a:moveTo>
                  <a:cubicBezTo>
                    <a:pt x="3992" y="1887"/>
                    <a:pt x="4364" y="2166"/>
                    <a:pt x="4364" y="2526"/>
                  </a:cubicBezTo>
                  <a:lnTo>
                    <a:pt x="4364" y="3306"/>
                  </a:lnTo>
                  <a:cubicBezTo>
                    <a:pt x="4364" y="3669"/>
                    <a:pt x="3992" y="3948"/>
                    <a:pt x="3526" y="3948"/>
                  </a:cubicBezTo>
                  <a:lnTo>
                    <a:pt x="2632" y="3948"/>
                  </a:lnTo>
                  <a:cubicBezTo>
                    <a:pt x="2165" y="3948"/>
                    <a:pt x="1780" y="3669"/>
                    <a:pt x="1780" y="3306"/>
                  </a:cubicBezTo>
                  <a:lnTo>
                    <a:pt x="1780" y="2526"/>
                  </a:lnTo>
                  <a:cubicBezTo>
                    <a:pt x="1780" y="2166"/>
                    <a:pt x="2165" y="1887"/>
                    <a:pt x="2632" y="1887"/>
                  </a:cubicBezTo>
                  <a:close/>
                  <a:moveTo>
                    <a:pt x="3526" y="6357"/>
                  </a:moveTo>
                  <a:cubicBezTo>
                    <a:pt x="3992" y="6357"/>
                    <a:pt x="4364" y="6636"/>
                    <a:pt x="4364" y="6996"/>
                  </a:cubicBezTo>
                  <a:lnTo>
                    <a:pt x="4364" y="7776"/>
                  </a:lnTo>
                  <a:cubicBezTo>
                    <a:pt x="4364" y="8139"/>
                    <a:pt x="3992" y="8418"/>
                    <a:pt x="3526" y="8418"/>
                  </a:cubicBezTo>
                  <a:lnTo>
                    <a:pt x="2632" y="8418"/>
                  </a:lnTo>
                  <a:cubicBezTo>
                    <a:pt x="2165" y="8418"/>
                    <a:pt x="1780" y="8139"/>
                    <a:pt x="1780" y="7776"/>
                  </a:cubicBezTo>
                  <a:lnTo>
                    <a:pt x="1780" y="6996"/>
                  </a:lnTo>
                  <a:cubicBezTo>
                    <a:pt x="1780" y="6636"/>
                    <a:pt x="2165" y="6357"/>
                    <a:pt x="2632" y="6357"/>
                  </a:cubicBezTo>
                  <a:close/>
                  <a:moveTo>
                    <a:pt x="3526" y="10815"/>
                  </a:moveTo>
                  <a:cubicBezTo>
                    <a:pt x="3992" y="10815"/>
                    <a:pt x="4364" y="11106"/>
                    <a:pt x="4364" y="11466"/>
                  </a:cubicBezTo>
                  <a:lnTo>
                    <a:pt x="4364" y="12246"/>
                  </a:lnTo>
                  <a:cubicBezTo>
                    <a:pt x="4364" y="12595"/>
                    <a:pt x="3992" y="12888"/>
                    <a:pt x="3526" y="12888"/>
                  </a:cubicBezTo>
                  <a:lnTo>
                    <a:pt x="2632" y="12888"/>
                  </a:lnTo>
                  <a:cubicBezTo>
                    <a:pt x="2165" y="12888"/>
                    <a:pt x="1780" y="12595"/>
                    <a:pt x="1780" y="12246"/>
                  </a:cubicBezTo>
                  <a:lnTo>
                    <a:pt x="1780" y="11466"/>
                  </a:lnTo>
                  <a:cubicBezTo>
                    <a:pt x="1780" y="11106"/>
                    <a:pt x="2165" y="10815"/>
                    <a:pt x="2632" y="10815"/>
                  </a:cubicBezTo>
                  <a:close/>
                  <a:moveTo>
                    <a:pt x="3526" y="15285"/>
                  </a:moveTo>
                  <a:cubicBezTo>
                    <a:pt x="3992" y="15285"/>
                    <a:pt x="4364" y="15576"/>
                    <a:pt x="4364" y="15936"/>
                  </a:cubicBezTo>
                  <a:lnTo>
                    <a:pt x="4364" y="16715"/>
                  </a:lnTo>
                  <a:cubicBezTo>
                    <a:pt x="4364" y="17065"/>
                    <a:pt x="3992" y="17358"/>
                    <a:pt x="3526" y="17358"/>
                  </a:cubicBezTo>
                  <a:lnTo>
                    <a:pt x="2632" y="17358"/>
                  </a:lnTo>
                  <a:cubicBezTo>
                    <a:pt x="2165" y="17358"/>
                    <a:pt x="1780" y="17065"/>
                    <a:pt x="1780" y="16715"/>
                  </a:cubicBezTo>
                  <a:lnTo>
                    <a:pt x="1780" y="15936"/>
                  </a:lnTo>
                  <a:cubicBezTo>
                    <a:pt x="1780" y="15576"/>
                    <a:pt x="2165" y="15285"/>
                    <a:pt x="2632" y="15285"/>
                  </a:cubicBezTo>
                  <a:close/>
                  <a:moveTo>
                    <a:pt x="3526" y="19755"/>
                  </a:moveTo>
                  <a:cubicBezTo>
                    <a:pt x="3992" y="19755"/>
                    <a:pt x="4364" y="20045"/>
                    <a:pt x="4364" y="20395"/>
                  </a:cubicBezTo>
                  <a:lnTo>
                    <a:pt x="4364" y="21185"/>
                  </a:lnTo>
                  <a:cubicBezTo>
                    <a:pt x="4364" y="21534"/>
                    <a:pt x="3992" y="21828"/>
                    <a:pt x="3526" y="21828"/>
                  </a:cubicBezTo>
                  <a:lnTo>
                    <a:pt x="2632" y="21828"/>
                  </a:lnTo>
                  <a:cubicBezTo>
                    <a:pt x="2165" y="21828"/>
                    <a:pt x="1780" y="21534"/>
                    <a:pt x="1780" y="21185"/>
                  </a:cubicBezTo>
                  <a:lnTo>
                    <a:pt x="1780" y="20395"/>
                  </a:lnTo>
                  <a:cubicBezTo>
                    <a:pt x="1780" y="20045"/>
                    <a:pt x="2165" y="19755"/>
                    <a:pt x="2632" y="19755"/>
                  </a:cubicBezTo>
                  <a:close/>
                  <a:moveTo>
                    <a:pt x="3526" y="24225"/>
                  </a:moveTo>
                  <a:cubicBezTo>
                    <a:pt x="3992" y="24225"/>
                    <a:pt x="4364" y="24515"/>
                    <a:pt x="4364" y="24865"/>
                  </a:cubicBezTo>
                  <a:lnTo>
                    <a:pt x="4364" y="25655"/>
                  </a:lnTo>
                  <a:cubicBezTo>
                    <a:pt x="4364" y="26004"/>
                    <a:pt x="3992" y="26298"/>
                    <a:pt x="3526" y="26298"/>
                  </a:cubicBezTo>
                  <a:lnTo>
                    <a:pt x="2632" y="26298"/>
                  </a:lnTo>
                  <a:cubicBezTo>
                    <a:pt x="2165" y="26298"/>
                    <a:pt x="1780" y="26004"/>
                    <a:pt x="1780" y="25655"/>
                  </a:cubicBezTo>
                  <a:lnTo>
                    <a:pt x="1780" y="24865"/>
                  </a:lnTo>
                  <a:cubicBezTo>
                    <a:pt x="1780" y="24515"/>
                    <a:pt x="2165" y="24225"/>
                    <a:pt x="2632" y="24225"/>
                  </a:cubicBezTo>
                  <a:close/>
                  <a:moveTo>
                    <a:pt x="3526" y="28695"/>
                  </a:moveTo>
                  <a:cubicBezTo>
                    <a:pt x="3992" y="28695"/>
                    <a:pt x="4364" y="28985"/>
                    <a:pt x="4364" y="29334"/>
                  </a:cubicBezTo>
                  <a:lnTo>
                    <a:pt x="4364" y="30125"/>
                  </a:lnTo>
                  <a:cubicBezTo>
                    <a:pt x="4364" y="30474"/>
                    <a:pt x="3992" y="30768"/>
                    <a:pt x="3526" y="30768"/>
                  </a:cubicBezTo>
                  <a:lnTo>
                    <a:pt x="2632" y="30768"/>
                  </a:lnTo>
                  <a:cubicBezTo>
                    <a:pt x="2165" y="30768"/>
                    <a:pt x="1780" y="30474"/>
                    <a:pt x="1780" y="30125"/>
                  </a:cubicBezTo>
                  <a:lnTo>
                    <a:pt x="1780" y="29334"/>
                  </a:lnTo>
                  <a:cubicBezTo>
                    <a:pt x="1780" y="28985"/>
                    <a:pt x="2165" y="28695"/>
                    <a:pt x="2632" y="28695"/>
                  </a:cubicBezTo>
                  <a:close/>
                  <a:moveTo>
                    <a:pt x="1361" y="1"/>
                  </a:moveTo>
                  <a:cubicBezTo>
                    <a:pt x="606" y="1"/>
                    <a:pt x="0" y="468"/>
                    <a:pt x="0" y="1037"/>
                  </a:cubicBezTo>
                  <a:lnTo>
                    <a:pt x="0" y="31617"/>
                  </a:lnTo>
                  <a:cubicBezTo>
                    <a:pt x="0" y="32187"/>
                    <a:pt x="606" y="32639"/>
                    <a:pt x="1361" y="32639"/>
                  </a:cubicBezTo>
                  <a:lnTo>
                    <a:pt x="61578" y="32639"/>
                  </a:lnTo>
                  <a:cubicBezTo>
                    <a:pt x="62321" y="32639"/>
                    <a:pt x="62927" y="32187"/>
                    <a:pt x="62927" y="31617"/>
                  </a:cubicBezTo>
                  <a:lnTo>
                    <a:pt x="62927" y="1037"/>
                  </a:lnTo>
                  <a:cubicBezTo>
                    <a:pt x="62927" y="468"/>
                    <a:pt x="62321" y="1"/>
                    <a:pt x="615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
            <p:cNvSpPr/>
            <p:nvPr/>
          </p:nvSpPr>
          <p:spPr>
            <a:xfrm>
              <a:off x="1188722" y="434991"/>
              <a:ext cx="20922" cy="4189589"/>
            </a:xfrm>
            <a:custGeom>
              <a:avLst/>
              <a:gdLst/>
              <a:ahLst/>
              <a:cxnLst/>
              <a:rect l="l" t="t" r="r" b="b"/>
              <a:pathLst>
                <a:path w="163" h="32640" extrusionOk="0">
                  <a:moveTo>
                    <a:pt x="1" y="1"/>
                  </a:moveTo>
                  <a:lnTo>
                    <a:pt x="1" y="32639"/>
                  </a:lnTo>
                  <a:lnTo>
                    <a:pt x="163" y="32639"/>
                  </a:lnTo>
                  <a:lnTo>
                    <a:pt x="163" y="1"/>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2"/>
            <p:cNvSpPr/>
            <p:nvPr/>
          </p:nvSpPr>
          <p:spPr>
            <a:xfrm>
              <a:off x="535771" y="502507"/>
              <a:ext cx="8132603" cy="4211666"/>
            </a:xfrm>
            <a:custGeom>
              <a:avLst/>
              <a:gdLst/>
              <a:ahLst/>
              <a:cxnLst/>
              <a:rect l="l" t="t" r="r" b="b"/>
              <a:pathLst>
                <a:path w="63359" h="32812" extrusionOk="0">
                  <a:moveTo>
                    <a:pt x="3889" y="2291"/>
                  </a:moveTo>
                  <a:cubicBezTo>
                    <a:pt x="4191" y="2291"/>
                    <a:pt x="4448" y="2478"/>
                    <a:pt x="4448" y="2710"/>
                  </a:cubicBezTo>
                  <a:lnTo>
                    <a:pt x="4448" y="3562"/>
                  </a:lnTo>
                  <a:cubicBezTo>
                    <a:pt x="4448" y="3794"/>
                    <a:pt x="4191" y="3981"/>
                    <a:pt x="3889" y="3981"/>
                  </a:cubicBezTo>
                  <a:lnTo>
                    <a:pt x="2912" y="3981"/>
                  </a:lnTo>
                  <a:cubicBezTo>
                    <a:pt x="2596" y="3981"/>
                    <a:pt x="2353" y="3794"/>
                    <a:pt x="2353" y="3562"/>
                  </a:cubicBezTo>
                  <a:lnTo>
                    <a:pt x="2353" y="2710"/>
                  </a:lnTo>
                  <a:cubicBezTo>
                    <a:pt x="2353" y="2478"/>
                    <a:pt x="2596" y="2291"/>
                    <a:pt x="2912" y="2291"/>
                  </a:cubicBezTo>
                  <a:close/>
                  <a:moveTo>
                    <a:pt x="3889" y="6716"/>
                  </a:moveTo>
                  <a:cubicBezTo>
                    <a:pt x="4191" y="6716"/>
                    <a:pt x="4448" y="6901"/>
                    <a:pt x="4448" y="7135"/>
                  </a:cubicBezTo>
                  <a:lnTo>
                    <a:pt x="4448" y="7984"/>
                  </a:lnTo>
                  <a:cubicBezTo>
                    <a:pt x="4448" y="8216"/>
                    <a:pt x="4191" y="8403"/>
                    <a:pt x="3889" y="8403"/>
                  </a:cubicBezTo>
                  <a:lnTo>
                    <a:pt x="2912" y="8403"/>
                  </a:lnTo>
                  <a:cubicBezTo>
                    <a:pt x="2596" y="8403"/>
                    <a:pt x="2353" y="8216"/>
                    <a:pt x="2353" y="7984"/>
                  </a:cubicBezTo>
                  <a:lnTo>
                    <a:pt x="2353" y="7135"/>
                  </a:lnTo>
                  <a:cubicBezTo>
                    <a:pt x="2353" y="6901"/>
                    <a:pt x="2596" y="6716"/>
                    <a:pt x="2912" y="6716"/>
                  </a:cubicBezTo>
                  <a:close/>
                  <a:moveTo>
                    <a:pt x="3889" y="11138"/>
                  </a:moveTo>
                  <a:cubicBezTo>
                    <a:pt x="4191" y="11138"/>
                    <a:pt x="4448" y="11326"/>
                    <a:pt x="4448" y="11558"/>
                  </a:cubicBezTo>
                  <a:lnTo>
                    <a:pt x="4448" y="12407"/>
                  </a:lnTo>
                  <a:cubicBezTo>
                    <a:pt x="4448" y="12641"/>
                    <a:pt x="4191" y="12826"/>
                    <a:pt x="3889" y="12826"/>
                  </a:cubicBezTo>
                  <a:lnTo>
                    <a:pt x="2912" y="12826"/>
                  </a:lnTo>
                  <a:cubicBezTo>
                    <a:pt x="2596" y="12826"/>
                    <a:pt x="2353" y="12641"/>
                    <a:pt x="2353" y="12407"/>
                  </a:cubicBezTo>
                  <a:lnTo>
                    <a:pt x="2353" y="11558"/>
                  </a:lnTo>
                  <a:cubicBezTo>
                    <a:pt x="2353" y="11326"/>
                    <a:pt x="2596" y="11138"/>
                    <a:pt x="2912" y="11138"/>
                  </a:cubicBezTo>
                  <a:close/>
                  <a:moveTo>
                    <a:pt x="3889" y="15561"/>
                  </a:moveTo>
                  <a:cubicBezTo>
                    <a:pt x="4191" y="15561"/>
                    <a:pt x="4448" y="15748"/>
                    <a:pt x="4448" y="15980"/>
                  </a:cubicBezTo>
                  <a:lnTo>
                    <a:pt x="4448" y="16832"/>
                  </a:lnTo>
                  <a:cubicBezTo>
                    <a:pt x="4448" y="17064"/>
                    <a:pt x="4191" y="17251"/>
                    <a:pt x="3889" y="17251"/>
                  </a:cubicBezTo>
                  <a:lnTo>
                    <a:pt x="2912" y="17251"/>
                  </a:lnTo>
                  <a:cubicBezTo>
                    <a:pt x="2596" y="17251"/>
                    <a:pt x="2353" y="17064"/>
                    <a:pt x="2353" y="16832"/>
                  </a:cubicBezTo>
                  <a:lnTo>
                    <a:pt x="2353" y="15980"/>
                  </a:lnTo>
                  <a:cubicBezTo>
                    <a:pt x="2353" y="15748"/>
                    <a:pt x="2596" y="15561"/>
                    <a:pt x="2912" y="15561"/>
                  </a:cubicBezTo>
                  <a:close/>
                  <a:moveTo>
                    <a:pt x="3889" y="19986"/>
                  </a:moveTo>
                  <a:cubicBezTo>
                    <a:pt x="4191" y="19986"/>
                    <a:pt x="4448" y="20170"/>
                    <a:pt x="4448" y="20405"/>
                  </a:cubicBezTo>
                  <a:lnTo>
                    <a:pt x="4448" y="21254"/>
                  </a:lnTo>
                  <a:cubicBezTo>
                    <a:pt x="4448" y="21486"/>
                    <a:pt x="4191" y="21673"/>
                    <a:pt x="3889" y="21673"/>
                  </a:cubicBezTo>
                  <a:lnTo>
                    <a:pt x="2912" y="21673"/>
                  </a:lnTo>
                  <a:cubicBezTo>
                    <a:pt x="2596" y="21673"/>
                    <a:pt x="2353" y="21486"/>
                    <a:pt x="2353" y="21254"/>
                  </a:cubicBezTo>
                  <a:lnTo>
                    <a:pt x="2353" y="20405"/>
                  </a:lnTo>
                  <a:cubicBezTo>
                    <a:pt x="2353" y="20170"/>
                    <a:pt x="2596" y="19986"/>
                    <a:pt x="2912" y="19986"/>
                  </a:cubicBezTo>
                  <a:close/>
                  <a:moveTo>
                    <a:pt x="3889" y="24408"/>
                  </a:moveTo>
                  <a:cubicBezTo>
                    <a:pt x="4191" y="24408"/>
                    <a:pt x="4448" y="24596"/>
                    <a:pt x="4448" y="24827"/>
                  </a:cubicBezTo>
                  <a:lnTo>
                    <a:pt x="4448" y="25677"/>
                  </a:lnTo>
                  <a:cubicBezTo>
                    <a:pt x="4448" y="25911"/>
                    <a:pt x="4191" y="26096"/>
                    <a:pt x="3889" y="26096"/>
                  </a:cubicBezTo>
                  <a:lnTo>
                    <a:pt x="2912" y="26096"/>
                  </a:lnTo>
                  <a:cubicBezTo>
                    <a:pt x="2596" y="26096"/>
                    <a:pt x="2353" y="25911"/>
                    <a:pt x="2353" y="25677"/>
                  </a:cubicBezTo>
                  <a:lnTo>
                    <a:pt x="2353" y="24827"/>
                  </a:lnTo>
                  <a:cubicBezTo>
                    <a:pt x="2353" y="24596"/>
                    <a:pt x="2596" y="24408"/>
                    <a:pt x="2912" y="24408"/>
                  </a:cubicBezTo>
                  <a:close/>
                  <a:moveTo>
                    <a:pt x="3889" y="28831"/>
                  </a:moveTo>
                  <a:cubicBezTo>
                    <a:pt x="4191" y="28831"/>
                    <a:pt x="4448" y="29018"/>
                    <a:pt x="4448" y="29250"/>
                  </a:cubicBezTo>
                  <a:lnTo>
                    <a:pt x="4448" y="30102"/>
                  </a:lnTo>
                  <a:cubicBezTo>
                    <a:pt x="4448" y="30334"/>
                    <a:pt x="4191" y="30521"/>
                    <a:pt x="3889" y="30521"/>
                  </a:cubicBezTo>
                  <a:lnTo>
                    <a:pt x="2912" y="30521"/>
                  </a:lnTo>
                  <a:cubicBezTo>
                    <a:pt x="2596" y="30521"/>
                    <a:pt x="2353" y="30334"/>
                    <a:pt x="2353" y="30102"/>
                  </a:cubicBezTo>
                  <a:lnTo>
                    <a:pt x="2353" y="29250"/>
                  </a:lnTo>
                  <a:cubicBezTo>
                    <a:pt x="2353" y="29018"/>
                    <a:pt x="2596" y="28831"/>
                    <a:pt x="2912" y="28831"/>
                  </a:cubicBezTo>
                  <a:close/>
                  <a:moveTo>
                    <a:pt x="1677" y="0"/>
                  </a:moveTo>
                  <a:cubicBezTo>
                    <a:pt x="758" y="0"/>
                    <a:pt x="1" y="570"/>
                    <a:pt x="1" y="1268"/>
                  </a:cubicBezTo>
                  <a:lnTo>
                    <a:pt x="1" y="31543"/>
                  </a:lnTo>
                  <a:cubicBezTo>
                    <a:pt x="1" y="32242"/>
                    <a:pt x="758" y="32812"/>
                    <a:pt x="1677" y="32812"/>
                  </a:cubicBezTo>
                  <a:lnTo>
                    <a:pt x="61671" y="32812"/>
                  </a:lnTo>
                  <a:cubicBezTo>
                    <a:pt x="62601" y="32812"/>
                    <a:pt x="63358" y="32242"/>
                    <a:pt x="63358" y="31543"/>
                  </a:cubicBezTo>
                  <a:lnTo>
                    <a:pt x="63358" y="1268"/>
                  </a:lnTo>
                  <a:cubicBezTo>
                    <a:pt x="63358" y="570"/>
                    <a:pt x="62601" y="0"/>
                    <a:pt x="616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2"/>
            <p:cNvSpPr/>
            <p:nvPr/>
          </p:nvSpPr>
          <p:spPr>
            <a:xfrm>
              <a:off x="535746" y="495832"/>
              <a:ext cx="8132603" cy="4211666"/>
            </a:xfrm>
            <a:custGeom>
              <a:avLst/>
              <a:gdLst/>
              <a:ahLst/>
              <a:cxnLst/>
              <a:rect l="l" t="t" r="r" b="b"/>
              <a:pathLst>
                <a:path w="63359" h="32812" extrusionOk="0">
                  <a:moveTo>
                    <a:pt x="3889" y="2291"/>
                  </a:moveTo>
                  <a:cubicBezTo>
                    <a:pt x="4191" y="2291"/>
                    <a:pt x="4448" y="2478"/>
                    <a:pt x="4448" y="2710"/>
                  </a:cubicBezTo>
                  <a:lnTo>
                    <a:pt x="4448" y="3562"/>
                  </a:lnTo>
                  <a:cubicBezTo>
                    <a:pt x="4448" y="3794"/>
                    <a:pt x="4191" y="3981"/>
                    <a:pt x="3889" y="3981"/>
                  </a:cubicBezTo>
                  <a:lnTo>
                    <a:pt x="2912" y="3981"/>
                  </a:lnTo>
                  <a:cubicBezTo>
                    <a:pt x="2596" y="3981"/>
                    <a:pt x="2353" y="3794"/>
                    <a:pt x="2353" y="3562"/>
                  </a:cubicBezTo>
                  <a:lnTo>
                    <a:pt x="2353" y="2710"/>
                  </a:lnTo>
                  <a:cubicBezTo>
                    <a:pt x="2353" y="2478"/>
                    <a:pt x="2596" y="2291"/>
                    <a:pt x="2912" y="2291"/>
                  </a:cubicBezTo>
                  <a:close/>
                  <a:moveTo>
                    <a:pt x="3889" y="6716"/>
                  </a:moveTo>
                  <a:cubicBezTo>
                    <a:pt x="4191" y="6716"/>
                    <a:pt x="4448" y="6901"/>
                    <a:pt x="4448" y="7135"/>
                  </a:cubicBezTo>
                  <a:lnTo>
                    <a:pt x="4448" y="7984"/>
                  </a:lnTo>
                  <a:cubicBezTo>
                    <a:pt x="4448" y="8216"/>
                    <a:pt x="4191" y="8403"/>
                    <a:pt x="3889" y="8403"/>
                  </a:cubicBezTo>
                  <a:lnTo>
                    <a:pt x="2912" y="8403"/>
                  </a:lnTo>
                  <a:cubicBezTo>
                    <a:pt x="2596" y="8403"/>
                    <a:pt x="2353" y="8216"/>
                    <a:pt x="2353" y="7984"/>
                  </a:cubicBezTo>
                  <a:lnTo>
                    <a:pt x="2353" y="7135"/>
                  </a:lnTo>
                  <a:cubicBezTo>
                    <a:pt x="2353" y="6901"/>
                    <a:pt x="2596" y="6716"/>
                    <a:pt x="2912" y="6716"/>
                  </a:cubicBezTo>
                  <a:close/>
                  <a:moveTo>
                    <a:pt x="3889" y="11138"/>
                  </a:moveTo>
                  <a:cubicBezTo>
                    <a:pt x="4191" y="11138"/>
                    <a:pt x="4448" y="11326"/>
                    <a:pt x="4448" y="11558"/>
                  </a:cubicBezTo>
                  <a:lnTo>
                    <a:pt x="4448" y="12407"/>
                  </a:lnTo>
                  <a:cubicBezTo>
                    <a:pt x="4448" y="12641"/>
                    <a:pt x="4191" y="12826"/>
                    <a:pt x="3889" y="12826"/>
                  </a:cubicBezTo>
                  <a:lnTo>
                    <a:pt x="2912" y="12826"/>
                  </a:lnTo>
                  <a:cubicBezTo>
                    <a:pt x="2596" y="12826"/>
                    <a:pt x="2353" y="12641"/>
                    <a:pt x="2353" y="12407"/>
                  </a:cubicBezTo>
                  <a:lnTo>
                    <a:pt x="2353" y="11558"/>
                  </a:lnTo>
                  <a:cubicBezTo>
                    <a:pt x="2353" y="11326"/>
                    <a:pt x="2596" y="11138"/>
                    <a:pt x="2912" y="11138"/>
                  </a:cubicBezTo>
                  <a:close/>
                  <a:moveTo>
                    <a:pt x="3889" y="15561"/>
                  </a:moveTo>
                  <a:cubicBezTo>
                    <a:pt x="4191" y="15561"/>
                    <a:pt x="4448" y="15748"/>
                    <a:pt x="4448" y="15980"/>
                  </a:cubicBezTo>
                  <a:lnTo>
                    <a:pt x="4448" y="16832"/>
                  </a:lnTo>
                  <a:cubicBezTo>
                    <a:pt x="4448" y="17064"/>
                    <a:pt x="4191" y="17251"/>
                    <a:pt x="3889" y="17251"/>
                  </a:cubicBezTo>
                  <a:lnTo>
                    <a:pt x="2912" y="17251"/>
                  </a:lnTo>
                  <a:cubicBezTo>
                    <a:pt x="2596" y="17251"/>
                    <a:pt x="2353" y="17064"/>
                    <a:pt x="2353" y="16832"/>
                  </a:cubicBezTo>
                  <a:lnTo>
                    <a:pt x="2353" y="15980"/>
                  </a:lnTo>
                  <a:cubicBezTo>
                    <a:pt x="2353" y="15748"/>
                    <a:pt x="2596" y="15561"/>
                    <a:pt x="2912" y="15561"/>
                  </a:cubicBezTo>
                  <a:close/>
                  <a:moveTo>
                    <a:pt x="3889" y="19986"/>
                  </a:moveTo>
                  <a:cubicBezTo>
                    <a:pt x="4191" y="19986"/>
                    <a:pt x="4448" y="20170"/>
                    <a:pt x="4448" y="20405"/>
                  </a:cubicBezTo>
                  <a:lnTo>
                    <a:pt x="4448" y="21254"/>
                  </a:lnTo>
                  <a:cubicBezTo>
                    <a:pt x="4448" y="21486"/>
                    <a:pt x="4191" y="21673"/>
                    <a:pt x="3889" y="21673"/>
                  </a:cubicBezTo>
                  <a:lnTo>
                    <a:pt x="2912" y="21673"/>
                  </a:lnTo>
                  <a:cubicBezTo>
                    <a:pt x="2596" y="21673"/>
                    <a:pt x="2353" y="21486"/>
                    <a:pt x="2353" y="21254"/>
                  </a:cubicBezTo>
                  <a:lnTo>
                    <a:pt x="2353" y="20405"/>
                  </a:lnTo>
                  <a:cubicBezTo>
                    <a:pt x="2353" y="20170"/>
                    <a:pt x="2596" y="19986"/>
                    <a:pt x="2912" y="19986"/>
                  </a:cubicBezTo>
                  <a:close/>
                  <a:moveTo>
                    <a:pt x="3889" y="24408"/>
                  </a:moveTo>
                  <a:cubicBezTo>
                    <a:pt x="4191" y="24408"/>
                    <a:pt x="4448" y="24596"/>
                    <a:pt x="4448" y="24827"/>
                  </a:cubicBezTo>
                  <a:lnTo>
                    <a:pt x="4448" y="25677"/>
                  </a:lnTo>
                  <a:cubicBezTo>
                    <a:pt x="4448" y="25911"/>
                    <a:pt x="4191" y="26096"/>
                    <a:pt x="3889" y="26096"/>
                  </a:cubicBezTo>
                  <a:lnTo>
                    <a:pt x="2912" y="26096"/>
                  </a:lnTo>
                  <a:cubicBezTo>
                    <a:pt x="2596" y="26096"/>
                    <a:pt x="2353" y="25911"/>
                    <a:pt x="2353" y="25677"/>
                  </a:cubicBezTo>
                  <a:lnTo>
                    <a:pt x="2353" y="24827"/>
                  </a:lnTo>
                  <a:cubicBezTo>
                    <a:pt x="2353" y="24596"/>
                    <a:pt x="2596" y="24408"/>
                    <a:pt x="2912" y="24408"/>
                  </a:cubicBezTo>
                  <a:close/>
                  <a:moveTo>
                    <a:pt x="3889" y="28831"/>
                  </a:moveTo>
                  <a:cubicBezTo>
                    <a:pt x="4191" y="28831"/>
                    <a:pt x="4448" y="29018"/>
                    <a:pt x="4448" y="29250"/>
                  </a:cubicBezTo>
                  <a:lnTo>
                    <a:pt x="4448" y="30102"/>
                  </a:lnTo>
                  <a:cubicBezTo>
                    <a:pt x="4448" y="30334"/>
                    <a:pt x="4191" y="30521"/>
                    <a:pt x="3889" y="30521"/>
                  </a:cubicBezTo>
                  <a:lnTo>
                    <a:pt x="2912" y="30521"/>
                  </a:lnTo>
                  <a:cubicBezTo>
                    <a:pt x="2596" y="30521"/>
                    <a:pt x="2353" y="30334"/>
                    <a:pt x="2353" y="30102"/>
                  </a:cubicBezTo>
                  <a:lnTo>
                    <a:pt x="2353" y="29250"/>
                  </a:lnTo>
                  <a:cubicBezTo>
                    <a:pt x="2353" y="29018"/>
                    <a:pt x="2596" y="28831"/>
                    <a:pt x="2912" y="28831"/>
                  </a:cubicBezTo>
                  <a:close/>
                  <a:moveTo>
                    <a:pt x="1677" y="0"/>
                  </a:moveTo>
                  <a:cubicBezTo>
                    <a:pt x="758" y="0"/>
                    <a:pt x="1" y="570"/>
                    <a:pt x="1" y="1268"/>
                  </a:cubicBezTo>
                  <a:lnTo>
                    <a:pt x="1" y="31543"/>
                  </a:lnTo>
                  <a:cubicBezTo>
                    <a:pt x="1" y="32242"/>
                    <a:pt x="758" y="32812"/>
                    <a:pt x="1677" y="32812"/>
                  </a:cubicBezTo>
                  <a:lnTo>
                    <a:pt x="61671" y="32812"/>
                  </a:lnTo>
                  <a:cubicBezTo>
                    <a:pt x="62601" y="32812"/>
                    <a:pt x="63358" y="32242"/>
                    <a:pt x="63358" y="31543"/>
                  </a:cubicBezTo>
                  <a:lnTo>
                    <a:pt x="63358" y="1268"/>
                  </a:lnTo>
                  <a:cubicBezTo>
                    <a:pt x="63358" y="570"/>
                    <a:pt x="62601" y="0"/>
                    <a:pt x="61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
            <p:cNvSpPr/>
            <p:nvPr/>
          </p:nvSpPr>
          <p:spPr>
            <a:xfrm>
              <a:off x="193700" y="3190042"/>
              <a:ext cx="715850" cy="95883"/>
            </a:xfrm>
            <a:custGeom>
              <a:avLst/>
              <a:gdLst/>
              <a:ahLst/>
              <a:cxnLst/>
              <a:rect l="l" t="t" r="r" b="b"/>
              <a:pathLst>
                <a:path w="5577" h="747" extrusionOk="0">
                  <a:moveTo>
                    <a:pt x="327" y="1"/>
                  </a:moveTo>
                  <a:cubicBezTo>
                    <a:pt x="151" y="1"/>
                    <a:pt x="0" y="177"/>
                    <a:pt x="0" y="375"/>
                  </a:cubicBezTo>
                  <a:cubicBezTo>
                    <a:pt x="0" y="585"/>
                    <a:pt x="151" y="747"/>
                    <a:pt x="327" y="747"/>
                  </a:cubicBezTo>
                  <a:lnTo>
                    <a:pt x="5250" y="747"/>
                  </a:lnTo>
                  <a:cubicBezTo>
                    <a:pt x="5426" y="747"/>
                    <a:pt x="5577" y="585"/>
                    <a:pt x="5577" y="375"/>
                  </a:cubicBezTo>
                  <a:cubicBezTo>
                    <a:pt x="5577" y="177"/>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195112" y="3190042"/>
              <a:ext cx="714438" cy="95883"/>
            </a:xfrm>
            <a:custGeom>
              <a:avLst/>
              <a:gdLst/>
              <a:ahLst/>
              <a:cxnLst/>
              <a:rect l="l" t="t" r="r" b="b"/>
              <a:pathLst>
                <a:path w="5566" h="747" extrusionOk="0">
                  <a:moveTo>
                    <a:pt x="316" y="1"/>
                  </a:moveTo>
                  <a:cubicBezTo>
                    <a:pt x="163" y="1"/>
                    <a:pt x="37" y="129"/>
                    <a:pt x="1" y="294"/>
                  </a:cubicBezTo>
                  <a:lnTo>
                    <a:pt x="4901" y="294"/>
                  </a:lnTo>
                  <a:cubicBezTo>
                    <a:pt x="5088" y="294"/>
                    <a:pt x="5228" y="456"/>
                    <a:pt x="5228" y="666"/>
                  </a:cubicBezTo>
                  <a:cubicBezTo>
                    <a:pt x="5228" y="699"/>
                    <a:pt x="5228" y="724"/>
                    <a:pt x="5216" y="747"/>
                  </a:cubicBezTo>
                  <a:lnTo>
                    <a:pt x="5239" y="747"/>
                  </a:lnTo>
                  <a:cubicBezTo>
                    <a:pt x="5415" y="747"/>
                    <a:pt x="5566" y="585"/>
                    <a:pt x="5566" y="375"/>
                  </a:cubicBezTo>
                  <a:cubicBezTo>
                    <a:pt x="5566" y="177"/>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220527" y="3237663"/>
              <a:ext cx="29907" cy="33758"/>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2"/>
            <p:cNvSpPr/>
            <p:nvPr/>
          </p:nvSpPr>
          <p:spPr>
            <a:xfrm>
              <a:off x="271869" y="3250499"/>
              <a:ext cx="21564" cy="19767"/>
            </a:xfrm>
            <a:custGeom>
              <a:avLst/>
              <a:gdLst/>
              <a:ahLst/>
              <a:cxnLst/>
              <a:rect l="l" t="t" r="r" b="b"/>
              <a:pathLst>
                <a:path w="168" h="154" extrusionOk="0">
                  <a:moveTo>
                    <a:pt x="71" y="1"/>
                  </a:moveTo>
                  <a:cubicBezTo>
                    <a:pt x="35" y="1"/>
                    <a:pt x="1" y="38"/>
                    <a:pt x="9" y="88"/>
                  </a:cubicBezTo>
                  <a:lnTo>
                    <a:pt x="9" y="102"/>
                  </a:lnTo>
                  <a:cubicBezTo>
                    <a:pt x="16" y="139"/>
                    <a:pt x="37" y="153"/>
                    <a:pt x="60" y="153"/>
                  </a:cubicBezTo>
                  <a:cubicBezTo>
                    <a:pt x="110" y="153"/>
                    <a:pt x="167" y="88"/>
                    <a:pt x="112" y="32"/>
                  </a:cubicBezTo>
                  <a:lnTo>
                    <a:pt x="112" y="19"/>
                  </a:lnTo>
                  <a:cubicBezTo>
                    <a:pt x="100" y="6"/>
                    <a:pt x="85" y="1"/>
                    <a:pt x="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193700" y="3066306"/>
              <a:ext cx="715850" cy="95498"/>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195112" y="3066306"/>
              <a:ext cx="714438" cy="95498"/>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2"/>
                    <a:pt x="5216" y="744"/>
                  </a:cubicBezTo>
                  <a:lnTo>
                    <a:pt x="5239" y="744"/>
                  </a:lnTo>
                  <a:cubicBezTo>
                    <a:pt x="5415" y="744"/>
                    <a:pt x="5566" y="582"/>
                    <a:pt x="5566" y="372"/>
                  </a:cubicBezTo>
                  <a:cubicBezTo>
                    <a:pt x="5566" y="163"/>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223479" y="3119960"/>
              <a:ext cx="25543" cy="26955"/>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266864" y="3135234"/>
              <a:ext cx="10525" cy="9884"/>
            </a:xfrm>
            <a:custGeom>
              <a:avLst/>
              <a:gdLst/>
              <a:ahLst/>
              <a:cxnLst/>
              <a:rect l="l" t="t" r="r" b="b"/>
              <a:pathLst>
                <a:path w="82" h="77" extrusionOk="0">
                  <a:moveTo>
                    <a:pt x="43" y="0"/>
                  </a:moveTo>
                  <a:cubicBezTo>
                    <a:pt x="30" y="0"/>
                    <a:pt x="16" y="7"/>
                    <a:pt x="11" y="23"/>
                  </a:cubicBezTo>
                  <a:cubicBezTo>
                    <a:pt x="0" y="34"/>
                    <a:pt x="0" y="45"/>
                    <a:pt x="11" y="56"/>
                  </a:cubicBezTo>
                  <a:cubicBezTo>
                    <a:pt x="16" y="70"/>
                    <a:pt x="27" y="77"/>
                    <a:pt x="40" y="77"/>
                  </a:cubicBezTo>
                  <a:cubicBezTo>
                    <a:pt x="60" y="77"/>
                    <a:pt x="81" y="61"/>
                    <a:pt x="81" y="34"/>
                  </a:cubicBezTo>
                  <a:cubicBezTo>
                    <a:pt x="81" y="13"/>
                    <a:pt x="62" y="0"/>
                    <a:pt x="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
            <p:cNvSpPr/>
            <p:nvPr/>
          </p:nvSpPr>
          <p:spPr>
            <a:xfrm>
              <a:off x="193700" y="2622449"/>
              <a:ext cx="715850" cy="95883"/>
            </a:xfrm>
            <a:custGeom>
              <a:avLst/>
              <a:gdLst/>
              <a:ahLst/>
              <a:cxnLst/>
              <a:rect l="l" t="t" r="r" b="b"/>
              <a:pathLst>
                <a:path w="5577" h="747" extrusionOk="0">
                  <a:moveTo>
                    <a:pt x="327" y="0"/>
                  </a:moveTo>
                  <a:cubicBezTo>
                    <a:pt x="151" y="0"/>
                    <a:pt x="0" y="162"/>
                    <a:pt x="0" y="372"/>
                  </a:cubicBezTo>
                  <a:cubicBezTo>
                    <a:pt x="0" y="581"/>
                    <a:pt x="151" y="746"/>
                    <a:pt x="327" y="746"/>
                  </a:cubicBezTo>
                  <a:lnTo>
                    <a:pt x="5250" y="746"/>
                  </a:lnTo>
                  <a:cubicBezTo>
                    <a:pt x="5426" y="746"/>
                    <a:pt x="5577" y="581"/>
                    <a:pt x="5577" y="372"/>
                  </a:cubicBezTo>
                  <a:cubicBezTo>
                    <a:pt x="5577" y="162"/>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2"/>
            <p:cNvSpPr/>
            <p:nvPr/>
          </p:nvSpPr>
          <p:spPr>
            <a:xfrm>
              <a:off x="195112" y="2622449"/>
              <a:ext cx="714438" cy="95883"/>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1"/>
                    <a:pt x="5566" y="372"/>
                  </a:cubicBezTo>
                  <a:cubicBezTo>
                    <a:pt x="5566" y="162"/>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2"/>
            <p:cNvSpPr/>
            <p:nvPr/>
          </p:nvSpPr>
          <p:spPr>
            <a:xfrm>
              <a:off x="220527" y="2669941"/>
              <a:ext cx="29907" cy="33758"/>
            </a:xfrm>
            <a:custGeom>
              <a:avLst/>
              <a:gdLst/>
              <a:ahLst/>
              <a:cxnLst/>
              <a:rect l="l" t="t" r="r" b="b"/>
              <a:pathLst>
                <a:path w="233" h="263" extrusionOk="0">
                  <a:moveTo>
                    <a:pt x="117" y="0"/>
                  </a:moveTo>
                  <a:cubicBezTo>
                    <a:pt x="59" y="0"/>
                    <a:pt x="1" y="44"/>
                    <a:pt x="1" y="130"/>
                  </a:cubicBezTo>
                  <a:cubicBezTo>
                    <a:pt x="1" y="218"/>
                    <a:pt x="59" y="262"/>
                    <a:pt x="117" y="262"/>
                  </a:cubicBezTo>
                  <a:cubicBezTo>
                    <a:pt x="175" y="262"/>
                    <a:pt x="233" y="218"/>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271869" y="2682776"/>
              <a:ext cx="21564" cy="19639"/>
            </a:xfrm>
            <a:custGeom>
              <a:avLst/>
              <a:gdLst/>
              <a:ahLst/>
              <a:cxnLst/>
              <a:rect l="l" t="t" r="r" b="b"/>
              <a:pathLst>
                <a:path w="168" h="153" extrusionOk="0">
                  <a:moveTo>
                    <a:pt x="71" y="0"/>
                  </a:moveTo>
                  <a:cubicBezTo>
                    <a:pt x="35" y="0"/>
                    <a:pt x="1" y="39"/>
                    <a:pt x="9" y="89"/>
                  </a:cubicBezTo>
                  <a:lnTo>
                    <a:pt x="9" y="100"/>
                  </a:lnTo>
                  <a:cubicBezTo>
                    <a:pt x="16" y="138"/>
                    <a:pt x="37" y="152"/>
                    <a:pt x="60" y="152"/>
                  </a:cubicBezTo>
                  <a:cubicBezTo>
                    <a:pt x="110" y="152"/>
                    <a:pt x="167" y="85"/>
                    <a:pt x="112" y="30"/>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
            <p:cNvSpPr/>
            <p:nvPr/>
          </p:nvSpPr>
          <p:spPr>
            <a:xfrm>
              <a:off x="193700" y="2498327"/>
              <a:ext cx="715850" cy="95883"/>
            </a:xfrm>
            <a:custGeom>
              <a:avLst/>
              <a:gdLst/>
              <a:ahLst/>
              <a:cxnLst/>
              <a:rect l="l" t="t" r="r" b="b"/>
              <a:pathLst>
                <a:path w="5577" h="747" extrusionOk="0">
                  <a:moveTo>
                    <a:pt x="327" y="1"/>
                  </a:moveTo>
                  <a:cubicBezTo>
                    <a:pt x="151" y="1"/>
                    <a:pt x="0" y="165"/>
                    <a:pt x="0" y="375"/>
                  </a:cubicBezTo>
                  <a:cubicBezTo>
                    <a:pt x="0" y="585"/>
                    <a:pt x="151" y="747"/>
                    <a:pt x="327" y="747"/>
                  </a:cubicBezTo>
                  <a:lnTo>
                    <a:pt x="5250" y="747"/>
                  </a:lnTo>
                  <a:cubicBezTo>
                    <a:pt x="5426" y="747"/>
                    <a:pt x="5577" y="585"/>
                    <a:pt x="5577" y="375"/>
                  </a:cubicBezTo>
                  <a:cubicBezTo>
                    <a:pt x="5577" y="165"/>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2"/>
            <p:cNvSpPr/>
            <p:nvPr/>
          </p:nvSpPr>
          <p:spPr>
            <a:xfrm>
              <a:off x="195112" y="2498327"/>
              <a:ext cx="714438" cy="95883"/>
            </a:xfrm>
            <a:custGeom>
              <a:avLst/>
              <a:gdLst/>
              <a:ahLst/>
              <a:cxnLst/>
              <a:rect l="l" t="t" r="r" b="b"/>
              <a:pathLst>
                <a:path w="5566" h="747" extrusionOk="0">
                  <a:moveTo>
                    <a:pt x="316" y="1"/>
                  </a:moveTo>
                  <a:cubicBezTo>
                    <a:pt x="163" y="1"/>
                    <a:pt x="37" y="118"/>
                    <a:pt x="1" y="291"/>
                  </a:cubicBezTo>
                  <a:lnTo>
                    <a:pt x="4901" y="291"/>
                  </a:lnTo>
                  <a:cubicBezTo>
                    <a:pt x="5088" y="291"/>
                    <a:pt x="5228" y="456"/>
                    <a:pt x="5228" y="666"/>
                  </a:cubicBezTo>
                  <a:cubicBezTo>
                    <a:pt x="5228" y="688"/>
                    <a:pt x="5228" y="724"/>
                    <a:pt x="5216" y="747"/>
                  </a:cubicBezTo>
                  <a:lnTo>
                    <a:pt x="5239" y="747"/>
                  </a:lnTo>
                  <a:cubicBezTo>
                    <a:pt x="5415" y="747"/>
                    <a:pt x="5566" y="585"/>
                    <a:pt x="5566" y="375"/>
                  </a:cubicBezTo>
                  <a:cubicBezTo>
                    <a:pt x="5566" y="165"/>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2"/>
            <p:cNvSpPr/>
            <p:nvPr/>
          </p:nvSpPr>
          <p:spPr>
            <a:xfrm>
              <a:off x="223479" y="2552366"/>
              <a:ext cx="25543" cy="26955"/>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
            <p:cNvSpPr/>
            <p:nvPr/>
          </p:nvSpPr>
          <p:spPr>
            <a:xfrm>
              <a:off x="266864" y="2566100"/>
              <a:ext cx="10525" cy="11295"/>
            </a:xfrm>
            <a:custGeom>
              <a:avLst/>
              <a:gdLst/>
              <a:ahLst/>
              <a:cxnLst/>
              <a:rect l="l" t="t" r="r" b="b"/>
              <a:pathLst>
                <a:path w="82" h="88" extrusionOk="0">
                  <a:moveTo>
                    <a:pt x="40" y="1"/>
                  </a:moveTo>
                  <a:cubicBezTo>
                    <a:pt x="28" y="1"/>
                    <a:pt x="16" y="7"/>
                    <a:pt x="11" y="20"/>
                  </a:cubicBezTo>
                  <a:lnTo>
                    <a:pt x="11" y="31"/>
                  </a:lnTo>
                  <a:cubicBezTo>
                    <a:pt x="0" y="43"/>
                    <a:pt x="0" y="57"/>
                    <a:pt x="11" y="68"/>
                  </a:cubicBezTo>
                  <a:cubicBezTo>
                    <a:pt x="16" y="81"/>
                    <a:pt x="27" y="87"/>
                    <a:pt x="40" y="87"/>
                  </a:cubicBezTo>
                  <a:cubicBezTo>
                    <a:pt x="59" y="87"/>
                    <a:pt x="81" y="72"/>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2"/>
            <p:cNvSpPr/>
            <p:nvPr/>
          </p:nvSpPr>
          <p:spPr>
            <a:xfrm>
              <a:off x="193700" y="2057678"/>
              <a:ext cx="715850" cy="95883"/>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2"/>
            <p:cNvSpPr/>
            <p:nvPr/>
          </p:nvSpPr>
          <p:spPr>
            <a:xfrm>
              <a:off x="195112" y="2057678"/>
              <a:ext cx="714438" cy="95883"/>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2"/>
            <p:cNvSpPr/>
            <p:nvPr/>
          </p:nvSpPr>
          <p:spPr>
            <a:xfrm>
              <a:off x="220527" y="2104144"/>
              <a:ext cx="29907" cy="34785"/>
            </a:xfrm>
            <a:custGeom>
              <a:avLst/>
              <a:gdLst/>
              <a:ahLst/>
              <a:cxnLst/>
              <a:rect l="l" t="t" r="r" b="b"/>
              <a:pathLst>
                <a:path w="233" h="271" extrusionOk="0">
                  <a:moveTo>
                    <a:pt x="117" y="0"/>
                  </a:moveTo>
                  <a:cubicBezTo>
                    <a:pt x="59" y="0"/>
                    <a:pt x="1" y="46"/>
                    <a:pt x="1" y="138"/>
                  </a:cubicBezTo>
                  <a:cubicBezTo>
                    <a:pt x="1" y="226"/>
                    <a:pt x="59" y="270"/>
                    <a:pt x="117" y="270"/>
                  </a:cubicBezTo>
                  <a:cubicBezTo>
                    <a:pt x="175" y="270"/>
                    <a:pt x="233" y="226"/>
                    <a:pt x="233" y="138"/>
                  </a:cubicBezTo>
                  <a:cubicBezTo>
                    <a:pt x="233" y="46"/>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271998" y="2117621"/>
              <a:ext cx="21436" cy="19254"/>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193700" y="1932145"/>
              <a:ext cx="715850" cy="95883"/>
            </a:xfrm>
            <a:custGeom>
              <a:avLst/>
              <a:gdLst/>
              <a:ahLst/>
              <a:cxnLst/>
              <a:rect l="l" t="t" r="r" b="b"/>
              <a:pathLst>
                <a:path w="5577" h="747" extrusionOk="0">
                  <a:moveTo>
                    <a:pt x="327" y="0"/>
                  </a:moveTo>
                  <a:cubicBezTo>
                    <a:pt x="151" y="0"/>
                    <a:pt x="0" y="176"/>
                    <a:pt x="0" y="372"/>
                  </a:cubicBezTo>
                  <a:cubicBezTo>
                    <a:pt x="0" y="582"/>
                    <a:pt x="151" y="746"/>
                    <a:pt x="327" y="746"/>
                  </a:cubicBezTo>
                  <a:lnTo>
                    <a:pt x="5250" y="746"/>
                  </a:lnTo>
                  <a:cubicBezTo>
                    <a:pt x="5426" y="746"/>
                    <a:pt x="5577" y="582"/>
                    <a:pt x="5577" y="372"/>
                  </a:cubicBezTo>
                  <a:cubicBezTo>
                    <a:pt x="5577" y="176"/>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2"/>
            <p:cNvSpPr/>
            <p:nvPr/>
          </p:nvSpPr>
          <p:spPr>
            <a:xfrm>
              <a:off x="195112" y="1932145"/>
              <a:ext cx="714438" cy="95883"/>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76"/>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2"/>
            <p:cNvSpPr/>
            <p:nvPr/>
          </p:nvSpPr>
          <p:spPr>
            <a:xfrm>
              <a:off x="223479" y="1986055"/>
              <a:ext cx="25543" cy="28110"/>
            </a:xfrm>
            <a:custGeom>
              <a:avLst/>
              <a:gdLst/>
              <a:ahLst/>
              <a:cxnLst/>
              <a:rect l="l" t="t" r="r" b="b"/>
              <a:pathLst>
                <a:path w="199" h="219" extrusionOk="0">
                  <a:moveTo>
                    <a:pt x="99" y="1"/>
                  </a:moveTo>
                  <a:cubicBezTo>
                    <a:pt x="50" y="1"/>
                    <a:pt x="0" y="36"/>
                    <a:pt x="0" y="106"/>
                  </a:cubicBezTo>
                  <a:cubicBezTo>
                    <a:pt x="0" y="181"/>
                    <a:pt x="50" y="219"/>
                    <a:pt x="99" y="219"/>
                  </a:cubicBezTo>
                  <a:cubicBezTo>
                    <a:pt x="149" y="219"/>
                    <a:pt x="199" y="181"/>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2"/>
            <p:cNvSpPr/>
            <p:nvPr/>
          </p:nvSpPr>
          <p:spPr>
            <a:xfrm>
              <a:off x="266864" y="2001330"/>
              <a:ext cx="10525" cy="9884"/>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5"/>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2"/>
            <p:cNvSpPr/>
            <p:nvPr/>
          </p:nvSpPr>
          <p:spPr>
            <a:xfrm>
              <a:off x="193700" y="1483923"/>
              <a:ext cx="715850" cy="95883"/>
            </a:xfrm>
            <a:custGeom>
              <a:avLst/>
              <a:gdLst/>
              <a:ahLst/>
              <a:cxnLst/>
              <a:rect l="l" t="t" r="r" b="b"/>
              <a:pathLst>
                <a:path w="5577" h="747" extrusionOk="0">
                  <a:moveTo>
                    <a:pt x="327" y="0"/>
                  </a:moveTo>
                  <a:cubicBezTo>
                    <a:pt x="151" y="0"/>
                    <a:pt x="0" y="162"/>
                    <a:pt x="0" y="372"/>
                  </a:cubicBezTo>
                  <a:cubicBezTo>
                    <a:pt x="0" y="581"/>
                    <a:pt x="151" y="746"/>
                    <a:pt x="327" y="746"/>
                  </a:cubicBezTo>
                  <a:lnTo>
                    <a:pt x="5250" y="746"/>
                  </a:lnTo>
                  <a:cubicBezTo>
                    <a:pt x="5426" y="746"/>
                    <a:pt x="5577" y="581"/>
                    <a:pt x="5577" y="372"/>
                  </a:cubicBezTo>
                  <a:cubicBezTo>
                    <a:pt x="5577" y="162"/>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47;p2"/>
            <p:cNvSpPr/>
            <p:nvPr/>
          </p:nvSpPr>
          <p:spPr>
            <a:xfrm>
              <a:off x="195112" y="1483923"/>
              <a:ext cx="714438" cy="95883"/>
            </a:xfrm>
            <a:custGeom>
              <a:avLst/>
              <a:gdLst/>
              <a:ahLst/>
              <a:cxnLst/>
              <a:rect l="l" t="t" r="r" b="b"/>
              <a:pathLst>
                <a:path w="5566" h="747" extrusionOk="0">
                  <a:moveTo>
                    <a:pt x="316" y="0"/>
                  </a:moveTo>
                  <a:cubicBezTo>
                    <a:pt x="163" y="0"/>
                    <a:pt x="37" y="118"/>
                    <a:pt x="1" y="291"/>
                  </a:cubicBezTo>
                  <a:lnTo>
                    <a:pt x="4901" y="291"/>
                  </a:lnTo>
                  <a:cubicBezTo>
                    <a:pt x="5088" y="291"/>
                    <a:pt x="5228" y="456"/>
                    <a:pt x="5228" y="665"/>
                  </a:cubicBezTo>
                  <a:cubicBezTo>
                    <a:pt x="5228" y="688"/>
                    <a:pt x="5228" y="721"/>
                    <a:pt x="5216" y="746"/>
                  </a:cubicBezTo>
                  <a:lnTo>
                    <a:pt x="5239" y="746"/>
                  </a:lnTo>
                  <a:cubicBezTo>
                    <a:pt x="5415" y="746"/>
                    <a:pt x="5566" y="581"/>
                    <a:pt x="5566" y="372"/>
                  </a:cubicBezTo>
                  <a:cubicBezTo>
                    <a:pt x="5566" y="162"/>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48;p2"/>
            <p:cNvSpPr/>
            <p:nvPr/>
          </p:nvSpPr>
          <p:spPr>
            <a:xfrm>
              <a:off x="220527" y="1530389"/>
              <a:ext cx="29907" cy="34785"/>
            </a:xfrm>
            <a:custGeom>
              <a:avLst/>
              <a:gdLst/>
              <a:ahLst/>
              <a:cxnLst/>
              <a:rect l="l" t="t" r="r" b="b"/>
              <a:pathLst>
                <a:path w="233" h="271" extrusionOk="0">
                  <a:moveTo>
                    <a:pt x="117" y="0"/>
                  </a:moveTo>
                  <a:cubicBezTo>
                    <a:pt x="59" y="0"/>
                    <a:pt x="1" y="46"/>
                    <a:pt x="1" y="138"/>
                  </a:cubicBezTo>
                  <a:cubicBezTo>
                    <a:pt x="1" y="226"/>
                    <a:pt x="59" y="270"/>
                    <a:pt x="117" y="270"/>
                  </a:cubicBezTo>
                  <a:cubicBezTo>
                    <a:pt x="175" y="270"/>
                    <a:pt x="233" y="226"/>
                    <a:pt x="233" y="138"/>
                  </a:cubicBezTo>
                  <a:cubicBezTo>
                    <a:pt x="233" y="46"/>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2"/>
            <p:cNvSpPr/>
            <p:nvPr/>
          </p:nvSpPr>
          <p:spPr>
            <a:xfrm>
              <a:off x="271869" y="1544123"/>
              <a:ext cx="21564" cy="18997"/>
            </a:xfrm>
            <a:custGeom>
              <a:avLst/>
              <a:gdLst/>
              <a:ahLst/>
              <a:cxnLst/>
              <a:rect l="l" t="t" r="r" b="b"/>
              <a:pathLst>
                <a:path w="168" h="148" extrusionOk="0">
                  <a:moveTo>
                    <a:pt x="70" y="1"/>
                  </a:moveTo>
                  <a:cubicBezTo>
                    <a:pt x="34" y="1"/>
                    <a:pt x="1" y="37"/>
                    <a:pt x="9" y="79"/>
                  </a:cubicBezTo>
                  <a:lnTo>
                    <a:pt x="9" y="90"/>
                  </a:lnTo>
                  <a:cubicBezTo>
                    <a:pt x="16" y="131"/>
                    <a:pt x="37" y="147"/>
                    <a:pt x="61" y="147"/>
                  </a:cubicBezTo>
                  <a:cubicBezTo>
                    <a:pt x="110" y="147"/>
                    <a:pt x="167" y="75"/>
                    <a:pt x="112" y="20"/>
                  </a:cubicBezTo>
                  <a:cubicBezTo>
                    <a:pt x="99" y="7"/>
                    <a:pt x="85" y="1"/>
                    <a:pt x="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2"/>
            <p:cNvSpPr/>
            <p:nvPr/>
          </p:nvSpPr>
          <p:spPr>
            <a:xfrm>
              <a:off x="193700" y="1358390"/>
              <a:ext cx="715850" cy="97295"/>
            </a:xfrm>
            <a:custGeom>
              <a:avLst/>
              <a:gdLst/>
              <a:ahLst/>
              <a:cxnLst/>
              <a:rect l="l" t="t" r="r" b="b"/>
              <a:pathLst>
                <a:path w="5577" h="758" extrusionOk="0">
                  <a:moveTo>
                    <a:pt x="327" y="1"/>
                  </a:moveTo>
                  <a:cubicBezTo>
                    <a:pt x="151" y="1"/>
                    <a:pt x="0" y="177"/>
                    <a:pt x="0" y="372"/>
                  </a:cubicBezTo>
                  <a:cubicBezTo>
                    <a:pt x="0" y="582"/>
                    <a:pt x="151" y="758"/>
                    <a:pt x="327" y="758"/>
                  </a:cubicBezTo>
                  <a:lnTo>
                    <a:pt x="5250" y="758"/>
                  </a:lnTo>
                  <a:cubicBezTo>
                    <a:pt x="5426" y="758"/>
                    <a:pt x="5577" y="582"/>
                    <a:pt x="5577" y="372"/>
                  </a:cubicBezTo>
                  <a:cubicBezTo>
                    <a:pt x="5577" y="177"/>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2"/>
            <p:cNvSpPr/>
            <p:nvPr/>
          </p:nvSpPr>
          <p:spPr>
            <a:xfrm>
              <a:off x="195112" y="1358390"/>
              <a:ext cx="714438" cy="97295"/>
            </a:xfrm>
            <a:custGeom>
              <a:avLst/>
              <a:gdLst/>
              <a:ahLst/>
              <a:cxnLst/>
              <a:rect l="l" t="t" r="r" b="b"/>
              <a:pathLst>
                <a:path w="5566" h="758" extrusionOk="0">
                  <a:moveTo>
                    <a:pt x="316" y="1"/>
                  </a:moveTo>
                  <a:cubicBezTo>
                    <a:pt x="163" y="1"/>
                    <a:pt x="37" y="129"/>
                    <a:pt x="1" y="291"/>
                  </a:cubicBezTo>
                  <a:lnTo>
                    <a:pt x="4901" y="291"/>
                  </a:lnTo>
                  <a:cubicBezTo>
                    <a:pt x="5088" y="291"/>
                    <a:pt x="5228" y="467"/>
                    <a:pt x="5228" y="666"/>
                  </a:cubicBezTo>
                  <a:cubicBezTo>
                    <a:pt x="5228" y="699"/>
                    <a:pt x="5228" y="721"/>
                    <a:pt x="5216" y="758"/>
                  </a:cubicBezTo>
                  <a:lnTo>
                    <a:pt x="5239" y="758"/>
                  </a:lnTo>
                  <a:cubicBezTo>
                    <a:pt x="5415" y="758"/>
                    <a:pt x="5566" y="582"/>
                    <a:pt x="5566" y="372"/>
                  </a:cubicBezTo>
                  <a:cubicBezTo>
                    <a:pt x="5566" y="177"/>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2"/>
            <p:cNvSpPr/>
            <p:nvPr/>
          </p:nvSpPr>
          <p:spPr>
            <a:xfrm>
              <a:off x="223479" y="1412429"/>
              <a:ext cx="25543" cy="27982"/>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2"/>
            <p:cNvSpPr/>
            <p:nvPr/>
          </p:nvSpPr>
          <p:spPr>
            <a:xfrm>
              <a:off x="266864" y="1427575"/>
              <a:ext cx="10525" cy="10910"/>
            </a:xfrm>
            <a:custGeom>
              <a:avLst/>
              <a:gdLst/>
              <a:ahLst/>
              <a:cxnLst/>
              <a:rect l="l" t="t" r="r" b="b"/>
              <a:pathLst>
                <a:path w="82" h="85" extrusionOk="0">
                  <a:moveTo>
                    <a:pt x="40" y="1"/>
                  </a:moveTo>
                  <a:cubicBezTo>
                    <a:pt x="28" y="1"/>
                    <a:pt x="16" y="7"/>
                    <a:pt x="11" y="20"/>
                  </a:cubicBezTo>
                  <a:cubicBezTo>
                    <a:pt x="0" y="32"/>
                    <a:pt x="0" y="43"/>
                    <a:pt x="11" y="57"/>
                  </a:cubicBezTo>
                  <a:lnTo>
                    <a:pt x="11" y="68"/>
                  </a:lnTo>
                  <a:cubicBezTo>
                    <a:pt x="15" y="79"/>
                    <a:pt x="25" y="84"/>
                    <a:pt x="36" y="84"/>
                  </a:cubicBezTo>
                  <a:cubicBezTo>
                    <a:pt x="56" y="84"/>
                    <a:pt x="81" y="67"/>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2"/>
            <p:cNvSpPr/>
            <p:nvPr/>
          </p:nvSpPr>
          <p:spPr>
            <a:xfrm>
              <a:off x="193700" y="917741"/>
              <a:ext cx="715850" cy="97295"/>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2"/>
            <p:cNvSpPr/>
            <p:nvPr/>
          </p:nvSpPr>
          <p:spPr>
            <a:xfrm>
              <a:off x="195112" y="917741"/>
              <a:ext cx="714438" cy="97295"/>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2"/>
            <p:cNvSpPr/>
            <p:nvPr/>
          </p:nvSpPr>
          <p:spPr>
            <a:xfrm>
              <a:off x="220527" y="965233"/>
              <a:ext cx="29907" cy="34785"/>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2"/>
            <p:cNvSpPr/>
            <p:nvPr/>
          </p:nvSpPr>
          <p:spPr>
            <a:xfrm>
              <a:off x="271869" y="978583"/>
              <a:ext cx="21564" cy="19125"/>
            </a:xfrm>
            <a:custGeom>
              <a:avLst/>
              <a:gdLst/>
              <a:ahLst/>
              <a:cxnLst/>
              <a:rect l="l" t="t" r="r" b="b"/>
              <a:pathLst>
                <a:path w="168" h="149" extrusionOk="0">
                  <a:moveTo>
                    <a:pt x="73" y="1"/>
                  </a:moveTo>
                  <a:cubicBezTo>
                    <a:pt x="36" y="1"/>
                    <a:pt x="1" y="34"/>
                    <a:pt x="9" y="85"/>
                  </a:cubicBezTo>
                  <a:lnTo>
                    <a:pt x="9" y="96"/>
                  </a:lnTo>
                  <a:cubicBezTo>
                    <a:pt x="16" y="134"/>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2"/>
            <p:cNvSpPr/>
            <p:nvPr/>
          </p:nvSpPr>
          <p:spPr>
            <a:xfrm>
              <a:off x="193700" y="793620"/>
              <a:ext cx="715850" cy="95883"/>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2"/>
            <p:cNvSpPr/>
            <p:nvPr/>
          </p:nvSpPr>
          <p:spPr>
            <a:xfrm>
              <a:off x="195112" y="793620"/>
              <a:ext cx="714438" cy="95883"/>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63"/>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2"/>
            <p:cNvSpPr/>
            <p:nvPr/>
          </p:nvSpPr>
          <p:spPr>
            <a:xfrm>
              <a:off x="223479" y="847659"/>
              <a:ext cx="25543" cy="26955"/>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2"/>
            <p:cNvSpPr/>
            <p:nvPr/>
          </p:nvSpPr>
          <p:spPr>
            <a:xfrm>
              <a:off x="266864" y="862805"/>
              <a:ext cx="10525" cy="9884"/>
            </a:xfrm>
            <a:custGeom>
              <a:avLst/>
              <a:gdLst/>
              <a:ahLst/>
              <a:cxnLst/>
              <a:rect l="l" t="t" r="r" b="b"/>
              <a:pathLst>
                <a:path w="82" h="77" extrusionOk="0">
                  <a:moveTo>
                    <a:pt x="40" y="1"/>
                  </a:moveTo>
                  <a:cubicBezTo>
                    <a:pt x="28" y="1"/>
                    <a:pt x="16" y="7"/>
                    <a:pt x="11" y="20"/>
                  </a:cubicBezTo>
                  <a:cubicBezTo>
                    <a:pt x="0" y="32"/>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2"/>
            <p:cNvSpPr/>
            <p:nvPr/>
          </p:nvSpPr>
          <p:spPr>
            <a:xfrm>
              <a:off x="193700" y="3759433"/>
              <a:ext cx="715850" cy="95883"/>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2"/>
            <p:cNvSpPr/>
            <p:nvPr/>
          </p:nvSpPr>
          <p:spPr>
            <a:xfrm>
              <a:off x="195112" y="3759433"/>
              <a:ext cx="714438" cy="95883"/>
            </a:xfrm>
            <a:custGeom>
              <a:avLst/>
              <a:gdLst/>
              <a:ahLst/>
              <a:cxnLst/>
              <a:rect l="l" t="t" r="r" b="b"/>
              <a:pathLst>
                <a:path w="5566" h="747" extrusionOk="0">
                  <a:moveTo>
                    <a:pt x="316" y="1"/>
                  </a:moveTo>
                  <a:cubicBezTo>
                    <a:pt x="163" y="1"/>
                    <a:pt x="37" y="118"/>
                    <a:pt x="1" y="292"/>
                  </a:cubicBezTo>
                  <a:lnTo>
                    <a:pt x="4901" y="292"/>
                  </a:lnTo>
                  <a:cubicBezTo>
                    <a:pt x="5088" y="292"/>
                    <a:pt x="5228" y="454"/>
                    <a:pt x="5228" y="663"/>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2"/>
            <p:cNvSpPr/>
            <p:nvPr/>
          </p:nvSpPr>
          <p:spPr>
            <a:xfrm>
              <a:off x="220527" y="3807054"/>
              <a:ext cx="29907" cy="33758"/>
            </a:xfrm>
            <a:custGeom>
              <a:avLst/>
              <a:gdLst/>
              <a:ahLst/>
              <a:cxnLst/>
              <a:rect l="l" t="t" r="r" b="b"/>
              <a:pathLst>
                <a:path w="233" h="263" extrusionOk="0">
                  <a:moveTo>
                    <a:pt x="117" y="0"/>
                  </a:moveTo>
                  <a:cubicBezTo>
                    <a:pt x="59" y="0"/>
                    <a:pt x="1" y="43"/>
                    <a:pt x="1" y="130"/>
                  </a:cubicBezTo>
                  <a:cubicBezTo>
                    <a:pt x="1" y="218"/>
                    <a:pt x="59" y="262"/>
                    <a:pt x="117" y="262"/>
                  </a:cubicBezTo>
                  <a:cubicBezTo>
                    <a:pt x="175" y="262"/>
                    <a:pt x="233" y="218"/>
                    <a:pt x="233" y="130"/>
                  </a:cubicBezTo>
                  <a:cubicBezTo>
                    <a:pt x="233" y="43"/>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2"/>
            <p:cNvSpPr/>
            <p:nvPr/>
          </p:nvSpPr>
          <p:spPr>
            <a:xfrm>
              <a:off x="271869" y="3819761"/>
              <a:ext cx="21692" cy="19382"/>
            </a:xfrm>
            <a:custGeom>
              <a:avLst/>
              <a:gdLst/>
              <a:ahLst/>
              <a:cxnLst/>
              <a:rect l="l" t="t" r="r" b="b"/>
              <a:pathLst>
                <a:path w="169" h="151" extrusionOk="0">
                  <a:moveTo>
                    <a:pt x="71" y="1"/>
                  </a:moveTo>
                  <a:cubicBezTo>
                    <a:pt x="35" y="1"/>
                    <a:pt x="1" y="39"/>
                    <a:pt x="9" y="90"/>
                  </a:cubicBezTo>
                  <a:lnTo>
                    <a:pt x="9" y="101"/>
                  </a:lnTo>
                  <a:cubicBezTo>
                    <a:pt x="16" y="136"/>
                    <a:pt x="35" y="150"/>
                    <a:pt x="57" y="150"/>
                  </a:cubicBezTo>
                  <a:cubicBezTo>
                    <a:pt x="107" y="150"/>
                    <a:pt x="169" y="76"/>
                    <a:pt x="112" y="20"/>
                  </a:cubicBezTo>
                  <a:cubicBezTo>
                    <a:pt x="100" y="7"/>
                    <a:pt x="85" y="1"/>
                    <a:pt x="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2"/>
            <p:cNvSpPr/>
            <p:nvPr/>
          </p:nvSpPr>
          <p:spPr>
            <a:xfrm>
              <a:off x="193700" y="3634029"/>
              <a:ext cx="715850" cy="97295"/>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2"/>
            <p:cNvSpPr/>
            <p:nvPr/>
          </p:nvSpPr>
          <p:spPr>
            <a:xfrm>
              <a:off x="195112" y="3634029"/>
              <a:ext cx="714438" cy="97295"/>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2"/>
            <p:cNvSpPr/>
            <p:nvPr/>
          </p:nvSpPr>
          <p:spPr>
            <a:xfrm>
              <a:off x="223479" y="3688067"/>
              <a:ext cx="25543" cy="28367"/>
            </a:xfrm>
            <a:custGeom>
              <a:avLst/>
              <a:gdLst/>
              <a:ahLst/>
              <a:cxnLst/>
              <a:rect l="l" t="t" r="r" b="b"/>
              <a:pathLst>
                <a:path w="199" h="221" extrusionOk="0">
                  <a:moveTo>
                    <a:pt x="99" y="0"/>
                  </a:moveTo>
                  <a:cubicBezTo>
                    <a:pt x="50" y="0"/>
                    <a:pt x="0" y="39"/>
                    <a:pt x="0" y="116"/>
                  </a:cubicBezTo>
                  <a:cubicBezTo>
                    <a:pt x="0" y="185"/>
                    <a:pt x="50" y="220"/>
                    <a:pt x="99" y="220"/>
                  </a:cubicBezTo>
                  <a:cubicBezTo>
                    <a:pt x="149" y="220"/>
                    <a:pt x="199" y="185"/>
                    <a:pt x="199" y="116"/>
                  </a:cubicBezTo>
                  <a:cubicBezTo>
                    <a:pt x="199" y="39"/>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2"/>
            <p:cNvSpPr/>
            <p:nvPr/>
          </p:nvSpPr>
          <p:spPr>
            <a:xfrm>
              <a:off x="266864" y="3703085"/>
              <a:ext cx="10525" cy="11295"/>
            </a:xfrm>
            <a:custGeom>
              <a:avLst/>
              <a:gdLst/>
              <a:ahLst/>
              <a:cxnLst/>
              <a:rect l="l" t="t" r="r" b="b"/>
              <a:pathLst>
                <a:path w="82" h="88" extrusionOk="0">
                  <a:moveTo>
                    <a:pt x="40" y="0"/>
                  </a:moveTo>
                  <a:cubicBezTo>
                    <a:pt x="27" y="0"/>
                    <a:pt x="16" y="7"/>
                    <a:pt x="11" y="21"/>
                  </a:cubicBezTo>
                  <a:lnTo>
                    <a:pt x="11" y="32"/>
                  </a:lnTo>
                  <a:cubicBezTo>
                    <a:pt x="0" y="32"/>
                    <a:pt x="0" y="43"/>
                    <a:pt x="11" y="54"/>
                  </a:cubicBezTo>
                  <a:lnTo>
                    <a:pt x="11" y="68"/>
                  </a:lnTo>
                  <a:cubicBezTo>
                    <a:pt x="16" y="81"/>
                    <a:pt x="27" y="88"/>
                    <a:pt x="40" y="88"/>
                  </a:cubicBezTo>
                  <a:cubicBezTo>
                    <a:pt x="59" y="88"/>
                    <a:pt x="81" y="72"/>
                    <a:pt x="81" y="43"/>
                  </a:cubicBezTo>
                  <a:cubicBezTo>
                    <a:pt x="81" y="16"/>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2"/>
            <p:cNvSpPr/>
            <p:nvPr/>
          </p:nvSpPr>
          <p:spPr>
            <a:xfrm>
              <a:off x="193700" y="4327156"/>
              <a:ext cx="715850" cy="97295"/>
            </a:xfrm>
            <a:custGeom>
              <a:avLst/>
              <a:gdLst/>
              <a:ahLst/>
              <a:cxnLst/>
              <a:rect l="l" t="t" r="r" b="b"/>
              <a:pathLst>
                <a:path w="5577" h="758" extrusionOk="0">
                  <a:moveTo>
                    <a:pt x="327" y="0"/>
                  </a:moveTo>
                  <a:cubicBezTo>
                    <a:pt x="151" y="0"/>
                    <a:pt x="0" y="176"/>
                    <a:pt x="0" y="386"/>
                  </a:cubicBezTo>
                  <a:cubicBezTo>
                    <a:pt x="0" y="584"/>
                    <a:pt x="151" y="757"/>
                    <a:pt x="327" y="757"/>
                  </a:cubicBezTo>
                  <a:lnTo>
                    <a:pt x="5250" y="757"/>
                  </a:lnTo>
                  <a:cubicBezTo>
                    <a:pt x="5426" y="757"/>
                    <a:pt x="5577" y="584"/>
                    <a:pt x="5577" y="386"/>
                  </a:cubicBezTo>
                  <a:cubicBezTo>
                    <a:pt x="5577" y="176"/>
                    <a:pt x="5426" y="0"/>
                    <a:pt x="52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2"/>
            <p:cNvSpPr/>
            <p:nvPr/>
          </p:nvSpPr>
          <p:spPr>
            <a:xfrm>
              <a:off x="195112" y="4327156"/>
              <a:ext cx="714438" cy="97295"/>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4"/>
                    <a:pt x="5216" y="757"/>
                  </a:cubicBezTo>
                  <a:lnTo>
                    <a:pt x="5239" y="757"/>
                  </a:lnTo>
                  <a:cubicBezTo>
                    <a:pt x="5415" y="757"/>
                    <a:pt x="5566" y="584"/>
                    <a:pt x="5566" y="386"/>
                  </a:cubicBezTo>
                  <a:cubicBezTo>
                    <a:pt x="5566" y="176"/>
                    <a:pt x="5415" y="0"/>
                    <a:pt x="5239" y="0"/>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2"/>
            <p:cNvSpPr/>
            <p:nvPr/>
          </p:nvSpPr>
          <p:spPr>
            <a:xfrm>
              <a:off x="220527" y="4374648"/>
              <a:ext cx="29907" cy="33758"/>
            </a:xfrm>
            <a:custGeom>
              <a:avLst/>
              <a:gdLst/>
              <a:ahLst/>
              <a:cxnLst/>
              <a:rect l="l" t="t" r="r" b="b"/>
              <a:pathLst>
                <a:path w="233" h="263" extrusionOk="0">
                  <a:moveTo>
                    <a:pt x="117" y="0"/>
                  </a:moveTo>
                  <a:cubicBezTo>
                    <a:pt x="59" y="0"/>
                    <a:pt x="1" y="44"/>
                    <a:pt x="1" y="130"/>
                  </a:cubicBezTo>
                  <a:cubicBezTo>
                    <a:pt x="1" y="218"/>
                    <a:pt x="59" y="262"/>
                    <a:pt x="117" y="262"/>
                  </a:cubicBezTo>
                  <a:cubicBezTo>
                    <a:pt x="175" y="262"/>
                    <a:pt x="233" y="218"/>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2"/>
            <p:cNvSpPr/>
            <p:nvPr/>
          </p:nvSpPr>
          <p:spPr>
            <a:xfrm>
              <a:off x="271869" y="4387612"/>
              <a:ext cx="21564" cy="19510"/>
            </a:xfrm>
            <a:custGeom>
              <a:avLst/>
              <a:gdLst/>
              <a:ahLst/>
              <a:cxnLst/>
              <a:rect l="l" t="t" r="r" b="b"/>
              <a:pathLst>
                <a:path w="168" h="152" extrusionOk="0">
                  <a:moveTo>
                    <a:pt x="71" y="0"/>
                  </a:moveTo>
                  <a:cubicBezTo>
                    <a:pt x="35" y="0"/>
                    <a:pt x="1" y="38"/>
                    <a:pt x="9" y="88"/>
                  </a:cubicBezTo>
                  <a:lnTo>
                    <a:pt x="9" y="99"/>
                  </a:lnTo>
                  <a:cubicBezTo>
                    <a:pt x="16" y="137"/>
                    <a:pt x="38" y="152"/>
                    <a:pt x="61" y="152"/>
                  </a:cubicBezTo>
                  <a:cubicBezTo>
                    <a:pt x="110" y="152"/>
                    <a:pt x="167" y="86"/>
                    <a:pt x="112" y="29"/>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2"/>
            <p:cNvSpPr/>
            <p:nvPr/>
          </p:nvSpPr>
          <p:spPr>
            <a:xfrm>
              <a:off x="193700" y="4203035"/>
              <a:ext cx="715850" cy="95883"/>
            </a:xfrm>
            <a:custGeom>
              <a:avLst/>
              <a:gdLst/>
              <a:ahLst/>
              <a:cxnLst/>
              <a:rect l="l" t="t" r="r" b="b"/>
              <a:pathLst>
                <a:path w="5577" h="747" extrusionOk="0">
                  <a:moveTo>
                    <a:pt x="327" y="1"/>
                  </a:moveTo>
                  <a:cubicBezTo>
                    <a:pt x="151" y="1"/>
                    <a:pt x="0" y="166"/>
                    <a:pt x="0" y="375"/>
                  </a:cubicBezTo>
                  <a:cubicBezTo>
                    <a:pt x="0" y="585"/>
                    <a:pt x="151" y="747"/>
                    <a:pt x="327" y="747"/>
                  </a:cubicBezTo>
                  <a:lnTo>
                    <a:pt x="5250" y="747"/>
                  </a:lnTo>
                  <a:cubicBezTo>
                    <a:pt x="5426" y="747"/>
                    <a:pt x="5577" y="585"/>
                    <a:pt x="5577" y="375"/>
                  </a:cubicBezTo>
                  <a:cubicBezTo>
                    <a:pt x="5577" y="166"/>
                    <a:pt x="5426" y="1"/>
                    <a:pt x="5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2"/>
            <p:cNvSpPr/>
            <p:nvPr/>
          </p:nvSpPr>
          <p:spPr>
            <a:xfrm>
              <a:off x="195112" y="4203035"/>
              <a:ext cx="714438" cy="95883"/>
            </a:xfrm>
            <a:custGeom>
              <a:avLst/>
              <a:gdLst/>
              <a:ahLst/>
              <a:cxnLst/>
              <a:rect l="l" t="t" r="r" b="b"/>
              <a:pathLst>
                <a:path w="5566" h="747" extrusionOk="0">
                  <a:moveTo>
                    <a:pt x="316" y="1"/>
                  </a:moveTo>
                  <a:cubicBezTo>
                    <a:pt x="163" y="1"/>
                    <a:pt x="37" y="129"/>
                    <a:pt x="1" y="294"/>
                  </a:cubicBezTo>
                  <a:lnTo>
                    <a:pt x="4901" y="294"/>
                  </a:lnTo>
                  <a:cubicBezTo>
                    <a:pt x="5088" y="294"/>
                    <a:pt x="5228" y="456"/>
                    <a:pt x="5228" y="666"/>
                  </a:cubicBezTo>
                  <a:cubicBezTo>
                    <a:pt x="5228" y="688"/>
                    <a:pt x="5228" y="724"/>
                    <a:pt x="5216" y="747"/>
                  </a:cubicBezTo>
                  <a:lnTo>
                    <a:pt x="5239" y="747"/>
                  </a:lnTo>
                  <a:cubicBezTo>
                    <a:pt x="5415" y="747"/>
                    <a:pt x="5566" y="585"/>
                    <a:pt x="5566" y="375"/>
                  </a:cubicBezTo>
                  <a:cubicBezTo>
                    <a:pt x="5566" y="166"/>
                    <a:pt x="5415" y="1"/>
                    <a:pt x="5239" y="1"/>
                  </a:cubicBezTo>
                  <a:close/>
                </a:path>
              </a:pathLst>
            </a:custGeom>
            <a:solidFill>
              <a:srgbClr val="3F2D1B">
                <a:alpha val="3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2"/>
            <p:cNvSpPr/>
            <p:nvPr/>
          </p:nvSpPr>
          <p:spPr>
            <a:xfrm>
              <a:off x="223479" y="4257073"/>
              <a:ext cx="25543" cy="26955"/>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77;p2"/>
            <p:cNvSpPr/>
            <p:nvPr/>
          </p:nvSpPr>
          <p:spPr>
            <a:xfrm>
              <a:off x="266864" y="4272219"/>
              <a:ext cx="10525" cy="9884"/>
            </a:xfrm>
            <a:custGeom>
              <a:avLst/>
              <a:gdLst/>
              <a:ahLst/>
              <a:cxnLst/>
              <a:rect l="l" t="t" r="r" b="b"/>
              <a:pathLst>
                <a:path w="82" h="77" extrusionOk="0">
                  <a:moveTo>
                    <a:pt x="42" y="0"/>
                  </a:moveTo>
                  <a:cubicBezTo>
                    <a:pt x="29" y="0"/>
                    <a:pt x="16" y="7"/>
                    <a:pt x="11" y="20"/>
                  </a:cubicBezTo>
                  <a:cubicBezTo>
                    <a:pt x="0" y="34"/>
                    <a:pt x="0" y="46"/>
                    <a:pt x="11" y="57"/>
                  </a:cubicBezTo>
                  <a:cubicBezTo>
                    <a:pt x="16" y="70"/>
                    <a:pt x="28" y="76"/>
                    <a:pt x="40" y="76"/>
                  </a:cubicBezTo>
                  <a:cubicBezTo>
                    <a:pt x="60" y="76"/>
                    <a:pt x="81" y="61"/>
                    <a:pt x="81" y="34"/>
                  </a:cubicBezTo>
                  <a:cubicBezTo>
                    <a:pt x="81" y="13"/>
                    <a:pt x="61" y="0"/>
                    <a:pt x="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78;p2"/>
            <p:cNvSpPr/>
            <p:nvPr/>
          </p:nvSpPr>
          <p:spPr>
            <a:xfrm>
              <a:off x="908005" y="4384146"/>
              <a:ext cx="10525" cy="1540"/>
            </a:xfrm>
            <a:custGeom>
              <a:avLst/>
              <a:gdLst/>
              <a:ahLst/>
              <a:cxnLst/>
              <a:rect l="l" t="t" r="r" b="b"/>
              <a:pathLst>
                <a:path w="82" h="12" extrusionOk="0">
                  <a:moveTo>
                    <a:pt x="0" y="1"/>
                  </a:moveTo>
                  <a:lnTo>
                    <a:pt x="0" y="12"/>
                  </a:lnTo>
                  <a:cubicBezTo>
                    <a:pt x="23" y="12"/>
                    <a:pt x="56" y="1"/>
                    <a:pt x="81" y="1"/>
                  </a:cubicBezTo>
                  <a:close/>
                </a:path>
              </a:pathLst>
            </a:custGeom>
            <a:solidFill>
              <a:srgbClr val="FFF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9" name="Google Shape;79;p2"/>
          <p:cNvSpPr txBox="1">
            <a:spLocks noGrp="1"/>
          </p:cNvSpPr>
          <p:nvPr>
            <p:ph type="ctrTitle"/>
          </p:nvPr>
        </p:nvSpPr>
        <p:spPr>
          <a:xfrm>
            <a:off x="1270375" y="1760250"/>
            <a:ext cx="7054200" cy="1246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None/>
              <a:defRPr sz="36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
        <p:nvSpPr>
          <p:cNvPr id="80" name="Google Shape;80;p2"/>
          <p:cNvSpPr txBox="1">
            <a:spLocks noGrp="1"/>
          </p:cNvSpPr>
          <p:nvPr>
            <p:ph type="subTitle" idx="1"/>
          </p:nvPr>
        </p:nvSpPr>
        <p:spPr>
          <a:xfrm>
            <a:off x="1270375" y="3006450"/>
            <a:ext cx="4271100" cy="37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800">
                <a:solidFill>
                  <a:schemeClr val="lt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81"/>
        <p:cNvGrpSpPr/>
        <p:nvPr/>
      </p:nvGrpSpPr>
      <p:grpSpPr>
        <a:xfrm>
          <a:off x="0" y="0"/>
          <a:ext cx="0" cy="0"/>
          <a:chOff x="0" y="0"/>
          <a:chExt cx="0" cy="0"/>
        </a:xfrm>
      </p:grpSpPr>
      <p:pic>
        <p:nvPicPr>
          <p:cNvPr id="82" name="Google Shape;82;p3"/>
          <p:cNvPicPr preferRelativeResize="0"/>
          <p:nvPr/>
        </p:nvPicPr>
        <p:blipFill>
          <a:blip r:embed="rId2"/>
          <a:stretch>
            <a:fillRect/>
          </a:stretch>
        </p:blipFill>
        <p:spPr>
          <a:xfrm>
            <a:off x="0" y="0"/>
            <a:ext cx="9144003" cy="5143501"/>
          </a:xfrm>
          <a:prstGeom prst="rect">
            <a:avLst/>
          </a:prstGeom>
          <a:noFill/>
          <a:ln>
            <a:noFill/>
          </a:ln>
        </p:spPr>
      </p:pic>
      <p:grpSp>
        <p:nvGrpSpPr>
          <p:cNvPr id="83" name="Google Shape;83;p3"/>
          <p:cNvGrpSpPr/>
          <p:nvPr/>
        </p:nvGrpSpPr>
        <p:grpSpPr>
          <a:xfrm>
            <a:off x="-185702" y="315946"/>
            <a:ext cx="9025230" cy="4511681"/>
            <a:chOff x="267675" y="411598"/>
            <a:chExt cx="8643200" cy="4320292"/>
          </a:xfrm>
        </p:grpSpPr>
        <p:sp>
          <p:nvSpPr>
            <p:cNvPr id="84" name="Google Shape;84;p3"/>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3"/>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3"/>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3"/>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3"/>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3"/>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3"/>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3"/>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3"/>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3"/>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3"/>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3"/>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3"/>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3"/>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3"/>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3"/>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3"/>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3"/>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3"/>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103;p3"/>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3"/>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3"/>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3"/>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3"/>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3"/>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3"/>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3"/>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3"/>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3"/>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3"/>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3"/>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3"/>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3"/>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3"/>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3"/>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3"/>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3"/>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3"/>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3"/>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3"/>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3"/>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 name="Google Shape;125;p3"/>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26;p3"/>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3"/>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3"/>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3"/>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3"/>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3"/>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3"/>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3"/>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3"/>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35;p3"/>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3"/>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3"/>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3"/>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3"/>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3"/>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3"/>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3"/>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3"/>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4" name="Google Shape;144;p3"/>
          <p:cNvSpPr txBox="1">
            <a:spLocks noGrp="1"/>
          </p:cNvSpPr>
          <p:nvPr>
            <p:ph type="title"/>
          </p:nvPr>
        </p:nvSpPr>
        <p:spPr>
          <a:xfrm>
            <a:off x="1567350" y="2998025"/>
            <a:ext cx="2643600" cy="561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400"/>
              <a:buNone/>
              <a:defRPr>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5" name="Google Shape;145;p3"/>
          <p:cNvSpPr txBox="1">
            <a:spLocks noGrp="1"/>
          </p:cNvSpPr>
          <p:nvPr>
            <p:ph type="body" idx="1"/>
          </p:nvPr>
        </p:nvSpPr>
        <p:spPr>
          <a:xfrm>
            <a:off x="1567350" y="3482825"/>
            <a:ext cx="2643600" cy="622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600">
                <a:solidFill>
                  <a:schemeClr val="dk1"/>
                </a:solidFill>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p:txBody>
      </p:sp>
      <p:sp>
        <p:nvSpPr>
          <p:cNvPr id="146" name="Google Shape;146;p3"/>
          <p:cNvSpPr txBox="1">
            <a:spLocks noGrp="1"/>
          </p:cNvSpPr>
          <p:nvPr>
            <p:ph type="title" idx="2" hasCustomPrompt="1"/>
          </p:nvPr>
        </p:nvSpPr>
        <p:spPr>
          <a:xfrm>
            <a:off x="1567350" y="2159750"/>
            <a:ext cx="1061400" cy="719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None/>
              <a:defRPr sz="4800">
                <a:solidFill>
                  <a:schemeClr val="accent2"/>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12"/>
        <p:cNvGrpSpPr/>
        <p:nvPr/>
      </p:nvGrpSpPr>
      <p:grpSpPr>
        <a:xfrm>
          <a:off x="0" y="0"/>
          <a:ext cx="0" cy="0"/>
          <a:chOff x="0" y="0"/>
          <a:chExt cx="0" cy="0"/>
        </a:xfrm>
      </p:grpSpPr>
      <p:pic>
        <p:nvPicPr>
          <p:cNvPr id="213" name="Google Shape;213;p5"/>
          <p:cNvPicPr preferRelativeResize="0"/>
          <p:nvPr/>
        </p:nvPicPr>
        <p:blipFill>
          <a:blip r:embed="rId2"/>
          <a:stretch>
            <a:fillRect/>
          </a:stretch>
        </p:blipFill>
        <p:spPr>
          <a:xfrm>
            <a:off x="0" y="0"/>
            <a:ext cx="9144003" cy="5143501"/>
          </a:xfrm>
          <a:prstGeom prst="rect">
            <a:avLst/>
          </a:prstGeom>
          <a:noFill/>
          <a:ln>
            <a:noFill/>
          </a:ln>
        </p:spPr>
      </p:pic>
      <p:grpSp>
        <p:nvGrpSpPr>
          <p:cNvPr id="214" name="Google Shape;214;p5"/>
          <p:cNvGrpSpPr/>
          <p:nvPr/>
        </p:nvGrpSpPr>
        <p:grpSpPr>
          <a:xfrm>
            <a:off x="-185702" y="315946"/>
            <a:ext cx="9025230" cy="4511681"/>
            <a:chOff x="267675" y="411598"/>
            <a:chExt cx="8643200" cy="4320292"/>
          </a:xfrm>
        </p:grpSpPr>
        <p:sp>
          <p:nvSpPr>
            <p:cNvPr id="215" name="Google Shape;215;p5"/>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5"/>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5"/>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5"/>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5"/>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5"/>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5"/>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222;p5"/>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 name="Google Shape;223;p5"/>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5"/>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5"/>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5"/>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5"/>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5"/>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5"/>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230;p5"/>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5"/>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5"/>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5"/>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5"/>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5"/>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236;p5"/>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5"/>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238;p5"/>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5"/>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5"/>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5"/>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242;p5"/>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243;p5"/>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5"/>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5"/>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5"/>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5"/>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5"/>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5"/>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5"/>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5"/>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5"/>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5"/>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5"/>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5"/>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5"/>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5"/>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5"/>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5"/>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5"/>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5"/>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5"/>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5"/>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5"/>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5"/>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5"/>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5"/>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5"/>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5"/>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5"/>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5"/>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5"/>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5"/>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5"/>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5" name="Google Shape;275;p5"/>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5"/>
          <p:cNvSpPr txBox="1">
            <a:spLocks noGrp="1"/>
          </p:cNvSpPr>
          <p:nvPr>
            <p:ph type="subTitle" idx="1"/>
          </p:nvPr>
        </p:nvSpPr>
        <p:spPr>
          <a:xfrm>
            <a:off x="1616702" y="2836725"/>
            <a:ext cx="2555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277" name="Google Shape;277;p5"/>
          <p:cNvSpPr txBox="1">
            <a:spLocks noGrp="1"/>
          </p:cNvSpPr>
          <p:nvPr>
            <p:ph type="subTitle" idx="2"/>
          </p:nvPr>
        </p:nvSpPr>
        <p:spPr>
          <a:xfrm>
            <a:off x="4971602" y="2836725"/>
            <a:ext cx="2555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278" name="Google Shape;278;p5"/>
          <p:cNvSpPr txBox="1">
            <a:spLocks noGrp="1"/>
          </p:cNvSpPr>
          <p:nvPr>
            <p:ph type="subTitle" idx="3"/>
          </p:nvPr>
        </p:nvSpPr>
        <p:spPr>
          <a:xfrm>
            <a:off x="1616700" y="2493386"/>
            <a:ext cx="2555700" cy="477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Anton"/>
              <a:buNone/>
              <a:defRPr sz="2400" b="1">
                <a:latin typeface="Chelsea Market"/>
                <a:ea typeface="Chelsea Market"/>
                <a:cs typeface="Chelsea Market"/>
                <a:sym typeface="Chelsea Marke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5"/>
          <p:cNvSpPr txBox="1">
            <a:spLocks noGrp="1"/>
          </p:cNvSpPr>
          <p:nvPr>
            <p:ph type="subTitle" idx="4"/>
          </p:nvPr>
        </p:nvSpPr>
        <p:spPr>
          <a:xfrm>
            <a:off x="4971600" y="2493386"/>
            <a:ext cx="2555700" cy="477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Anton"/>
              <a:buNone/>
              <a:defRPr sz="2400" b="1">
                <a:latin typeface="Chelsea Market"/>
                <a:ea typeface="Chelsea Market"/>
                <a:cs typeface="Chelsea Market"/>
                <a:sym typeface="Chelsea Marke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80"/>
        <p:cNvGrpSpPr/>
        <p:nvPr/>
      </p:nvGrpSpPr>
      <p:grpSpPr>
        <a:xfrm>
          <a:off x="0" y="0"/>
          <a:ext cx="0" cy="0"/>
          <a:chOff x="0" y="0"/>
          <a:chExt cx="0" cy="0"/>
        </a:xfrm>
      </p:grpSpPr>
      <p:pic>
        <p:nvPicPr>
          <p:cNvPr id="281" name="Google Shape;281;p6"/>
          <p:cNvPicPr preferRelativeResize="0"/>
          <p:nvPr/>
        </p:nvPicPr>
        <p:blipFill>
          <a:blip r:embed="rId2"/>
          <a:stretch>
            <a:fillRect/>
          </a:stretch>
        </p:blipFill>
        <p:spPr>
          <a:xfrm>
            <a:off x="0" y="0"/>
            <a:ext cx="9144003" cy="5143501"/>
          </a:xfrm>
          <a:prstGeom prst="rect">
            <a:avLst/>
          </a:prstGeom>
          <a:noFill/>
          <a:ln>
            <a:noFill/>
          </a:ln>
        </p:spPr>
      </p:pic>
      <p:grpSp>
        <p:nvGrpSpPr>
          <p:cNvPr id="282" name="Google Shape;282;p6"/>
          <p:cNvGrpSpPr/>
          <p:nvPr/>
        </p:nvGrpSpPr>
        <p:grpSpPr>
          <a:xfrm>
            <a:off x="-185702" y="315946"/>
            <a:ext cx="9025230" cy="4511681"/>
            <a:chOff x="267675" y="411598"/>
            <a:chExt cx="8643200" cy="4320292"/>
          </a:xfrm>
        </p:grpSpPr>
        <p:sp>
          <p:nvSpPr>
            <p:cNvPr id="283" name="Google Shape;283;p6"/>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6"/>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6"/>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6"/>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6"/>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6"/>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6"/>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6"/>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6"/>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6"/>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6"/>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6"/>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6"/>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6"/>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6"/>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6"/>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6"/>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6"/>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6"/>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6"/>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6"/>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6"/>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6"/>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6"/>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6"/>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6"/>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6"/>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6"/>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6"/>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6"/>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6"/>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6"/>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6"/>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6"/>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6"/>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6"/>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6"/>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6"/>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6"/>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6"/>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6"/>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6"/>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6"/>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6"/>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6"/>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6"/>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6"/>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6"/>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6"/>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6"/>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6"/>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6"/>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6"/>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6"/>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6"/>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6"/>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6"/>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 name="Google Shape;340;p6"/>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6"/>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6"/>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43" name="Google Shape;343;p6"/>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4"/>
        <p:cNvGrpSpPr/>
        <p:nvPr/>
      </p:nvGrpSpPr>
      <p:grpSpPr>
        <a:xfrm>
          <a:off x="0" y="0"/>
          <a:ext cx="0" cy="0"/>
          <a:chOff x="0" y="0"/>
          <a:chExt cx="0" cy="0"/>
        </a:xfrm>
      </p:grpSpPr>
      <p:pic>
        <p:nvPicPr>
          <p:cNvPr id="345" name="Google Shape;345;p7"/>
          <p:cNvPicPr preferRelativeResize="0"/>
          <p:nvPr/>
        </p:nvPicPr>
        <p:blipFill>
          <a:blip r:embed="rId2"/>
          <a:stretch>
            <a:fillRect/>
          </a:stretch>
        </p:blipFill>
        <p:spPr>
          <a:xfrm>
            <a:off x="0" y="0"/>
            <a:ext cx="9144003" cy="5143501"/>
          </a:xfrm>
          <a:prstGeom prst="rect">
            <a:avLst/>
          </a:prstGeom>
          <a:noFill/>
          <a:ln>
            <a:noFill/>
          </a:ln>
        </p:spPr>
      </p:pic>
      <p:grpSp>
        <p:nvGrpSpPr>
          <p:cNvPr id="346" name="Google Shape;346;p7"/>
          <p:cNvGrpSpPr/>
          <p:nvPr/>
        </p:nvGrpSpPr>
        <p:grpSpPr>
          <a:xfrm>
            <a:off x="-185702" y="315946"/>
            <a:ext cx="9025230" cy="4511681"/>
            <a:chOff x="267675" y="411598"/>
            <a:chExt cx="8643200" cy="4320292"/>
          </a:xfrm>
        </p:grpSpPr>
        <p:sp>
          <p:nvSpPr>
            <p:cNvPr id="347" name="Google Shape;347;p7"/>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 name="Google Shape;348;p7"/>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7"/>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7"/>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7"/>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7"/>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7"/>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7"/>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7"/>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7"/>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7"/>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7"/>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 name="Google Shape;359;p7"/>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7"/>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7"/>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7"/>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7"/>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7"/>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7"/>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7"/>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7"/>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 name="Google Shape;368;p7"/>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7"/>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 name="Google Shape;370;p7"/>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7"/>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7"/>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7"/>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7"/>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7"/>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7"/>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7"/>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7"/>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7"/>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7"/>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7"/>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7"/>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7"/>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7"/>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7"/>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7"/>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7"/>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7"/>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 name="Google Shape;389;p7"/>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7"/>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7"/>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7"/>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 name="Google Shape;393;p7"/>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7"/>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7"/>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7"/>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7"/>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7"/>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7"/>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7"/>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7"/>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7"/>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7"/>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7"/>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7"/>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 name="Google Shape;406;p7"/>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07" name="Google Shape;407;p7"/>
          <p:cNvSpPr txBox="1">
            <a:spLocks noGrp="1"/>
          </p:cNvSpPr>
          <p:nvPr>
            <p:ph type="title"/>
          </p:nvPr>
        </p:nvSpPr>
        <p:spPr>
          <a:xfrm>
            <a:off x="720010" y="540000"/>
            <a:ext cx="7704000" cy="519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2pPr>
            <a:lvl3pPr lvl="2"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3pPr>
            <a:lvl4pPr lvl="3"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4pPr>
            <a:lvl5pPr lvl="4"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5pPr>
            <a:lvl6pPr lvl="5"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6pPr>
            <a:lvl7pPr lvl="6"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7pPr>
            <a:lvl8pPr lvl="7"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8pPr>
            <a:lvl9pPr lvl="8" algn="r"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9pPr>
          </a:lstStyle>
          <a:p/>
        </p:txBody>
      </p:sp>
      <p:sp>
        <p:nvSpPr>
          <p:cNvPr id="408" name="Google Shape;408;p7"/>
          <p:cNvSpPr txBox="1">
            <a:spLocks noGrp="1"/>
          </p:cNvSpPr>
          <p:nvPr>
            <p:ph type="subTitle" idx="1"/>
          </p:nvPr>
        </p:nvSpPr>
        <p:spPr>
          <a:xfrm>
            <a:off x="1614825" y="1690175"/>
            <a:ext cx="4345800" cy="2096100"/>
          </a:xfrm>
          <a:prstGeom prst="rect">
            <a:avLst/>
          </a:prstGeom>
        </p:spPr>
        <p:txBody>
          <a:bodyPr spcFirstLastPara="1" wrap="square" lIns="91425" tIns="91425" rIns="91425" bIns="91425" anchor="t" anchorCtr="0">
            <a:noAutofit/>
          </a:bodyPr>
          <a:lstStyle>
            <a:lvl1pPr marR="245745" lvl="0" rtl="0">
              <a:lnSpc>
                <a:spcPct val="100000"/>
              </a:lnSpc>
              <a:spcBef>
                <a:spcPts val="0"/>
              </a:spcBef>
              <a:spcAft>
                <a:spcPts val="0"/>
              </a:spcAft>
              <a:buClr>
                <a:schemeClr val="accent2"/>
              </a:buClr>
              <a:buSzPts val="1400"/>
              <a:buChar char="●"/>
              <a:defRPr/>
            </a:lvl1pPr>
            <a:lvl2pPr lvl="1" algn="r" rtl="0">
              <a:lnSpc>
                <a:spcPct val="100000"/>
              </a:lnSpc>
              <a:spcBef>
                <a:spcPts val="1600"/>
              </a:spcBef>
              <a:spcAft>
                <a:spcPts val="0"/>
              </a:spcAft>
              <a:buSzPts val="1400"/>
              <a:buChar char="○"/>
              <a:defRPr sz="2100"/>
            </a:lvl2pPr>
            <a:lvl3pPr lvl="2" algn="r" rtl="0">
              <a:lnSpc>
                <a:spcPct val="100000"/>
              </a:lnSpc>
              <a:spcBef>
                <a:spcPts val="0"/>
              </a:spcBef>
              <a:spcAft>
                <a:spcPts val="0"/>
              </a:spcAft>
              <a:buSzPts val="1400"/>
              <a:buChar char="■"/>
              <a:defRPr sz="2100"/>
            </a:lvl3pPr>
            <a:lvl4pPr lvl="3" algn="r" rtl="0">
              <a:lnSpc>
                <a:spcPct val="100000"/>
              </a:lnSpc>
              <a:spcBef>
                <a:spcPts val="0"/>
              </a:spcBef>
              <a:spcAft>
                <a:spcPts val="0"/>
              </a:spcAft>
              <a:buSzPts val="1400"/>
              <a:buChar char="●"/>
              <a:defRPr sz="2100"/>
            </a:lvl4pPr>
            <a:lvl5pPr lvl="4" algn="r" rtl="0">
              <a:lnSpc>
                <a:spcPct val="100000"/>
              </a:lnSpc>
              <a:spcBef>
                <a:spcPts val="0"/>
              </a:spcBef>
              <a:spcAft>
                <a:spcPts val="0"/>
              </a:spcAft>
              <a:buSzPts val="1400"/>
              <a:buChar char="○"/>
              <a:defRPr sz="2100"/>
            </a:lvl5pPr>
            <a:lvl6pPr lvl="5" algn="r" rtl="0">
              <a:lnSpc>
                <a:spcPct val="100000"/>
              </a:lnSpc>
              <a:spcBef>
                <a:spcPts val="0"/>
              </a:spcBef>
              <a:spcAft>
                <a:spcPts val="0"/>
              </a:spcAft>
              <a:buSzPts val="1400"/>
              <a:buChar char="■"/>
              <a:defRPr sz="2100"/>
            </a:lvl6pPr>
            <a:lvl7pPr lvl="6" algn="r" rtl="0">
              <a:lnSpc>
                <a:spcPct val="100000"/>
              </a:lnSpc>
              <a:spcBef>
                <a:spcPts val="0"/>
              </a:spcBef>
              <a:spcAft>
                <a:spcPts val="0"/>
              </a:spcAft>
              <a:buSzPts val="1400"/>
              <a:buChar char="●"/>
              <a:defRPr sz="2100"/>
            </a:lvl7pPr>
            <a:lvl8pPr lvl="7" algn="r" rtl="0">
              <a:lnSpc>
                <a:spcPct val="100000"/>
              </a:lnSpc>
              <a:spcBef>
                <a:spcPts val="0"/>
              </a:spcBef>
              <a:spcAft>
                <a:spcPts val="0"/>
              </a:spcAft>
              <a:buSzPts val="1400"/>
              <a:buChar char="○"/>
              <a:defRPr sz="2100"/>
            </a:lvl8pPr>
            <a:lvl9pPr lvl="8" algn="r" rtl="0">
              <a:lnSpc>
                <a:spcPct val="100000"/>
              </a:lnSpc>
              <a:spcBef>
                <a:spcPts val="0"/>
              </a:spcBef>
              <a:spcAft>
                <a:spcPts val="0"/>
              </a:spcAft>
              <a:buSzPts val="1400"/>
              <a:buChar char="■"/>
              <a:defRPr sz="21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9"/>
        <p:cNvGrpSpPr/>
        <p:nvPr/>
      </p:nvGrpSpPr>
      <p:grpSpPr>
        <a:xfrm>
          <a:off x="0" y="0"/>
          <a:ext cx="0" cy="0"/>
          <a:chOff x="0" y="0"/>
          <a:chExt cx="0" cy="0"/>
        </a:xfrm>
      </p:grpSpPr>
      <p:pic>
        <p:nvPicPr>
          <p:cNvPr id="410" name="Google Shape;410;p8"/>
          <p:cNvPicPr preferRelativeResize="0"/>
          <p:nvPr/>
        </p:nvPicPr>
        <p:blipFill>
          <a:blip r:embed="rId2"/>
          <a:stretch>
            <a:fillRect/>
          </a:stretch>
        </p:blipFill>
        <p:spPr>
          <a:xfrm>
            <a:off x="0" y="0"/>
            <a:ext cx="9144003" cy="5143501"/>
          </a:xfrm>
          <a:prstGeom prst="rect">
            <a:avLst/>
          </a:prstGeom>
          <a:noFill/>
          <a:ln>
            <a:noFill/>
          </a:ln>
        </p:spPr>
      </p:pic>
      <p:grpSp>
        <p:nvGrpSpPr>
          <p:cNvPr id="411" name="Google Shape;411;p8"/>
          <p:cNvGrpSpPr/>
          <p:nvPr/>
        </p:nvGrpSpPr>
        <p:grpSpPr>
          <a:xfrm>
            <a:off x="-185702" y="315946"/>
            <a:ext cx="9025230" cy="4511681"/>
            <a:chOff x="267675" y="411598"/>
            <a:chExt cx="8643200" cy="4320292"/>
          </a:xfrm>
        </p:grpSpPr>
        <p:sp>
          <p:nvSpPr>
            <p:cNvPr id="412" name="Google Shape;412;p8"/>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8"/>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8"/>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8"/>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8"/>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8"/>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8"/>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8"/>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8"/>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8"/>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8"/>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8"/>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8"/>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8"/>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8"/>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8"/>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8"/>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8"/>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8"/>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8"/>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8"/>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8"/>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 name="Google Shape;434;p8"/>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8"/>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8"/>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8"/>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8"/>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8"/>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8"/>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8"/>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8"/>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8"/>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8"/>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8"/>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8"/>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8"/>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8"/>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8"/>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8"/>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8"/>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8"/>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8"/>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8"/>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8"/>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 name="Google Shape;456;p8"/>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8"/>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8"/>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8"/>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8"/>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8"/>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 name="Google Shape;462;p8"/>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8"/>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8"/>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8"/>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 name="Google Shape;466;p8"/>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 name="Google Shape;467;p8"/>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8"/>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8"/>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 name="Google Shape;470;p8"/>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 name="Google Shape;471;p8"/>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2" name="Google Shape;472;p8"/>
          <p:cNvSpPr txBox="1">
            <a:spLocks noGrp="1"/>
          </p:cNvSpPr>
          <p:nvPr>
            <p:ph type="title"/>
          </p:nvPr>
        </p:nvSpPr>
        <p:spPr>
          <a:xfrm>
            <a:off x="2030700" y="1454250"/>
            <a:ext cx="5082600" cy="22350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72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3"/>
        <p:cNvGrpSpPr/>
        <p:nvPr/>
      </p:nvGrpSpPr>
      <p:grpSpPr>
        <a:xfrm>
          <a:off x="0" y="0"/>
          <a:ext cx="0" cy="0"/>
          <a:chOff x="0" y="0"/>
          <a:chExt cx="0" cy="0"/>
        </a:xfrm>
      </p:grpSpPr>
      <p:pic>
        <p:nvPicPr>
          <p:cNvPr id="474" name="Google Shape;474;p9"/>
          <p:cNvPicPr preferRelativeResize="0"/>
          <p:nvPr/>
        </p:nvPicPr>
        <p:blipFill>
          <a:blip r:embed="rId2"/>
          <a:stretch>
            <a:fillRect/>
          </a:stretch>
        </p:blipFill>
        <p:spPr>
          <a:xfrm>
            <a:off x="0" y="0"/>
            <a:ext cx="9144003" cy="5143501"/>
          </a:xfrm>
          <a:prstGeom prst="rect">
            <a:avLst/>
          </a:prstGeom>
          <a:noFill/>
          <a:ln>
            <a:noFill/>
          </a:ln>
        </p:spPr>
      </p:pic>
      <p:grpSp>
        <p:nvGrpSpPr>
          <p:cNvPr id="475" name="Google Shape;475;p9"/>
          <p:cNvGrpSpPr/>
          <p:nvPr/>
        </p:nvGrpSpPr>
        <p:grpSpPr>
          <a:xfrm>
            <a:off x="-185702" y="315946"/>
            <a:ext cx="9025230" cy="4511681"/>
            <a:chOff x="267675" y="411598"/>
            <a:chExt cx="8643200" cy="4320292"/>
          </a:xfrm>
        </p:grpSpPr>
        <p:sp>
          <p:nvSpPr>
            <p:cNvPr id="476" name="Google Shape;476;p9"/>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 name="Google Shape;477;p9"/>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9"/>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9"/>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9"/>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9"/>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9"/>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 name="Google Shape;483;p9"/>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9"/>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9"/>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9"/>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9"/>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8" name="Google Shape;488;p9"/>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9" name="Google Shape;489;p9"/>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9"/>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9"/>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9"/>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3" name="Google Shape;493;p9"/>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4" name="Google Shape;494;p9"/>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9"/>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9"/>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7" name="Google Shape;497;p9"/>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8" name="Google Shape;498;p9"/>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9"/>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9"/>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1" name="Google Shape;501;p9"/>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2" name="Google Shape;502;p9"/>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3" name="Google Shape;503;p9"/>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9"/>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5" name="Google Shape;505;p9"/>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 name="Google Shape;506;p9"/>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7" name="Google Shape;507;p9"/>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9"/>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9" name="Google Shape;509;p9"/>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0" name="Google Shape;510;p9"/>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 name="Google Shape;511;p9"/>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2" name="Google Shape;512;p9"/>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9"/>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 name="Google Shape;514;p9"/>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5" name="Google Shape;515;p9"/>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9"/>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7" name="Google Shape;517;p9"/>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8" name="Google Shape;518;p9"/>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 name="Google Shape;519;p9"/>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0" name="Google Shape;520;p9"/>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1" name="Google Shape;521;p9"/>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2" name="Google Shape;522;p9"/>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 name="Google Shape;523;p9"/>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 name="Google Shape;524;p9"/>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 name="Google Shape;525;p9"/>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 name="Google Shape;526;p9"/>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 name="Google Shape;527;p9"/>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9"/>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9"/>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 name="Google Shape;530;p9"/>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 name="Google Shape;531;p9"/>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 name="Google Shape;532;p9"/>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3" name="Google Shape;533;p9"/>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9"/>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9"/>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36" name="Google Shape;536;p9"/>
          <p:cNvSpPr txBox="1">
            <a:spLocks noGrp="1"/>
          </p:cNvSpPr>
          <p:nvPr>
            <p:ph type="title"/>
          </p:nvPr>
        </p:nvSpPr>
        <p:spPr>
          <a:xfrm>
            <a:off x="901284" y="2697725"/>
            <a:ext cx="4195200" cy="1139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2pPr>
            <a:lvl3pPr lvl="2"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3pPr>
            <a:lvl4pPr lvl="3"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4pPr>
            <a:lvl5pPr lvl="4"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5pPr>
            <a:lvl6pPr lvl="5"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6pPr>
            <a:lvl7pPr lvl="6"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7pPr>
            <a:lvl8pPr lvl="7"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8pPr>
            <a:lvl9pPr lvl="8" rtl="0">
              <a:spcBef>
                <a:spcPts val="0"/>
              </a:spcBef>
              <a:spcAft>
                <a:spcPts val="0"/>
              </a:spcAft>
              <a:buSzPts val="2800"/>
              <a:buNone/>
              <a:defRPr>
                <a:latin typeface="Roboto" panose="02000000000000000000"/>
                <a:ea typeface="Roboto" panose="02000000000000000000"/>
                <a:cs typeface="Roboto" panose="02000000000000000000"/>
                <a:sym typeface="Roboto" panose="02000000000000000000"/>
              </a:defRPr>
            </a:lvl9pPr>
          </a:lstStyle>
          <a:p/>
        </p:txBody>
      </p:sp>
      <p:sp>
        <p:nvSpPr>
          <p:cNvPr id="537" name="Google Shape;537;p9"/>
          <p:cNvSpPr txBox="1">
            <a:spLocks noGrp="1"/>
          </p:cNvSpPr>
          <p:nvPr>
            <p:ph type="subTitle" idx="1"/>
          </p:nvPr>
        </p:nvSpPr>
        <p:spPr>
          <a:xfrm>
            <a:off x="901175" y="3691713"/>
            <a:ext cx="4195200" cy="74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5B595B"/>
              </a:buClr>
              <a:buSzPts val="1400"/>
              <a:buFont typeface="Lato"/>
              <a:buChar char="●"/>
              <a:defRPr/>
            </a:lvl1pPr>
            <a:lvl2pPr lvl="1" algn="ctr" rtl="0">
              <a:lnSpc>
                <a:spcPct val="100000"/>
              </a:lnSpc>
              <a:spcBef>
                <a:spcPts val="0"/>
              </a:spcBef>
              <a:spcAft>
                <a:spcPts val="0"/>
              </a:spcAft>
              <a:buClr>
                <a:srgbClr val="5B595B"/>
              </a:buClr>
              <a:buSzPts val="1400"/>
              <a:buFont typeface="Lato"/>
              <a:buChar char="○"/>
              <a:defRPr sz="2100"/>
            </a:lvl2pPr>
            <a:lvl3pPr lvl="2" algn="ctr" rtl="0">
              <a:lnSpc>
                <a:spcPct val="100000"/>
              </a:lnSpc>
              <a:spcBef>
                <a:spcPts val="0"/>
              </a:spcBef>
              <a:spcAft>
                <a:spcPts val="0"/>
              </a:spcAft>
              <a:buClr>
                <a:srgbClr val="5B595B"/>
              </a:buClr>
              <a:buSzPts val="1400"/>
              <a:buFont typeface="Lato"/>
              <a:buChar char="■"/>
              <a:defRPr sz="2100"/>
            </a:lvl3pPr>
            <a:lvl4pPr lvl="3" algn="ctr" rtl="0">
              <a:lnSpc>
                <a:spcPct val="100000"/>
              </a:lnSpc>
              <a:spcBef>
                <a:spcPts val="0"/>
              </a:spcBef>
              <a:spcAft>
                <a:spcPts val="0"/>
              </a:spcAft>
              <a:buClr>
                <a:srgbClr val="5B595B"/>
              </a:buClr>
              <a:buSzPts val="1400"/>
              <a:buFont typeface="Lato"/>
              <a:buChar char="●"/>
              <a:defRPr sz="2100"/>
            </a:lvl4pPr>
            <a:lvl5pPr lvl="4" algn="ctr" rtl="0">
              <a:lnSpc>
                <a:spcPct val="100000"/>
              </a:lnSpc>
              <a:spcBef>
                <a:spcPts val="0"/>
              </a:spcBef>
              <a:spcAft>
                <a:spcPts val="0"/>
              </a:spcAft>
              <a:buClr>
                <a:srgbClr val="5B595B"/>
              </a:buClr>
              <a:buSzPts val="1400"/>
              <a:buFont typeface="Lato"/>
              <a:buChar char="○"/>
              <a:defRPr sz="2100"/>
            </a:lvl5pPr>
            <a:lvl6pPr lvl="5" algn="ctr" rtl="0">
              <a:lnSpc>
                <a:spcPct val="100000"/>
              </a:lnSpc>
              <a:spcBef>
                <a:spcPts val="0"/>
              </a:spcBef>
              <a:spcAft>
                <a:spcPts val="0"/>
              </a:spcAft>
              <a:buClr>
                <a:srgbClr val="5B595B"/>
              </a:buClr>
              <a:buSzPts val="1400"/>
              <a:buFont typeface="Lato"/>
              <a:buChar char="■"/>
              <a:defRPr sz="2100"/>
            </a:lvl6pPr>
            <a:lvl7pPr lvl="6" algn="ctr" rtl="0">
              <a:lnSpc>
                <a:spcPct val="100000"/>
              </a:lnSpc>
              <a:spcBef>
                <a:spcPts val="0"/>
              </a:spcBef>
              <a:spcAft>
                <a:spcPts val="0"/>
              </a:spcAft>
              <a:buClr>
                <a:srgbClr val="5B595B"/>
              </a:buClr>
              <a:buSzPts val="1400"/>
              <a:buFont typeface="Lato"/>
              <a:buChar char="●"/>
              <a:defRPr sz="2100"/>
            </a:lvl7pPr>
            <a:lvl8pPr lvl="7" algn="ctr" rtl="0">
              <a:lnSpc>
                <a:spcPct val="100000"/>
              </a:lnSpc>
              <a:spcBef>
                <a:spcPts val="0"/>
              </a:spcBef>
              <a:spcAft>
                <a:spcPts val="0"/>
              </a:spcAft>
              <a:buClr>
                <a:srgbClr val="5B595B"/>
              </a:buClr>
              <a:buSzPts val="1400"/>
              <a:buFont typeface="Lato"/>
              <a:buChar char="○"/>
              <a:defRPr sz="2100"/>
            </a:lvl8pPr>
            <a:lvl9pPr lvl="8" algn="ctr" rtl="0">
              <a:lnSpc>
                <a:spcPct val="100000"/>
              </a:lnSpc>
              <a:spcBef>
                <a:spcPts val="0"/>
              </a:spcBef>
              <a:spcAft>
                <a:spcPts val="0"/>
              </a:spcAft>
              <a:buClr>
                <a:srgbClr val="5B595B"/>
              </a:buClr>
              <a:buSzPts val="1400"/>
              <a:buFont typeface="Lato"/>
              <a:buChar char="■"/>
              <a:defRPr sz="2100"/>
            </a:lvl9pPr>
          </a:lstStyle>
          <a:p/>
        </p:txBody>
      </p:sp>
      <p:sp>
        <p:nvSpPr>
          <p:cNvPr id="538" name="Google Shape;538;p9"/>
          <p:cNvSpPr>
            <a:spLocks noGrp="1"/>
          </p:cNvSpPr>
          <p:nvPr>
            <p:ph type="pic" idx="2"/>
          </p:nvPr>
        </p:nvSpPr>
        <p:spPr>
          <a:xfrm>
            <a:off x="5202675" y="892650"/>
            <a:ext cx="3163500" cy="3576600"/>
          </a:xfrm>
          <a:prstGeom prst="roundRect">
            <a:avLst>
              <a:gd name="adj" fmla="val 7733"/>
            </a:avLst>
          </a:prstGeom>
          <a:noFill/>
          <a:ln w="76200" cap="flat" cmpd="sng">
            <a:solidFill>
              <a:srgbClr val="FFFFFF"/>
            </a:solidFill>
            <a:prstDash val="solid"/>
            <a:round/>
            <a:headEnd type="none" w="sm" len="sm"/>
            <a:tailEnd type="none" w="sm" len="sm"/>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9"/>
        <p:cNvGrpSpPr/>
        <p:nvPr/>
      </p:nvGrpSpPr>
      <p:grpSpPr>
        <a:xfrm>
          <a:off x="0" y="0"/>
          <a:ext cx="0" cy="0"/>
          <a:chOff x="0" y="0"/>
          <a:chExt cx="0" cy="0"/>
        </a:xfrm>
      </p:grpSpPr>
      <p:sp>
        <p:nvSpPr>
          <p:cNvPr id="540" name="Google Shape;540;p10"/>
          <p:cNvSpPr txBox="1">
            <a:spLocks noGrp="1"/>
          </p:cNvSpPr>
          <p:nvPr>
            <p:ph type="title"/>
          </p:nvPr>
        </p:nvSpPr>
        <p:spPr>
          <a:xfrm>
            <a:off x="3951850" y="650700"/>
            <a:ext cx="4400100" cy="1063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1"/>
        <p:cNvGrpSpPr/>
        <p:nvPr/>
      </p:nvGrpSpPr>
      <p:grpSpPr>
        <a:xfrm>
          <a:off x="0" y="0"/>
          <a:ext cx="0" cy="0"/>
          <a:chOff x="0" y="0"/>
          <a:chExt cx="0" cy="0"/>
        </a:xfrm>
      </p:grpSpPr>
      <p:pic>
        <p:nvPicPr>
          <p:cNvPr id="542" name="Google Shape;542;p11"/>
          <p:cNvPicPr preferRelativeResize="0"/>
          <p:nvPr/>
        </p:nvPicPr>
        <p:blipFill>
          <a:blip r:embed="rId2"/>
          <a:stretch>
            <a:fillRect/>
          </a:stretch>
        </p:blipFill>
        <p:spPr>
          <a:xfrm>
            <a:off x="0" y="0"/>
            <a:ext cx="9144003" cy="5143501"/>
          </a:xfrm>
          <a:prstGeom prst="rect">
            <a:avLst/>
          </a:prstGeom>
          <a:noFill/>
          <a:ln>
            <a:noFill/>
          </a:ln>
        </p:spPr>
      </p:pic>
      <p:grpSp>
        <p:nvGrpSpPr>
          <p:cNvPr id="543" name="Google Shape;543;p11"/>
          <p:cNvGrpSpPr/>
          <p:nvPr/>
        </p:nvGrpSpPr>
        <p:grpSpPr>
          <a:xfrm>
            <a:off x="-185702" y="315946"/>
            <a:ext cx="9025230" cy="4511681"/>
            <a:chOff x="267675" y="411598"/>
            <a:chExt cx="8643200" cy="4320292"/>
          </a:xfrm>
        </p:grpSpPr>
        <p:sp>
          <p:nvSpPr>
            <p:cNvPr id="544" name="Google Shape;544;p11"/>
            <p:cNvSpPr/>
            <p:nvPr/>
          </p:nvSpPr>
          <p:spPr>
            <a:xfrm>
              <a:off x="616549" y="411598"/>
              <a:ext cx="8294327" cy="4320292"/>
            </a:xfrm>
            <a:custGeom>
              <a:avLst/>
              <a:gdLst/>
              <a:ahLst/>
              <a:cxnLst/>
              <a:rect l="l" t="t" r="r" b="b"/>
              <a:pathLst>
                <a:path w="63359" h="33002" extrusionOk="0">
                  <a:moveTo>
                    <a:pt x="3889" y="2305"/>
                  </a:moveTo>
                  <a:cubicBezTo>
                    <a:pt x="4191" y="2305"/>
                    <a:pt x="4448" y="2492"/>
                    <a:pt x="4448" y="2724"/>
                  </a:cubicBezTo>
                  <a:lnTo>
                    <a:pt x="4448" y="3588"/>
                  </a:lnTo>
                  <a:cubicBezTo>
                    <a:pt x="4448" y="3819"/>
                    <a:pt x="4191" y="4007"/>
                    <a:pt x="3889" y="4007"/>
                  </a:cubicBezTo>
                  <a:lnTo>
                    <a:pt x="2912" y="4007"/>
                  </a:lnTo>
                  <a:cubicBezTo>
                    <a:pt x="2596" y="4007"/>
                    <a:pt x="2353" y="3819"/>
                    <a:pt x="2353" y="3588"/>
                  </a:cubicBezTo>
                  <a:lnTo>
                    <a:pt x="2353" y="2724"/>
                  </a:lnTo>
                  <a:cubicBezTo>
                    <a:pt x="2353" y="2492"/>
                    <a:pt x="2596" y="2305"/>
                    <a:pt x="2912" y="2305"/>
                  </a:cubicBezTo>
                  <a:close/>
                  <a:moveTo>
                    <a:pt x="3889" y="6753"/>
                  </a:moveTo>
                  <a:cubicBezTo>
                    <a:pt x="4191" y="6753"/>
                    <a:pt x="4448" y="6940"/>
                    <a:pt x="4448" y="7172"/>
                  </a:cubicBezTo>
                  <a:lnTo>
                    <a:pt x="4448" y="8032"/>
                  </a:lnTo>
                  <a:cubicBezTo>
                    <a:pt x="4448" y="8267"/>
                    <a:pt x="4191" y="8451"/>
                    <a:pt x="3889" y="8451"/>
                  </a:cubicBezTo>
                  <a:lnTo>
                    <a:pt x="2912" y="8451"/>
                  </a:lnTo>
                  <a:cubicBezTo>
                    <a:pt x="2596" y="8451"/>
                    <a:pt x="2353" y="8267"/>
                    <a:pt x="2353" y="8032"/>
                  </a:cubicBezTo>
                  <a:lnTo>
                    <a:pt x="2353" y="7172"/>
                  </a:lnTo>
                  <a:cubicBezTo>
                    <a:pt x="2353" y="6940"/>
                    <a:pt x="2596" y="6753"/>
                    <a:pt x="2912" y="6753"/>
                  </a:cubicBezTo>
                  <a:close/>
                  <a:moveTo>
                    <a:pt x="3889" y="11200"/>
                  </a:moveTo>
                  <a:cubicBezTo>
                    <a:pt x="4191" y="11200"/>
                    <a:pt x="4448" y="11399"/>
                    <a:pt x="4448" y="11631"/>
                  </a:cubicBezTo>
                  <a:lnTo>
                    <a:pt x="4448" y="12480"/>
                  </a:lnTo>
                  <a:cubicBezTo>
                    <a:pt x="4448" y="12712"/>
                    <a:pt x="4191" y="12899"/>
                    <a:pt x="3889" y="12899"/>
                  </a:cubicBezTo>
                  <a:lnTo>
                    <a:pt x="2912" y="12899"/>
                  </a:lnTo>
                  <a:cubicBezTo>
                    <a:pt x="2596" y="12899"/>
                    <a:pt x="2353" y="12712"/>
                    <a:pt x="2353" y="12480"/>
                  </a:cubicBezTo>
                  <a:lnTo>
                    <a:pt x="2353" y="11631"/>
                  </a:lnTo>
                  <a:cubicBezTo>
                    <a:pt x="2353" y="11399"/>
                    <a:pt x="2596" y="11200"/>
                    <a:pt x="2912" y="11200"/>
                  </a:cubicBezTo>
                  <a:close/>
                  <a:moveTo>
                    <a:pt x="3889" y="15645"/>
                  </a:moveTo>
                  <a:cubicBezTo>
                    <a:pt x="4191" y="15645"/>
                    <a:pt x="4448" y="15843"/>
                    <a:pt x="4448" y="16078"/>
                  </a:cubicBezTo>
                  <a:lnTo>
                    <a:pt x="4448" y="16927"/>
                  </a:lnTo>
                  <a:cubicBezTo>
                    <a:pt x="4448" y="17159"/>
                    <a:pt x="4191" y="17358"/>
                    <a:pt x="3889" y="17358"/>
                  </a:cubicBezTo>
                  <a:lnTo>
                    <a:pt x="2912" y="17358"/>
                  </a:lnTo>
                  <a:cubicBezTo>
                    <a:pt x="2596" y="17358"/>
                    <a:pt x="2353" y="17159"/>
                    <a:pt x="2353" y="16927"/>
                  </a:cubicBezTo>
                  <a:lnTo>
                    <a:pt x="2353" y="16078"/>
                  </a:lnTo>
                  <a:cubicBezTo>
                    <a:pt x="2353" y="15843"/>
                    <a:pt x="2596" y="15645"/>
                    <a:pt x="2912" y="15645"/>
                  </a:cubicBezTo>
                  <a:close/>
                  <a:moveTo>
                    <a:pt x="3889" y="20093"/>
                  </a:moveTo>
                  <a:cubicBezTo>
                    <a:pt x="4191" y="20093"/>
                    <a:pt x="4448" y="20291"/>
                    <a:pt x="4448" y="20523"/>
                  </a:cubicBezTo>
                  <a:lnTo>
                    <a:pt x="4448" y="21372"/>
                  </a:lnTo>
                  <a:cubicBezTo>
                    <a:pt x="4448" y="21607"/>
                    <a:pt x="4191" y="21805"/>
                    <a:pt x="3889" y="21805"/>
                  </a:cubicBezTo>
                  <a:lnTo>
                    <a:pt x="2912" y="21805"/>
                  </a:lnTo>
                  <a:cubicBezTo>
                    <a:pt x="2596" y="21805"/>
                    <a:pt x="2353" y="21607"/>
                    <a:pt x="2353" y="21372"/>
                  </a:cubicBezTo>
                  <a:lnTo>
                    <a:pt x="2353" y="20523"/>
                  </a:lnTo>
                  <a:cubicBezTo>
                    <a:pt x="2353" y="20291"/>
                    <a:pt x="2596" y="20093"/>
                    <a:pt x="2912" y="20093"/>
                  </a:cubicBezTo>
                  <a:close/>
                  <a:moveTo>
                    <a:pt x="3889" y="24540"/>
                  </a:moveTo>
                  <a:cubicBezTo>
                    <a:pt x="4191" y="24540"/>
                    <a:pt x="4448" y="24738"/>
                    <a:pt x="4448" y="24970"/>
                  </a:cubicBezTo>
                  <a:lnTo>
                    <a:pt x="4448" y="25820"/>
                  </a:lnTo>
                  <a:cubicBezTo>
                    <a:pt x="4448" y="26051"/>
                    <a:pt x="4191" y="26250"/>
                    <a:pt x="3889" y="26250"/>
                  </a:cubicBezTo>
                  <a:lnTo>
                    <a:pt x="2912" y="26250"/>
                  </a:lnTo>
                  <a:cubicBezTo>
                    <a:pt x="2596" y="26250"/>
                    <a:pt x="2353" y="26051"/>
                    <a:pt x="2353" y="25820"/>
                  </a:cubicBezTo>
                  <a:lnTo>
                    <a:pt x="2353" y="24970"/>
                  </a:lnTo>
                  <a:cubicBezTo>
                    <a:pt x="2353" y="24738"/>
                    <a:pt x="2596" y="24540"/>
                    <a:pt x="2912" y="24540"/>
                  </a:cubicBezTo>
                  <a:close/>
                  <a:moveTo>
                    <a:pt x="3889" y="28985"/>
                  </a:moveTo>
                  <a:cubicBezTo>
                    <a:pt x="4191" y="28985"/>
                    <a:pt x="4448" y="29183"/>
                    <a:pt x="4448" y="29418"/>
                  </a:cubicBezTo>
                  <a:lnTo>
                    <a:pt x="4448" y="30267"/>
                  </a:lnTo>
                  <a:cubicBezTo>
                    <a:pt x="4448" y="30499"/>
                    <a:pt x="4191" y="30697"/>
                    <a:pt x="3889" y="30697"/>
                  </a:cubicBezTo>
                  <a:lnTo>
                    <a:pt x="2912" y="30697"/>
                  </a:lnTo>
                  <a:cubicBezTo>
                    <a:pt x="2596" y="30697"/>
                    <a:pt x="2353" y="30499"/>
                    <a:pt x="2353" y="30267"/>
                  </a:cubicBezTo>
                  <a:lnTo>
                    <a:pt x="2353" y="29418"/>
                  </a:lnTo>
                  <a:cubicBezTo>
                    <a:pt x="2353" y="29183"/>
                    <a:pt x="2596" y="28985"/>
                    <a:pt x="2912" y="28985"/>
                  </a:cubicBezTo>
                  <a:close/>
                  <a:moveTo>
                    <a:pt x="1677" y="1"/>
                  </a:moveTo>
                  <a:cubicBezTo>
                    <a:pt x="758" y="1"/>
                    <a:pt x="1" y="584"/>
                    <a:pt x="1" y="1283"/>
                  </a:cubicBezTo>
                  <a:lnTo>
                    <a:pt x="1" y="31723"/>
                  </a:lnTo>
                  <a:cubicBezTo>
                    <a:pt x="1" y="32421"/>
                    <a:pt x="758" y="33002"/>
                    <a:pt x="1677" y="33002"/>
                  </a:cubicBezTo>
                  <a:lnTo>
                    <a:pt x="61671" y="33002"/>
                  </a:lnTo>
                  <a:cubicBezTo>
                    <a:pt x="62601" y="33002"/>
                    <a:pt x="63358" y="32421"/>
                    <a:pt x="63358" y="31723"/>
                  </a:cubicBezTo>
                  <a:lnTo>
                    <a:pt x="63358" y="1283"/>
                  </a:lnTo>
                  <a:cubicBezTo>
                    <a:pt x="63358" y="584"/>
                    <a:pt x="62601" y="1"/>
                    <a:pt x="6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5" name="Google Shape;545;p11"/>
            <p:cNvSpPr/>
            <p:nvPr/>
          </p:nvSpPr>
          <p:spPr>
            <a:xfrm>
              <a:off x="633436" y="443802"/>
              <a:ext cx="8237904" cy="4272771"/>
            </a:xfrm>
            <a:custGeom>
              <a:avLst/>
              <a:gdLst/>
              <a:ahLst/>
              <a:cxnLst/>
              <a:rect l="l" t="t" r="r" b="b"/>
              <a:pathLst>
                <a:path w="62928" h="32639" extrusionOk="0">
                  <a:moveTo>
                    <a:pt x="3526" y="1875"/>
                  </a:moveTo>
                  <a:cubicBezTo>
                    <a:pt x="3992" y="1875"/>
                    <a:pt x="4364" y="2165"/>
                    <a:pt x="4364" y="2526"/>
                  </a:cubicBezTo>
                  <a:lnTo>
                    <a:pt x="4364" y="3305"/>
                  </a:lnTo>
                  <a:cubicBezTo>
                    <a:pt x="4364" y="3654"/>
                    <a:pt x="3992" y="3945"/>
                    <a:pt x="3526" y="3945"/>
                  </a:cubicBezTo>
                  <a:lnTo>
                    <a:pt x="2632" y="3945"/>
                  </a:lnTo>
                  <a:cubicBezTo>
                    <a:pt x="2165" y="3945"/>
                    <a:pt x="1780" y="3654"/>
                    <a:pt x="1780" y="3305"/>
                  </a:cubicBezTo>
                  <a:lnTo>
                    <a:pt x="1780" y="2526"/>
                  </a:lnTo>
                  <a:cubicBezTo>
                    <a:pt x="1780" y="2165"/>
                    <a:pt x="2165" y="1875"/>
                    <a:pt x="2632" y="1875"/>
                  </a:cubicBezTo>
                  <a:close/>
                  <a:moveTo>
                    <a:pt x="3526" y="6345"/>
                  </a:moveTo>
                  <a:cubicBezTo>
                    <a:pt x="3992" y="6345"/>
                    <a:pt x="4364" y="6635"/>
                    <a:pt x="4364" y="6996"/>
                  </a:cubicBezTo>
                  <a:lnTo>
                    <a:pt x="4364" y="7775"/>
                  </a:lnTo>
                  <a:cubicBezTo>
                    <a:pt x="4364" y="8124"/>
                    <a:pt x="3992" y="8415"/>
                    <a:pt x="3526" y="8415"/>
                  </a:cubicBezTo>
                  <a:lnTo>
                    <a:pt x="2632" y="8415"/>
                  </a:lnTo>
                  <a:cubicBezTo>
                    <a:pt x="2165" y="8415"/>
                    <a:pt x="1780" y="8124"/>
                    <a:pt x="1780" y="7775"/>
                  </a:cubicBezTo>
                  <a:lnTo>
                    <a:pt x="1780" y="6996"/>
                  </a:lnTo>
                  <a:cubicBezTo>
                    <a:pt x="1780" y="6635"/>
                    <a:pt x="2165" y="6345"/>
                    <a:pt x="2632" y="6345"/>
                  </a:cubicBezTo>
                  <a:close/>
                  <a:moveTo>
                    <a:pt x="3526" y="10815"/>
                  </a:moveTo>
                  <a:cubicBezTo>
                    <a:pt x="3992" y="10815"/>
                    <a:pt x="4364" y="11105"/>
                    <a:pt x="4364" y="11454"/>
                  </a:cubicBezTo>
                  <a:lnTo>
                    <a:pt x="4364" y="12245"/>
                  </a:lnTo>
                  <a:cubicBezTo>
                    <a:pt x="4364" y="12594"/>
                    <a:pt x="3992" y="12885"/>
                    <a:pt x="3526" y="12885"/>
                  </a:cubicBezTo>
                  <a:lnTo>
                    <a:pt x="2632" y="12885"/>
                  </a:lnTo>
                  <a:cubicBezTo>
                    <a:pt x="2165" y="12885"/>
                    <a:pt x="1780" y="12594"/>
                    <a:pt x="1780" y="12245"/>
                  </a:cubicBezTo>
                  <a:lnTo>
                    <a:pt x="1780" y="11454"/>
                  </a:lnTo>
                  <a:cubicBezTo>
                    <a:pt x="1780" y="11105"/>
                    <a:pt x="2165" y="10815"/>
                    <a:pt x="2632" y="10815"/>
                  </a:cubicBezTo>
                  <a:close/>
                  <a:moveTo>
                    <a:pt x="3526" y="15284"/>
                  </a:moveTo>
                  <a:cubicBezTo>
                    <a:pt x="3992" y="15284"/>
                    <a:pt x="4364" y="15575"/>
                    <a:pt x="4364" y="15924"/>
                  </a:cubicBezTo>
                  <a:lnTo>
                    <a:pt x="4364" y="16715"/>
                  </a:lnTo>
                  <a:cubicBezTo>
                    <a:pt x="4364" y="17064"/>
                    <a:pt x="3992" y="17355"/>
                    <a:pt x="3526" y="17355"/>
                  </a:cubicBezTo>
                  <a:lnTo>
                    <a:pt x="2632" y="17355"/>
                  </a:lnTo>
                  <a:cubicBezTo>
                    <a:pt x="2165" y="17355"/>
                    <a:pt x="1780" y="17064"/>
                    <a:pt x="1780" y="16715"/>
                  </a:cubicBezTo>
                  <a:lnTo>
                    <a:pt x="1780" y="15924"/>
                  </a:lnTo>
                  <a:cubicBezTo>
                    <a:pt x="1780" y="15575"/>
                    <a:pt x="2165" y="15284"/>
                    <a:pt x="2632" y="15284"/>
                  </a:cubicBezTo>
                  <a:close/>
                  <a:moveTo>
                    <a:pt x="3526" y="19754"/>
                  </a:moveTo>
                  <a:cubicBezTo>
                    <a:pt x="3992" y="19754"/>
                    <a:pt x="4364" y="20045"/>
                    <a:pt x="4364" y="20394"/>
                  </a:cubicBezTo>
                  <a:lnTo>
                    <a:pt x="4364" y="21185"/>
                  </a:lnTo>
                  <a:cubicBezTo>
                    <a:pt x="4364" y="21534"/>
                    <a:pt x="3992" y="21824"/>
                    <a:pt x="3526" y="21824"/>
                  </a:cubicBezTo>
                  <a:lnTo>
                    <a:pt x="2632" y="21824"/>
                  </a:lnTo>
                  <a:cubicBezTo>
                    <a:pt x="2165" y="21824"/>
                    <a:pt x="1780" y="21534"/>
                    <a:pt x="1780" y="21185"/>
                  </a:cubicBezTo>
                  <a:lnTo>
                    <a:pt x="1780" y="20394"/>
                  </a:lnTo>
                  <a:cubicBezTo>
                    <a:pt x="1780" y="20045"/>
                    <a:pt x="2165" y="19754"/>
                    <a:pt x="2632" y="19754"/>
                  </a:cubicBezTo>
                  <a:close/>
                  <a:moveTo>
                    <a:pt x="3526" y="24224"/>
                  </a:moveTo>
                  <a:cubicBezTo>
                    <a:pt x="3992" y="24224"/>
                    <a:pt x="4364" y="24515"/>
                    <a:pt x="4364" y="24864"/>
                  </a:cubicBezTo>
                  <a:lnTo>
                    <a:pt x="4364" y="25643"/>
                  </a:lnTo>
                  <a:cubicBezTo>
                    <a:pt x="4364" y="26004"/>
                    <a:pt x="3992" y="26294"/>
                    <a:pt x="3526" y="26294"/>
                  </a:cubicBezTo>
                  <a:lnTo>
                    <a:pt x="2632" y="26294"/>
                  </a:lnTo>
                  <a:cubicBezTo>
                    <a:pt x="2165" y="26294"/>
                    <a:pt x="1780" y="26004"/>
                    <a:pt x="1780" y="25643"/>
                  </a:cubicBezTo>
                  <a:lnTo>
                    <a:pt x="1780" y="24864"/>
                  </a:lnTo>
                  <a:cubicBezTo>
                    <a:pt x="1780" y="24515"/>
                    <a:pt x="2165" y="24224"/>
                    <a:pt x="2632" y="24224"/>
                  </a:cubicBezTo>
                  <a:close/>
                  <a:moveTo>
                    <a:pt x="3526" y="28694"/>
                  </a:moveTo>
                  <a:cubicBezTo>
                    <a:pt x="3992" y="28694"/>
                    <a:pt x="4364" y="28985"/>
                    <a:pt x="4364" y="29334"/>
                  </a:cubicBezTo>
                  <a:lnTo>
                    <a:pt x="4364" y="30113"/>
                  </a:lnTo>
                  <a:cubicBezTo>
                    <a:pt x="4364" y="30474"/>
                    <a:pt x="3992" y="30764"/>
                    <a:pt x="3526" y="30764"/>
                  </a:cubicBezTo>
                  <a:lnTo>
                    <a:pt x="2632" y="30764"/>
                  </a:lnTo>
                  <a:cubicBezTo>
                    <a:pt x="2165" y="30764"/>
                    <a:pt x="1780" y="30474"/>
                    <a:pt x="1780" y="30113"/>
                  </a:cubicBezTo>
                  <a:lnTo>
                    <a:pt x="1780" y="29334"/>
                  </a:lnTo>
                  <a:cubicBezTo>
                    <a:pt x="1780" y="28985"/>
                    <a:pt x="2165" y="28694"/>
                    <a:pt x="2632" y="28694"/>
                  </a:cubicBezTo>
                  <a:close/>
                  <a:moveTo>
                    <a:pt x="1361" y="0"/>
                  </a:moveTo>
                  <a:cubicBezTo>
                    <a:pt x="606" y="0"/>
                    <a:pt x="0" y="467"/>
                    <a:pt x="0" y="1026"/>
                  </a:cubicBezTo>
                  <a:lnTo>
                    <a:pt x="0" y="31616"/>
                  </a:lnTo>
                  <a:cubicBezTo>
                    <a:pt x="0" y="32175"/>
                    <a:pt x="606" y="32639"/>
                    <a:pt x="1361" y="32639"/>
                  </a:cubicBezTo>
                  <a:lnTo>
                    <a:pt x="61578" y="32639"/>
                  </a:lnTo>
                  <a:cubicBezTo>
                    <a:pt x="62321" y="32639"/>
                    <a:pt x="62927" y="32175"/>
                    <a:pt x="62927" y="31616"/>
                  </a:cubicBezTo>
                  <a:lnTo>
                    <a:pt x="62927" y="1026"/>
                  </a:lnTo>
                  <a:cubicBezTo>
                    <a:pt x="62927" y="467"/>
                    <a:pt x="62321" y="0"/>
                    <a:pt x="61578" y="0"/>
                  </a:cubicBezTo>
                  <a:close/>
                </a:path>
              </a:pathLst>
            </a:custGeom>
            <a:solidFill>
              <a:srgbClr val="FFFC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6" name="Google Shape;546;p11"/>
            <p:cNvSpPr/>
            <p:nvPr/>
          </p:nvSpPr>
          <p:spPr>
            <a:xfrm>
              <a:off x="647641" y="446682"/>
              <a:ext cx="8232144" cy="4267011"/>
            </a:xfrm>
            <a:custGeom>
              <a:avLst/>
              <a:gdLst/>
              <a:ahLst/>
              <a:cxnLst/>
              <a:rect l="l" t="t" r="r" b="b"/>
              <a:pathLst>
                <a:path w="62884" h="32595" extrusionOk="0">
                  <a:moveTo>
                    <a:pt x="2654" y="28647"/>
                  </a:moveTo>
                  <a:cubicBezTo>
                    <a:pt x="2713" y="28647"/>
                    <a:pt x="2772" y="28661"/>
                    <a:pt x="2830" y="28672"/>
                  </a:cubicBezTo>
                  <a:lnTo>
                    <a:pt x="3504" y="28672"/>
                  </a:lnTo>
                  <a:cubicBezTo>
                    <a:pt x="3643" y="28672"/>
                    <a:pt x="3772" y="28694"/>
                    <a:pt x="3889" y="28742"/>
                  </a:cubicBezTo>
                  <a:cubicBezTo>
                    <a:pt x="4062" y="28812"/>
                    <a:pt x="4202" y="28915"/>
                    <a:pt x="4286" y="29055"/>
                  </a:cubicBezTo>
                  <a:cubicBezTo>
                    <a:pt x="4319" y="29136"/>
                    <a:pt x="4342" y="29220"/>
                    <a:pt x="4342" y="29312"/>
                  </a:cubicBezTo>
                  <a:lnTo>
                    <a:pt x="4342" y="30091"/>
                  </a:lnTo>
                  <a:cubicBezTo>
                    <a:pt x="4342" y="30452"/>
                    <a:pt x="3970" y="30742"/>
                    <a:pt x="3504" y="30742"/>
                  </a:cubicBezTo>
                  <a:lnTo>
                    <a:pt x="2830" y="30742"/>
                  </a:lnTo>
                  <a:cubicBezTo>
                    <a:pt x="2772" y="30756"/>
                    <a:pt x="2713" y="30767"/>
                    <a:pt x="2654" y="30767"/>
                  </a:cubicBezTo>
                  <a:lnTo>
                    <a:pt x="1981" y="30767"/>
                  </a:lnTo>
                  <a:cubicBezTo>
                    <a:pt x="1607" y="30767"/>
                    <a:pt x="1305" y="30463"/>
                    <a:pt x="1305" y="30091"/>
                  </a:cubicBezTo>
                  <a:lnTo>
                    <a:pt x="1305" y="29312"/>
                  </a:lnTo>
                  <a:cubicBezTo>
                    <a:pt x="1305" y="28940"/>
                    <a:pt x="1607" y="28647"/>
                    <a:pt x="1981" y="28647"/>
                  </a:cubicBezTo>
                  <a:close/>
                  <a:moveTo>
                    <a:pt x="52312" y="1"/>
                  </a:moveTo>
                  <a:cubicBezTo>
                    <a:pt x="52627" y="1085"/>
                    <a:pt x="52801" y="2202"/>
                    <a:pt x="52801" y="3364"/>
                  </a:cubicBezTo>
                  <a:lnTo>
                    <a:pt x="52801" y="12877"/>
                  </a:lnTo>
                  <a:cubicBezTo>
                    <a:pt x="52801" y="17137"/>
                    <a:pt x="50521" y="21001"/>
                    <a:pt x="46842" y="23794"/>
                  </a:cubicBezTo>
                  <a:cubicBezTo>
                    <a:pt x="43163" y="26588"/>
                    <a:pt x="38089" y="28323"/>
                    <a:pt x="32477" y="28323"/>
                  </a:cubicBezTo>
                  <a:lnTo>
                    <a:pt x="0" y="28323"/>
                  </a:lnTo>
                  <a:lnTo>
                    <a:pt x="0" y="31594"/>
                  </a:lnTo>
                  <a:cubicBezTo>
                    <a:pt x="0" y="31860"/>
                    <a:pt x="151" y="32117"/>
                    <a:pt x="386" y="32293"/>
                  </a:cubicBezTo>
                  <a:cubicBezTo>
                    <a:pt x="629" y="32477"/>
                    <a:pt x="967" y="32594"/>
                    <a:pt x="1327" y="32594"/>
                  </a:cubicBezTo>
                  <a:lnTo>
                    <a:pt x="61556" y="32594"/>
                  </a:lnTo>
                  <a:cubicBezTo>
                    <a:pt x="61916" y="32594"/>
                    <a:pt x="62254" y="32477"/>
                    <a:pt x="62497" y="32293"/>
                  </a:cubicBezTo>
                  <a:cubicBezTo>
                    <a:pt x="62729" y="32117"/>
                    <a:pt x="62883" y="31860"/>
                    <a:pt x="62883" y="31594"/>
                  </a:cubicBezTo>
                  <a:lnTo>
                    <a:pt x="62883" y="1004"/>
                  </a:lnTo>
                  <a:cubicBezTo>
                    <a:pt x="62883" y="735"/>
                    <a:pt x="62729" y="478"/>
                    <a:pt x="62497" y="291"/>
                  </a:cubicBezTo>
                  <a:cubicBezTo>
                    <a:pt x="62254" y="118"/>
                    <a:pt x="61916" y="1"/>
                    <a:pt x="61556" y="1"/>
                  </a:cubicBezTo>
                  <a:close/>
                </a:path>
              </a:pathLst>
            </a:custGeom>
            <a:solidFill>
              <a:srgbClr val="F3B6B3">
                <a:alpha val="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7" name="Google Shape;547;p11"/>
            <p:cNvSpPr/>
            <p:nvPr/>
          </p:nvSpPr>
          <p:spPr>
            <a:xfrm>
              <a:off x="1252091" y="443802"/>
              <a:ext cx="21338" cy="4272771"/>
            </a:xfrm>
            <a:custGeom>
              <a:avLst/>
              <a:gdLst/>
              <a:ahLst/>
              <a:cxnLst/>
              <a:rect l="l" t="t" r="r" b="b"/>
              <a:pathLst>
                <a:path w="163" h="32639" extrusionOk="0">
                  <a:moveTo>
                    <a:pt x="1" y="0"/>
                  </a:moveTo>
                  <a:lnTo>
                    <a:pt x="1" y="32639"/>
                  </a:lnTo>
                  <a:lnTo>
                    <a:pt x="163" y="32639"/>
                  </a:lnTo>
                  <a:lnTo>
                    <a:pt x="163"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8" name="Google Shape;548;p11"/>
            <p:cNvSpPr/>
            <p:nvPr/>
          </p:nvSpPr>
          <p:spPr>
            <a:xfrm>
              <a:off x="267675" y="3188059"/>
              <a:ext cx="730085" cy="97790"/>
            </a:xfrm>
            <a:custGeom>
              <a:avLst/>
              <a:gdLst/>
              <a:ahLst/>
              <a:cxnLst/>
              <a:rect l="l" t="t" r="r" b="b"/>
              <a:pathLst>
                <a:path w="5577" h="747" extrusionOk="0">
                  <a:moveTo>
                    <a:pt x="327" y="1"/>
                  </a:moveTo>
                  <a:cubicBezTo>
                    <a:pt x="151" y="1"/>
                    <a:pt x="0" y="163"/>
                    <a:pt x="0" y="373"/>
                  </a:cubicBezTo>
                  <a:cubicBezTo>
                    <a:pt x="0" y="582"/>
                    <a:pt x="151" y="747"/>
                    <a:pt x="327" y="747"/>
                  </a:cubicBezTo>
                  <a:lnTo>
                    <a:pt x="5250" y="747"/>
                  </a:lnTo>
                  <a:cubicBezTo>
                    <a:pt x="5426" y="747"/>
                    <a:pt x="5577" y="582"/>
                    <a:pt x="5577" y="373"/>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11"/>
            <p:cNvSpPr/>
            <p:nvPr/>
          </p:nvSpPr>
          <p:spPr>
            <a:xfrm>
              <a:off x="269115" y="3188059"/>
              <a:ext cx="728645" cy="97790"/>
            </a:xfrm>
            <a:custGeom>
              <a:avLst/>
              <a:gdLst/>
              <a:ahLst/>
              <a:cxnLst/>
              <a:rect l="l" t="t" r="r" b="b"/>
              <a:pathLst>
                <a:path w="5566" h="747" extrusionOk="0">
                  <a:moveTo>
                    <a:pt x="316" y="1"/>
                  </a:moveTo>
                  <a:cubicBezTo>
                    <a:pt x="163" y="1"/>
                    <a:pt x="37" y="118"/>
                    <a:pt x="1" y="292"/>
                  </a:cubicBezTo>
                  <a:lnTo>
                    <a:pt x="4901" y="292"/>
                  </a:lnTo>
                  <a:cubicBezTo>
                    <a:pt x="5088" y="292"/>
                    <a:pt x="5228" y="456"/>
                    <a:pt x="5228" y="666"/>
                  </a:cubicBezTo>
                  <a:cubicBezTo>
                    <a:pt x="5228" y="688"/>
                    <a:pt x="5228" y="722"/>
                    <a:pt x="5216" y="747"/>
                  </a:cubicBezTo>
                  <a:lnTo>
                    <a:pt x="5239" y="747"/>
                  </a:lnTo>
                  <a:cubicBezTo>
                    <a:pt x="5415" y="747"/>
                    <a:pt x="5566" y="582"/>
                    <a:pt x="5566" y="373"/>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0" name="Google Shape;550;p11"/>
            <p:cNvSpPr/>
            <p:nvPr/>
          </p:nvSpPr>
          <p:spPr>
            <a:xfrm>
              <a:off x="295035" y="3235449"/>
              <a:ext cx="30502" cy="35608"/>
            </a:xfrm>
            <a:custGeom>
              <a:avLst/>
              <a:gdLst/>
              <a:ahLst/>
              <a:cxnLst/>
              <a:rect l="l" t="t" r="r" b="b"/>
              <a:pathLst>
                <a:path w="233" h="272" extrusionOk="0">
                  <a:moveTo>
                    <a:pt x="117" y="1"/>
                  </a:moveTo>
                  <a:cubicBezTo>
                    <a:pt x="59" y="1"/>
                    <a:pt x="1" y="47"/>
                    <a:pt x="1" y="139"/>
                  </a:cubicBezTo>
                  <a:cubicBezTo>
                    <a:pt x="1" y="227"/>
                    <a:pt x="59" y="271"/>
                    <a:pt x="117" y="271"/>
                  </a:cubicBezTo>
                  <a:cubicBezTo>
                    <a:pt x="175" y="271"/>
                    <a:pt x="233" y="227"/>
                    <a:pt x="233" y="139"/>
                  </a:cubicBezTo>
                  <a:cubicBezTo>
                    <a:pt x="233" y="47"/>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11"/>
            <p:cNvSpPr/>
            <p:nvPr/>
          </p:nvSpPr>
          <p:spPr>
            <a:xfrm>
              <a:off x="347399" y="3249587"/>
              <a:ext cx="21993" cy="19244"/>
            </a:xfrm>
            <a:custGeom>
              <a:avLst/>
              <a:gdLst/>
              <a:ahLst/>
              <a:cxnLst/>
              <a:rect l="l" t="t" r="r" b="b"/>
              <a:pathLst>
                <a:path w="168" h="147" extrusionOk="0">
                  <a:moveTo>
                    <a:pt x="70" y="0"/>
                  </a:moveTo>
                  <a:cubicBezTo>
                    <a:pt x="34" y="0"/>
                    <a:pt x="1" y="37"/>
                    <a:pt x="9" y="79"/>
                  </a:cubicBezTo>
                  <a:lnTo>
                    <a:pt x="9" y="90"/>
                  </a:lnTo>
                  <a:cubicBezTo>
                    <a:pt x="16" y="131"/>
                    <a:pt x="37" y="147"/>
                    <a:pt x="61" y="147"/>
                  </a:cubicBezTo>
                  <a:cubicBezTo>
                    <a:pt x="110" y="147"/>
                    <a:pt x="167" y="75"/>
                    <a:pt x="112" y="20"/>
                  </a:cubicBezTo>
                  <a:cubicBezTo>
                    <a:pt x="99" y="6"/>
                    <a:pt x="85"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2" name="Google Shape;552;p11"/>
            <p:cNvSpPr/>
            <p:nvPr/>
          </p:nvSpPr>
          <p:spPr>
            <a:xfrm>
              <a:off x="267675" y="3060161"/>
              <a:ext cx="730085" cy="99230"/>
            </a:xfrm>
            <a:custGeom>
              <a:avLst/>
              <a:gdLst/>
              <a:ahLst/>
              <a:cxnLst/>
              <a:rect l="l" t="t" r="r" b="b"/>
              <a:pathLst>
                <a:path w="5577" h="758" extrusionOk="0">
                  <a:moveTo>
                    <a:pt x="327" y="0"/>
                  </a:moveTo>
                  <a:cubicBezTo>
                    <a:pt x="151" y="0"/>
                    <a:pt x="0" y="176"/>
                    <a:pt x="0" y="372"/>
                  </a:cubicBezTo>
                  <a:cubicBezTo>
                    <a:pt x="0" y="581"/>
                    <a:pt x="151" y="757"/>
                    <a:pt x="327" y="757"/>
                  </a:cubicBezTo>
                  <a:lnTo>
                    <a:pt x="5250" y="757"/>
                  </a:lnTo>
                  <a:cubicBezTo>
                    <a:pt x="5426" y="757"/>
                    <a:pt x="5577" y="581"/>
                    <a:pt x="5577" y="372"/>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11"/>
            <p:cNvSpPr/>
            <p:nvPr/>
          </p:nvSpPr>
          <p:spPr>
            <a:xfrm>
              <a:off x="269115" y="3060161"/>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5"/>
                  </a:cubicBezTo>
                  <a:cubicBezTo>
                    <a:pt x="5228" y="699"/>
                    <a:pt x="5228" y="721"/>
                    <a:pt x="5216" y="757"/>
                  </a:cubicBezTo>
                  <a:lnTo>
                    <a:pt x="5239" y="757"/>
                  </a:lnTo>
                  <a:cubicBezTo>
                    <a:pt x="5415" y="757"/>
                    <a:pt x="5566" y="581"/>
                    <a:pt x="5566" y="372"/>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4" name="Google Shape;554;p11"/>
            <p:cNvSpPr/>
            <p:nvPr/>
          </p:nvSpPr>
          <p:spPr>
            <a:xfrm>
              <a:off x="298046" y="3115143"/>
              <a:ext cx="26051" cy="28669"/>
            </a:xfrm>
            <a:custGeom>
              <a:avLst/>
              <a:gdLst/>
              <a:ahLst/>
              <a:cxnLst/>
              <a:rect l="l" t="t" r="r" b="b"/>
              <a:pathLst>
                <a:path w="199" h="219" extrusionOk="0">
                  <a:moveTo>
                    <a:pt x="99" y="1"/>
                  </a:moveTo>
                  <a:cubicBezTo>
                    <a:pt x="50" y="1"/>
                    <a:pt x="0" y="36"/>
                    <a:pt x="0" y="105"/>
                  </a:cubicBezTo>
                  <a:cubicBezTo>
                    <a:pt x="0" y="181"/>
                    <a:pt x="50" y="219"/>
                    <a:pt x="99" y="219"/>
                  </a:cubicBezTo>
                  <a:cubicBezTo>
                    <a:pt x="149" y="219"/>
                    <a:pt x="199" y="181"/>
                    <a:pt x="199" y="105"/>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5" name="Google Shape;555;p11"/>
            <p:cNvSpPr/>
            <p:nvPr/>
          </p:nvSpPr>
          <p:spPr>
            <a:xfrm>
              <a:off x="342293" y="3130721"/>
              <a:ext cx="10735" cy="10996"/>
            </a:xfrm>
            <a:custGeom>
              <a:avLst/>
              <a:gdLst/>
              <a:ahLst/>
              <a:cxnLst/>
              <a:rect l="l" t="t" r="r" b="b"/>
              <a:pathLst>
                <a:path w="82" h="84" extrusionOk="0">
                  <a:moveTo>
                    <a:pt x="40" y="0"/>
                  </a:moveTo>
                  <a:cubicBezTo>
                    <a:pt x="28" y="0"/>
                    <a:pt x="16" y="7"/>
                    <a:pt x="11" y="20"/>
                  </a:cubicBezTo>
                  <a:cubicBezTo>
                    <a:pt x="0" y="31"/>
                    <a:pt x="0" y="42"/>
                    <a:pt x="11" y="56"/>
                  </a:cubicBezTo>
                  <a:lnTo>
                    <a:pt x="11" y="67"/>
                  </a:lnTo>
                  <a:cubicBezTo>
                    <a:pt x="15" y="79"/>
                    <a:pt x="25" y="84"/>
                    <a:pt x="36" y="84"/>
                  </a:cubicBezTo>
                  <a:cubicBezTo>
                    <a:pt x="56" y="84"/>
                    <a:pt x="81" y="66"/>
                    <a:pt x="81" y="42"/>
                  </a:cubicBezTo>
                  <a:cubicBezTo>
                    <a:pt x="81" y="15"/>
                    <a:pt x="60" y="0"/>
                    <a:pt x="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11"/>
            <p:cNvSpPr/>
            <p:nvPr/>
          </p:nvSpPr>
          <p:spPr>
            <a:xfrm>
              <a:off x="267675" y="2598574"/>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11"/>
            <p:cNvSpPr/>
            <p:nvPr/>
          </p:nvSpPr>
          <p:spPr>
            <a:xfrm>
              <a:off x="269115" y="2598574"/>
              <a:ext cx="728645" cy="97397"/>
            </a:xfrm>
            <a:custGeom>
              <a:avLst/>
              <a:gdLst/>
              <a:ahLst/>
              <a:cxnLst/>
              <a:rect l="l" t="t" r="r" b="b"/>
              <a:pathLst>
                <a:path w="5566" h="744" extrusionOk="0">
                  <a:moveTo>
                    <a:pt x="316" y="1"/>
                  </a:moveTo>
                  <a:cubicBezTo>
                    <a:pt x="163" y="1"/>
                    <a:pt x="37" y="126"/>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11"/>
            <p:cNvSpPr/>
            <p:nvPr/>
          </p:nvSpPr>
          <p:spPr>
            <a:xfrm>
              <a:off x="295035" y="2646748"/>
              <a:ext cx="30502" cy="34429"/>
            </a:xfrm>
            <a:custGeom>
              <a:avLst/>
              <a:gdLst/>
              <a:ahLst/>
              <a:cxnLst/>
              <a:rect l="l" t="t" r="r" b="b"/>
              <a:pathLst>
                <a:path w="233" h="263" extrusionOk="0">
                  <a:moveTo>
                    <a:pt x="117" y="1"/>
                  </a:moveTo>
                  <a:cubicBezTo>
                    <a:pt x="59" y="1"/>
                    <a:pt x="1" y="45"/>
                    <a:pt x="1" y="133"/>
                  </a:cubicBezTo>
                  <a:cubicBezTo>
                    <a:pt x="1" y="219"/>
                    <a:pt x="59" y="263"/>
                    <a:pt x="117" y="263"/>
                  </a:cubicBezTo>
                  <a:cubicBezTo>
                    <a:pt x="175" y="263"/>
                    <a:pt x="233" y="219"/>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11"/>
            <p:cNvSpPr/>
            <p:nvPr/>
          </p:nvSpPr>
          <p:spPr>
            <a:xfrm>
              <a:off x="347399" y="2660101"/>
              <a:ext cx="22124" cy="19637"/>
            </a:xfrm>
            <a:custGeom>
              <a:avLst/>
              <a:gdLst/>
              <a:ahLst/>
              <a:cxnLst/>
              <a:rect l="l" t="t" r="r" b="b"/>
              <a:pathLst>
                <a:path w="169" h="150" extrusionOk="0">
                  <a:moveTo>
                    <a:pt x="71" y="0"/>
                  </a:moveTo>
                  <a:cubicBezTo>
                    <a:pt x="35" y="0"/>
                    <a:pt x="1" y="39"/>
                    <a:pt x="9" y="89"/>
                  </a:cubicBezTo>
                  <a:lnTo>
                    <a:pt x="9" y="101"/>
                  </a:lnTo>
                  <a:cubicBezTo>
                    <a:pt x="16" y="136"/>
                    <a:pt x="36" y="149"/>
                    <a:pt x="58" y="149"/>
                  </a:cubicBezTo>
                  <a:cubicBezTo>
                    <a:pt x="108" y="149"/>
                    <a:pt x="168" y="79"/>
                    <a:pt x="112" y="31"/>
                  </a:cubicBezTo>
                  <a:lnTo>
                    <a:pt x="112" y="19"/>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11"/>
            <p:cNvSpPr/>
            <p:nvPr/>
          </p:nvSpPr>
          <p:spPr>
            <a:xfrm>
              <a:off x="267675" y="2470544"/>
              <a:ext cx="730085" cy="98968"/>
            </a:xfrm>
            <a:custGeom>
              <a:avLst/>
              <a:gdLst/>
              <a:ahLst/>
              <a:cxnLst/>
              <a:rect l="l" t="t" r="r" b="b"/>
              <a:pathLst>
                <a:path w="5577" h="756" extrusionOk="0">
                  <a:moveTo>
                    <a:pt x="327" y="1"/>
                  </a:moveTo>
                  <a:cubicBezTo>
                    <a:pt x="151" y="1"/>
                    <a:pt x="0" y="174"/>
                    <a:pt x="0" y="384"/>
                  </a:cubicBezTo>
                  <a:cubicBezTo>
                    <a:pt x="0" y="582"/>
                    <a:pt x="151" y="755"/>
                    <a:pt x="327" y="755"/>
                  </a:cubicBezTo>
                  <a:lnTo>
                    <a:pt x="5250" y="755"/>
                  </a:lnTo>
                  <a:cubicBezTo>
                    <a:pt x="5426" y="755"/>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11"/>
            <p:cNvSpPr/>
            <p:nvPr/>
          </p:nvSpPr>
          <p:spPr>
            <a:xfrm>
              <a:off x="269115" y="2470544"/>
              <a:ext cx="728645" cy="98968"/>
            </a:xfrm>
            <a:custGeom>
              <a:avLst/>
              <a:gdLst/>
              <a:ahLst/>
              <a:cxnLst/>
              <a:rect l="l" t="t" r="r" b="b"/>
              <a:pathLst>
                <a:path w="5566" h="756" extrusionOk="0">
                  <a:moveTo>
                    <a:pt x="316" y="1"/>
                  </a:moveTo>
                  <a:cubicBezTo>
                    <a:pt x="163" y="1"/>
                    <a:pt x="37" y="127"/>
                    <a:pt x="1" y="291"/>
                  </a:cubicBezTo>
                  <a:lnTo>
                    <a:pt x="4901" y="291"/>
                  </a:lnTo>
                  <a:cubicBezTo>
                    <a:pt x="5088" y="291"/>
                    <a:pt x="5228" y="465"/>
                    <a:pt x="5228" y="663"/>
                  </a:cubicBezTo>
                  <a:cubicBezTo>
                    <a:pt x="5228" y="699"/>
                    <a:pt x="5228" y="722"/>
                    <a:pt x="5216" y="755"/>
                  </a:cubicBezTo>
                  <a:lnTo>
                    <a:pt x="5239" y="755"/>
                  </a:lnTo>
                  <a:cubicBezTo>
                    <a:pt x="5415" y="755"/>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 name="Google Shape;562;p11"/>
            <p:cNvSpPr/>
            <p:nvPr/>
          </p:nvSpPr>
          <p:spPr>
            <a:xfrm>
              <a:off x="298046" y="2525657"/>
              <a:ext cx="26051" cy="28669"/>
            </a:xfrm>
            <a:custGeom>
              <a:avLst/>
              <a:gdLst/>
              <a:ahLst/>
              <a:cxnLst/>
              <a:rect l="l" t="t" r="r" b="b"/>
              <a:pathLst>
                <a:path w="199" h="219" extrusionOk="0">
                  <a:moveTo>
                    <a:pt x="99" y="0"/>
                  </a:moveTo>
                  <a:cubicBezTo>
                    <a:pt x="50" y="0"/>
                    <a:pt x="0" y="38"/>
                    <a:pt x="0" y="113"/>
                  </a:cubicBezTo>
                  <a:cubicBezTo>
                    <a:pt x="0" y="183"/>
                    <a:pt x="50" y="218"/>
                    <a:pt x="99" y="218"/>
                  </a:cubicBezTo>
                  <a:cubicBezTo>
                    <a:pt x="149" y="218"/>
                    <a:pt x="199" y="183"/>
                    <a:pt x="199" y="113"/>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 name="Google Shape;563;p11"/>
            <p:cNvSpPr/>
            <p:nvPr/>
          </p:nvSpPr>
          <p:spPr>
            <a:xfrm>
              <a:off x="342293" y="2540973"/>
              <a:ext cx="10735" cy="11520"/>
            </a:xfrm>
            <a:custGeom>
              <a:avLst/>
              <a:gdLst/>
              <a:ahLst/>
              <a:cxnLst/>
              <a:rect l="l" t="t" r="r" b="b"/>
              <a:pathLst>
                <a:path w="82" h="88" extrusionOk="0">
                  <a:moveTo>
                    <a:pt x="41" y="0"/>
                  </a:moveTo>
                  <a:cubicBezTo>
                    <a:pt x="28" y="0"/>
                    <a:pt x="16" y="7"/>
                    <a:pt x="11" y="22"/>
                  </a:cubicBezTo>
                  <a:lnTo>
                    <a:pt x="11" y="33"/>
                  </a:lnTo>
                  <a:cubicBezTo>
                    <a:pt x="0" y="33"/>
                    <a:pt x="0" y="55"/>
                    <a:pt x="11" y="55"/>
                  </a:cubicBezTo>
                  <a:lnTo>
                    <a:pt x="11" y="66"/>
                  </a:lnTo>
                  <a:cubicBezTo>
                    <a:pt x="16" y="81"/>
                    <a:pt x="28" y="88"/>
                    <a:pt x="41" y="88"/>
                  </a:cubicBezTo>
                  <a:cubicBezTo>
                    <a:pt x="60" y="88"/>
                    <a:pt x="81" y="72"/>
                    <a:pt x="81" y="44"/>
                  </a:cubicBezTo>
                  <a:cubicBezTo>
                    <a:pt x="81" y="15"/>
                    <a:pt x="60" y="0"/>
                    <a:pt x="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11"/>
            <p:cNvSpPr/>
            <p:nvPr/>
          </p:nvSpPr>
          <p:spPr>
            <a:xfrm>
              <a:off x="267675" y="2016419"/>
              <a:ext cx="730085" cy="99230"/>
            </a:xfrm>
            <a:custGeom>
              <a:avLst/>
              <a:gdLst/>
              <a:ahLst/>
              <a:cxnLst/>
              <a:rect l="l" t="t" r="r" b="b"/>
              <a:pathLst>
                <a:path w="5577" h="758" extrusionOk="0">
                  <a:moveTo>
                    <a:pt x="327" y="0"/>
                  </a:moveTo>
                  <a:cubicBezTo>
                    <a:pt x="151" y="0"/>
                    <a:pt x="0" y="173"/>
                    <a:pt x="0" y="383"/>
                  </a:cubicBezTo>
                  <a:cubicBezTo>
                    <a:pt x="0" y="581"/>
                    <a:pt x="151" y="757"/>
                    <a:pt x="327" y="757"/>
                  </a:cubicBezTo>
                  <a:lnTo>
                    <a:pt x="5250" y="757"/>
                  </a:lnTo>
                  <a:cubicBezTo>
                    <a:pt x="5426" y="757"/>
                    <a:pt x="5577" y="581"/>
                    <a:pt x="5577" y="383"/>
                  </a:cubicBezTo>
                  <a:cubicBezTo>
                    <a:pt x="5577" y="17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11"/>
            <p:cNvSpPr/>
            <p:nvPr/>
          </p:nvSpPr>
          <p:spPr>
            <a:xfrm>
              <a:off x="269115" y="2016419"/>
              <a:ext cx="728645" cy="99230"/>
            </a:xfrm>
            <a:custGeom>
              <a:avLst/>
              <a:gdLst/>
              <a:ahLst/>
              <a:cxnLst/>
              <a:rect l="l" t="t" r="r" b="b"/>
              <a:pathLst>
                <a:path w="5566" h="758" extrusionOk="0">
                  <a:moveTo>
                    <a:pt x="316" y="0"/>
                  </a:moveTo>
                  <a:cubicBezTo>
                    <a:pt x="163" y="0"/>
                    <a:pt x="37" y="129"/>
                    <a:pt x="1" y="291"/>
                  </a:cubicBezTo>
                  <a:lnTo>
                    <a:pt x="4901" y="291"/>
                  </a:lnTo>
                  <a:cubicBezTo>
                    <a:pt x="5088" y="291"/>
                    <a:pt x="5228" y="467"/>
                    <a:pt x="5228" y="662"/>
                  </a:cubicBezTo>
                  <a:cubicBezTo>
                    <a:pt x="5228" y="699"/>
                    <a:pt x="5228" y="721"/>
                    <a:pt x="5216" y="757"/>
                  </a:cubicBezTo>
                  <a:lnTo>
                    <a:pt x="5239" y="757"/>
                  </a:lnTo>
                  <a:cubicBezTo>
                    <a:pt x="5415" y="757"/>
                    <a:pt x="5566" y="581"/>
                    <a:pt x="5566" y="383"/>
                  </a:cubicBezTo>
                  <a:cubicBezTo>
                    <a:pt x="5566" y="17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11"/>
            <p:cNvSpPr/>
            <p:nvPr/>
          </p:nvSpPr>
          <p:spPr>
            <a:xfrm>
              <a:off x="295035" y="2064855"/>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11"/>
            <p:cNvSpPr/>
            <p:nvPr/>
          </p:nvSpPr>
          <p:spPr>
            <a:xfrm>
              <a:off x="347399" y="2078470"/>
              <a:ext cx="21993" cy="19506"/>
            </a:xfrm>
            <a:custGeom>
              <a:avLst/>
              <a:gdLst/>
              <a:ahLst/>
              <a:cxnLst/>
              <a:rect l="l" t="t" r="r" b="b"/>
              <a:pathLst>
                <a:path w="168" h="149" extrusionOk="0">
                  <a:moveTo>
                    <a:pt x="73" y="1"/>
                  </a:moveTo>
                  <a:cubicBezTo>
                    <a:pt x="36" y="1"/>
                    <a:pt x="1" y="34"/>
                    <a:pt x="9" y="85"/>
                  </a:cubicBezTo>
                  <a:lnTo>
                    <a:pt x="9" y="96"/>
                  </a:lnTo>
                  <a:cubicBezTo>
                    <a:pt x="16" y="133"/>
                    <a:pt x="37" y="148"/>
                    <a:pt x="60" y="148"/>
                  </a:cubicBezTo>
                  <a:cubicBezTo>
                    <a:pt x="110" y="148"/>
                    <a:pt x="167" y="81"/>
                    <a:pt x="112" y="26"/>
                  </a:cubicBezTo>
                  <a:lnTo>
                    <a:pt x="112" y="15"/>
                  </a:lnTo>
                  <a:cubicBezTo>
                    <a:pt x="100" y="5"/>
                    <a:pt x="86" y="1"/>
                    <a:pt x="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11"/>
            <p:cNvSpPr/>
            <p:nvPr/>
          </p:nvSpPr>
          <p:spPr>
            <a:xfrm>
              <a:off x="267675" y="1889829"/>
              <a:ext cx="730085" cy="97790"/>
            </a:xfrm>
            <a:custGeom>
              <a:avLst/>
              <a:gdLst/>
              <a:ahLst/>
              <a:cxnLst/>
              <a:rect l="l" t="t" r="r" b="b"/>
              <a:pathLst>
                <a:path w="5577" h="747" extrusionOk="0">
                  <a:moveTo>
                    <a:pt x="327" y="0"/>
                  </a:moveTo>
                  <a:cubicBezTo>
                    <a:pt x="151" y="0"/>
                    <a:pt x="0" y="163"/>
                    <a:pt x="0" y="372"/>
                  </a:cubicBezTo>
                  <a:cubicBezTo>
                    <a:pt x="0" y="582"/>
                    <a:pt x="151" y="746"/>
                    <a:pt x="327" y="746"/>
                  </a:cubicBezTo>
                  <a:lnTo>
                    <a:pt x="5250" y="746"/>
                  </a:lnTo>
                  <a:cubicBezTo>
                    <a:pt x="5426" y="746"/>
                    <a:pt x="5577" y="582"/>
                    <a:pt x="5577" y="372"/>
                  </a:cubicBezTo>
                  <a:cubicBezTo>
                    <a:pt x="5577" y="163"/>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11"/>
            <p:cNvSpPr/>
            <p:nvPr/>
          </p:nvSpPr>
          <p:spPr>
            <a:xfrm>
              <a:off x="269115" y="1889829"/>
              <a:ext cx="728645" cy="97790"/>
            </a:xfrm>
            <a:custGeom>
              <a:avLst/>
              <a:gdLst/>
              <a:ahLst/>
              <a:cxnLst/>
              <a:rect l="l" t="t" r="r" b="b"/>
              <a:pathLst>
                <a:path w="5566" h="747" extrusionOk="0">
                  <a:moveTo>
                    <a:pt x="316" y="0"/>
                  </a:moveTo>
                  <a:cubicBezTo>
                    <a:pt x="163" y="0"/>
                    <a:pt x="37" y="129"/>
                    <a:pt x="1" y="291"/>
                  </a:cubicBezTo>
                  <a:lnTo>
                    <a:pt x="4901" y="291"/>
                  </a:lnTo>
                  <a:cubicBezTo>
                    <a:pt x="5088" y="291"/>
                    <a:pt x="5228" y="456"/>
                    <a:pt x="5228" y="665"/>
                  </a:cubicBezTo>
                  <a:cubicBezTo>
                    <a:pt x="5228" y="699"/>
                    <a:pt x="5228" y="721"/>
                    <a:pt x="5216" y="746"/>
                  </a:cubicBezTo>
                  <a:lnTo>
                    <a:pt x="5239" y="746"/>
                  </a:lnTo>
                  <a:cubicBezTo>
                    <a:pt x="5415" y="746"/>
                    <a:pt x="5566" y="582"/>
                    <a:pt x="5566" y="372"/>
                  </a:cubicBezTo>
                  <a:cubicBezTo>
                    <a:pt x="5566" y="163"/>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 name="Google Shape;570;p11"/>
            <p:cNvSpPr/>
            <p:nvPr/>
          </p:nvSpPr>
          <p:spPr>
            <a:xfrm>
              <a:off x="298046" y="1944811"/>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11"/>
            <p:cNvSpPr/>
            <p:nvPr/>
          </p:nvSpPr>
          <p:spPr>
            <a:xfrm>
              <a:off x="342293" y="1960389"/>
              <a:ext cx="10735" cy="10080"/>
            </a:xfrm>
            <a:custGeom>
              <a:avLst/>
              <a:gdLst/>
              <a:ahLst/>
              <a:cxnLst/>
              <a:rect l="l" t="t" r="r" b="b"/>
              <a:pathLst>
                <a:path w="82" h="77" extrusionOk="0">
                  <a:moveTo>
                    <a:pt x="40" y="1"/>
                  </a:moveTo>
                  <a:cubicBezTo>
                    <a:pt x="28" y="1"/>
                    <a:pt x="16" y="7"/>
                    <a:pt x="11" y="20"/>
                  </a:cubicBezTo>
                  <a:cubicBezTo>
                    <a:pt x="0" y="31"/>
                    <a:pt x="0" y="43"/>
                    <a:pt x="11" y="57"/>
                  </a:cubicBezTo>
                  <a:cubicBezTo>
                    <a:pt x="16" y="70"/>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 name="Google Shape;572;p11"/>
            <p:cNvSpPr/>
            <p:nvPr/>
          </p:nvSpPr>
          <p:spPr>
            <a:xfrm>
              <a:off x="267675" y="1432693"/>
              <a:ext cx="730085" cy="97790"/>
            </a:xfrm>
            <a:custGeom>
              <a:avLst/>
              <a:gdLst/>
              <a:ahLst/>
              <a:cxnLst/>
              <a:rect l="l" t="t" r="r" b="b"/>
              <a:pathLst>
                <a:path w="5577" h="747" extrusionOk="0">
                  <a:moveTo>
                    <a:pt x="327" y="0"/>
                  </a:moveTo>
                  <a:cubicBezTo>
                    <a:pt x="151" y="0"/>
                    <a:pt x="0" y="162"/>
                    <a:pt x="0" y="372"/>
                  </a:cubicBezTo>
                  <a:cubicBezTo>
                    <a:pt x="0" y="570"/>
                    <a:pt x="151" y="746"/>
                    <a:pt x="327" y="746"/>
                  </a:cubicBezTo>
                  <a:lnTo>
                    <a:pt x="5250" y="746"/>
                  </a:lnTo>
                  <a:cubicBezTo>
                    <a:pt x="5426" y="746"/>
                    <a:pt x="5577" y="570"/>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 name="Google Shape;573;p11"/>
            <p:cNvSpPr/>
            <p:nvPr/>
          </p:nvSpPr>
          <p:spPr>
            <a:xfrm>
              <a:off x="269115" y="1432693"/>
              <a:ext cx="728645" cy="97790"/>
            </a:xfrm>
            <a:custGeom>
              <a:avLst/>
              <a:gdLst/>
              <a:ahLst/>
              <a:cxnLst/>
              <a:rect l="l" t="t" r="r" b="b"/>
              <a:pathLst>
                <a:path w="5566" h="747" extrusionOk="0">
                  <a:moveTo>
                    <a:pt x="316" y="0"/>
                  </a:moveTo>
                  <a:cubicBezTo>
                    <a:pt x="163" y="0"/>
                    <a:pt x="37" y="118"/>
                    <a:pt x="1" y="280"/>
                  </a:cubicBezTo>
                  <a:lnTo>
                    <a:pt x="4901" y="280"/>
                  </a:lnTo>
                  <a:cubicBezTo>
                    <a:pt x="5088" y="280"/>
                    <a:pt x="5228" y="456"/>
                    <a:pt x="5228" y="665"/>
                  </a:cubicBezTo>
                  <a:cubicBezTo>
                    <a:pt x="5228" y="688"/>
                    <a:pt x="5228" y="710"/>
                    <a:pt x="5216" y="746"/>
                  </a:cubicBezTo>
                  <a:lnTo>
                    <a:pt x="5239" y="746"/>
                  </a:lnTo>
                  <a:cubicBezTo>
                    <a:pt x="5415" y="746"/>
                    <a:pt x="5566" y="570"/>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 name="Google Shape;574;p11"/>
            <p:cNvSpPr/>
            <p:nvPr/>
          </p:nvSpPr>
          <p:spPr>
            <a:xfrm>
              <a:off x="295035" y="1479689"/>
              <a:ext cx="30502" cy="35477"/>
            </a:xfrm>
            <a:custGeom>
              <a:avLst/>
              <a:gdLst/>
              <a:ahLst/>
              <a:cxnLst/>
              <a:rect l="l" t="t" r="r" b="b"/>
              <a:pathLst>
                <a:path w="233" h="271" extrusionOk="0">
                  <a:moveTo>
                    <a:pt x="117" y="0"/>
                  </a:moveTo>
                  <a:cubicBezTo>
                    <a:pt x="59" y="0"/>
                    <a:pt x="1" y="44"/>
                    <a:pt x="1" y="130"/>
                  </a:cubicBezTo>
                  <a:cubicBezTo>
                    <a:pt x="1" y="224"/>
                    <a:pt x="59" y="271"/>
                    <a:pt x="117" y="271"/>
                  </a:cubicBezTo>
                  <a:cubicBezTo>
                    <a:pt x="175" y="271"/>
                    <a:pt x="233" y="224"/>
                    <a:pt x="233" y="130"/>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 name="Google Shape;575;p11"/>
            <p:cNvSpPr/>
            <p:nvPr/>
          </p:nvSpPr>
          <p:spPr>
            <a:xfrm>
              <a:off x="347530" y="1493828"/>
              <a:ext cx="21862" cy="19636"/>
            </a:xfrm>
            <a:custGeom>
              <a:avLst/>
              <a:gdLst/>
              <a:ahLst/>
              <a:cxnLst/>
              <a:rect l="l" t="t" r="r" b="b"/>
              <a:pathLst>
                <a:path w="167" h="150" extrusionOk="0">
                  <a:moveTo>
                    <a:pt x="65" y="1"/>
                  </a:moveTo>
                  <a:cubicBezTo>
                    <a:pt x="31" y="1"/>
                    <a:pt x="0" y="33"/>
                    <a:pt x="8" y="81"/>
                  </a:cubicBezTo>
                  <a:lnTo>
                    <a:pt x="8" y="92"/>
                  </a:lnTo>
                  <a:cubicBezTo>
                    <a:pt x="15" y="133"/>
                    <a:pt x="36" y="149"/>
                    <a:pt x="60" y="149"/>
                  </a:cubicBezTo>
                  <a:cubicBezTo>
                    <a:pt x="109" y="149"/>
                    <a:pt x="166" y="77"/>
                    <a:pt x="111" y="22"/>
                  </a:cubicBezTo>
                  <a:cubicBezTo>
                    <a:pt x="97" y="7"/>
                    <a:pt x="81" y="1"/>
                    <a:pt x="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11"/>
            <p:cNvSpPr/>
            <p:nvPr/>
          </p:nvSpPr>
          <p:spPr>
            <a:xfrm>
              <a:off x="267675" y="1304663"/>
              <a:ext cx="730085" cy="97790"/>
            </a:xfrm>
            <a:custGeom>
              <a:avLst/>
              <a:gdLst/>
              <a:ahLst/>
              <a:cxnLst/>
              <a:rect l="l" t="t" r="r" b="b"/>
              <a:pathLst>
                <a:path w="5577" h="747" extrusionOk="0">
                  <a:moveTo>
                    <a:pt x="327" y="1"/>
                  </a:moveTo>
                  <a:cubicBezTo>
                    <a:pt x="151" y="1"/>
                    <a:pt x="0" y="177"/>
                    <a:pt x="0" y="372"/>
                  </a:cubicBezTo>
                  <a:cubicBezTo>
                    <a:pt x="0" y="582"/>
                    <a:pt x="151" y="747"/>
                    <a:pt x="327" y="747"/>
                  </a:cubicBezTo>
                  <a:lnTo>
                    <a:pt x="5250" y="747"/>
                  </a:lnTo>
                  <a:cubicBezTo>
                    <a:pt x="5426" y="747"/>
                    <a:pt x="5577" y="582"/>
                    <a:pt x="5577" y="372"/>
                  </a:cubicBezTo>
                  <a:cubicBezTo>
                    <a:pt x="5577" y="177"/>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11"/>
            <p:cNvSpPr/>
            <p:nvPr/>
          </p:nvSpPr>
          <p:spPr>
            <a:xfrm>
              <a:off x="269115" y="1304663"/>
              <a:ext cx="728645" cy="97790"/>
            </a:xfrm>
            <a:custGeom>
              <a:avLst/>
              <a:gdLst/>
              <a:ahLst/>
              <a:cxnLst/>
              <a:rect l="l" t="t" r="r" b="b"/>
              <a:pathLst>
                <a:path w="5566" h="747" extrusionOk="0">
                  <a:moveTo>
                    <a:pt x="316" y="1"/>
                  </a:moveTo>
                  <a:cubicBezTo>
                    <a:pt x="163" y="1"/>
                    <a:pt x="37" y="129"/>
                    <a:pt x="1" y="291"/>
                  </a:cubicBezTo>
                  <a:lnTo>
                    <a:pt x="4901" y="291"/>
                  </a:lnTo>
                  <a:cubicBezTo>
                    <a:pt x="5088" y="291"/>
                    <a:pt x="5228" y="456"/>
                    <a:pt x="5228" y="666"/>
                  </a:cubicBezTo>
                  <a:cubicBezTo>
                    <a:pt x="5228" y="699"/>
                    <a:pt x="5228" y="721"/>
                    <a:pt x="5216" y="747"/>
                  </a:cubicBezTo>
                  <a:lnTo>
                    <a:pt x="5239" y="747"/>
                  </a:lnTo>
                  <a:cubicBezTo>
                    <a:pt x="5415" y="747"/>
                    <a:pt x="5566" y="582"/>
                    <a:pt x="5566" y="372"/>
                  </a:cubicBezTo>
                  <a:cubicBezTo>
                    <a:pt x="5566" y="177"/>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11"/>
            <p:cNvSpPr/>
            <p:nvPr/>
          </p:nvSpPr>
          <p:spPr>
            <a:xfrm>
              <a:off x="298046" y="1359776"/>
              <a:ext cx="26051" cy="28538"/>
            </a:xfrm>
            <a:custGeom>
              <a:avLst/>
              <a:gdLst/>
              <a:ahLst/>
              <a:cxnLst/>
              <a:rect l="l" t="t" r="r" b="b"/>
              <a:pathLst>
                <a:path w="199" h="218" extrusionOk="0">
                  <a:moveTo>
                    <a:pt x="99" y="0"/>
                  </a:moveTo>
                  <a:cubicBezTo>
                    <a:pt x="50" y="0"/>
                    <a:pt x="0" y="35"/>
                    <a:pt x="0" y="105"/>
                  </a:cubicBezTo>
                  <a:cubicBezTo>
                    <a:pt x="0" y="180"/>
                    <a:pt x="50" y="218"/>
                    <a:pt x="99" y="218"/>
                  </a:cubicBezTo>
                  <a:cubicBezTo>
                    <a:pt x="149" y="218"/>
                    <a:pt x="199" y="180"/>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 name="Google Shape;579;p11"/>
            <p:cNvSpPr/>
            <p:nvPr/>
          </p:nvSpPr>
          <p:spPr>
            <a:xfrm>
              <a:off x="342293" y="1375224"/>
              <a:ext cx="10735" cy="10080"/>
            </a:xfrm>
            <a:custGeom>
              <a:avLst/>
              <a:gdLst/>
              <a:ahLst/>
              <a:cxnLst/>
              <a:rect l="l" t="t" r="r" b="b"/>
              <a:pathLst>
                <a:path w="82" h="77" extrusionOk="0">
                  <a:moveTo>
                    <a:pt x="40" y="1"/>
                  </a:moveTo>
                  <a:cubicBezTo>
                    <a:pt x="28" y="1"/>
                    <a:pt x="16" y="7"/>
                    <a:pt x="11" y="20"/>
                  </a:cubicBezTo>
                  <a:cubicBezTo>
                    <a:pt x="0" y="32"/>
                    <a:pt x="0" y="43"/>
                    <a:pt x="11" y="57"/>
                  </a:cubicBezTo>
                  <a:cubicBezTo>
                    <a:pt x="16" y="71"/>
                    <a:pt x="29" y="77"/>
                    <a:pt x="42" y="77"/>
                  </a:cubicBezTo>
                  <a:cubicBezTo>
                    <a:pt x="61" y="77"/>
                    <a:pt x="81" y="64"/>
                    <a:pt x="81" y="43"/>
                  </a:cubicBezTo>
                  <a:cubicBezTo>
                    <a:pt x="81" y="16"/>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0" name="Google Shape;580;p11"/>
            <p:cNvSpPr/>
            <p:nvPr/>
          </p:nvSpPr>
          <p:spPr>
            <a:xfrm>
              <a:off x="267675" y="841374"/>
              <a:ext cx="730085" cy="99230"/>
            </a:xfrm>
            <a:custGeom>
              <a:avLst/>
              <a:gdLst/>
              <a:ahLst/>
              <a:cxnLst/>
              <a:rect l="l" t="t" r="r" b="b"/>
              <a:pathLst>
                <a:path w="5577" h="758" extrusionOk="0">
                  <a:moveTo>
                    <a:pt x="327" y="0"/>
                  </a:moveTo>
                  <a:cubicBezTo>
                    <a:pt x="151" y="0"/>
                    <a:pt x="0" y="176"/>
                    <a:pt x="0" y="374"/>
                  </a:cubicBezTo>
                  <a:cubicBezTo>
                    <a:pt x="0" y="584"/>
                    <a:pt x="151" y="757"/>
                    <a:pt x="327" y="757"/>
                  </a:cubicBezTo>
                  <a:lnTo>
                    <a:pt x="5250" y="757"/>
                  </a:lnTo>
                  <a:cubicBezTo>
                    <a:pt x="5426" y="757"/>
                    <a:pt x="5577" y="584"/>
                    <a:pt x="5577" y="374"/>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11"/>
            <p:cNvSpPr/>
            <p:nvPr/>
          </p:nvSpPr>
          <p:spPr>
            <a:xfrm>
              <a:off x="269115" y="841374"/>
              <a:ext cx="728645" cy="99230"/>
            </a:xfrm>
            <a:custGeom>
              <a:avLst/>
              <a:gdLst/>
              <a:ahLst/>
              <a:cxnLst/>
              <a:rect l="l" t="t" r="r" b="b"/>
              <a:pathLst>
                <a:path w="5566" h="758" extrusionOk="0">
                  <a:moveTo>
                    <a:pt x="316" y="0"/>
                  </a:moveTo>
                  <a:cubicBezTo>
                    <a:pt x="163" y="0"/>
                    <a:pt x="37" y="129"/>
                    <a:pt x="1" y="293"/>
                  </a:cubicBezTo>
                  <a:lnTo>
                    <a:pt x="4901" y="293"/>
                  </a:lnTo>
                  <a:cubicBezTo>
                    <a:pt x="5088" y="293"/>
                    <a:pt x="5228" y="467"/>
                    <a:pt x="5228" y="665"/>
                  </a:cubicBezTo>
                  <a:cubicBezTo>
                    <a:pt x="5228" y="698"/>
                    <a:pt x="5228" y="724"/>
                    <a:pt x="5216" y="757"/>
                  </a:cubicBezTo>
                  <a:lnTo>
                    <a:pt x="5239" y="757"/>
                  </a:lnTo>
                  <a:cubicBezTo>
                    <a:pt x="5415" y="757"/>
                    <a:pt x="5566" y="584"/>
                    <a:pt x="5566" y="374"/>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11"/>
            <p:cNvSpPr/>
            <p:nvPr/>
          </p:nvSpPr>
          <p:spPr>
            <a:xfrm>
              <a:off x="295035" y="889811"/>
              <a:ext cx="30502" cy="34429"/>
            </a:xfrm>
            <a:custGeom>
              <a:avLst/>
              <a:gdLst/>
              <a:ahLst/>
              <a:cxnLst/>
              <a:rect l="l" t="t" r="r" b="b"/>
              <a:pathLst>
                <a:path w="233" h="263" extrusionOk="0">
                  <a:moveTo>
                    <a:pt x="117" y="1"/>
                  </a:moveTo>
                  <a:cubicBezTo>
                    <a:pt x="59" y="1"/>
                    <a:pt x="1" y="45"/>
                    <a:pt x="1" y="133"/>
                  </a:cubicBezTo>
                  <a:cubicBezTo>
                    <a:pt x="1" y="220"/>
                    <a:pt x="59" y="263"/>
                    <a:pt x="117" y="263"/>
                  </a:cubicBezTo>
                  <a:cubicBezTo>
                    <a:pt x="175" y="263"/>
                    <a:pt x="233" y="220"/>
                    <a:pt x="233" y="133"/>
                  </a:cubicBezTo>
                  <a:cubicBezTo>
                    <a:pt x="233" y="45"/>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3" name="Google Shape;583;p11"/>
            <p:cNvSpPr/>
            <p:nvPr/>
          </p:nvSpPr>
          <p:spPr>
            <a:xfrm>
              <a:off x="347399" y="903033"/>
              <a:ext cx="21993" cy="20029"/>
            </a:xfrm>
            <a:custGeom>
              <a:avLst/>
              <a:gdLst/>
              <a:ahLst/>
              <a:cxnLst/>
              <a:rect l="l" t="t" r="r" b="b"/>
              <a:pathLst>
                <a:path w="168" h="153" extrusionOk="0">
                  <a:moveTo>
                    <a:pt x="71" y="0"/>
                  </a:moveTo>
                  <a:cubicBezTo>
                    <a:pt x="35" y="0"/>
                    <a:pt x="1" y="37"/>
                    <a:pt x="9" y="88"/>
                  </a:cubicBezTo>
                  <a:lnTo>
                    <a:pt x="9" y="102"/>
                  </a:lnTo>
                  <a:cubicBezTo>
                    <a:pt x="16" y="138"/>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4" name="Google Shape;584;p11"/>
            <p:cNvSpPr/>
            <p:nvPr/>
          </p:nvSpPr>
          <p:spPr>
            <a:xfrm>
              <a:off x="267675" y="715178"/>
              <a:ext cx="730085" cy="97397"/>
            </a:xfrm>
            <a:custGeom>
              <a:avLst/>
              <a:gdLst/>
              <a:ahLst/>
              <a:cxnLst/>
              <a:rect l="l" t="t" r="r" b="b"/>
              <a:pathLst>
                <a:path w="5577" h="744" extrusionOk="0">
                  <a:moveTo>
                    <a:pt x="327" y="0"/>
                  </a:moveTo>
                  <a:cubicBezTo>
                    <a:pt x="151" y="0"/>
                    <a:pt x="0" y="162"/>
                    <a:pt x="0" y="372"/>
                  </a:cubicBezTo>
                  <a:cubicBezTo>
                    <a:pt x="0" y="581"/>
                    <a:pt x="151" y="743"/>
                    <a:pt x="327" y="743"/>
                  </a:cubicBezTo>
                  <a:lnTo>
                    <a:pt x="5250" y="743"/>
                  </a:lnTo>
                  <a:cubicBezTo>
                    <a:pt x="5426" y="743"/>
                    <a:pt x="5577" y="581"/>
                    <a:pt x="5577" y="372"/>
                  </a:cubicBezTo>
                  <a:cubicBezTo>
                    <a:pt x="5577" y="162"/>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5" name="Google Shape;585;p11"/>
            <p:cNvSpPr/>
            <p:nvPr/>
          </p:nvSpPr>
          <p:spPr>
            <a:xfrm>
              <a:off x="269115" y="715178"/>
              <a:ext cx="728645" cy="97397"/>
            </a:xfrm>
            <a:custGeom>
              <a:avLst/>
              <a:gdLst/>
              <a:ahLst/>
              <a:cxnLst/>
              <a:rect l="l" t="t" r="r" b="b"/>
              <a:pathLst>
                <a:path w="5566" h="744" extrusionOk="0">
                  <a:moveTo>
                    <a:pt x="316" y="0"/>
                  </a:moveTo>
                  <a:cubicBezTo>
                    <a:pt x="163" y="0"/>
                    <a:pt x="37" y="126"/>
                    <a:pt x="1" y="291"/>
                  </a:cubicBezTo>
                  <a:lnTo>
                    <a:pt x="4901" y="291"/>
                  </a:lnTo>
                  <a:cubicBezTo>
                    <a:pt x="5088" y="291"/>
                    <a:pt x="5228" y="453"/>
                    <a:pt x="5228" y="662"/>
                  </a:cubicBezTo>
                  <a:cubicBezTo>
                    <a:pt x="5228" y="685"/>
                    <a:pt x="5228" y="721"/>
                    <a:pt x="5216" y="743"/>
                  </a:cubicBezTo>
                  <a:lnTo>
                    <a:pt x="5239" y="743"/>
                  </a:lnTo>
                  <a:cubicBezTo>
                    <a:pt x="5415" y="743"/>
                    <a:pt x="5566" y="581"/>
                    <a:pt x="5566" y="372"/>
                  </a:cubicBezTo>
                  <a:cubicBezTo>
                    <a:pt x="5566" y="162"/>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6" name="Google Shape;586;p11"/>
            <p:cNvSpPr/>
            <p:nvPr/>
          </p:nvSpPr>
          <p:spPr>
            <a:xfrm>
              <a:off x="298046" y="769767"/>
              <a:ext cx="26051" cy="27622"/>
            </a:xfrm>
            <a:custGeom>
              <a:avLst/>
              <a:gdLst/>
              <a:ahLst/>
              <a:cxnLst/>
              <a:rect l="l" t="t" r="r" b="b"/>
              <a:pathLst>
                <a:path w="199" h="211" extrusionOk="0">
                  <a:moveTo>
                    <a:pt x="99" y="1"/>
                  </a:moveTo>
                  <a:cubicBezTo>
                    <a:pt x="50" y="1"/>
                    <a:pt x="0" y="36"/>
                    <a:pt x="0" y="106"/>
                  </a:cubicBezTo>
                  <a:cubicBezTo>
                    <a:pt x="0" y="176"/>
                    <a:pt x="50" y="210"/>
                    <a:pt x="99" y="210"/>
                  </a:cubicBezTo>
                  <a:cubicBezTo>
                    <a:pt x="149" y="210"/>
                    <a:pt x="199" y="176"/>
                    <a:pt x="199" y="106"/>
                  </a:cubicBezTo>
                  <a:cubicBezTo>
                    <a:pt x="199" y="36"/>
                    <a:pt x="149"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587;p11"/>
            <p:cNvSpPr/>
            <p:nvPr/>
          </p:nvSpPr>
          <p:spPr>
            <a:xfrm>
              <a:off x="342293" y="785345"/>
              <a:ext cx="10735" cy="10211"/>
            </a:xfrm>
            <a:custGeom>
              <a:avLst/>
              <a:gdLst/>
              <a:ahLst/>
              <a:cxnLst/>
              <a:rect l="l" t="t" r="r" b="b"/>
              <a:pathLst>
                <a:path w="82" h="78" extrusionOk="0">
                  <a:moveTo>
                    <a:pt x="43" y="1"/>
                  </a:moveTo>
                  <a:cubicBezTo>
                    <a:pt x="30" y="1"/>
                    <a:pt x="16" y="8"/>
                    <a:pt x="11" y="23"/>
                  </a:cubicBezTo>
                  <a:cubicBezTo>
                    <a:pt x="0" y="34"/>
                    <a:pt x="0" y="45"/>
                    <a:pt x="11" y="57"/>
                  </a:cubicBezTo>
                  <a:cubicBezTo>
                    <a:pt x="16" y="71"/>
                    <a:pt x="27" y="77"/>
                    <a:pt x="40" y="77"/>
                  </a:cubicBezTo>
                  <a:cubicBezTo>
                    <a:pt x="60" y="77"/>
                    <a:pt x="81" y="61"/>
                    <a:pt x="81" y="34"/>
                  </a:cubicBezTo>
                  <a:cubicBezTo>
                    <a:pt x="81" y="13"/>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11"/>
            <p:cNvSpPr/>
            <p:nvPr/>
          </p:nvSpPr>
          <p:spPr>
            <a:xfrm>
              <a:off x="267675" y="3767072"/>
              <a:ext cx="730085" cy="97790"/>
            </a:xfrm>
            <a:custGeom>
              <a:avLst/>
              <a:gdLst/>
              <a:ahLst/>
              <a:cxnLst/>
              <a:rect l="l" t="t" r="r" b="b"/>
              <a:pathLst>
                <a:path w="5577" h="747" extrusionOk="0">
                  <a:moveTo>
                    <a:pt x="327" y="0"/>
                  </a:moveTo>
                  <a:cubicBezTo>
                    <a:pt x="151" y="0"/>
                    <a:pt x="0" y="176"/>
                    <a:pt x="0" y="375"/>
                  </a:cubicBezTo>
                  <a:cubicBezTo>
                    <a:pt x="0" y="584"/>
                    <a:pt x="151" y="746"/>
                    <a:pt x="327" y="746"/>
                  </a:cubicBezTo>
                  <a:lnTo>
                    <a:pt x="5250" y="746"/>
                  </a:lnTo>
                  <a:cubicBezTo>
                    <a:pt x="5426" y="746"/>
                    <a:pt x="5577" y="584"/>
                    <a:pt x="5577" y="375"/>
                  </a:cubicBezTo>
                  <a:cubicBezTo>
                    <a:pt x="5577" y="176"/>
                    <a:pt x="5426" y="0"/>
                    <a:pt x="5250" y="0"/>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 name="Google Shape;589;p11"/>
            <p:cNvSpPr/>
            <p:nvPr/>
          </p:nvSpPr>
          <p:spPr>
            <a:xfrm>
              <a:off x="269115" y="3767072"/>
              <a:ext cx="728645" cy="97790"/>
            </a:xfrm>
            <a:custGeom>
              <a:avLst/>
              <a:gdLst/>
              <a:ahLst/>
              <a:cxnLst/>
              <a:rect l="l" t="t" r="r" b="b"/>
              <a:pathLst>
                <a:path w="5566" h="747" extrusionOk="0">
                  <a:moveTo>
                    <a:pt x="316" y="0"/>
                  </a:moveTo>
                  <a:cubicBezTo>
                    <a:pt x="163" y="0"/>
                    <a:pt x="37" y="129"/>
                    <a:pt x="1" y="294"/>
                  </a:cubicBezTo>
                  <a:lnTo>
                    <a:pt x="4901" y="294"/>
                  </a:lnTo>
                  <a:cubicBezTo>
                    <a:pt x="5088" y="294"/>
                    <a:pt x="5228" y="467"/>
                    <a:pt x="5228" y="665"/>
                  </a:cubicBezTo>
                  <a:cubicBezTo>
                    <a:pt x="5228" y="699"/>
                    <a:pt x="5228" y="724"/>
                    <a:pt x="5216" y="746"/>
                  </a:cubicBezTo>
                  <a:lnTo>
                    <a:pt x="5239" y="746"/>
                  </a:lnTo>
                  <a:cubicBezTo>
                    <a:pt x="5415" y="746"/>
                    <a:pt x="5566" y="584"/>
                    <a:pt x="5566" y="375"/>
                  </a:cubicBezTo>
                  <a:cubicBezTo>
                    <a:pt x="5566" y="176"/>
                    <a:pt x="5415" y="0"/>
                    <a:pt x="523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 name="Google Shape;590;p11"/>
            <p:cNvSpPr/>
            <p:nvPr/>
          </p:nvSpPr>
          <p:spPr>
            <a:xfrm>
              <a:off x="295035" y="3815640"/>
              <a:ext cx="30502" cy="34429"/>
            </a:xfrm>
            <a:custGeom>
              <a:avLst/>
              <a:gdLst/>
              <a:ahLst/>
              <a:cxnLst/>
              <a:rect l="l" t="t" r="r" b="b"/>
              <a:pathLst>
                <a:path w="233" h="263" extrusionOk="0">
                  <a:moveTo>
                    <a:pt x="117" y="0"/>
                  </a:moveTo>
                  <a:cubicBezTo>
                    <a:pt x="59" y="0"/>
                    <a:pt x="1" y="44"/>
                    <a:pt x="1" y="132"/>
                  </a:cubicBezTo>
                  <a:cubicBezTo>
                    <a:pt x="1" y="219"/>
                    <a:pt x="59" y="262"/>
                    <a:pt x="117" y="262"/>
                  </a:cubicBezTo>
                  <a:cubicBezTo>
                    <a:pt x="175" y="262"/>
                    <a:pt x="233" y="219"/>
                    <a:pt x="233" y="132"/>
                  </a:cubicBezTo>
                  <a:cubicBezTo>
                    <a:pt x="233" y="44"/>
                    <a:pt x="175" y="0"/>
                    <a:pt x="1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 name="Google Shape;591;p11"/>
            <p:cNvSpPr/>
            <p:nvPr/>
          </p:nvSpPr>
          <p:spPr>
            <a:xfrm>
              <a:off x="347399" y="3828731"/>
              <a:ext cx="21993" cy="20029"/>
            </a:xfrm>
            <a:custGeom>
              <a:avLst/>
              <a:gdLst/>
              <a:ahLst/>
              <a:cxnLst/>
              <a:rect l="l" t="t" r="r" b="b"/>
              <a:pathLst>
                <a:path w="168" h="153" extrusionOk="0">
                  <a:moveTo>
                    <a:pt x="71" y="0"/>
                  </a:moveTo>
                  <a:cubicBezTo>
                    <a:pt x="35" y="0"/>
                    <a:pt x="1" y="38"/>
                    <a:pt x="9" y="88"/>
                  </a:cubicBezTo>
                  <a:lnTo>
                    <a:pt x="9" y="102"/>
                  </a:lnTo>
                  <a:cubicBezTo>
                    <a:pt x="16" y="139"/>
                    <a:pt x="37" y="153"/>
                    <a:pt x="60" y="153"/>
                  </a:cubicBezTo>
                  <a:cubicBezTo>
                    <a:pt x="110" y="153"/>
                    <a:pt x="167" y="87"/>
                    <a:pt x="112" y="32"/>
                  </a:cubicBezTo>
                  <a:lnTo>
                    <a:pt x="112" y="18"/>
                  </a:ln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 name="Google Shape;592;p11"/>
            <p:cNvSpPr/>
            <p:nvPr/>
          </p:nvSpPr>
          <p:spPr>
            <a:xfrm>
              <a:off x="267675" y="3640876"/>
              <a:ext cx="730085" cy="97397"/>
            </a:xfrm>
            <a:custGeom>
              <a:avLst/>
              <a:gdLst/>
              <a:ahLst/>
              <a:cxnLst/>
              <a:rect l="l" t="t" r="r" b="b"/>
              <a:pathLst>
                <a:path w="5577" h="744" extrusionOk="0">
                  <a:moveTo>
                    <a:pt x="327" y="1"/>
                  </a:moveTo>
                  <a:cubicBezTo>
                    <a:pt x="151" y="1"/>
                    <a:pt x="0" y="163"/>
                    <a:pt x="0" y="372"/>
                  </a:cubicBezTo>
                  <a:cubicBezTo>
                    <a:pt x="0" y="582"/>
                    <a:pt x="151" y="744"/>
                    <a:pt x="327" y="744"/>
                  </a:cubicBezTo>
                  <a:lnTo>
                    <a:pt x="5250" y="744"/>
                  </a:lnTo>
                  <a:cubicBezTo>
                    <a:pt x="5426" y="744"/>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3" name="Google Shape;593;p11"/>
            <p:cNvSpPr/>
            <p:nvPr/>
          </p:nvSpPr>
          <p:spPr>
            <a:xfrm>
              <a:off x="269115" y="3640876"/>
              <a:ext cx="728645" cy="97397"/>
            </a:xfrm>
            <a:custGeom>
              <a:avLst/>
              <a:gdLst/>
              <a:ahLst/>
              <a:cxnLst/>
              <a:rect l="l" t="t" r="r" b="b"/>
              <a:pathLst>
                <a:path w="5566" h="744" extrusionOk="0">
                  <a:moveTo>
                    <a:pt x="316" y="1"/>
                  </a:moveTo>
                  <a:cubicBezTo>
                    <a:pt x="163" y="1"/>
                    <a:pt x="37" y="115"/>
                    <a:pt x="1" y="291"/>
                  </a:cubicBezTo>
                  <a:lnTo>
                    <a:pt x="4901" y="291"/>
                  </a:lnTo>
                  <a:cubicBezTo>
                    <a:pt x="5088" y="291"/>
                    <a:pt x="5228" y="453"/>
                    <a:pt x="5228" y="663"/>
                  </a:cubicBezTo>
                  <a:cubicBezTo>
                    <a:pt x="5228" y="685"/>
                    <a:pt x="5228" y="721"/>
                    <a:pt x="5216" y="744"/>
                  </a:cubicBezTo>
                  <a:lnTo>
                    <a:pt x="5239" y="744"/>
                  </a:lnTo>
                  <a:cubicBezTo>
                    <a:pt x="5415" y="744"/>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 name="Google Shape;594;p11"/>
            <p:cNvSpPr/>
            <p:nvPr/>
          </p:nvSpPr>
          <p:spPr>
            <a:xfrm>
              <a:off x="298046" y="3695596"/>
              <a:ext cx="26051" cy="27491"/>
            </a:xfrm>
            <a:custGeom>
              <a:avLst/>
              <a:gdLst/>
              <a:ahLst/>
              <a:cxnLst/>
              <a:rect l="l" t="t" r="r" b="b"/>
              <a:pathLst>
                <a:path w="199" h="210" extrusionOk="0">
                  <a:moveTo>
                    <a:pt x="99" y="0"/>
                  </a:moveTo>
                  <a:cubicBezTo>
                    <a:pt x="50" y="0"/>
                    <a:pt x="0" y="35"/>
                    <a:pt x="0" y="105"/>
                  </a:cubicBezTo>
                  <a:cubicBezTo>
                    <a:pt x="0" y="175"/>
                    <a:pt x="50" y="210"/>
                    <a:pt x="99" y="210"/>
                  </a:cubicBezTo>
                  <a:cubicBezTo>
                    <a:pt x="149" y="210"/>
                    <a:pt x="199" y="175"/>
                    <a:pt x="199" y="105"/>
                  </a:cubicBezTo>
                  <a:cubicBezTo>
                    <a:pt x="199" y="35"/>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11"/>
            <p:cNvSpPr/>
            <p:nvPr/>
          </p:nvSpPr>
          <p:spPr>
            <a:xfrm>
              <a:off x="342293" y="3711043"/>
              <a:ext cx="10735" cy="10211"/>
            </a:xfrm>
            <a:custGeom>
              <a:avLst/>
              <a:gdLst/>
              <a:ahLst/>
              <a:cxnLst/>
              <a:rect l="l" t="t" r="r" b="b"/>
              <a:pathLst>
                <a:path w="82" h="78" extrusionOk="0">
                  <a:moveTo>
                    <a:pt x="43" y="1"/>
                  </a:moveTo>
                  <a:cubicBezTo>
                    <a:pt x="30" y="1"/>
                    <a:pt x="16" y="8"/>
                    <a:pt x="11" y="23"/>
                  </a:cubicBezTo>
                  <a:cubicBezTo>
                    <a:pt x="0" y="34"/>
                    <a:pt x="0" y="46"/>
                    <a:pt x="11" y="57"/>
                  </a:cubicBezTo>
                  <a:cubicBezTo>
                    <a:pt x="16" y="71"/>
                    <a:pt x="27" y="77"/>
                    <a:pt x="40" y="77"/>
                  </a:cubicBezTo>
                  <a:cubicBezTo>
                    <a:pt x="60" y="77"/>
                    <a:pt x="81" y="62"/>
                    <a:pt x="81" y="34"/>
                  </a:cubicBezTo>
                  <a:cubicBezTo>
                    <a:pt x="81" y="14"/>
                    <a:pt x="62" y="1"/>
                    <a:pt x="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11"/>
            <p:cNvSpPr/>
            <p:nvPr/>
          </p:nvSpPr>
          <p:spPr>
            <a:xfrm>
              <a:off x="267675" y="4347787"/>
              <a:ext cx="730085" cy="97790"/>
            </a:xfrm>
            <a:custGeom>
              <a:avLst/>
              <a:gdLst/>
              <a:ahLst/>
              <a:cxnLst/>
              <a:rect l="l" t="t" r="r" b="b"/>
              <a:pathLst>
                <a:path w="5577" h="747" extrusionOk="0">
                  <a:moveTo>
                    <a:pt x="327" y="1"/>
                  </a:moveTo>
                  <a:cubicBezTo>
                    <a:pt x="151" y="1"/>
                    <a:pt x="0" y="163"/>
                    <a:pt x="0" y="372"/>
                  </a:cubicBezTo>
                  <a:cubicBezTo>
                    <a:pt x="0" y="582"/>
                    <a:pt x="151" y="747"/>
                    <a:pt x="327" y="747"/>
                  </a:cubicBezTo>
                  <a:lnTo>
                    <a:pt x="5250" y="747"/>
                  </a:lnTo>
                  <a:cubicBezTo>
                    <a:pt x="5426" y="747"/>
                    <a:pt x="5577" y="582"/>
                    <a:pt x="5577" y="372"/>
                  </a:cubicBezTo>
                  <a:cubicBezTo>
                    <a:pt x="5577" y="163"/>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11"/>
            <p:cNvSpPr/>
            <p:nvPr/>
          </p:nvSpPr>
          <p:spPr>
            <a:xfrm>
              <a:off x="269115" y="4347787"/>
              <a:ext cx="728645" cy="97790"/>
            </a:xfrm>
            <a:custGeom>
              <a:avLst/>
              <a:gdLst/>
              <a:ahLst/>
              <a:cxnLst/>
              <a:rect l="l" t="t" r="r" b="b"/>
              <a:pathLst>
                <a:path w="5566" h="747" extrusionOk="0">
                  <a:moveTo>
                    <a:pt x="316" y="1"/>
                  </a:moveTo>
                  <a:cubicBezTo>
                    <a:pt x="163" y="1"/>
                    <a:pt x="37" y="118"/>
                    <a:pt x="1" y="291"/>
                  </a:cubicBezTo>
                  <a:lnTo>
                    <a:pt x="4901" y="291"/>
                  </a:lnTo>
                  <a:cubicBezTo>
                    <a:pt x="5088" y="291"/>
                    <a:pt x="5228" y="453"/>
                    <a:pt x="5228" y="663"/>
                  </a:cubicBezTo>
                  <a:cubicBezTo>
                    <a:pt x="5228" y="688"/>
                    <a:pt x="5228" y="721"/>
                    <a:pt x="5216" y="747"/>
                  </a:cubicBezTo>
                  <a:lnTo>
                    <a:pt x="5239" y="747"/>
                  </a:lnTo>
                  <a:cubicBezTo>
                    <a:pt x="5415" y="747"/>
                    <a:pt x="5566" y="582"/>
                    <a:pt x="5566" y="372"/>
                  </a:cubicBezTo>
                  <a:cubicBezTo>
                    <a:pt x="5566" y="163"/>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 name="Google Shape;598;p11"/>
            <p:cNvSpPr/>
            <p:nvPr/>
          </p:nvSpPr>
          <p:spPr>
            <a:xfrm>
              <a:off x="295035" y="4396224"/>
              <a:ext cx="30502" cy="34429"/>
            </a:xfrm>
            <a:custGeom>
              <a:avLst/>
              <a:gdLst/>
              <a:ahLst/>
              <a:cxnLst/>
              <a:rect l="l" t="t" r="r" b="b"/>
              <a:pathLst>
                <a:path w="233" h="263" extrusionOk="0">
                  <a:moveTo>
                    <a:pt x="117" y="1"/>
                  </a:moveTo>
                  <a:cubicBezTo>
                    <a:pt x="59" y="1"/>
                    <a:pt x="1" y="44"/>
                    <a:pt x="1" y="131"/>
                  </a:cubicBezTo>
                  <a:cubicBezTo>
                    <a:pt x="1" y="219"/>
                    <a:pt x="59" y="263"/>
                    <a:pt x="117" y="263"/>
                  </a:cubicBezTo>
                  <a:cubicBezTo>
                    <a:pt x="175" y="263"/>
                    <a:pt x="233" y="219"/>
                    <a:pt x="233" y="131"/>
                  </a:cubicBezTo>
                  <a:cubicBezTo>
                    <a:pt x="233" y="44"/>
                    <a:pt x="175" y="1"/>
                    <a:pt x="1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9" name="Google Shape;599;p11"/>
            <p:cNvSpPr/>
            <p:nvPr/>
          </p:nvSpPr>
          <p:spPr>
            <a:xfrm>
              <a:off x="347399" y="4409315"/>
              <a:ext cx="22124" cy="19767"/>
            </a:xfrm>
            <a:custGeom>
              <a:avLst/>
              <a:gdLst/>
              <a:ahLst/>
              <a:cxnLst/>
              <a:rect l="l" t="t" r="r" b="b"/>
              <a:pathLst>
                <a:path w="169" h="151" extrusionOk="0">
                  <a:moveTo>
                    <a:pt x="71" y="0"/>
                  </a:moveTo>
                  <a:cubicBezTo>
                    <a:pt x="35" y="0"/>
                    <a:pt x="1" y="39"/>
                    <a:pt x="9" y="89"/>
                  </a:cubicBezTo>
                  <a:lnTo>
                    <a:pt x="9" y="101"/>
                  </a:lnTo>
                  <a:cubicBezTo>
                    <a:pt x="16" y="136"/>
                    <a:pt x="35" y="150"/>
                    <a:pt x="57" y="150"/>
                  </a:cubicBezTo>
                  <a:cubicBezTo>
                    <a:pt x="107" y="150"/>
                    <a:pt x="169" y="76"/>
                    <a:pt x="112" y="20"/>
                  </a:cubicBezTo>
                  <a:cubicBezTo>
                    <a:pt x="100" y="6"/>
                    <a:pt x="85"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 name="Google Shape;600;p11"/>
            <p:cNvSpPr/>
            <p:nvPr/>
          </p:nvSpPr>
          <p:spPr>
            <a:xfrm>
              <a:off x="267675" y="4219758"/>
              <a:ext cx="730085" cy="99230"/>
            </a:xfrm>
            <a:custGeom>
              <a:avLst/>
              <a:gdLst/>
              <a:ahLst/>
              <a:cxnLst/>
              <a:rect l="l" t="t" r="r" b="b"/>
              <a:pathLst>
                <a:path w="5577" h="758" extrusionOk="0">
                  <a:moveTo>
                    <a:pt x="327" y="1"/>
                  </a:moveTo>
                  <a:cubicBezTo>
                    <a:pt x="151" y="1"/>
                    <a:pt x="0" y="174"/>
                    <a:pt x="0" y="384"/>
                  </a:cubicBezTo>
                  <a:cubicBezTo>
                    <a:pt x="0" y="582"/>
                    <a:pt x="151" y="758"/>
                    <a:pt x="327" y="758"/>
                  </a:cubicBezTo>
                  <a:lnTo>
                    <a:pt x="5250" y="758"/>
                  </a:lnTo>
                  <a:cubicBezTo>
                    <a:pt x="5426" y="758"/>
                    <a:pt x="5577" y="582"/>
                    <a:pt x="5577" y="384"/>
                  </a:cubicBezTo>
                  <a:cubicBezTo>
                    <a:pt x="5577" y="174"/>
                    <a:pt x="5426" y="1"/>
                    <a:pt x="5250" y="1"/>
                  </a:cubicBezTo>
                  <a:close/>
                </a:path>
              </a:pathLst>
            </a:custGeom>
            <a:solidFill>
              <a:srgbClr val="A6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11"/>
            <p:cNvSpPr/>
            <p:nvPr/>
          </p:nvSpPr>
          <p:spPr>
            <a:xfrm>
              <a:off x="269115" y="4219758"/>
              <a:ext cx="728645" cy="99230"/>
            </a:xfrm>
            <a:custGeom>
              <a:avLst/>
              <a:gdLst/>
              <a:ahLst/>
              <a:cxnLst/>
              <a:rect l="l" t="t" r="r" b="b"/>
              <a:pathLst>
                <a:path w="5566" h="758" extrusionOk="0">
                  <a:moveTo>
                    <a:pt x="316" y="1"/>
                  </a:moveTo>
                  <a:cubicBezTo>
                    <a:pt x="163" y="1"/>
                    <a:pt x="37" y="129"/>
                    <a:pt x="1" y="291"/>
                  </a:cubicBezTo>
                  <a:lnTo>
                    <a:pt x="4901" y="291"/>
                  </a:lnTo>
                  <a:cubicBezTo>
                    <a:pt x="5088" y="291"/>
                    <a:pt x="5228" y="467"/>
                    <a:pt x="5228" y="663"/>
                  </a:cubicBezTo>
                  <a:cubicBezTo>
                    <a:pt x="5228" y="699"/>
                    <a:pt x="5228" y="722"/>
                    <a:pt x="5216" y="758"/>
                  </a:cubicBezTo>
                  <a:lnTo>
                    <a:pt x="5239" y="758"/>
                  </a:lnTo>
                  <a:cubicBezTo>
                    <a:pt x="5415" y="758"/>
                    <a:pt x="5566" y="582"/>
                    <a:pt x="5566" y="384"/>
                  </a:cubicBezTo>
                  <a:cubicBezTo>
                    <a:pt x="5566" y="174"/>
                    <a:pt x="5415" y="1"/>
                    <a:pt x="523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 name="Google Shape;602;p11"/>
            <p:cNvSpPr/>
            <p:nvPr/>
          </p:nvSpPr>
          <p:spPr>
            <a:xfrm>
              <a:off x="298046" y="4275002"/>
              <a:ext cx="26051" cy="28931"/>
            </a:xfrm>
            <a:custGeom>
              <a:avLst/>
              <a:gdLst/>
              <a:ahLst/>
              <a:cxnLst/>
              <a:rect l="l" t="t" r="r" b="b"/>
              <a:pathLst>
                <a:path w="199" h="221" extrusionOk="0">
                  <a:moveTo>
                    <a:pt x="99" y="0"/>
                  </a:moveTo>
                  <a:cubicBezTo>
                    <a:pt x="50" y="0"/>
                    <a:pt x="0" y="38"/>
                    <a:pt x="0" y="115"/>
                  </a:cubicBezTo>
                  <a:cubicBezTo>
                    <a:pt x="0" y="185"/>
                    <a:pt x="50" y="220"/>
                    <a:pt x="99" y="220"/>
                  </a:cubicBezTo>
                  <a:cubicBezTo>
                    <a:pt x="149" y="220"/>
                    <a:pt x="199" y="185"/>
                    <a:pt x="199" y="115"/>
                  </a:cubicBezTo>
                  <a:cubicBezTo>
                    <a:pt x="199" y="38"/>
                    <a:pt x="149" y="0"/>
                    <a:pt x="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3" name="Google Shape;603;p11"/>
            <p:cNvSpPr/>
            <p:nvPr/>
          </p:nvSpPr>
          <p:spPr>
            <a:xfrm>
              <a:off x="342293" y="4290187"/>
              <a:ext cx="10735" cy="11651"/>
            </a:xfrm>
            <a:custGeom>
              <a:avLst/>
              <a:gdLst/>
              <a:ahLst/>
              <a:cxnLst/>
              <a:rect l="l" t="t" r="r" b="b"/>
              <a:pathLst>
                <a:path w="82" h="89" extrusionOk="0">
                  <a:moveTo>
                    <a:pt x="40" y="1"/>
                  </a:moveTo>
                  <a:cubicBezTo>
                    <a:pt x="27" y="1"/>
                    <a:pt x="16" y="7"/>
                    <a:pt x="11" y="22"/>
                  </a:cubicBezTo>
                  <a:lnTo>
                    <a:pt x="11" y="33"/>
                  </a:lnTo>
                  <a:cubicBezTo>
                    <a:pt x="0" y="33"/>
                    <a:pt x="0" y="44"/>
                    <a:pt x="11" y="55"/>
                  </a:cubicBezTo>
                  <a:lnTo>
                    <a:pt x="11" y="69"/>
                  </a:lnTo>
                  <a:cubicBezTo>
                    <a:pt x="16" y="82"/>
                    <a:pt x="27" y="88"/>
                    <a:pt x="40" y="88"/>
                  </a:cubicBezTo>
                  <a:cubicBezTo>
                    <a:pt x="59" y="88"/>
                    <a:pt x="81" y="73"/>
                    <a:pt x="81" y="44"/>
                  </a:cubicBezTo>
                  <a:cubicBezTo>
                    <a:pt x="81" y="17"/>
                    <a:pt x="60" y="1"/>
                    <a:pt x="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4" name="Google Shape;604;p11"/>
          <p:cNvSpPr txBox="1">
            <a:spLocks noGrp="1"/>
          </p:cNvSpPr>
          <p:nvPr>
            <p:ph type="title" hasCustomPrompt="1"/>
          </p:nvPr>
        </p:nvSpPr>
        <p:spPr>
          <a:xfrm>
            <a:off x="1766374" y="1726075"/>
            <a:ext cx="5611200" cy="115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7200"/>
              <a:buNone/>
              <a:defRPr sz="72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05" name="Google Shape;605;p11"/>
          <p:cNvSpPr txBox="1">
            <a:spLocks noGrp="1"/>
          </p:cNvSpPr>
          <p:nvPr>
            <p:ph type="body" idx="1"/>
          </p:nvPr>
        </p:nvSpPr>
        <p:spPr>
          <a:xfrm>
            <a:off x="1766429" y="2696687"/>
            <a:ext cx="5611200" cy="3870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1" name="Shape 6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Chelsea Market"/>
              <a:buNone/>
              <a:defRPr sz="3000" b="1">
                <a:solidFill>
                  <a:schemeClr val="dk1"/>
                </a:solidFill>
                <a:latin typeface="Chelsea Market"/>
                <a:ea typeface="Chelsea Market"/>
                <a:cs typeface="Chelsea Market"/>
                <a:sym typeface="Chelsea Market"/>
              </a:defRPr>
            </a:lvl1pPr>
            <a:lvl2pPr lvl="1"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2pPr>
            <a:lvl3pPr lvl="2"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3pPr>
            <a:lvl4pPr lvl="3"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4pPr>
            <a:lvl5pPr lvl="4"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5pPr>
            <a:lvl6pPr lvl="5"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6pPr>
            <a:lvl7pPr lvl="6"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7pPr>
            <a:lvl8pPr lvl="7"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8pPr>
            <a:lvl9pPr lvl="8" rtl="0">
              <a:spcBef>
                <a:spcPts val="0"/>
              </a:spcBef>
              <a:spcAft>
                <a:spcPts val="0"/>
              </a:spcAft>
              <a:buClr>
                <a:schemeClr val="dk1"/>
              </a:buClr>
              <a:buSzPts val="2800"/>
              <a:buFont typeface="Chelsea Market"/>
              <a:buNone/>
              <a:defRPr sz="2800" b="1">
                <a:solidFill>
                  <a:schemeClr val="dk1"/>
                </a:solidFill>
                <a:latin typeface="Chelsea Market"/>
                <a:ea typeface="Chelsea Market"/>
                <a:cs typeface="Chelsea Market"/>
                <a:sym typeface="Chelsea Market"/>
              </a:defRPr>
            </a:lvl9pPr>
          </a:lstStyle>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4.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image" Target="../media/image2.png"/><Relationship Id="rId1" Type="http://schemas.openxmlformats.org/officeDocument/2006/relationships/hyperlink" Target="https://docs.google.com/spreadsheets/d/1xpOTLbTcP8H-uO5yMMudNoo6TV1y0PREW8DqtJftcDY/copy"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hyperlink" Target="https://docs.google.com/spreadsheets/d/1xpOTLbTcP8H-uO5yMMudNoo6TV1y0PREW8DqtJftcDY/copy#gid=2057782060"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4.xml"/><Relationship Id="rId3" Type="http://schemas.openxmlformats.org/officeDocument/2006/relationships/image" Target="../media/image4.png"/><Relationship Id="rId2" Type="http://schemas.openxmlformats.org/officeDocument/2006/relationships/hyperlink" Target="https://docs.google.com/spreadsheets/d/1xpOTLbTcP8H-uO5yMMudNoo6TV1y0PREW8DqtJftcDY/copy"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4.xml"/><Relationship Id="rId3" Type="http://schemas.openxmlformats.org/officeDocument/2006/relationships/image" Target="../media/image5.png"/><Relationship Id="rId2" Type="http://schemas.openxmlformats.org/officeDocument/2006/relationships/hyperlink" Target="https://docs.google.com/spreadsheets/d/1xpOTLbTcP8H-uO5yMMudNoo6TV1y0PREW8DqtJftcDY/copy" TargetMode="External"/><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15"/>
          <p:cNvSpPr txBox="1">
            <a:spLocks noGrp="1"/>
          </p:cNvSpPr>
          <p:nvPr>
            <p:ph type="ctrTitle"/>
          </p:nvPr>
        </p:nvSpPr>
        <p:spPr>
          <a:xfrm>
            <a:off x="1270375" y="1760250"/>
            <a:ext cx="7054200" cy="12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accent3"/>
                </a:solidFill>
              </a:rPr>
              <a:t>World</a:t>
            </a:r>
            <a:r>
              <a:rPr lang="en-GB">
                <a:solidFill>
                  <a:schemeClr val="dk2"/>
                </a:solidFill>
              </a:rPr>
              <a:t> </a:t>
            </a:r>
            <a:r>
              <a:rPr lang="en-GB">
                <a:solidFill>
                  <a:schemeClr val="accent6"/>
                </a:solidFill>
              </a:rPr>
              <a:t>Geography</a:t>
            </a:r>
            <a:r>
              <a:rPr lang="en-GB">
                <a:solidFill>
                  <a:schemeClr val="dk2"/>
                </a:solidFill>
              </a:rPr>
              <a:t> </a:t>
            </a:r>
            <a:r>
              <a:rPr lang="en-GB">
                <a:solidFill>
                  <a:schemeClr val="accent5"/>
                </a:solidFill>
              </a:rPr>
              <a:t>Bundle </a:t>
            </a:r>
            <a:r>
              <a:rPr lang="en-GB">
                <a:solidFill>
                  <a:schemeClr val="accent4"/>
                </a:solidFill>
              </a:rPr>
              <a:t>for Middle School</a:t>
            </a:r>
            <a:r>
              <a:rPr lang="en-GB">
                <a:solidFill>
                  <a:schemeClr val="accent2"/>
                </a:solidFill>
              </a:rPr>
              <a:t> Infographics</a:t>
            </a:r>
            <a:endParaRPr>
              <a:solidFill>
                <a:schemeClr val="accent2"/>
              </a:solidFill>
            </a:endParaRPr>
          </a:p>
        </p:txBody>
      </p:sp>
      <p:sp>
        <p:nvSpPr>
          <p:cNvPr id="616" name="Google Shape;616;p15"/>
          <p:cNvSpPr txBox="1">
            <a:spLocks noGrp="1"/>
          </p:cNvSpPr>
          <p:nvPr>
            <p:ph type="subTitle" idx="1"/>
          </p:nvPr>
        </p:nvSpPr>
        <p:spPr>
          <a:xfrm>
            <a:off x="1270375" y="3006450"/>
            <a:ext cx="4271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Here is where this template begins</a:t>
            </a:r>
            <a:endParaRPr lang="en-GB"/>
          </a:p>
          <a:p>
            <a:pPr marL="0" lvl="0" indent="0" algn="l" rtl="0">
              <a:spcBef>
                <a:spcPts val="0"/>
              </a:spcBef>
              <a:spcAft>
                <a:spcPts val="0"/>
              </a:spcAft>
              <a:buNone/>
            </a:pPr>
          </a:p>
        </p:txBody>
      </p:sp>
      <p:grpSp>
        <p:nvGrpSpPr>
          <p:cNvPr id="617" name="Google Shape;617;p15"/>
          <p:cNvGrpSpPr/>
          <p:nvPr/>
        </p:nvGrpSpPr>
        <p:grpSpPr>
          <a:xfrm rot="829707">
            <a:off x="6907342" y="3131469"/>
            <a:ext cx="1189473" cy="1181520"/>
            <a:chOff x="4998985" y="3942801"/>
            <a:chExt cx="385809" cy="383242"/>
          </a:xfrm>
        </p:grpSpPr>
        <p:sp>
          <p:nvSpPr>
            <p:cNvPr id="618" name="Google Shape;618;p15"/>
            <p:cNvSpPr/>
            <p:nvPr/>
          </p:nvSpPr>
          <p:spPr>
            <a:xfrm>
              <a:off x="4998985" y="3942801"/>
              <a:ext cx="385809" cy="369781"/>
            </a:xfrm>
            <a:custGeom>
              <a:avLst/>
              <a:gdLst/>
              <a:ahLst/>
              <a:cxnLst/>
              <a:rect l="l" t="t" r="r" b="b"/>
              <a:pathLst>
                <a:path w="8136" h="7798" extrusionOk="0">
                  <a:moveTo>
                    <a:pt x="710" y="1884"/>
                  </a:moveTo>
                  <a:lnTo>
                    <a:pt x="710" y="1884"/>
                  </a:lnTo>
                  <a:cubicBezTo>
                    <a:pt x="732" y="1931"/>
                    <a:pt x="673" y="2082"/>
                    <a:pt x="615" y="2116"/>
                  </a:cubicBezTo>
                  <a:cubicBezTo>
                    <a:pt x="604" y="2046"/>
                    <a:pt x="651" y="1917"/>
                    <a:pt x="710" y="1884"/>
                  </a:cubicBezTo>
                  <a:close/>
                  <a:moveTo>
                    <a:pt x="475" y="2105"/>
                  </a:moveTo>
                  <a:lnTo>
                    <a:pt x="475" y="2105"/>
                  </a:lnTo>
                  <a:cubicBezTo>
                    <a:pt x="534" y="2163"/>
                    <a:pt x="500" y="2431"/>
                    <a:pt x="442" y="2476"/>
                  </a:cubicBezTo>
                  <a:cubicBezTo>
                    <a:pt x="430" y="2350"/>
                    <a:pt x="453" y="2233"/>
                    <a:pt x="475" y="2105"/>
                  </a:cubicBezTo>
                  <a:close/>
                  <a:moveTo>
                    <a:pt x="349" y="2803"/>
                  </a:moveTo>
                  <a:cubicBezTo>
                    <a:pt x="361" y="2803"/>
                    <a:pt x="361" y="2803"/>
                    <a:pt x="372" y="2814"/>
                  </a:cubicBezTo>
                  <a:cubicBezTo>
                    <a:pt x="361" y="2920"/>
                    <a:pt x="335" y="3024"/>
                    <a:pt x="324" y="3141"/>
                  </a:cubicBezTo>
                  <a:cubicBezTo>
                    <a:pt x="280" y="3093"/>
                    <a:pt x="302" y="2862"/>
                    <a:pt x="349" y="2803"/>
                  </a:cubicBezTo>
                  <a:close/>
                  <a:moveTo>
                    <a:pt x="7962" y="4049"/>
                  </a:moveTo>
                  <a:cubicBezTo>
                    <a:pt x="7996" y="4096"/>
                    <a:pt x="7973" y="4152"/>
                    <a:pt x="7962" y="4200"/>
                  </a:cubicBezTo>
                  <a:lnTo>
                    <a:pt x="7915" y="4189"/>
                  </a:lnTo>
                  <a:cubicBezTo>
                    <a:pt x="7926" y="4141"/>
                    <a:pt x="7926" y="4096"/>
                    <a:pt x="7937" y="4049"/>
                  </a:cubicBezTo>
                  <a:close/>
                  <a:moveTo>
                    <a:pt x="7973" y="4420"/>
                  </a:moveTo>
                  <a:cubicBezTo>
                    <a:pt x="7973" y="4479"/>
                    <a:pt x="7797" y="4747"/>
                    <a:pt x="7739" y="4758"/>
                  </a:cubicBezTo>
                  <a:cubicBezTo>
                    <a:pt x="7727" y="4700"/>
                    <a:pt x="7903" y="4432"/>
                    <a:pt x="7973" y="4420"/>
                  </a:cubicBezTo>
                  <a:close/>
                  <a:moveTo>
                    <a:pt x="4442" y="1"/>
                  </a:moveTo>
                  <a:cubicBezTo>
                    <a:pt x="4393" y="1"/>
                    <a:pt x="4344" y="4"/>
                    <a:pt x="4294" y="9"/>
                  </a:cubicBezTo>
                  <a:cubicBezTo>
                    <a:pt x="4154" y="20"/>
                    <a:pt x="4026" y="32"/>
                    <a:pt x="3897" y="46"/>
                  </a:cubicBezTo>
                  <a:cubicBezTo>
                    <a:pt x="3269" y="90"/>
                    <a:pt x="2665" y="266"/>
                    <a:pt x="2095" y="534"/>
                  </a:cubicBezTo>
                  <a:cubicBezTo>
                    <a:pt x="2059" y="546"/>
                    <a:pt x="2026" y="568"/>
                    <a:pt x="2012" y="604"/>
                  </a:cubicBezTo>
                  <a:cubicBezTo>
                    <a:pt x="1966" y="679"/>
                    <a:pt x="1950" y="705"/>
                    <a:pt x="1910" y="705"/>
                  </a:cubicBezTo>
                  <a:cubicBezTo>
                    <a:pt x="1889" y="705"/>
                    <a:pt x="1860" y="697"/>
                    <a:pt x="1816" y="685"/>
                  </a:cubicBezTo>
                  <a:cubicBezTo>
                    <a:pt x="1799" y="685"/>
                    <a:pt x="1779" y="680"/>
                    <a:pt x="1764" y="680"/>
                  </a:cubicBezTo>
                  <a:cubicBezTo>
                    <a:pt x="1756" y="680"/>
                    <a:pt x="1750" y="682"/>
                    <a:pt x="1746" y="685"/>
                  </a:cubicBezTo>
                  <a:cubicBezTo>
                    <a:pt x="1699" y="708"/>
                    <a:pt x="1651" y="755"/>
                    <a:pt x="1618" y="778"/>
                  </a:cubicBezTo>
                  <a:cubicBezTo>
                    <a:pt x="1548" y="836"/>
                    <a:pt x="1467" y="895"/>
                    <a:pt x="1397" y="954"/>
                  </a:cubicBezTo>
                  <a:cubicBezTo>
                    <a:pt x="1302" y="1023"/>
                    <a:pt x="1210" y="1104"/>
                    <a:pt x="1118" y="1174"/>
                  </a:cubicBezTo>
                  <a:cubicBezTo>
                    <a:pt x="1104" y="1197"/>
                    <a:pt x="1093" y="1219"/>
                    <a:pt x="1093" y="1244"/>
                  </a:cubicBezTo>
                  <a:cubicBezTo>
                    <a:pt x="1059" y="1303"/>
                    <a:pt x="1034" y="1359"/>
                    <a:pt x="1012" y="1417"/>
                  </a:cubicBezTo>
                  <a:cubicBezTo>
                    <a:pt x="993" y="1456"/>
                    <a:pt x="973" y="1473"/>
                    <a:pt x="950" y="1473"/>
                  </a:cubicBezTo>
                  <a:cubicBezTo>
                    <a:pt x="931" y="1473"/>
                    <a:pt x="909" y="1462"/>
                    <a:pt x="883" y="1442"/>
                  </a:cubicBezTo>
                  <a:cubicBezTo>
                    <a:pt x="849" y="1406"/>
                    <a:pt x="813" y="1373"/>
                    <a:pt x="768" y="1347"/>
                  </a:cubicBezTo>
                  <a:cubicBezTo>
                    <a:pt x="761" y="1342"/>
                    <a:pt x="747" y="1339"/>
                    <a:pt x="732" y="1339"/>
                  </a:cubicBezTo>
                  <a:cubicBezTo>
                    <a:pt x="718" y="1339"/>
                    <a:pt x="704" y="1342"/>
                    <a:pt x="699" y="1347"/>
                  </a:cubicBezTo>
                  <a:cubicBezTo>
                    <a:pt x="629" y="1428"/>
                    <a:pt x="523" y="1498"/>
                    <a:pt x="475" y="1616"/>
                  </a:cubicBezTo>
                  <a:cubicBezTo>
                    <a:pt x="335" y="2057"/>
                    <a:pt x="232" y="2512"/>
                    <a:pt x="140" y="2965"/>
                  </a:cubicBezTo>
                  <a:cubicBezTo>
                    <a:pt x="104" y="3163"/>
                    <a:pt x="70" y="3373"/>
                    <a:pt x="34" y="3571"/>
                  </a:cubicBezTo>
                  <a:cubicBezTo>
                    <a:pt x="0" y="3817"/>
                    <a:pt x="34" y="4060"/>
                    <a:pt x="81" y="4306"/>
                  </a:cubicBezTo>
                  <a:cubicBezTo>
                    <a:pt x="185" y="4725"/>
                    <a:pt x="266" y="5166"/>
                    <a:pt x="361" y="5585"/>
                  </a:cubicBezTo>
                  <a:cubicBezTo>
                    <a:pt x="383" y="5678"/>
                    <a:pt x="430" y="5773"/>
                    <a:pt x="475" y="5854"/>
                  </a:cubicBezTo>
                  <a:cubicBezTo>
                    <a:pt x="662" y="6167"/>
                    <a:pt x="908" y="6446"/>
                    <a:pt x="1151" y="6714"/>
                  </a:cubicBezTo>
                  <a:cubicBezTo>
                    <a:pt x="1243" y="6831"/>
                    <a:pt x="1327" y="6946"/>
                    <a:pt x="1383" y="7074"/>
                  </a:cubicBezTo>
                  <a:cubicBezTo>
                    <a:pt x="1442" y="7181"/>
                    <a:pt x="1500" y="7250"/>
                    <a:pt x="1607" y="7295"/>
                  </a:cubicBezTo>
                  <a:cubicBezTo>
                    <a:pt x="1967" y="7449"/>
                    <a:pt x="2339" y="7600"/>
                    <a:pt x="2710" y="7751"/>
                  </a:cubicBezTo>
                  <a:cubicBezTo>
                    <a:pt x="2780" y="7784"/>
                    <a:pt x="2875" y="7798"/>
                    <a:pt x="2956" y="7798"/>
                  </a:cubicBezTo>
                  <a:cubicBezTo>
                    <a:pt x="3353" y="7773"/>
                    <a:pt x="3747" y="7739"/>
                    <a:pt x="4143" y="7714"/>
                  </a:cubicBezTo>
                  <a:cubicBezTo>
                    <a:pt x="4526" y="7692"/>
                    <a:pt x="4900" y="7644"/>
                    <a:pt x="5272" y="7541"/>
                  </a:cubicBezTo>
                  <a:cubicBezTo>
                    <a:pt x="5562" y="7449"/>
                    <a:pt x="5867" y="7365"/>
                    <a:pt x="6110" y="7169"/>
                  </a:cubicBezTo>
                  <a:cubicBezTo>
                    <a:pt x="6202" y="7086"/>
                    <a:pt x="6297" y="7016"/>
                    <a:pt x="6389" y="6935"/>
                  </a:cubicBezTo>
                  <a:cubicBezTo>
                    <a:pt x="6459" y="6876"/>
                    <a:pt x="6529" y="6831"/>
                    <a:pt x="6621" y="6820"/>
                  </a:cubicBezTo>
                  <a:cubicBezTo>
                    <a:pt x="6680" y="6806"/>
                    <a:pt x="6727" y="6784"/>
                    <a:pt x="6775" y="6762"/>
                  </a:cubicBezTo>
                  <a:cubicBezTo>
                    <a:pt x="6797" y="6736"/>
                    <a:pt x="6820" y="6692"/>
                    <a:pt x="6820" y="6667"/>
                  </a:cubicBezTo>
                  <a:cubicBezTo>
                    <a:pt x="6808" y="6586"/>
                    <a:pt x="6831" y="6516"/>
                    <a:pt x="6889" y="6457"/>
                  </a:cubicBezTo>
                  <a:cubicBezTo>
                    <a:pt x="6948" y="6412"/>
                    <a:pt x="7007" y="6365"/>
                    <a:pt x="7065" y="6317"/>
                  </a:cubicBezTo>
                  <a:cubicBezTo>
                    <a:pt x="7088" y="6295"/>
                    <a:pt x="7124" y="6284"/>
                    <a:pt x="7135" y="6261"/>
                  </a:cubicBezTo>
                  <a:cubicBezTo>
                    <a:pt x="7205" y="6192"/>
                    <a:pt x="7264" y="6122"/>
                    <a:pt x="7308" y="6052"/>
                  </a:cubicBezTo>
                  <a:cubicBezTo>
                    <a:pt x="7345" y="6016"/>
                    <a:pt x="7356" y="5957"/>
                    <a:pt x="7367" y="5912"/>
                  </a:cubicBezTo>
                  <a:cubicBezTo>
                    <a:pt x="7378" y="5865"/>
                    <a:pt x="7378" y="5795"/>
                    <a:pt x="7415" y="5747"/>
                  </a:cubicBezTo>
                  <a:cubicBezTo>
                    <a:pt x="7448" y="5678"/>
                    <a:pt x="7507" y="5619"/>
                    <a:pt x="7554" y="5549"/>
                  </a:cubicBezTo>
                  <a:cubicBezTo>
                    <a:pt x="7613" y="5479"/>
                    <a:pt x="7658" y="5423"/>
                    <a:pt x="7705" y="5354"/>
                  </a:cubicBezTo>
                  <a:cubicBezTo>
                    <a:pt x="7753" y="5284"/>
                    <a:pt x="7786" y="5214"/>
                    <a:pt x="7834" y="5144"/>
                  </a:cubicBezTo>
                  <a:cubicBezTo>
                    <a:pt x="7903" y="5049"/>
                    <a:pt x="7948" y="4957"/>
                    <a:pt x="7973" y="4840"/>
                  </a:cubicBezTo>
                  <a:cubicBezTo>
                    <a:pt x="8054" y="4515"/>
                    <a:pt x="8113" y="4177"/>
                    <a:pt x="8113" y="3839"/>
                  </a:cubicBezTo>
                  <a:cubicBezTo>
                    <a:pt x="8135" y="3663"/>
                    <a:pt x="8113" y="3513"/>
                    <a:pt x="8054" y="3373"/>
                  </a:cubicBezTo>
                  <a:cubicBezTo>
                    <a:pt x="7878" y="2954"/>
                    <a:pt x="7705" y="2535"/>
                    <a:pt x="7554" y="2116"/>
                  </a:cubicBezTo>
                  <a:cubicBezTo>
                    <a:pt x="7484" y="1942"/>
                    <a:pt x="7389" y="1803"/>
                    <a:pt x="7275" y="1674"/>
                  </a:cubicBezTo>
                  <a:cubicBezTo>
                    <a:pt x="7099" y="1487"/>
                    <a:pt x="6926" y="1303"/>
                    <a:pt x="6750" y="1104"/>
                  </a:cubicBezTo>
                  <a:cubicBezTo>
                    <a:pt x="6727" y="1079"/>
                    <a:pt x="6705" y="1035"/>
                    <a:pt x="6680" y="998"/>
                  </a:cubicBezTo>
                  <a:cubicBezTo>
                    <a:pt x="6658" y="906"/>
                    <a:pt x="6610" y="870"/>
                    <a:pt x="6529" y="836"/>
                  </a:cubicBezTo>
                  <a:cubicBezTo>
                    <a:pt x="6470" y="814"/>
                    <a:pt x="6412" y="778"/>
                    <a:pt x="6367" y="744"/>
                  </a:cubicBezTo>
                  <a:cubicBezTo>
                    <a:pt x="6297" y="697"/>
                    <a:pt x="6227" y="627"/>
                    <a:pt x="6157" y="590"/>
                  </a:cubicBezTo>
                  <a:cubicBezTo>
                    <a:pt x="5808" y="440"/>
                    <a:pt x="5470" y="277"/>
                    <a:pt x="5121" y="149"/>
                  </a:cubicBezTo>
                  <a:cubicBezTo>
                    <a:pt x="4899" y="63"/>
                    <a:pt x="4677" y="1"/>
                    <a:pt x="4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9" name="Google Shape;619;p15"/>
            <p:cNvSpPr/>
            <p:nvPr/>
          </p:nvSpPr>
          <p:spPr>
            <a:xfrm>
              <a:off x="5078981" y="4294271"/>
              <a:ext cx="51308" cy="31771"/>
            </a:xfrm>
            <a:custGeom>
              <a:avLst/>
              <a:gdLst/>
              <a:ahLst/>
              <a:cxnLst/>
              <a:rect l="l" t="t" r="r" b="b"/>
              <a:pathLst>
                <a:path w="1082" h="670" extrusionOk="0">
                  <a:moveTo>
                    <a:pt x="1" y="0"/>
                  </a:moveTo>
                  <a:lnTo>
                    <a:pt x="1" y="0"/>
                  </a:lnTo>
                  <a:cubicBezTo>
                    <a:pt x="199" y="280"/>
                    <a:pt x="501" y="408"/>
                    <a:pt x="744" y="618"/>
                  </a:cubicBezTo>
                  <a:cubicBezTo>
                    <a:pt x="758" y="629"/>
                    <a:pt x="780" y="629"/>
                    <a:pt x="802" y="640"/>
                  </a:cubicBezTo>
                  <a:cubicBezTo>
                    <a:pt x="822" y="660"/>
                    <a:pt x="842" y="670"/>
                    <a:pt x="862" y="670"/>
                  </a:cubicBezTo>
                  <a:cubicBezTo>
                    <a:pt x="889" y="670"/>
                    <a:pt x="916" y="652"/>
                    <a:pt x="942" y="618"/>
                  </a:cubicBezTo>
                  <a:cubicBezTo>
                    <a:pt x="990" y="559"/>
                    <a:pt x="1037" y="501"/>
                    <a:pt x="1082" y="442"/>
                  </a:cubicBezTo>
                  <a:cubicBezTo>
                    <a:pt x="721" y="291"/>
                    <a:pt x="361" y="151"/>
                    <a:pt x="1" y="0"/>
                  </a:cubicBezTo>
                  <a:close/>
                </a:path>
              </a:pathLst>
            </a:custGeom>
            <a:solidFill>
              <a:srgbClr val="FC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620;p15"/>
            <p:cNvSpPr/>
            <p:nvPr/>
          </p:nvSpPr>
          <p:spPr>
            <a:xfrm>
              <a:off x="5365392" y="4152394"/>
              <a:ext cx="11713" cy="16075"/>
            </a:xfrm>
            <a:custGeom>
              <a:avLst/>
              <a:gdLst/>
              <a:ahLst/>
              <a:cxnLst/>
              <a:rect l="l" t="t" r="r" b="b"/>
              <a:pathLst>
                <a:path w="247" h="339" extrusionOk="0">
                  <a:moveTo>
                    <a:pt x="246" y="0"/>
                  </a:moveTo>
                  <a:lnTo>
                    <a:pt x="246" y="0"/>
                  </a:lnTo>
                  <a:cubicBezTo>
                    <a:pt x="176" y="12"/>
                    <a:pt x="0" y="280"/>
                    <a:pt x="12" y="338"/>
                  </a:cubicBezTo>
                  <a:cubicBezTo>
                    <a:pt x="70" y="327"/>
                    <a:pt x="246" y="59"/>
                    <a:pt x="246"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1" name="Google Shape;621;p15"/>
            <p:cNvSpPr/>
            <p:nvPr/>
          </p:nvSpPr>
          <p:spPr>
            <a:xfrm>
              <a:off x="5019375" y="4042571"/>
              <a:ext cx="4932" cy="17688"/>
            </a:xfrm>
            <a:custGeom>
              <a:avLst/>
              <a:gdLst/>
              <a:ahLst/>
              <a:cxnLst/>
              <a:rect l="l" t="t" r="r" b="b"/>
              <a:pathLst>
                <a:path w="104" h="373" extrusionOk="0">
                  <a:moveTo>
                    <a:pt x="45" y="1"/>
                  </a:moveTo>
                  <a:lnTo>
                    <a:pt x="45" y="1"/>
                  </a:lnTo>
                  <a:cubicBezTo>
                    <a:pt x="23" y="129"/>
                    <a:pt x="0" y="246"/>
                    <a:pt x="12" y="372"/>
                  </a:cubicBezTo>
                  <a:cubicBezTo>
                    <a:pt x="70" y="327"/>
                    <a:pt x="104" y="59"/>
                    <a:pt x="4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2" name="Google Shape;622;p15"/>
            <p:cNvSpPr/>
            <p:nvPr/>
          </p:nvSpPr>
          <p:spPr>
            <a:xfrm>
              <a:off x="5012215" y="4075669"/>
              <a:ext cx="4410" cy="16075"/>
            </a:xfrm>
            <a:custGeom>
              <a:avLst/>
              <a:gdLst/>
              <a:ahLst/>
              <a:cxnLst/>
              <a:rect l="l" t="t" r="r" b="b"/>
              <a:pathLst>
                <a:path w="93" h="339" extrusionOk="0">
                  <a:moveTo>
                    <a:pt x="70" y="1"/>
                  </a:moveTo>
                  <a:cubicBezTo>
                    <a:pt x="23" y="60"/>
                    <a:pt x="1" y="291"/>
                    <a:pt x="45" y="339"/>
                  </a:cubicBezTo>
                  <a:cubicBezTo>
                    <a:pt x="56" y="222"/>
                    <a:pt x="82" y="118"/>
                    <a:pt x="93" y="12"/>
                  </a:cubicBezTo>
                  <a:cubicBezTo>
                    <a:pt x="82" y="1"/>
                    <a:pt x="82" y="1"/>
                    <a:pt x="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3" name="Google Shape;623;p15"/>
            <p:cNvSpPr/>
            <p:nvPr/>
          </p:nvSpPr>
          <p:spPr>
            <a:xfrm>
              <a:off x="5027579" y="4032091"/>
              <a:ext cx="6165" cy="11049"/>
            </a:xfrm>
            <a:custGeom>
              <a:avLst/>
              <a:gdLst/>
              <a:ahLst/>
              <a:cxnLst/>
              <a:rect l="l" t="t" r="r" b="b"/>
              <a:pathLst>
                <a:path w="130" h="233" extrusionOk="0">
                  <a:moveTo>
                    <a:pt x="107" y="1"/>
                  </a:moveTo>
                  <a:lnTo>
                    <a:pt x="107" y="1"/>
                  </a:lnTo>
                  <a:cubicBezTo>
                    <a:pt x="48" y="34"/>
                    <a:pt x="1" y="163"/>
                    <a:pt x="12" y="233"/>
                  </a:cubicBezTo>
                  <a:cubicBezTo>
                    <a:pt x="70" y="199"/>
                    <a:pt x="129" y="48"/>
                    <a:pt x="10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 name="Google Shape;624;p15"/>
            <p:cNvSpPr/>
            <p:nvPr/>
          </p:nvSpPr>
          <p:spPr>
            <a:xfrm>
              <a:off x="5374259" y="4134754"/>
              <a:ext cx="3888" cy="7208"/>
            </a:xfrm>
            <a:custGeom>
              <a:avLst/>
              <a:gdLst/>
              <a:ahLst/>
              <a:cxnLst/>
              <a:rect l="l" t="t" r="r" b="b"/>
              <a:pathLst>
                <a:path w="82" h="152" extrusionOk="0">
                  <a:moveTo>
                    <a:pt x="23" y="1"/>
                  </a:moveTo>
                  <a:cubicBezTo>
                    <a:pt x="12" y="48"/>
                    <a:pt x="12" y="93"/>
                    <a:pt x="1" y="141"/>
                  </a:cubicBezTo>
                  <a:lnTo>
                    <a:pt x="48" y="152"/>
                  </a:lnTo>
                  <a:cubicBezTo>
                    <a:pt x="59" y="104"/>
                    <a:pt x="82" y="48"/>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 name="Google Shape;625;p15"/>
            <p:cNvSpPr/>
            <p:nvPr/>
          </p:nvSpPr>
          <p:spPr>
            <a:xfrm>
              <a:off x="5006145" y="3957454"/>
              <a:ext cx="349912" cy="340428"/>
            </a:xfrm>
            <a:custGeom>
              <a:avLst/>
              <a:gdLst/>
              <a:ahLst/>
              <a:cxnLst/>
              <a:rect l="l" t="t" r="r" b="b"/>
              <a:pathLst>
                <a:path w="7379" h="7179" extrusionOk="0">
                  <a:moveTo>
                    <a:pt x="1838" y="807"/>
                  </a:moveTo>
                  <a:cubicBezTo>
                    <a:pt x="1838" y="818"/>
                    <a:pt x="1838" y="818"/>
                    <a:pt x="1849" y="829"/>
                  </a:cubicBezTo>
                  <a:cubicBezTo>
                    <a:pt x="1746" y="910"/>
                    <a:pt x="1651" y="1005"/>
                    <a:pt x="1548" y="1097"/>
                  </a:cubicBezTo>
                  <a:cubicBezTo>
                    <a:pt x="1548" y="1038"/>
                    <a:pt x="1757" y="829"/>
                    <a:pt x="1838" y="807"/>
                  </a:cubicBezTo>
                  <a:close/>
                  <a:moveTo>
                    <a:pt x="5110" y="840"/>
                  </a:moveTo>
                  <a:cubicBezTo>
                    <a:pt x="5168" y="865"/>
                    <a:pt x="5213" y="888"/>
                    <a:pt x="5261" y="924"/>
                  </a:cubicBezTo>
                  <a:cubicBezTo>
                    <a:pt x="5319" y="957"/>
                    <a:pt x="5308" y="1016"/>
                    <a:pt x="5249" y="1050"/>
                  </a:cubicBezTo>
                  <a:cubicBezTo>
                    <a:pt x="5168" y="1086"/>
                    <a:pt x="5073" y="1119"/>
                    <a:pt x="4981" y="1145"/>
                  </a:cubicBezTo>
                  <a:cubicBezTo>
                    <a:pt x="4961" y="1154"/>
                    <a:pt x="4941" y="1158"/>
                    <a:pt x="4920" y="1158"/>
                  </a:cubicBezTo>
                  <a:cubicBezTo>
                    <a:pt x="4871" y="1158"/>
                    <a:pt x="4821" y="1134"/>
                    <a:pt x="4772" y="1108"/>
                  </a:cubicBezTo>
                  <a:cubicBezTo>
                    <a:pt x="4738" y="1075"/>
                    <a:pt x="4738" y="994"/>
                    <a:pt x="4794" y="969"/>
                  </a:cubicBezTo>
                  <a:cubicBezTo>
                    <a:pt x="4889" y="910"/>
                    <a:pt x="4992" y="876"/>
                    <a:pt x="5110" y="840"/>
                  </a:cubicBezTo>
                  <a:close/>
                  <a:moveTo>
                    <a:pt x="6031" y="2370"/>
                  </a:moveTo>
                  <a:cubicBezTo>
                    <a:pt x="6042" y="2370"/>
                    <a:pt x="6054" y="2372"/>
                    <a:pt x="6065" y="2377"/>
                  </a:cubicBezTo>
                  <a:cubicBezTo>
                    <a:pt x="6205" y="2413"/>
                    <a:pt x="6286" y="2483"/>
                    <a:pt x="6286" y="2575"/>
                  </a:cubicBezTo>
                  <a:cubicBezTo>
                    <a:pt x="6261" y="2656"/>
                    <a:pt x="6275" y="2751"/>
                    <a:pt x="6191" y="2810"/>
                  </a:cubicBezTo>
                  <a:cubicBezTo>
                    <a:pt x="6168" y="2821"/>
                    <a:pt x="6157" y="2865"/>
                    <a:pt x="6146" y="2902"/>
                  </a:cubicBezTo>
                  <a:cubicBezTo>
                    <a:pt x="6124" y="2963"/>
                    <a:pt x="6087" y="3008"/>
                    <a:pt x="6030" y="3008"/>
                  </a:cubicBezTo>
                  <a:cubicBezTo>
                    <a:pt x="6023" y="3008"/>
                    <a:pt x="6015" y="3007"/>
                    <a:pt x="6006" y="3005"/>
                  </a:cubicBezTo>
                  <a:cubicBezTo>
                    <a:pt x="5937" y="3005"/>
                    <a:pt x="5900" y="2960"/>
                    <a:pt x="5889" y="2879"/>
                  </a:cubicBezTo>
                  <a:cubicBezTo>
                    <a:pt x="5878" y="2843"/>
                    <a:pt x="5867" y="2821"/>
                    <a:pt x="5842" y="2796"/>
                  </a:cubicBezTo>
                  <a:cubicBezTo>
                    <a:pt x="5772" y="2715"/>
                    <a:pt x="5772" y="2670"/>
                    <a:pt x="5830" y="2575"/>
                  </a:cubicBezTo>
                  <a:cubicBezTo>
                    <a:pt x="5867" y="2541"/>
                    <a:pt x="5889" y="2505"/>
                    <a:pt x="5911" y="2472"/>
                  </a:cubicBezTo>
                  <a:cubicBezTo>
                    <a:pt x="5941" y="2406"/>
                    <a:pt x="5984" y="2370"/>
                    <a:pt x="6031" y="2370"/>
                  </a:cubicBezTo>
                  <a:close/>
                  <a:moveTo>
                    <a:pt x="780" y="2751"/>
                  </a:moveTo>
                  <a:lnTo>
                    <a:pt x="780" y="2751"/>
                  </a:lnTo>
                  <a:cubicBezTo>
                    <a:pt x="757" y="2854"/>
                    <a:pt x="721" y="2960"/>
                    <a:pt x="698" y="3064"/>
                  </a:cubicBezTo>
                  <a:cubicBezTo>
                    <a:pt x="640" y="2994"/>
                    <a:pt x="698" y="2784"/>
                    <a:pt x="780" y="2751"/>
                  </a:cubicBezTo>
                  <a:close/>
                  <a:moveTo>
                    <a:pt x="1408" y="1259"/>
                  </a:moveTo>
                  <a:lnTo>
                    <a:pt x="1419" y="1273"/>
                  </a:lnTo>
                  <a:cubicBezTo>
                    <a:pt x="1408" y="1295"/>
                    <a:pt x="1397" y="1307"/>
                    <a:pt x="1386" y="1329"/>
                  </a:cubicBezTo>
                  <a:cubicBezTo>
                    <a:pt x="1199" y="1552"/>
                    <a:pt x="1037" y="1784"/>
                    <a:pt x="897" y="2027"/>
                  </a:cubicBezTo>
                  <a:cubicBezTo>
                    <a:pt x="743" y="2284"/>
                    <a:pt x="673" y="2564"/>
                    <a:pt x="617" y="2843"/>
                  </a:cubicBezTo>
                  <a:cubicBezTo>
                    <a:pt x="603" y="2913"/>
                    <a:pt x="592" y="2983"/>
                    <a:pt x="581" y="3041"/>
                  </a:cubicBezTo>
                  <a:cubicBezTo>
                    <a:pt x="570" y="3064"/>
                    <a:pt x="548" y="3075"/>
                    <a:pt x="534" y="3100"/>
                  </a:cubicBezTo>
                  <a:cubicBezTo>
                    <a:pt x="534" y="3075"/>
                    <a:pt x="522" y="3053"/>
                    <a:pt x="522" y="3030"/>
                  </a:cubicBezTo>
                  <a:cubicBezTo>
                    <a:pt x="617" y="2435"/>
                    <a:pt x="849" y="1913"/>
                    <a:pt x="1232" y="1446"/>
                  </a:cubicBezTo>
                  <a:cubicBezTo>
                    <a:pt x="1280" y="1388"/>
                    <a:pt x="1327" y="1329"/>
                    <a:pt x="1361" y="1284"/>
                  </a:cubicBezTo>
                  <a:cubicBezTo>
                    <a:pt x="1372" y="1273"/>
                    <a:pt x="1397" y="1259"/>
                    <a:pt x="1408" y="1259"/>
                  </a:cubicBezTo>
                  <a:close/>
                  <a:moveTo>
                    <a:pt x="4062" y="1703"/>
                  </a:moveTo>
                  <a:cubicBezTo>
                    <a:pt x="4143" y="1703"/>
                    <a:pt x="4224" y="1748"/>
                    <a:pt x="4305" y="1784"/>
                  </a:cubicBezTo>
                  <a:cubicBezTo>
                    <a:pt x="4445" y="1843"/>
                    <a:pt x="4584" y="1888"/>
                    <a:pt x="4702" y="2016"/>
                  </a:cubicBezTo>
                  <a:cubicBezTo>
                    <a:pt x="4749" y="2064"/>
                    <a:pt x="4794" y="2122"/>
                    <a:pt x="4841" y="2192"/>
                  </a:cubicBezTo>
                  <a:cubicBezTo>
                    <a:pt x="4878" y="2251"/>
                    <a:pt x="4934" y="2307"/>
                    <a:pt x="5004" y="2332"/>
                  </a:cubicBezTo>
                  <a:cubicBezTo>
                    <a:pt x="5073" y="2365"/>
                    <a:pt x="5143" y="2402"/>
                    <a:pt x="5213" y="2446"/>
                  </a:cubicBezTo>
                  <a:cubicBezTo>
                    <a:pt x="5400" y="2541"/>
                    <a:pt x="5470" y="2740"/>
                    <a:pt x="5411" y="2935"/>
                  </a:cubicBezTo>
                  <a:cubicBezTo>
                    <a:pt x="5378" y="3041"/>
                    <a:pt x="5367" y="3145"/>
                    <a:pt x="5400" y="3251"/>
                  </a:cubicBezTo>
                  <a:cubicBezTo>
                    <a:pt x="5492" y="3449"/>
                    <a:pt x="5481" y="3648"/>
                    <a:pt x="5448" y="3857"/>
                  </a:cubicBezTo>
                  <a:cubicBezTo>
                    <a:pt x="5378" y="4148"/>
                    <a:pt x="5330" y="4449"/>
                    <a:pt x="5272" y="4740"/>
                  </a:cubicBezTo>
                  <a:cubicBezTo>
                    <a:pt x="5261" y="4810"/>
                    <a:pt x="5227" y="4880"/>
                    <a:pt x="5180" y="4938"/>
                  </a:cubicBezTo>
                  <a:cubicBezTo>
                    <a:pt x="5004" y="5195"/>
                    <a:pt x="4819" y="5438"/>
                    <a:pt x="4632" y="5695"/>
                  </a:cubicBezTo>
                  <a:cubicBezTo>
                    <a:pt x="4540" y="5824"/>
                    <a:pt x="4422" y="5883"/>
                    <a:pt x="4272" y="5916"/>
                  </a:cubicBezTo>
                  <a:cubicBezTo>
                    <a:pt x="4256" y="5920"/>
                    <a:pt x="4240" y="5921"/>
                    <a:pt x="4225" y="5921"/>
                  </a:cubicBezTo>
                  <a:cubicBezTo>
                    <a:pt x="4138" y="5921"/>
                    <a:pt x="4063" y="5870"/>
                    <a:pt x="4003" y="5799"/>
                  </a:cubicBezTo>
                  <a:cubicBezTo>
                    <a:pt x="3864" y="5637"/>
                    <a:pt x="3702" y="5497"/>
                    <a:pt x="3621" y="5276"/>
                  </a:cubicBezTo>
                  <a:cubicBezTo>
                    <a:pt x="3573" y="5170"/>
                    <a:pt x="3514" y="5078"/>
                    <a:pt x="3445" y="4986"/>
                  </a:cubicBezTo>
                  <a:cubicBezTo>
                    <a:pt x="3375" y="4880"/>
                    <a:pt x="3375" y="4765"/>
                    <a:pt x="3364" y="4648"/>
                  </a:cubicBezTo>
                  <a:cubicBezTo>
                    <a:pt x="3341" y="4486"/>
                    <a:pt x="3316" y="4332"/>
                    <a:pt x="3294" y="4181"/>
                  </a:cubicBezTo>
                  <a:cubicBezTo>
                    <a:pt x="3294" y="4123"/>
                    <a:pt x="3257" y="4089"/>
                    <a:pt x="3202" y="4078"/>
                  </a:cubicBezTo>
                  <a:cubicBezTo>
                    <a:pt x="3143" y="4067"/>
                    <a:pt x="3084" y="4067"/>
                    <a:pt x="3026" y="4067"/>
                  </a:cubicBezTo>
                  <a:cubicBezTo>
                    <a:pt x="2987" y="4070"/>
                    <a:pt x="2948" y="4073"/>
                    <a:pt x="2909" y="4073"/>
                  </a:cubicBezTo>
                  <a:cubicBezTo>
                    <a:pt x="2820" y="4073"/>
                    <a:pt x="2734" y="4060"/>
                    <a:pt x="2654" y="4019"/>
                  </a:cubicBezTo>
                  <a:cubicBezTo>
                    <a:pt x="2607" y="3983"/>
                    <a:pt x="2548" y="3983"/>
                    <a:pt x="2489" y="3961"/>
                  </a:cubicBezTo>
                  <a:cubicBezTo>
                    <a:pt x="2433" y="3938"/>
                    <a:pt x="2364" y="3927"/>
                    <a:pt x="2305" y="3880"/>
                  </a:cubicBezTo>
                  <a:cubicBezTo>
                    <a:pt x="2129" y="3729"/>
                    <a:pt x="1989" y="3553"/>
                    <a:pt x="1930" y="3321"/>
                  </a:cubicBezTo>
                  <a:cubicBezTo>
                    <a:pt x="1908" y="3251"/>
                    <a:pt x="1919" y="3192"/>
                    <a:pt x="1944" y="3123"/>
                  </a:cubicBezTo>
                  <a:cubicBezTo>
                    <a:pt x="2014" y="2983"/>
                    <a:pt x="2048" y="2832"/>
                    <a:pt x="2059" y="2670"/>
                  </a:cubicBezTo>
                  <a:cubicBezTo>
                    <a:pt x="2070" y="2564"/>
                    <a:pt x="2118" y="2446"/>
                    <a:pt x="2176" y="2354"/>
                  </a:cubicBezTo>
                  <a:cubicBezTo>
                    <a:pt x="2305" y="2122"/>
                    <a:pt x="2514" y="1946"/>
                    <a:pt x="2757" y="1843"/>
                  </a:cubicBezTo>
                  <a:cubicBezTo>
                    <a:pt x="2852" y="1796"/>
                    <a:pt x="2978" y="1784"/>
                    <a:pt x="3084" y="1762"/>
                  </a:cubicBezTo>
                  <a:cubicBezTo>
                    <a:pt x="3084" y="1773"/>
                    <a:pt x="3084" y="1784"/>
                    <a:pt x="3095" y="1796"/>
                  </a:cubicBezTo>
                  <a:cubicBezTo>
                    <a:pt x="3246" y="1773"/>
                    <a:pt x="3397" y="1737"/>
                    <a:pt x="3551" y="1726"/>
                  </a:cubicBezTo>
                  <a:cubicBezTo>
                    <a:pt x="3713" y="1703"/>
                    <a:pt x="3886" y="1703"/>
                    <a:pt x="4062" y="1703"/>
                  </a:cubicBezTo>
                  <a:close/>
                  <a:moveTo>
                    <a:pt x="4960" y="6706"/>
                  </a:moveTo>
                  <a:cubicBezTo>
                    <a:pt x="4964" y="6706"/>
                    <a:pt x="4968" y="6706"/>
                    <a:pt x="4970" y="6707"/>
                  </a:cubicBezTo>
                  <a:cubicBezTo>
                    <a:pt x="4929" y="6757"/>
                    <a:pt x="4641" y="6843"/>
                    <a:pt x="4516" y="6843"/>
                  </a:cubicBezTo>
                  <a:cubicBezTo>
                    <a:pt x="4496" y="6843"/>
                    <a:pt x="4480" y="6840"/>
                    <a:pt x="4470" y="6835"/>
                  </a:cubicBezTo>
                  <a:cubicBezTo>
                    <a:pt x="4502" y="6803"/>
                    <a:pt x="4882" y="6706"/>
                    <a:pt x="4960" y="6706"/>
                  </a:cubicBezTo>
                  <a:close/>
                  <a:moveTo>
                    <a:pt x="4283" y="6860"/>
                  </a:moveTo>
                  <a:cubicBezTo>
                    <a:pt x="4283" y="6860"/>
                    <a:pt x="4294" y="6860"/>
                    <a:pt x="4305" y="6872"/>
                  </a:cubicBezTo>
                  <a:cubicBezTo>
                    <a:pt x="4294" y="6883"/>
                    <a:pt x="4283" y="6894"/>
                    <a:pt x="4272" y="6894"/>
                  </a:cubicBezTo>
                  <a:cubicBezTo>
                    <a:pt x="4191" y="6905"/>
                    <a:pt x="4096" y="6905"/>
                    <a:pt x="4015" y="6905"/>
                  </a:cubicBezTo>
                  <a:cubicBezTo>
                    <a:pt x="4003" y="6905"/>
                    <a:pt x="3992" y="6883"/>
                    <a:pt x="3981" y="6883"/>
                  </a:cubicBezTo>
                  <a:cubicBezTo>
                    <a:pt x="3992" y="6872"/>
                    <a:pt x="4003" y="6860"/>
                    <a:pt x="4015" y="6860"/>
                  </a:cubicBezTo>
                  <a:close/>
                  <a:moveTo>
                    <a:pt x="5040" y="6846"/>
                  </a:moveTo>
                  <a:cubicBezTo>
                    <a:pt x="5051" y="6846"/>
                    <a:pt x="5051" y="6860"/>
                    <a:pt x="5051" y="6872"/>
                  </a:cubicBezTo>
                  <a:cubicBezTo>
                    <a:pt x="5029" y="6883"/>
                    <a:pt x="5017" y="6894"/>
                    <a:pt x="4992" y="6905"/>
                  </a:cubicBezTo>
                  <a:cubicBezTo>
                    <a:pt x="4659" y="7005"/>
                    <a:pt x="4319" y="7058"/>
                    <a:pt x="3976" y="7058"/>
                  </a:cubicBezTo>
                  <a:cubicBezTo>
                    <a:pt x="3842" y="7058"/>
                    <a:pt x="3708" y="7050"/>
                    <a:pt x="3573" y="7034"/>
                  </a:cubicBezTo>
                  <a:cubicBezTo>
                    <a:pt x="3537" y="7034"/>
                    <a:pt x="3514" y="7022"/>
                    <a:pt x="3481" y="7011"/>
                  </a:cubicBezTo>
                  <a:lnTo>
                    <a:pt x="3481" y="6986"/>
                  </a:lnTo>
                  <a:cubicBezTo>
                    <a:pt x="3605" y="6996"/>
                    <a:pt x="3730" y="7005"/>
                    <a:pt x="3854" y="7005"/>
                  </a:cubicBezTo>
                  <a:cubicBezTo>
                    <a:pt x="3904" y="7005"/>
                    <a:pt x="3954" y="7003"/>
                    <a:pt x="4003" y="7000"/>
                  </a:cubicBezTo>
                  <a:cubicBezTo>
                    <a:pt x="4191" y="7000"/>
                    <a:pt x="4364" y="6986"/>
                    <a:pt x="4540" y="6953"/>
                  </a:cubicBezTo>
                  <a:cubicBezTo>
                    <a:pt x="4702" y="6930"/>
                    <a:pt x="4878" y="6883"/>
                    <a:pt x="5040" y="6846"/>
                  </a:cubicBezTo>
                  <a:close/>
                  <a:moveTo>
                    <a:pt x="3855" y="1"/>
                  </a:moveTo>
                  <a:cubicBezTo>
                    <a:pt x="2758" y="1"/>
                    <a:pt x="1412" y="587"/>
                    <a:pt x="710" y="1983"/>
                  </a:cubicBezTo>
                  <a:cubicBezTo>
                    <a:pt x="0" y="3391"/>
                    <a:pt x="360" y="4986"/>
                    <a:pt x="1187" y="5905"/>
                  </a:cubicBezTo>
                  <a:cubicBezTo>
                    <a:pt x="1220" y="5862"/>
                    <a:pt x="1266" y="5833"/>
                    <a:pt x="1315" y="5833"/>
                  </a:cubicBezTo>
                  <a:cubicBezTo>
                    <a:pt x="1334" y="5833"/>
                    <a:pt x="1353" y="5837"/>
                    <a:pt x="1372" y="5846"/>
                  </a:cubicBezTo>
                  <a:cubicBezTo>
                    <a:pt x="1467" y="5905"/>
                    <a:pt x="1570" y="5952"/>
                    <a:pt x="1651" y="6045"/>
                  </a:cubicBezTo>
                  <a:cubicBezTo>
                    <a:pt x="1687" y="6103"/>
                    <a:pt x="1746" y="6137"/>
                    <a:pt x="1805" y="6184"/>
                  </a:cubicBezTo>
                  <a:cubicBezTo>
                    <a:pt x="1849" y="6218"/>
                    <a:pt x="1897" y="6243"/>
                    <a:pt x="1956" y="6277"/>
                  </a:cubicBezTo>
                  <a:cubicBezTo>
                    <a:pt x="2025" y="6313"/>
                    <a:pt x="2095" y="6358"/>
                    <a:pt x="2176" y="6383"/>
                  </a:cubicBezTo>
                  <a:cubicBezTo>
                    <a:pt x="2280" y="6427"/>
                    <a:pt x="2386" y="6453"/>
                    <a:pt x="2489" y="6497"/>
                  </a:cubicBezTo>
                  <a:cubicBezTo>
                    <a:pt x="2527" y="6509"/>
                    <a:pt x="2562" y="6515"/>
                    <a:pt x="2596" y="6515"/>
                  </a:cubicBezTo>
                  <a:cubicBezTo>
                    <a:pt x="2636" y="6515"/>
                    <a:pt x="2675" y="6506"/>
                    <a:pt x="2713" y="6486"/>
                  </a:cubicBezTo>
                  <a:cubicBezTo>
                    <a:pt x="2736" y="6476"/>
                    <a:pt x="2759" y="6471"/>
                    <a:pt x="2780" y="6471"/>
                  </a:cubicBezTo>
                  <a:cubicBezTo>
                    <a:pt x="2849" y="6471"/>
                    <a:pt x="2897" y="6527"/>
                    <a:pt x="2897" y="6626"/>
                  </a:cubicBezTo>
                  <a:cubicBezTo>
                    <a:pt x="2897" y="6791"/>
                    <a:pt x="2933" y="6835"/>
                    <a:pt x="3084" y="6894"/>
                  </a:cubicBezTo>
                  <a:cubicBezTo>
                    <a:pt x="3165" y="6916"/>
                    <a:pt x="3213" y="6964"/>
                    <a:pt x="3224" y="7045"/>
                  </a:cubicBezTo>
                  <a:cubicBezTo>
                    <a:pt x="3224" y="7103"/>
                    <a:pt x="3246" y="7115"/>
                    <a:pt x="3294" y="7126"/>
                  </a:cubicBezTo>
                  <a:cubicBezTo>
                    <a:pt x="3502" y="7161"/>
                    <a:pt x="3710" y="7179"/>
                    <a:pt x="3917" y="7179"/>
                  </a:cubicBezTo>
                  <a:cubicBezTo>
                    <a:pt x="4208" y="7179"/>
                    <a:pt x="4497" y="7143"/>
                    <a:pt x="4783" y="7070"/>
                  </a:cubicBezTo>
                  <a:cubicBezTo>
                    <a:pt x="4970" y="7022"/>
                    <a:pt x="5143" y="6964"/>
                    <a:pt x="5319" y="6905"/>
                  </a:cubicBezTo>
                  <a:cubicBezTo>
                    <a:pt x="5308" y="6824"/>
                    <a:pt x="5319" y="6777"/>
                    <a:pt x="5378" y="6732"/>
                  </a:cubicBezTo>
                  <a:cubicBezTo>
                    <a:pt x="5459" y="6651"/>
                    <a:pt x="5551" y="6592"/>
                    <a:pt x="5632" y="6522"/>
                  </a:cubicBezTo>
                  <a:cubicBezTo>
                    <a:pt x="5691" y="6486"/>
                    <a:pt x="5727" y="6453"/>
                    <a:pt x="5749" y="6394"/>
                  </a:cubicBezTo>
                  <a:cubicBezTo>
                    <a:pt x="5772" y="6346"/>
                    <a:pt x="5819" y="6288"/>
                    <a:pt x="5856" y="6288"/>
                  </a:cubicBezTo>
                  <a:cubicBezTo>
                    <a:pt x="6018" y="6265"/>
                    <a:pt x="6146" y="6162"/>
                    <a:pt x="6297" y="6126"/>
                  </a:cubicBezTo>
                  <a:cubicBezTo>
                    <a:pt x="6331" y="6115"/>
                    <a:pt x="6344" y="6092"/>
                    <a:pt x="6367" y="6078"/>
                  </a:cubicBezTo>
                  <a:cubicBezTo>
                    <a:pt x="6367" y="6067"/>
                    <a:pt x="6367" y="6067"/>
                    <a:pt x="6356" y="6056"/>
                  </a:cubicBezTo>
                  <a:cubicBezTo>
                    <a:pt x="6322" y="6064"/>
                    <a:pt x="6283" y="6072"/>
                    <a:pt x="6242" y="6072"/>
                  </a:cubicBezTo>
                  <a:cubicBezTo>
                    <a:pt x="6225" y="6072"/>
                    <a:pt x="6208" y="6070"/>
                    <a:pt x="6191" y="6067"/>
                  </a:cubicBezTo>
                  <a:cubicBezTo>
                    <a:pt x="6099" y="6067"/>
                    <a:pt x="6051" y="5997"/>
                    <a:pt x="6099" y="5916"/>
                  </a:cubicBezTo>
                  <a:cubicBezTo>
                    <a:pt x="6135" y="5858"/>
                    <a:pt x="6146" y="5799"/>
                    <a:pt x="6121" y="5743"/>
                  </a:cubicBezTo>
                  <a:cubicBezTo>
                    <a:pt x="6076" y="5626"/>
                    <a:pt x="6099" y="5556"/>
                    <a:pt x="6216" y="5508"/>
                  </a:cubicBezTo>
                  <a:cubicBezTo>
                    <a:pt x="6286" y="5475"/>
                    <a:pt x="6367" y="5464"/>
                    <a:pt x="6437" y="5427"/>
                  </a:cubicBezTo>
                  <a:cubicBezTo>
                    <a:pt x="6470" y="5416"/>
                    <a:pt x="6507" y="5405"/>
                    <a:pt x="6540" y="5369"/>
                  </a:cubicBezTo>
                  <a:cubicBezTo>
                    <a:pt x="6568" y="5352"/>
                    <a:pt x="6594" y="5327"/>
                    <a:pt x="6620" y="5327"/>
                  </a:cubicBezTo>
                  <a:cubicBezTo>
                    <a:pt x="6629" y="5327"/>
                    <a:pt x="6637" y="5329"/>
                    <a:pt x="6646" y="5335"/>
                  </a:cubicBezTo>
                  <a:cubicBezTo>
                    <a:pt x="6680" y="5357"/>
                    <a:pt x="6716" y="5405"/>
                    <a:pt x="6727" y="5438"/>
                  </a:cubicBezTo>
                  <a:cubicBezTo>
                    <a:pt x="6738" y="5464"/>
                    <a:pt x="6738" y="5497"/>
                    <a:pt x="6738" y="5533"/>
                  </a:cubicBezTo>
                  <a:cubicBezTo>
                    <a:pt x="6750" y="5556"/>
                    <a:pt x="6764" y="5578"/>
                    <a:pt x="6775" y="5589"/>
                  </a:cubicBezTo>
                  <a:cubicBezTo>
                    <a:pt x="6797" y="5614"/>
                    <a:pt x="6819" y="5637"/>
                    <a:pt x="6845" y="5659"/>
                  </a:cubicBezTo>
                  <a:cubicBezTo>
                    <a:pt x="6845" y="5659"/>
                    <a:pt x="6856" y="5659"/>
                    <a:pt x="6856" y="5648"/>
                  </a:cubicBezTo>
                  <a:cubicBezTo>
                    <a:pt x="7099" y="5324"/>
                    <a:pt x="7275" y="4950"/>
                    <a:pt x="7378" y="4556"/>
                  </a:cubicBezTo>
                  <a:cubicBezTo>
                    <a:pt x="7378" y="4542"/>
                    <a:pt x="7378" y="4519"/>
                    <a:pt x="7367" y="4508"/>
                  </a:cubicBezTo>
                  <a:cubicBezTo>
                    <a:pt x="7322" y="4438"/>
                    <a:pt x="7297" y="4357"/>
                    <a:pt x="7297" y="4276"/>
                  </a:cubicBezTo>
                  <a:cubicBezTo>
                    <a:pt x="7297" y="4218"/>
                    <a:pt x="7275" y="4148"/>
                    <a:pt x="7264" y="4089"/>
                  </a:cubicBezTo>
                  <a:cubicBezTo>
                    <a:pt x="7264" y="4089"/>
                    <a:pt x="7252" y="4078"/>
                    <a:pt x="7238" y="4078"/>
                  </a:cubicBezTo>
                  <a:cubicBezTo>
                    <a:pt x="7203" y="4143"/>
                    <a:pt x="7151" y="4177"/>
                    <a:pt x="7084" y="4177"/>
                  </a:cubicBezTo>
                  <a:cubicBezTo>
                    <a:pt x="7066" y="4177"/>
                    <a:pt x="7048" y="4175"/>
                    <a:pt x="7029" y="4170"/>
                  </a:cubicBezTo>
                  <a:cubicBezTo>
                    <a:pt x="6987" y="4160"/>
                    <a:pt x="6951" y="4155"/>
                    <a:pt x="6914" y="4155"/>
                  </a:cubicBezTo>
                  <a:cubicBezTo>
                    <a:pt x="6869" y="4155"/>
                    <a:pt x="6825" y="4163"/>
                    <a:pt x="6775" y="4181"/>
                  </a:cubicBezTo>
                  <a:cubicBezTo>
                    <a:pt x="6749" y="4193"/>
                    <a:pt x="6724" y="4198"/>
                    <a:pt x="6701" y="4198"/>
                  </a:cubicBezTo>
                  <a:cubicBezTo>
                    <a:pt x="6627" y="4198"/>
                    <a:pt x="6568" y="4145"/>
                    <a:pt x="6540" y="4067"/>
                  </a:cubicBezTo>
                  <a:cubicBezTo>
                    <a:pt x="6518" y="3961"/>
                    <a:pt x="6495" y="3857"/>
                    <a:pt x="6470" y="3751"/>
                  </a:cubicBezTo>
                  <a:cubicBezTo>
                    <a:pt x="6437" y="3634"/>
                    <a:pt x="6425" y="3508"/>
                    <a:pt x="6437" y="3391"/>
                  </a:cubicBezTo>
                  <a:cubicBezTo>
                    <a:pt x="6437" y="3251"/>
                    <a:pt x="6448" y="3123"/>
                    <a:pt x="6437" y="2994"/>
                  </a:cubicBezTo>
                  <a:cubicBezTo>
                    <a:pt x="6437" y="2902"/>
                    <a:pt x="6470" y="2821"/>
                    <a:pt x="6529" y="2751"/>
                  </a:cubicBezTo>
                  <a:cubicBezTo>
                    <a:pt x="6599" y="2681"/>
                    <a:pt x="6657" y="2600"/>
                    <a:pt x="6705" y="2505"/>
                  </a:cubicBezTo>
                  <a:cubicBezTo>
                    <a:pt x="6764" y="2402"/>
                    <a:pt x="6750" y="2365"/>
                    <a:pt x="6657" y="2296"/>
                  </a:cubicBezTo>
                  <a:cubicBezTo>
                    <a:pt x="6565" y="2237"/>
                    <a:pt x="6459" y="2181"/>
                    <a:pt x="6356" y="2134"/>
                  </a:cubicBezTo>
                  <a:cubicBezTo>
                    <a:pt x="6238" y="2080"/>
                    <a:pt x="6170" y="2051"/>
                    <a:pt x="6109" y="2051"/>
                  </a:cubicBezTo>
                  <a:cubicBezTo>
                    <a:pt x="6037" y="2051"/>
                    <a:pt x="5975" y="2092"/>
                    <a:pt x="5856" y="2181"/>
                  </a:cubicBezTo>
                  <a:cubicBezTo>
                    <a:pt x="5819" y="2215"/>
                    <a:pt x="5761" y="2226"/>
                    <a:pt x="5702" y="2251"/>
                  </a:cubicBezTo>
                  <a:cubicBezTo>
                    <a:pt x="5680" y="2262"/>
                    <a:pt x="5632" y="2273"/>
                    <a:pt x="5610" y="2296"/>
                  </a:cubicBezTo>
                  <a:cubicBezTo>
                    <a:pt x="5582" y="2345"/>
                    <a:pt x="5536" y="2368"/>
                    <a:pt x="5488" y="2368"/>
                  </a:cubicBezTo>
                  <a:cubicBezTo>
                    <a:pt x="5478" y="2368"/>
                    <a:pt x="5469" y="2367"/>
                    <a:pt x="5459" y="2365"/>
                  </a:cubicBezTo>
                  <a:cubicBezTo>
                    <a:pt x="5389" y="2343"/>
                    <a:pt x="5378" y="2284"/>
                    <a:pt x="5367" y="2237"/>
                  </a:cubicBezTo>
                  <a:cubicBezTo>
                    <a:pt x="5353" y="2181"/>
                    <a:pt x="5342" y="2122"/>
                    <a:pt x="5319" y="2075"/>
                  </a:cubicBezTo>
                  <a:cubicBezTo>
                    <a:pt x="5261" y="1972"/>
                    <a:pt x="5272" y="1888"/>
                    <a:pt x="5378" y="1832"/>
                  </a:cubicBezTo>
                  <a:cubicBezTo>
                    <a:pt x="5451" y="1790"/>
                    <a:pt x="5537" y="1749"/>
                    <a:pt x="5626" y="1749"/>
                  </a:cubicBezTo>
                  <a:cubicBezTo>
                    <a:pt x="5663" y="1749"/>
                    <a:pt x="5701" y="1756"/>
                    <a:pt x="5738" y="1773"/>
                  </a:cubicBezTo>
                  <a:cubicBezTo>
                    <a:pt x="5754" y="1779"/>
                    <a:pt x="5767" y="1782"/>
                    <a:pt x="5778" y="1782"/>
                  </a:cubicBezTo>
                  <a:cubicBezTo>
                    <a:pt x="5810" y="1782"/>
                    <a:pt x="5829" y="1761"/>
                    <a:pt x="5856" y="1726"/>
                  </a:cubicBezTo>
                  <a:cubicBezTo>
                    <a:pt x="5948" y="1564"/>
                    <a:pt x="5959" y="1388"/>
                    <a:pt x="5925" y="1203"/>
                  </a:cubicBezTo>
                  <a:cubicBezTo>
                    <a:pt x="5889" y="1027"/>
                    <a:pt x="5819" y="888"/>
                    <a:pt x="5657" y="807"/>
                  </a:cubicBezTo>
                  <a:cubicBezTo>
                    <a:pt x="5509" y="735"/>
                    <a:pt x="5367" y="687"/>
                    <a:pt x="5218" y="687"/>
                  </a:cubicBezTo>
                  <a:cubicBezTo>
                    <a:pt x="5145" y="687"/>
                    <a:pt x="5070" y="699"/>
                    <a:pt x="4992" y="726"/>
                  </a:cubicBezTo>
                  <a:cubicBezTo>
                    <a:pt x="4900" y="748"/>
                    <a:pt x="4819" y="784"/>
                    <a:pt x="4724" y="795"/>
                  </a:cubicBezTo>
                  <a:cubicBezTo>
                    <a:pt x="4709" y="798"/>
                    <a:pt x="4694" y="800"/>
                    <a:pt x="4678" y="800"/>
                  </a:cubicBezTo>
                  <a:cubicBezTo>
                    <a:pt x="4634" y="800"/>
                    <a:pt x="4589" y="789"/>
                    <a:pt x="4562" y="770"/>
                  </a:cubicBezTo>
                  <a:cubicBezTo>
                    <a:pt x="4434" y="678"/>
                    <a:pt x="4319" y="586"/>
                    <a:pt x="4283" y="435"/>
                  </a:cubicBezTo>
                  <a:cubicBezTo>
                    <a:pt x="4272" y="399"/>
                    <a:pt x="4249" y="365"/>
                    <a:pt x="4224" y="351"/>
                  </a:cubicBezTo>
                  <a:cubicBezTo>
                    <a:pt x="4121" y="307"/>
                    <a:pt x="4096" y="225"/>
                    <a:pt x="4121" y="119"/>
                  </a:cubicBezTo>
                  <a:cubicBezTo>
                    <a:pt x="4121" y="86"/>
                    <a:pt x="4143" y="49"/>
                    <a:pt x="4154" y="16"/>
                  </a:cubicBezTo>
                  <a:cubicBezTo>
                    <a:pt x="4057" y="6"/>
                    <a:pt x="3957" y="1"/>
                    <a:pt x="3855"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 name="Google Shape;626;p15"/>
            <p:cNvSpPr/>
            <p:nvPr/>
          </p:nvSpPr>
          <p:spPr>
            <a:xfrm>
              <a:off x="5202602" y="3958165"/>
              <a:ext cx="161228" cy="209264"/>
            </a:xfrm>
            <a:custGeom>
              <a:avLst/>
              <a:gdLst/>
              <a:ahLst/>
              <a:cxnLst/>
              <a:rect l="l" t="t" r="r" b="b"/>
              <a:pathLst>
                <a:path w="3400" h="4413" extrusionOk="0">
                  <a:moveTo>
                    <a:pt x="313" y="172"/>
                  </a:moveTo>
                  <a:cubicBezTo>
                    <a:pt x="356" y="172"/>
                    <a:pt x="401" y="189"/>
                    <a:pt x="408" y="210"/>
                  </a:cubicBezTo>
                  <a:cubicBezTo>
                    <a:pt x="408" y="222"/>
                    <a:pt x="386" y="244"/>
                    <a:pt x="386" y="244"/>
                  </a:cubicBezTo>
                  <a:cubicBezTo>
                    <a:pt x="338" y="233"/>
                    <a:pt x="291" y="210"/>
                    <a:pt x="246" y="197"/>
                  </a:cubicBezTo>
                  <a:cubicBezTo>
                    <a:pt x="259" y="179"/>
                    <a:pt x="285" y="172"/>
                    <a:pt x="313" y="172"/>
                  </a:cubicBezTo>
                  <a:close/>
                  <a:moveTo>
                    <a:pt x="606" y="185"/>
                  </a:moveTo>
                  <a:lnTo>
                    <a:pt x="606" y="185"/>
                  </a:lnTo>
                  <a:cubicBezTo>
                    <a:pt x="617" y="280"/>
                    <a:pt x="595" y="350"/>
                    <a:pt x="548" y="431"/>
                  </a:cubicBezTo>
                  <a:cubicBezTo>
                    <a:pt x="511" y="373"/>
                    <a:pt x="548" y="233"/>
                    <a:pt x="606" y="185"/>
                  </a:cubicBezTo>
                  <a:close/>
                  <a:moveTo>
                    <a:pt x="1992" y="1130"/>
                  </a:moveTo>
                  <a:cubicBezTo>
                    <a:pt x="2025" y="1152"/>
                    <a:pt x="2062" y="1174"/>
                    <a:pt x="2095" y="1199"/>
                  </a:cubicBezTo>
                  <a:cubicBezTo>
                    <a:pt x="2084" y="1211"/>
                    <a:pt x="2084" y="1222"/>
                    <a:pt x="2073" y="1233"/>
                  </a:cubicBezTo>
                  <a:cubicBezTo>
                    <a:pt x="2037" y="1199"/>
                    <a:pt x="2003" y="1174"/>
                    <a:pt x="1978" y="1152"/>
                  </a:cubicBezTo>
                  <a:cubicBezTo>
                    <a:pt x="1978" y="1141"/>
                    <a:pt x="1992" y="1130"/>
                    <a:pt x="1992" y="1130"/>
                  </a:cubicBezTo>
                  <a:close/>
                  <a:moveTo>
                    <a:pt x="2690" y="3015"/>
                  </a:moveTo>
                  <a:lnTo>
                    <a:pt x="2690" y="3015"/>
                  </a:lnTo>
                  <a:cubicBezTo>
                    <a:pt x="2654" y="3130"/>
                    <a:pt x="2632" y="3225"/>
                    <a:pt x="2595" y="3339"/>
                  </a:cubicBezTo>
                  <a:cubicBezTo>
                    <a:pt x="2562" y="3258"/>
                    <a:pt x="2607" y="3074"/>
                    <a:pt x="2690" y="3015"/>
                  </a:cubicBezTo>
                  <a:close/>
                  <a:moveTo>
                    <a:pt x="2503" y="3549"/>
                  </a:moveTo>
                  <a:lnTo>
                    <a:pt x="2503" y="3549"/>
                  </a:lnTo>
                  <a:cubicBezTo>
                    <a:pt x="2562" y="3563"/>
                    <a:pt x="2632" y="3608"/>
                    <a:pt x="2643" y="3677"/>
                  </a:cubicBezTo>
                  <a:cubicBezTo>
                    <a:pt x="2573" y="3677"/>
                    <a:pt x="2503" y="3608"/>
                    <a:pt x="2503" y="3549"/>
                  </a:cubicBezTo>
                  <a:close/>
                  <a:moveTo>
                    <a:pt x="81" y="1"/>
                  </a:moveTo>
                  <a:cubicBezTo>
                    <a:pt x="0" y="57"/>
                    <a:pt x="11" y="222"/>
                    <a:pt x="92" y="280"/>
                  </a:cubicBezTo>
                  <a:cubicBezTo>
                    <a:pt x="129" y="303"/>
                    <a:pt x="176" y="336"/>
                    <a:pt x="187" y="384"/>
                  </a:cubicBezTo>
                  <a:cubicBezTo>
                    <a:pt x="221" y="523"/>
                    <a:pt x="327" y="616"/>
                    <a:pt x="430" y="699"/>
                  </a:cubicBezTo>
                  <a:cubicBezTo>
                    <a:pt x="457" y="716"/>
                    <a:pt x="495" y="726"/>
                    <a:pt x="532" y="726"/>
                  </a:cubicBezTo>
                  <a:cubicBezTo>
                    <a:pt x="545" y="726"/>
                    <a:pt x="558" y="725"/>
                    <a:pt x="570" y="722"/>
                  </a:cubicBezTo>
                  <a:cubicBezTo>
                    <a:pt x="665" y="711"/>
                    <a:pt x="746" y="674"/>
                    <a:pt x="838" y="652"/>
                  </a:cubicBezTo>
                  <a:cubicBezTo>
                    <a:pt x="896" y="633"/>
                    <a:pt x="962" y="613"/>
                    <a:pt x="1029" y="613"/>
                  </a:cubicBezTo>
                  <a:cubicBezTo>
                    <a:pt x="1043" y="613"/>
                    <a:pt x="1056" y="614"/>
                    <a:pt x="1070" y="616"/>
                  </a:cubicBezTo>
                  <a:cubicBezTo>
                    <a:pt x="1280" y="630"/>
                    <a:pt x="1478" y="699"/>
                    <a:pt x="1654" y="825"/>
                  </a:cubicBezTo>
                  <a:cubicBezTo>
                    <a:pt x="1724" y="873"/>
                    <a:pt x="1782" y="942"/>
                    <a:pt x="1794" y="1023"/>
                  </a:cubicBezTo>
                  <a:cubicBezTo>
                    <a:pt x="1816" y="1104"/>
                    <a:pt x="1827" y="1188"/>
                    <a:pt x="1852" y="1269"/>
                  </a:cubicBezTo>
                  <a:cubicBezTo>
                    <a:pt x="1908" y="1454"/>
                    <a:pt x="1852" y="1618"/>
                    <a:pt x="1746" y="1769"/>
                  </a:cubicBezTo>
                  <a:cubicBezTo>
                    <a:pt x="1721" y="1813"/>
                    <a:pt x="1689" y="1837"/>
                    <a:pt x="1649" y="1837"/>
                  </a:cubicBezTo>
                  <a:cubicBezTo>
                    <a:pt x="1636" y="1837"/>
                    <a:pt x="1621" y="1834"/>
                    <a:pt x="1606" y="1828"/>
                  </a:cubicBezTo>
                  <a:cubicBezTo>
                    <a:pt x="1566" y="1808"/>
                    <a:pt x="1528" y="1800"/>
                    <a:pt x="1490" y="1800"/>
                  </a:cubicBezTo>
                  <a:cubicBezTo>
                    <a:pt x="1418" y="1800"/>
                    <a:pt x="1349" y="1828"/>
                    <a:pt x="1280" y="1850"/>
                  </a:cubicBezTo>
                  <a:cubicBezTo>
                    <a:pt x="1210" y="1887"/>
                    <a:pt x="1187" y="1943"/>
                    <a:pt x="1210" y="2001"/>
                  </a:cubicBezTo>
                  <a:cubicBezTo>
                    <a:pt x="1235" y="2071"/>
                    <a:pt x="1257" y="2141"/>
                    <a:pt x="1280" y="2211"/>
                  </a:cubicBezTo>
                  <a:cubicBezTo>
                    <a:pt x="1294" y="2247"/>
                    <a:pt x="1316" y="2281"/>
                    <a:pt x="1338" y="2292"/>
                  </a:cubicBezTo>
                  <a:cubicBezTo>
                    <a:pt x="1363" y="2292"/>
                    <a:pt x="1397" y="2269"/>
                    <a:pt x="1419" y="2247"/>
                  </a:cubicBezTo>
                  <a:cubicBezTo>
                    <a:pt x="1456" y="2236"/>
                    <a:pt x="1489" y="2188"/>
                    <a:pt x="1525" y="2188"/>
                  </a:cubicBezTo>
                  <a:cubicBezTo>
                    <a:pt x="1595" y="2177"/>
                    <a:pt x="1654" y="2152"/>
                    <a:pt x="1699" y="2107"/>
                  </a:cubicBezTo>
                  <a:cubicBezTo>
                    <a:pt x="1735" y="2071"/>
                    <a:pt x="1782" y="2049"/>
                    <a:pt x="1827" y="2012"/>
                  </a:cubicBezTo>
                  <a:cubicBezTo>
                    <a:pt x="1869" y="1985"/>
                    <a:pt x="1916" y="1971"/>
                    <a:pt x="1967" y="1971"/>
                  </a:cubicBezTo>
                  <a:cubicBezTo>
                    <a:pt x="2000" y="1971"/>
                    <a:pt x="2036" y="1977"/>
                    <a:pt x="2073" y="1990"/>
                  </a:cubicBezTo>
                  <a:cubicBezTo>
                    <a:pt x="2201" y="2049"/>
                    <a:pt x="2341" y="2107"/>
                    <a:pt x="2467" y="2177"/>
                  </a:cubicBezTo>
                  <a:cubicBezTo>
                    <a:pt x="2526" y="2200"/>
                    <a:pt x="2573" y="2258"/>
                    <a:pt x="2621" y="2306"/>
                  </a:cubicBezTo>
                  <a:cubicBezTo>
                    <a:pt x="2665" y="2350"/>
                    <a:pt x="2676" y="2409"/>
                    <a:pt x="2643" y="2468"/>
                  </a:cubicBezTo>
                  <a:cubicBezTo>
                    <a:pt x="2595" y="2571"/>
                    <a:pt x="2537" y="2688"/>
                    <a:pt x="2445" y="2769"/>
                  </a:cubicBezTo>
                  <a:cubicBezTo>
                    <a:pt x="2386" y="2828"/>
                    <a:pt x="2364" y="2909"/>
                    <a:pt x="2364" y="2990"/>
                  </a:cubicBezTo>
                  <a:cubicBezTo>
                    <a:pt x="2364" y="3108"/>
                    <a:pt x="2352" y="3225"/>
                    <a:pt x="2352" y="3339"/>
                  </a:cubicBezTo>
                  <a:cubicBezTo>
                    <a:pt x="2364" y="3446"/>
                    <a:pt x="2364" y="3563"/>
                    <a:pt x="2386" y="3666"/>
                  </a:cubicBezTo>
                  <a:cubicBezTo>
                    <a:pt x="2397" y="3784"/>
                    <a:pt x="2433" y="3898"/>
                    <a:pt x="2467" y="4015"/>
                  </a:cubicBezTo>
                  <a:cubicBezTo>
                    <a:pt x="2486" y="4084"/>
                    <a:pt x="2523" y="4122"/>
                    <a:pt x="2578" y="4122"/>
                  </a:cubicBezTo>
                  <a:cubicBezTo>
                    <a:pt x="2598" y="4122"/>
                    <a:pt x="2619" y="4117"/>
                    <a:pt x="2643" y="4108"/>
                  </a:cubicBezTo>
                  <a:cubicBezTo>
                    <a:pt x="2688" y="4086"/>
                    <a:pt x="2733" y="4074"/>
                    <a:pt x="2778" y="4074"/>
                  </a:cubicBezTo>
                  <a:cubicBezTo>
                    <a:pt x="2803" y="4074"/>
                    <a:pt x="2828" y="4077"/>
                    <a:pt x="2852" y="4085"/>
                  </a:cubicBezTo>
                  <a:cubicBezTo>
                    <a:pt x="2882" y="4093"/>
                    <a:pt x="2908" y="4099"/>
                    <a:pt x="2933" y="4099"/>
                  </a:cubicBezTo>
                  <a:cubicBezTo>
                    <a:pt x="2976" y="4099"/>
                    <a:pt x="3013" y="4082"/>
                    <a:pt x="3051" y="4038"/>
                  </a:cubicBezTo>
                  <a:cubicBezTo>
                    <a:pt x="3066" y="4017"/>
                    <a:pt x="3087" y="4006"/>
                    <a:pt x="3108" y="4006"/>
                  </a:cubicBezTo>
                  <a:cubicBezTo>
                    <a:pt x="3131" y="4006"/>
                    <a:pt x="3153" y="4020"/>
                    <a:pt x="3165" y="4052"/>
                  </a:cubicBezTo>
                  <a:cubicBezTo>
                    <a:pt x="3190" y="4122"/>
                    <a:pt x="3202" y="4191"/>
                    <a:pt x="3224" y="4261"/>
                  </a:cubicBezTo>
                  <a:cubicBezTo>
                    <a:pt x="3235" y="4306"/>
                    <a:pt x="3235" y="4365"/>
                    <a:pt x="3249" y="4412"/>
                  </a:cubicBezTo>
                  <a:lnTo>
                    <a:pt x="3271" y="4412"/>
                  </a:lnTo>
                  <a:cubicBezTo>
                    <a:pt x="3271" y="4387"/>
                    <a:pt x="3283" y="4365"/>
                    <a:pt x="3283" y="4342"/>
                  </a:cubicBezTo>
                  <a:cubicBezTo>
                    <a:pt x="3375" y="3898"/>
                    <a:pt x="3400" y="3457"/>
                    <a:pt x="3330" y="3015"/>
                  </a:cubicBezTo>
                  <a:cubicBezTo>
                    <a:pt x="3179" y="2119"/>
                    <a:pt x="2760" y="1373"/>
                    <a:pt x="2062" y="803"/>
                  </a:cubicBezTo>
                  <a:cubicBezTo>
                    <a:pt x="1503" y="336"/>
                    <a:pt x="849" y="71"/>
                    <a:pt x="12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 name="Google Shape;627;p15"/>
            <p:cNvSpPr/>
            <p:nvPr/>
          </p:nvSpPr>
          <p:spPr>
            <a:xfrm>
              <a:off x="5063996" y="4236942"/>
              <a:ext cx="91758" cy="57378"/>
            </a:xfrm>
            <a:custGeom>
              <a:avLst/>
              <a:gdLst/>
              <a:ahLst/>
              <a:cxnLst/>
              <a:rect l="l" t="t" r="r" b="b"/>
              <a:pathLst>
                <a:path w="1935" h="1210" extrusionOk="0">
                  <a:moveTo>
                    <a:pt x="93" y="0"/>
                  </a:moveTo>
                  <a:cubicBezTo>
                    <a:pt x="62" y="0"/>
                    <a:pt x="36" y="17"/>
                    <a:pt x="1" y="58"/>
                  </a:cubicBezTo>
                  <a:cubicBezTo>
                    <a:pt x="526" y="651"/>
                    <a:pt x="1166" y="1036"/>
                    <a:pt x="1934" y="1209"/>
                  </a:cubicBezTo>
                  <a:cubicBezTo>
                    <a:pt x="1934" y="1128"/>
                    <a:pt x="1898" y="1081"/>
                    <a:pt x="1842" y="1059"/>
                  </a:cubicBezTo>
                  <a:cubicBezTo>
                    <a:pt x="1666" y="989"/>
                    <a:pt x="1618" y="919"/>
                    <a:pt x="1618" y="732"/>
                  </a:cubicBezTo>
                  <a:cubicBezTo>
                    <a:pt x="1618" y="672"/>
                    <a:pt x="1600" y="638"/>
                    <a:pt x="1558" y="638"/>
                  </a:cubicBezTo>
                  <a:cubicBezTo>
                    <a:pt x="1543" y="638"/>
                    <a:pt x="1525" y="642"/>
                    <a:pt x="1504" y="651"/>
                  </a:cubicBezTo>
                  <a:cubicBezTo>
                    <a:pt x="1463" y="669"/>
                    <a:pt x="1422" y="678"/>
                    <a:pt x="1382" y="678"/>
                  </a:cubicBezTo>
                  <a:cubicBezTo>
                    <a:pt x="1343" y="678"/>
                    <a:pt x="1304" y="669"/>
                    <a:pt x="1269" y="651"/>
                  </a:cubicBezTo>
                  <a:cubicBezTo>
                    <a:pt x="1177" y="628"/>
                    <a:pt x="1096" y="581"/>
                    <a:pt x="1004" y="570"/>
                  </a:cubicBezTo>
                  <a:cubicBezTo>
                    <a:pt x="794" y="522"/>
                    <a:pt x="641" y="371"/>
                    <a:pt x="456" y="279"/>
                  </a:cubicBezTo>
                  <a:lnTo>
                    <a:pt x="420" y="243"/>
                  </a:lnTo>
                  <a:cubicBezTo>
                    <a:pt x="361" y="151"/>
                    <a:pt x="269" y="81"/>
                    <a:pt x="166" y="22"/>
                  </a:cubicBezTo>
                  <a:cubicBezTo>
                    <a:pt x="137" y="8"/>
                    <a:pt x="114" y="0"/>
                    <a:pt x="9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 name="Google Shape;628;p15"/>
            <p:cNvSpPr/>
            <p:nvPr/>
          </p:nvSpPr>
          <p:spPr>
            <a:xfrm>
              <a:off x="5261117" y="4212711"/>
              <a:ext cx="66293" cy="70087"/>
            </a:xfrm>
            <a:custGeom>
              <a:avLst/>
              <a:gdLst/>
              <a:ahLst/>
              <a:cxnLst/>
              <a:rect l="l" t="t" r="r" b="b"/>
              <a:pathLst>
                <a:path w="1398" h="1478" extrusionOk="0">
                  <a:moveTo>
                    <a:pt x="1246" y="0"/>
                  </a:moveTo>
                  <a:cubicBezTo>
                    <a:pt x="1233" y="0"/>
                    <a:pt x="1218" y="7"/>
                    <a:pt x="1199" y="22"/>
                  </a:cubicBezTo>
                  <a:cubicBezTo>
                    <a:pt x="1163" y="55"/>
                    <a:pt x="1130" y="92"/>
                    <a:pt x="1082" y="103"/>
                  </a:cubicBezTo>
                  <a:cubicBezTo>
                    <a:pt x="1001" y="136"/>
                    <a:pt x="931" y="150"/>
                    <a:pt x="850" y="184"/>
                  </a:cubicBezTo>
                  <a:cubicBezTo>
                    <a:pt x="780" y="206"/>
                    <a:pt x="758" y="265"/>
                    <a:pt x="791" y="335"/>
                  </a:cubicBezTo>
                  <a:cubicBezTo>
                    <a:pt x="814" y="405"/>
                    <a:pt x="814" y="486"/>
                    <a:pt x="780" y="556"/>
                  </a:cubicBezTo>
                  <a:cubicBezTo>
                    <a:pt x="758" y="614"/>
                    <a:pt x="769" y="639"/>
                    <a:pt x="828" y="639"/>
                  </a:cubicBezTo>
                  <a:cubicBezTo>
                    <a:pt x="872" y="639"/>
                    <a:pt x="920" y="625"/>
                    <a:pt x="967" y="625"/>
                  </a:cubicBezTo>
                  <a:cubicBezTo>
                    <a:pt x="990" y="625"/>
                    <a:pt x="1023" y="639"/>
                    <a:pt x="1037" y="662"/>
                  </a:cubicBezTo>
                  <a:cubicBezTo>
                    <a:pt x="1048" y="684"/>
                    <a:pt x="1037" y="732"/>
                    <a:pt x="1012" y="743"/>
                  </a:cubicBezTo>
                  <a:cubicBezTo>
                    <a:pt x="967" y="779"/>
                    <a:pt x="920" y="801"/>
                    <a:pt x="861" y="824"/>
                  </a:cubicBezTo>
                  <a:cubicBezTo>
                    <a:pt x="814" y="849"/>
                    <a:pt x="758" y="871"/>
                    <a:pt x="710" y="894"/>
                  </a:cubicBezTo>
                  <a:cubicBezTo>
                    <a:pt x="641" y="919"/>
                    <a:pt x="582" y="930"/>
                    <a:pt x="523" y="963"/>
                  </a:cubicBezTo>
                  <a:cubicBezTo>
                    <a:pt x="490" y="975"/>
                    <a:pt x="442" y="1000"/>
                    <a:pt x="431" y="1033"/>
                  </a:cubicBezTo>
                  <a:cubicBezTo>
                    <a:pt x="409" y="1114"/>
                    <a:pt x="339" y="1162"/>
                    <a:pt x="269" y="1209"/>
                  </a:cubicBezTo>
                  <a:cubicBezTo>
                    <a:pt x="185" y="1268"/>
                    <a:pt x="115" y="1324"/>
                    <a:pt x="46" y="1394"/>
                  </a:cubicBezTo>
                  <a:cubicBezTo>
                    <a:pt x="23" y="1408"/>
                    <a:pt x="12" y="1441"/>
                    <a:pt x="1" y="1463"/>
                  </a:cubicBezTo>
                  <a:lnTo>
                    <a:pt x="12" y="1477"/>
                  </a:lnTo>
                  <a:cubicBezTo>
                    <a:pt x="34" y="1463"/>
                    <a:pt x="60" y="1463"/>
                    <a:pt x="82" y="1452"/>
                  </a:cubicBezTo>
                  <a:cubicBezTo>
                    <a:pt x="571" y="1220"/>
                    <a:pt x="979" y="894"/>
                    <a:pt x="1328" y="475"/>
                  </a:cubicBezTo>
                  <a:cubicBezTo>
                    <a:pt x="1361" y="430"/>
                    <a:pt x="1373" y="382"/>
                    <a:pt x="1398" y="324"/>
                  </a:cubicBezTo>
                  <a:cubicBezTo>
                    <a:pt x="1398" y="312"/>
                    <a:pt x="1387" y="276"/>
                    <a:pt x="1373" y="265"/>
                  </a:cubicBezTo>
                  <a:cubicBezTo>
                    <a:pt x="1317" y="231"/>
                    <a:pt x="1303" y="184"/>
                    <a:pt x="1303" y="125"/>
                  </a:cubicBezTo>
                  <a:cubicBezTo>
                    <a:pt x="1303" y="103"/>
                    <a:pt x="1303" y="67"/>
                    <a:pt x="1292" y="44"/>
                  </a:cubicBezTo>
                  <a:cubicBezTo>
                    <a:pt x="1278" y="16"/>
                    <a:pt x="1265" y="0"/>
                    <a:pt x="1246"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 name="Google Shape;629;p15"/>
            <p:cNvSpPr/>
            <p:nvPr/>
          </p:nvSpPr>
          <p:spPr>
            <a:xfrm>
              <a:off x="5099893" y="4040579"/>
              <a:ext cx="163409" cy="194375"/>
            </a:xfrm>
            <a:custGeom>
              <a:avLst/>
              <a:gdLst/>
              <a:ahLst/>
              <a:cxnLst/>
              <a:rect l="l" t="t" r="r" b="b"/>
              <a:pathLst>
                <a:path w="3446" h="4099" extrusionOk="0">
                  <a:moveTo>
                    <a:pt x="2714" y="1370"/>
                  </a:moveTo>
                  <a:cubicBezTo>
                    <a:pt x="2747" y="1381"/>
                    <a:pt x="2817" y="1520"/>
                    <a:pt x="2806" y="1568"/>
                  </a:cubicBezTo>
                  <a:cubicBezTo>
                    <a:pt x="2761" y="1557"/>
                    <a:pt x="2666" y="1428"/>
                    <a:pt x="2677" y="1392"/>
                  </a:cubicBezTo>
                  <a:cubicBezTo>
                    <a:pt x="2677" y="1381"/>
                    <a:pt x="2702" y="1370"/>
                    <a:pt x="2714" y="1370"/>
                  </a:cubicBezTo>
                  <a:close/>
                  <a:moveTo>
                    <a:pt x="317" y="1406"/>
                  </a:moveTo>
                  <a:lnTo>
                    <a:pt x="317" y="1406"/>
                  </a:lnTo>
                  <a:cubicBezTo>
                    <a:pt x="373" y="1476"/>
                    <a:pt x="420" y="1532"/>
                    <a:pt x="468" y="1590"/>
                  </a:cubicBezTo>
                  <a:cubicBezTo>
                    <a:pt x="387" y="1590"/>
                    <a:pt x="303" y="1487"/>
                    <a:pt x="317" y="1406"/>
                  </a:cubicBezTo>
                  <a:close/>
                  <a:moveTo>
                    <a:pt x="641" y="1557"/>
                  </a:moveTo>
                  <a:cubicBezTo>
                    <a:pt x="641" y="1568"/>
                    <a:pt x="652" y="1579"/>
                    <a:pt x="652" y="1590"/>
                  </a:cubicBezTo>
                  <a:cubicBezTo>
                    <a:pt x="630" y="1660"/>
                    <a:pt x="596" y="1730"/>
                    <a:pt x="571" y="1800"/>
                  </a:cubicBezTo>
                  <a:cubicBezTo>
                    <a:pt x="571" y="1811"/>
                    <a:pt x="560" y="1811"/>
                    <a:pt x="537" y="1836"/>
                  </a:cubicBezTo>
                  <a:lnTo>
                    <a:pt x="537" y="1730"/>
                  </a:lnTo>
                  <a:cubicBezTo>
                    <a:pt x="560" y="1671"/>
                    <a:pt x="571" y="1627"/>
                    <a:pt x="596" y="1579"/>
                  </a:cubicBezTo>
                  <a:cubicBezTo>
                    <a:pt x="607" y="1568"/>
                    <a:pt x="618" y="1568"/>
                    <a:pt x="641" y="1557"/>
                  </a:cubicBezTo>
                  <a:close/>
                  <a:moveTo>
                    <a:pt x="3063" y="1906"/>
                  </a:moveTo>
                  <a:lnTo>
                    <a:pt x="3063" y="1906"/>
                  </a:lnTo>
                  <a:cubicBezTo>
                    <a:pt x="3027" y="2009"/>
                    <a:pt x="3004" y="2115"/>
                    <a:pt x="2982" y="2219"/>
                  </a:cubicBezTo>
                  <a:cubicBezTo>
                    <a:pt x="2934" y="2160"/>
                    <a:pt x="2993" y="1928"/>
                    <a:pt x="3063" y="1906"/>
                  </a:cubicBezTo>
                  <a:close/>
                  <a:moveTo>
                    <a:pt x="2761" y="2406"/>
                  </a:moveTo>
                  <a:cubicBezTo>
                    <a:pt x="2783" y="2417"/>
                    <a:pt x="2806" y="2428"/>
                    <a:pt x="2831" y="2453"/>
                  </a:cubicBezTo>
                  <a:cubicBezTo>
                    <a:pt x="2831" y="2453"/>
                    <a:pt x="2842" y="2476"/>
                    <a:pt x="2853" y="2498"/>
                  </a:cubicBezTo>
                  <a:cubicBezTo>
                    <a:pt x="2817" y="2498"/>
                    <a:pt x="2806" y="2498"/>
                    <a:pt x="2795" y="2487"/>
                  </a:cubicBezTo>
                  <a:cubicBezTo>
                    <a:pt x="2772" y="2476"/>
                    <a:pt x="2761" y="2453"/>
                    <a:pt x="2736" y="2428"/>
                  </a:cubicBezTo>
                  <a:lnTo>
                    <a:pt x="2761" y="2406"/>
                  </a:lnTo>
                  <a:close/>
                  <a:moveTo>
                    <a:pt x="1909" y="0"/>
                  </a:moveTo>
                  <a:cubicBezTo>
                    <a:pt x="1770" y="0"/>
                    <a:pt x="1621" y="26"/>
                    <a:pt x="1479" y="43"/>
                  </a:cubicBezTo>
                  <a:cubicBezTo>
                    <a:pt x="1339" y="54"/>
                    <a:pt x="1188" y="79"/>
                    <a:pt x="1037" y="90"/>
                  </a:cubicBezTo>
                  <a:cubicBezTo>
                    <a:pt x="898" y="90"/>
                    <a:pt x="769" y="135"/>
                    <a:pt x="652" y="205"/>
                  </a:cubicBezTo>
                  <a:cubicBezTo>
                    <a:pt x="607" y="241"/>
                    <a:pt x="560" y="274"/>
                    <a:pt x="512" y="300"/>
                  </a:cubicBezTo>
                  <a:cubicBezTo>
                    <a:pt x="280" y="439"/>
                    <a:pt x="199" y="660"/>
                    <a:pt x="141" y="903"/>
                  </a:cubicBezTo>
                  <a:lnTo>
                    <a:pt x="141" y="928"/>
                  </a:lnTo>
                  <a:cubicBezTo>
                    <a:pt x="152" y="1090"/>
                    <a:pt x="93" y="1241"/>
                    <a:pt x="23" y="1392"/>
                  </a:cubicBezTo>
                  <a:cubicBezTo>
                    <a:pt x="12" y="1439"/>
                    <a:pt x="1" y="1498"/>
                    <a:pt x="12" y="1546"/>
                  </a:cubicBezTo>
                  <a:cubicBezTo>
                    <a:pt x="71" y="1789"/>
                    <a:pt x="233" y="1951"/>
                    <a:pt x="409" y="2104"/>
                  </a:cubicBezTo>
                  <a:cubicBezTo>
                    <a:pt x="442" y="2127"/>
                    <a:pt x="490" y="2138"/>
                    <a:pt x="526" y="2149"/>
                  </a:cubicBezTo>
                  <a:cubicBezTo>
                    <a:pt x="596" y="2160"/>
                    <a:pt x="666" y="2185"/>
                    <a:pt x="722" y="2208"/>
                  </a:cubicBezTo>
                  <a:cubicBezTo>
                    <a:pt x="806" y="2244"/>
                    <a:pt x="875" y="2255"/>
                    <a:pt x="945" y="2255"/>
                  </a:cubicBezTo>
                  <a:cubicBezTo>
                    <a:pt x="1049" y="2255"/>
                    <a:pt x="1141" y="2255"/>
                    <a:pt x="1236" y="2266"/>
                  </a:cubicBezTo>
                  <a:cubicBezTo>
                    <a:pt x="1328" y="2277"/>
                    <a:pt x="1364" y="2325"/>
                    <a:pt x="1375" y="2417"/>
                  </a:cubicBezTo>
                  <a:cubicBezTo>
                    <a:pt x="1387" y="2509"/>
                    <a:pt x="1398" y="2604"/>
                    <a:pt x="1409" y="2696"/>
                  </a:cubicBezTo>
                  <a:cubicBezTo>
                    <a:pt x="1420" y="2789"/>
                    <a:pt x="1445" y="2884"/>
                    <a:pt x="1468" y="2976"/>
                  </a:cubicBezTo>
                  <a:cubicBezTo>
                    <a:pt x="1479" y="3057"/>
                    <a:pt x="1515" y="3127"/>
                    <a:pt x="1537" y="3197"/>
                  </a:cubicBezTo>
                  <a:cubicBezTo>
                    <a:pt x="1585" y="3292"/>
                    <a:pt x="1644" y="3361"/>
                    <a:pt x="1677" y="3454"/>
                  </a:cubicBezTo>
                  <a:cubicBezTo>
                    <a:pt x="1747" y="3674"/>
                    <a:pt x="1923" y="3836"/>
                    <a:pt x="2063" y="4001"/>
                  </a:cubicBezTo>
                  <a:cubicBezTo>
                    <a:pt x="2110" y="4051"/>
                    <a:pt x="2167" y="4098"/>
                    <a:pt x="2241" y="4098"/>
                  </a:cubicBezTo>
                  <a:cubicBezTo>
                    <a:pt x="2255" y="4098"/>
                    <a:pt x="2269" y="4097"/>
                    <a:pt x="2283" y="4093"/>
                  </a:cubicBezTo>
                  <a:cubicBezTo>
                    <a:pt x="2423" y="4071"/>
                    <a:pt x="2526" y="4001"/>
                    <a:pt x="2621" y="3884"/>
                  </a:cubicBezTo>
                  <a:cubicBezTo>
                    <a:pt x="2795" y="3641"/>
                    <a:pt x="2971" y="3406"/>
                    <a:pt x="3144" y="3163"/>
                  </a:cubicBezTo>
                  <a:cubicBezTo>
                    <a:pt x="3191" y="3093"/>
                    <a:pt x="3225" y="3023"/>
                    <a:pt x="3236" y="2954"/>
                  </a:cubicBezTo>
                  <a:cubicBezTo>
                    <a:pt x="3306" y="2649"/>
                    <a:pt x="3353" y="2336"/>
                    <a:pt x="3412" y="2034"/>
                  </a:cubicBezTo>
                  <a:cubicBezTo>
                    <a:pt x="3446" y="1858"/>
                    <a:pt x="3434" y="1696"/>
                    <a:pt x="3376" y="1532"/>
                  </a:cubicBezTo>
                  <a:cubicBezTo>
                    <a:pt x="3331" y="1417"/>
                    <a:pt x="3342" y="1288"/>
                    <a:pt x="3376" y="1171"/>
                  </a:cubicBezTo>
                  <a:cubicBezTo>
                    <a:pt x="3390" y="1138"/>
                    <a:pt x="3401" y="1101"/>
                    <a:pt x="3401" y="1068"/>
                  </a:cubicBezTo>
                  <a:cubicBezTo>
                    <a:pt x="3390" y="939"/>
                    <a:pt x="3353" y="833"/>
                    <a:pt x="3236" y="777"/>
                  </a:cubicBezTo>
                  <a:cubicBezTo>
                    <a:pt x="3166" y="730"/>
                    <a:pt x="3085" y="682"/>
                    <a:pt x="3004" y="638"/>
                  </a:cubicBezTo>
                  <a:cubicBezTo>
                    <a:pt x="2923" y="601"/>
                    <a:pt x="2864" y="543"/>
                    <a:pt x="2817" y="473"/>
                  </a:cubicBezTo>
                  <a:cubicBezTo>
                    <a:pt x="2655" y="160"/>
                    <a:pt x="2353" y="54"/>
                    <a:pt x="2038" y="9"/>
                  </a:cubicBezTo>
                  <a:cubicBezTo>
                    <a:pt x="1996" y="3"/>
                    <a:pt x="1953" y="0"/>
                    <a:pt x="190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0" name="Google Shape;630;p15"/>
            <p:cNvSpPr/>
            <p:nvPr/>
          </p:nvSpPr>
          <p:spPr>
            <a:xfrm>
              <a:off x="5282598" y="4072255"/>
              <a:ext cx="18873" cy="25133"/>
            </a:xfrm>
            <a:custGeom>
              <a:avLst/>
              <a:gdLst/>
              <a:ahLst/>
              <a:cxnLst/>
              <a:rect l="l" t="t" r="r" b="b"/>
              <a:pathLst>
                <a:path w="398" h="530" extrusionOk="0">
                  <a:moveTo>
                    <a:pt x="203" y="0"/>
                  </a:moveTo>
                  <a:cubicBezTo>
                    <a:pt x="174" y="0"/>
                    <a:pt x="158" y="25"/>
                    <a:pt x="140" y="51"/>
                  </a:cubicBezTo>
                  <a:cubicBezTo>
                    <a:pt x="107" y="95"/>
                    <a:pt x="81" y="154"/>
                    <a:pt x="48" y="190"/>
                  </a:cubicBezTo>
                  <a:cubicBezTo>
                    <a:pt x="0" y="249"/>
                    <a:pt x="26" y="282"/>
                    <a:pt x="59" y="330"/>
                  </a:cubicBezTo>
                  <a:cubicBezTo>
                    <a:pt x="81" y="363"/>
                    <a:pt x="107" y="400"/>
                    <a:pt x="107" y="433"/>
                  </a:cubicBezTo>
                  <a:cubicBezTo>
                    <a:pt x="118" y="481"/>
                    <a:pt x="118" y="528"/>
                    <a:pt x="176" y="528"/>
                  </a:cubicBezTo>
                  <a:cubicBezTo>
                    <a:pt x="182" y="529"/>
                    <a:pt x="188" y="530"/>
                    <a:pt x="193" y="530"/>
                  </a:cubicBezTo>
                  <a:cubicBezTo>
                    <a:pt x="237" y="530"/>
                    <a:pt x="247" y="487"/>
                    <a:pt x="257" y="444"/>
                  </a:cubicBezTo>
                  <a:cubicBezTo>
                    <a:pt x="269" y="411"/>
                    <a:pt x="291" y="363"/>
                    <a:pt x="316" y="330"/>
                  </a:cubicBezTo>
                  <a:cubicBezTo>
                    <a:pt x="350" y="271"/>
                    <a:pt x="386" y="224"/>
                    <a:pt x="397" y="190"/>
                  </a:cubicBezTo>
                  <a:cubicBezTo>
                    <a:pt x="397" y="62"/>
                    <a:pt x="316" y="39"/>
                    <a:pt x="246" y="14"/>
                  </a:cubicBezTo>
                  <a:cubicBezTo>
                    <a:pt x="229" y="5"/>
                    <a:pt x="215" y="0"/>
                    <a:pt x="20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1" name="Google Shape;631;p15"/>
            <p:cNvSpPr/>
            <p:nvPr/>
          </p:nvSpPr>
          <p:spPr>
            <a:xfrm>
              <a:off x="5234088" y="4000178"/>
              <a:ext cx="21007" cy="9247"/>
            </a:xfrm>
            <a:custGeom>
              <a:avLst/>
              <a:gdLst/>
              <a:ahLst/>
              <a:cxnLst/>
              <a:rect l="l" t="t" r="r" b="b"/>
              <a:pathLst>
                <a:path w="443" h="195" extrusionOk="0">
                  <a:moveTo>
                    <a:pt x="299" y="1"/>
                  </a:moveTo>
                  <a:cubicBezTo>
                    <a:pt x="282" y="1"/>
                    <a:pt x="264" y="3"/>
                    <a:pt x="244" y="9"/>
                  </a:cubicBezTo>
                  <a:cubicBezTo>
                    <a:pt x="174" y="34"/>
                    <a:pt x="93" y="68"/>
                    <a:pt x="23" y="93"/>
                  </a:cubicBezTo>
                  <a:cubicBezTo>
                    <a:pt x="12" y="104"/>
                    <a:pt x="1" y="126"/>
                    <a:pt x="1" y="137"/>
                  </a:cubicBezTo>
                  <a:cubicBezTo>
                    <a:pt x="1" y="149"/>
                    <a:pt x="12" y="163"/>
                    <a:pt x="23" y="174"/>
                  </a:cubicBezTo>
                  <a:cubicBezTo>
                    <a:pt x="62" y="186"/>
                    <a:pt x="97" y="195"/>
                    <a:pt x="132" y="195"/>
                  </a:cubicBezTo>
                  <a:cubicBezTo>
                    <a:pt x="161" y="195"/>
                    <a:pt x="190" y="189"/>
                    <a:pt x="222" y="174"/>
                  </a:cubicBezTo>
                  <a:cubicBezTo>
                    <a:pt x="266" y="137"/>
                    <a:pt x="325" y="126"/>
                    <a:pt x="384" y="104"/>
                  </a:cubicBezTo>
                  <a:cubicBezTo>
                    <a:pt x="395" y="104"/>
                    <a:pt x="420" y="93"/>
                    <a:pt x="442" y="79"/>
                  </a:cubicBezTo>
                  <a:cubicBezTo>
                    <a:pt x="390" y="26"/>
                    <a:pt x="350" y="1"/>
                    <a:pt x="29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 name="Google Shape;632;p15"/>
            <p:cNvSpPr/>
            <p:nvPr/>
          </p:nvSpPr>
          <p:spPr>
            <a:xfrm>
              <a:off x="5006145" y="3954229"/>
              <a:ext cx="359301" cy="346735"/>
            </a:xfrm>
            <a:custGeom>
              <a:avLst/>
              <a:gdLst/>
              <a:ahLst/>
              <a:cxnLst/>
              <a:rect l="l" t="t" r="r" b="b"/>
              <a:pathLst>
                <a:path w="7577" h="7312" extrusionOk="0">
                  <a:moveTo>
                    <a:pt x="4272" y="84"/>
                  </a:moveTo>
                  <a:cubicBezTo>
                    <a:pt x="4992" y="154"/>
                    <a:pt x="5646" y="419"/>
                    <a:pt x="6205" y="886"/>
                  </a:cubicBezTo>
                  <a:cubicBezTo>
                    <a:pt x="6903" y="1456"/>
                    <a:pt x="7322" y="2202"/>
                    <a:pt x="7473" y="3098"/>
                  </a:cubicBezTo>
                  <a:cubicBezTo>
                    <a:pt x="7543" y="3540"/>
                    <a:pt x="7518" y="3981"/>
                    <a:pt x="7426" y="4425"/>
                  </a:cubicBezTo>
                  <a:cubicBezTo>
                    <a:pt x="7426" y="4448"/>
                    <a:pt x="7414" y="4470"/>
                    <a:pt x="7414" y="4495"/>
                  </a:cubicBezTo>
                  <a:lnTo>
                    <a:pt x="7392" y="4495"/>
                  </a:lnTo>
                  <a:cubicBezTo>
                    <a:pt x="7378" y="4448"/>
                    <a:pt x="7378" y="4389"/>
                    <a:pt x="7367" y="4344"/>
                  </a:cubicBezTo>
                  <a:cubicBezTo>
                    <a:pt x="7345" y="4274"/>
                    <a:pt x="7333" y="4205"/>
                    <a:pt x="7308" y="4135"/>
                  </a:cubicBezTo>
                  <a:cubicBezTo>
                    <a:pt x="7296" y="4103"/>
                    <a:pt x="7274" y="4089"/>
                    <a:pt x="7251" y="4089"/>
                  </a:cubicBezTo>
                  <a:cubicBezTo>
                    <a:pt x="7230" y="4089"/>
                    <a:pt x="7209" y="4100"/>
                    <a:pt x="7194" y="4121"/>
                  </a:cubicBezTo>
                  <a:cubicBezTo>
                    <a:pt x="7156" y="4165"/>
                    <a:pt x="7119" y="4182"/>
                    <a:pt x="7076" y="4182"/>
                  </a:cubicBezTo>
                  <a:cubicBezTo>
                    <a:pt x="7051" y="4182"/>
                    <a:pt x="7025" y="4176"/>
                    <a:pt x="6995" y="4168"/>
                  </a:cubicBezTo>
                  <a:cubicBezTo>
                    <a:pt x="6971" y="4160"/>
                    <a:pt x="6946" y="4157"/>
                    <a:pt x="6921" y="4157"/>
                  </a:cubicBezTo>
                  <a:cubicBezTo>
                    <a:pt x="6876" y="4157"/>
                    <a:pt x="6831" y="4169"/>
                    <a:pt x="6786" y="4191"/>
                  </a:cubicBezTo>
                  <a:cubicBezTo>
                    <a:pt x="6762" y="4200"/>
                    <a:pt x="6741" y="4205"/>
                    <a:pt x="6721" y="4205"/>
                  </a:cubicBezTo>
                  <a:cubicBezTo>
                    <a:pt x="6666" y="4205"/>
                    <a:pt x="6629" y="4167"/>
                    <a:pt x="6610" y="4098"/>
                  </a:cubicBezTo>
                  <a:cubicBezTo>
                    <a:pt x="6576" y="3981"/>
                    <a:pt x="6540" y="3867"/>
                    <a:pt x="6529" y="3749"/>
                  </a:cubicBezTo>
                  <a:cubicBezTo>
                    <a:pt x="6507" y="3646"/>
                    <a:pt x="6507" y="3529"/>
                    <a:pt x="6495" y="3422"/>
                  </a:cubicBezTo>
                  <a:cubicBezTo>
                    <a:pt x="6495" y="3308"/>
                    <a:pt x="6507" y="3191"/>
                    <a:pt x="6507" y="3073"/>
                  </a:cubicBezTo>
                  <a:cubicBezTo>
                    <a:pt x="6507" y="2992"/>
                    <a:pt x="6529" y="2911"/>
                    <a:pt x="6588" y="2852"/>
                  </a:cubicBezTo>
                  <a:cubicBezTo>
                    <a:pt x="6680" y="2771"/>
                    <a:pt x="6738" y="2654"/>
                    <a:pt x="6786" y="2551"/>
                  </a:cubicBezTo>
                  <a:cubicBezTo>
                    <a:pt x="6819" y="2492"/>
                    <a:pt x="6808" y="2433"/>
                    <a:pt x="6764" y="2389"/>
                  </a:cubicBezTo>
                  <a:cubicBezTo>
                    <a:pt x="6716" y="2341"/>
                    <a:pt x="6669" y="2283"/>
                    <a:pt x="6610" y="2260"/>
                  </a:cubicBezTo>
                  <a:cubicBezTo>
                    <a:pt x="6484" y="2190"/>
                    <a:pt x="6344" y="2132"/>
                    <a:pt x="6216" y="2073"/>
                  </a:cubicBezTo>
                  <a:cubicBezTo>
                    <a:pt x="6179" y="2060"/>
                    <a:pt x="6143" y="2054"/>
                    <a:pt x="6110" y="2054"/>
                  </a:cubicBezTo>
                  <a:cubicBezTo>
                    <a:pt x="6059" y="2054"/>
                    <a:pt x="6012" y="2068"/>
                    <a:pt x="5970" y="2095"/>
                  </a:cubicBezTo>
                  <a:cubicBezTo>
                    <a:pt x="5925" y="2132"/>
                    <a:pt x="5878" y="2154"/>
                    <a:pt x="5842" y="2190"/>
                  </a:cubicBezTo>
                  <a:cubicBezTo>
                    <a:pt x="5797" y="2235"/>
                    <a:pt x="5738" y="2260"/>
                    <a:pt x="5668" y="2271"/>
                  </a:cubicBezTo>
                  <a:cubicBezTo>
                    <a:pt x="5632" y="2271"/>
                    <a:pt x="5599" y="2319"/>
                    <a:pt x="5562" y="2330"/>
                  </a:cubicBezTo>
                  <a:cubicBezTo>
                    <a:pt x="5540" y="2352"/>
                    <a:pt x="5506" y="2375"/>
                    <a:pt x="5481" y="2375"/>
                  </a:cubicBezTo>
                  <a:cubicBezTo>
                    <a:pt x="5459" y="2364"/>
                    <a:pt x="5437" y="2330"/>
                    <a:pt x="5423" y="2294"/>
                  </a:cubicBezTo>
                  <a:cubicBezTo>
                    <a:pt x="5400" y="2224"/>
                    <a:pt x="5378" y="2154"/>
                    <a:pt x="5353" y="2084"/>
                  </a:cubicBezTo>
                  <a:cubicBezTo>
                    <a:pt x="5330" y="2026"/>
                    <a:pt x="5353" y="1970"/>
                    <a:pt x="5423" y="1933"/>
                  </a:cubicBezTo>
                  <a:cubicBezTo>
                    <a:pt x="5492" y="1911"/>
                    <a:pt x="5561" y="1883"/>
                    <a:pt x="5633" y="1883"/>
                  </a:cubicBezTo>
                  <a:cubicBezTo>
                    <a:pt x="5671" y="1883"/>
                    <a:pt x="5709" y="1891"/>
                    <a:pt x="5749" y="1911"/>
                  </a:cubicBezTo>
                  <a:cubicBezTo>
                    <a:pt x="5764" y="1917"/>
                    <a:pt x="5779" y="1920"/>
                    <a:pt x="5792" y="1920"/>
                  </a:cubicBezTo>
                  <a:cubicBezTo>
                    <a:pt x="5832" y="1920"/>
                    <a:pt x="5864" y="1896"/>
                    <a:pt x="5889" y="1852"/>
                  </a:cubicBezTo>
                  <a:cubicBezTo>
                    <a:pt x="5995" y="1701"/>
                    <a:pt x="6051" y="1537"/>
                    <a:pt x="5995" y="1352"/>
                  </a:cubicBezTo>
                  <a:cubicBezTo>
                    <a:pt x="5970" y="1271"/>
                    <a:pt x="5959" y="1187"/>
                    <a:pt x="5937" y="1106"/>
                  </a:cubicBezTo>
                  <a:cubicBezTo>
                    <a:pt x="5925" y="1025"/>
                    <a:pt x="5867" y="956"/>
                    <a:pt x="5797" y="908"/>
                  </a:cubicBezTo>
                  <a:cubicBezTo>
                    <a:pt x="5621" y="782"/>
                    <a:pt x="5423" y="713"/>
                    <a:pt x="5213" y="699"/>
                  </a:cubicBezTo>
                  <a:cubicBezTo>
                    <a:pt x="5199" y="697"/>
                    <a:pt x="5186" y="696"/>
                    <a:pt x="5172" y="696"/>
                  </a:cubicBezTo>
                  <a:cubicBezTo>
                    <a:pt x="5105" y="696"/>
                    <a:pt x="5039" y="716"/>
                    <a:pt x="4981" y="735"/>
                  </a:cubicBezTo>
                  <a:cubicBezTo>
                    <a:pt x="4889" y="757"/>
                    <a:pt x="4808" y="794"/>
                    <a:pt x="4713" y="805"/>
                  </a:cubicBezTo>
                  <a:cubicBezTo>
                    <a:pt x="4701" y="808"/>
                    <a:pt x="4688" y="809"/>
                    <a:pt x="4675" y="809"/>
                  </a:cubicBezTo>
                  <a:cubicBezTo>
                    <a:pt x="4638" y="809"/>
                    <a:pt x="4600" y="799"/>
                    <a:pt x="4573" y="782"/>
                  </a:cubicBezTo>
                  <a:cubicBezTo>
                    <a:pt x="4470" y="699"/>
                    <a:pt x="4364" y="606"/>
                    <a:pt x="4330" y="467"/>
                  </a:cubicBezTo>
                  <a:cubicBezTo>
                    <a:pt x="4319" y="419"/>
                    <a:pt x="4272" y="386"/>
                    <a:pt x="4235" y="363"/>
                  </a:cubicBezTo>
                  <a:cubicBezTo>
                    <a:pt x="4154" y="305"/>
                    <a:pt x="4143" y="140"/>
                    <a:pt x="4224" y="84"/>
                  </a:cubicBezTo>
                  <a:close/>
                  <a:moveTo>
                    <a:pt x="6623" y="5451"/>
                  </a:moveTo>
                  <a:cubicBezTo>
                    <a:pt x="6642" y="5451"/>
                    <a:pt x="6655" y="5467"/>
                    <a:pt x="6669" y="5495"/>
                  </a:cubicBezTo>
                  <a:cubicBezTo>
                    <a:pt x="6680" y="5518"/>
                    <a:pt x="6680" y="5554"/>
                    <a:pt x="6680" y="5576"/>
                  </a:cubicBezTo>
                  <a:cubicBezTo>
                    <a:pt x="6680" y="5635"/>
                    <a:pt x="6694" y="5682"/>
                    <a:pt x="6750" y="5716"/>
                  </a:cubicBezTo>
                  <a:cubicBezTo>
                    <a:pt x="6764" y="5727"/>
                    <a:pt x="6775" y="5763"/>
                    <a:pt x="6775" y="5775"/>
                  </a:cubicBezTo>
                  <a:cubicBezTo>
                    <a:pt x="6750" y="5833"/>
                    <a:pt x="6738" y="5881"/>
                    <a:pt x="6705" y="5926"/>
                  </a:cubicBezTo>
                  <a:cubicBezTo>
                    <a:pt x="6356" y="6345"/>
                    <a:pt x="5948" y="6671"/>
                    <a:pt x="5459" y="6903"/>
                  </a:cubicBezTo>
                  <a:cubicBezTo>
                    <a:pt x="5437" y="6914"/>
                    <a:pt x="5411" y="6914"/>
                    <a:pt x="5389" y="6928"/>
                  </a:cubicBezTo>
                  <a:lnTo>
                    <a:pt x="5378" y="6914"/>
                  </a:lnTo>
                  <a:cubicBezTo>
                    <a:pt x="5389" y="6892"/>
                    <a:pt x="5400" y="6859"/>
                    <a:pt x="5423" y="6845"/>
                  </a:cubicBezTo>
                  <a:cubicBezTo>
                    <a:pt x="5492" y="6775"/>
                    <a:pt x="5562" y="6719"/>
                    <a:pt x="5646" y="6660"/>
                  </a:cubicBezTo>
                  <a:cubicBezTo>
                    <a:pt x="5716" y="6613"/>
                    <a:pt x="5786" y="6565"/>
                    <a:pt x="5808" y="6484"/>
                  </a:cubicBezTo>
                  <a:cubicBezTo>
                    <a:pt x="5819" y="6451"/>
                    <a:pt x="5867" y="6426"/>
                    <a:pt x="5900" y="6414"/>
                  </a:cubicBezTo>
                  <a:cubicBezTo>
                    <a:pt x="5959" y="6381"/>
                    <a:pt x="6018" y="6370"/>
                    <a:pt x="6087" y="6345"/>
                  </a:cubicBezTo>
                  <a:cubicBezTo>
                    <a:pt x="6135" y="6322"/>
                    <a:pt x="6191" y="6300"/>
                    <a:pt x="6238" y="6275"/>
                  </a:cubicBezTo>
                  <a:cubicBezTo>
                    <a:pt x="6297" y="6252"/>
                    <a:pt x="6344" y="6230"/>
                    <a:pt x="6389" y="6194"/>
                  </a:cubicBezTo>
                  <a:cubicBezTo>
                    <a:pt x="6414" y="6183"/>
                    <a:pt x="6425" y="6135"/>
                    <a:pt x="6414" y="6113"/>
                  </a:cubicBezTo>
                  <a:cubicBezTo>
                    <a:pt x="6400" y="6090"/>
                    <a:pt x="6367" y="6076"/>
                    <a:pt x="6344" y="6076"/>
                  </a:cubicBezTo>
                  <a:cubicBezTo>
                    <a:pt x="6297" y="6076"/>
                    <a:pt x="6249" y="6090"/>
                    <a:pt x="6205" y="6090"/>
                  </a:cubicBezTo>
                  <a:cubicBezTo>
                    <a:pt x="6146" y="6090"/>
                    <a:pt x="6135" y="6065"/>
                    <a:pt x="6157" y="6007"/>
                  </a:cubicBezTo>
                  <a:cubicBezTo>
                    <a:pt x="6191" y="5937"/>
                    <a:pt x="6191" y="5856"/>
                    <a:pt x="6168" y="5786"/>
                  </a:cubicBezTo>
                  <a:cubicBezTo>
                    <a:pt x="6135" y="5716"/>
                    <a:pt x="6157" y="5657"/>
                    <a:pt x="6227" y="5635"/>
                  </a:cubicBezTo>
                  <a:cubicBezTo>
                    <a:pt x="6308" y="5601"/>
                    <a:pt x="6378" y="5587"/>
                    <a:pt x="6459" y="5554"/>
                  </a:cubicBezTo>
                  <a:cubicBezTo>
                    <a:pt x="6507" y="5543"/>
                    <a:pt x="6540" y="5506"/>
                    <a:pt x="6576" y="5473"/>
                  </a:cubicBezTo>
                  <a:cubicBezTo>
                    <a:pt x="6595" y="5458"/>
                    <a:pt x="6610" y="5451"/>
                    <a:pt x="6623" y="5451"/>
                  </a:cubicBezTo>
                  <a:close/>
                  <a:moveTo>
                    <a:pt x="1313" y="5962"/>
                  </a:moveTo>
                  <a:cubicBezTo>
                    <a:pt x="1334" y="5962"/>
                    <a:pt x="1357" y="5970"/>
                    <a:pt x="1386" y="5984"/>
                  </a:cubicBezTo>
                  <a:cubicBezTo>
                    <a:pt x="1489" y="6043"/>
                    <a:pt x="1581" y="6113"/>
                    <a:pt x="1640" y="6205"/>
                  </a:cubicBezTo>
                  <a:lnTo>
                    <a:pt x="1676" y="6241"/>
                  </a:lnTo>
                  <a:cubicBezTo>
                    <a:pt x="1861" y="6333"/>
                    <a:pt x="2014" y="6484"/>
                    <a:pt x="2224" y="6532"/>
                  </a:cubicBezTo>
                  <a:cubicBezTo>
                    <a:pt x="2316" y="6543"/>
                    <a:pt x="2397" y="6590"/>
                    <a:pt x="2489" y="6613"/>
                  </a:cubicBezTo>
                  <a:cubicBezTo>
                    <a:pt x="2524" y="6631"/>
                    <a:pt x="2563" y="6640"/>
                    <a:pt x="2602" y="6640"/>
                  </a:cubicBezTo>
                  <a:cubicBezTo>
                    <a:pt x="2642" y="6640"/>
                    <a:pt x="2683" y="6631"/>
                    <a:pt x="2724" y="6613"/>
                  </a:cubicBezTo>
                  <a:cubicBezTo>
                    <a:pt x="2745" y="6604"/>
                    <a:pt x="2763" y="6600"/>
                    <a:pt x="2778" y="6600"/>
                  </a:cubicBezTo>
                  <a:cubicBezTo>
                    <a:pt x="2820" y="6600"/>
                    <a:pt x="2838" y="6634"/>
                    <a:pt x="2838" y="6694"/>
                  </a:cubicBezTo>
                  <a:cubicBezTo>
                    <a:pt x="2838" y="6881"/>
                    <a:pt x="2886" y="6951"/>
                    <a:pt x="3062" y="7021"/>
                  </a:cubicBezTo>
                  <a:cubicBezTo>
                    <a:pt x="3118" y="7043"/>
                    <a:pt x="3154" y="7090"/>
                    <a:pt x="3154" y="7171"/>
                  </a:cubicBezTo>
                  <a:cubicBezTo>
                    <a:pt x="2386" y="6998"/>
                    <a:pt x="1746" y="6613"/>
                    <a:pt x="1221" y="6020"/>
                  </a:cubicBezTo>
                  <a:cubicBezTo>
                    <a:pt x="1256" y="5979"/>
                    <a:pt x="1282" y="5962"/>
                    <a:pt x="1313" y="5962"/>
                  </a:cubicBezTo>
                  <a:close/>
                  <a:moveTo>
                    <a:pt x="3855" y="69"/>
                  </a:moveTo>
                  <a:cubicBezTo>
                    <a:pt x="3957" y="69"/>
                    <a:pt x="4057" y="74"/>
                    <a:pt x="4154" y="84"/>
                  </a:cubicBezTo>
                  <a:cubicBezTo>
                    <a:pt x="4143" y="117"/>
                    <a:pt x="4121" y="154"/>
                    <a:pt x="4121" y="187"/>
                  </a:cubicBezTo>
                  <a:cubicBezTo>
                    <a:pt x="4096" y="293"/>
                    <a:pt x="4121" y="375"/>
                    <a:pt x="4224" y="419"/>
                  </a:cubicBezTo>
                  <a:cubicBezTo>
                    <a:pt x="4249" y="433"/>
                    <a:pt x="4272" y="467"/>
                    <a:pt x="4283" y="503"/>
                  </a:cubicBezTo>
                  <a:cubicBezTo>
                    <a:pt x="4319" y="654"/>
                    <a:pt x="4434" y="746"/>
                    <a:pt x="4562" y="838"/>
                  </a:cubicBezTo>
                  <a:cubicBezTo>
                    <a:pt x="4589" y="857"/>
                    <a:pt x="4634" y="868"/>
                    <a:pt x="4678" y="868"/>
                  </a:cubicBezTo>
                  <a:cubicBezTo>
                    <a:pt x="4694" y="868"/>
                    <a:pt x="4709" y="866"/>
                    <a:pt x="4724" y="863"/>
                  </a:cubicBezTo>
                  <a:cubicBezTo>
                    <a:pt x="4819" y="852"/>
                    <a:pt x="4900" y="816"/>
                    <a:pt x="4992" y="794"/>
                  </a:cubicBezTo>
                  <a:cubicBezTo>
                    <a:pt x="5070" y="767"/>
                    <a:pt x="5145" y="755"/>
                    <a:pt x="5218" y="755"/>
                  </a:cubicBezTo>
                  <a:cubicBezTo>
                    <a:pt x="5367" y="755"/>
                    <a:pt x="5509" y="803"/>
                    <a:pt x="5657" y="875"/>
                  </a:cubicBezTo>
                  <a:cubicBezTo>
                    <a:pt x="5819" y="956"/>
                    <a:pt x="5889" y="1095"/>
                    <a:pt x="5925" y="1271"/>
                  </a:cubicBezTo>
                  <a:cubicBezTo>
                    <a:pt x="5959" y="1456"/>
                    <a:pt x="5948" y="1632"/>
                    <a:pt x="5856" y="1794"/>
                  </a:cubicBezTo>
                  <a:cubicBezTo>
                    <a:pt x="5829" y="1829"/>
                    <a:pt x="5810" y="1850"/>
                    <a:pt x="5778" y="1850"/>
                  </a:cubicBezTo>
                  <a:cubicBezTo>
                    <a:pt x="5767" y="1850"/>
                    <a:pt x="5754" y="1847"/>
                    <a:pt x="5738" y="1841"/>
                  </a:cubicBezTo>
                  <a:cubicBezTo>
                    <a:pt x="5701" y="1824"/>
                    <a:pt x="5663" y="1817"/>
                    <a:pt x="5626" y="1817"/>
                  </a:cubicBezTo>
                  <a:cubicBezTo>
                    <a:pt x="5537" y="1817"/>
                    <a:pt x="5451" y="1858"/>
                    <a:pt x="5378" y="1900"/>
                  </a:cubicBezTo>
                  <a:cubicBezTo>
                    <a:pt x="5272" y="1956"/>
                    <a:pt x="5261" y="2040"/>
                    <a:pt x="5319" y="2143"/>
                  </a:cubicBezTo>
                  <a:cubicBezTo>
                    <a:pt x="5342" y="2190"/>
                    <a:pt x="5353" y="2249"/>
                    <a:pt x="5367" y="2305"/>
                  </a:cubicBezTo>
                  <a:cubicBezTo>
                    <a:pt x="5378" y="2352"/>
                    <a:pt x="5389" y="2411"/>
                    <a:pt x="5459" y="2433"/>
                  </a:cubicBezTo>
                  <a:cubicBezTo>
                    <a:pt x="5469" y="2435"/>
                    <a:pt x="5478" y="2436"/>
                    <a:pt x="5488" y="2436"/>
                  </a:cubicBezTo>
                  <a:cubicBezTo>
                    <a:pt x="5536" y="2436"/>
                    <a:pt x="5582" y="2413"/>
                    <a:pt x="5610" y="2364"/>
                  </a:cubicBezTo>
                  <a:cubicBezTo>
                    <a:pt x="5632" y="2341"/>
                    <a:pt x="5680" y="2330"/>
                    <a:pt x="5702" y="2319"/>
                  </a:cubicBezTo>
                  <a:cubicBezTo>
                    <a:pt x="5761" y="2294"/>
                    <a:pt x="5819" y="2283"/>
                    <a:pt x="5856" y="2249"/>
                  </a:cubicBezTo>
                  <a:cubicBezTo>
                    <a:pt x="5975" y="2160"/>
                    <a:pt x="6037" y="2119"/>
                    <a:pt x="6109" y="2119"/>
                  </a:cubicBezTo>
                  <a:cubicBezTo>
                    <a:pt x="6170" y="2119"/>
                    <a:pt x="6238" y="2148"/>
                    <a:pt x="6356" y="2202"/>
                  </a:cubicBezTo>
                  <a:cubicBezTo>
                    <a:pt x="6459" y="2249"/>
                    <a:pt x="6565" y="2305"/>
                    <a:pt x="6657" y="2364"/>
                  </a:cubicBezTo>
                  <a:cubicBezTo>
                    <a:pt x="6750" y="2433"/>
                    <a:pt x="6764" y="2470"/>
                    <a:pt x="6705" y="2573"/>
                  </a:cubicBezTo>
                  <a:cubicBezTo>
                    <a:pt x="6657" y="2668"/>
                    <a:pt x="6599" y="2749"/>
                    <a:pt x="6529" y="2819"/>
                  </a:cubicBezTo>
                  <a:cubicBezTo>
                    <a:pt x="6470" y="2889"/>
                    <a:pt x="6437" y="2970"/>
                    <a:pt x="6437" y="3062"/>
                  </a:cubicBezTo>
                  <a:cubicBezTo>
                    <a:pt x="6448" y="3191"/>
                    <a:pt x="6437" y="3319"/>
                    <a:pt x="6437" y="3459"/>
                  </a:cubicBezTo>
                  <a:cubicBezTo>
                    <a:pt x="6425" y="3576"/>
                    <a:pt x="6437" y="3702"/>
                    <a:pt x="6470" y="3819"/>
                  </a:cubicBezTo>
                  <a:cubicBezTo>
                    <a:pt x="6495" y="3925"/>
                    <a:pt x="6518" y="4029"/>
                    <a:pt x="6540" y="4135"/>
                  </a:cubicBezTo>
                  <a:cubicBezTo>
                    <a:pt x="6568" y="4213"/>
                    <a:pt x="6627" y="4266"/>
                    <a:pt x="6701" y="4266"/>
                  </a:cubicBezTo>
                  <a:cubicBezTo>
                    <a:pt x="6724" y="4266"/>
                    <a:pt x="6749" y="4261"/>
                    <a:pt x="6775" y="4249"/>
                  </a:cubicBezTo>
                  <a:cubicBezTo>
                    <a:pt x="6825" y="4231"/>
                    <a:pt x="6869" y="4223"/>
                    <a:pt x="6914" y="4223"/>
                  </a:cubicBezTo>
                  <a:cubicBezTo>
                    <a:pt x="6951" y="4223"/>
                    <a:pt x="6987" y="4228"/>
                    <a:pt x="7029" y="4238"/>
                  </a:cubicBezTo>
                  <a:cubicBezTo>
                    <a:pt x="7048" y="4243"/>
                    <a:pt x="7066" y="4245"/>
                    <a:pt x="7084" y="4245"/>
                  </a:cubicBezTo>
                  <a:cubicBezTo>
                    <a:pt x="7151" y="4245"/>
                    <a:pt x="7203" y="4211"/>
                    <a:pt x="7238" y="4146"/>
                  </a:cubicBezTo>
                  <a:cubicBezTo>
                    <a:pt x="7252" y="4146"/>
                    <a:pt x="7264" y="4157"/>
                    <a:pt x="7264" y="4157"/>
                  </a:cubicBezTo>
                  <a:cubicBezTo>
                    <a:pt x="7275" y="4216"/>
                    <a:pt x="7297" y="4286"/>
                    <a:pt x="7297" y="4344"/>
                  </a:cubicBezTo>
                  <a:cubicBezTo>
                    <a:pt x="7297" y="4425"/>
                    <a:pt x="7322" y="4506"/>
                    <a:pt x="7367" y="4576"/>
                  </a:cubicBezTo>
                  <a:cubicBezTo>
                    <a:pt x="7378" y="4587"/>
                    <a:pt x="7378" y="4610"/>
                    <a:pt x="7378" y="4624"/>
                  </a:cubicBezTo>
                  <a:cubicBezTo>
                    <a:pt x="7275" y="5018"/>
                    <a:pt x="7099" y="5392"/>
                    <a:pt x="6856" y="5716"/>
                  </a:cubicBezTo>
                  <a:cubicBezTo>
                    <a:pt x="6856" y="5727"/>
                    <a:pt x="6845" y="5727"/>
                    <a:pt x="6845" y="5727"/>
                  </a:cubicBezTo>
                  <a:cubicBezTo>
                    <a:pt x="6819" y="5705"/>
                    <a:pt x="6797" y="5682"/>
                    <a:pt x="6775" y="5657"/>
                  </a:cubicBezTo>
                  <a:cubicBezTo>
                    <a:pt x="6764" y="5646"/>
                    <a:pt x="6750" y="5624"/>
                    <a:pt x="6738" y="5601"/>
                  </a:cubicBezTo>
                  <a:cubicBezTo>
                    <a:pt x="6738" y="5565"/>
                    <a:pt x="6738" y="5532"/>
                    <a:pt x="6727" y="5506"/>
                  </a:cubicBezTo>
                  <a:cubicBezTo>
                    <a:pt x="6716" y="5473"/>
                    <a:pt x="6680" y="5425"/>
                    <a:pt x="6646" y="5403"/>
                  </a:cubicBezTo>
                  <a:cubicBezTo>
                    <a:pt x="6637" y="5397"/>
                    <a:pt x="6629" y="5395"/>
                    <a:pt x="6620" y="5395"/>
                  </a:cubicBezTo>
                  <a:cubicBezTo>
                    <a:pt x="6594" y="5395"/>
                    <a:pt x="6568" y="5420"/>
                    <a:pt x="6540" y="5437"/>
                  </a:cubicBezTo>
                  <a:cubicBezTo>
                    <a:pt x="6507" y="5473"/>
                    <a:pt x="6470" y="5484"/>
                    <a:pt x="6437" y="5495"/>
                  </a:cubicBezTo>
                  <a:cubicBezTo>
                    <a:pt x="6367" y="5532"/>
                    <a:pt x="6286" y="5543"/>
                    <a:pt x="6216" y="5576"/>
                  </a:cubicBezTo>
                  <a:cubicBezTo>
                    <a:pt x="6099" y="5624"/>
                    <a:pt x="6076" y="5694"/>
                    <a:pt x="6121" y="5811"/>
                  </a:cubicBezTo>
                  <a:cubicBezTo>
                    <a:pt x="6146" y="5867"/>
                    <a:pt x="6135" y="5926"/>
                    <a:pt x="6099" y="5984"/>
                  </a:cubicBezTo>
                  <a:cubicBezTo>
                    <a:pt x="6051" y="6065"/>
                    <a:pt x="6099" y="6135"/>
                    <a:pt x="6191" y="6135"/>
                  </a:cubicBezTo>
                  <a:cubicBezTo>
                    <a:pt x="6208" y="6138"/>
                    <a:pt x="6225" y="6140"/>
                    <a:pt x="6242" y="6140"/>
                  </a:cubicBezTo>
                  <a:cubicBezTo>
                    <a:pt x="6283" y="6140"/>
                    <a:pt x="6322" y="6132"/>
                    <a:pt x="6356" y="6124"/>
                  </a:cubicBezTo>
                  <a:cubicBezTo>
                    <a:pt x="6367" y="6135"/>
                    <a:pt x="6367" y="6135"/>
                    <a:pt x="6367" y="6146"/>
                  </a:cubicBezTo>
                  <a:cubicBezTo>
                    <a:pt x="6344" y="6160"/>
                    <a:pt x="6331" y="6183"/>
                    <a:pt x="6297" y="6194"/>
                  </a:cubicBezTo>
                  <a:cubicBezTo>
                    <a:pt x="6146" y="6230"/>
                    <a:pt x="6018" y="6333"/>
                    <a:pt x="5856" y="6356"/>
                  </a:cubicBezTo>
                  <a:cubicBezTo>
                    <a:pt x="5819" y="6356"/>
                    <a:pt x="5772" y="6414"/>
                    <a:pt x="5749" y="6462"/>
                  </a:cubicBezTo>
                  <a:cubicBezTo>
                    <a:pt x="5727" y="6521"/>
                    <a:pt x="5691" y="6554"/>
                    <a:pt x="5632" y="6590"/>
                  </a:cubicBezTo>
                  <a:cubicBezTo>
                    <a:pt x="5551" y="6660"/>
                    <a:pt x="5459" y="6719"/>
                    <a:pt x="5378" y="6800"/>
                  </a:cubicBezTo>
                  <a:cubicBezTo>
                    <a:pt x="5319" y="6845"/>
                    <a:pt x="5308" y="6892"/>
                    <a:pt x="5319" y="6973"/>
                  </a:cubicBezTo>
                  <a:cubicBezTo>
                    <a:pt x="5143" y="7032"/>
                    <a:pt x="4970" y="7090"/>
                    <a:pt x="4783" y="7138"/>
                  </a:cubicBezTo>
                  <a:cubicBezTo>
                    <a:pt x="4497" y="7211"/>
                    <a:pt x="4208" y="7247"/>
                    <a:pt x="3917" y="7247"/>
                  </a:cubicBezTo>
                  <a:cubicBezTo>
                    <a:pt x="3710" y="7247"/>
                    <a:pt x="3502" y="7229"/>
                    <a:pt x="3294" y="7194"/>
                  </a:cubicBezTo>
                  <a:cubicBezTo>
                    <a:pt x="3246" y="7183"/>
                    <a:pt x="3224" y="7171"/>
                    <a:pt x="3224" y="7113"/>
                  </a:cubicBezTo>
                  <a:cubicBezTo>
                    <a:pt x="3213" y="7032"/>
                    <a:pt x="3165" y="6984"/>
                    <a:pt x="3084" y="6962"/>
                  </a:cubicBezTo>
                  <a:cubicBezTo>
                    <a:pt x="2933" y="6903"/>
                    <a:pt x="2897" y="6859"/>
                    <a:pt x="2897" y="6694"/>
                  </a:cubicBezTo>
                  <a:cubicBezTo>
                    <a:pt x="2897" y="6595"/>
                    <a:pt x="2849" y="6539"/>
                    <a:pt x="2780" y="6539"/>
                  </a:cubicBezTo>
                  <a:cubicBezTo>
                    <a:pt x="2759" y="6539"/>
                    <a:pt x="2736" y="6544"/>
                    <a:pt x="2713" y="6554"/>
                  </a:cubicBezTo>
                  <a:cubicBezTo>
                    <a:pt x="2675" y="6574"/>
                    <a:pt x="2636" y="6583"/>
                    <a:pt x="2596" y="6583"/>
                  </a:cubicBezTo>
                  <a:cubicBezTo>
                    <a:pt x="2562" y="6583"/>
                    <a:pt x="2527" y="6577"/>
                    <a:pt x="2489" y="6565"/>
                  </a:cubicBezTo>
                  <a:cubicBezTo>
                    <a:pt x="2386" y="6521"/>
                    <a:pt x="2280" y="6495"/>
                    <a:pt x="2176" y="6451"/>
                  </a:cubicBezTo>
                  <a:cubicBezTo>
                    <a:pt x="2095" y="6426"/>
                    <a:pt x="2025" y="6381"/>
                    <a:pt x="1956" y="6345"/>
                  </a:cubicBezTo>
                  <a:cubicBezTo>
                    <a:pt x="1897" y="6311"/>
                    <a:pt x="1849" y="6286"/>
                    <a:pt x="1805" y="6252"/>
                  </a:cubicBezTo>
                  <a:cubicBezTo>
                    <a:pt x="1746" y="6205"/>
                    <a:pt x="1687" y="6171"/>
                    <a:pt x="1651" y="6113"/>
                  </a:cubicBezTo>
                  <a:cubicBezTo>
                    <a:pt x="1570" y="6020"/>
                    <a:pt x="1467" y="5973"/>
                    <a:pt x="1372" y="5914"/>
                  </a:cubicBezTo>
                  <a:cubicBezTo>
                    <a:pt x="1353" y="5905"/>
                    <a:pt x="1334" y="5901"/>
                    <a:pt x="1315" y="5901"/>
                  </a:cubicBezTo>
                  <a:cubicBezTo>
                    <a:pt x="1266" y="5901"/>
                    <a:pt x="1220" y="5930"/>
                    <a:pt x="1187" y="5973"/>
                  </a:cubicBezTo>
                  <a:cubicBezTo>
                    <a:pt x="360" y="5054"/>
                    <a:pt x="0" y="3459"/>
                    <a:pt x="710" y="2051"/>
                  </a:cubicBezTo>
                  <a:cubicBezTo>
                    <a:pt x="1412" y="655"/>
                    <a:pt x="2758" y="69"/>
                    <a:pt x="3855" y="69"/>
                  </a:cubicBezTo>
                  <a:close/>
                  <a:moveTo>
                    <a:pt x="3702" y="0"/>
                  </a:moveTo>
                  <a:cubicBezTo>
                    <a:pt x="3677" y="0"/>
                    <a:pt x="3665" y="14"/>
                    <a:pt x="3654" y="14"/>
                  </a:cubicBezTo>
                  <a:cubicBezTo>
                    <a:pt x="3107" y="48"/>
                    <a:pt x="2584" y="199"/>
                    <a:pt x="2118" y="478"/>
                  </a:cubicBezTo>
                  <a:cubicBezTo>
                    <a:pt x="1129" y="1062"/>
                    <a:pt x="522" y="1922"/>
                    <a:pt x="313" y="3051"/>
                  </a:cubicBezTo>
                  <a:cubicBezTo>
                    <a:pt x="291" y="3179"/>
                    <a:pt x="279" y="3308"/>
                    <a:pt x="268" y="3436"/>
                  </a:cubicBezTo>
                  <a:lnTo>
                    <a:pt x="268" y="3878"/>
                  </a:lnTo>
                  <a:cubicBezTo>
                    <a:pt x="268" y="3889"/>
                    <a:pt x="279" y="3911"/>
                    <a:pt x="279" y="3925"/>
                  </a:cubicBezTo>
                  <a:cubicBezTo>
                    <a:pt x="302" y="4355"/>
                    <a:pt x="408" y="4763"/>
                    <a:pt x="581" y="5146"/>
                  </a:cubicBezTo>
                  <a:cubicBezTo>
                    <a:pt x="1129" y="6311"/>
                    <a:pt x="2048" y="7021"/>
                    <a:pt x="3316" y="7264"/>
                  </a:cubicBezTo>
                  <a:cubicBezTo>
                    <a:pt x="3445" y="7289"/>
                    <a:pt x="3573" y="7300"/>
                    <a:pt x="3702" y="7311"/>
                  </a:cubicBezTo>
                  <a:lnTo>
                    <a:pt x="4143" y="7311"/>
                  </a:lnTo>
                  <a:cubicBezTo>
                    <a:pt x="4154" y="7311"/>
                    <a:pt x="4179" y="7300"/>
                    <a:pt x="4191" y="7300"/>
                  </a:cubicBezTo>
                  <a:cubicBezTo>
                    <a:pt x="4738" y="7264"/>
                    <a:pt x="5249" y="7113"/>
                    <a:pt x="5716" y="6845"/>
                  </a:cubicBezTo>
                  <a:cubicBezTo>
                    <a:pt x="6716" y="6264"/>
                    <a:pt x="7322" y="5392"/>
                    <a:pt x="7532" y="4249"/>
                  </a:cubicBezTo>
                  <a:cubicBezTo>
                    <a:pt x="7543" y="4135"/>
                    <a:pt x="7554" y="4006"/>
                    <a:pt x="7576" y="3878"/>
                  </a:cubicBezTo>
                  <a:lnTo>
                    <a:pt x="7576" y="3436"/>
                  </a:lnTo>
                  <a:cubicBezTo>
                    <a:pt x="7576" y="3411"/>
                    <a:pt x="7565" y="3400"/>
                    <a:pt x="7565" y="3378"/>
                  </a:cubicBezTo>
                  <a:cubicBezTo>
                    <a:pt x="7532" y="2959"/>
                    <a:pt x="7437" y="2562"/>
                    <a:pt x="7264" y="2179"/>
                  </a:cubicBezTo>
                  <a:cubicBezTo>
                    <a:pt x="6716" y="1003"/>
                    <a:pt x="5797" y="293"/>
                    <a:pt x="4515" y="48"/>
                  </a:cubicBezTo>
                  <a:cubicBezTo>
                    <a:pt x="4400" y="25"/>
                    <a:pt x="4272" y="14"/>
                    <a:pt x="4143"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15"/>
            <p:cNvSpPr/>
            <p:nvPr/>
          </p:nvSpPr>
          <p:spPr>
            <a:xfrm>
              <a:off x="5096621" y="4038208"/>
              <a:ext cx="170001" cy="200065"/>
            </a:xfrm>
            <a:custGeom>
              <a:avLst/>
              <a:gdLst/>
              <a:ahLst/>
              <a:cxnLst/>
              <a:rect l="l" t="t" r="r" b="b"/>
              <a:pathLst>
                <a:path w="3585" h="4219" extrusionOk="0">
                  <a:moveTo>
                    <a:pt x="1978" y="50"/>
                  </a:moveTo>
                  <a:cubicBezTo>
                    <a:pt x="2022" y="50"/>
                    <a:pt x="2065" y="53"/>
                    <a:pt x="2107" y="59"/>
                  </a:cubicBezTo>
                  <a:cubicBezTo>
                    <a:pt x="2422" y="104"/>
                    <a:pt x="2724" y="210"/>
                    <a:pt x="2886" y="523"/>
                  </a:cubicBezTo>
                  <a:cubicBezTo>
                    <a:pt x="2933" y="593"/>
                    <a:pt x="2992" y="651"/>
                    <a:pt x="3073" y="688"/>
                  </a:cubicBezTo>
                  <a:cubicBezTo>
                    <a:pt x="3154" y="732"/>
                    <a:pt x="3235" y="780"/>
                    <a:pt x="3305" y="827"/>
                  </a:cubicBezTo>
                  <a:cubicBezTo>
                    <a:pt x="3422" y="883"/>
                    <a:pt x="3459" y="989"/>
                    <a:pt x="3470" y="1118"/>
                  </a:cubicBezTo>
                  <a:cubicBezTo>
                    <a:pt x="3470" y="1151"/>
                    <a:pt x="3459" y="1188"/>
                    <a:pt x="3445" y="1221"/>
                  </a:cubicBezTo>
                  <a:cubicBezTo>
                    <a:pt x="3411" y="1338"/>
                    <a:pt x="3400" y="1467"/>
                    <a:pt x="3445" y="1582"/>
                  </a:cubicBezTo>
                  <a:cubicBezTo>
                    <a:pt x="3503" y="1746"/>
                    <a:pt x="3515" y="1908"/>
                    <a:pt x="3481" y="2084"/>
                  </a:cubicBezTo>
                  <a:cubicBezTo>
                    <a:pt x="3422" y="2386"/>
                    <a:pt x="3375" y="2699"/>
                    <a:pt x="3305" y="3004"/>
                  </a:cubicBezTo>
                  <a:cubicBezTo>
                    <a:pt x="3294" y="3073"/>
                    <a:pt x="3260" y="3143"/>
                    <a:pt x="3213" y="3213"/>
                  </a:cubicBezTo>
                  <a:cubicBezTo>
                    <a:pt x="3040" y="3456"/>
                    <a:pt x="2864" y="3691"/>
                    <a:pt x="2690" y="3934"/>
                  </a:cubicBezTo>
                  <a:cubicBezTo>
                    <a:pt x="2595" y="4051"/>
                    <a:pt x="2492" y="4121"/>
                    <a:pt x="2352" y="4143"/>
                  </a:cubicBezTo>
                  <a:cubicBezTo>
                    <a:pt x="2338" y="4147"/>
                    <a:pt x="2324" y="4148"/>
                    <a:pt x="2310" y="4148"/>
                  </a:cubicBezTo>
                  <a:cubicBezTo>
                    <a:pt x="2236" y="4148"/>
                    <a:pt x="2179" y="4101"/>
                    <a:pt x="2132" y="4051"/>
                  </a:cubicBezTo>
                  <a:cubicBezTo>
                    <a:pt x="1992" y="3886"/>
                    <a:pt x="1816" y="3724"/>
                    <a:pt x="1746" y="3504"/>
                  </a:cubicBezTo>
                  <a:cubicBezTo>
                    <a:pt x="1713" y="3411"/>
                    <a:pt x="1654" y="3342"/>
                    <a:pt x="1606" y="3247"/>
                  </a:cubicBezTo>
                  <a:cubicBezTo>
                    <a:pt x="1584" y="3177"/>
                    <a:pt x="1548" y="3107"/>
                    <a:pt x="1537" y="3026"/>
                  </a:cubicBezTo>
                  <a:cubicBezTo>
                    <a:pt x="1514" y="2934"/>
                    <a:pt x="1489" y="2839"/>
                    <a:pt x="1478" y="2746"/>
                  </a:cubicBezTo>
                  <a:cubicBezTo>
                    <a:pt x="1467" y="2654"/>
                    <a:pt x="1456" y="2559"/>
                    <a:pt x="1444" y="2467"/>
                  </a:cubicBezTo>
                  <a:cubicBezTo>
                    <a:pt x="1433" y="2375"/>
                    <a:pt x="1397" y="2327"/>
                    <a:pt x="1305" y="2316"/>
                  </a:cubicBezTo>
                  <a:cubicBezTo>
                    <a:pt x="1210" y="2305"/>
                    <a:pt x="1118" y="2305"/>
                    <a:pt x="1014" y="2305"/>
                  </a:cubicBezTo>
                  <a:cubicBezTo>
                    <a:pt x="944" y="2305"/>
                    <a:pt x="875" y="2294"/>
                    <a:pt x="791" y="2258"/>
                  </a:cubicBezTo>
                  <a:cubicBezTo>
                    <a:pt x="735" y="2235"/>
                    <a:pt x="665" y="2210"/>
                    <a:pt x="595" y="2199"/>
                  </a:cubicBezTo>
                  <a:cubicBezTo>
                    <a:pt x="559" y="2188"/>
                    <a:pt x="511" y="2177"/>
                    <a:pt x="478" y="2154"/>
                  </a:cubicBezTo>
                  <a:cubicBezTo>
                    <a:pt x="302" y="2001"/>
                    <a:pt x="140" y="1839"/>
                    <a:pt x="81" y="1596"/>
                  </a:cubicBezTo>
                  <a:cubicBezTo>
                    <a:pt x="70" y="1548"/>
                    <a:pt x="81" y="1489"/>
                    <a:pt x="92" y="1442"/>
                  </a:cubicBezTo>
                  <a:cubicBezTo>
                    <a:pt x="162" y="1291"/>
                    <a:pt x="221" y="1140"/>
                    <a:pt x="210" y="978"/>
                  </a:cubicBezTo>
                  <a:lnTo>
                    <a:pt x="210" y="953"/>
                  </a:lnTo>
                  <a:cubicBezTo>
                    <a:pt x="268" y="710"/>
                    <a:pt x="349" y="489"/>
                    <a:pt x="581" y="350"/>
                  </a:cubicBezTo>
                  <a:cubicBezTo>
                    <a:pt x="629" y="324"/>
                    <a:pt x="676" y="291"/>
                    <a:pt x="721" y="255"/>
                  </a:cubicBezTo>
                  <a:cubicBezTo>
                    <a:pt x="838" y="185"/>
                    <a:pt x="967" y="140"/>
                    <a:pt x="1106" y="140"/>
                  </a:cubicBezTo>
                  <a:cubicBezTo>
                    <a:pt x="1257" y="129"/>
                    <a:pt x="1408" y="104"/>
                    <a:pt x="1548" y="93"/>
                  </a:cubicBezTo>
                  <a:cubicBezTo>
                    <a:pt x="1690" y="76"/>
                    <a:pt x="1839" y="50"/>
                    <a:pt x="1978" y="50"/>
                  </a:cubicBezTo>
                  <a:close/>
                  <a:moveTo>
                    <a:pt x="2154" y="0"/>
                  </a:moveTo>
                  <a:cubicBezTo>
                    <a:pt x="1978" y="0"/>
                    <a:pt x="1805" y="0"/>
                    <a:pt x="1643" y="23"/>
                  </a:cubicBezTo>
                  <a:cubicBezTo>
                    <a:pt x="1489" y="34"/>
                    <a:pt x="1338" y="70"/>
                    <a:pt x="1187" y="93"/>
                  </a:cubicBezTo>
                  <a:cubicBezTo>
                    <a:pt x="1176" y="81"/>
                    <a:pt x="1176" y="70"/>
                    <a:pt x="1176" y="59"/>
                  </a:cubicBezTo>
                  <a:cubicBezTo>
                    <a:pt x="1070" y="81"/>
                    <a:pt x="944" y="93"/>
                    <a:pt x="849" y="140"/>
                  </a:cubicBezTo>
                  <a:cubicBezTo>
                    <a:pt x="606" y="243"/>
                    <a:pt x="397" y="419"/>
                    <a:pt x="268" y="651"/>
                  </a:cubicBezTo>
                  <a:cubicBezTo>
                    <a:pt x="210" y="743"/>
                    <a:pt x="162" y="861"/>
                    <a:pt x="151" y="967"/>
                  </a:cubicBezTo>
                  <a:cubicBezTo>
                    <a:pt x="140" y="1129"/>
                    <a:pt x="106" y="1280"/>
                    <a:pt x="36" y="1420"/>
                  </a:cubicBezTo>
                  <a:cubicBezTo>
                    <a:pt x="11" y="1489"/>
                    <a:pt x="0" y="1548"/>
                    <a:pt x="22" y="1618"/>
                  </a:cubicBezTo>
                  <a:cubicBezTo>
                    <a:pt x="81" y="1850"/>
                    <a:pt x="221" y="2026"/>
                    <a:pt x="397" y="2177"/>
                  </a:cubicBezTo>
                  <a:cubicBezTo>
                    <a:pt x="456" y="2224"/>
                    <a:pt x="525" y="2235"/>
                    <a:pt x="581" y="2258"/>
                  </a:cubicBezTo>
                  <a:cubicBezTo>
                    <a:pt x="640" y="2280"/>
                    <a:pt x="699" y="2280"/>
                    <a:pt x="746" y="2316"/>
                  </a:cubicBezTo>
                  <a:cubicBezTo>
                    <a:pt x="826" y="2357"/>
                    <a:pt x="912" y="2370"/>
                    <a:pt x="1001" y="2370"/>
                  </a:cubicBezTo>
                  <a:cubicBezTo>
                    <a:pt x="1040" y="2370"/>
                    <a:pt x="1079" y="2367"/>
                    <a:pt x="1118" y="2364"/>
                  </a:cubicBezTo>
                  <a:cubicBezTo>
                    <a:pt x="1176" y="2364"/>
                    <a:pt x="1235" y="2364"/>
                    <a:pt x="1294" y="2375"/>
                  </a:cubicBezTo>
                  <a:cubicBezTo>
                    <a:pt x="1349" y="2386"/>
                    <a:pt x="1386" y="2420"/>
                    <a:pt x="1386" y="2478"/>
                  </a:cubicBezTo>
                  <a:cubicBezTo>
                    <a:pt x="1408" y="2629"/>
                    <a:pt x="1433" y="2783"/>
                    <a:pt x="1456" y="2945"/>
                  </a:cubicBezTo>
                  <a:cubicBezTo>
                    <a:pt x="1467" y="3062"/>
                    <a:pt x="1467" y="3177"/>
                    <a:pt x="1537" y="3283"/>
                  </a:cubicBezTo>
                  <a:cubicBezTo>
                    <a:pt x="1606" y="3375"/>
                    <a:pt x="1665" y="3467"/>
                    <a:pt x="1713" y="3573"/>
                  </a:cubicBezTo>
                  <a:cubicBezTo>
                    <a:pt x="1794" y="3794"/>
                    <a:pt x="1956" y="3934"/>
                    <a:pt x="2095" y="4096"/>
                  </a:cubicBezTo>
                  <a:cubicBezTo>
                    <a:pt x="2155" y="4167"/>
                    <a:pt x="2230" y="4218"/>
                    <a:pt x="2317" y="4218"/>
                  </a:cubicBezTo>
                  <a:cubicBezTo>
                    <a:pt x="2332" y="4218"/>
                    <a:pt x="2348" y="4217"/>
                    <a:pt x="2364" y="4213"/>
                  </a:cubicBezTo>
                  <a:cubicBezTo>
                    <a:pt x="2514" y="4180"/>
                    <a:pt x="2632" y="4121"/>
                    <a:pt x="2724" y="3992"/>
                  </a:cubicBezTo>
                  <a:cubicBezTo>
                    <a:pt x="2911" y="3735"/>
                    <a:pt x="3096" y="3492"/>
                    <a:pt x="3272" y="3235"/>
                  </a:cubicBezTo>
                  <a:cubicBezTo>
                    <a:pt x="3319" y="3177"/>
                    <a:pt x="3353" y="3107"/>
                    <a:pt x="3364" y="3037"/>
                  </a:cubicBezTo>
                  <a:cubicBezTo>
                    <a:pt x="3422" y="2746"/>
                    <a:pt x="3470" y="2445"/>
                    <a:pt x="3540" y="2154"/>
                  </a:cubicBezTo>
                  <a:cubicBezTo>
                    <a:pt x="3573" y="1945"/>
                    <a:pt x="3584" y="1746"/>
                    <a:pt x="3492" y="1548"/>
                  </a:cubicBezTo>
                  <a:cubicBezTo>
                    <a:pt x="3459" y="1442"/>
                    <a:pt x="3470" y="1338"/>
                    <a:pt x="3503" y="1232"/>
                  </a:cubicBezTo>
                  <a:cubicBezTo>
                    <a:pt x="3562" y="1037"/>
                    <a:pt x="3492" y="838"/>
                    <a:pt x="3305" y="743"/>
                  </a:cubicBezTo>
                  <a:cubicBezTo>
                    <a:pt x="3235" y="699"/>
                    <a:pt x="3165" y="662"/>
                    <a:pt x="3096" y="629"/>
                  </a:cubicBezTo>
                  <a:cubicBezTo>
                    <a:pt x="3026" y="604"/>
                    <a:pt x="2970" y="548"/>
                    <a:pt x="2933" y="489"/>
                  </a:cubicBezTo>
                  <a:cubicBezTo>
                    <a:pt x="2886" y="419"/>
                    <a:pt x="2841" y="361"/>
                    <a:pt x="2794" y="313"/>
                  </a:cubicBezTo>
                  <a:cubicBezTo>
                    <a:pt x="2676" y="185"/>
                    <a:pt x="2537" y="140"/>
                    <a:pt x="2397" y="81"/>
                  </a:cubicBezTo>
                  <a:cubicBezTo>
                    <a:pt x="2316" y="45"/>
                    <a:pt x="2235" y="0"/>
                    <a:pt x="215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 name="Google Shape;634;p15"/>
            <p:cNvSpPr/>
            <p:nvPr/>
          </p:nvSpPr>
          <p:spPr>
            <a:xfrm>
              <a:off x="5030898" y="4017154"/>
              <a:ext cx="42583" cy="87348"/>
            </a:xfrm>
            <a:custGeom>
              <a:avLst/>
              <a:gdLst/>
              <a:ahLst/>
              <a:cxnLst/>
              <a:rect l="l" t="t" r="r" b="b"/>
              <a:pathLst>
                <a:path w="898" h="1842" extrusionOk="0">
                  <a:moveTo>
                    <a:pt x="886" y="0"/>
                  </a:moveTo>
                  <a:cubicBezTo>
                    <a:pt x="875" y="0"/>
                    <a:pt x="850" y="14"/>
                    <a:pt x="839" y="25"/>
                  </a:cubicBezTo>
                  <a:cubicBezTo>
                    <a:pt x="805" y="70"/>
                    <a:pt x="758" y="129"/>
                    <a:pt x="710" y="187"/>
                  </a:cubicBezTo>
                  <a:cubicBezTo>
                    <a:pt x="327" y="654"/>
                    <a:pt x="95" y="1176"/>
                    <a:pt x="0" y="1771"/>
                  </a:cubicBezTo>
                  <a:cubicBezTo>
                    <a:pt x="0" y="1794"/>
                    <a:pt x="12" y="1816"/>
                    <a:pt x="12" y="1841"/>
                  </a:cubicBezTo>
                  <a:cubicBezTo>
                    <a:pt x="26" y="1816"/>
                    <a:pt x="48" y="1805"/>
                    <a:pt x="59" y="1782"/>
                  </a:cubicBezTo>
                  <a:cubicBezTo>
                    <a:pt x="70" y="1724"/>
                    <a:pt x="81" y="1654"/>
                    <a:pt x="95" y="1584"/>
                  </a:cubicBezTo>
                  <a:cubicBezTo>
                    <a:pt x="151" y="1305"/>
                    <a:pt x="221" y="1025"/>
                    <a:pt x="375" y="768"/>
                  </a:cubicBezTo>
                  <a:cubicBezTo>
                    <a:pt x="515" y="525"/>
                    <a:pt x="677" y="293"/>
                    <a:pt x="864" y="70"/>
                  </a:cubicBezTo>
                  <a:cubicBezTo>
                    <a:pt x="875" y="48"/>
                    <a:pt x="886" y="36"/>
                    <a:pt x="897" y="14"/>
                  </a:cubicBezTo>
                  <a:lnTo>
                    <a:pt x="886"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 name="Google Shape;635;p15"/>
            <p:cNvSpPr/>
            <p:nvPr/>
          </p:nvSpPr>
          <p:spPr>
            <a:xfrm>
              <a:off x="5279800" y="4069837"/>
              <a:ext cx="24421" cy="30254"/>
            </a:xfrm>
            <a:custGeom>
              <a:avLst/>
              <a:gdLst/>
              <a:ahLst/>
              <a:cxnLst/>
              <a:rect l="l" t="t" r="r" b="b"/>
              <a:pathLst>
                <a:path w="515" h="638" extrusionOk="0">
                  <a:moveTo>
                    <a:pt x="262" y="51"/>
                  </a:moveTo>
                  <a:cubicBezTo>
                    <a:pt x="274" y="51"/>
                    <a:pt x="288" y="56"/>
                    <a:pt x="305" y="65"/>
                  </a:cubicBezTo>
                  <a:cubicBezTo>
                    <a:pt x="375" y="90"/>
                    <a:pt x="456" y="113"/>
                    <a:pt x="456" y="241"/>
                  </a:cubicBezTo>
                  <a:cubicBezTo>
                    <a:pt x="445" y="275"/>
                    <a:pt x="409" y="322"/>
                    <a:pt x="375" y="381"/>
                  </a:cubicBezTo>
                  <a:cubicBezTo>
                    <a:pt x="350" y="414"/>
                    <a:pt x="328" y="462"/>
                    <a:pt x="316" y="495"/>
                  </a:cubicBezTo>
                  <a:cubicBezTo>
                    <a:pt x="306" y="538"/>
                    <a:pt x="296" y="581"/>
                    <a:pt x="252" y="581"/>
                  </a:cubicBezTo>
                  <a:cubicBezTo>
                    <a:pt x="247" y="581"/>
                    <a:pt x="241" y="580"/>
                    <a:pt x="235" y="579"/>
                  </a:cubicBezTo>
                  <a:cubicBezTo>
                    <a:pt x="177" y="579"/>
                    <a:pt x="177" y="532"/>
                    <a:pt x="166" y="484"/>
                  </a:cubicBezTo>
                  <a:cubicBezTo>
                    <a:pt x="166" y="451"/>
                    <a:pt x="140" y="414"/>
                    <a:pt x="118" y="381"/>
                  </a:cubicBezTo>
                  <a:cubicBezTo>
                    <a:pt x="85" y="333"/>
                    <a:pt x="59" y="300"/>
                    <a:pt x="107" y="241"/>
                  </a:cubicBezTo>
                  <a:cubicBezTo>
                    <a:pt x="140" y="205"/>
                    <a:pt x="166" y="146"/>
                    <a:pt x="199" y="102"/>
                  </a:cubicBezTo>
                  <a:cubicBezTo>
                    <a:pt x="217" y="76"/>
                    <a:pt x="233" y="51"/>
                    <a:pt x="262" y="51"/>
                  </a:cubicBezTo>
                  <a:close/>
                  <a:moveTo>
                    <a:pt x="260" y="0"/>
                  </a:moveTo>
                  <a:cubicBezTo>
                    <a:pt x="213" y="0"/>
                    <a:pt x="170" y="36"/>
                    <a:pt x="140" y="102"/>
                  </a:cubicBezTo>
                  <a:cubicBezTo>
                    <a:pt x="118" y="135"/>
                    <a:pt x="96" y="171"/>
                    <a:pt x="59" y="205"/>
                  </a:cubicBezTo>
                  <a:cubicBezTo>
                    <a:pt x="1" y="300"/>
                    <a:pt x="1" y="345"/>
                    <a:pt x="71" y="426"/>
                  </a:cubicBezTo>
                  <a:cubicBezTo>
                    <a:pt x="96" y="451"/>
                    <a:pt x="107" y="473"/>
                    <a:pt x="118" y="509"/>
                  </a:cubicBezTo>
                  <a:cubicBezTo>
                    <a:pt x="129" y="590"/>
                    <a:pt x="166" y="635"/>
                    <a:pt x="235" y="635"/>
                  </a:cubicBezTo>
                  <a:cubicBezTo>
                    <a:pt x="244" y="637"/>
                    <a:pt x="252" y="638"/>
                    <a:pt x="259" y="638"/>
                  </a:cubicBezTo>
                  <a:cubicBezTo>
                    <a:pt x="316" y="638"/>
                    <a:pt x="353" y="593"/>
                    <a:pt x="375" y="532"/>
                  </a:cubicBezTo>
                  <a:cubicBezTo>
                    <a:pt x="386" y="495"/>
                    <a:pt x="397" y="451"/>
                    <a:pt x="420" y="440"/>
                  </a:cubicBezTo>
                  <a:cubicBezTo>
                    <a:pt x="504" y="381"/>
                    <a:pt x="490" y="286"/>
                    <a:pt x="515" y="205"/>
                  </a:cubicBezTo>
                  <a:cubicBezTo>
                    <a:pt x="515" y="113"/>
                    <a:pt x="434" y="43"/>
                    <a:pt x="294" y="7"/>
                  </a:cubicBezTo>
                  <a:cubicBezTo>
                    <a:pt x="283" y="2"/>
                    <a:pt x="271" y="0"/>
                    <a:pt x="2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 name="Google Shape;636;p15"/>
            <p:cNvSpPr/>
            <p:nvPr/>
          </p:nvSpPr>
          <p:spPr>
            <a:xfrm>
              <a:off x="5171163" y="4282085"/>
              <a:ext cx="74497" cy="10100"/>
            </a:xfrm>
            <a:custGeom>
              <a:avLst/>
              <a:gdLst/>
              <a:ahLst/>
              <a:cxnLst/>
              <a:rect l="l" t="t" r="r" b="b"/>
              <a:pathLst>
                <a:path w="1571" h="213" extrusionOk="0">
                  <a:moveTo>
                    <a:pt x="1560" y="0"/>
                  </a:moveTo>
                  <a:cubicBezTo>
                    <a:pt x="1398" y="37"/>
                    <a:pt x="1222" y="84"/>
                    <a:pt x="1060" y="107"/>
                  </a:cubicBezTo>
                  <a:cubicBezTo>
                    <a:pt x="884" y="140"/>
                    <a:pt x="711" y="154"/>
                    <a:pt x="523" y="154"/>
                  </a:cubicBezTo>
                  <a:cubicBezTo>
                    <a:pt x="474" y="157"/>
                    <a:pt x="424" y="159"/>
                    <a:pt x="374" y="159"/>
                  </a:cubicBezTo>
                  <a:cubicBezTo>
                    <a:pt x="250" y="159"/>
                    <a:pt x="125" y="150"/>
                    <a:pt x="1" y="140"/>
                  </a:cubicBezTo>
                  <a:lnTo>
                    <a:pt x="1" y="165"/>
                  </a:lnTo>
                  <a:cubicBezTo>
                    <a:pt x="34" y="176"/>
                    <a:pt x="57" y="188"/>
                    <a:pt x="93" y="188"/>
                  </a:cubicBezTo>
                  <a:cubicBezTo>
                    <a:pt x="228" y="204"/>
                    <a:pt x="362" y="212"/>
                    <a:pt x="496" y="212"/>
                  </a:cubicBezTo>
                  <a:cubicBezTo>
                    <a:pt x="839" y="212"/>
                    <a:pt x="1179" y="159"/>
                    <a:pt x="1512" y="59"/>
                  </a:cubicBezTo>
                  <a:cubicBezTo>
                    <a:pt x="1537" y="48"/>
                    <a:pt x="1549" y="37"/>
                    <a:pt x="1571" y="26"/>
                  </a:cubicBezTo>
                  <a:cubicBezTo>
                    <a:pt x="1571" y="14"/>
                    <a:pt x="1571" y="0"/>
                    <a:pt x="15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15"/>
            <p:cNvSpPr/>
            <p:nvPr/>
          </p:nvSpPr>
          <p:spPr>
            <a:xfrm>
              <a:off x="5230817" y="3997286"/>
              <a:ext cx="27598" cy="15127"/>
            </a:xfrm>
            <a:custGeom>
              <a:avLst/>
              <a:gdLst/>
              <a:ahLst/>
              <a:cxnLst/>
              <a:rect l="l" t="t" r="r" b="b"/>
              <a:pathLst>
                <a:path w="582" h="319" extrusionOk="0">
                  <a:moveTo>
                    <a:pt x="368" y="62"/>
                  </a:moveTo>
                  <a:cubicBezTo>
                    <a:pt x="419" y="62"/>
                    <a:pt x="459" y="87"/>
                    <a:pt x="511" y="140"/>
                  </a:cubicBezTo>
                  <a:cubicBezTo>
                    <a:pt x="489" y="154"/>
                    <a:pt x="464" y="165"/>
                    <a:pt x="453" y="165"/>
                  </a:cubicBezTo>
                  <a:cubicBezTo>
                    <a:pt x="394" y="187"/>
                    <a:pt x="335" y="198"/>
                    <a:pt x="291" y="235"/>
                  </a:cubicBezTo>
                  <a:cubicBezTo>
                    <a:pt x="259" y="250"/>
                    <a:pt x="230" y="256"/>
                    <a:pt x="201" y="256"/>
                  </a:cubicBezTo>
                  <a:cubicBezTo>
                    <a:pt x="166" y="256"/>
                    <a:pt x="131" y="247"/>
                    <a:pt x="92" y="235"/>
                  </a:cubicBezTo>
                  <a:cubicBezTo>
                    <a:pt x="81" y="224"/>
                    <a:pt x="70" y="210"/>
                    <a:pt x="70" y="198"/>
                  </a:cubicBezTo>
                  <a:cubicBezTo>
                    <a:pt x="70" y="187"/>
                    <a:pt x="81" y="165"/>
                    <a:pt x="92" y="154"/>
                  </a:cubicBezTo>
                  <a:cubicBezTo>
                    <a:pt x="162" y="129"/>
                    <a:pt x="243" y="95"/>
                    <a:pt x="313" y="70"/>
                  </a:cubicBezTo>
                  <a:cubicBezTo>
                    <a:pt x="333" y="64"/>
                    <a:pt x="351" y="62"/>
                    <a:pt x="368" y="62"/>
                  </a:cubicBezTo>
                  <a:close/>
                  <a:moveTo>
                    <a:pt x="372" y="0"/>
                  </a:moveTo>
                  <a:cubicBezTo>
                    <a:pt x="254" y="36"/>
                    <a:pt x="151" y="70"/>
                    <a:pt x="56" y="129"/>
                  </a:cubicBezTo>
                  <a:cubicBezTo>
                    <a:pt x="0" y="154"/>
                    <a:pt x="0" y="235"/>
                    <a:pt x="34" y="268"/>
                  </a:cubicBezTo>
                  <a:cubicBezTo>
                    <a:pt x="83" y="294"/>
                    <a:pt x="133" y="318"/>
                    <a:pt x="182" y="318"/>
                  </a:cubicBezTo>
                  <a:cubicBezTo>
                    <a:pt x="203" y="318"/>
                    <a:pt x="223" y="314"/>
                    <a:pt x="243" y="305"/>
                  </a:cubicBezTo>
                  <a:cubicBezTo>
                    <a:pt x="335" y="279"/>
                    <a:pt x="430" y="246"/>
                    <a:pt x="511" y="210"/>
                  </a:cubicBezTo>
                  <a:cubicBezTo>
                    <a:pt x="570" y="176"/>
                    <a:pt x="581" y="117"/>
                    <a:pt x="523" y="84"/>
                  </a:cubicBezTo>
                  <a:cubicBezTo>
                    <a:pt x="475" y="48"/>
                    <a:pt x="430" y="25"/>
                    <a:pt x="37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8" name="Google Shape;638;p15"/>
            <p:cNvSpPr/>
            <p:nvPr/>
          </p:nvSpPr>
          <p:spPr>
            <a:xfrm>
              <a:off x="5218061" y="4275399"/>
              <a:ext cx="23757" cy="6544"/>
            </a:xfrm>
            <a:custGeom>
              <a:avLst/>
              <a:gdLst/>
              <a:ahLst/>
              <a:cxnLst/>
              <a:rect l="l" t="t" r="r" b="b"/>
              <a:pathLst>
                <a:path w="501" h="138" extrusionOk="0">
                  <a:moveTo>
                    <a:pt x="491" y="1"/>
                  </a:moveTo>
                  <a:cubicBezTo>
                    <a:pt x="413" y="1"/>
                    <a:pt x="33" y="98"/>
                    <a:pt x="1" y="130"/>
                  </a:cubicBezTo>
                  <a:cubicBezTo>
                    <a:pt x="11" y="135"/>
                    <a:pt x="27" y="138"/>
                    <a:pt x="47" y="138"/>
                  </a:cubicBezTo>
                  <a:cubicBezTo>
                    <a:pt x="172" y="138"/>
                    <a:pt x="460" y="52"/>
                    <a:pt x="501" y="2"/>
                  </a:cubicBezTo>
                  <a:cubicBezTo>
                    <a:pt x="499" y="1"/>
                    <a:pt x="495" y="1"/>
                    <a:pt x="4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9" name="Google Shape;639;p15"/>
            <p:cNvSpPr/>
            <p:nvPr/>
          </p:nvSpPr>
          <p:spPr>
            <a:xfrm>
              <a:off x="5036446" y="4087856"/>
              <a:ext cx="6686" cy="14890"/>
            </a:xfrm>
            <a:custGeom>
              <a:avLst/>
              <a:gdLst/>
              <a:ahLst/>
              <a:cxnLst/>
              <a:rect l="l" t="t" r="r" b="b"/>
              <a:pathLst>
                <a:path w="141" h="314" extrusionOk="0">
                  <a:moveTo>
                    <a:pt x="141" y="1"/>
                  </a:moveTo>
                  <a:lnTo>
                    <a:pt x="141" y="1"/>
                  </a:lnTo>
                  <a:cubicBezTo>
                    <a:pt x="59" y="34"/>
                    <a:pt x="1" y="244"/>
                    <a:pt x="59" y="314"/>
                  </a:cubicBezTo>
                  <a:cubicBezTo>
                    <a:pt x="82" y="210"/>
                    <a:pt x="118" y="104"/>
                    <a:pt x="14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0" name="Google Shape;640;p15"/>
            <p:cNvSpPr/>
            <p:nvPr/>
          </p:nvSpPr>
          <p:spPr>
            <a:xfrm>
              <a:off x="5079502" y="3995673"/>
              <a:ext cx="14368" cy="13847"/>
            </a:xfrm>
            <a:custGeom>
              <a:avLst/>
              <a:gdLst/>
              <a:ahLst/>
              <a:cxnLst/>
              <a:rect l="l" t="t" r="r" b="b"/>
              <a:pathLst>
                <a:path w="303" h="292" extrusionOk="0">
                  <a:moveTo>
                    <a:pt x="291" y="1"/>
                  </a:moveTo>
                  <a:cubicBezTo>
                    <a:pt x="210" y="23"/>
                    <a:pt x="1" y="232"/>
                    <a:pt x="1" y="291"/>
                  </a:cubicBezTo>
                  <a:cubicBezTo>
                    <a:pt x="104" y="199"/>
                    <a:pt x="199" y="104"/>
                    <a:pt x="302" y="23"/>
                  </a:cubicBezTo>
                  <a:cubicBezTo>
                    <a:pt x="291" y="12"/>
                    <a:pt x="291" y="12"/>
                    <a:pt x="2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15"/>
            <p:cNvSpPr/>
            <p:nvPr/>
          </p:nvSpPr>
          <p:spPr>
            <a:xfrm>
              <a:off x="5194920" y="4282749"/>
              <a:ext cx="15411" cy="2181"/>
            </a:xfrm>
            <a:custGeom>
              <a:avLst/>
              <a:gdLst/>
              <a:ahLst/>
              <a:cxnLst/>
              <a:rect l="l" t="t" r="r" b="b"/>
              <a:pathLst>
                <a:path w="325" h="46" extrusionOk="0">
                  <a:moveTo>
                    <a:pt x="34" y="0"/>
                  </a:moveTo>
                  <a:cubicBezTo>
                    <a:pt x="22" y="0"/>
                    <a:pt x="11" y="12"/>
                    <a:pt x="0" y="23"/>
                  </a:cubicBezTo>
                  <a:cubicBezTo>
                    <a:pt x="11" y="23"/>
                    <a:pt x="22" y="45"/>
                    <a:pt x="34" y="45"/>
                  </a:cubicBezTo>
                  <a:cubicBezTo>
                    <a:pt x="115" y="45"/>
                    <a:pt x="210" y="45"/>
                    <a:pt x="291" y="34"/>
                  </a:cubicBezTo>
                  <a:cubicBezTo>
                    <a:pt x="302" y="34"/>
                    <a:pt x="313" y="23"/>
                    <a:pt x="324" y="12"/>
                  </a:cubicBezTo>
                  <a:cubicBezTo>
                    <a:pt x="313" y="0"/>
                    <a:pt x="302" y="0"/>
                    <a:pt x="30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2" name="Google Shape;642;p15"/>
            <p:cNvSpPr/>
            <p:nvPr/>
          </p:nvSpPr>
          <p:spPr>
            <a:xfrm>
              <a:off x="5324042" y="4101133"/>
              <a:ext cx="6165" cy="15411"/>
            </a:xfrm>
            <a:custGeom>
              <a:avLst/>
              <a:gdLst/>
              <a:ahLst/>
              <a:cxnLst/>
              <a:rect l="l" t="t" r="r" b="b"/>
              <a:pathLst>
                <a:path w="130" h="325" extrusionOk="0">
                  <a:moveTo>
                    <a:pt x="129" y="0"/>
                  </a:moveTo>
                  <a:cubicBezTo>
                    <a:pt x="46" y="59"/>
                    <a:pt x="1" y="243"/>
                    <a:pt x="34" y="324"/>
                  </a:cubicBezTo>
                  <a:cubicBezTo>
                    <a:pt x="71" y="210"/>
                    <a:pt x="93" y="115"/>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3" name="Google Shape;643;p15"/>
            <p:cNvSpPr/>
            <p:nvPr/>
          </p:nvSpPr>
          <p:spPr>
            <a:xfrm>
              <a:off x="5226833" y="3966938"/>
              <a:ext cx="5074" cy="11713"/>
            </a:xfrm>
            <a:custGeom>
              <a:avLst/>
              <a:gdLst/>
              <a:ahLst/>
              <a:cxnLst/>
              <a:rect l="l" t="t" r="r" b="b"/>
              <a:pathLst>
                <a:path w="107" h="247" extrusionOk="0">
                  <a:moveTo>
                    <a:pt x="95" y="0"/>
                  </a:moveTo>
                  <a:lnTo>
                    <a:pt x="95" y="0"/>
                  </a:lnTo>
                  <a:cubicBezTo>
                    <a:pt x="37" y="48"/>
                    <a:pt x="0" y="188"/>
                    <a:pt x="37" y="246"/>
                  </a:cubicBezTo>
                  <a:cubicBezTo>
                    <a:pt x="84" y="165"/>
                    <a:pt x="106" y="95"/>
                    <a:pt x="9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4" name="Google Shape;644;p15"/>
            <p:cNvSpPr/>
            <p:nvPr/>
          </p:nvSpPr>
          <p:spPr>
            <a:xfrm>
              <a:off x="5321292" y="4126408"/>
              <a:ext cx="6639" cy="6165"/>
            </a:xfrm>
            <a:custGeom>
              <a:avLst/>
              <a:gdLst/>
              <a:ahLst/>
              <a:cxnLst/>
              <a:rect l="l" t="t" r="r" b="b"/>
              <a:pathLst>
                <a:path w="140" h="130" extrusionOk="0">
                  <a:moveTo>
                    <a:pt x="0" y="1"/>
                  </a:moveTo>
                  <a:cubicBezTo>
                    <a:pt x="0" y="60"/>
                    <a:pt x="70" y="129"/>
                    <a:pt x="140" y="129"/>
                  </a:cubicBezTo>
                  <a:cubicBezTo>
                    <a:pt x="129" y="60"/>
                    <a:pt x="59" y="15"/>
                    <a:pt x="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5" name="Google Shape;645;p15"/>
            <p:cNvSpPr/>
            <p:nvPr/>
          </p:nvSpPr>
          <p:spPr>
            <a:xfrm>
              <a:off x="5214220" y="3966274"/>
              <a:ext cx="7729" cy="3462"/>
            </a:xfrm>
            <a:custGeom>
              <a:avLst/>
              <a:gdLst/>
              <a:ahLst/>
              <a:cxnLst/>
              <a:rect l="l" t="t" r="r" b="b"/>
              <a:pathLst>
                <a:path w="163" h="73" extrusionOk="0">
                  <a:moveTo>
                    <a:pt x="68" y="1"/>
                  </a:moveTo>
                  <a:cubicBezTo>
                    <a:pt x="40" y="1"/>
                    <a:pt x="14" y="8"/>
                    <a:pt x="1" y="26"/>
                  </a:cubicBezTo>
                  <a:cubicBezTo>
                    <a:pt x="46" y="39"/>
                    <a:pt x="93" y="62"/>
                    <a:pt x="141" y="73"/>
                  </a:cubicBezTo>
                  <a:cubicBezTo>
                    <a:pt x="141" y="73"/>
                    <a:pt x="163" y="51"/>
                    <a:pt x="163" y="39"/>
                  </a:cubicBezTo>
                  <a:cubicBezTo>
                    <a:pt x="156" y="18"/>
                    <a:pt x="111" y="1"/>
                    <a:pt x="6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15"/>
            <p:cNvSpPr/>
            <p:nvPr/>
          </p:nvSpPr>
          <p:spPr>
            <a:xfrm>
              <a:off x="5296350" y="4011701"/>
              <a:ext cx="5643" cy="4932"/>
            </a:xfrm>
            <a:custGeom>
              <a:avLst/>
              <a:gdLst/>
              <a:ahLst/>
              <a:cxnLst/>
              <a:rect l="l" t="t" r="r" b="b"/>
              <a:pathLst>
                <a:path w="119" h="104" extrusionOk="0">
                  <a:moveTo>
                    <a:pt x="15" y="1"/>
                  </a:moveTo>
                  <a:cubicBezTo>
                    <a:pt x="15" y="1"/>
                    <a:pt x="1" y="12"/>
                    <a:pt x="1" y="23"/>
                  </a:cubicBezTo>
                  <a:cubicBezTo>
                    <a:pt x="26" y="45"/>
                    <a:pt x="60" y="70"/>
                    <a:pt x="96" y="104"/>
                  </a:cubicBezTo>
                  <a:cubicBezTo>
                    <a:pt x="107" y="93"/>
                    <a:pt x="107" y="82"/>
                    <a:pt x="118" y="70"/>
                  </a:cubicBezTo>
                  <a:cubicBezTo>
                    <a:pt x="85" y="45"/>
                    <a:pt x="48" y="23"/>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7" name="Google Shape;647;p15"/>
            <p:cNvSpPr/>
            <p:nvPr/>
          </p:nvSpPr>
          <p:spPr>
            <a:xfrm>
              <a:off x="5125357" y="4114363"/>
              <a:ext cx="5453" cy="13325"/>
            </a:xfrm>
            <a:custGeom>
              <a:avLst/>
              <a:gdLst/>
              <a:ahLst/>
              <a:cxnLst/>
              <a:rect l="l" t="t" r="r" b="b"/>
              <a:pathLst>
                <a:path w="115" h="281" extrusionOk="0">
                  <a:moveTo>
                    <a:pt x="104" y="1"/>
                  </a:moveTo>
                  <a:cubicBezTo>
                    <a:pt x="81" y="12"/>
                    <a:pt x="70" y="12"/>
                    <a:pt x="59" y="23"/>
                  </a:cubicBezTo>
                  <a:cubicBezTo>
                    <a:pt x="34" y="71"/>
                    <a:pt x="23" y="115"/>
                    <a:pt x="0" y="174"/>
                  </a:cubicBezTo>
                  <a:lnTo>
                    <a:pt x="0" y="280"/>
                  </a:lnTo>
                  <a:cubicBezTo>
                    <a:pt x="23" y="255"/>
                    <a:pt x="34" y="255"/>
                    <a:pt x="34" y="244"/>
                  </a:cubicBezTo>
                  <a:cubicBezTo>
                    <a:pt x="59" y="174"/>
                    <a:pt x="93" y="104"/>
                    <a:pt x="115" y="34"/>
                  </a:cubicBezTo>
                  <a:cubicBezTo>
                    <a:pt x="115" y="23"/>
                    <a:pt x="104" y="12"/>
                    <a:pt x="10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8" name="Google Shape;648;p15"/>
            <p:cNvSpPr/>
            <p:nvPr/>
          </p:nvSpPr>
          <p:spPr>
            <a:xfrm>
              <a:off x="5239020" y="4130913"/>
              <a:ext cx="6117" cy="14890"/>
            </a:xfrm>
            <a:custGeom>
              <a:avLst/>
              <a:gdLst/>
              <a:ahLst/>
              <a:cxnLst/>
              <a:rect l="l" t="t" r="r" b="b"/>
              <a:pathLst>
                <a:path w="129" h="314" extrusionOk="0">
                  <a:moveTo>
                    <a:pt x="129" y="1"/>
                  </a:moveTo>
                  <a:cubicBezTo>
                    <a:pt x="59" y="23"/>
                    <a:pt x="0" y="255"/>
                    <a:pt x="48" y="314"/>
                  </a:cubicBezTo>
                  <a:cubicBezTo>
                    <a:pt x="70" y="210"/>
                    <a:pt x="93" y="104"/>
                    <a:pt x="12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9" name="Google Shape;649;p15"/>
            <p:cNvSpPr/>
            <p:nvPr/>
          </p:nvSpPr>
          <p:spPr>
            <a:xfrm>
              <a:off x="5226312" y="4105496"/>
              <a:ext cx="7160" cy="9437"/>
            </a:xfrm>
            <a:custGeom>
              <a:avLst/>
              <a:gdLst/>
              <a:ahLst/>
              <a:cxnLst/>
              <a:rect l="l" t="t" r="r" b="b"/>
              <a:pathLst>
                <a:path w="151" h="199" extrusionOk="0">
                  <a:moveTo>
                    <a:pt x="48" y="1"/>
                  </a:moveTo>
                  <a:cubicBezTo>
                    <a:pt x="36" y="1"/>
                    <a:pt x="11" y="12"/>
                    <a:pt x="11" y="23"/>
                  </a:cubicBezTo>
                  <a:cubicBezTo>
                    <a:pt x="0" y="59"/>
                    <a:pt x="95" y="188"/>
                    <a:pt x="140" y="199"/>
                  </a:cubicBezTo>
                  <a:cubicBezTo>
                    <a:pt x="151" y="151"/>
                    <a:pt x="81" y="12"/>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15"/>
            <p:cNvSpPr/>
            <p:nvPr/>
          </p:nvSpPr>
          <p:spPr>
            <a:xfrm>
              <a:off x="5114213" y="4107203"/>
              <a:ext cx="7872" cy="8820"/>
            </a:xfrm>
            <a:custGeom>
              <a:avLst/>
              <a:gdLst/>
              <a:ahLst/>
              <a:cxnLst/>
              <a:rect l="l" t="t" r="r" b="b"/>
              <a:pathLst>
                <a:path w="166" h="186" extrusionOk="0">
                  <a:moveTo>
                    <a:pt x="15" y="1"/>
                  </a:moveTo>
                  <a:cubicBezTo>
                    <a:pt x="1" y="82"/>
                    <a:pt x="85" y="185"/>
                    <a:pt x="166" y="185"/>
                  </a:cubicBezTo>
                  <a:cubicBezTo>
                    <a:pt x="118" y="127"/>
                    <a:pt x="71" y="71"/>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1" name="Google Shape;651;p15"/>
            <p:cNvSpPr/>
            <p:nvPr/>
          </p:nvSpPr>
          <p:spPr>
            <a:xfrm>
              <a:off x="5229584" y="4154622"/>
              <a:ext cx="5643" cy="4457"/>
            </a:xfrm>
            <a:custGeom>
              <a:avLst/>
              <a:gdLst/>
              <a:ahLst/>
              <a:cxnLst/>
              <a:rect l="l" t="t" r="r" b="b"/>
              <a:pathLst>
                <a:path w="119" h="94" extrusionOk="0">
                  <a:moveTo>
                    <a:pt x="26" y="1"/>
                  </a:moveTo>
                  <a:lnTo>
                    <a:pt x="1" y="23"/>
                  </a:lnTo>
                  <a:cubicBezTo>
                    <a:pt x="26" y="48"/>
                    <a:pt x="37" y="71"/>
                    <a:pt x="60" y="82"/>
                  </a:cubicBezTo>
                  <a:cubicBezTo>
                    <a:pt x="71" y="93"/>
                    <a:pt x="82" y="93"/>
                    <a:pt x="118" y="93"/>
                  </a:cubicBezTo>
                  <a:cubicBezTo>
                    <a:pt x="107" y="71"/>
                    <a:pt x="96" y="48"/>
                    <a:pt x="96" y="48"/>
                  </a:cubicBezTo>
                  <a:cubicBezTo>
                    <a:pt x="71" y="23"/>
                    <a:pt x="48" y="12"/>
                    <a:pt x="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2" name="Google Shape;652;p15"/>
          <p:cNvGrpSpPr/>
          <p:nvPr/>
        </p:nvGrpSpPr>
        <p:grpSpPr>
          <a:xfrm rot="262349">
            <a:off x="2040994" y="3710328"/>
            <a:ext cx="903431" cy="640320"/>
            <a:chOff x="3333889" y="1234536"/>
            <a:chExt cx="598937" cy="424506"/>
          </a:xfrm>
        </p:grpSpPr>
        <p:sp>
          <p:nvSpPr>
            <p:cNvPr id="653" name="Google Shape;653;p15"/>
            <p:cNvSpPr/>
            <p:nvPr/>
          </p:nvSpPr>
          <p:spPr>
            <a:xfrm>
              <a:off x="3333889" y="1234536"/>
              <a:ext cx="598937" cy="424506"/>
            </a:xfrm>
            <a:custGeom>
              <a:avLst/>
              <a:gdLst/>
              <a:ahLst/>
              <a:cxnLst/>
              <a:rect l="l" t="t" r="r" b="b"/>
              <a:pathLst>
                <a:path w="7918" h="5612" extrusionOk="0">
                  <a:moveTo>
                    <a:pt x="7417" y="1"/>
                  </a:moveTo>
                  <a:cubicBezTo>
                    <a:pt x="7354" y="1"/>
                    <a:pt x="7290" y="16"/>
                    <a:pt x="7231" y="49"/>
                  </a:cubicBezTo>
                  <a:lnTo>
                    <a:pt x="7194" y="72"/>
                  </a:lnTo>
                  <a:cubicBezTo>
                    <a:pt x="7113" y="119"/>
                    <a:pt x="7043" y="153"/>
                    <a:pt x="6973" y="189"/>
                  </a:cubicBezTo>
                  <a:cubicBezTo>
                    <a:pt x="6367" y="454"/>
                    <a:pt x="5823" y="840"/>
                    <a:pt x="5356" y="1329"/>
                  </a:cubicBezTo>
                  <a:cubicBezTo>
                    <a:pt x="5099" y="1597"/>
                    <a:pt x="4926" y="1910"/>
                    <a:pt x="4761" y="2200"/>
                  </a:cubicBezTo>
                  <a:cubicBezTo>
                    <a:pt x="4635" y="2446"/>
                    <a:pt x="4518" y="2678"/>
                    <a:pt x="4401" y="2924"/>
                  </a:cubicBezTo>
                  <a:cubicBezTo>
                    <a:pt x="4356" y="3027"/>
                    <a:pt x="4297" y="3133"/>
                    <a:pt x="4250" y="3226"/>
                  </a:cubicBezTo>
                  <a:lnTo>
                    <a:pt x="4227" y="3262"/>
                  </a:lnTo>
                  <a:cubicBezTo>
                    <a:pt x="4227" y="3273"/>
                    <a:pt x="4216" y="3284"/>
                    <a:pt x="4216" y="3295"/>
                  </a:cubicBezTo>
                  <a:cubicBezTo>
                    <a:pt x="4202" y="3273"/>
                    <a:pt x="4180" y="3262"/>
                    <a:pt x="4157" y="3248"/>
                  </a:cubicBezTo>
                  <a:lnTo>
                    <a:pt x="4132" y="3226"/>
                  </a:lnTo>
                  <a:cubicBezTo>
                    <a:pt x="4110" y="3192"/>
                    <a:pt x="4076" y="3167"/>
                    <a:pt x="4040" y="3133"/>
                  </a:cubicBezTo>
                  <a:cubicBezTo>
                    <a:pt x="4029" y="3108"/>
                    <a:pt x="4007" y="3086"/>
                    <a:pt x="3993" y="3075"/>
                  </a:cubicBezTo>
                  <a:cubicBezTo>
                    <a:pt x="3889" y="2983"/>
                    <a:pt x="3772" y="2913"/>
                    <a:pt x="3643" y="2865"/>
                  </a:cubicBezTo>
                  <a:cubicBezTo>
                    <a:pt x="3632" y="2818"/>
                    <a:pt x="3621" y="2773"/>
                    <a:pt x="3599" y="2726"/>
                  </a:cubicBezTo>
                  <a:cubicBezTo>
                    <a:pt x="3669" y="2633"/>
                    <a:pt x="3727" y="2538"/>
                    <a:pt x="3761" y="2410"/>
                  </a:cubicBezTo>
                  <a:cubicBezTo>
                    <a:pt x="3878" y="2016"/>
                    <a:pt x="3761" y="1678"/>
                    <a:pt x="3434" y="1446"/>
                  </a:cubicBezTo>
                  <a:cubicBezTo>
                    <a:pt x="3252" y="1316"/>
                    <a:pt x="3036" y="1247"/>
                    <a:pt x="2820" y="1247"/>
                  </a:cubicBezTo>
                  <a:cubicBezTo>
                    <a:pt x="2804" y="1247"/>
                    <a:pt x="2788" y="1247"/>
                    <a:pt x="2772" y="1248"/>
                  </a:cubicBezTo>
                  <a:cubicBezTo>
                    <a:pt x="2540" y="1259"/>
                    <a:pt x="2330" y="1387"/>
                    <a:pt x="2202" y="1561"/>
                  </a:cubicBezTo>
                  <a:cubicBezTo>
                    <a:pt x="2224" y="1480"/>
                    <a:pt x="2235" y="1410"/>
                    <a:pt x="2235" y="1340"/>
                  </a:cubicBezTo>
                  <a:cubicBezTo>
                    <a:pt x="2224" y="1142"/>
                    <a:pt x="2154" y="957"/>
                    <a:pt x="2015" y="803"/>
                  </a:cubicBezTo>
                  <a:cubicBezTo>
                    <a:pt x="1894" y="673"/>
                    <a:pt x="1737" y="603"/>
                    <a:pt x="1547" y="603"/>
                  </a:cubicBezTo>
                  <a:cubicBezTo>
                    <a:pt x="1517" y="603"/>
                    <a:pt x="1487" y="605"/>
                    <a:pt x="1456" y="608"/>
                  </a:cubicBezTo>
                  <a:cubicBezTo>
                    <a:pt x="1312" y="384"/>
                    <a:pt x="1081" y="269"/>
                    <a:pt x="807" y="269"/>
                  </a:cubicBezTo>
                  <a:cubicBezTo>
                    <a:pt x="795" y="269"/>
                    <a:pt x="782" y="269"/>
                    <a:pt x="769" y="270"/>
                  </a:cubicBezTo>
                  <a:cubicBezTo>
                    <a:pt x="456" y="281"/>
                    <a:pt x="210" y="454"/>
                    <a:pt x="70" y="748"/>
                  </a:cubicBezTo>
                  <a:cubicBezTo>
                    <a:pt x="1" y="910"/>
                    <a:pt x="48" y="1038"/>
                    <a:pt x="70" y="1097"/>
                  </a:cubicBezTo>
                  <a:cubicBezTo>
                    <a:pt x="107" y="1153"/>
                    <a:pt x="188" y="1259"/>
                    <a:pt x="361" y="1292"/>
                  </a:cubicBezTo>
                  <a:cubicBezTo>
                    <a:pt x="397" y="1306"/>
                    <a:pt x="420" y="1306"/>
                    <a:pt x="456" y="1318"/>
                  </a:cubicBezTo>
                  <a:lnTo>
                    <a:pt x="501" y="1318"/>
                  </a:lnTo>
                  <a:cubicBezTo>
                    <a:pt x="431" y="1387"/>
                    <a:pt x="408" y="1457"/>
                    <a:pt x="386" y="1516"/>
                  </a:cubicBezTo>
                  <a:cubicBezTo>
                    <a:pt x="386" y="1549"/>
                    <a:pt x="375" y="1586"/>
                    <a:pt x="375" y="1619"/>
                  </a:cubicBezTo>
                  <a:cubicBezTo>
                    <a:pt x="140" y="1795"/>
                    <a:pt x="12" y="2061"/>
                    <a:pt x="37" y="2387"/>
                  </a:cubicBezTo>
                  <a:cubicBezTo>
                    <a:pt x="70" y="2773"/>
                    <a:pt x="291" y="3075"/>
                    <a:pt x="665" y="3214"/>
                  </a:cubicBezTo>
                  <a:cubicBezTo>
                    <a:pt x="735" y="3237"/>
                    <a:pt x="794" y="3248"/>
                    <a:pt x="864" y="3262"/>
                  </a:cubicBezTo>
                  <a:cubicBezTo>
                    <a:pt x="875" y="3446"/>
                    <a:pt x="967" y="3611"/>
                    <a:pt x="1129" y="3714"/>
                  </a:cubicBezTo>
                  <a:cubicBezTo>
                    <a:pt x="1253" y="3803"/>
                    <a:pt x="1428" y="3883"/>
                    <a:pt x="1650" y="3883"/>
                  </a:cubicBezTo>
                  <a:cubicBezTo>
                    <a:pt x="1724" y="3883"/>
                    <a:pt x="1802" y="3874"/>
                    <a:pt x="1886" y="3854"/>
                  </a:cubicBezTo>
                  <a:lnTo>
                    <a:pt x="1886" y="3902"/>
                  </a:lnTo>
                  <a:cubicBezTo>
                    <a:pt x="1864" y="4111"/>
                    <a:pt x="1864" y="4379"/>
                    <a:pt x="1981" y="4645"/>
                  </a:cubicBezTo>
                  <a:cubicBezTo>
                    <a:pt x="2143" y="5041"/>
                    <a:pt x="2423" y="5321"/>
                    <a:pt x="2830" y="5483"/>
                  </a:cubicBezTo>
                  <a:cubicBezTo>
                    <a:pt x="3051" y="5567"/>
                    <a:pt x="3272" y="5611"/>
                    <a:pt x="3493" y="5611"/>
                  </a:cubicBezTo>
                  <a:cubicBezTo>
                    <a:pt x="3540" y="5611"/>
                    <a:pt x="3588" y="5611"/>
                    <a:pt x="3632" y="5600"/>
                  </a:cubicBezTo>
                  <a:cubicBezTo>
                    <a:pt x="3713" y="5600"/>
                    <a:pt x="3797" y="5578"/>
                    <a:pt x="3867" y="5553"/>
                  </a:cubicBezTo>
                  <a:cubicBezTo>
                    <a:pt x="4121" y="5483"/>
                    <a:pt x="4342" y="5343"/>
                    <a:pt x="4518" y="5217"/>
                  </a:cubicBezTo>
                  <a:cubicBezTo>
                    <a:pt x="4739" y="5053"/>
                    <a:pt x="4926" y="4821"/>
                    <a:pt x="5065" y="4505"/>
                  </a:cubicBezTo>
                  <a:cubicBezTo>
                    <a:pt x="5169" y="4273"/>
                    <a:pt x="5275" y="4030"/>
                    <a:pt x="5378" y="3795"/>
                  </a:cubicBezTo>
                  <a:cubicBezTo>
                    <a:pt x="5426" y="3667"/>
                    <a:pt x="5484" y="3552"/>
                    <a:pt x="5529" y="3435"/>
                  </a:cubicBezTo>
                  <a:cubicBezTo>
                    <a:pt x="5823" y="2784"/>
                    <a:pt x="6135" y="2248"/>
                    <a:pt x="6485" y="1806"/>
                  </a:cubicBezTo>
                  <a:cubicBezTo>
                    <a:pt x="6694" y="1549"/>
                    <a:pt x="6951" y="1329"/>
                    <a:pt x="7242" y="1142"/>
                  </a:cubicBezTo>
                  <a:cubicBezTo>
                    <a:pt x="7359" y="1072"/>
                    <a:pt x="7462" y="1027"/>
                    <a:pt x="7569" y="1002"/>
                  </a:cubicBezTo>
                  <a:cubicBezTo>
                    <a:pt x="7694" y="979"/>
                    <a:pt x="7800" y="898"/>
                    <a:pt x="7859" y="792"/>
                  </a:cubicBezTo>
                  <a:cubicBezTo>
                    <a:pt x="7918" y="678"/>
                    <a:pt x="7918" y="549"/>
                    <a:pt x="7859" y="443"/>
                  </a:cubicBezTo>
                  <a:cubicBezTo>
                    <a:pt x="7823" y="340"/>
                    <a:pt x="7764" y="259"/>
                    <a:pt x="7719" y="175"/>
                  </a:cubicBezTo>
                  <a:lnTo>
                    <a:pt x="7708" y="164"/>
                  </a:lnTo>
                  <a:cubicBezTo>
                    <a:pt x="7646" y="58"/>
                    <a:pt x="7535" y="1"/>
                    <a:pt x="74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4" name="Google Shape;654;p15"/>
            <p:cNvSpPr/>
            <p:nvPr/>
          </p:nvSpPr>
          <p:spPr>
            <a:xfrm>
              <a:off x="3502111" y="1457370"/>
              <a:ext cx="227230" cy="174885"/>
            </a:xfrm>
            <a:custGeom>
              <a:avLst/>
              <a:gdLst/>
              <a:ahLst/>
              <a:cxnLst/>
              <a:rect l="l" t="t" r="r" b="b"/>
              <a:pathLst>
                <a:path w="3004" h="2312" extrusionOk="0">
                  <a:moveTo>
                    <a:pt x="2702" y="595"/>
                  </a:moveTo>
                  <a:cubicBezTo>
                    <a:pt x="2713" y="595"/>
                    <a:pt x="2713" y="606"/>
                    <a:pt x="2724" y="606"/>
                  </a:cubicBezTo>
                  <a:cubicBezTo>
                    <a:pt x="2713" y="640"/>
                    <a:pt x="2702" y="687"/>
                    <a:pt x="2691" y="735"/>
                  </a:cubicBezTo>
                  <a:cubicBezTo>
                    <a:pt x="2654" y="687"/>
                    <a:pt x="2665" y="629"/>
                    <a:pt x="2702" y="595"/>
                  </a:cubicBezTo>
                  <a:close/>
                  <a:moveTo>
                    <a:pt x="1676" y="827"/>
                  </a:moveTo>
                  <a:cubicBezTo>
                    <a:pt x="1697" y="827"/>
                    <a:pt x="1718" y="830"/>
                    <a:pt x="1735" y="838"/>
                  </a:cubicBezTo>
                  <a:cubicBezTo>
                    <a:pt x="1712" y="861"/>
                    <a:pt x="1676" y="874"/>
                    <a:pt x="1641" y="874"/>
                  </a:cubicBezTo>
                  <a:cubicBezTo>
                    <a:pt x="1620" y="874"/>
                    <a:pt x="1601" y="870"/>
                    <a:pt x="1584" y="861"/>
                  </a:cubicBezTo>
                  <a:cubicBezTo>
                    <a:pt x="1599" y="839"/>
                    <a:pt x="1638" y="827"/>
                    <a:pt x="1676" y="827"/>
                  </a:cubicBezTo>
                  <a:close/>
                  <a:moveTo>
                    <a:pt x="2643" y="816"/>
                  </a:moveTo>
                  <a:cubicBezTo>
                    <a:pt x="2625" y="864"/>
                    <a:pt x="2565" y="903"/>
                    <a:pt x="2519" y="903"/>
                  </a:cubicBezTo>
                  <a:cubicBezTo>
                    <a:pt x="2510" y="903"/>
                    <a:pt x="2500" y="901"/>
                    <a:pt x="2492" y="897"/>
                  </a:cubicBezTo>
                  <a:cubicBezTo>
                    <a:pt x="2537" y="875"/>
                    <a:pt x="2584" y="838"/>
                    <a:pt x="2643" y="816"/>
                  </a:cubicBezTo>
                  <a:close/>
                  <a:moveTo>
                    <a:pt x="1864" y="849"/>
                  </a:moveTo>
                  <a:lnTo>
                    <a:pt x="1875" y="861"/>
                  </a:lnTo>
                  <a:cubicBezTo>
                    <a:pt x="1875" y="897"/>
                    <a:pt x="1816" y="944"/>
                    <a:pt x="1757" y="944"/>
                  </a:cubicBezTo>
                  <a:cubicBezTo>
                    <a:pt x="1794" y="908"/>
                    <a:pt x="1816" y="875"/>
                    <a:pt x="1838" y="849"/>
                  </a:cubicBezTo>
                  <a:close/>
                  <a:moveTo>
                    <a:pt x="397" y="908"/>
                  </a:moveTo>
                  <a:cubicBezTo>
                    <a:pt x="360" y="945"/>
                    <a:pt x="280" y="968"/>
                    <a:pt x="213" y="968"/>
                  </a:cubicBezTo>
                  <a:cubicBezTo>
                    <a:pt x="174" y="968"/>
                    <a:pt x="139" y="961"/>
                    <a:pt x="118" y="944"/>
                  </a:cubicBezTo>
                  <a:cubicBezTo>
                    <a:pt x="210" y="931"/>
                    <a:pt x="302" y="919"/>
                    <a:pt x="397" y="908"/>
                  </a:cubicBezTo>
                  <a:close/>
                  <a:moveTo>
                    <a:pt x="1048" y="1629"/>
                  </a:moveTo>
                  <a:cubicBezTo>
                    <a:pt x="1107" y="1699"/>
                    <a:pt x="1176" y="1769"/>
                    <a:pt x="1235" y="1838"/>
                  </a:cubicBezTo>
                  <a:cubicBezTo>
                    <a:pt x="1231" y="1839"/>
                    <a:pt x="1226" y="1839"/>
                    <a:pt x="1222" y="1839"/>
                  </a:cubicBezTo>
                  <a:cubicBezTo>
                    <a:pt x="1129" y="1839"/>
                    <a:pt x="1016" y="1709"/>
                    <a:pt x="1048" y="1629"/>
                  </a:cubicBezTo>
                  <a:close/>
                  <a:moveTo>
                    <a:pt x="1445" y="1688"/>
                  </a:moveTo>
                  <a:cubicBezTo>
                    <a:pt x="1467" y="1724"/>
                    <a:pt x="1433" y="1827"/>
                    <a:pt x="1386" y="1852"/>
                  </a:cubicBezTo>
                  <a:cubicBezTo>
                    <a:pt x="1364" y="1816"/>
                    <a:pt x="1408" y="1713"/>
                    <a:pt x="1445" y="1688"/>
                  </a:cubicBezTo>
                  <a:close/>
                  <a:moveTo>
                    <a:pt x="187" y="1526"/>
                  </a:moveTo>
                  <a:cubicBezTo>
                    <a:pt x="187" y="1537"/>
                    <a:pt x="199" y="1537"/>
                    <a:pt x="199" y="1537"/>
                  </a:cubicBezTo>
                  <a:cubicBezTo>
                    <a:pt x="246" y="1688"/>
                    <a:pt x="327" y="1816"/>
                    <a:pt x="442" y="1897"/>
                  </a:cubicBezTo>
                  <a:cubicBezTo>
                    <a:pt x="456" y="1908"/>
                    <a:pt x="456" y="1922"/>
                    <a:pt x="467" y="1933"/>
                  </a:cubicBezTo>
                  <a:lnTo>
                    <a:pt x="419" y="1933"/>
                  </a:lnTo>
                  <a:cubicBezTo>
                    <a:pt x="291" y="1838"/>
                    <a:pt x="210" y="1724"/>
                    <a:pt x="176" y="1573"/>
                  </a:cubicBezTo>
                  <a:lnTo>
                    <a:pt x="176" y="1537"/>
                  </a:lnTo>
                  <a:lnTo>
                    <a:pt x="187" y="1526"/>
                  </a:lnTo>
                  <a:close/>
                  <a:moveTo>
                    <a:pt x="581" y="2003"/>
                  </a:moveTo>
                  <a:cubicBezTo>
                    <a:pt x="665" y="2062"/>
                    <a:pt x="746" y="2095"/>
                    <a:pt x="838" y="2107"/>
                  </a:cubicBezTo>
                  <a:cubicBezTo>
                    <a:pt x="838" y="2118"/>
                    <a:pt x="850" y="2132"/>
                    <a:pt x="861" y="2143"/>
                  </a:cubicBezTo>
                  <a:cubicBezTo>
                    <a:pt x="838" y="2143"/>
                    <a:pt x="827" y="2154"/>
                    <a:pt x="816" y="2154"/>
                  </a:cubicBezTo>
                  <a:cubicBezTo>
                    <a:pt x="735" y="2143"/>
                    <a:pt x="651" y="2118"/>
                    <a:pt x="595" y="2062"/>
                  </a:cubicBezTo>
                  <a:cubicBezTo>
                    <a:pt x="570" y="2048"/>
                    <a:pt x="570" y="2026"/>
                    <a:pt x="559" y="2003"/>
                  </a:cubicBezTo>
                  <a:close/>
                  <a:moveTo>
                    <a:pt x="2562" y="0"/>
                  </a:moveTo>
                  <a:cubicBezTo>
                    <a:pt x="2551" y="11"/>
                    <a:pt x="2537" y="23"/>
                    <a:pt x="2526" y="48"/>
                  </a:cubicBezTo>
                  <a:cubicBezTo>
                    <a:pt x="2467" y="187"/>
                    <a:pt x="2397" y="327"/>
                    <a:pt x="2341" y="467"/>
                  </a:cubicBezTo>
                  <a:cubicBezTo>
                    <a:pt x="2316" y="489"/>
                    <a:pt x="2305" y="525"/>
                    <a:pt x="2283" y="559"/>
                  </a:cubicBezTo>
                  <a:cubicBezTo>
                    <a:pt x="2227" y="682"/>
                    <a:pt x="2128" y="733"/>
                    <a:pt x="2025" y="733"/>
                  </a:cubicBezTo>
                  <a:cubicBezTo>
                    <a:pt x="1953" y="733"/>
                    <a:pt x="1878" y="708"/>
                    <a:pt x="1816" y="665"/>
                  </a:cubicBezTo>
                  <a:cubicBezTo>
                    <a:pt x="1757" y="629"/>
                    <a:pt x="1713" y="581"/>
                    <a:pt x="1665" y="525"/>
                  </a:cubicBezTo>
                  <a:cubicBezTo>
                    <a:pt x="1584" y="456"/>
                    <a:pt x="1503" y="372"/>
                    <a:pt x="1419" y="291"/>
                  </a:cubicBezTo>
                  <a:cubicBezTo>
                    <a:pt x="1397" y="268"/>
                    <a:pt x="1364" y="268"/>
                    <a:pt x="1338" y="257"/>
                  </a:cubicBezTo>
                  <a:cubicBezTo>
                    <a:pt x="1294" y="361"/>
                    <a:pt x="1210" y="467"/>
                    <a:pt x="1118" y="525"/>
                  </a:cubicBezTo>
                  <a:cubicBezTo>
                    <a:pt x="1014" y="595"/>
                    <a:pt x="908" y="665"/>
                    <a:pt x="805" y="710"/>
                  </a:cubicBezTo>
                  <a:cubicBezTo>
                    <a:pt x="618" y="791"/>
                    <a:pt x="419" y="849"/>
                    <a:pt x="221" y="861"/>
                  </a:cubicBezTo>
                  <a:cubicBezTo>
                    <a:pt x="151" y="861"/>
                    <a:pt x="92" y="849"/>
                    <a:pt x="23" y="849"/>
                  </a:cubicBezTo>
                  <a:cubicBezTo>
                    <a:pt x="11" y="908"/>
                    <a:pt x="0" y="967"/>
                    <a:pt x="0" y="1037"/>
                  </a:cubicBezTo>
                  <a:cubicBezTo>
                    <a:pt x="11" y="1165"/>
                    <a:pt x="11" y="1294"/>
                    <a:pt x="37" y="1419"/>
                  </a:cubicBezTo>
                  <a:cubicBezTo>
                    <a:pt x="129" y="1805"/>
                    <a:pt x="372" y="2048"/>
                    <a:pt x="721" y="2202"/>
                  </a:cubicBezTo>
                  <a:cubicBezTo>
                    <a:pt x="889" y="2275"/>
                    <a:pt x="1057" y="2312"/>
                    <a:pt x="1232" y="2312"/>
                  </a:cubicBezTo>
                  <a:cubicBezTo>
                    <a:pt x="1275" y="2312"/>
                    <a:pt x="1319" y="2309"/>
                    <a:pt x="1364" y="2305"/>
                  </a:cubicBezTo>
                  <a:cubicBezTo>
                    <a:pt x="1433" y="2305"/>
                    <a:pt x="1503" y="2283"/>
                    <a:pt x="1573" y="2257"/>
                  </a:cubicBezTo>
                  <a:cubicBezTo>
                    <a:pt x="2037" y="2095"/>
                    <a:pt x="2364" y="1794"/>
                    <a:pt x="2551" y="1338"/>
                  </a:cubicBezTo>
                  <a:cubicBezTo>
                    <a:pt x="2691" y="989"/>
                    <a:pt x="2841" y="651"/>
                    <a:pt x="2992" y="302"/>
                  </a:cubicBezTo>
                  <a:cubicBezTo>
                    <a:pt x="3003" y="302"/>
                    <a:pt x="3003" y="291"/>
                    <a:pt x="3003" y="280"/>
                  </a:cubicBezTo>
                  <a:cubicBezTo>
                    <a:pt x="2816" y="257"/>
                    <a:pt x="2691" y="129"/>
                    <a:pt x="2562"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15"/>
            <p:cNvSpPr/>
            <p:nvPr/>
          </p:nvSpPr>
          <p:spPr>
            <a:xfrm>
              <a:off x="3371936" y="1304730"/>
              <a:ext cx="209454" cy="195838"/>
            </a:xfrm>
            <a:custGeom>
              <a:avLst/>
              <a:gdLst/>
              <a:ahLst/>
              <a:cxnLst/>
              <a:rect l="l" t="t" r="r" b="b"/>
              <a:pathLst>
                <a:path w="2769" h="2589" extrusionOk="0">
                  <a:moveTo>
                    <a:pt x="236" y="1"/>
                  </a:moveTo>
                  <a:cubicBezTo>
                    <a:pt x="176" y="1"/>
                    <a:pt x="111" y="18"/>
                    <a:pt x="45" y="29"/>
                  </a:cubicBezTo>
                  <a:lnTo>
                    <a:pt x="45" y="40"/>
                  </a:lnTo>
                  <a:cubicBezTo>
                    <a:pt x="104" y="51"/>
                    <a:pt x="151" y="63"/>
                    <a:pt x="196" y="85"/>
                  </a:cubicBezTo>
                  <a:cubicBezTo>
                    <a:pt x="313" y="121"/>
                    <a:pt x="417" y="180"/>
                    <a:pt x="475" y="295"/>
                  </a:cubicBezTo>
                  <a:cubicBezTo>
                    <a:pt x="534" y="423"/>
                    <a:pt x="512" y="518"/>
                    <a:pt x="372" y="563"/>
                  </a:cubicBezTo>
                  <a:cubicBezTo>
                    <a:pt x="336" y="588"/>
                    <a:pt x="302" y="599"/>
                    <a:pt x="266" y="621"/>
                  </a:cubicBezTo>
                  <a:cubicBezTo>
                    <a:pt x="221" y="658"/>
                    <a:pt x="207" y="702"/>
                    <a:pt x="243" y="750"/>
                  </a:cubicBezTo>
                  <a:cubicBezTo>
                    <a:pt x="302" y="853"/>
                    <a:pt x="291" y="948"/>
                    <a:pt x="207" y="1029"/>
                  </a:cubicBezTo>
                  <a:cubicBezTo>
                    <a:pt x="137" y="1121"/>
                    <a:pt x="81" y="1228"/>
                    <a:pt x="45" y="1342"/>
                  </a:cubicBezTo>
                  <a:cubicBezTo>
                    <a:pt x="0" y="1520"/>
                    <a:pt x="156" y="1707"/>
                    <a:pt x="310" y="1707"/>
                  </a:cubicBezTo>
                  <a:cubicBezTo>
                    <a:pt x="319" y="1707"/>
                    <a:pt x="327" y="1706"/>
                    <a:pt x="336" y="1705"/>
                  </a:cubicBezTo>
                  <a:cubicBezTo>
                    <a:pt x="383" y="1691"/>
                    <a:pt x="417" y="1680"/>
                    <a:pt x="453" y="1658"/>
                  </a:cubicBezTo>
                  <a:cubicBezTo>
                    <a:pt x="486" y="1635"/>
                    <a:pt x="512" y="1610"/>
                    <a:pt x="534" y="1577"/>
                  </a:cubicBezTo>
                  <a:cubicBezTo>
                    <a:pt x="594" y="1522"/>
                    <a:pt x="669" y="1496"/>
                    <a:pt x="744" y="1496"/>
                  </a:cubicBezTo>
                  <a:cubicBezTo>
                    <a:pt x="815" y="1496"/>
                    <a:pt x="885" y="1519"/>
                    <a:pt x="942" y="1566"/>
                  </a:cubicBezTo>
                  <a:cubicBezTo>
                    <a:pt x="1104" y="1691"/>
                    <a:pt x="1140" y="1856"/>
                    <a:pt x="1045" y="2041"/>
                  </a:cubicBezTo>
                  <a:cubicBezTo>
                    <a:pt x="1034" y="2077"/>
                    <a:pt x="1023" y="2099"/>
                    <a:pt x="1012" y="2136"/>
                  </a:cubicBezTo>
                  <a:cubicBezTo>
                    <a:pt x="1001" y="2180"/>
                    <a:pt x="1012" y="2228"/>
                    <a:pt x="1045" y="2264"/>
                  </a:cubicBezTo>
                  <a:cubicBezTo>
                    <a:pt x="1066" y="2277"/>
                    <a:pt x="1087" y="2283"/>
                    <a:pt x="1110" y="2283"/>
                  </a:cubicBezTo>
                  <a:cubicBezTo>
                    <a:pt x="1126" y="2283"/>
                    <a:pt x="1143" y="2280"/>
                    <a:pt x="1163" y="2275"/>
                  </a:cubicBezTo>
                  <a:cubicBezTo>
                    <a:pt x="1232" y="2239"/>
                    <a:pt x="1280" y="2205"/>
                    <a:pt x="1313" y="2136"/>
                  </a:cubicBezTo>
                  <a:cubicBezTo>
                    <a:pt x="1370" y="1988"/>
                    <a:pt x="1485" y="1932"/>
                    <a:pt x="1617" y="1932"/>
                  </a:cubicBezTo>
                  <a:cubicBezTo>
                    <a:pt x="1673" y="1932"/>
                    <a:pt x="1732" y="1942"/>
                    <a:pt x="1791" y="1960"/>
                  </a:cubicBezTo>
                  <a:cubicBezTo>
                    <a:pt x="1902" y="1991"/>
                    <a:pt x="2005" y="2020"/>
                    <a:pt x="2113" y="2020"/>
                  </a:cubicBezTo>
                  <a:cubicBezTo>
                    <a:pt x="2129" y="2020"/>
                    <a:pt x="2146" y="2020"/>
                    <a:pt x="2163" y="2018"/>
                  </a:cubicBezTo>
                  <a:cubicBezTo>
                    <a:pt x="2258" y="2018"/>
                    <a:pt x="2327" y="2066"/>
                    <a:pt x="2372" y="2147"/>
                  </a:cubicBezTo>
                  <a:cubicBezTo>
                    <a:pt x="2420" y="2194"/>
                    <a:pt x="2420" y="2250"/>
                    <a:pt x="2386" y="2309"/>
                  </a:cubicBezTo>
                  <a:cubicBezTo>
                    <a:pt x="2372" y="2345"/>
                    <a:pt x="2350" y="2379"/>
                    <a:pt x="2327" y="2415"/>
                  </a:cubicBezTo>
                  <a:cubicBezTo>
                    <a:pt x="2302" y="2460"/>
                    <a:pt x="2316" y="2496"/>
                    <a:pt x="2350" y="2529"/>
                  </a:cubicBezTo>
                  <a:cubicBezTo>
                    <a:pt x="2386" y="2555"/>
                    <a:pt x="2409" y="2577"/>
                    <a:pt x="2442" y="2588"/>
                  </a:cubicBezTo>
                  <a:lnTo>
                    <a:pt x="2490" y="2588"/>
                  </a:lnTo>
                  <a:cubicBezTo>
                    <a:pt x="2548" y="2555"/>
                    <a:pt x="2607" y="2518"/>
                    <a:pt x="2666" y="2485"/>
                  </a:cubicBezTo>
                  <a:cubicBezTo>
                    <a:pt x="2688" y="2460"/>
                    <a:pt x="2699" y="2448"/>
                    <a:pt x="2721" y="2437"/>
                  </a:cubicBezTo>
                  <a:cubicBezTo>
                    <a:pt x="2769" y="2415"/>
                    <a:pt x="2769" y="2379"/>
                    <a:pt x="2747" y="2345"/>
                  </a:cubicBezTo>
                  <a:cubicBezTo>
                    <a:pt x="2721" y="2309"/>
                    <a:pt x="2699" y="2275"/>
                    <a:pt x="2677" y="2250"/>
                  </a:cubicBezTo>
                  <a:cubicBezTo>
                    <a:pt x="2526" y="2158"/>
                    <a:pt x="2490" y="2007"/>
                    <a:pt x="2512" y="1845"/>
                  </a:cubicBezTo>
                  <a:cubicBezTo>
                    <a:pt x="2512" y="1820"/>
                    <a:pt x="2512" y="1786"/>
                    <a:pt x="2526" y="1761"/>
                  </a:cubicBezTo>
                  <a:cubicBezTo>
                    <a:pt x="2537" y="1669"/>
                    <a:pt x="2571" y="1588"/>
                    <a:pt x="2596" y="1507"/>
                  </a:cubicBezTo>
                  <a:cubicBezTo>
                    <a:pt x="2640" y="1342"/>
                    <a:pt x="2666" y="1180"/>
                    <a:pt x="2582" y="1018"/>
                  </a:cubicBezTo>
                  <a:cubicBezTo>
                    <a:pt x="2582" y="1007"/>
                    <a:pt x="2571" y="993"/>
                    <a:pt x="2559" y="982"/>
                  </a:cubicBezTo>
                  <a:cubicBezTo>
                    <a:pt x="2537" y="937"/>
                    <a:pt x="2501" y="901"/>
                    <a:pt x="2467" y="878"/>
                  </a:cubicBezTo>
                  <a:cubicBezTo>
                    <a:pt x="2437" y="848"/>
                    <a:pt x="2402" y="833"/>
                    <a:pt x="2370" y="833"/>
                  </a:cubicBezTo>
                  <a:cubicBezTo>
                    <a:pt x="2327" y="833"/>
                    <a:pt x="2288" y="859"/>
                    <a:pt x="2269" y="912"/>
                  </a:cubicBezTo>
                  <a:cubicBezTo>
                    <a:pt x="2221" y="982"/>
                    <a:pt x="2199" y="1063"/>
                    <a:pt x="2188" y="1158"/>
                  </a:cubicBezTo>
                  <a:cubicBezTo>
                    <a:pt x="2163" y="1228"/>
                    <a:pt x="2163" y="1309"/>
                    <a:pt x="2151" y="1390"/>
                  </a:cubicBezTo>
                  <a:cubicBezTo>
                    <a:pt x="2140" y="1518"/>
                    <a:pt x="2059" y="1599"/>
                    <a:pt x="1953" y="1658"/>
                  </a:cubicBezTo>
                  <a:cubicBezTo>
                    <a:pt x="1931" y="1669"/>
                    <a:pt x="1905" y="1672"/>
                    <a:pt x="1877" y="1672"/>
                  </a:cubicBezTo>
                  <a:cubicBezTo>
                    <a:pt x="1850" y="1672"/>
                    <a:pt x="1820" y="1669"/>
                    <a:pt x="1791" y="1669"/>
                  </a:cubicBezTo>
                  <a:cubicBezTo>
                    <a:pt x="1774" y="1675"/>
                    <a:pt x="1757" y="1675"/>
                    <a:pt x="1741" y="1675"/>
                  </a:cubicBezTo>
                  <a:cubicBezTo>
                    <a:pt x="1725" y="1675"/>
                    <a:pt x="1710" y="1675"/>
                    <a:pt x="1699" y="1680"/>
                  </a:cubicBezTo>
                  <a:cubicBezTo>
                    <a:pt x="1639" y="1706"/>
                    <a:pt x="1585" y="1719"/>
                    <a:pt x="1537" y="1719"/>
                  </a:cubicBezTo>
                  <a:cubicBezTo>
                    <a:pt x="1433" y="1719"/>
                    <a:pt x="1354" y="1660"/>
                    <a:pt x="1291" y="1540"/>
                  </a:cubicBezTo>
                  <a:cubicBezTo>
                    <a:pt x="1210" y="1390"/>
                    <a:pt x="1012" y="1286"/>
                    <a:pt x="836" y="1272"/>
                  </a:cubicBezTo>
                  <a:cubicBezTo>
                    <a:pt x="813" y="1272"/>
                    <a:pt x="802" y="1272"/>
                    <a:pt x="780" y="1286"/>
                  </a:cubicBezTo>
                  <a:cubicBezTo>
                    <a:pt x="732" y="1286"/>
                    <a:pt x="685" y="1309"/>
                    <a:pt x="640" y="1356"/>
                  </a:cubicBezTo>
                  <a:cubicBezTo>
                    <a:pt x="582" y="1419"/>
                    <a:pt x="529" y="1452"/>
                    <a:pt x="476" y="1452"/>
                  </a:cubicBezTo>
                  <a:cubicBezTo>
                    <a:pt x="442" y="1452"/>
                    <a:pt x="408" y="1439"/>
                    <a:pt x="372" y="1412"/>
                  </a:cubicBezTo>
                  <a:cubicBezTo>
                    <a:pt x="266" y="1342"/>
                    <a:pt x="243" y="1216"/>
                    <a:pt x="302" y="1110"/>
                  </a:cubicBezTo>
                  <a:cubicBezTo>
                    <a:pt x="347" y="1018"/>
                    <a:pt x="431" y="948"/>
                    <a:pt x="523" y="901"/>
                  </a:cubicBezTo>
                  <a:cubicBezTo>
                    <a:pt x="604" y="853"/>
                    <a:pt x="685" y="809"/>
                    <a:pt x="766" y="761"/>
                  </a:cubicBezTo>
                  <a:cubicBezTo>
                    <a:pt x="850" y="728"/>
                    <a:pt x="894" y="658"/>
                    <a:pt x="906" y="574"/>
                  </a:cubicBezTo>
                  <a:cubicBezTo>
                    <a:pt x="919" y="504"/>
                    <a:pt x="894" y="434"/>
                    <a:pt x="861" y="364"/>
                  </a:cubicBezTo>
                  <a:cubicBezTo>
                    <a:pt x="732" y="144"/>
                    <a:pt x="534" y="15"/>
                    <a:pt x="277" y="4"/>
                  </a:cubicBezTo>
                  <a:cubicBezTo>
                    <a:pt x="264" y="2"/>
                    <a:pt x="250" y="1"/>
                    <a:pt x="236"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15"/>
            <p:cNvSpPr/>
            <p:nvPr/>
          </p:nvSpPr>
          <p:spPr>
            <a:xfrm>
              <a:off x="3363086" y="1280449"/>
              <a:ext cx="235021" cy="200831"/>
            </a:xfrm>
            <a:custGeom>
              <a:avLst/>
              <a:gdLst/>
              <a:ahLst/>
              <a:cxnLst/>
              <a:rect l="l" t="t" r="r" b="b"/>
              <a:pathLst>
                <a:path w="3107" h="2655" extrusionOk="0">
                  <a:moveTo>
                    <a:pt x="423" y="1"/>
                  </a:moveTo>
                  <a:cubicBezTo>
                    <a:pt x="301" y="1"/>
                    <a:pt x="179" y="49"/>
                    <a:pt x="92" y="152"/>
                  </a:cubicBezTo>
                  <a:cubicBezTo>
                    <a:pt x="59" y="196"/>
                    <a:pt x="34" y="244"/>
                    <a:pt x="0" y="291"/>
                  </a:cubicBezTo>
                  <a:lnTo>
                    <a:pt x="0" y="336"/>
                  </a:lnTo>
                  <a:cubicBezTo>
                    <a:pt x="11" y="336"/>
                    <a:pt x="11" y="350"/>
                    <a:pt x="22" y="350"/>
                  </a:cubicBezTo>
                  <a:lnTo>
                    <a:pt x="59" y="350"/>
                  </a:lnTo>
                  <a:cubicBezTo>
                    <a:pt x="140" y="325"/>
                    <a:pt x="221" y="303"/>
                    <a:pt x="302" y="291"/>
                  </a:cubicBezTo>
                  <a:cubicBezTo>
                    <a:pt x="335" y="286"/>
                    <a:pt x="367" y="284"/>
                    <a:pt x="399" y="284"/>
                  </a:cubicBezTo>
                  <a:cubicBezTo>
                    <a:pt x="525" y="284"/>
                    <a:pt x="646" y="324"/>
                    <a:pt x="757" y="406"/>
                  </a:cubicBezTo>
                  <a:cubicBezTo>
                    <a:pt x="872" y="476"/>
                    <a:pt x="978" y="571"/>
                    <a:pt x="1036" y="699"/>
                  </a:cubicBezTo>
                  <a:cubicBezTo>
                    <a:pt x="1118" y="873"/>
                    <a:pt x="1070" y="1035"/>
                    <a:pt x="897" y="1130"/>
                  </a:cubicBezTo>
                  <a:cubicBezTo>
                    <a:pt x="813" y="1188"/>
                    <a:pt x="721" y="1222"/>
                    <a:pt x="640" y="1269"/>
                  </a:cubicBezTo>
                  <a:cubicBezTo>
                    <a:pt x="559" y="1314"/>
                    <a:pt x="489" y="1373"/>
                    <a:pt x="453" y="1468"/>
                  </a:cubicBezTo>
                  <a:cubicBezTo>
                    <a:pt x="408" y="1549"/>
                    <a:pt x="430" y="1641"/>
                    <a:pt x="511" y="1699"/>
                  </a:cubicBezTo>
                  <a:cubicBezTo>
                    <a:pt x="543" y="1721"/>
                    <a:pt x="572" y="1733"/>
                    <a:pt x="599" y="1733"/>
                  </a:cubicBezTo>
                  <a:cubicBezTo>
                    <a:pt x="632" y="1733"/>
                    <a:pt x="661" y="1715"/>
                    <a:pt x="687" y="1677"/>
                  </a:cubicBezTo>
                  <a:cubicBezTo>
                    <a:pt x="757" y="1593"/>
                    <a:pt x="838" y="1560"/>
                    <a:pt x="930" y="1560"/>
                  </a:cubicBezTo>
                  <a:cubicBezTo>
                    <a:pt x="989" y="1560"/>
                    <a:pt x="1048" y="1571"/>
                    <a:pt x="1106" y="1582"/>
                  </a:cubicBezTo>
                  <a:cubicBezTo>
                    <a:pt x="1257" y="1630"/>
                    <a:pt x="1386" y="1711"/>
                    <a:pt x="1467" y="1873"/>
                  </a:cubicBezTo>
                  <a:cubicBezTo>
                    <a:pt x="1509" y="1957"/>
                    <a:pt x="1574" y="1999"/>
                    <a:pt x="1654" y="1999"/>
                  </a:cubicBezTo>
                  <a:cubicBezTo>
                    <a:pt x="1686" y="1999"/>
                    <a:pt x="1721" y="1992"/>
                    <a:pt x="1757" y="1979"/>
                  </a:cubicBezTo>
                  <a:cubicBezTo>
                    <a:pt x="1808" y="1963"/>
                    <a:pt x="1852" y="1951"/>
                    <a:pt x="1900" y="1951"/>
                  </a:cubicBezTo>
                  <a:cubicBezTo>
                    <a:pt x="1918" y="1951"/>
                    <a:pt x="1936" y="1953"/>
                    <a:pt x="1956" y="1956"/>
                  </a:cubicBezTo>
                  <a:cubicBezTo>
                    <a:pt x="1964" y="1959"/>
                    <a:pt x="1974" y="1961"/>
                    <a:pt x="1984" y="1961"/>
                  </a:cubicBezTo>
                  <a:cubicBezTo>
                    <a:pt x="2013" y="1961"/>
                    <a:pt x="2045" y="1950"/>
                    <a:pt x="2070" y="1931"/>
                  </a:cubicBezTo>
                  <a:cubicBezTo>
                    <a:pt x="2187" y="1861"/>
                    <a:pt x="2235" y="1758"/>
                    <a:pt x="2246" y="1630"/>
                  </a:cubicBezTo>
                  <a:cubicBezTo>
                    <a:pt x="2257" y="1523"/>
                    <a:pt x="2268" y="1409"/>
                    <a:pt x="2294" y="1303"/>
                  </a:cubicBezTo>
                  <a:cubicBezTo>
                    <a:pt x="2305" y="1258"/>
                    <a:pt x="2338" y="1211"/>
                    <a:pt x="2375" y="1163"/>
                  </a:cubicBezTo>
                  <a:cubicBezTo>
                    <a:pt x="2407" y="1131"/>
                    <a:pt x="2446" y="1113"/>
                    <a:pt x="2486" y="1113"/>
                  </a:cubicBezTo>
                  <a:cubicBezTo>
                    <a:pt x="2519" y="1113"/>
                    <a:pt x="2553" y="1125"/>
                    <a:pt x="2584" y="1152"/>
                  </a:cubicBezTo>
                  <a:cubicBezTo>
                    <a:pt x="2643" y="1188"/>
                    <a:pt x="2688" y="1233"/>
                    <a:pt x="2724" y="1292"/>
                  </a:cubicBezTo>
                  <a:cubicBezTo>
                    <a:pt x="2757" y="1361"/>
                    <a:pt x="2769" y="1431"/>
                    <a:pt x="2783" y="1512"/>
                  </a:cubicBezTo>
                  <a:cubicBezTo>
                    <a:pt x="2805" y="1630"/>
                    <a:pt x="2769" y="1733"/>
                    <a:pt x="2735" y="1850"/>
                  </a:cubicBezTo>
                  <a:cubicBezTo>
                    <a:pt x="2724" y="1898"/>
                    <a:pt x="2713" y="1943"/>
                    <a:pt x="2699" y="1990"/>
                  </a:cubicBezTo>
                  <a:cubicBezTo>
                    <a:pt x="2688" y="2060"/>
                    <a:pt x="2665" y="2141"/>
                    <a:pt x="2665" y="2211"/>
                  </a:cubicBezTo>
                  <a:cubicBezTo>
                    <a:pt x="2654" y="2350"/>
                    <a:pt x="2688" y="2468"/>
                    <a:pt x="2816" y="2549"/>
                  </a:cubicBezTo>
                  <a:cubicBezTo>
                    <a:pt x="2852" y="2571"/>
                    <a:pt x="2875" y="2607"/>
                    <a:pt x="2908" y="2655"/>
                  </a:cubicBezTo>
                  <a:cubicBezTo>
                    <a:pt x="2933" y="2526"/>
                    <a:pt x="2967" y="2398"/>
                    <a:pt x="2908" y="2269"/>
                  </a:cubicBezTo>
                  <a:cubicBezTo>
                    <a:pt x="2897" y="2258"/>
                    <a:pt x="2886" y="2247"/>
                    <a:pt x="2886" y="2222"/>
                  </a:cubicBezTo>
                  <a:cubicBezTo>
                    <a:pt x="2805" y="2096"/>
                    <a:pt x="2805" y="2082"/>
                    <a:pt x="2908" y="1956"/>
                  </a:cubicBezTo>
                  <a:cubicBezTo>
                    <a:pt x="2992" y="1861"/>
                    <a:pt x="3048" y="1758"/>
                    <a:pt x="3073" y="1630"/>
                  </a:cubicBezTo>
                  <a:cubicBezTo>
                    <a:pt x="3107" y="1468"/>
                    <a:pt x="3073" y="1328"/>
                    <a:pt x="2956" y="1211"/>
                  </a:cubicBezTo>
                  <a:cubicBezTo>
                    <a:pt x="2816" y="1060"/>
                    <a:pt x="2644" y="977"/>
                    <a:pt x="2444" y="977"/>
                  </a:cubicBezTo>
                  <a:cubicBezTo>
                    <a:pt x="2429" y="977"/>
                    <a:pt x="2413" y="978"/>
                    <a:pt x="2397" y="979"/>
                  </a:cubicBezTo>
                  <a:cubicBezTo>
                    <a:pt x="2210" y="990"/>
                    <a:pt x="2059" y="1141"/>
                    <a:pt x="2037" y="1339"/>
                  </a:cubicBezTo>
                  <a:cubicBezTo>
                    <a:pt x="2025" y="1454"/>
                    <a:pt x="2037" y="1571"/>
                    <a:pt x="2037" y="1688"/>
                  </a:cubicBezTo>
                  <a:cubicBezTo>
                    <a:pt x="2048" y="1758"/>
                    <a:pt x="2025" y="1792"/>
                    <a:pt x="1956" y="1828"/>
                  </a:cubicBezTo>
                  <a:cubicBezTo>
                    <a:pt x="1917" y="1849"/>
                    <a:pt x="1874" y="1860"/>
                    <a:pt x="1831" y="1860"/>
                  </a:cubicBezTo>
                  <a:cubicBezTo>
                    <a:pt x="1754" y="1860"/>
                    <a:pt x="1676" y="1828"/>
                    <a:pt x="1618" y="1769"/>
                  </a:cubicBezTo>
                  <a:cubicBezTo>
                    <a:pt x="1595" y="1733"/>
                    <a:pt x="1559" y="1699"/>
                    <a:pt x="1537" y="1663"/>
                  </a:cubicBezTo>
                  <a:cubicBezTo>
                    <a:pt x="1500" y="1607"/>
                    <a:pt x="1467" y="1582"/>
                    <a:pt x="1408" y="1571"/>
                  </a:cubicBezTo>
                  <a:cubicBezTo>
                    <a:pt x="1338" y="1549"/>
                    <a:pt x="1280" y="1523"/>
                    <a:pt x="1221" y="1501"/>
                  </a:cubicBezTo>
                  <a:cubicBezTo>
                    <a:pt x="1070" y="1431"/>
                    <a:pt x="1048" y="1280"/>
                    <a:pt x="1176" y="1163"/>
                  </a:cubicBezTo>
                  <a:cubicBezTo>
                    <a:pt x="1232" y="1118"/>
                    <a:pt x="1291" y="1082"/>
                    <a:pt x="1349" y="1035"/>
                  </a:cubicBezTo>
                  <a:cubicBezTo>
                    <a:pt x="1456" y="965"/>
                    <a:pt x="1511" y="861"/>
                    <a:pt x="1500" y="744"/>
                  </a:cubicBezTo>
                  <a:cubicBezTo>
                    <a:pt x="1500" y="616"/>
                    <a:pt x="1456" y="501"/>
                    <a:pt x="1361" y="420"/>
                  </a:cubicBezTo>
                  <a:cubicBezTo>
                    <a:pt x="1307" y="357"/>
                    <a:pt x="1238" y="336"/>
                    <a:pt x="1164" y="336"/>
                  </a:cubicBezTo>
                  <a:cubicBezTo>
                    <a:pt x="1126" y="336"/>
                    <a:pt x="1087" y="342"/>
                    <a:pt x="1048" y="350"/>
                  </a:cubicBezTo>
                  <a:cubicBezTo>
                    <a:pt x="1003" y="360"/>
                    <a:pt x="972" y="366"/>
                    <a:pt x="948" y="366"/>
                  </a:cubicBezTo>
                  <a:cubicBezTo>
                    <a:pt x="891" y="366"/>
                    <a:pt x="876" y="331"/>
                    <a:pt x="827" y="233"/>
                  </a:cubicBezTo>
                  <a:cubicBezTo>
                    <a:pt x="740" y="82"/>
                    <a:pt x="581" y="1"/>
                    <a:pt x="423"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15"/>
            <p:cNvSpPr/>
            <p:nvPr/>
          </p:nvSpPr>
          <p:spPr>
            <a:xfrm>
              <a:off x="3357791" y="1371973"/>
              <a:ext cx="197200" cy="138577"/>
            </a:xfrm>
            <a:custGeom>
              <a:avLst/>
              <a:gdLst/>
              <a:ahLst/>
              <a:cxnLst/>
              <a:rect l="l" t="t" r="r" b="b"/>
              <a:pathLst>
                <a:path w="2607" h="1832" extrusionOk="0">
                  <a:moveTo>
                    <a:pt x="430" y="1"/>
                  </a:moveTo>
                  <a:lnTo>
                    <a:pt x="430" y="1"/>
                  </a:lnTo>
                  <a:cubicBezTo>
                    <a:pt x="313" y="23"/>
                    <a:pt x="173" y="140"/>
                    <a:pt x="129" y="269"/>
                  </a:cubicBezTo>
                  <a:cubicBezTo>
                    <a:pt x="0" y="582"/>
                    <a:pt x="129" y="909"/>
                    <a:pt x="430" y="1048"/>
                  </a:cubicBezTo>
                  <a:cubicBezTo>
                    <a:pt x="559" y="1107"/>
                    <a:pt x="699" y="1129"/>
                    <a:pt x="849" y="1140"/>
                  </a:cubicBezTo>
                  <a:cubicBezTo>
                    <a:pt x="930" y="1152"/>
                    <a:pt x="942" y="1166"/>
                    <a:pt x="919" y="1247"/>
                  </a:cubicBezTo>
                  <a:cubicBezTo>
                    <a:pt x="897" y="1316"/>
                    <a:pt x="872" y="1375"/>
                    <a:pt x="897" y="1456"/>
                  </a:cubicBezTo>
                  <a:cubicBezTo>
                    <a:pt x="930" y="1571"/>
                    <a:pt x="1023" y="1640"/>
                    <a:pt x="1129" y="1677"/>
                  </a:cubicBezTo>
                  <a:cubicBezTo>
                    <a:pt x="1201" y="1701"/>
                    <a:pt x="1274" y="1714"/>
                    <a:pt x="1346" y="1714"/>
                  </a:cubicBezTo>
                  <a:cubicBezTo>
                    <a:pt x="1446" y="1714"/>
                    <a:pt x="1546" y="1689"/>
                    <a:pt x="1640" y="1640"/>
                  </a:cubicBezTo>
                  <a:cubicBezTo>
                    <a:pt x="1713" y="1600"/>
                    <a:pt x="1797" y="1558"/>
                    <a:pt x="1880" y="1558"/>
                  </a:cubicBezTo>
                  <a:cubicBezTo>
                    <a:pt x="1890" y="1558"/>
                    <a:pt x="1899" y="1558"/>
                    <a:pt x="1908" y="1559"/>
                  </a:cubicBezTo>
                  <a:cubicBezTo>
                    <a:pt x="1989" y="1559"/>
                    <a:pt x="2037" y="1596"/>
                    <a:pt x="2070" y="1677"/>
                  </a:cubicBezTo>
                  <a:cubicBezTo>
                    <a:pt x="2095" y="1710"/>
                    <a:pt x="2107" y="1758"/>
                    <a:pt x="2140" y="1780"/>
                  </a:cubicBezTo>
                  <a:cubicBezTo>
                    <a:pt x="2168" y="1817"/>
                    <a:pt x="2209" y="1832"/>
                    <a:pt x="2253" y="1832"/>
                  </a:cubicBezTo>
                  <a:cubicBezTo>
                    <a:pt x="2266" y="1832"/>
                    <a:pt x="2280" y="1830"/>
                    <a:pt x="2294" y="1828"/>
                  </a:cubicBezTo>
                  <a:cubicBezTo>
                    <a:pt x="2408" y="1816"/>
                    <a:pt x="2514" y="1780"/>
                    <a:pt x="2607" y="1735"/>
                  </a:cubicBezTo>
                  <a:cubicBezTo>
                    <a:pt x="2573" y="1710"/>
                    <a:pt x="2537" y="1688"/>
                    <a:pt x="2503" y="1666"/>
                  </a:cubicBezTo>
                  <a:cubicBezTo>
                    <a:pt x="2456" y="1618"/>
                    <a:pt x="2445" y="1585"/>
                    <a:pt x="2478" y="1526"/>
                  </a:cubicBezTo>
                  <a:cubicBezTo>
                    <a:pt x="2489" y="1478"/>
                    <a:pt x="2514" y="1445"/>
                    <a:pt x="2537" y="1409"/>
                  </a:cubicBezTo>
                  <a:cubicBezTo>
                    <a:pt x="2573" y="1350"/>
                    <a:pt x="2559" y="1305"/>
                    <a:pt x="2526" y="1269"/>
                  </a:cubicBezTo>
                  <a:cubicBezTo>
                    <a:pt x="2476" y="1201"/>
                    <a:pt x="2411" y="1174"/>
                    <a:pt x="2336" y="1174"/>
                  </a:cubicBezTo>
                  <a:cubicBezTo>
                    <a:pt x="2323" y="1174"/>
                    <a:pt x="2308" y="1175"/>
                    <a:pt x="2294" y="1177"/>
                  </a:cubicBezTo>
                  <a:cubicBezTo>
                    <a:pt x="2273" y="1179"/>
                    <a:pt x="2253" y="1181"/>
                    <a:pt x="2232" y="1181"/>
                  </a:cubicBezTo>
                  <a:cubicBezTo>
                    <a:pt x="2170" y="1181"/>
                    <a:pt x="2109" y="1168"/>
                    <a:pt x="2048" y="1140"/>
                  </a:cubicBezTo>
                  <a:cubicBezTo>
                    <a:pt x="1974" y="1113"/>
                    <a:pt x="1890" y="1092"/>
                    <a:pt x="1806" y="1092"/>
                  </a:cubicBezTo>
                  <a:cubicBezTo>
                    <a:pt x="1786" y="1092"/>
                    <a:pt x="1766" y="1093"/>
                    <a:pt x="1746" y="1096"/>
                  </a:cubicBezTo>
                  <a:cubicBezTo>
                    <a:pt x="1676" y="1107"/>
                    <a:pt x="1618" y="1140"/>
                    <a:pt x="1570" y="1210"/>
                  </a:cubicBezTo>
                  <a:cubicBezTo>
                    <a:pt x="1548" y="1258"/>
                    <a:pt x="1537" y="1291"/>
                    <a:pt x="1500" y="1316"/>
                  </a:cubicBezTo>
                  <a:cubicBezTo>
                    <a:pt x="1456" y="1361"/>
                    <a:pt x="1408" y="1397"/>
                    <a:pt x="1350" y="1420"/>
                  </a:cubicBezTo>
                  <a:cubicBezTo>
                    <a:pt x="1329" y="1429"/>
                    <a:pt x="1308" y="1434"/>
                    <a:pt x="1289" y="1434"/>
                  </a:cubicBezTo>
                  <a:cubicBezTo>
                    <a:pt x="1209" y="1434"/>
                    <a:pt x="1144" y="1363"/>
                    <a:pt x="1162" y="1269"/>
                  </a:cubicBezTo>
                  <a:cubicBezTo>
                    <a:pt x="1176" y="1210"/>
                    <a:pt x="1199" y="1152"/>
                    <a:pt x="1221" y="1096"/>
                  </a:cubicBezTo>
                  <a:cubicBezTo>
                    <a:pt x="1269" y="978"/>
                    <a:pt x="1246" y="872"/>
                    <a:pt x="1162" y="780"/>
                  </a:cubicBezTo>
                  <a:cubicBezTo>
                    <a:pt x="1107" y="699"/>
                    <a:pt x="1032" y="652"/>
                    <a:pt x="945" y="652"/>
                  </a:cubicBezTo>
                  <a:cubicBezTo>
                    <a:pt x="921" y="652"/>
                    <a:pt x="897" y="655"/>
                    <a:pt x="872" y="663"/>
                  </a:cubicBezTo>
                  <a:cubicBezTo>
                    <a:pt x="838" y="663"/>
                    <a:pt x="802" y="688"/>
                    <a:pt x="768" y="710"/>
                  </a:cubicBezTo>
                  <a:cubicBezTo>
                    <a:pt x="743" y="733"/>
                    <a:pt x="721" y="758"/>
                    <a:pt x="699" y="780"/>
                  </a:cubicBezTo>
                  <a:cubicBezTo>
                    <a:pt x="640" y="833"/>
                    <a:pt x="570" y="860"/>
                    <a:pt x="502" y="860"/>
                  </a:cubicBezTo>
                  <a:cubicBezTo>
                    <a:pt x="433" y="860"/>
                    <a:pt x="366" y="833"/>
                    <a:pt x="313" y="780"/>
                  </a:cubicBezTo>
                  <a:cubicBezTo>
                    <a:pt x="162" y="651"/>
                    <a:pt x="151" y="478"/>
                    <a:pt x="232" y="302"/>
                  </a:cubicBezTo>
                  <a:cubicBezTo>
                    <a:pt x="268" y="244"/>
                    <a:pt x="313" y="188"/>
                    <a:pt x="349" y="129"/>
                  </a:cubicBezTo>
                  <a:cubicBezTo>
                    <a:pt x="383" y="82"/>
                    <a:pt x="408" y="48"/>
                    <a:pt x="430"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8" name="Google Shape;658;p15"/>
            <p:cNvSpPr/>
            <p:nvPr/>
          </p:nvSpPr>
          <p:spPr>
            <a:xfrm>
              <a:off x="3723960" y="1266305"/>
              <a:ext cx="175264" cy="194023"/>
            </a:xfrm>
            <a:custGeom>
              <a:avLst/>
              <a:gdLst/>
              <a:ahLst/>
              <a:cxnLst/>
              <a:rect l="l" t="t" r="r" b="b"/>
              <a:pathLst>
                <a:path w="2317" h="2565" extrusionOk="0">
                  <a:moveTo>
                    <a:pt x="2143" y="1"/>
                  </a:moveTo>
                  <a:cubicBezTo>
                    <a:pt x="2143" y="1"/>
                    <a:pt x="2132" y="12"/>
                    <a:pt x="2118" y="12"/>
                  </a:cubicBezTo>
                  <a:cubicBezTo>
                    <a:pt x="2037" y="34"/>
                    <a:pt x="1992" y="93"/>
                    <a:pt x="1956" y="188"/>
                  </a:cubicBezTo>
                  <a:cubicBezTo>
                    <a:pt x="1909" y="397"/>
                    <a:pt x="1735" y="478"/>
                    <a:pt x="1537" y="501"/>
                  </a:cubicBezTo>
                  <a:cubicBezTo>
                    <a:pt x="1445" y="501"/>
                    <a:pt x="1339" y="501"/>
                    <a:pt x="1247" y="548"/>
                  </a:cubicBezTo>
                  <a:cubicBezTo>
                    <a:pt x="1239" y="548"/>
                    <a:pt x="1232" y="553"/>
                    <a:pt x="1228" y="553"/>
                  </a:cubicBezTo>
                  <a:cubicBezTo>
                    <a:pt x="1225" y="553"/>
                    <a:pt x="1224" y="552"/>
                    <a:pt x="1224" y="548"/>
                  </a:cubicBezTo>
                  <a:cubicBezTo>
                    <a:pt x="1140" y="548"/>
                    <a:pt x="1085" y="593"/>
                    <a:pt x="1026" y="640"/>
                  </a:cubicBezTo>
                  <a:cubicBezTo>
                    <a:pt x="780" y="828"/>
                    <a:pt x="537" y="1037"/>
                    <a:pt x="350" y="1280"/>
                  </a:cubicBezTo>
                  <a:cubicBezTo>
                    <a:pt x="291" y="1350"/>
                    <a:pt x="291" y="1398"/>
                    <a:pt x="339" y="1467"/>
                  </a:cubicBezTo>
                  <a:cubicBezTo>
                    <a:pt x="361" y="1526"/>
                    <a:pt x="386" y="1571"/>
                    <a:pt x="408" y="1629"/>
                  </a:cubicBezTo>
                  <a:cubicBezTo>
                    <a:pt x="467" y="1817"/>
                    <a:pt x="397" y="2037"/>
                    <a:pt x="221" y="2155"/>
                  </a:cubicBezTo>
                  <a:cubicBezTo>
                    <a:pt x="177" y="2188"/>
                    <a:pt x="140" y="2213"/>
                    <a:pt x="93" y="2247"/>
                  </a:cubicBezTo>
                  <a:cubicBezTo>
                    <a:pt x="23" y="2294"/>
                    <a:pt x="1" y="2364"/>
                    <a:pt x="23" y="2445"/>
                  </a:cubicBezTo>
                  <a:cubicBezTo>
                    <a:pt x="23" y="2468"/>
                    <a:pt x="23" y="2504"/>
                    <a:pt x="37" y="2515"/>
                  </a:cubicBezTo>
                  <a:cubicBezTo>
                    <a:pt x="82" y="2537"/>
                    <a:pt x="129" y="2563"/>
                    <a:pt x="177" y="2563"/>
                  </a:cubicBezTo>
                  <a:cubicBezTo>
                    <a:pt x="179" y="2564"/>
                    <a:pt x="182" y="2565"/>
                    <a:pt x="184" y="2565"/>
                  </a:cubicBezTo>
                  <a:cubicBezTo>
                    <a:pt x="199" y="2565"/>
                    <a:pt x="198" y="2535"/>
                    <a:pt x="188" y="2515"/>
                  </a:cubicBezTo>
                  <a:cubicBezTo>
                    <a:pt x="151" y="2456"/>
                    <a:pt x="140" y="2409"/>
                    <a:pt x="163" y="2339"/>
                  </a:cubicBezTo>
                  <a:cubicBezTo>
                    <a:pt x="188" y="2258"/>
                    <a:pt x="246" y="2199"/>
                    <a:pt x="339" y="2199"/>
                  </a:cubicBezTo>
                  <a:cubicBezTo>
                    <a:pt x="361" y="2199"/>
                    <a:pt x="372" y="2188"/>
                    <a:pt x="386" y="2177"/>
                  </a:cubicBezTo>
                  <a:cubicBezTo>
                    <a:pt x="478" y="2015"/>
                    <a:pt x="571" y="1864"/>
                    <a:pt x="666" y="1710"/>
                  </a:cubicBezTo>
                  <a:cubicBezTo>
                    <a:pt x="677" y="1688"/>
                    <a:pt x="677" y="1666"/>
                    <a:pt x="652" y="1641"/>
                  </a:cubicBezTo>
                  <a:lnTo>
                    <a:pt x="629" y="1618"/>
                  </a:lnTo>
                  <a:cubicBezTo>
                    <a:pt x="501" y="1501"/>
                    <a:pt x="478" y="1386"/>
                    <a:pt x="548" y="1236"/>
                  </a:cubicBezTo>
                  <a:cubicBezTo>
                    <a:pt x="607" y="1118"/>
                    <a:pt x="677" y="1026"/>
                    <a:pt x="805" y="979"/>
                  </a:cubicBezTo>
                  <a:cubicBezTo>
                    <a:pt x="861" y="967"/>
                    <a:pt x="909" y="956"/>
                    <a:pt x="956" y="920"/>
                  </a:cubicBezTo>
                  <a:cubicBezTo>
                    <a:pt x="1015" y="886"/>
                    <a:pt x="1071" y="839"/>
                    <a:pt x="1118" y="791"/>
                  </a:cubicBezTo>
                  <a:cubicBezTo>
                    <a:pt x="1188" y="733"/>
                    <a:pt x="1247" y="663"/>
                    <a:pt x="1339" y="652"/>
                  </a:cubicBezTo>
                  <a:lnTo>
                    <a:pt x="1504" y="652"/>
                  </a:lnTo>
                  <a:cubicBezTo>
                    <a:pt x="1513" y="655"/>
                    <a:pt x="1522" y="656"/>
                    <a:pt x="1531" y="656"/>
                  </a:cubicBezTo>
                  <a:cubicBezTo>
                    <a:pt x="1551" y="656"/>
                    <a:pt x="1570" y="648"/>
                    <a:pt x="1596" y="640"/>
                  </a:cubicBezTo>
                  <a:cubicBezTo>
                    <a:pt x="1769" y="501"/>
                    <a:pt x="1945" y="372"/>
                    <a:pt x="2166" y="291"/>
                  </a:cubicBezTo>
                  <a:cubicBezTo>
                    <a:pt x="2213" y="280"/>
                    <a:pt x="2258" y="258"/>
                    <a:pt x="2317" y="244"/>
                  </a:cubicBezTo>
                  <a:cubicBezTo>
                    <a:pt x="2294" y="152"/>
                    <a:pt x="2247" y="71"/>
                    <a:pt x="2177"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9" name="Google Shape;659;p15"/>
            <p:cNvSpPr/>
            <p:nvPr/>
          </p:nvSpPr>
          <p:spPr>
            <a:xfrm>
              <a:off x="3765410" y="1317664"/>
              <a:ext cx="72314" cy="72768"/>
            </a:xfrm>
            <a:custGeom>
              <a:avLst/>
              <a:gdLst/>
              <a:ahLst/>
              <a:cxnLst/>
              <a:rect l="l" t="t" r="r" b="b"/>
              <a:pathLst>
                <a:path w="956" h="962" extrusionOk="0">
                  <a:moveTo>
                    <a:pt x="855" y="0"/>
                  </a:moveTo>
                  <a:cubicBezTo>
                    <a:pt x="802" y="0"/>
                    <a:pt x="754" y="19"/>
                    <a:pt x="710" y="54"/>
                  </a:cubicBezTo>
                  <a:cubicBezTo>
                    <a:pt x="662" y="79"/>
                    <a:pt x="618" y="124"/>
                    <a:pt x="581" y="160"/>
                  </a:cubicBezTo>
                  <a:cubicBezTo>
                    <a:pt x="523" y="219"/>
                    <a:pt x="467" y="263"/>
                    <a:pt x="383" y="300"/>
                  </a:cubicBezTo>
                  <a:cubicBezTo>
                    <a:pt x="338" y="311"/>
                    <a:pt x="302" y="333"/>
                    <a:pt x="257" y="347"/>
                  </a:cubicBezTo>
                  <a:cubicBezTo>
                    <a:pt x="104" y="403"/>
                    <a:pt x="34" y="531"/>
                    <a:pt x="0" y="696"/>
                  </a:cubicBezTo>
                  <a:cubicBezTo>
                    <a:pt x="0" y="766"/>
                    <a:pt x="23" y="822"/>
                    <a:pt x="70" y="881"/>
                  </a:cubicBezTo>
                  <a:cubicBezTo>
                    <a:pt x="104" y="906"/>
                    <a:pt x="129" y="928"/>
                    <a:pt x="162" y="962"/>
                  </a:cubicBezTo>
                  <a:cubicBezTo>
                    <a:pt x="187" y="917"/>
                    <a:pt x="221" y="869"/>
                    <a:pt x="243" y="836"/>
                  </a:cubicBezTo>
                  <a:cubicBezTo>
                    <a:pt x="257" y="811"/>
                    <a:pt x="243" y="788"/>
                    <a:pt x="232" y="766"/>
                  </a:cubicBezTo>
                  <a:cubicBezTo>
                    <a:pt x="151" y="612"/>
                    <a:pt x="199" y="498"/>
                    <a:pt x="361" y="428"/>
                  </a:cubicBezTo>
                  <a:cubicBezTo>
                    <a:pt x="453" y="392"/>
                    <a:pt x="523" y="322"/>
                    <a:pt x="592" y="252"/>
                  </a:cubicBezTo>
                  <a:cubicBezTo>
                    <a:pt x="651" y="193"/>
                    <a:pt x="721" y="160"/>
                    <a:pt x="802" y="149"/>
                  </a:cubicBezTo>
                  <a:cubicBezTo>
                    <a:pt x="816" y="149"/>
                    <a:pt x="827" y="149"/>
                    <a:pt x="827" y="137"/>
                  </a:cubicBezTo>
                  <a:cubicBezTo>
                    <a:pt x="872" y="101"/>
                    <a:pt x="908" y="54"/>
                    <a:pt x="956" y="20"/>
                  </a:cubicBezTo>
                  <a:cubicBezTo>
                    <a:pt x="920" y="7"/>
                    <a:pt x="887" y="0"/>
                    <a:pt x="855"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15"/>
            <p:cNvSpPr/>
            <p:nvPr/>
          </p:nvSpPr>
          <p:spPr>
            <a:xfrm>
              <a:off x="3702857" y="1386949"/>
              <a:ext cx="39788" cy="62632"/>
            </a:xfrm>
            <a:custGeom>
              <a:avLst/>
              <a:gdLst/>
              <a:ahLst/>
              <a:cxnLst/>
              <a:rect l="l" t="t" r="r" b="b"/>
              <a:pathLst>
                <a:path w="526" h="828" extrusionOk="0">
                  <a:moveTo>
                    <a:pt x="408" y="1"/>
                  </a:moveTo>
                  <a:cubicBezTo>
                    <a:pt x="327" y="152"/>
                    <a:pt x="246" y="291"/>
                    <a:pt x="162" y="431"/>
                  </a:cubicBezTo>
                  <a:cubicBezTo>
                    <a:pt x="118" y="523"/>
                    <a:pt x="70" y="618"/>
                    <a:pt x="11" y="711"/>
                  </a:cubicBezTo>
                  <a:cubicBezTo>
                    <a:pt x="0" y="733"/>
                    <a:pt x="0" y="758"/>
                    <a:pt x="23" y="769"/>
                  </a:cubicBezTo>
                  <a:cubicBezTo>
                    <a:pt x="59" y="792"/>
                    <a:pt x="81" y="803"/>
                    <a:pt x="118" y="828"/>
                  </a:cubicBezTo>
                  <a:cubicBezTo>
                    <a:pt x="129" y="769"/>
                    <a:pt x="140" y="711"/>
                    <a:pt x="162" y="652"/>
                  </a:cubicBezTo>
                  <a:cubicBezTo>
                    <a:pt x="187" y="571"/>
                    <a:pt x="246" y="512"/>
                    <a:pt x="327" y="465"/>
                  </a:cubicBezTo>
                  <a:cubicBezTo>
                    <a:pt x="397" y="431"/>
                    <a:pt x="442" y="384"/>
                    <a:pt x="478" y="314"/>
                  </a:cubicBezTo>
                  <a:cubicBezTo>
                    <a:pt x="525" y="233"/>
                    <a:pt x="525" y="152"/>
                    <a:pt x="467" y="82"/>
                  </a:cubicBezTo>
                  <a:cubicBezTo>
                    <a:pt x="442" y="60"/>
                    <a:pt x="430" y="34"/>
                    <a:pt x="408"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15"/>
            <p:cNvSpPr/>
            <p:nvPr/>
          </p:nvSpPr>
          <p:spPr>
            <a:xfrm>
              <a:off x="3716169" y="1372805"/>
              <a:ext cx="38729" cy="82904"/>
            </a:xfrm>
            <a:custGeom>
              <a:avLst/>
              <a:gdLst/>
              <a:ahLst/>
              <a:cxnLst/>
              <a:rect l="l" t="t" r="r" b="b"/>
              <a:pathLst>
                <a:path w="512" h="1096" extrusionOk="0">
                  <a:moveTo>
                    <a:pt x="361" y="1"/>
                  </a:moveTo>
                  <a:cubicBezTo>
                    <a:pt x="324" y="37"/>
                    <a:pt x="302" y="71"/>
                    <a:pt x="291" y="118"/>
                  </a:cubicBezTo>
                  <a:cubicBezTo>
                    <a:pt x="280" y="129"/>
                    <a:pt x="280" y="152"/>
                    <a:pt x="280" y="177"/>
                  </a:cubicBezTo>
                  <a:cubicBezTo>
                    <a:pt x="291" y="199"/>
                    <a:pt x="313" y="221"/>
                    <a:pt x="324" y="247"/>
                  </a:cubicBezTo>
                  <a:cubicBezTo>
                    <a:pt x="394" y="339"/>
                    <a:pt x="405" y="442"/>
                    <a:pt x="335" y="537"/>
                  </a:cubicBezTo>
                  <a:cubicBezTo>
                    <a:pt x="291" y="596"/>
                    <a:pt x="243" y="652"/>
                    <a:pt x="185" y="677"/>
                  </a:cubicBezTo>
                  <a:cubicBezTo>
                    <a:pt x="45" y="758"/>
                    <a:pt x="0" y="886"/>
                    <a:pt x="0" y="1026"/>
                  </a:cubicBezTo>
                  <a:cubicBezTo>
                    <a:pt x="0" y="1048"/>
                    <a:pt x="45" y="1071"/>
                    <a:pt x="81" y="1096"/>
                  </a:cubicBezTo>
                  <a:lnTo>
                    <a:pt x="81" y="1060"/>
                  </a:lnTo>
                  <a:cubicBezTo>
                    <a:pt x="45" y="920"/>
                    <a:pt x="104" y="828"/>
                    <a:pt x="210" y="758"/>
                  </a:cubicBezTo>
                  <a:cubicBezTo>
                    <a:pt x="291" y="710"/>
                    <a:pt x="361" y="652"/>
                    <a:pt x="419" y="571"/>
                  </a:cubicBezTo>
                  <a:cubicBezTo>
                    <a:pt x="511" y="420"/>
                    <a:pt x="500" y="280"/>
                    <a:pt x="430" y="129"/>
                  </a:cubicBezTo>
                  <a:cubicBezTo>
                    <a:pt x="405" y="93"/>
                    <a:pt x="383" y="48"/>
                    <a:pt x="361"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15"/>
            <p:cNvSpPr/>
            <p:nvPr/>
          </p:nvSpPr>
          <p:spPr>
            <a:xfrm>
              <a:off x="3505666" y="1474161"/>
              <a:ext cx="93267" cy="44932"/>
            </a:xfrm>
            <a:custGeom>
              <a:avLst/>
              <a:gdLst/>
              <a:ahLst/>
              <a:cxnLst/>
              <a:rect l="l" t="t" r="r" b="b"/>
              <a:pathLst>
                <a:path w="1233" h="594" extrusionOk="0">
                  <a:moveTo>
                    <a:pt x="1139" y="1"/>
                  </a:moveTo>
                  <a:cubicBezTo>
                    <a:pt x="1091" y="1"/>
                    <a:pt x="1084" y="27"/>
                    <a:pt x="1060" y="105"/>
                  </a:cubicBezTo>
                  <a:cubicBezTo>
                    <a:pt x="1048" y="139"/>
                    <a:pt x="1023" y="186"/>
                    <a:pt x="990" y="220"/>
                  </a:cubicBezTo>
                  <a:cubicBezTo>
                    <a:pt x="814" y="373"/>
                    <a:pt x="618" y="465"/>
                    <a:pt x="395" y="513"/>
                  </a:cubicBezTo>
                  <a:cubicBezTo>
                    <a:pt x="366" y="519"/>
                    <a:pt x="337" y="523"/>
                    <a:pt x="309" y="523"/>
                  </a:cubicBezTo>
                  <a:cubicBezTo>
                    <a:pt x="235" y="523"/>
                    <a:pt x="163" y="498"/>
                    <a:pt x="104" y="429"/>
                  </a:cubicBezTo>
                  <a:cubicBezTo>
                    <a:pt x="71" y="477"/>
                    <a:pt x="34" y="524"/>
                    <a:pt x="1" y="558"/>
                  </a:cubicBezTo>
                  <a:lnTo>
                    <a:pt x="1" y="583"/>
                  </a:lnTo>
                  <a:cubicBezTo>
                    <a:pt x="34" y="583"/>
                    <a:pt x="71" y="594"/>
                    <a:pt x="115" y="594"/>
                  </a:cubicBezTo>
                  <a:cubicBezTo>
                    <a:pt x="420" y="583"/>
                    <a:pt x="699" y="477"/>
                    <a:pt x="967" y="326"/>
                  </a:cubicBezTo>
                  <a:cubicBezTo>
                    <a:pt x="1071" y="267"/>
                    <a:pt x="1152" y="186"/>
                    <a:pt x="1210" y="80"/>
                  </a:cubicBezTo>
                  <a:cubicBezTo>
                    <a:pt x="1222" y="69"/>
                    <a:pt x="1222" y="69"/>
                    <a:pt x="1222" y="58"/>
                  </a:cubicBezTo>
                  <a:cubicBezTo>
                    <a:pt x="1233" y="46"/>
                    <a:pt x="1233" y="35"/>
                    <a:pt x="1233" y="24"/>
                  </a:cubicBezTo>
                  <a:cubicBezTo>
                    <a:pt x="1222" y="24"/>
                    <a:pt x="1210" y="24"/>
                    <a:pt x="1210" y="10"/>
                  </a:cubicBezTo>
                  <a:cubicBezTo>
                    <a:pt x="1179" y="4"/>
                    <a:pt x="1156" y="1"/>
                    <a:pt x="1139"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15"/>
            <p:cNvSpPr/>
            <p:nvPr/>
          </p:nvSpPr>
          <p:spPr>
            <a:xfrm>
              <a:off x="3696730" y="1446780"/>
              <a:ext cx="38729" cy="27610"/>
            </a:xfrm>
            <a:custGeom>
              <a:avLst/>
              <a:gdLst/>
              <a:ahLst/>
              <a:cxnLst/>
              <a:rect l="l" t="t" r="r" b="b"/>
              <a:pathLst>
                <a:path w="512" h="365" extrusionOk="0">
                  <a:moveTo>
                    <a:pt x="48" y="1"/>
                  </a:moveTo>
                  <a:lnTo>
                    <a:pt x="48" y="1"/>
                  </a:lnTo>
                  <a:cubicBezTo>
                    <a:pt x="0" y="93"/>
                    <a:pt x="0" y="93"/>
                    <a:pt x="70" y="163"/>
                  </a:cubicBezTo>
                  <a:cubicBezTo>
                    <a:pt x="140" y="221"/>
                    <a:pt x="210" y="280"/>
                    <a:pt x="291" y="327"/>
                  </a:cubicBezTo>
                  <a:cubicBezTo>
                    <a:pt x="336" y="352"/>
                    <a:pt x="373" y="365"/>
                    <a:pt x="403" y="365"/>
                  </a:cubicBezTo>
                  <a:cubicBezTo>
                    <a:pt x="458" y="365"/>
                    <a:pt x="490" y="323"/>
                    <a:pt x="511" y="232"/>
                  </a:cubicBezTo>
                  <a:cubicBezTo>
                    <a:pt x="361" y="151"/>
                    <a:pt x="210" y="82"/>
                    <a:pt x="48"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15"/>
            <p:cNvSpPr/>
            <p:nvPr/>
          </p:nvSpPr>
          <p:spPr>
            <a:xfrm>
              <a:off x="3815483" y="1273264"/>
              <a:ext cx="55597" cy="31770"/>
            </a:xfrm>
            <a:custGeom>
              <a:avLst/>
              <a:gdLst/>
              <a:ahLst/>
              <a:cxnLst/>
              <a:rect l="l" t="t" r="r" b="b"/>
              <a:pathLst>
                <a:path w="735" h="420" extrusionOk="0">
                  <a:moveTo>
                    <a:pt x="735" y="1"/>
                  </a:moveTo>
                  <a:lnTo>
                    <a:pt x="735" y="1"/>
                  </a:lnTo>
                  <a:cubicBezTo>
                    <a:pt x="676" y="26"/>
                    <a:pt x="629" y="26"/>
                    <a:pt x="606" y="96"/>
                  </a:cubicBezTo>
                  <a:cubicBezTo>
                    <a:pt x="573" y="210"/>
                    <a:pt x="467" y="258"/>
                    <a:pt x="363" y="258"/>
                  </a:cubicBezTo>
                  <a:cubicBezTo>
                    <a:pt x="355" y="257"/>
                    <a:pt x="346" y="257"/>
                    <a:pt x="338" y="257"/>
                  </a:cubicBezTo>
                  <a:cubicBezTo>
                    <a:pt x="198" y="257"/>
                    <a:pt x="101" y="343"/>
                    <a:pt x="0" y="420"/>
                  </a:cubicBezTo>
                  <a:lnTo>
                    <a:pt x="37" y="420"/>
                  </a:lnTo>
                  <a:cubicBezTo>
                    <a:pt x="129" y="409"/>
                    <a:pt x="224" y="386"/>
                    <a:pt x="316" y="375"/>
                  </a:cubicBezTo>
                  <a:cubicBezTo>
                    <a:pt x="349" y="361"/>
                    <a:pt x="397" y="361"/>
                    <a:pt x="444" y="350"/>
                  </a:cubicBezTo>
                  <a:cubicBezTo>
                    <a:pt x="618" y="291"/>
                    <a:pt x="713" y="188"/>
                    <a:pt x="735"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5" name="Google Shape;665;p15"/>
            <p:cNvSpPr/>
            <p:nvPr/>
          </p:nvSpPr>
          <p:spPr>
            <a:xfrm>
              <a:off x="3781219" y="1333321"/>
              <a:ext cx="40696" cy="41301"/>
            </a:xfrm>
            <a:custGeom>
              <a:avLst/>
              <a:gdLst/>
              <a:ahLst/>
              <a:cxnLst/>
              <a:rect l="l" t="t" r="r" b="b"/>
              <a:pathLst>
                <a:path w="538" h="546" extrusionOk="0">
                  <a:moveTo>
                    <a:pt x="537" y="0"/>
                  </a:moveTo>
                  <a:cubicBezTo>
                    <a:pt x="512" y="12"/>
                    <a:pt x="478" y="23"/>
                    <a:pt x="442" y="45"/>
                  </a:cubicBezTo>
                  <a:cubicBezTo>
                    <a:pt x="397" y="81"/>
                    <a:pt x="372" y="126"/>
                    <a:pt x="328" y="162"/>
                  </a:cubicBezTo>
                  <a:cubicBezTo>
                    <a:pt x="269" y="196"/>
                    <a:pt x="210" y="232"/>
                    <a:pt x="152" y="266"/>
                  </a:cubicBezTo>
                  <a:cubicBezTo>
                    <a:pt x="118" y="291"/>
                    <a:pt x="82" y="302"/>
                    <a:pt x="59" y="324"/>
                  </a:cubicBezTo>
                  <a:cubicBezTo>
                    <a:pt x="1" y="383"/>
                    <a:pt x="1" y="442"/>
                    <a:pt x="48" y="500"/>
                  </a:cubicBezTo>
                  <a:cubicBezTo>
                    <a:pt x="59" y="523"/>
                    <a:pt x="71" y="534"/>
                    <a:pt x="82" y="545"/>
                  </a:cubicBezTo>
                  <a:cubicBezTo>
                    <a:pt x="233" y="361"/>
                    <a:pt x="383" y="174"/>
                    <a:pt x="537"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15"/>
            <p:cNvSpPr/>
            <p:nvPr/>
          </p:nvSpPr>
          <p:spPr>
            <a:xfrm>
              <a:off x="3891350" y="1261010"/>
              <a:ext cx="13994" cy="23752"/>
            </a:xfrm>
            <a:custGeom>
              <a:avLst/>
              <a:gdLst/>
              <a:ahLst/>
              <a:cxnLst/>
              <a:rect l="l" t="t" r="r" b="b"/>
              <a:pathLst>
                <a:path w="185" h="314" extrusionOk="0">
                  <a:moveTo>
                    <a:pt x="34" y="1"/>
                  </a:moveTo>
                  <a:lnTo>
                    <a:pt x="0" y="34"/>
                  </a:lnTo>
                  <a:cubicBezTo>
                    <a:pt x="45" y="129"/>
                    <a:pt x="104" y="210"/>
                    <a:pt x="162" y="314"/>
                  </a:cubicBezTo>
                  <a:cubicBezTo>
                    <a:pt x="173" y="291"/>
                    <a:pt x="185" y="269"/>
                    <a:pt x="185" y="258"/>
                  </a:cubicBezTo>
                  <a:cubicBezTo>
                    <a:pt x="162" y="152"/>
                    <a:pt x="115" y="71"/>
                    <a:pt x="34"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7" name="Google Shape;667;p15"/>
            <p:cNvSpPr/>
            <p:nvPr/>
          </p:nvSpPr>
          <p:spPr>
            <a:xfrm>
              <a:off x="3738105" y="1436039"/>
              <a:ext cx="12330" cy="17776"/>
            </a:xfrm>
            <a:custGeom>
              <a:avLst/>
              <a:gdLst/>
              <a:ahLst/>
              <a:cxnLst/>
              <a:rect l="l" t="t" r="r" b="b"/>
              <a:pathLst>
                <a:path w="163" h="235" extrusionOk="0">
                  <a:moveTo>
                    <a:pt x="135" y="0"/>
                  </a:moveTo>
                  <a:cubicBezTo>
                    <a:pt x="93" y="0"/>
                    <a:pt x="66" y="22"/>
                    <a:pt x="45" y="62"/>
                  </a:cubicBezTo>
                  <a:cubicBezTo>
                    <a:pt x="1" y="120"/>
                    <a:pt x="1" y="165"/>
                    <a:pt x="45" y="235"/>
                  </a:cubicBezTo>
                  <a:cubicBezTo>
                    <a:pt x="82" y="154"/>
                    <a:pt x="115" y="84"/>
                    <a:pt x="163" y="3"/>
                  </a:cubicBezTo>
                  <a:cubicBezTo>
                    <a:pt x="153" y="1"/>
                    <a:pt x="144" y="0"/>
                    <a:pt x="135"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 name="Google Shape;668;p15"/>
            <p:cNvSpPr/>
            <p:nvPr/>
          </p:nvSpPr>
          <p:spPr>
            <a:xfrm>
              <a:off x="3837646" y="1278558"/>
              <a:ext cx="21180" cy="11649"/>
            </a:xfrm>
            <a:custGeom>
              <a:avLst/>
              <a:gdLst/>
              <a:ahLst/>
              <a:cxnLst/>
              <a:rect l="l" t="t" r="r" b="b"/>
              <a:pathLst>
                <a:path w="280" h="154" extrusionOk="0">
                  <a:moveTo>
                    <a:pt x="280" y="1"/>
                  </a:moveTo>
                  <a:lnTo>
                    <a:pt x="280" y="1"/>
                  </a:lnTo>
                  <a:cubicBezTo>
                    <a:pt x="185" y="48"/>
                    <a:pt x="104" y="96"/>
                    <a:pt x="1" y="152"/>
                  </a:cubicBezTo>
                  <a:cubicBezTo>
                    <a:pt x="15" y="153"/>
                    <a:pt x="30" y="154"/>
                    <a:pt x="44" y="154"/>
                  </a:cubicBezTo>
                  <a:cubicBezTo>
                    <a:pt x="173" y="154"/>
                    <a:pt x="267" y="97"/>
                    <a:pt x="280"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9" name="Google Shape;669;p15"/>
            <p:cNvSpPr/>
            <p:nvPr/>
          </p:nvSpPr>
          <p:spPr>
            <a:xfrm>
              <a:off x="3357791" y="1257379"/>
              <a:ext cx="552871" cy="378969"/>
            </a:xfrm>
            <a:custGeom>
              <a:avLst/>
              <a:gdLst/>
              <a:ahLst/>
              <a:cxnLst/>
              <a:rect l="l" t="t" r="r" b="b"/>
              <a:pathLst>
                <a:path w="7309" h="5010" extrusionOk="0">
                  <a:moveTo>
                    <a:pt x="7088" y="49"/>
                  </a:moveTo>
                  <a:cubicBezTo>
                    <a:pt x="7169" y="119"/>
                    <a:pt x="7216" y="200"/>
                    <a:pt x="7239" y="306"/>
                  </a:cubicBezTo>
                  <a:cubicBezTo>
                    <a:pt x="7239" y="317"/>
                    <a:pt x="7227" y="339"/>
                    <a:pt x="7216" y="362"/>
                  </a:cubicBezTo>
                  <a:cubicBezTo>
                    <a:pt x="7158" y="258"/>
                    <a:pt x="7099" y="177"/>
                    <a:pt x="7054" y="82"/>
                  </a:cubicBezTo>
                  <a:lnTo>
                    <a:pt x="7088" y="49"/>
                  </a:lnTo>
                  <a:close/>
                  <a:moveTo>
                    <a:pt x="6624" y="281"/>
                  </a:moveTo>
                  <a:cubicBezTo>
                    <a:pt x="6611" y="377"/>
                    <a:pt x="6517" y="434"/>
                    <a:pt x="6388" y="434"/>
                  </a:cubicBezTo>
                  <a:cubicBezTo>
                    <a:pt x="6374" y="434"/>
                    <a:pt x="6359" y="433"/>
                    <a:pt x="6345" y="432"/>
                  </a:cubicBezTo>
                  <a:cubicBezTo>
                    <a:pt x="6448" y="376"/>
                    <a:pt x="6529" y="328"/>
                    <a:pt x="6624" y="281"/>
                  </a:cubicBezTo>
                  <a:close/>
                  <a:moveTo>
                    <a:pt x="6786" y="211"/>
                  </a:moveTo>
                  <a:lnTo>
                    <a:pt x="6786" y="211"/>
                  </a:lnTo>
                  <a:cubicBezTo>
                    <a:pt x="6764" y="398"/>
                    <a:pt x="6669" y="501"/>
                    <a:pt x="6495" y="560"/>
                  </a:cubicBezTo>
                  <a:cubicBezTo>
                    <a:pt x="6448" y="571"/>
                    <a:pt x="6400" y="571"/>
                    <a:pt x="6367" y="585"/>
                  </a:cubicBezTo>
                  <a:cubicBezTo>
                    <a:pt x="6275" y="596"/>
                    <a:pt x="6180" y="619"/>
                    <a:pt x="6088" y="630"/>
                  </a:cubicBezTo>
                  <a:lnTo>
                    <a:pt x="6051" y="630"/>
                  </a:lnTo>
                  <a:cubicBezTo>
                    <a:pt x="6152" y="553"/>
                    <a:pt x="6249" y="467"/>
                    <a:pt x="6389" y="467"/>
                  </a:cubicBezTo>
                  <a:cubicBezTo>
                    <a:pt x="6397" y="467"/>
                    <a:pt x="6406" y="467"/>
                    <a:pt x="6414" y="468"/>
                  </a:cubicBezTo>
                  <a:cubicBezTo>
                    <a:pt x="6518" y="468"/>
                    <a:pt x="6624" y="420"/>
                    <a:pt x="6657" y="306"/>
                  </a:cubicBezTo>
                  <a:cubicBezTo>
                    <a:pt x="6680" y="236"/>
                    <a:pt x="6727" y="236"/>
                    <a:pt x="6786" y="211"/>
                  </a:cubicBezTo>
                  <a:close/>
                  <a:moveTo>
                    <a:pt x="6135" y="1004"/>
                  </a:moveTo>
                  <a:lnTo>
                    <a:pt x="6135" y="1004"/>
                  </a:lnTo>
                  <a:cubicBezTo>
                    <a:pt x="5981" y="1178"/>
                    <a:pt x="5831" y="1365"/>
                    <a:pt x="5680" y="1549"/>
                  </a:cubicBezTo>
                  <a:cubicBezTo>
                    <a:pt x="5669" y="1538"/>
                    <a:pt x="5657" y="1527"/>
                    <a:pt x="5646" y="1504"/>
                  </a:cubicBezTo>
                  <a:cubicBezTo>
                    <a:pt x="5599" y="1446"/>
                    <a:pt x="5599" y="1387"/>
                    <a:pt x="5657" y="1328"/>
                  </a:cubicBezTo>
                  <a:cubicBezTo>
                    <a:pt x="5680" y="1306"/>
                    <a:pt x="5716" y="1295"/>
                    <a:pt x="5750" y="1270"/>
                  </a:cubicBezTo>
                  <a:cubicBezTo>
                    <a:pt x="5808" y="1236"/>
                    <a:pt x="5867" y="1200"/>
                    <a:pt x="5926" y="1166"/>
                  </a:cubicBezTo>
                  <a:cubicBezTo>
                    <a:pt x="5970" y="1130"/>
                    <a:pt x="5995" y="1085"/>
                    <a:pt x="6040" y="1049"/>
                  </a:cubicBezTo>
                  <a:cubicBezTo>
                    <a:pt x="6076" y="1027"/>
                    <a:pt x="6110" y="1016"/>
                    <a:pt x="6135" y="1004"/>
                  </a:cubicBezTo>
                  <a:close/>
                  <a:moveTo>
                    <a:pt x="6244" y="797"/>
                  </a:moveTo>
                  <a:cubicBezTo>
                    <a:pt x="6276" y="797"/>
                    <a:pt x="6309" y="804"/>
                    <a:pt x="6345" y="817"/>
                  </a:cubicBezTo>
                  <a:cubicBezTo>
                    <a:pt x="6297" y="851"/>
                    <a:pt x="6261" y="898"/>
                    <a:pt x="6216" y="934"/>
                  </a:cubicBezTo>
                  <a:cubicBezTo>
                    <a:pt x="6216" y="946"/>
                    <a:pt x="6205" y="946"/>
                    <a:pt x="6191" y="946"/>
                  </a:cubicBezTo>
                  <a:cubicBezTo>
                    <a:pt x="6110" y="957"/>
                    <a:pt x="6040" y="990"/>
                    <a:pt x="5981" y="1049"/>
                  </a:cubicBezTo>
                  <a:cubicBezTo>
                    <a:pt x="5912" y="1119"/>
                    <a:pt x="5842" y="1189"/>
                    <a:pt x="5750" y="1225"/>
                  </a:cubicBezTo>
                  <a:cubicBezTo>
                    <a:pt x="5588" y="1295"/>
                    <a:pt x="5540" y="1409"/>
                    <a:pt x="5621" y="1563"/>
                  </a:cubicBezTo>
                  <a:cubicBezTo>
                    <a:pt x="5632" y="1585"/>
                    <a:pt x="5646" y="1608"/>
                    <a:pt x="5632" y="1633"/>
                  </a:cubicBezTo>
                  <a:cubicBezTo>
                    <a:pt x="5610" y="1666"/>
                    <a:pt x="5576" y="1714"/>
                    <a:pt x="5551" y="1759"/>
                  </a:cubicBezTo>
                  <a:cubicBezTo>
                    <a:pt x="5518" y="1725"/>
                    <a:pt x="5493" y="1703"/>
                    <a:pt x="5459" y="1678"/>
                  </a:cubicBezTo>
                  <a:cubicBezTo>
                    <a:pt x="5412" y="1619"/>
                    <a:pt x="5389" y="1563"/>
                    <a:pt x="5389" y="1493"/>
                  </a:cubicBezTo>
                  <a:cubicBezTo>
                    <a:pt x="5423" y="1328"/>
                    <a:pt x="5493" y="1200"/>
                    <a:pt x="5646" y="1144"/>
                  </a:cubicBezTo>
                  <a:cubicBezTo>
                    <a:pt x="5691" y="1130"/>
                    <a:pt x="5727" y="1108"/>
                    <a:pt x="5772" y="1097"/>
                  </a:cubicBezTo>
                  <a:cubicBezTo>
                    <a:pt x="5856" y="1060"/>
                    <a:pt x="5912" y="1016"/>
                    <a:pt x="5970" y="957"/>
                  </a:cubicBezTo>
                  <a:cubicBezTo>
                    <a:pt x="6007" y="921"/>
                    <a:pt x="6051" y="876"/>
                    <a:pt x="6099" y="851"/>
                  </a:cubicBezTo>
                  <a:cubicBezTo>
                    <a:pt x="6143" y="816"/>
                    <a:pt x="6191" y="797"/>
                    <a:pt x="6244" y="797"/>
                  </a:cubicBezTo>
                  <a:close/>
                  <a:moveTo>
                    <a:pt x="4970" y="1714"/>
                  </a:moveTo>
                  <a:cubicBezTo>
                    <a:pt x="4992" y="1747"/>
                    <a:pt x="5004" y="1773"/>
                    <a:pt x="5029" y="1795"/>
                  </a:cubicBezTo>
                  <a:cubicBezTo>
                    <a:pt x="5087" y="1865"/>
                    <a:pt x="5087" y="1946"/>
                    <a:pt x="5040" y="2027"/>
                  </a:cubicBezTo>
                  <a:cubicBezTo>
                    <a:pt x="5004" y="2097"/>
                    <a:pt x="4959" y="2144"/>
                    <a:pt x="4889" y="2178"/>
                  </a:cubicBezTo>
                  <a:cubicBezTo>
                    <a:pt x="4808" y="2225"/>
                    <a:pt x="4749" y="2284"/>
                    <a:pt x="4724" y="2365"/>
                  </a:cubicBezTo>
                  <a:cubicBezTo>
                    <a:pt x="4702" y="2424"/>
                    <a:pt x="4691" y="2482"/>
                    <a:pt x="4680" y="2541"/>
                  </a:cubicBezTo>
                  <a:cubicBezTo>
                    <a:pt x="4643" y="2516"/>
                    <a:pt x="4621" y="2505"/>
                    <a:pt x="4585" y="2482"/>
                  </a:cubicBezTo>
                  <a:cubicBezTo>
                    <a:pt x="4562" y="2471"/>
                    <a:pt x="4562" y="2446"/>
                    <a:pt x="4573" y="2424"/>
                  </a:cubicBezTo>
                  <a:cubicBezTo>
                    <a:pt x="4632" y="2331"/>
                    <a:pt x="4680" y="2236"/>
                    <a:pt x="4724" y="2144"/>
                  </a:cubicBezTo>
                  <a:cubicBezTo>
                    <a:pt x="4808" y="2004"/>
                    <a:pt x="4889" y="1865"/>
                    <a:pt x="4970" y="1714"/>
                  </a:cubicBezTo>
                  <a:close/>
                  <a:moveTo>
                    <a:pt x="5163" y="2362"/>
                  </a:moveTo>
                  <a:cubicBezTo>
                    <a:pt x="5172" y="2362"/>
                    <a:pt x="5181" y="2363"/>
                    <a:pt x="5191" y="2365"/>
                  </a:cubicBezTo>
                  <a:cubicBezTo>
                    <a:pt x="5143" y="2446"/>
                    <a:pt x="5110" y="2516"/>
                    <a:pt x="5073" y="2597"/>
                  </a:cubicBezTo>
                  <a:cubicBezTo>
                    <a:pt x="5029" y="2527"/>
                    <a:pt x="5029" y="2482"/>
                    <a:pt x="5073" y="2424"/>
                  </a:cubicBezTo>
                  <a:cubicBezTo>
                    <a:pt x="5094" y="2384"/>
                    <a:pt x="5121" y="2362"/>
                    <a:pt x="5163" y="2362"/>
                  </a:cubicBezTo>
                  <a:close/>
                  <a:moveTo>
                    <a:pt x="5099" y="1527"/>
                  </a:moveTo>
                  <a:cubicBezTo>
                    <a:pt x="5121" y="1574"/>
                    <a:pt x="5143" y="1619"/>
                    <a:pt x="5168" y="1655"/>
                  </a:cubicBezTo>
                  <a:cubicBezTo>
                    <a:pt x="5238" y="1806"/>
                    <a:pt x="5249" y="1946"/>
                    <a:pt x="5157" y="2097"/>
                  </a:cubicBezTo>
                  <a:cubicBezTo>
                    <a:pt x="5099" y="2178"/>
                    <a:pt x="5029" y="2236"/>
                    <a:pt x="4948" y="2284"/>
                  </a:cubicBezTo>
                  <a:cubicBezTo>
                    <a:pt x="4842" y="2354"/>
                    <a:pt x="4783" y="2446"/>
                    <a:pt x="4819" y="2586"/>
                  </a:cubicBezTo>
                  <a:lnTo>
                    <a:pt x="4819" y="2622"/>
                  </a:lnTo>
                  <a:cubicBezTo>
                    <a:pt x="4783" y="2597"/>
                    <a:pt x="4738" y="2574"/>
                    <a:pt x="4738" y="2552"/>
                  </a:cubicBezTo>
                  <a:cubicBezTo>
                    <a:pt x="4738" y="2412"/>
                    <a:pt x="4783" y="2284"/>
                    <a:pt x="4923" y="2203"/>
                  </a:cubicBezTo>
                  <a:cubicBezTo>
                    <a:pt x="4981" y="2178"/>
                    <a:pt x="5029" y="2122"/>
                    <a:pt x="5073" y="2063"/>
                  </a:cubicBezTo>
                  <a:cubicBezTo>
                    <a:pt x="5143" y="1968"/>
                    <a:pt x="5132" y="1865"/>
                    <a:pt x="5062" y="1773"/>
                  </a:cubicBezTo>
                  <a:cubicBezTo>
                    <a:pt x="5051" y="1747"/>
                    <a:pt x="5029" y="1725"/>
                    <a:pt x="5018" y="1703"/>
                  </a:cubicBezTo>
                  <a:cubicBezTo>
                    <a:pt x="5018" y="1678"/>
                    <a:pt x="5018" y="1655"/>
                    <a:pt x="5029" y="1644"/>
                  </a:cubicBezTo>
                  <a:cubicBezTo>
                    <a:pt x="5040" y="1597"/>
                    <a:pt x="5062" y="1563"/>
                    <a:pt x="5099" y="1527"/>
                  </a:cubicBezTo>
                  <a:close/>
                  <a:moveTo>
                    <a:pt x="7018" y="119"/>
                  </a:moveTo>
                  <a:cubicBezTo>
                    <a:pt x="7088" y="189"/>
                    <a:pt x="7135" y="270"/>
                    <a:pt x="7158" y="362"/>
                  </a:cubicBezTo>
                  <a:cubicBezTo>
                    <a:pt x="7099" y="376"/>
                    <a:pt x="7054" y="398"/>
                    <a:pt x="7007" y="409"/>
                  </a:cubicBezTo>
                  <a:cubicBezTo>
                    <a:pt x="6786" y="490"/>
                    <a:pt x="6610" y="619"/>
                    <a:pt x="6437" y="758"/>
                  </a:cubicBezTo>
                  <a:cubicBezTo>
                    <a:pt x="6411" y="766"/>
                    <a:pt x="6392" y="774"/>
                    <a:pt x="6372" y="774"/>
                  </a:cubicBezTo>
                  <a:cubicBezTo>
                    <a:pt x="6363" y="774"/>
                    <a:pt x="6354" y="773"/>
                    <a:pt x="6345" y="770"/>
                  </a:cubicBezTo>
                  <a:lnTo>
                    <a:pt x="6180" y="770"/>
                  </a:lnTo>
                  <a:cubicBezTo>
                    <a:pt x="6088" y="781"/>
                    <a:pt x="6029" y="851"/>
                    <a:pt x="5959" y="909"/>
                  </a:cubicBezTo>
                  <a:cubicBezTo>
                    <a:pt x="5912" y="957"/>
                    <a:pt x="5856" y="1004"/>
                    <a:pt x="5797" y="1038"/>
                  </a:cubicBezTo>
                  <a:cubicBezTo>
                    <a:pt x="5750" y="1074"/>
                    <a:pt x="5702" y="1085"/>
                    <a:pt x="5646" y="1097"/>
                  </a:cubicBezTo>
                  <a:cubicBezTo>
                    <a:pt x="5518" y="1144"/>
                    <a:pt x="5448" y="1236"/>
                    <a:pt x="5389" y="1354"/>
                  </a:cubicBezTo>
                  <a:cubicBezTo>
                    <a:pt x="5319" y="1504"/>
                    <a:pt x="5342" y="1619"/>
                    <a:pt x="5470" y="1736"/>
                  </a:cubicBezTo>
                  <a:lnTo>
                    <a:pt x="5493" y="1759"/>
                  </a:lnTo>
                  <a:cubicBezTo>
                    <a:pt x="5518" y="1784"/>
                    <a:pt x="5518" y="1806"/>
                    <a:pt x="5507" y="1828"/>
                  </a:cubicBezTo>
                  <a:cubicBezTo>
                    <a:pt x="5412" y="1982"/>
                    <a:pt x="5319" y="2133"/>
                    <a:pt x="5227" y="2295"/>
                  </a:cubicBezTo>
                  <a:cubicBezTo>
                    <a:pt x="5213" y="2306"/>
                    <a:pt x="5202" y="2317"/>
                    <a:pt x="5180" y="2317"/>
                  </a:cubicBezTo>
                  <a:cubicBezTo>
                    <a:pt x="5087" y="2317"/>
                    <a:pt x="5029" y="2376"/>
                    <a:pt x="5004" y="2457"/>
                  </a:cubicBezTo>
                  <a:cubicBezTo>
                    <a:pt x="4981" y="2527"/>
                    <a:pt x="4992" y="2574"/>
                    <a:pt x="5029" y="2633"/>
                  </a:cubicBezTo>
                  <a:cubicBezTo>
                    <a:pt x="5039" y="2653"/>
                    <a:pt x="5040" y="2683"/>
                    <a:pt x="5025" y="2683"/>
                  </a:cubicBezTo>
                  <a:cubicBezTo>
                    <a:pt x="5023" y="2683"/>
                    <a:pt x="5020" y="2682"/>
                    <a:pt x="5018" y="2681"/>
                  </a:cubicBezTo>
                  <a:cubicBezTo>
                    <a:pt x="4970" y="2681"/>
                    <a:pt x="4923" y="2655"/>
                    <a:pt x="4878" y="2633"/>
                  </a:cubicBezTo>
                  <a:cubicBezTo>
                    <a:pt x="4864" y="2622"/>
                    <a:pt x="4864" y="2586"/>
                    <a:pt x="4864" y="2563"/>
                  </a:cubicBezTo>
                  <a:cubicBezTo>
                    <a:pt x="4842" y="2482"/>
                    <a:pt x="4864" y="2412"/>
                    <a:pt x="4934" y="2365"/>
                  </a:cubicBezTo>
                  <a:cubicBezTo>
                    <a:pt x="4981" y="2331"/>
                    <a:pt x="5018" y="2306"/>
                    <a:pt x="5062" y="2273"/>
                  </a:cubicBezTo>
                  <a:cubicBezTo>
                    <a:pt x="5238" y="2155"/>
                    <a:pt x="5308" y="1935"/>
                    <a:pt x="5249" y="1747"/>
                  </a:cubicBezTo>
                  <a:cubicBezTo>
                    <a:pt x="5227" y="1689"/>
                    <a:pt x="5202" y="1644"/>
                    <a:pt x="5180" y="1585"/>
                  </a:cubicBezTo>
                  <a:cubicBezTo>
                    <a:pt x="5132" y="1516"/>
                    <a:pt x="5132" y="1468"/>
                    <a:pt x="5191" y="1398"/>
                  </a:cubicBezTo>
                  <a:cubicBezTo>
                    <a:pt x="5378" y="1155"/>
                    <a:pt x="5621" y="946"/>
                    <a:pt x="5867" y="758"/>
                  </a:cubicBezTo>
                  <a:cubicBezTo>
                    <a:pt x="5926" y="711"/>
                    <a:pt x="5981" y="666"/>
                    <a:pt x="6065" y="666"/>
                  </a:cubicBezTo>
                  <a:cubicBezTo>
                    <a:pt x="6065" y="670"/>
                    <a:pt x="6066" y="671"/>
                    <a:pt x="6069" y="671"/>
                  </a:cubicBezTo>
                  <a:cubicBezTo>
                    <a:pt x="6073" y="671"/>
                    <a:pt x="6080" y="666"/>
                    <a:pt x="6088" y="666"/>
                  </a:cubicBezTo>
                  <a:cubicBezTo>
                    <a:pt x="6180" y="619"/>
                    <a:pt x="6286" y="619"/>
                    <a:pt x="6378" y="619"/>
                  </a:cubicBezTo>
                  <a:cubicBezTo>
                    <a:pt x="6576" y="596"/>
                    <a:pt x="6750" y="515"/>
                    <a:pt x="6797" y="306"/>
                  </a:cubicBezTo>
                  <a:cubicBezTo>
                    <a:pt x="6833" y="211"/>
                    <a:pt x="6878" y="152"/>
                    <a:pt x="6959" y="130"/>
                  </a:cubicBezTo>
                  <a:cubicBezTo>
                    <a:pt x="6973" y="130"/>
                    <a:pt x="6984" y="119"/>
                    <a:pt x="6984" y="119"/>
                  </a:cubicBezTo>
                  <a:close/>
                  <a:moveTo>
                    <a:pt x="4529" y="2505"/>
                  </a:moveTo>
                  <a:lnTo>
                    <a:pt x="4529" y="2505"/>
                  </a:lnTo>
                  <a:cubicBezTo>
                    <a:pt x="4691" y="2586"/>
                    <a:pt x="4842" y="2655"/>
                    <a:pt x="4992" y="2736"/>
                  </a:cubicBezTo>
                  <a:cubicBezTo>
                    <a:pt x="4971" y="2827"/>
                    <a:pt x="4939" y="2869"/>
                    <a:pt x="4884" y="2869"/>
                  </a:cubicBezTo>
                  <a:cubicBezTo>
                    <a:pt x="4854" y="2869"/>
                    <a:pt x="4817" y="2856"/>
                    <a:pt x="4772" y="2831"/>
                  </a:cubicBezTo>
                  <a:cubicBezTo>
                    <a:pt x="4691" y="2784"/>
                    <a:pt x="4621" y="2725"/>
                    <a:pt x="4551" y="2667"/>
                  </a:cubicBezTo>
                  <a:cubicBezTo>
                    <a:pt x="4481" y="2597"/>
                    <a:pt x="4481" y="2597"/>
                    <a:pt x="4529" y="2505"/>
                  </a:cubicBezTo>
                  <a:close/>
                  <a:moveTo>
                    <a:pt x="493" y="306"/>
                  </a:moveTo>
                  <a:cubicBezTo>
                    <a:pt x="651" y="306"/>
                    <a:pt x="810" y="387"/>
                    <a:pt x="897" y="538"/>
                  </a:cubicBezTo>
                  <a:cubicBezTo>
                    <a:pt x="946" y="636"/>
                    <a:pt x="961" y="671"/>
                    <a:pt x="1018" y="671"/>
                  </a:cubicBezTo>
                  <a:cubicBezTo>
                    <a:pt x="1042" y="671"/>
                    <a:pt x="1073" y="665"/>
                    <a:pt x="1118" y="655"/>
                  </a:cubicBezTo>
                  <a:cubicBezTo>
                    <a:pt x="1157" y="647"/>
                    <a:pt x="1196" y="641"/>
                    <a:pt x="1234" y="641"/>
                  </a:cubicBezTo>
                  <a:cubicBezTo>
                    <a:pt x="1308" y="641"/>
                    <a:pt x="1377" y="662"/>
                    <a:pt x="1431" y="725"/>
                  </a:cubicBezTo>
                  <a:cubicBezTo>
                    <a:pt x="1526" y="806"/>
                    <a:pt x="1570" y="921"/>
                    <a:pt x="1570" y="1038"/>
                  </a:cubicBezTo>
                  <a:cubicBezTo>
                    <a:pt x="1581" y="1166"/>
                    <a:pt x="1526" y="1270"/>
                    <a:pt x="1419" y="1340"/>
                  </a:cubicBezTo>
                  <a:cubicBezTo>
                    <a:pt x="1361" y="1387"/>
                    <a:pt x="1302" y="1423"/>
                    <a:pt x="1246" y="1468"/>
                  </a:cubicBezTo>
                  <a:cubicBezTo>
                    <a:pt x="1118" y="1585"/>
                    <a:pt x="1140" y="1736"/>
                    <a:pt x="1291" y="1806"/>
                  </a:cubicBezTo>
                  <a:cubicBezTo>
                    <a:pt x="1350" y="1828"/>
                    <a:pt x="1408" y="1854"/>
                    <a:pt x="1478" y="1876"/>
                  </a:cubicBezTo>
                  <a:cubicBezTo>
                    <a:pt x="1537" y="1887"/>
                    <a:pt x="1570" y="1912"/>
                    <a:pt x="1607" y="1968"/>
                  </a:cubicBezTo>
                  <a:cubicBezTo>
                    <a:pt x="1629" y="2004"/>
                    <a:pt x="1665" y="2038"/>
                    <a:pt x="1688" y="2074"/>
                  </a:cubicBezTo>
                  <a:cubicBezTo>
                    <a:pt x="1746" y="2133"/>
                    <a:pt x="1824" y="2165"/>
                    <a:pt x="1901" y="2165"/>
                  </a:cubicBezTo>
                  <a:cubicBezTo>
                    <a:pt x="1944" y="2165"/>
                    <a:pt x="1987" y="2154"/>
                    <a:pt x="2026" y="2133"/>
                  </a:cubicBezTo>
                  <a:cubicBezTo>
                    <a:pt x="2095" y="2097"/>
                    <a:pt x="2118" y="2052"/>
                    <a:pt x="2107" y="1993"/>
                  </a:cubicBezTo>
                  <a:cubicBezTo>
                    <a:pt x="2107" y="1876"/>
                    <a:pt x="2095" y="1759"/>
                    <a:pt x="2107" y="1644"/>
                  </a:cubicBezTo>
                  <a:cubicBezTo>
                    <a:pt x="2129" y="1446"/>
                    <a:pt x="2280" y="1295"/>
                    <a:pt x="2467" y="1284"/>
                  </a:cubicBezTo>
                  <a:cubicBezTo>
                    <a:pt x="2483" y="1283"/>
                    <a:pt x="2499" y="1282"/>
                    <a:pt x="2514" y="1282"/>
                  </a:cubicBezTo>
                  <a:cubicBezTo>
                    <a:pt x="2714" y="1282"/>
                    <a:pt x="2886" y="1365"/>
                    <a:pt x="3026" y="1516"/>
                  </a:cubicBezTo>
                  <a:cubicBezTo>
                    <a:pt x="3143" y="1633"/>
                    <a:pt x="3177" y="1773"/>
                    <a:pt x="3143" y="1935"/>
                  </a:cubicBezTo>
                  <a:cubicBezTo>
                    <a:pt x="3118" y="2063"/>
                    <a:pt x="3062" y="2166"/>
                    <a:pt x="2978" y="2261"/>
                  </a:cubicBezTo>
                  <a:cubicBezTo>
                    <a:pt x="2875" y="2387"/>
                    <a:pt x="2875" y="2401"/>
                    <a:pt x="2956" y="2527"/>
                  </a:cubicBezTo>
                  <a:cubicBezTo>
                    <a:pt x="2956" y="2552"/>
                    <a:pt x="2967" y="2563"/>
                    <a:pt x="2978" y="2574"/>
                  </a:cubicBezTo>
                  <a:cubicBezTo>
                    <a:pt x="3037" y="2703"/>
                    <a:pt x="3003" y="2831"/>
                    <a:pt x="2978" y="2960"/>
                  </a:cubicBezTo>
                  <a:cubicBezTo>
                    <a:pt x="2945" y="2912"/>
                    <a:pt x="2922" y="2876"/>
                    <a:pt x="2886" y="2854"/>
                  </a:cubicBezTo>
                  <a:cubicBezTo>
                    <a:pt x="2758" y="2773"/>
                    <a:pt x="2724" y="2655"/>
                    <a:pt x="2735" y="2516"/>
                  </a:cubicBezTo>
                  <a:cubicBezTo>
                    <a:pt x="2746" y="2401"/>
                    <a:pt x="2783" y="2273"/>
                    <a:pt x="2805" y="2155"/>
                  </a:cubicBezTo>
                  <a:cubicBezTo>
                    <a:pt x="2839" y="2038"/>
                    <a:pt x="2875" y="1935"/>
                    <a:pt x="2853" y="1817"/>
                  </a:cubicBezTo>
                  <a:cubicBezTo>
                    <a:pt x="2839" y="1666"/>
                    <a:pt x="2783" y="1538"/>
                    <a:pt x="2654" y="1457"/>
                  </a:cubicBezTo>
                  <a:cubicBezTo>
                    <a:pt x="2623" y="1430"/>
                    <a:pt x="2589" y="1418"/>
                    <a:pt x="2556" y="1418"/>
                  </a:cubicBezTo>
                  <a:cubicBezTo>
                    <a:pt x="2516" y="1418"/>
                    <a:pt x="2477" y="1436"/>
                    <a:pt x="2445" y="1468"/>
                  </a:cubicBezTo>
                  <a:cubicBezTo>
                    <a:pt x="2408" y="1516"/>
                    <a:pt x="2375" y="1563"/>
                    <a:pt x="2364" y="1608"/>
                  </a:cubicBezTo>
                  <a:cubicBezTo>
                    <a:pt x="2338" y="1714"/>
                    <a:pt x="2327" y="1828"/>
                    <a:pt x="2316" y="1935"/>
                  </a:cubicBezTo>
                  <a:cubicBezTo>
                    <a:pt x="2305" y="2063"/>
                    <a:pt x="2257" y="2166"/>
                    <a:pt x="2140" y="2236"/>
                  </a:cubicBezTo>
                  <a:cubicBezTo>
                    <a:pt x="2115" y="2255"/>
                    <a:pt x="2083" y="2266"/>
                    <a:pt x="2054" y="2266"/>
                  </a:cubicBezTo>
                  <a:cubicBezTo>
                    <a:pt x="2044" y="2266"/>
                    <a:pt x="2034" y="2264"/>
                    <a:pt x="2026" y="2261"/>
                  </a:cubicBezTo>
                  <a:cubicBezTo>
                    <a:pt x="2006" y="2258"/>
                    <a:pt x="1988" y="2256"/>
                    <a:pt x="1970" y="2256"/>
                  </a:cubicBezTo>
                  <a:cubicBezTo>
                    <a:pt x="1922" y="2256"/>
                    <a:pt x="1878" y="2268"/>
                    <a:pt x="1827" y="2284"/>
                  </a:cubicBezTo>
                  <a:cubicBezTo>
                    <a:pt x="1791" y="2297"/>
                    <a:pt x="1756" y="2304"/>
                    <a:pt x="1724" y="2304"/>
                  </a:cubicBezTo>
                  <a:cubicBezTo>
                    <a:pt x="1644" y="2304"/>
                    <a:pt x="1579" y="2262"/>
                    <a:pt x="1537" y="2178"/>
                  </a:cubicBezTo>
                  <a:cubicBezTo>
                    <a:pt x="1456" y="2016"/>
                    <a:pt x="1327" y="1935"/>
                    <a:pt x="1176" y="1887"/>
                  </a:cubicBezTo>
                  <a:cubicBezTo>
                    <a:pt x="1122" y="1875"/>
                    <a:pt x="1067" y="1866"/>
                    <a:pt x="1015" y="1866"/>
                  </a:cubicBezTo>
                  <a:cubicBezTo>
                    <a:pt x="920" y="1866"/>
                    <a:pt x="831" y="1896"/>
                    <a:pt x="757" y="1993"/>
                  </a:cubicBezTo>
                  <a:cubicBezTo>
                    <a:pt x="732" y="2024"/>
                    <a:pt x="704" y="2039"/>
                    <a:pt x="673" y="2039"/>
                  </a:cubicBezTo>
                  <a:cubicBezTo>
                    <a:pt x="645" y="2039"/>
                    <a:pt x="614" y="2027"/>
                    <a:pt x="581" y="2004"/>
                  </a:cubicBezTo>
                  <a:cubicBezTo>
                    <a:pt x="500" y="1946"/>
                    <a:pt x="478" y="1854"/>
                    <a:pt x="523" y="1773"/>
                  </a:cubicBezTo>
                  <a:cubicBezTo>
                    <a:pt x="559" y="1678"/>
                    <a:pt x="629" y="1619"/>
                    <a:pt x="710" y="1574"/>
                  </a:cubicBezTo>
                  <a:cubicBezTo>
                    <a:pt x="791" y="1527"/>
                    <a:pt x="883" y="1493"/>
                    <a:pt x="967" y="1435"/>
                  </a:cubicBezTo>
                  <a:cubicBezTo>
                    <a:pt x="1140" y="1340"/>
                    <a:pt x="1188" y="1178"/>
                    <a:pt x="1106" y="1004"/>
                  </a:cubicBezTo>
                  <a:cubicBezTo>
                    <a:pt x="1048" y="876"/>
                    <a:pt x="942" y="781"/>
                    <a:pt x="838" y="711"/>
                  </a:cubicBezTo>
                  <a:cubicBezTo>
                    <a:pt x="718" y="629"/>
                    <a:pt x="596" y="589"/>
                    <a:pt x="469" y="589"/>
                  </a:cubicBezTo>
                  <a:cubicBezTo>
                    <a:pt x="437" y="589"/>
                    <a:pt x="405" y="591"/>
                    <a:pt x="372" y="596"/>
                  </a:cubicBezTo>
                  <a:cubicBezTo>
                    <a:pt x="291" y="608"/>
                    <a:pt x="210" y="630"/>
                    <a:pt x="129" y="655"/>
                  </a:cubicBezTo>
                  <a:cubicBezTo>
                    <a:pt x="104" y="655"/>
                    <a:pt x="81" y="655"/>
                    <a:pt x="70" y="641"/>
                  </a:cubicBezTo>
                  <a:lnTo>
                    <a:pt x="70" y="596"/>
                  </a:lnTo>
                  <a:cubicBezTo>
                    <a:pt x="104" y="549"/>
                    <a:pt x="129" y="501"/>
                    <a:pt x="162" y="457"/>
                  </a:cubicBezTo>
                  <a:cubicBezTo>
                    <a:pt x="249" y="354"/>
                    <a:pt x="371" y="306"/>
                    <a:pt x="493" y="306"/>
                  </a:cubicBezTo>
                  <a:close/>
                  <a:moveTo>
                    <a:pt x="464" y="630"/>
                  </a:moveTo>
                  <a:cubicBezTo>
                    <a:pt x="721" y="641"/>
                    <a:pt x="919" y="770"/>
                    <a:pt x="1048" y="990"/>
                  </a:cubicBezTo>
                  <a:cubicBezTo>
                    <a:pt x="1081" y="1060"/>
                    <a:pt x="1106" y="1130"/>
                    <a:pt x="1093" y="1200"/>
                  </a:cubicBezTo>
                  <a:cubicBezTo>
                    <a:pt x="1081" y="1284"/>
                    <a:pt x="1037" y="1354"/>
                    <a:pt x="953" y="1387"/>
                  </a:cubicBezTo>
                  <a:cubicBezTo>
                    <a:pt x="872" y="1435"/>
                    <a:pt x="791" y="1479"/>
                    <a:pt x="710" y="1527"/>
                  </a:cubicBezTo>
                  <a:cubicBezTo>
                    <a:pt x="618" y="1574"/>
                    <a:pt x="534" y="1644"/>
                    <a:pt x="489" y="1725"/>
                  </a:cubicBezTo>
                  <a:cubicBezTo>
                    <a:pt x="430" y="1842"/>
                    <a:pt x="453" y="1968"/>
                    <a:pt x="559" y="2038"/>
                  </a:cubicBezTo>
                  <a:cubicBezTo>
                    <a:pt x="595" y="2065"/>
                    <a:pt x="629" y="2078"/>
                    <a:pt x="663" y="2078"/>
                  </a:cubicBezTo>
                  <a:cubicBezTo>
                    <a:pt x="716" y="2078"/>
                    <a:pt x="769" y="2045"/>
                    <a:pt x="827" y="1982"/>
                  </a:cubicBezTo>
                  <a:cubicBezTo>
                    <a:pt x="872" y="1935"/>
                    <a:pt x="919" y="1912"/>
                    <a:pt x="967" y="1912"/>
                  </a:cubicBezTo>
                  <a:cubicBezTo>
                    <a:pt x="984" y="1910"/>
                    <a:pt x="1001" y="1909"/>
                    <a:pt x="1018" y="1909"/>
                  </a:cubicBezTo>
                  <a:cubicBezTo>
                    <a:pt x="1193" y="1909"/>
                    <a:pt x="1394" y="2019"/>
                    <a:pt x="1478" y="2166"/>
                  </a:cubicBezTo>
                  <a:cubicBezTo>
                    <a:pt x="1541" y="2286"/>
                    <a:pt x="1621" y="2340"/>
                    <a:pt x="1724" y="2340"/>
                  </a:cubicBezTo>
                  <a:cubicBezTo>
                    <a:pt x="1773" y="2340"/>
                    <a:pt x="1826" y="2328"/>
                    <a:pt x="1886" y="2306"/>
                  </a:cubicBezTo>
                  <a:cubicBezTo>
                    <a:pt x="1897" y="2301"/>
                    <a:pt x="1912" y="2301"/>
                    <a:pt x="1928" y="2301"/>
                  </a:cubicBezTo>
                  <a:cubicBezTo>
                    <a:pt x="1944" y="2301"/>
                    <a:pt x="1961" y="2301"/>
                    <a:pt x="1978" y="2295"/>
                  </a:cubicBezTo>
                  <a:cubicBezTo>
                    <a:pt x="2007" y="2295"/>
                    <a:pt x="2037" y="2298"/>
                    <a:pt x="2064" y="2298"/>
                  </a:cubicBezTo>
                  <a:cubicBezTo>
                    <a:pt x="2092" y="2298"/>
                    <a:pt x="2118" y="2295"/>
                    <a:pt x="2140" y="2284"/>
                  </a:cubicBezTo>
                  <a:cubicBezTo>
                    <a:pt x="2246" y="2225"/>
                    <a:pt x="2327" y="2144"/>
                    <a:pt x="2338" y="2016"/>
                  </a:cubicBezTo>
                  <a:cubicBezTo>
                    <a:pt x="2350" y="1935"/>
                    <a:pt x="2350" y="1854"/>
                    <a:pt x="2375" y="1784"/>
                  </a:cubicBezTo>
                  <a:cubicBezTo>
                    <a:pt x="2386" y="1689"/>
                    <a:pt x="2408" y="1608"/>
                    <a:pt x="2456" y="1538"/>
                  </a:cubicBezTo>
                  <a:cubicBezTo>
                    <a:pt x="2475" y="1485"/>
                    <a:pt x="2514" y="1459"/>
                    <a:pt x="2557" y="1459"/>
                  </a:cubicBezTo>
                  <a:cubicBezTo>
                    <a:pt x="2589" y="1459"/>
                    <a:pt x="2624" y="1474"/>
                    <a:pt x="2654" y="1504"/>
                  </a:cubicBezTo>
                  <a:cubicBezTo>
                    <a:pt x="2699" y="1538"/>
                    <a:pt x="2746" y="1585"/>
                    <a:pt x="2769" y="1644"/>
                  </a:cubicBezTo>
                  <a:cubicBezTo>
                    <a:pt x="2853" y="1806"/>
                    <a:pt x="2827" y="1968"/>
                    <a:pt x="2783" y="2133"/>
                  </a:cubicBezTo>
                  <a:cubicBezTo>
                    <a:pt x="2746" y="2236"/>
                    <a:pt x="2713" y="2354"/>
                    <a:pt x="2699" y="2471"/>
                  </a:cubicBezTo>
                  <a:cubicBezTo>
                    <a:pt x="2677" y="2633"/>
                    <a:pt x="2713" y="2784"/>
                    <a:pt x="2864" y="2876"/>
                  </a:cubicBezTo>
                  <a:cubicBezTo>
                    <a:pt x="2886" y="2901"/>
                    <a:pt x="2908" y="2935"/>
                    <a:pt x="2934" y="2971"/>
                  </a:cubicBezTo>
                  <a:cubicBezTo>
                    <a:pt x="2956" y="3005"/>
                    <a:pt x="2956" y="3041"/>
                    <a:pt x="2908" y="3063"/>
                  </a:cubicBezTo>
                  <a:cubicBezTo>
                    <a:pt x="2839" y="3111"/>
                    <a:pt x="2758" y="3169"/>
                    <a:pt x="2677" y="3214"/>
                  </a:cubicBezTo>
                  <a:lnTo>
                    <a:pt x="2629" y="3214"/>
                  </a:lnTo>
                  <a:cubicBezTo>
                    <a:pt x="2607" y="3203"/>
                    <a:pt x="2573" y="3181"/>
                    <a:pt x="2537" y="3155"/>
                  </a:cubicBezTo>
                  <a:cubicBezTo>
                    <a:pt x="2503" y="3122"/>
                    <a:pt x="2489" y="3086"/>
                    <a:pt x="2514" y="3041"/>
                  </a:cubicBezTo>
                  <a:cubicBezTo>
                    <a:pt x="2537" y="3005"/>
                    <a:pt x="2559" y="2971"/>
                    <a:pt x="2573" y="2935"/>
                  </a:cubicBezTo>
                  <a:cubicBezTo>
                    <a:pt x="2607" y="2876"/>
                    <a:pt x="2607" y="2820"/>
                    <a:pt x="2559" y="2773"/>
                  </a:cubicBezTo>
                  <a:cubicBezTo>
                    <a:pt x="2514" y="2692"/>
                    <a:pt x="2445" y="2644"/>
                    <a:pt x="2350" y="2644"/>
                  </a:cubicBezTo>
                  <a:cubicBezTo>
                    <a:pt x="2333" y="2646"/>
                    <a:pt x="2316" y="2646"/>
                    <a:pt x="2300" y="2646"/>
                  </a:cubicBezTo>
                  <a:cubicBezTo>
                    <a:pt x="2192" y="2646"/>
                    <a:pt x="2089" y="2617"/>
                    <a:pt x="1978" y="2586"/>
                  </a:cubicBezTo>
                  <a:cubicBezTo>
                    <a:pt x="1919" y="2568"/>
                    <a:pt x="1860" y="2558"/>
                    <a:pt x="1804" y="2558"/>
                  </a:cubicBezTo>
                  <a:cubicBezTo>
                    <a:pt x="1672" y="2558"/>
                    <a:pt x="1557" y="2614"/>
                    <a:pt x="1500" y="2762"/>
                  </a:cubicBezTo>
                  <a:cubicBezTo>
                    <a:pt x="1478" y="2831"/>
                    <a:pt x="1419" y="2865"/>
                    <a:pt x="1350" y="2901"/>
                  </a:cubicBezTo>
                  <a:cubicBezTo>
                    <a:pt x="1330" y="2906"/>
                    <a:pt x="1313" y="2909"/>
                    <a:pt x="1297" y="2909"/>
                  </a:cubicBezTo>
                  <a:cubicBezTo>
                    <a:pt x="1274" y="2909"/>
                    <a:pt x="1253" y="2903"/>
                    <a:pt x="1232" y="2890"/>
                  </a:cubicBezTo>
                  <a:cubicBezTo>
                    <a:pt x="1199" y="2854"/>
                    <a:pt x="1188" y="2806"/>
                    <a:pt x="1199" y="2762"/>
                  </a:cubicBezTo>
                  <a:cubicBezTo>
                    <a:pt x="1210" y="2725"/>
                    <a:pt x="1221" y="2703"/>
                    <a:pt x="1232" y="2667"/>
                  </a:cubicBezTo>
                  <a:cubicBezTo>
                    <a:pt x="1327" y="2482"/>
                    <a:pt x="1291" y="2317"/>
                    <a:pt x="1129" y="2192"/>
                  </a:cubicBezTo>
                  <a:cubicBezTo>
                    <a:pt x="1072" y="2145"/>
                    <a:pt x="1002" y="2122"/>
                    <a:pt x="931" y="2122"/>
                  </a:cubicBezTo>
                  <a:cubicBezTo>
                    <a:pt x="856" y="2122"/>
                    <a:pt x="781" y="2148"/>
                    <a:pt x="721" y="2203"/>
                  </a:cubicBezTo>
                  <a:cubicBezTo>
                    <a:pt x="699" y="2236"/>
                    <a:pt x="673" y="2261"/>
                    <a:pt x="640" y="2284"/>
                  </a:cubicBezTo>
                  <a:cubicBezTo>
                    <a:pt x="604" y="2306"/>
                    <a:pt x="570" y="2317"/>
                    <a:pt x="523" y="2331"/>
                  </a:cubicBezTo>
                  <a:cubicBezTo>
                    <a:pt x="514" y="2332"/>
                    <a:pt x="506" y="2333"/>
                    <a:pt x="497" y="2333"/>
                  </a:cubicBezTo>
                  <a:cubicBezTo>
                    <a:pt x="343" y="2333"/>
                    <a:pt x="187" y="2146"/>
                    <a:pt x="232" y="1968"/>
                  </a:cubicBezTo>
                  <a:cubicBezTo>
                    <a:pt x="268" y="1854"/>
                    <a:pt x="324" y="1747"/>
                    <a:pt x="394" y="1655"/>
                  </a:cubicBezTo>
                  <a:cubicBezTo>
                    <a:pt x="478" y="1574"/>
                    <a:pt x="489" y="1479"/>
                    <a:pt x="430" y="1376"/>
                  </a:cubicBezTo>
                  <a:cubicBezTo>
                    <a:pt x="394" y="1328"/>
                    <a:pt x="408" y="1284"/>
                    <a:pt x="453" y="1247"/>
                  </a:cubicBezTo>
                  <a:cubicBezTo>
                    <a:pt x="489" y="1225"/>
                    <a:pt x="523" y="1214"/>
                    <a:pt x="559" y="1189"/>
                  </a:cubicBezTo>
                  <a:cubicBezTo>
                    <a:pt x="699" y="1144"/>
                    <a:pt x="721" y="1049"/>
                    <a:pt x="662" y="921"/>
                  </a:cubicBezTo>
                  <a:cubicBezTo>
                    <a:pt x="604" y="806"/>
                    <a:pt x="500" y="747"/>
                    <a:pt x="383" y="711"/>
                  </a:cubicBezTo>
                  <a:cubicBezTo>
                    <a:pt x="338" y="689"/>
                    <a:pt x="291" y="677"/>
                    <a:pt x="232" y="666"/>
                  </a:cubicBezTo>
                  <a:lnTo>
                    <a:pt x="232" y="655"/>
                  </a:lnTo>
                  <a:cubicBezTo>
                    <a:pt x="313" y="641"/>
                    <a:pt x="394" y="630"/>
                    <a:pt x="464" y="630"/>
                  </a:cubicBezTo>
                  <a:close/>
                  <a:moveTo>
                    <a:pt x="430" y="1516"/>
                  </a:moveTo>
                  <a:lnTo>
                    <a:pt x="430" y="1516"/>
                  </a:lnTo>
                  <a:cubicBezTo>
                    <a:pt x="408" y="1563"/>
                    <a:pt x="383" y="1597"/>
                    <a:pt x="349" y="1644"/>
                  </a:cubicBezTo>
                  <a:cubicBezTo>
                    <a:pt x="313" y="1703"/>
                    <a:pt x="268" y="1759"/>
                    <a:pt x="232" y="1817"/>
                  </a:cubicBezTo>
                  <a:cubicBezTo>
                    <a:pt x="151" y="1993"/>
                    <a:pt x="162" y="2166"/>
                    <a:pt x="313" y="2295"/>
                  </a:cubicBezTo>
                  <a:cubicBezTo>
                    <a:pt x="366" y="2348"/>
                    <a:pt x="433" y="2375"/>
                    <a:pt x="502" y="2375"/>
                  </a:cubicBezTo>
                  <a:cubicBezTo>
                    <a:pt x="570" y="2375"/>
                    <a:pt x="640" y="2348"/>
                    <a:pt x="699" y="2295"/>
                  </a:cubicBezTo>
                  <a:cubicBezTo>
                    <a:pt x="721" y="2273"/>
                    <a:pt x="743" y="2248"/>
                    <a:pt x="768" y="2225"/>
                  </a:cubicBezTo>
                  <a:cubicBezTo>
                    <a:pt x="802" y="2203"/>
                    <a:pt x="838" y="2178"/>
                    <a:pt x="872" y="2178"/>
                  </a:cubicBezTo>
                  <a:cubicBezTo>
                    <a:pt x="897" y="2170"/>
                    <a:pt x="921" y="2167"/>
                    <a:pt x="945" y="2167"/>
                  </a:cubicBezTo>
                  <a:cubicBezTo>
                    <a:pt x="1032" y="2167"/>
                    <a:pt x="1107" y="2214"/>
                    <a:pt x="1162" y="2295"/>
                  </a:cubicBezTo>
                  <a:cubicBezTo>
                    <a:pt x="1246" y="2387"/>
                    <a:pt x="1269" y="2493"/>
                    <a:pt x="1221" y="2611"/>
                  </a:cubicBezTo>
                  <a:cubicBezTo>
                    <a:pt x="1199" y="2667"/>
                    <a:pt x="1176" y="2725"/>
                    <a:pt x="1162" y="2784"/>
                  </a:cubicBezTo>
                  <a:cubicBezTo>
                    <a:pt x="1144" y="2878"/>
                    <a:pt x="1209" y="2949"/>
                    <a:pt x="1289" y="2949"/>
                  </a:cubicBezTo>
                  <a:cubicBezTo>
                    <a:pt x="1308" y="2949"/>
                    <a:pt x="1329" y="2944"/>
                    <a:pt x="1350" y="2935"/>
                  </a:cubicBezTo>
                  <a:cubicBezTo>
                    <a:pt x="1408" y="2912"/>
                    <a:pt x="1456" y="2876"/>
                    <a:pt x="1500" y="2831"/>
                  </a:cubicBezTo>
                  <a:cubicBezTo>
                    <a:pt x="1537" y="2806"/>
                    <a:pt x="1548" y="2773"/>
                    <a:pt x="1570" y="2725"/>
                  </a:cubicBezTo>
                  <a:cubicBezTo>
                    <a:pt x="1618" y="2655"/>
                    <a:pt x="1676" y="2622"/>
                    <a:pt x="1746" y="2611"/>
                  </a:cubicBezTo>
                  <a:cubicBezTo>
                    <a:pt x="1766" y="2608"/>
                    <a:pt x="1786" y="2607"/>
                    <a:pt x="1806" y="2607"/>
                  </a:cubicBezTo>
                  <a:cubicBezTo>
                    <a:pt x="1890" y="2607"/>
                    <a:pt x="1974" y="2628"/>
                    <a:pt x="2048" y="2655"/>
                  </a:cubicBezTo>
                  <a:cubicBezTo>
                    <a:pt x="2109" y="2683"/>
                    <a:pt x="2170" y="2696"/>
                    <a:pt x="2232" y="2696"/>
                  </a:cubicBezTo>
                  <a:cubicBezTo>
                    <a:pt x="2253" y="2696"/>
                    <a:pt x="2273" y="2694"/>
                    <a:pt x="2294" y="2692"/>
                  </a:cubicBezTo>
                  <a:cubicBezTo>
                    <a:pt x="2308" y="2690"/>
                    <a:pt x="2323" y="2689"/>
                    <a:pt x="2336" y="2689"/>
                  </a:cubicBezTo>
                  <a:cubicBezTo>
                    <a:pt x="2411" y="2689"/>
                    <a:pt x="2476" y="2716"/>
                    <a:pt x="2526" y="2784"/>
                  </a:cubicBezTo>
                  <a:cubicBezTo>
                    <a:pt x="2559" y="2820"/>
                    <a:pt x="2573" y="2865"/>
                    <a:pt x="2537" y="2924"/>
                  </a:cubicBezTo>
                  <a:cubicBezTo>
                    <a:pt x="2514" y="2960"/>
                    <a:pt x="2489" y="2993"/>
                    <a:pt x="2478" y="3041"/>
                  </a:cubicBezTo>
                  <a:cubicBezTo>
                    <a:pt x="2445" y="3100"/>
                    <a:pt x="2456" y="3133"/>
                    <a:pt x="2503" y="3181"/>
                  </a:cubicBezTo>
                  <a:cubicBezTo>
                    <a:pt x="2537" y="3203"/>
                    <a:pt x="2573" y="3225"/>
                    <a:pt x="2607" y="3250"/>
                  </a:cubicBezTo>
                  <a:cubicBezTo>
                    <a:pt x="2514" y="3295"/>
                    <a:pt x="2408" y="3331"/>
                    <a:pt x="2294" y="3343"/>
                  </a:cubicBezTo>
                  <a:cubicBezTo>
                    <a:pt x="2280" y="3345"/>
                    <a:pt x="2266" y="3347"/>
                    <a:pt x="2253" y="3347"/>
                  </a:cubicBezTo>
                  <a:cubicBezTo>
                    <a:pt x="2209" y="3347"/>
                    <a:pt x="2168" y="3332"/>
                    <a:pt x="2140" y="3295"/>
                  </a:cubicBezTo>
                  <a:cubicBezTo>
                    <a:pt x="2107" y="3273"/>
                    <a:pt x="2095" y="3225"/>
                    <a:pt x="2070" y="3192"/>
                  </a:cubicBezTo>
                  <a:cubicBezTo>
                    <a:pt x="2037" y="3111"/>
                    <a:pt x="1989" y="3074"/>
                    <a:pt x="1908" y="3074"/>
                  </a:cubicBezTo>
                  <a:cubicBezTo>
                    <a:pt x="1899" y="3073"/>
                    <a:pt x="1890" y="3073"/>
                    <a:pt x="1880" y="3073"/>
                  </a:cubicBezTo>
                  <a:cubicBezTo>
                    <a:pt x="1797" y="3073"/>
                    <a:pt x="1713" y="3115"/>
                    <a:pt x="1640" y="3155"/>
                  </a:cubicBezTo>
                  <a:cubicBezTo>
                    <a:pt x="1546" y="3204"/>
                    <a:pt x="1446" y="3229"/>
                    <a:pt x="1346" y="3229"/>
                  </a:cubicBezTo>
                  <a:cubicBezTo>
                    <a:pt x="1274" y="3229"/>
                    <a:pt x="1201" y="3216"/>
                    <a:pt x="1129" y="3192"/>
                  </a:cubicBezTo>
                  <a:cubicBezTo>
                    <a:pt x="1023" y="3155"/>
                    <a:pt x="930" y="3086"/>
                    <a:pt x="897" y="2971"/>
                  </a:cubicBezTo>
                  <a:cubicBezTo>
                    <a:pt x="872" y="2890"/>
                    <a:pt x="897" y="2831"/>
                    <a:pt x="919" y="2762"/>
                  </a:cubicBezTo>
                  <a:cubicBezTo>
                    <a:pt x="942" y="2681"/>
                    <a:pt x="930" y="2667"/>
                    <a:pt x="849" y="2655"/>
                  </a:cubicBezTo>
                  <a:cubicBezTo>
                    <a:pt x="699" y="2644"/>
                    <a:pt x="559" y="2622"/>
                    <a:pt x="430" y="2563"/>
                  </a:cubicBezTo>
                  <a:cubicBezTo>
                    <a:pt x="129" y="2424"/>
                    <a:pt x="0" y="2097"/>
                    <a:pt x="129" y="1784"/>
                  </a:cubicBezTo>
                  <a:cubicBezTo>
                    <a:pt x="173" y="1655"/>
                    <a:pt x="313" y="1538"/>
                    <a:pt x="430" y="1516"/>
                  </a:cubicBezTo>
                  <a:close/>
                  <a:moveTo>
                    <a:pt x="3094" y="2867"/>
                  </a:moveTo>
                  <a:cubicBezTo>
                    <a:pt x="3111" y="2867"/>
                    <a:pt x="3134" y="2870"/>
                    <a:pt x="3165" y="2876"/>
                  </a:cubicBezTo>
                  <a:cubicBezTo>
                    <a:pt x="3165" y="2890"/>
                    <a:pt x="3177" y="2890"/>
                    <a:pt x="3188" y="2890"/>
                  </a:cubicBezTo>
                  <a:cubicBezTo>
                    <a:pt x="3188" y="2901"/>
                    <a:pt x="3188" y="2912"/>
                    <a:pt x="3177" y="2924"/>
                  </a:cubicBezTo>
                  <a:cubicBezTo>
                    <a:pt x="3177" y="2935"/>
                    <a:pt x="3177" y="2935"/>
                    <a:pt x="3165" y="2946"/>
                  </a:cubicBezTo>
                  <a:cubicBezTo>
                    <a:pt x="3107" y="3052"/>
                    <a:pt x="3026" y="3133"/>
                    <a:pt x="2922" y="3192"/>
                  </a:cubicBezTo>
                  <a:cubicBezTo>
                    <a:pt x="2654" y="3343"/>
                    <a:pt x="2375" y="3449"/>
                    <a:pt x="2070" y="3460"/>
                  </a:cubicBezTo>
                  <a:cubicBezTo>
                    <a:pt x="2026" y="3460"/>
                    <a:pt x="1989" y="3449"/>
                    <a:pt x="1956" y="3449"/>
                  </a:cubicBezTo>
                  <a:lnTo>
                    <a:pt x="1956" y="3424"/>
                  </a:lnTo>
                  <a:cubicBezTo>
                    <a:pt x="1989" y="3390"/>
                    <a:pt x="2026" y="3343"/>
                    <a:pt x="2059" y="3295"/>
                  </a:cubicBezTo>
                  <a:cubicBezTo>
                    <a:pt x="2118" y="3364"/>
                    <a:pt x="2190" y="3389"/>
                    <a:pt x="2264" y="3389"/>
                  </a:cubicBezTo>
                  <a:cubicBezTo>
                    <a:pt x="2292" y="3389"/>
                    <a:pt x="2321" y="3385"/>
                    <a:pt x="2350" y="3379"/>
                  </a:cubicBezTo>
                  <a:cubicBezTo>
                    <a:pt x="2573" y="3331"/>
                    <a:pt x="2769" y="3239"/>
                    <a:pt x="2945" y="3086"/>
                  </a:cubicBezTo>
                  <a:cubicBezTo>
                    <a:pt x="2978" y="3052"/>
                    <a:pt x="3003" y="3005"/>
                    <a:pt x="3015" y="2971"/>
                  </a:cubicBezTo>
                  <a:cubicBezTo>
                    <a:pt x="3039" y="2893"/>
                    <a:pt x="3046" y="2867"/>
                    <a:pt x="3094" y="2867"/>
                  </a:cubicBezTo>
                  <a:close/>
                  <a:moveTo>
                    <a:pt x="4470" y="2644"/>
                  </a:moveTo>
                  <a:cubicBezTo>
                    <a:pt x="4599" y="2773"/>
                    <a:pt x="4724" y="2901"/>
                    <a:pt x="4911" y="2924"/>
                  </a:cubicBezTo>
                  <a:cubicBezTo>
                    <a:pt x="4911" y="2935"/>
                    <a:pt x="4911" y="2946"/>
                    <a:pt x="4900" y="2946"/>
                  </a:cubicBezTo>
                  <a:cubicBezTo>
                    <a:pt x="4749" y="3295"/>
                    <a:pt x="4599" y="3633"/>
                    <a:pt x="4459" y="3982"/>
                  </a:cubicBezTo>
                  <a:cubicBezTo>
                    <a:pt x="4272" y="4438"/>
                    <a:pt x="3945" y="4739"/>
                    <a:pt x="3481" y="4901"/>
                  </a:cubicBezTo>
                  <a:cubicBezTo>
                    <a:pt x="3411" y="4927"/>
                    <a:pt x="3341" y="4949"/>
                    <a:pt x="3272" y="4949"/>
                  </a:cubicBezTo>
                  <a:cubicBezTo>
                    <a:pt x="3227" y="4953"/>
                    <a:pt x="3183" y="4956"/>
                    <a:pt x="3140" y="4956"/>
                  </a:cubicBezTo>
                  <a:cubicBezTo>
                    <a:pt x="2965" y="4956"/>
                    <a:pt x="2797" y="4919"/>
                    <a:pt x="2629" y="4846"/>
                  </a:cubicBezTo>
                  <a:cubicBezTo>
                    <a:pt x="2280" y="4692"/>
                    <a:pt x="2037" y="4449"/>
                    <a:pt x="1945" y="4063"/>
                  </a:cubicBezTo>
                  <a:cubicBezTo>
                    <a:pt x="1919" y="3938"/>
                    <a:pt x="1919" y="3809"/>
                    <a:pt x="1908" y="3681"/>
                  </a:cubicBezTo>
                  <a:cubicBezTo>
                    <a:pt x="1908" y="3611"/>
                    <a:pt x="1919" y="3552"/>
                    <a:pt x="1931" y="3493"/>
                  </a:cubicBezTo>
                  <a:cubicBezTo>
                    <a:pt x="2000" y="3493"/>
                    <a:pt x="2059" y="3505"/>
                    <a:pt x="2129" y="3505"/>
                  </a:cubicBezTo>
                  <a:cubicBezTo>
                    <a:pt x="2327" y="3493"/>
                    <a:pt x="2526" y="3435"/>
                    <a:pt x="2713" y="3354"/>
                  </a:cubicBezTo>
                  <a:cubicBezTo>
                    <a:pt x="2816" y="3309"/>
                    <a:pt x="2922" y="3239"/>
                    <a:pt x="3026" y="3169"/>
                  </a:cubicBezTo>
                  <a:cubicBezTo>
                    <a:pt x="3118" y="3111"/>
                    <a:pt x="3202" y="3005"/>
                    <a:pt x="3246" y="2901"/>
                  </a:cubicBezTo>
                  <a:cubicBezTo>
                    <a:pt x="3272" y="2912"/>
                    <a:pt x="3305" y="2912"/>
                    <a:pt x="3327" y="2935"/>
                  </a:cubicBezTo>
                  <a:cubicBezTo>
                    <a:pt x="3411" y="3016"/>
                    <a:pt x="3492" y="3100"/>
                    <a:pt x="3573" y="3169"/>
                  </a:cubicBezTo>
                  <a:cubicBezTo>
                    <a:pt x="3621" y="3225"/>
                    <a:pt x="3665" y="3273"/>
                    <a:pt x="3724" y="3309"/>
                  </a:cubicBezTo>
                  <a:cubicBezTo>
                    <a:pt x="3786" y="3352"/>
                    <a:pt x="3861" y="3377"/>
                    <a:pt x="3933" y="3377"/>
                  </a:cubicBezTo>
                  <a:cubicBezTo>
                    <a:pt x="4036" y="3377"/>
                    <a:pt x="4135" y="3326"/>
                    <a:pt x="4191" y="3203"/>
                  </a:cubicBezTo>
                  <a:cubicBezTo>
                    <a:pt x="4213" y="3169"/>
                    <a:pt x="4224" y="3133"/>
                    <a:pt x="4249" y="3111"/>
                  </a:cubicBezTo>
                  <a:cubicBezTo>
                    <a:pt x="4305" y="2971"/>
                    <a:pt x="4375" y="2831"/>
                    <a:pt x="4434" y="2692"/>
                  </a:cubicBezTo>
                  <a:cubicBezTo>
                    <a:pt x="4445" y="2667"/>
                    <a:pt x="4459" y="2655"/>
                    <a:pt x="4470" y="2644"/>
                  </a:cubicBezTo>
                  <a:close/>
                  <a:moveTo>
                    <a:pt x="7099" y="1"/>
                  </a:moveTo>
                  <a:cubicBezTo>
                    <a:pt x="7089" y="1"/>
                    <a:pt x="7078" y="4"/>
                    <a:pt x="7065" y="13"/>
                  </a:cubicBezTo>
                  <a:cubicBezTo>
                    <a:pt x="6973" y="60"/>
                    <a:pt x="6878" y="119"/>
                    <a:pt x="6775" y="166"/>
                  </a:cubicBezTo>
                  <a:cubicBezTo>
                    <a:pt x="6191" y="409"/>
                    <a:pt x="5691" y="770"/>
                    <a:pt x="5261" y="1236"/>
                  </a:cubicBezTo>
                  <a:cubicBezTo>
                    <a:pt x="5029" y="1468"/>
                    <a:pt x="4864" y="1759"/>
                    <a:pt x="4713" y="2038"/>
                  </a:cubicBezTo>
                  <a:cubicBezTo>
                    <a:pt x="4540" y="2376"/>
                    <a:pt x="4364" y="2725"/>
                    <a:pt x="4202" y="3063"/>
                  </a:cubicBezTo>
                  <a:cubicBezTo>
                    <a:pt x="4180" y="3111"/>
                    <a:pt x="4154" y="3144"/>
                    <a:pt x="4132" y="3192"/>
                  </a:cubicBezTo>
                  <a:cubicBezTo>
                    <a:pt x="4086" y="3276"/>
                    <a:pt x="4015" y="3320"/>
                    <a:pt x="3935" y="3320"/>
                  </a:cubicBezTo>
                  <a:cubicBezTo>
                    <a:pt x="3893" y="3320"/>
                    <a:pt x="3849" y="3308"/>
                    <a:pt x="3805" y="3284"/>
                  </a:cubicBezTo>
                  <a:cubicBezTo>
                    <a:pt x="3735" y="3250"/>
                    <a:pt x="3677" y="3192"/>
                    <a:pt x="3621" y="3144"/>
                  </a:cubicBezTo>
                  <a:cubicBezTo>
                    <a:pt x="3562" y="3100"/>
                    <a:pt x="3515" y="3041"/>
                    <a:pt x="3456" y="2982"/>
                  </a:cubicBezTo>
                  <a:cubicBezTo>
                    <a:pt x="3364" y="2890"/>
                    <a:pt x="3235" y="2843"/>
                    <a:pt x="3107" y="2831"/>
                  </a:cubicBezTo>
                  <a:lnTo>
                    <a:pt x="3037" y="2831"/>
                  </a:lnTo>
                  <a:lnTo>
                    <a:pt x="3037" y="2762"/>
                  </a:lnTo>
                  <a:cubicBezTo>
                    <a:pt x="3048" y="2667"/>
                    <a:pt x="3026" y="2574"/>
                    <a:pt x="2978" y="2493"/>
                  </a:cubicBezTo>
                  <a:cubicBezTo>
                    <a:pt x="2908" y="2401"/>
                    <a:pt x="2908" y="2387"/>
                    <a:pt x="2992" y="2306"/>
                  </a:cubicBezTo>
                  <a:cubicBezTo>
                    <a:pt x="3062" y="2214"/>
                    <a:pt x="3132" y="2133"/>
                    <a:pt x="3165" y="2016"/>
                  </a:cubicBezTo>
                  <a:cubicBezTo>
                    <a:pt x="3235" y="1759"/>
                    <a:pt x="3165" y="1549"/>
                    <a:pt x="2945" y="1387"/>
                  </a:cubicBezTo>
                  <a:cubicBezTo>
                    <a:pt x="2818" y="1294"/>
                    <a:pt x="2674" y="1246"/>
                    <a:pt x="2517" y="1246"/>
                  </a:cubicBezTo>
                  <a:cubicBezTo>
                    <a:pt x="2500" y="1246"/>
                    <a:pt x="2484" y="1246"/>
                    <a:pt x="2467" y="1247"/>
                  </a:cubicBezTo>
                  <a:cubicBezTo>
                    <a:pt x="2257" y="1259"/>
                    <a:pt x="2084" y="1423"/>
                    <a:pt x="2070" y="1633"/>
                  </a:cubicBezTo>
                  <a:cubicBezTo>
                    <a:pt x="2059" y="1747"/>
                    <a:pt x="2059" y="1865"/>
                    <a:pt x="2070" y="1982"/>
                  </a:cubicBezTo>
                  <a:cubicBezTo>
                    <a:pt x="2070" y="2052"/>
                    <a:pt x="2048" y="2085"/>
                    <a:pt x="1989" y="2097"/>
                  </a:cubicBezTo>
                  <a:cubicBezTo>
                    <a:pt x="1955" y="2112"/>
                    <a:pt x="1919" y="2121"/>
                    <a:pt x="1884" y="2121"/>
                  </a:cubicBezTo>
                  <a:cubicBezTo>
                    <a:pt x="1835" y="2121"/>
                    <a:pt x="1787" y="2104"/>
                    <a:pt x="1746" y="2063"/>
                  </a:cubicBezTo>
                  <a:cubicBezTo>
                    <a:pt x="1710" y="2038"/>
                    <a:pt x="1676" y="1993"/>
                    <a:pt x="1651" y="1957"/>
                  </a:cubicBezTo>
                  <a:cubicBezTo>
                    <a:pt x="1607" y="1887"/>
                    <a:pt x="1548" y="1854"/>
                    <a:pt x="1478" y="1828"/>
                  </a:cubicBezTo>
                  <a:cubicBezTo>
                    <a:pt x="1419" y="1817"/>
                    <a:pt x="1361" y="1795"/>
                    <a:pt x="1302" y="1773"/>
                  </a:cubicBezTo>
                  <a:cubicBezTo>
                    <a:pt x="1176" y="1714"/>
                    <a:pt x="1162" y="1597"/>
                    <a:pt x="1269" y="1504"/>
                  </a:cubicBezTo>
                  <a:cubicBezTo>
                    <a:pt x="1327" y="1457"/>
                    <a:pt x="1386" y="1423"/>
                    <a:pt x="1442" y="1376"/>
                  </a:cubicBezTo>
                  <a:cubicBezTo>
                    <a:pt x="1559" y="1295"/>
                    <a:pt x="1618" y="1189"/>
                    <a:pt x="1618" y="1049"/>
                  </a:cubicBezTo>
                  <a:cubicBezTo>
                    <a:pt x="1618" y="921"/>
                    <a:pt x="1570" y="806"/>
                    <a:pt x="1478" y="700"/>
                  </a:cubicBezTo>
                  <a:cubicBezTo>
                    <a:pt x="1411" y="624"/>
                    <a:pt x="1324" y="598"/>
                    <a:pt x="1228" y="598"/>
                  </a:cubicBezTo>
                  <a:cubicBezTo>
                    <a:pt x="1192" y="598"/>
                    <a:pt x="1155" y="602"/>
                    <a:pt x="1118" y="608"/>
                  </a:cubicBezTo>
                  <a:cubicBezTo>
                    <a:pt x="1078" y="614"/>
                    <a:pt x="1051" y="619"/>
                    <a:pt x="1030" y="619"/>
                  </a:cubicBezTo>
                  <a:cubicBezTo>
                    <a:pt x="984" y="619"/>
                    <a:pt x="971" y="595"/>
                    <a:pt x="930" y="515"/>
                  </a:cubicBezTo>
                  <a:cubicBezTo>
                    <a:pt x="833" y="350"/>
                    <a:pt x="682" y="269"/>
                    <a:pt x="500" y="269"/>
                  </a:cubicBezTo>
                  <a:cubicBezTo>
                    <a:pt x="488" y="269"/>
                    <a:pt x="476" y="269"/>
                    <a:pt x="464" y="270"/>
                  </a:cubicBezTo>
                  <a:cubicBezTo>
                    <a:pt x="254" y="281"/>
                    <a:pt x="115" y="387"/>
                    <a:pt x="34" y="571"/>
                  </a:cubicBezTo>
                  <a:cubicBezTo>
                    <a:pt x="0" y="641"/>
                    <a:pt x="23" y="689"/>
                    <a:pt x="104" y="700"/>
                  </a:cubicBezTo>
                  <a:cubicBezTo>
                    <a:pt x="199" y="711"/>
                    <a:pt x="291" y="725"/>
                    <a:pt x="372" y="747"/>
                  </a:cubicBezTo>
                  <a:cubicBezTo>
                    <a:pt x="489" y="781"/>
                    <a:pt x="581" y="840"/>
                    <a:pt x="629" y="946"/>
                  </a:cubicBezTo>
                  <a:cubicBezTo>
                    <a:pt x="673" y="1049"/>
                    <a:pt x="651" y="1108"/>
                    <a:pt x="548" y="1155"/>
                  </a:cubicBezTo>
                  <a:cubicBezTo>
                    <a:pt x="511" y="1166"/>
                    <a:pt x="478" y="1178"/>
                    <a:pt x="453" y="1189"/>
                  </a:cubicBezTo>
                  <a:cubicBezTo>
                    <a:pt x="361" y="1247"/>
                    <a:pt x="338" y="1317"/>
                    <a:pt x="394" y="1409"/>
                  </a:cubicBezTo>
                  <a:cubicBezTo>
                    <a:pt x="408" y="1446"/>
                    <a:pt x="408" y="1468"/>
                    <a:pt x="372" y="1479"/>
                  </a:cubicBezTo>
                  <a:cubicBezTo>
                    <a:pt x="115" y="1597"/>
                    <a:pt x="11" y="1806"/>
                    <a:pt x="23" y="2063"/>
                  </a:cubicBezTo>
                  <a:cubicBezTo>
                    <a:pt x="45" y="2331"/>
                    <a:pt x="199" y="2527"/>
                    <a:pt x="453" y="2622"/>
                  </a:cubicBezTo>
                  <a:cubicBezTo>
                    <a:pt x="559" y="2667"/>
                    <a:pt x="662" y="2681"/>
                    <a:pt x="780" y="2703"/>
                  </a:cubicBezTo>
                  <a:cubicBezTo>
                    <a:pt x="802" y="2703"/>
                    <a:pt x="838" y="2703"/>
                    <a:pt x="872" y="2714"/>
                  </a:cubicBezTo>
                  <a:cubicBezTo>
                    <a:pt x="872" y="2736"/>
                    <a:pt x="861" y="2762"/>
                    <a:pt x="861" y="2784"/>
                  </a:cubicBezTo>
                  <a:cubicBezTo>
                    <a:pt x="813" y="2935"/>
                    <a:pt x="849" y="3074"/>
                    <a:pt x="989" y="3169"/>
                  </a:cubicBezTo>
                  <a:cubicBezTo>
                    <a:pt x="1098" y="3248"/>
                    <a:pt x="1211" y="3283"/>
                    <a:pt x="1326" y="3283"/>
                  </a:cubicBezTo>
                  <a:cubicBezTo>
                    <a:pt x="1432" y="3283"/>
                    <a:pt x="1540" y="3254"/>
                    <a:pt x="1651" y="3203"/>
                  </a:cubicBezTo>
                  <a:cubicBezTo>
                    <a:pt x="1721" y="3181"/>
                    <a:pt x="1780" y="3144"/>
                    <a:pt x="1850" y="3133"/>
                  </a:cubicBezTo>
                  <a:cubicBezTo>
                    <a:pt x="1874" y="3125"/>
                    <a:pt x="1896" y="3120"/>
                    <a:pt x="1917" y="3120"/>
                  </a:cubicBezTo>
                  <a:cubicBezTo>
                    <a:pt x="1977" y="3120"/>
                    <a:pt x="2020" y="3157"/>
                    <a:pt x="2037" y="3225"/>
                  </a:cubicBezTo>
                  <a:cubicBezTo>
                    <a:pt x="2037" y="3239"/>
                    <a:pt x="2037" y="3262"/>
                    <a:pt x="2026" y="3273"/>
                  </a:cubicBezTo>
                  <a:cubicBezTo>
                    <a:pt x="1908" y="3365"/>
                    <a:pt x="1875" y="3482"/>
                    <a:pt x="1861" y="3622"/>
                  </a:cubicBezTo>
                  <a:cubicBezTo>
                    <a:pt x="1850" y="3832"/>
                    <a:pt x="1861" y="4030"/>
                    <a:pt x="1931" y="4228"/>
                  </a:cubicBezTo>
                  <a:cubicBezTo>
                    <a:pt x="2070" y="4541"/>
                    <a:pt x="2294" y="4776"/>
                    <a:pt x="2618" y="4901"/>
                  </a:cubicBezTo>
                  <a:cubicBezTo>
                    <a:pt x="2811" y="4975"/>
                    <a:pt x="3007" y="5010"/>
                    <a:pt x="3208" y="5010"/>
                  </a:cubicBezTo>
                  <a:cubicBezTo>
                    <a:pt x="3237" y="5010"/>
                    <a:pt x="3265" y="5009"/>
                    <a:pt x="3294" y="5008"/>
                  </a:cubicBezTo>
                  <a:cubicBezTo>
                    <a:pt x="3353" y="4996"/>
                    <a:pt x="3411" y="4985"/>
                    <a:pt x="3467" y="4971"/>
                  </a:cubicBezTo>
                  <a:cubicBezTo>
                    <a:pt x="3665" y="4901"/>
                    <a:pt x="3853" y="4798"/>
                    <a:pt x="4026" y="4670"/>
                  </a:cubicBezTo>
                  <a:cubicBezTo>
                    <a:pt x="4235" y="4519"/>
                    <a:pt x="4364" y="4309"/>
                    <a:pt x="4470" y="4089"/>
                  </a:cubicBezTo>
                  <a:cubicBezTo>
                    <a:pt x="4632" y="3728"/>
                    <a:pt x="4783" y="3365"/>
                    <a:pt x="4948" y="3016"/>
                  </a:cubicBezTo>
                  <a:cubicBezTo>
                    <a:pt x="5202" y="2412"/>
                    <a:pt x="5518" y="1828"/>
                    <a:pt x="5937" y="1317"/>
                  </a:cubicBezTo>
                  <a:cubicBezTo>
                    <a:pt x="6169" y="1027"/>
                    <a:pt x="6448" y="781"/>
                    <a:pt x="6764" y="585"/>
                  </a:cubicBezTo>
                  <a:cubicBezTo>
                    <a:pt x="6903" y="501"/>
                    <a:pt x="7043" y="446"/>
                    <a:pt x="7194" y="409"/>
                  </a:cubicBezTo>
                  <a:cubicBezTo>
                    <a:pt x="7264" y="398"/>
                    <a:pt x="7308" y="328"/>
                    <a:pt x="7275" y="270"/>
                  </a:cubicBezTo>
                  <a:cubicBezTo>
                    <a:pt x="7239" y="177"/>
                    <a:pt x="7183" y="108"/>
                    <a:pt x="7135" y="27"/>
                  </a:cubicBezTo>
                  <a:cubicBezTo>
                    <a:pt x="7128" y="11"/>
                    <a:pt x="7116" y="1"/>
                    <a:pt x="709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15"/>
            <p:cNvSpPr/>
            <p:nvPr/>
          </p:nvSpPr>
          <p:spPr>
            <a:xfrm>
              <a:off x="3515423" y="1572719"/>
              <a:ext cx="22012" cy="30938"/>
            </a:xfrm>
            <a:custGeom>
              <a:avLst/>
              <a:gdLst/>
              <a:ahLst/>
              <a:cxnLst/>
              <a:rect l="l" t="t" r="r" b="b"/>
              <a:pathLst>
                <a:path w="291" h="409" extrusionOk="0">
                  <a:moveTo>
                    <a:pt x="11" y="1"/>
                  </a:moveTo>
                  <a:lnTo>
                    <a:pt x="0" y="12"/>
                  </a:lnTo>
                  <a:lnTo>
                    <a:pt x="0" y="48"/>
                  </a:lnTo>
                  <a:cubicBezTo>
                    <a:pt x="34" y="199"/>
                    <a:pt x="115" y="313"/>
                    <a:pt x="243" y="408"/>
                  </a:cubicBezTo>
                  <a:lnTo>
                    <a:pt x="291" y="408"/>
                  </a:lnTo>
                  <a:cubicBezTo>
                    <a:pt x="280" y="397"/>
                    <a:pt x="280" y="383"/>
                    <a:pt x="266" y="372"/>
                  </a:cubicBezTo>
                  <a:cubicBezTo>
                    <a:pt x="151" y="291"/>
                    <a:pt x="70" y="163"/>
                    <a:pt x="23" y="12"/>
                  </a:cubicBezTo>
                  <a:cubicBezTo>
                    <a:pt x="23" y="12"/>
                    <a:pt x="11" y="12"/>
                    <a:pt x="1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1" name="Google Shape;671;p15"/>
            <p:cNvSpPr/>
            <p:nvPr/>
          </p:nvSpPr>
          <p:spPr>
            <a:xfrm>
              <a:off x="3544393" y="1608875"/>
              <a:ext cx="22844" cy="11498"/>
            </a:xfrm>
            <a:custGeom>
              <a:avLst/>
              <a:gdLst/>
              <a:ahLst/>
              <a:cxnLst/>
              <a:rect l="l" t="t" r="r" b="b"/>
              <a:pathLst>
                <a:path w="302" h="152" extrusionOk="0">
                  <a:moveTo>
                    <a:pt x="0" y="0"/>
                  </a:moveTo>
                  <a:cubicBezTo>
                    <a:pt x="11" y="23"/>
                    <a:pt x="11" y="45"/>
                    <a:pt x="36" y="59"/>
                  </a:cubicBezTo>
                  <a:cubicBezTo>
                    <a:pt x="92" y="115"/>
                    <a:pt x="176" y="140"/>
                    <a:pt x="257" y="151"/>
                  </a:cubicBezTo>
                  <a:cubicBezTo>
                    <a:pt x="268" y="151"/>
                    <a:pt x="279" y="140"/>
                    <a:pt x="302" y="140"/>
                  </a:cubicBezTo>
                  <a:cubicBezTo>
                    <a:pt x="291" y="129"/>
                    <a:pt x="279" y="115"/>
                    <a:pt x="279" y="104"/>
                  </a:cubicBezTo>
                  <a:cubicBezTo>
                    <a:pt x="187" y="92"/>
                    <a:pt x="106" y="59"/>
                    <a:pt x="2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2" name="Google Shape;672;p15"/>
            <p:cNvSpPr/>
            <p:nvPr/>
          </p:nvSpPr>
          <p:spPr>
            <a:xfrm>
              <a:off x="3578884" y="1580510"/>
              <a:ext cx="16717" cy="16036"/>
            </a:xfrm>
            <a:custGeom>
              <a:avLst/>
              <a:gdLst/>
              <a:ahLst/>
              <a:cxnLst/>
              <a:rect l="l" t="t" r="r" b="b"/>
              <a:pathLst>
                <a:path w="221" h="212" extrusionOk="0">
                  <a:moveTo>
                    <a:pt x="33" y="1"/>
                  </a:moveTo>
                  <a:cubicBezTo>
                    <a:pt x="1" y="81"/>
                    <a:pt x="114" y="211"/>
                    <a:pt x="207" y="211"/>
                  </a:cubicBezTo>
                  <a:cubicBezTo>
                    <a:pt x="211" y="211"/>
                    <a:pt x="216" y="211"/>
                    <a:pt x="220" y="210"/>
                  </a:cubicBezTo>
                  <a:cubicBezTo>
                    <a:pt x="161" y="141"/>
                    <a:pt x="92" y="71"/>
                    <a:pt x="3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3" name="Google Shape;673;p15"/>
            <p:cNvSpPr/>
            <p:nvPr/>
          </p:nvSpPr>
          <p:spPr>
            <a:xfrm>
              <a:off x="3510960" y="1526050"/>
              <a:ext cx="21180" cy="4614"/>
            </a:xfrm>
            <a:custGeom>
              <a:avLst/>
              <a:gdLst/>
              <a:ahLst/>
              <a:cxnLst/>
              <a:rect l="l" t="t" r="r" b="b"/>
              <a:pathLst>
                <a:path w="280" h="61" extrusionOk="0">
                  <a:moveTo>
                    <a:pt x="280" y="0"/>
                  </a:moveTo>
                  <a:lnTo>
                    <a:pt x="280" y="0"/>
                  </a:lnTo>
                  <a:cubicBezTo>
                    <a:pt x="185" y="11"/>
                    <a:pt x="93" y="23"/>
                    <a:pt x="1" y="36"/>
                  </a:cubicBezTo>
                  <a:cubicBezTo>
                    <a:pt x="22" y="53"/>
                    <a:pt x="57" y="60"/>
                    <a:pt x="96" y="60"/>
                  </a:cubicBezTo>
                  <a:cubicBezTo>
                    <a:pt x="163" y="60"/>
                    <a:pt x="243" y="37"/>
                    <a:pt x="28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15"/>
            <p:cNvSpPr/>
            <p:nvPr/>
          </p:nvSpPr>
          <p:spPr>
            <a:xfrm>
              <a:off x="3605207" y="1584973"/>
              <a:ext cx="7867" cy="12557"/>
            </a:xfrm>
            <a:custGeom>
              <a:avLst/>
              <a:gdLst/>
              <a:ahLst/>
              <a:cxnLst/>
              <a:rect l="l" t="t" r="r" b="b"/>
              <a:pathLst>
                <a:path w="104" h="166" extrusionOk="0">
                  <a:moveTo>
                    <a:pt x="82" y="1"/>
                  </a:moveTo>
                  <a:lnTo>
                    <a:pt x="82" y="1"/>
                  </a:lnTo>
                  <a:cubicBezTo>
                    <a:pt x="45" y="26"/>
                    <a:pt x="1" y="129"/>
                    <a:pt x="23" y="165"/>
                  </a:cubicBezTo>
                  <a:cubicBezTo>
                    <a:pt x="70" y="140"/>
                    <a:pt x="104" y="37"/>
                    <a:pt x="8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5" name="Google Shape;675;p15"/>
            <p:cNvSpPr/>
            <p:nvPr/>
          </p:nvSpPr>
          <p:spPr>
            <a:xfrm>
              <a:off x="3690603" y="1519016"/>
              <a:ext cx="11498" cy="6657"/>
            </a:xfrm>
            <a:custGeom>
              <a:avLst/>
              <a:gdLst/>
              <a:ahLst/>
              <a:cxnLst/>
              <a:rect l="l" t="t" r="r" b="b"/>
              <a:pathLst>
                <a:path w="152" h="88" extrusionOk="0">
                  <a:moveTo>
                    <a:pt x="151" y="1"/>
                  </a:moveTo>
                  <a:lnTo>
                    <a:pt x="151" y="1"/>
                  </a:lnTo>
                  <a:cubicBezTo>
                    <a:pt x="92" y="23"/>
                    <a:pt x="45" y="60"/>
                    <a:pt x="0" y="82"/>
                  </a:cubicBezTo>
                  <a:cubicBezTo>
                    <a:pt x="8" y="86"/>
                    <a:pt x="18" y="88"/>
                    <a:pt x="27" y="88"/>
                  </a:cubicBezTo>
                  <a:cubicBezTo>
                    <a:pt x="73" y="88"/>
                    <a:pt x="133" y="49"/>
                    <a:pt x="15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6" name="Google Shape;676;p15"/>
            <p:cNvSpPr/>
            <p:nvPr/>
          </p:nvSpPr>
          <p:spPr>
            <a:xfrm>
              <a:off x="3621923" y="1519848"/>
              <a:ext cx="11498" cy="3706"/>
            </a:xfrm>
            <a:custGeom>
              <a:avLst/>
              <a:gdLst/>
              <a:ahLst/>
              <a:cxnLst/>
              <a:rect l="l" t="t" r="r" b="b"/>
              <a:pathLst>
                <a:path w="152" h="49" extrusionOk="0">
                  <a:moveTo>
                    <a:pt x="92" y="1"/>
                  </a:moveTo>
                  <a:cubicBezTo>
                    <a:pt x="54" y="1"/>
                    <a:pt x="15" y="13"/>
                    <a:pt x="0" y="35"/>
                  </a:cubicBezTo>
                  <a:cubicBezTo>
                    <a:pt x="17" y="44"/>
                    <a:pt x="36" y="48"/>
                    <a:pt x="57" y="48"/>
                  </a:cubicBezTo>
                  <a:cubicBezTo>
                    <a:pt x="92" y="48"/>
                    <a:pt x="128" y="35"/>
                    <a:pt x="151" y="12"/>
                  </a:cubicBezTo>
                  <a:cubicBezTo>
                    <a:pt x="134" y="4"/>
                    <a:pt x="113" y="1"/>
                    <a:pt x="9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7" name="Google Shape;677;p15"/>
            <p:cNvSpPr/>
            <p:nvPr/>
          </p:nvSpPr>
          <p:spPr>
            <a:xfrm>
              <a:off x="3635009" y="1521587"/>
              <a:ext cx="8926" cy="7262"/>
            </a:xfrm>
            <a:custGeom>
              <a:avLst/>
              <a:gdLst/>
              <a:ahLst/>
              <a:cxnLst/>
              <a:rect l="l" t="t" r="r" b="b"/>
              <a:pathLst>
                <a:path w="118" h="96" extrusionOk="0">
                  <a:moveTo>
                    <a:pt x="81" y="0"/>
                  </a:moveTo>
                  <a:cubicBezTo>
                    <a:pt x="59" y="26"/>
                    <a:pt x="37" y="59"/>
                    <a:pt x="0" y="95"/>
                  </a:cubicBezTo>
                  <a:cubicBezTo>
                    <a:pt x="59" y="95"/>
                    <a:pt x="118" y="48"/>
                    <a:pt x="118" y="12"/>
                  </a:cubicBezTo>
                  <a:lnTo>
                    <a:pt x="107"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 name="Google Shape;678;p15"/>
            <p:cNvSpPr/>
            <p:nvPr/>
          </p:nvSpPr>
          <p:spPr>
            <a:xfrm>
              <a:off x="3702857" y="1502375"/>
              <a:ext cx="5371" cy="10590"/>
            </a:xfrm>
            <a:custGeom>
              <a:avLst/>
              <a:gdLst/>
              <a:ahLst/>
              <a:cxnLst/>
              <a:rect l="l" t="t" r="r" b="b"/>
              <a:pathLst>
                <a:path w="71" h="140" extrusionOk="0">
                  <a:moveTo>
                    <a:pt x="48" y="0"/>
                  </a:moveTo>
                  <a:cubicBezTo>
                    <a:pt x="11" y="34"/>
                    <a:pt x="0" y="92"/>
                    <a:pt x="37" y="140"/>
                  </a:cubicBezTo>
                  <a:cubicBezTo>
                    <a:pt x="48" y="92"/>
                    <a:pt x="59" y="45"/>
                    <a:pt x="70" y="11"/>
                  </a:cubicBezTo>
                  <a:cubicBezTo>
                    <a:pt x="59" y="11"/>
                    <a:pt x="59" y="0"/>
                    <a:pt x="48"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79" name="Google Shape;679;p15"/>
          <p:cNvGrpSpPr/>
          <p:nvPr/>
        </p:nvGrpSpPr>
        <p:grpSpPr>
          <a:xfrm rot="1488540">
            <a:off x="6103645" y="813950"/>
            <a:ext cx="917494" cy="801485"/>
            <a:chOff x="6564436" y="1325984"/>
            <a:chExt cx="597046" cy="521555"/>
          </a:xfrm>
        </p:grpSpPr>
        <p:sp>
          <p:nvSpPr>
            <p:cNvPr id="680" name="Google Shape;680;p15"/>
            <p:cNvSpPr/>
            <p:nvPr/>
          </p:nvSpPr>
          <p:spPr>
            <a:xfrm>
              <a:off x="6564436" y="1325984"/>
              <a:ext cx="597046" cy="521555"/>
            </a:xfrm>
            <a:custGeom>
              <a:avLst/>
              <a:gdLst/>
              <a:ahLst/>
              <a:cxnLst/>
              <a:rect l="l" t="t" r="r" b="b"/>
              <a:pathLst>
                <a:path w="7893" h="6895" extrusionOk="0">
                  <a:moveTo>
                    <a:pt x="7055" y="0"/>
                  </a:moveTo>
                  <a:cubicBezTo>
                    <a:pt x="7032" y="0"/>
                    <a:pt x="7008" y="1"/>
                    <a:pt x="6984" y="2"/>
                  </a:cubicBezTo>
                  <a:cubicBezTo>
                    <a:pt x="6657" y="14"/>
                    <a:pt x="6344" y="72"/>
                    <a:pt x="6040" y="178"/>
                  </a:cubicBezTo>
                  <a:cubicBezTo>
                    <a:pt x="5518" y="363"/>
                    <a:pt x="5017" y="620"/>
                    <a:pt x="4562" y="958"/>
                  </a:cubicBezTo>
                  <a:cubicBezTo>
                    <a:pt x="4573" y="935"/>
                    <a:pt x="4598" y="910"/>
                    <a:pt x="4632" y="877"/>
                  </a:cubicBezTo>
                  <a:cubicBezTo>
                    <a:pt x="4702" y="829"/>
                    <a:pt x="4738" y="771"/>
                    <a:pt x="4749" y="737"/>
                  </a:cubicBezTo>
                  <a:cubicBezTo>
                    <a:pt x="4794" y="656"/>
                    <a:pt x="4794" y="550"/>
                    <a:pt x="4760" y="469"/>
                  </a:cubicBezTo>
                  <a:cubicBezTo>
                    <a:pt x="4713" y="377"/>
                    <a:pt x="4632" y="318"/>
                    <a:pt x="4540" y="307"/>
                  </a:cubicBezTo>
                  <a:lnTo>
                    <a:pt x="4529" y="307"/>
                  </a:lnTo>
                  <a:cubicBezTo>
                    <a:pt x="4503" y="293"/>
                    <a:pt x="4470" y="293"/>
                    <a:pt x="4411" y="293"/>
                  </a:cubicBezTo>
                  <a:cubicBezTo>
                    <a:pt x="4364" y="293"/>
                    <a:pt x="4283" y="318"/>
                    <a:pt x="4202" y="388"/>
                  </a:cubicBezTo>
                  <a:cubicBezTo>
                    <a:pt x="4084" y="491"/>
                    <a:pt x="4003" y="609"/>
                    <a:pt x="3956" y="737"/>
                  </a:cubicBezTo>
                  <a:cubicBezTo>
                    <a:pt x="3886" y="620"/>
                    <a:pt x="3794" y="516"/>
                    <a:pt x="3677" y="421"/>
                  </a:cubicBezTo>
                  <a:cubicBezTo>
                    <a:pt x="3607" y="363"/>
                    <a:pt x="3537" y="340"/>
                    <a:pt x="3456" y="340"/>
                  </a:cubicBezTo>
                  <a:cubicBezTo>
                    <a:pt x="3397" y="340"/>
                    <a:pt x="3352" y="352"/>
                    <a:pt x="3327" y="363"/>
                  </a:cubicBezTo>
                  <a:lnTo>
                    <a:pt x="3316" y="363"/>
                  </a:lnTo>
                  <a:cubicBezTo>
                    <a:pt x="3224" y="399"/>
                    <a:pt x="3154" y="469"/>
                    <a:pt x="3118" y="561"/>
                  </a:cubicBezTo>
                  <a:cubicBezTo>
                    <a:pt x="3095" y="656"/>
                    <a:pt x="3107" y="748"/>
                    <a:pt x="3165" y="829"/>
                  </a:cubicBezTo>
                  <a:cubicBezTo>
                    <a:pt x="3176" y="852"/>
                    <a:pt x="3213" y="910"/>
                    <a:pt x="3283" y="947"/>
                  </a:cubicBezTo>
                  <a:cubicBezTo>
                    <a:pt x="3327" y="980"/>
                    <a:pt x="3352" y="1005"/>
                    <a:pt x="3375" y="1028"/>
                  </a:cubicBezTo>
                  <a:cubicBezTo>
                    <a:pt x="3257" y="958"/>
                    <a:pt x="3143" y="899"/>
                    <a:pt x="3026" y="840"/>
                  </a:cubicBezTo>
                  <a:cubicBezTo>
                    <a:pt x="2397" y="528"/>
                    <a:pt x="1861" y="363"/>
                    <a:pt x="1327" y="329"/>
                  </a:cubicBezTo>
                  <a:cubicBezTo>
                    <a:pt x="1227" y="322"/>
                    <a:pt x="1123" y="316"/>
                    <a:pt x="1016" y="316"/>
                  </a:cubicBezTo>
                  <a:cubicBezTo>
                    <a:pt x="785" y="316"/>
                    <a:pt x="541" y="345"/>
                    <a:pt x="302" y="458"/>
                  </a:cubicBezTo>
                  <a:cubicBezTo>
                    <a:pt x="22" y="597"/>
                    <a:pt x="0" y="829"/>
                    <a:pt x="34" y="991"/>
                  </a:cubicBezTo>
                  <a:cubicBezTo>
                    <a:pt x="34" y="1028"/>
                    <a:pt x="45" y="1075"/>
                    <a:pt x="59" y="1109"/>
                  </a:cubicBezTo>
                  <a:lnTo>
                    <a:pt x="59" y="1131"/>
                  </a:lnTo>
                  <a:cubicBezTo>
                    <a:pt x="70" y="1190"/>
                    <a:pt x="81" y="1259"/>
                    <a:pt x="92" y="1318"/>
                  </a:cubicBezTo>
                  <a:cubicBezTo>
                    <a:pt x="115" y="1469"/>
                    <a:pt x="140" y="1620"/>
                    <a:pt x="173" y="1774"/>
                  </a:cubicBezTo>
                  <a:cubicBezTo>
                    <a:pt x="254" y="2086"/>
                    <a:pt x="383" y="2413"/>
                    <a:pt x="570" y="2774"/>
                  </a:cubicBezTo>
                  <a:cubicBezTo>
                    <a:pt x="710" y="3042"/>
                    <a:pt x="872" y="3240"/>
                    <a:pt x="1059" y="3380"/>
                  </a:cubicBezTo>
                  <a:lnTo>
                    <a:pt x="1092" y="3402"/>
                  </a:lnTo>
                  <a:cubicBezTo>
                    <a:pt x="1140" y="3436"/>
                    <a:pt x="1199" y="3483"/>
                    <a:pt x="1257" y="3520"/>
                  </a:cubicBezTo>
                  <a:cubicBezTo>
                    <a:pt x="1106" y="3740"/>
                    <a:pt x="978" y="3994"/>
                    <a:pt x="883" y="4299"/>
                  </a:cubicBezTo>
                  <a:cubicBezTo>
                    <a:pt x="757" y="4718"/>
                    <a:pt x="698" y="5148"/>
                    <a:pt x="710" y="5567"/>
                  </a:cubicBezTo>
                  <a:lnTo>
                    <a:pt x="721" y="5567"/>
                  </a:lnTo>
                  <a:cubicBezTo>
                    <a:pt x="732" y="5836"/>
                    <a:pt x="743" y="6160"/>
                    <a:pt x="989" y="6439"/>
                  </a:cubicBezTo>
                  <a:lnTo>
                    <a:pt x="1048" y="6498"/>
                  </a:lnTo>
                  <a:cubicBezTo>
                    <a:pt x="1129" y="6604"/>
                    <a:pt x="1232" y="6707"/>
                    <a:pt x="1361" y="6802"/>
                  </a:cubicBezTo>
                  <a:cubicBezTo>
                    <a:pt x="1456" y="6872"/>
                    <a:pt x="1548" y="6894"/>
                    <a:pt x="1618" y="6894"/>
                  </a:cubicBezTo>
                  <a:cubicBezTo>
                    <a:pt x="1735" y="6894"/>
                    <a:pt x="1827" y="6836"/>
                    <a:pt x="1897" y="6777"/>
                  </a:cubicBezTo>
                  <a:cubicBezTo>
                    <a:pt x="1930" y="6755"/>
                    <a:pt x="1956" y="6732"/>
                    <a:pt x="1978" y="6707"/>
                  </a:cubicBezTo>
                  <a:lnTo>
                    <a:pt x="2025" y="6662"/>
                  </a:lnTo>
                  <a:cubicBezTo>
                    <a:pt x="2294" y="6453"/>
                    <a:pt x="2526" y="6324"/>
                    <a:pt x="2757" y="6266"/>
                  </a:cubicBezTo>
                  <a:cubicBezTo>
                    <a:pt x="3014" y="6196"/>
                    <a:pt x="3224" y="6056"/>
                    <a:pt x="3397" y="5858"/>
                  </a:cubicBezTo>
                  <a:cubicBezTo>
                    <a:pt x="3632" y="5578"/>
                    <a:pt x="3900" y="5335"/>
                    <a:pt x="4179" y="5090"/>
                  </a:cubicBezTo>
                  <a:lnTo>
                    <a:pt x="4191" y="5101"/>
                  </a:lnTo>
                  <a:cubicBezTo>
                    <a:pt x="4515" y="5321"/>
                    <a:pt x="4794" y="5545"/>
                    <a:pt x="5029" y="5766"/>
                  </a:cubicBezTo>
                  <a:cubicBezTo>
                    <a:pt x="5213" y="5950"/>
                    <a:pt x="5448" y="6067"/>
                    <a:pt x="5727" y="6115"/>
                  </a:cubicBezTo>
                  <a:cubicBezTo>
                    <a:pt x="6006" y="6160"/>
                    <a:pt x="6286" y="6288"/>
                    <a:pt x="6565" y="6498"/>
                  </a:cubicBezTo>
                  <a:cubicBezTo>
                    <a:pt x="6685" y="6587"/>
                    <a:pt x="6787" y="6619"/>
                    <a:pt x="6874" y="6619"/>
                  </a:cubicBezTo>
                  <a:cubicBezTo>
                    <a:pt x="7014" y="6619"/>
                    <a:pt x="7112" y="6537"/>
                    <a:pt x="7169" y="6486"/>
                  </a:cubicBezTo>
                  <a:cubicBezTo>
                    <a:pt x="7356" y="6336"/>
                    <a:pt x="7462" y="6160"/>
                    <a:pt x="7565" y="5975"/>
                  </a:cubicBezTo>
                  <a:cubicBezTo>
                    <a:pt x="7657" y="5810"/>
                    <a:pt x="7671" y="5626"/>
                    <a:pt x="7671" y="5475"/>
                  </a:cubicBezTo>
                  <a:cubicBezTo>
                    <a:pt x="7694" y="4916"/>
                    <a:pt x="7565" y="4369"/>
                    <a:pt x="7308" y="3832"/>
                  </a:cubicBezTo>
                  <a:cubicBezTo>
                    <a:pt x="7205" y="3601"/>
                    <a:pt x="7076" y="3402"/>
                    <a:pt x="6926" y="3226"/>
                  </a:cubicBezTo>
                  <a:cubicBezTo>
                    <a:pt x="7216" y="3006"/>
                    <a:pt x="7437" y="2693"/>
                    <a:pt x="7576" y="2307"/>
                  </a:cubicBezTo>
                  <a:cubicBezTo>
                    <a:pt x="7752" y="1818"/>
                    <a:pt x="7845" y="1377"/>
                    <a:pt x="7856" y="947"/>
                  </a:cubicBezTo>
                  <a:cubicBezTo>
                    <a:pt x="7856" y="877"/>
                    <a:pt x="7867" y="818"/>
                    <a:pt x="7867" y="748"/>
                  </a:cubicBezTo>
                  <a:cubicBezTo>
                    <a:pt x="7881" y="678"/>
                    <a:pt x="7881" y="620"/>
                    <a:pt x="7881" y="550"/>
                  </a:cubicBezTo>
                  <a:cubicBezTo>
                    <a:pt x="7892" y="340"/>
                    <a:pt x="7786" y="167"/>
                    <a:pt x="7588" y="97"/>
                  </a:cubicBezTo>
                  <a:cubicBezTo>
                    <a:pt x="7403" y="36"/>
                    <a:pt x="7230" y="0"/>
                    <a:pt x="7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15"/>
            <p:cNvSpPr/>
            <p:nvPr/>
          </p:nvSpPr>
          <p:spPr>
            <a:xfrm>
              <a:off x="6637503" y="1415919"/>
              <a:ext cx="219212" cy="146293"/>
            </a:xfrm>
            <a:custGeom>
              <a:avLst/>
              <a:gdLst/>
              <a:ahLst/>
              <a:cxnLst/>
              <a:rect l="l" t="t" r="r" b="b"/>
              <a:pathLst>
                <a:path w="2898" h="1934" extrusionOk="0">
                  <a:moveTo>
                    <a:pt x="948" y="86"/>
                  </a:moveTo>
                  <a:cubicBezTo>
                    <a:pt x="1056" y="86"/>
                    <a:pt x="1161" y="117"/>
                    <a:pt x="1258" y="177"/>
                  </a:cubicBezTo>
                  <a:cubicBezTo>
                    <a:pt x="1280" y="199"/>
                    <a:pt x="1303" y="235"/>
                    <a:pt x="1303" y="269"/>
                  </a:cubicBezTo>
                  <a:cubicBezTo>
                    <a:pt x="1291" y="291"/>
                    <a:pt x="1258" y="316"/>
                    <a:pt x="1233" y="328"/>
                  </a:cubicBezTo>
                  <a:cubicBezTo>
                    <a:pt x="1188" y="339"/>
                    <a:pt x="1152" y="339"/>
                    <a:pt x="1104" y="350"/>
                  </a:cubicBezTo>
                  <a:cubicBezTo>
                    <a:pt x="1001" y="350"/>
                    <a:pt x="895" y="328"/>
                    <a:pt x="791" y="291"/>
                  </a:cubicBezTo>
                  <a:cubicBezTo>
                    <a:pt x="769" y="280"/>
                    <a:pt x="744" y="269"/>
                    <a:pt x="721" y="246"/>
                  </a:cubicBezTo>
                  <a:cubicBezTo>
                    <a:pt x="674" y="199"/>
                    <a:pt x="699" y="129"/>
                    <a:pt x="755" y="118"/>
                  </a:cubicBezTo>
                  <a:cubicBezTo>
                    <a:pt x="820" y="96"/>
                    <a:pt x="885" y="86"/>
                    <a:pt x="948" y="86"/>
                  </a:cubicBezTo>
                  <a:close/>
                  <a:moveTo>
                    <a:pt x="1629" y="221"/>
                  </a:moveTo>
                  <a:cubicBezTo>
                    <a:pt x="1758" y="235"/>
                    <a:pt x="1886" y="258"/>
                    <a:pt x="2001" y="328"/>
                  </a:cubicBezTo>
                  <a:cubicBezTo>
                    <a:pt x="2026" y="339"/>
                    <a:pt x="2071" y="361"/>
                    <a:pt x="2060" y="409"/>
                  </a:cubicBezTo>
                  <a:cubicBezTo>
                    <a:pt x="2048" y="456"/>
                    <a:pt x="2001" y="467"/>
                    <a:pt x="1956" y="467"/>
                  </a:cubicBezTo>
                  <a:cubicBezTo>
                    <a:pt x="1828" y="456"/>
                    <a:pt x="1710" y="431"/>
                    <a:pt x="1582" y="375"/>
                  </a:cubicBezTo>
                  <a:cubicBezTo>
                    <a:pt x="1548" y="350"/>
                    <a:pt x="1512" y="328"/>
                    <a:pt x="1523" y="280"/>
                  </a:cubicBezTo>
                  <a:cubicBezTo>
                    <a:pt x="1537" y="235"/>
                    <a:pt x="1593" y="221"/>
                    <a:pt x="1629" y="221"/>
                  </a:cubicBezTo>
                  <a:close/>
                  <a:moveTo>
                    <a:pt x="2339" y="409"/>
                  </a:moveTo>
                  <a:cubicBezTo>
                    <a:pt x="2479" y="431"/>
                    <a:pt x="2585" y="478"/>
                    <a:pt x="2688" y="548"/>
                  </a:cubicBezTo>
                  <a:cubicBezTo>
                    <a:pt x="2699" y="559"/>
                    <a:pt x="2711" y="596"/>
                    <a:pt x="2711" y="618"/>
                  </a:cubicBezTo>
                  <a:cubicBezTo>
                    <a:pt x="2699" y="629"/>
                    <a:pt x="2677" y="654"/>
                    <a:pt x="2655" y="654"/>
                  </a:cubicBezTo>
                  <a:cubicBezTo>
                    <a:pt x="2526" y="654"/>
                    <a:pt x="2409" y="618"/>
                    <a:pt x="2305" y="537"/>
                  </a:cubicBezTo>
                  <a:cubicBezTo>
                    <a:pt x="2280" y="526"/>
                    <a:pt x="2269" y="478"/>
                    <a:pt x="2280" y="456"/>
                  </a:cubicBezTo>
                  <a:cubicBezTo>
                    <a:pt x="2280" y="445"/>
                    <a:pt x="2317" y="431"/>
                    <a:pt x="2339" y="409"/>
                  </a:cubicBezTo>
                  <a:close/>
                  <a:moveTo>
                    <a:pt x="674" y="1"/>
                  </a:moveTo>
                  <a:cubicBezTo>
                    <a:pt x="534" y="1"/>
                    <a:pt x="395" y="12"/>
                    <a:pt x="255" y="59"/>
                  </a:cubicBezTo>
                  <a:cubicBezTo>
                    <a:pt x="152" y="96"/>
                    <a:pt x="93" y="165"/>
                    <a:pt x="57" y="269"/>
                  </a:cubicBezTo>
                  <a:cubicBezTo>
                    <a:pt x="23" y="397"/>
                    <a:pt x="23" y="515"/>
                    <a:pt x="57" y="629"/>
                  </a:cubicBezTo>
                  <a:cubicBezTo>
                    <a:pt x="93" y="747"/>
                    <a:pt x="126" y="875"/>
                    <a:pt x="104" y="1004"/>
                  </a:cubicBezTo>
                  <a:cubicBezTo>
                    <a:pt x="104" y="1059"/>
                    <a:pt x="82" y="1129"/>
                    <a:pt x="1" y="1143"/>
                  </a:cubicBezTo>
                  <a:cubicBezTo>
                    <a:pt x="12" y="1166"/>
                    <a:pt x="23" y="1188"/>
                    <a:pt x="34" y="1213"/>
                  </a:cubicBezTo>
                  <a:cubicBezTo>
                    <a:pt x="104" y="1316"/>
                    <a:pt x="174" y="1434"/>
                    <a:pt x="255" y="1537"/>
                  </a:cubicBezTo>
                  <a:cubicBezTo>
                    <a:pt x="420" y="1772"/>
                    <a:pt x="652" y="1886"/>
                    <a:pt x="931" y="1912"/>
                  </a:cubicBezTo>
                  <a:cubicBezTo>
                    <a:pt x="1034" y="1923"/>
                    <a:pt x="1152" y="1934"/>
                    <a:pt x="1280" y="1934"/>
                  </a:cubicBezTo>
                  <a:cubicBezTo>
                    <a:pt x="1303" y="1912"/>
                    <a:pt x="1280" y="1864"/>
                    <a:pt x="1258" y="1842"/>
                  </a:cubicBezTo>
                  <a:cubicBezTo>
                    <a:pt x="1210" y="1783"/>
                    <a:pt x="1152" y="1736"/>
                    <a:pt x="1104" y="1688"/>
                  </a:cubicBezTo>
                  <a:cubicBezTo>
                    <a:pt x="1012" y="1607"/>
                    <a:pt x="931" y="1526"/>
                    <a:pt x="883" y="1423"/>
                  </a:cubicBezTo>
                  <a:cubicBezTo>
                    <a:pt x="744" y="1177"/>
                    <a:pt x="839" y="920"/>
                    <a:pt x="1082" y="839"/>
                  </a:cubicBezTo>
                  <a:cubicBezTo>
                    <a:pt x="1118" y="828"/>
                    <a:pt x="1163" y="828"/>
                    <a:pt x="1199" y="816"/>
                  </a:cubicBezTo>
                  <a:cubicBezTo>
                    <a:pt x="1230" y="814"/>
                    <a:pt x="1260" y="814"/>
                    <a:pt x="1291" y="814"/>
                  </a:cubicBezTo>
                  <a:cubicBezTo>
                    <a:pt x="1434" y="814"/>
                    <a:pt x="1579" y="834"/>
                    <a:pt x="1722" y="864"/>
                  </a:cubicBezTo>
                  <a:cubicBezTo>
                    <a:pt x="1942" y="920"/>
                    <a:pt x="2177" y="990"/>
                    <a:pt x="2409" y="990"/>
                  </a:cubicBezTo>
                  <a:cubicBezTo>
                    <a:pt x="2462" y="995"/>
                    <a:pt x="2514" y="998"/>
                    <a:pt x="2565" y="998"/>
                  </a:cubicBezTo>
                  <a:cubicBezTo>
                    <a:pt x="2659" y="998"/>
                    <a:pt x="2752" y="987"/>
                    <a:pt x="2850" y="956"/>
                  </a:cubicBezTo>
                  <a:cubicBezTo>
                    <a:pt x="2887" y="945"/>
                    <a:pt x="2898" y="934"/>
                    <a:pt x="2898" y="886"/>
                  </a:cubicBezTo>
                  <a:cubicBezTo>
                    <a:pt x="2887" y="805"/>
                    <a:pt x="2887" y="724"/>
                    <a:pt x="2887" y="640"/>
                  </a:cubicBezTo>
                  <a:cubicBezTo>
                    <a:pt x="2887" y="607"/>
                    <a:pt x="2887" y="585"/>
                    <a:pt x="2850" y="571"/>
                  </a:cubicBezTo>
                  <a:cubicBezTo>
                    <a:pt x="2794" y="537"/>
                    <a:pt x="2747" y="501"/>
                    <a:pt x="2688" y="478"/>
                  </a:cubicBezTo>
                  <a:cubicBezTo>
                    <a:pt x="2048" y="199"/>
                    <a:pt x="1372" y="26"/>
                    <a:pt x="674"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15"/>
            <p:cNvSpPr/>
            <p:nvPr/>
          </p:nvSpPr>
          <p:spPr>
            <a:xfrm>
              <a:off x="6878641" y="1397388"/>
              <a:ext cx="221935" cy="151512"/>
            </a:xfrm>
            <a:custGeom>
              <a:avLst/>
              <a:gdLst/>
              <a:ahLst/>
              <a:cxnLst/>
              <a:rect l="l" t="t" r="r" b="b"/>
              <a:pathLst>
                <a:path w="2934" h="2003" extrusionOk="0">
                  <a:moveTo>
                    <a:pt x="2062" y="117"/>
                  </a:moveTo>
                  <a:cubicBezTo>
                    <a:pt x="2143" y="142"/>
                    <a:pt x="2165" y="212"/>
                    <a:pt x="2107" y="271"/>
                  </a:cubicBezTo>
                  <a:cubicBezTo>
                    <a:pt x="2073" y="304"/>
                    <a:pt x="2026" y="327"/>
                    <a:pt x="1981" y="341"/>
                  </a:cubicBezTo>
                  <a:cubicBezTo>
                    <a:pt x="1897" y="363"/>
                    <a:pt x="1827" y="385"/>
                    <a:pt x="1757" y="397"/>
                  </a:cubicBezTo>
                  <a:cubicBezTo>
                    <a:pt x="1713" y="397"/>
                    <a:pt x="1665" y="397"/>
                    <a:pt x="1618" y="385"/>
                  </a:cubicBezTo>
                  <a:cubicBezTo>
                    <a:pt x="1595" y="374"/>
                    <a:pt x="1562" y="352"/>
                    <a:pt x="1548" y="327"/>
                  </a:cubicBezTo>
                  <a:cubicBezTo>
                    <a:pt x="1548" y="304"/>
                    <a:pt x="1562" y="271"/>
                    <a:pt x="1584" y="246"/>
                  </a:cubicBezTo>
                  <a:cubicBezTo>
                    <a:pt x="1665" y="165"/>
                    <a:pt x="1771" y="142"/>
                    <a:pt x="1875" y="117"/>
                  </a:cubicBezTo>
                  <a:close/>
                  <a:moveTo>
                    <a:pt x="1234" y="322"/>
                  </a:moveTo>
                  <a:cubicBezTo>
                    <a:pt x="1254" y="322"/>
                    <a:pt x="1279" y="331"/>
                    <a:pt x="1305" y="341"/>
                  </a:cubicBezTo>
                  <a:cubicBezTo>
                    <a:pt x="1338" y="363"/>
                    <a:pt x="1338" y="397"/>
                    <a:pt x="1327" y="422"/>
                  </a:cubicBezTo>
                  <a:cubicBezTo>
                    <a:pt x="1316" y="444"/>
                    <a:pt x="1305" y="455"/>
                    <a:pt x="1283" y="466"/>
                  </a:cubicBezTo>
                  <a:cubicBezTo>
                    <a:pt x="1176" y="536"/>
                    <a:pt x="1048" y="584"/>
                    <a:pt x="908" y="606"/>
                  </a:cubicBezTo>
                  <a:cubicBezTo>
                    <a:pt x="897" y="595"/>
                    <a:pt x="875" y="595"/>
                    <a:pt x="850" y="595"/>
                  </a:cubicBezTo>
                  <a:cubicBezTo>
                    <a:pt x="805" y="584"/>
                    <a:pt x="794" y="536"/>
                    <a:pt x="827" y="503"/>
                  </a:cubicBezTo>
                  <a:cubicBezTo>
                    <a:pt x="850" y="466"/>
                    <a:pt x="886" y="444"/>
                    <a:pt x="919" y="433"/>
                  </a:cubicBezTo>
                  <a:cubicBezTo>
                    <a:pt x="1014" y="397"/>
                    <a:pt x="1107" y="363"/>
                    <a:pt x="1213" y="327"/>
                  </a:cubicBezTo>
                  <a:cubicBezTo>
                    <a:pt x="1219" y="323"/>
                    <a:pt x="1226" y="322"/>
                    <a:pt x="1234" y="322"/>
                  </a:cubicBezTo>
                  <a:close/>
                  <a:moveTo>
                    <a:pt x="546" y="591"/>
                  </a:moveTo>
                  <a:cubicBezTo>
                    <a:pt x="569" y="591"/>
                    <a:pt x="598" y="604"/>
                    <a:pt x="606" y="631"/>
                  </a:cubicBezTo>
                  <a:cubicBezTo>
                    <a:pt x="606" y="654"/>
                    <a:pt x="595" y="701"/>
                    <a:pt x="570" y="712"/>
                  </a:cubicBezTo>
                  <a:cubicBezTo>
                    <a:pt x="514" y="782"/>
                    <a:pt x="338" y="852"/>
                    <a:pt x="235" y="863"/>
                  </a:cubicBezTo>
                  <a:cubicBezTo>
                    <a:pt x="221" y="852"/>
                    <a:pt x="199" y="841"/>
                    <a:pt x="187" y="830"/>
                  </a:cubicBezTo>
                  <a:cubicBezTo>
                    <a:pt x="176" y="816"/>
                    <a:pt x="187" y="782"/>
                    <a:pt x="199" y="760"/>
                  </a:cubicBezTo>
                  <a:cubicBezTo>
                    <a:pt x="291" y="676"/>
                    <a:pt x="397" y="620"/>
                    <a:pt x="525" y="595"/>
                  </a:cubicBezTo>
                  <a:cubicBezTo>
                    <a:pt x="531" y="592"/>
                    <a:pt x="538" y="591"/>
                    <a:pt x="546" y="591"/>
                  </a:cubicBezTo>
                  <a:close/>
                  <a:moveTo>
                    <a:pt x="2344" y="0"/>
                  </a:moveTo>
                  <a:cubicBezTo>
                    <a:pt x="2141" y="0"/>
                    <a:pt x="1937" y="33"/>
                    <a:pt x="1735" y="84"/>
                  </a:cubicBezTo>
                  <a:cubicBezTo>
                    <a:pt x="1316" y="165"/>
                    <a:pt x="919" y="327"/>
                    <a:pt x="525" y="514"/>
                  </a:cubicBezTo>
                  <a:cubicBezTo>
                    <a:pt x="349" y="595"/>
                    <a:pt x="199" y="701"/>
                    <a:pt x="37" y="804"/>
                  </a:cubicBezTo>
                  <a:cubicBezTo>
                    <a:pt x="11" y="804"/>
                    <a:pt x="0" y="841"/>
                    <a:pt x="11" y="852"/>
                  </a:cubicBezTo>
                  <a:cubicBezTo>
                    <a:pt x="11" y="944"/>
                    <a:pt x="25" y="1025"/>
                    <a:pt x="25" y="1120"/>
                  </a:cubicBezTo>
                  <a:cubicBezTo>
                    <a:pt x="25" y="1154"/>
                    <a:pt x="48" y="1179"/>
                    <a:pt x="81" y="1179"/>
                  </a:cubicBezTo>
                  <a:cubicBezTo>
                    <a:pt x="142" y="1192"/>
                    <a:pt x="200" y="1196"/>
                    <a:pt x="257" y="1196"/>
                  </a:cubicBezTo>
                  <a:cubicBezTo>
                    <a:pt x="346" y="1196"/>
                    <a:pt x="434" y="1186"/>
                    <a:pt x="525" y="1179"/>
                  </a:cubicBezTo>
                  <a:cubicBezTo>
                    <a:pt x="735" y="1142"/>
                    <a:pt x="919" y="1073"/>
                    <a:pt x="1118" y="1003"/>
                  </a:cubicBezTo>
                  <a:cubicBezTo>
                    <a:pt x="1316" y="933"/>
                    <a:pt x="1514" y="874"/>
                    <a:pt x="1724" y="874"/>
                  </a:cubicBezTo>
                  <a:cubicBezTo>
                    <a:pt x="1933" y="874"/>
                    <a:pt x="2073" y="980"/>
                    <a:pt x="2121" y="1165"/>
                  </a:cubicBezTo>
                  <a:cubicBezTo>
                    <a:pt x="2143" y="1282"/>
                    <a:pt x="2121" y="1388"/>
                    <a:pt x="2062" y="1492"/>
                  </a:cubicBezTo>
                  <a:cubicBezTo>
                    <a:pt x="1992" y="1598"/>
                    <a:pt x="1911" y="1690"/>
                    <a:pt x="1841" y="1782"/>
                  </a:cubicBezTo>
                  <a:cubicBezTo>
                    <a:pt x="1805" y="1841"/>
                    <a:pt x="1771" y="1888"/>
                    <a:pt x="1735" y="1933"/>
                  </a:cubicBezTo>
                  <a:cubicBezTo>
                    <a:pt x="1735" y="1958"/>
                    <a:pt x="1746" y="1981"/>
                    <a:pt x="1746" y="2003"/>
                  </a:cubicBezTo>
                  <a:cubicBezTo>
                    <a:pt x="1805" y="1992"/>
                    <a:pt x="1841" y="1981"/>
                    <a:pt x="1875" y="1969"/>
                  </a:cubicBezTo>
                  <a:cubicBezTo>
                    <a:pt x="1956" y="1958"/>
                    <a:pt x="2026" y="1947"/>
                    <a:pt x="2095" y="1933"/>
                  </a:cubicBezTo>
                  <a:cubicBezTo>
                    <a:pt x="2353" y="1877"/>
                    <a:pt x="2562" y="1749"/>
                    <a:pt x="2702" y="1528"/>
                  </a:cubicBezTo>
                  <a:cubicBezTo>
                    <a:pt x="2772" y="1399"/>
                    <a:pt x="2830" y="1282"/>
                    <a:pt x="2900" y="1154"/>
                  </a:cubicBezTo>
                  <a:cubicBezTo>
                    <a:pt x="2911" y="1131"/>
                    <a:pt x="2922" y="1109"/>
                    <a:pt x="2934" y="1073"/>
                  </a:cubicBezTo>
                  <a:cubicBezTo>
                    <a:pt x="2864" y="1061"/>
                    <a:pt x="2830" y="1025"/>
                    <a:pt x="2805" y="944"/>
                  </a:cubicBezTo>
                  <a:cubicBezTo>
                    <a:pt x="2783" y="830"/>
                    <a:pt x="2794" y="723"/>
                    <a:pt x="2805" y="620"/>
                  </a:cubicBezTo>
                  <a:cubicBezTo>
                    <a:pt x="2819" y="525"/>
                    <a:pt x="2830" y="422"/>
                    <a:pt x="2819" y="327"/>
                  </a:cubicBezTo>
                  <a:cubicBezTo>
                    <a:pt x="2805" y="212"/>
                    <a:pt x="2760" y="95"/>
                    <a:pt x="2632" y="47"/>
                  </a:cubicBezTo>
                  <a:cubicBezTo>
                    <a:pt x="2573" y="25"/>
                    <a:pt x="2503" y="14"/>
                    <a:pt x="2434" y="3"/>
                  </a:cubicBezTo>
                  <a:cubicBezTo>
                    <a:pt x="2404" y="1"/>
                    <a:pt x="2374" y="0"/>
                    <a:pt x="234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3" name="Google Shape;683;p15"/>
            <p:cNvSpPr/>
            <p:nvPr/>
          </p:nvSpPr>
          <p:spPr>
            <a:xfrm>
              <a:off x="6883936" y="1523403"/>
              <a:ext cx="234416" cy="243644"/>
            </a:xfrm>
            <a:custGeom>
              <a:avLst/>
              <a:gdLst/>
              <a:ahLst/>
              <a:cxnLst/>
              <a:rect l="l" t="t" r="r" b="b"/>
              <a:pathLst>
                <a:path w="3099" h="3221" extrusionOk="0">
                  <a:moveTo>
                    <a:pt x="2151" y="741"/>
                  </a:moveTo>
                  <a:cubicBezTo>
                    <a:pt x="2181" y="741"/>
                    <a:pt x="2208" y="753"/>
                    <a:pt x="2235" y="781"/>
                  </a:cubicBezTo>
                  <a:cubicBezTo>
                    <a:pt x="2352" y="910"/>
                    <a:pt x="2433" y="1060"/>
                    <a:pt x="2492" y="1234"/>
                  </a:cubicBezTo>
                  <a:lnTo>
                    <a:pt x="2492" y="1245"/>
                  </a:lnTo>
                  <a:cubicBezTo>
                    <a:pt x="2492" y="1319"/>
                    <a:pt x="2457" y="1362"/>
                    <a:pt x="2403" y="1362"/>
                  </a:cubicBezTo>
                  <a:cubicBezTo>
                    <a:pt x="2387" y="1362"/>
                    <a:pt x="2370" y="1358"/>
                    <a:pt x="2352" y="1351"/>
                  </a:cubicBezTo>
                  <a:lnTo>
                    <a:pt x="2341" y="1351"/>
                  </a:lnTo>
                  <a:cubicBezTo>
                    <a:pt x="2165" y="1245"/>
                    <a:pt x="2051" y="1094"/>
                    <a:pt x="2014" y="884"/>
                  </a:cubicBezTo>
                  <a:cubicBezTo>
                    <a:pt x="2014" y="826"/>
                    <a:pt x="2037" y="781"/>
                    <a:pt x="2084" y="756"/>
                  </a:cubicBezTo>
                  <a:cubicBezTo>
                    <a:pt x="2108" y="747"/>
                    <a:pt x="2130" y="741"/>
                    <a:pt x="2151" y="741"/>
                  </a:cubicBezTo>
                  <a:close/>
                  <a:moveTo>
                    <a:pt x="2575" y="1535"/>
                  </a:moveTo>
                  <a:cubicBezTo>
                    <a:pt x="2619" y="1535"/>
                    <a:pt x="2648" y="1567"/>
                    <a:pt x="2679" y="1608"/>
                  </a:cubicBezTo>
                  <a:cubicBezTo>
                    <a:pt x="2749" y="1700"/>
                    <a:pt x="2805" y="1818"/>
                    <a:pt x="2819" y="1932"/>
                  </a:cubicBezTo>
                  <a:cubicBezTo>
                    <a:pt x="2830" y="1991"/>
                    <a:pt x="2841" y="2049"/>
                    <a:pt x="2841" y="2119"/>
                  </a:cubicBezTo>
                  <a:lnTo>
                    <a:pt x="2852" y="2119"/>
                  </a:lnTo>
                  <a:cubicBezTo>
                    <a:pt x="2841" y="2189"/>
                    <a:pt x="2841" y="2259"/>
                    <a:pt x="2819" y="2318"/>
                  </a:cubicBezTo>
                  <a:cubicBezTo>
                    <a:pt x="2805" y="2351"/>
                    <a:pt x="2771" y="2387"/>
                    <a:pt x="2749" y="2387"/>
                  </a:cubicBezTo>
                  <a:cubicBezTo>
                    <a:pt x="2743" y="2389"/>
                    <a:pt x="2736" y="2390"/>
                    <a:pt x="2729" y="2390"/>
                  </a:cubicBezTo>
                  <a:cubicBezTo>
                    <a:pt x="2697" y="2390"/>
                    <a:pt x="2663" y="2370"/>
                    <a:pt x="2654" y="2340"/>
                  </a:cubicBezTo>
                  <a:cubicBezTo>
                    <a:pt x="2621" y="2292"/>
                    <a:pt x="2595" y="2223"/>
                    <a:pt x="2573" y="2167"/>
                  </a:cubicBezTo>
                  <a:cubicBezTo>
                    <a:pt x="2526" y="2061"/>
                    <a:pt x="2492" y="1957"/>
                    <a:pt x="2456" y="1851"/>
                  </a:cubicBezTo>
                  <a:cubicBezTo>
                    <a:pt x="2433" y="1792"/>
                    <a:pt x="2433" y="1723"/>
                    <a:pt x="2433" y="1664"/>
                  </a:cubicBezTo>
                  <a:cubicBezTo>
                    <a:pt x="2433" y="1594"/>
                    <a:pt x="2492" y="1560"/>
                    <a:pt x="2551" y="1538"/>
                  </a:cubicBezTo>
                  <a:cubicBezTo>
                    <a:pt x="2559" y="1536"/>
                    <a:pt x="2567" y="1535"/>
                    <a:pt x="2575" y="1535"/>
                  </a:cubicBezTo>
                  <a:close/>
                  <a:moveTo>
                    <a:pt x="142" y="1"/>
                  </a:moveTo>
                  <a:cubicBezTo>
                    <a:pt x="94" y="1"/>
                    <a:pt x="46" y="6"/>
                    <a:pt x="0" y="24"/>
                  </a:cubicBezTo>
                  <a:cubicBezTo>
                    <a:pt x="0" y="71"/>
                    <a:pt x="11" y="83"/>
                    <a:pt x="48" y="94"/>
                  </a:cubicBezTo>
                  <a:cubicBezTo>
                    <a:pt x="95" y="94"/>
                    <a:pt x="129" y="105"/>
                    <a:pt x="176" y="116"/>
                  </a:cubicBezTo>
                  <a:cubicBezTo>
                    <a:pt x="849" y="292"/>
                    <a:pt x="1433" y="616"/>
                    <a:pt x="1886" y="1153"/>
                  </a:cubicBezTo>
                  <a:cubicBezTo>
                    <a:pt x="2294" y="1642"/>
                    <a:pt x="2481" y="2189"/>
                    <a:pt x="2422" y="2818"/>
                  </a:cubicBezTo>
                  <a:cubicBezTo>
                    <a:pt x="2411" y="2876"/>
                    <a:pt x="2422" y="2921"/>
                    <a:pt x="2422" y="2980"/>
                  </a:cubicBezTo>
                  <a:cubicBezTo>
                    <a:pt x="2449" y="2976"/>
                    <a:pt x="2474" y="2974"/>
                    <a:pt x="2499" y="2974"/>
                  </a:cubicBezTo>
                  <a:cubicBezTo>
                    <a:pt x="2625" y="2974"/>
                    <a:pt x="2730" y="3022"/>
                    <a:pt x="2819" y="3108"/>
                  </a:cubicBezTo>
                  <a:cubicBezTo>
                    <a:pt x="2852" y="3144"/>
                    <a:pt x="2889" y="3178"/>
                    <a:pt x="2933" y="3200"/>
                  </a:cubicBezTo>
                  <a:cubicBezTo>
                    <a:pt x="2955" y="3214"/>
                    <a:pt x="2973" y="3221"/>
                    <a:pt x="2989" y="3221"/>
                  </a:cubicBezTo>
                  <a:cubicBezTo>
                    <a:pt x="3017" y="3221"/>
                    <a:pt x="3037" y="3200"/>
                    <a:pt x="3051" y="3156"/>
                  </a:cubicBezTo>
                  <a:cubicBezTo>
                    <a:pt x="3073" y="3050"/>
                    <a:pt x="3098" y="2935"/>
                    <a:pt x="3098" y="2829"/>
                  </a:cubicBezTo>
                  <a:cubicBezTo>
                    <a:pt x="3098" y="2340"/>
                    <a:pt x="2992" y="1887"/>
                    <a:pt x="2805" y="1454"/>
                  </a:cubicBezTo>
                  <a:cubicBezTo>
                    <a:pt x="2654" y="1105"/>
                    <a:pt x="2445" y="803"/>
                    <a:pt x="2143" y="572"/>
                  </a:cubicBezTo>
                  <a:cubicBezTo>
                    <a:pt x="2120" y="560"/>
                    <a:pt x="2107" y="535"/>
                    <a:pt x="2084" y="535"/>
                  </a:cubicBezTo>
                  <a:cubicBezTo>
                    <a:pt x="1944" y="491"/>
                    <a:pt x="1805" y="443"/>
                    <a:pt x="1665" y="396"/>
                  </a:cubicBezTo>
                  <a:cubicBezTo>
                    <a:pt x="1478" y="326"/>
                    <a:pt x="1294" y="267"/>
                    <a:pt x="1106" y="197"/>
                  </a:cubicBezTo>
                  <a:cubicBezTo>
                    <a:pt x="838" y="105"/>
                    <a:pt x="570" y="24"/>
                    <a:pt x="291" y="13"/>
                  </a:cubicBezTo>
                  <a:cubicBezTo>
                    <a:pt x="243" y="7"/>
                    <a:pt x="193" y="1"/>
                    <a:pt x="14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4" name="Google Shape;684;p15"/>
            <p:cNvSpPr/>
            <p:nvPr/>
          </p:nvSpPr>
          <p:spPr>
            <a:xfrm>
              <a:off x="6641739" y="1526050"/>
              <a:ext cx="216716" cy="264597"/>
            </a:xfrm>
            <a:custGeom>
              <a:avLst/>
              <a:gdLst/>
              <a:ahLst/>
              <a:cxnLst/>
              <a:rect l="l" t="t" r="r" b="b"/>
              <a:pathLst>
                <a:path w="2865" h="3498" extrusionOk="0">
                  <a:moveTo>
                    <a:pt x="794" y="944"/>
                  </a:moveTo>
                  <a:cubicBezTo>
                    <a:pt x="886" y="944"/>
                    <a:pt x="934" y="989"/>
                    <a:pt x="945" y="1084"/>
                  </a:cubicBezTo>
                  <a:cubicBezTo>
                    <a:pt x="934" y="1118"/>
                    <a:pt x="934" y="1154"/>
                    <a:pt x="922" y="1187"/>
                  </a:cubicBezTo>
                  <a:cubicBezTo>
                    <a:pt x="875" y="1294"/>
                    <a:pt x="816" y="1397"/>
                    <a:pt x="758" y="1489"/>
                  </a:cubicBezTo>
                  <a:cubicBezTo>
                    <a:pt x="735" y="1525"/>
                    <a:pt x="688" y="1559"/>
                    <a:pt x="643" y="1573"/>
                  </a:cubicBezTo>
                  <a:cubicBezTo>
                    <a:pt x="624" y="1582"/>
                    <a:pt x="607" y="1586"/>
                    <a:pt x="590" y="1586"/>
                  </a:cubicBezTo>
                  <a:cubicBezTo>
                    <a:pt x="545" y="1586"/>
                    <a:pt x="512" y="1554"/>
                    <a:pt x="503" y="1503"/>
                  </a:cubicBezTo>
                  <a:cubicBezTo>
                    <a:pt x="503" y="1467"/>
                    <a:pt x="503" y="1444"/>
                    <a:pt x="515" y="1408"/>
                  </a:cubicBezTo>
                  <a:cubicBezTo>
                    <a:pt x="573" y="1280"/>
                    <a:pt x="618" y="1154"/>
                    <a:pt x="677" y="1025"/>
                  </a:cubicBezTo>
                  <a:cubicBezTo>
                    <a:pt x="699" y="978"/>
                    <a:pt x="735" y="944"/>
                    <a:pt x="794" y="944"/>
                  </a:cubicBezTo>
                  <a:close/>
                  <a:moveTo>
                    <a:pt x="476" y="1776"/>
                  </a:moveTo>
                  <a:cubicBezTo>
                    <a:pt x="524" y="1776"/>
                    <a:pt x="570" y="1806"/>
                    <a:pt x="596" y="1864"/>
                  </a:cubicBezTo>
                  <a:cubicBezTo>
                    <a:pt x="629" y="1933"/>
                    <a:pt x="618" y="2003"/>
                    <a:pt x="607" y="2062"/>
                  </a:cubicBezTo>
                  <a:cubicBezTo>
                    <a:pt x="573" y="2213"/>
                    <a:pt x="526" y="2352"/>
                    <a:pt x="489" y="2503"/>
                  </a:cubicBezTo>
                  <a:cubicBezTo>
                    <a:pt x="478" y="2537"/>
                    <a:pt x="467" y="2573"/>
                    <a:pt x="456" y="2595"/>
                  </a:cubicBezTo>
                  <a:cubicBezTo>
                    <a:pt x="432" y="2630"/>
                    <a:pt x="400" y="2648"/>
                    <a:pt x="370" y="2648"/>
                  </a:cubicBezTo>
                  <a:cubicBezTo>
                    <a:pt x="339" y="2648"/>
                    <a:pt x="311" y="2630"/>
                    <a:pt x="294" y="2595"/>
                  </a:cubicBezTo>
                  <a:cubicBezTo>
                    <a:pt x="258" y="2526"/>
                    <a:pt x="246" y="2445"/>
                    <a:pt x="235" y="2375"/>
                  </a:cubicBezTo>
                  <a:cubicBezTo>
                    <a:pt x="235" y="2213"/>
                    <a:pt x="246" y="2048"/>
                    <a:pt x="327" y="1897"/>
                  </a:cubicBezTo>
                  <a:cubicBezTo>
                    <a:pt x="339" y="1875"/>
                    <a:pt x="350" y="1864"/>
                    <a:pt x="364" y="1838"/>
                  </a:cubicBezTo>
                  <a:cubicBezTo>
                    <a:pt x="395" y="1796"/>
                    <a:pt x="436" y="1776"/>
                    <a:pt x="476" y="1776"/>
                  </a:cubicBezTo>
                  <a:close/>
                  <a:moveTo>
                    <a:pt x="2713" y="0"/>
                  </a:moveTo>
                  <a:cubicBezTo>
                    <a:pt x="2585" y="23"/>
                    <a:pt x="2445" y="48"/>
                    <a:pt x="2319" y="81"/>
                  </a:cubicBezTo>
                  <a:cubicBezTo>
                    <a:pt x="2051" y="151"/>
                    <a:pt x="1805" y="280"/>
                    <a:pt x="1551" y="397"/>
                  </a:cubicBezTo>
                  <a:cubicBezTo>
                    <a:pt x="1341" y="500"/>
                    <a:pt x="1132" y="595"/>
                    <a:pt x="934" y="687"/>
                  </a:cubicBezTo>
                  <a:cubicBezTo>
                    <a:pt x="908" y="699"/>
                    <a:pt x="875" y="710"/>
                    <a:pt x="853" y="721"/>
                  </a:cubicBezTo>
                  <a:cubicBezTo>
                    <a:pt x="839" y="735"/>
                    <a:pt x="816" y="746"/>
                    <a:pt x="794" y="757"/>
                  </a:cubicBezTo>
                  <a:cubicBezTo>
                    <a:pt x="526" y="1000"/>
                    <a:pt x="364" y="1305"/>
                    <a:pt x="246" y="1629"/>
                  </a:cubicBezTo>
                  <a:cubicBezTo>
                    <a:pt x="70" y="2118"/>
                    <a:pt x="1" y="2621"/>
                    <a:pt x="70" y="3143"/>
                  </a:cubicBezTo>
                  <a:cubicBezTo>
                    <a:pt x="84" y="3235"/>
                    <a:pt x="118" y="3341"/>
                    <a:pt x="154" y="3445"/>
                  </a:cubicBezTo>
                  <a:cubicBezTo>
                    <a:pt x="167" y="3479"/>
                    <a:pt x="184" y="3497"/>
                    <a:pt x="208" y="3497"/>
                  </a:cubicBezTo>
                  <a:cubicBezTo>
                    <a:pt x="225" y="3497"/>
                    <a:pt x="245" y="3488"/>
                    <a:pt x="269" y="3470"/>
                  </a:cubicBezTo>
                  <a:cubicBezTo>
                    <a:pt x="294" y="3445"/>
                    <a:pt x="327" y="3422"/>
                    <a:pt x="350" y="3389"/>
                  </a:cubicBezTo>
                  <a:cubicBezTo>
                    <a:pt x="449" y="3269"/>
                    <a:pt x="557" y="3201"/>
                    <a:pt x="711" y="3201"/>
                  </a:cubicBezTo>
                  <a:cubicBezTo>
                    <a:pt x="723" y="3201"/>
                    <a:pt x="734" y="3201"/>
                    <a:pt x="746" y="3202"/>
                  </a:cubicBezTo>
                  <a:cubicBezTo>
                    <a:pt x="746" y="3154"/>
                    <a:pt x="758" y="3109"/>
                    <a:pt x="746" y="3073"/>
                  </a:cubicBezTo>
                  <a:cubicBezTo>
                    <a:pt x="677" y="2783"/>
                    <a:pt x="665" y="2492"/>
                    <a:pt x="724" y="2188"/>
                  </a:cubicBezTo>
                  <a:cubicBezTo>
                    <a:pt x="839" y="1595"/>
                    <a:pt x="1177" y="1118"/>
                    <a:pt x="1632" y="735"/>
                  </a:cubicBezTo>
                  <a:cubicBezTo>
                    <a:pt x="1970" y="442"/>
                    <a:pt x="2364" y="221"/>
                    <a:pt x="2808" y="81"/>
                  </a:cubicBezTo>
                  <a:cubicBezTo>
                    <a:pt x="2842" y="70"/>
                    <a:pt x="2864" y="59"/>
                    <a:pt x="2853"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15"/>
            <p:cNvSpPr/>
            <p:nvPr/>
          </p:nvSpPr>
          <p:spPr>
            <a:xfrm>
              <a:off x="6605811" y="1375906"/>
              <a:ext cx="232525" cy="123751"/>
            </a:xfrm>
            <a:custGeom>
              <a:avLst/>
              <a:gdLst/>
              <a:ahLst/>
              <a:cxnLst/>
              <a:rect l="l" t="t" r="r" b="b"/>
              <a:pathLst>
                <a:path w="3074" h="1636" extrusionOk="0">
                  <a:moveTo>
                    <a:pt x="470" y="0"/>
                  </a:moveTo>
                  <a:cubicBezTo>
                    <a:pt x="337" y="0"/>
                    <a:pt x="205" y="13"/>
                    <a:pt x="70" y="52"/>
                  </a:cubicBezTo>
                  <a:cubicBezTo>
                    <a:pt x="34" y="66"/>
                    <a:pt x="12" y="88"/>
                    <a:pt x="12" y="122"/>
                  </a:cubicBezTo>
                  <a:cubicBezTo>
                    <a:pt x="12" y="228"/>
                    <a:pt x="1" y="331"/>
                    <a:pt x="23" y="426"/>
                  </a:cubicBezTo>
                  <a:cubicBezTo>
                    <a:pt x="82" y="798"/>
                    <a:pt x="210" y="1147"/>
                    <a:pt x="336" y="1507"/>
                  </a:cubicBezTo>
                  <a:cubicBezTo>
                    <a:pt x="361" y="1544"/>
                    <a:pt x="383" y="1588"/>
                    <a:pt x="395" y="1636"/>
                  </a:cubicBezTo>
                  <a:lnTo>
                    <a:pt x="420" y="1636"/>
                  </a:lnTo>
                  <a:cubicBezTo>
                    <a:pt x="442" y="1602"/>
                    <a:pt x="464" y="1577"/>
                    <a:pt x="476" y="1544"/>
                  </a:cubicBezTo>
                  <a:cubicBezTo>
                    <a:pt x="476" y="1463"/>
                    <a:pt x="476" y="1393"/>
                    <a:pt x="464" y="1323"/>
                  </a:cubicBezTo>
                  <a:cubicBezTo>
                    <a:pt x="442" y="1183"/>
                    <a:pt x="395" y="1055"/>
                    <a:pt x="406" y="904"/>
                  </a:cubicBezTo>
                  <a:cubicBezTo>
                    <a:pt x="420" y="717"/>
                    <a:pt x="523" y="588"/>
                    <a:pt x="699" y="541"/>
                  </a:cubicBezTo>
                  <a:cubicBezTo>
                    <a:pt x="828" y="502"/>
                    <a:pt x="957" y="489"/>
                    <a:pt x="1086" y="489"/>
                  </a:cubicBezTo>
                  <a:cubicBezTo>
                    <a:pt x="1189" y="489"/>
                    <a:pt x="1293" y="497"/>
                    <a:pt x="1397" y="507"/>
                  </a:cubicBezTo>
                  <a:cubicBezTo>
                    <a:pt x="1931" y="555"/>
                    <a:pt x="2431" y="706"/>
                    <a:pt x="2920" y="879"/>
                  </a:cubicBezTo>
                  <a:cubicBezTo>
                    <a:pt x="2967" y="904"/>
                    <a:pt x="3015" y="915"/>
                    <a:pt x="3060" y="938"/>
                  </a:cubicBezTo>
                  <a:lnTo>
                    <a:pt x="3074" y="938"/>
                  </a:lnTo>
                  <a:lnTo>
                    <a:pt x="3037" y="904"/>
                  </a:lnTo>
                  <a:cubicBezTo>
                    <a:pt x="2805" y="750"/>
                    <a:pt x="2571" y="611"/>
                    <a:pt x="2339" y="496"/>
                  </a:cubicBezTo>
                  <a:cubicBezTo>
                    <a:pt x="1850" y="250"/>
                    <a:pt x="1339" y="66"/>
                    <a:pt x="791" y="18"/>
                  </a:cubicBezTo>
                  <a:cubicBezTo>
                    <a:pt x="682" y="8"/>
                    <a:pt x="575" y="0"/>
                    <a:pt x="470"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15"/>
            <p:cNvSpPr/>
            <p:nvPr/>
          </p:nvSpPr>
          <p:spPr>
            <a:xfrm>
              <a:off x="6895282" y="1352534"/>
              <a:ext cx="226398" cy="123524"/>
            </a:xfrm>
            <a:custGeom>
              <a:avLst/>
              <a:gdLst/>
              <a:ahLst/>
              <a:cxnLst/>
              <a:rect l="l" t="t" r="r" b="b"/>
              <a:pathLst>
                <a:path w="2993" h="1633" extrusionOk="0">
                  <a:moveTo>
                    <a:pt x="2563" y="1"/>
                  </a:moveTo>
                  <a:cubicBezTo>
                    <a:pt x="2250" y="26"/>
                    <a:pt x="1934" y="96"/>
                    <a:pt x="1632" y="210"/>
                  </a:cubicBezTo>
                  <a:cubicBezTo>
                    <a:pt x="1188" y="361"/>
                    <a:pt x="794" y="607"/>
                    <a:pt x="409" y="875"/>
                  </a:cubicBezTo>
                  <a:cubicBezTo>
                    <a:pt x="269" y="978"/>
                    <a:pt x="129" y="1096"/>
                    <a:pt x="1" y="1199"/>
                  </a:cubicBezTo>
                  <a:lnTo>
                    <a:pt x="1" y="1213"/>
                  </a:lnTo>
                  <a:cubicBezTo>
                    <a:pt x="15" y="1199"/>
                    <a:pt x="26" y="1199"/>
                    <a:pt x="26" y="1199"/>
                  </a:cubicBezTo>
                  <a:cubicBezTo>
                    <a:pt x="596" y="908"/>
                    <a:pt x="1177" y="677"/>
                    <a:pt x="1806" y="584"/>
                  </a:cubicBezTo>
                  <a:cubicBezTo>
                    <a:pt x="1916" y="563"/>
                    <a:pt x="2021" y="550"/>
                    <a:pt x="2127" y="550"/>
                  </a:cubicBezTo>
                  <a:cubicBezTo>
                    <a:pt x="2201" y="550"/>
                    <a:pt x="2276" y="557"/>
                    <a:pt x="2353" y="570"/>
                  </a:cubicBezTo>
                  <a:cubicBezTo>
                    <a:pt x="2482" y="607"/>
                    <a:pt x="2563" y="677"/>
                    <a:pt x="2610" y="780"/>
                  </a:cubicBezTo>
                  <a:cubicBezTo>
                    <a:pt x="2669" y="920"/>
                    <a:pt x="2680" y="1048"/>
                    <a:pt x="2644" y="1188"/>
                  </a:cubicBezTo>
                  <a:cubicBezTo>
                    <a:pt x="2621" y="1305"/>
                    <a:pt x="2610" y="1423"/>
                    <a:pt x="2644" y="1526"/>
                  </a:cubicBezTo>
                  <a:cubicBezTo>
                    <a:pt x="2655" y="1573"/>
                    <a:pt x="2680" y="1618"/>
                    <a:pt x="2725" y="1632"/>
                  </a:cubicBezTo>
                  <a:cubicBezTo>
                    <a:pt x="2739" y="1607"/>
                    <a:pt x="2739" y="1585"/>
                    <a:pt x="2750" y="1573"/>
                  </a:cubicBezTo>
                  <a:cubicBezTo>
                    <a:pt x="2853" y="1199"/>
                    <a:pt x="2948" y="827"/>
                    <a:pt x="2982" y="456"/>
                  </a:cubicBezTo>
                  <a:cubicBezTo>
                    <a:pt x="2993" y="339"/>
                    <a:pt x="2971" y="210"/>
                    <a:pt x="2959" y="96"/>
                  </a:cubicBezTo>
                  <a:cubicBezTo>
                    <a:pt x="2959" y="70"/>
                    <a:pt x="2923" y="26"/>
                    <a:pt x="2901" y="26"/>
                  </a:cubicBezTo>
                  <a:cubicBezTo>
                    <a:pt x="2783" y="12"/>
                    <a:pt x="2680" y="1"/>
                    <a:pt x="2563"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15"/>
            <p:cNvSpPr/>
            <p:nvPr/>
          </p:nvSpPr>
          <p:spPr>
            <a:xfrm>
              <a:off x="6887491" y="1677555"/>
              <a:ext cx="221935" cy="122768"/>
            </a:xfrm>
            <a:custGeom>
              <a:avLst/>
              <a:gdLst/>
              <a:ahLst/>
              <a:cxnLst/>
              <a:rect l="l" t="t" r="r" b="b"/>
              <a:pathLst>
                <a:path w="2934" h="1623" extrusionOk="0">
                  <a:moveTo>
                    <a:pt x="1309" y="709"/>
                  </a:moveTo>
                  <a:cubicBezTo>
                    <a:pt x="1397" y="709"/>
                    <a:pt x="1479" y="785"/>
                    <a:pt x="1490" y="861"/>
                  </a:cubicBezTo>
                  <a:cubicBezTo>
                    <a:pt x="1490" y="930"/>
                    <a:pt x="1456" y="978"/>
                    <a:pt x="1375" y="978"/>
                  </a:cubicBezTo>
                  <a:cubicBezTo>
                    <a:pt x="1368" y="979"/>
                    <a:pt x="1360" y="979"/>
                    <a:pt x="1353" y="979"/>
                  </a:cubicBezTo>
                  <a:cubicBezTo>
                    <a:pt x="1258" y="979"/>
                    <a:pt x="1188" y="914"/>
                    <a:pt x="1188" y="838"/>
                  </a:cubicBezTo>
                  <a:cubicBezTo>
                    <a:pt x="1177" y="768"/>
                    <a:pt x="1221" y="710"/>
                    <a:pt x="1291" y="710"/>
                  </a:cubicBezTo>
                  <a:cubicBezTo>
                    <a:pt x="1297" y="709"/>
                    <a:pt x="1303" y="709"/>
                    <a:pt x="1309" y="709"/>
                  </a:cubicBezTo>
                  <a:close/>
                  <a:moveTo>
                    <a:pt x="1839" y="883"/>
                  </a:moveTo>
                  <a:cubicBezTo>
                    <a:pt x="1934" y="883"/>
                    <a:pt x="2026" y="930"/>
                    <a:pt x="2060" y="1023"/>
                  </a:cubicBezTo>
                  <a:cubicBezTo>
                    <a:pt x="2092" y="1107"/>
                    <a:pt x="2049" y="1180"/>
                    <a:pt x="1967" y="1180"/>
                  </a:cubicBezTo>
                  <a:cubicBezTo>
                    <a:pt x="1957" y="1180"/>
                    <a:pt x="1946" y="1179"/>
                    <a:pt x="1934" y="1176"/>
                  </a:cubicBezTo>
                  <a:cubicBezTo>
                    <a:pt x="1875" y="1162"/>
                    <a:pt x="1816" y="1140"/>
                    <a:pt x="1769" y="1118"/>
                  </a:cubicBezTo>
                  <a:cubicBezTo>
                    <a:pt x="1699" y="1070"/>
                    <a:pt x="1688" y="1023"/>
                    <a:pt x="1699" y="978"/>
                  </a:cubicBezTo>
                  <a:cubicBezTo>
                    <a:pt x="1724" y="919"/>
                    <a:pt x="1769" y="883"/>
                    <a:pt x="1839" y="883"/>
                  </a:cubicBezTo>
                  <a:close/>
                  <a:moveTo>
                    <a:pt x="2440" y="1134"/>
                  </a:moveTo>
                  <a:cubicBezTo>
                    <a:pt x="2460" y="1134"/>
                    <a:pt x="2482" y="1139"/>
                    <a:pt x="2504" y="1151"/>
                  </a:cubicBezTo>
                  <a:cubicBezTo>
                    <a:pt x="2574" y="1199"/>
                    <a:pt x="2618" y="1257"/>
                    <a:pt x="2632" y="1327"/>
                  </a:cubicBezTo>
                  <a:cubicBezTo>
                    <a:pt x="2655" y="1408"/>
                    <a:pt x="2607" y="1467"/>
                    <a:pt x="2515" y="1467"/>
                  </a:cubicBezTo>
                  <a:cubicBezTo>
                    <a:pt x="2504" y="1467"/>
                    <a:pt x="2493" y="1467"/>
                    <a:pt x="2467" y="1456"/>
                  </a:cubicBezTo>
                  <a:cubicBezTo>
                    <a:pt x="2386" y="1408"/>
                    <a:pt x="2339" y="1338"/>
                    <a:pt x="2339" y="1246"/>
                  </a:cubicBezTo>
                  <a:cubicBezTo>
                    <a:pt x="2339" y="1176"/>
                    <a:pt x="2384" y="1134"/>
                    <a:pt x="2440" y="1134"/>
                  </a:cubicBezTo>
                  <a:close/>
                  <a:moveTo>
                    <a:pt x="93" y="0"/>
                  </a:moveTo>
                  <a:cubicBezTo>
                    <a:pt x="48" y="0"/>
                    <a:pt x="12" y="11"/>
                    <a:pt x="1" y="70"/>
                  </a:cubicBezTo>
                  <a:cubicBezTo>
                    <a:pt x="48" y="104"/>
                    <a:pt x="82" y="140"/>
                    <a:pt x="129" y="173"/>
                  </a:cubicBezTo>
                  <a:cubicBezTo>
                    <a:pt x="442" y="383"/>
                    <a:pt x="733" y="604"/>
                    <a:pt x="1001" y="861"/>
                  </a:cubicBezTo>
                  <a:cubicBezTo>
                    <a:pt x="1152" y="1000"/>
                    <a:pt x="1316" y="1070"/>
                    <a:pt x="1501" y="1118"/>
                  </a:cubicBezTo>
                  <a:cubicBezTo>
                    <a:pt x="1629" y="1140"/>
                    <a:pt x="1758" y="1176"/>
                    <a:pt x="1886" y="1221"/>
                  </a:cubicBezTo>
                  <a:cubicBezTo>
                    <a:pt x="2107" y="1302"/>
                    <a:pt x="2317" y="1419"/>
                    <a:pt x="2515" y="1570"/>
                  </a:cubicBezTo>
                  <a:cubicBezTo>
                    <a:pt x="2550" y="1605"/>
                    <a:pt x="2570" y="1623"/>
                    <a:pt x="2592" y="1623"/>
                  </a:cubicBezTo>
                  <a:cubicBezTo>
                    <a:pt x="2613" y="1623"/>
                    <a:pt x="2636" y="1605"/>
                    <a:pt x="2677" y="1570"/>
                  </a:cubicBezTo>
                  <a:cubicBezTo>
                    <a:pt x="2702" y="1548"/>
                    <a:pt x="2736" y="1526"/>
                    <a:pt x="2758" y="1489"/>
                  </a:cubicBezTo>
                  <a:cubicBezTo>
                    <a:pt x="2817" y="1419"/>
                    <a:pt x="2875" y="1338"/>
                    <a:pt x="2934" y="1269"/>
                  </a:cubicBezTo>
                  <a:cubicBezTo>
                    <a:pt x="2853" y="1210"/>
                    <a:pt x="2783" y="1176"/>
                    <a:pt x="2736" y="1118"/>
                  </a:cubicBezTo>
                  <a:cubicBezTo>
                    <a:pt x="2650" y="1039"/>
                    <a:pt x="2562" y="995"/>
                    <a:pt x="2461" y="995"/>
                  </a:cubicBezTo>
                  <a:cubicBezTo>
                    <a:pt x="2441" y="995"/>
                    <a:pt x="2419" y="997"/>
                    <a:pt x="2398" y="1000"/>
                  </a:cubicBezTo>
                  <a:cubicBezTo>
                    <a:pt x="2375" y="1000"/>
                    <a:pt x="2339" y="989"/>
                    <a:pt x="2328" y="978"/>
                  </a:cubicBezTo>
                  <a:cubicBezTo>
                    <a:pt x="2244" y="865"/>
                    <a:pt x="2137" y="820"/>
                    <a:pt x="2012" y="820"/>
                  </a:cubicBezTo>
                  <a:cubicBezTo>
                    <a:pt x="1982" y="820"/>
                    <a:pt x="1951" y="822"/>
                    <a:pt x="1920" y="827"/>
                  </a:cubicBezTo>
                  <a:cubicBezTo>
                    <a:pt x="1909" y="827"/>
                    <a:pt x="1886" y="813"/>
                    <a:pt x="1875" y="791"/>
                  </a:cubicBezTo>
                  <a:cubicBezTo>
                    <a:pt x="1816" y="710"/>
                    <a:pt x="1758" y="629"/>
                    <a:pt x="1640" y="618"/>
                  </a:cubicBezTo>
                  <a:cubicBezTo>
                    <a:pt x="1585" y="618"/>
                    <a:pt x="1526" y="618"/>
                    <a:pt x="1456" y="604"/>
                  </a:cubicBezTo>
                  <a:cubicBezTo>
                    <a:pt x="1445" y="604"/>
                    <a:pt x="1420" y="592"/>
                    <a:pt x="1409" y="581"/>
                  </a:cubicBezTo>
                  <a:cubicBezTo>
                    <a:pt x="1311" y="455"/>
                    <a:pt x="1197" y="386"/>
                    <a:pt x="1055" y="386"/>
                  </a:cubicBezTo>
                  <a:cubicBezTo>
                    <a:pt x="1027" y="386"/>
                    <a:pt x="998" y="389"/>
                    <a:pt x="967" y="394"/>
                  </a:cubicBezTo>
                  <a:cubicBezTo>
                    <a:pt x="931" y="394"/>
                    <a:pt x="920" y="383"/>
                    <a:pt x="897" y="361"/>
                  </a:cubicBezTo>
                  <a:cubicBezTo>
                    <a:pt x="835" y="246"/>
                    <a:pt x="745" y="170"/>
                    <a:pt x="611" y="170"/>
                  </a:cubicBezTo>
                  <a:cubicBezTo>
                    <a:pt x="595" y="170"/>
                    <a:pt x="577" y="171"/>
                    <a:pt x="559" y="173"/>
                  </a:cubicBezTo>
                  <a:cubicBezTo>
                    <a:pt x="523" y="173"/>
                    <a:pt x="501" y="173"/>
                    <a:pt x="489" y="140"/>
                  </a:cubicBezTo>
                  <a:cubicBezTo>
                    <a:pt x="442" y="70"/>
                    <a:pt x="383" y="23"/>
                    <a:pt x="302" y="11"/>
                  </a:cubicBezTo>
                  <a:cubicBezTo>
                    <a:pt x="232" y="0"/>
                    <a:pt x="163" y="0"/>
                    <a:pt x="93"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15"/>
            <p:cNvSpPr/>
            <p:nvPr/>
          </p:nvSpPr>
          <p:spPr>
            <a:xfrm>
              <a:off x="6659514" y="1679219"/>
              <a:ext cx="212253" cy="141376"/>
            </a:xfrm>
            <a:custGeom>
              <a:avLst/>
              <a:gdLst/>
              <a:ahLst/>
              <a:cxnLst/>
              <a:rect l="l" t="t" r="r" b="b"/>
              <a:pathLst>
                <a:path w="2806" h="1869" extrusionOk="0">
                  <a:moveTo>
                    <a:pt x="1576" y="826"/>
                  </a:moveTo>
                  <a:cubicBezTo>
                    <a:pt x="1638" y="826"/>
                    <a:pt x="1688" y="881"/>
                    <a:pt x="1688" y="945"/>
                  </a:cubicBezTo>
                  <a:cubicBezTo>
                    <a:pt x="1699" y="1026"/>
                    <a:pt x="1618" y="1107"/>
                    <a:pt x="1512" y="1107"/>
                  </a:cubicBezTo>
                  <a:cubicBezTo>
                    <a:pt x="1442" y="1107"/>
                    <a:pt x="1397" y="1071"/>
                    <a:pt x="1397" y="1001"/>
                  </a:cubicBezTo>
                  <a:cubicBezTo>
                    <a:pt x="1386" y="908"/>
                    <a:pt x="1467" y="827"/>
                    <a:pt x="1559" y="827"/>
                  </a:cubicBezTo>
                  <a:cubicBezTo>
                    <a:pt x="1565" y="827"/>
                    <a:pt x="1571" y="826"/>
                    <a:pt x="1576" y="826"/>
                  </a:cubicBezTo>
                  <a:close/>
                  <a:moveTo>
                    <a:pt x="1057" y="1059"/>
                  </a:moveTo>
                  <a:cubicBezTo>
                    <a:pt x="1079" y="1059"/>
                    <a:pt x="1099" y="1063"/>
                    <a:pt x="1118" y="1071"/>
                  </a:cubicBezTo>
                  <a:cubicBezTo>
                    <a:pt x="1199" y="1096"/>
                    <a:pt x="1221" y="1177"/>
                    <a:pt x="1176" y="1247"/>
                  </a:cubicBezTo>
                  <a:cubicBezTo>
                    <a:pt x="1118" y="1316"/>
                    <a:pt x="1037" y="1350"/>
                    <a:pt x="942" y="1375"/>
                  </a:cubicBezTo>
                  <a:cubicBezTo>
                    <a:pt x="872" y="1375"/>
                    <a:pt x="827" y="1316"/>
                    <a:pt x="827" y="1247"/>
                  </a:cubicBezTo>
                  <a:cubicBezTo>
                    <a:pt x="836" y="1140"/>
                    <a:pt x="956" y="1059"/>
                    <a:pt x="1057" y="1059"/>
                  </a:cubicBezTo>
                  <a:close/>
                  <a:moveTo>
                    <a:pt x="490" y="1365"/>
                  </a:moveTo>
                  <a:cubicBezTo>
                    <a:pt x="502" y="1365"/>
                    <a:pt x="513" y="1368"/>
                    <a:pt x="523" y="1375"/>
                  </a:cubicBezTo>
                  <a:cubicBezTo>
                    <a:pt x="559" y="1397"/>
                    <a:pt x="570" y="1445"/>
                    <a:pt x="592" y="1467"/>
                  </a:cubicBezTo>
                  <a:cubicBezTo>
                    <a:pt x="581" y="1573"/>
                    <a:pt x="548" y="1643"/>
                    <a:pt x="478" y="1688"/>
                  </a:cubicBezTo>
                  <a:cubicBezTo>
                    <a:pt x="458" y="1708"/>
                    <a:pt x="435" y="1717"/>
                    <a:pt x="411" y="1717"/>
                  </a:cubicBezTo>
                  <a:cubicBezTo>
                    <a:pt x="391" y="1717"/>
                    <a:pt x="370" y="1711"/>
                    <a:pt x="349" y="1699"/>
                  </a:cubicBezTo>
                  <a:cubicBezTo>
                    <a:pt x="313" y="1666"/>
                    <a:pt x="291" y="1629"/>
                    <a:pt x="302" y="1585"/>
                  </a:cubicBezTo>
                  <a:cubicBezTo>
                    <a:pt x="313" y="1504"/>
                    <a:pt x="349" y="1445"/>
                    <a:pt x="408" y="1397"/>
                  </a:cubicBezTo>
                  <a:cubicBezTo>
                    <a:pt x="432" y="1382"/>
                    <a:pt x="462" y="1365"/>
                    <a:pt x="490" y="1365"/>
                  </a:cubicBezTo>
                  <a:close/>
                  <a:moveTo>
                    <a:pt x="2724" y="1"/>
                  </a:moveTo>
                  <a:cubicBezTo>
                    <a:pt x="2643" y="1"/>
                    <a:pt x="2559" y="12"/>
                    <a:pt x="2478" y="37"/>
                  </a:cubicBezTo>
                  <a:cubicBezTo>
                    <a:pt x="2408" y="48"/>
                    <a:pt x="2350" y="107"/>
                    <a:pt x="2316" y="177"/>
                  </a:cubicBezTo>
                  <a:cubicBezTo>
                    <a:pt x="2294" y="210"/>
                    <a:pt x="2269" y="221"/>
                    <a:pt x="2235" y="221"/>
                  </a:cubicBezTo>
                  <a:cubicBezTo>
                    <a:pt x="2226" y="221"/>
                    <a:pt x="2217" y="220"/>
                    <a:pt x="2209" y="220"/>
                  </a:cubicBezTo>
                  <a:cubicBezTo>
                    <a:pt x="2061" y="220"/>
                    <a:pt x="1986" y="309"/>
                    <a:pt x="1931" y="431"/>
                  </a:cubicBezTo>
                  <a:cubicBezTo>
                    <a:pt x="1912" y="461"/>
                    <a:pt x="1894" y="481"/>
                    <a:pt x="1868" y="481"/>
                  </a:cubicBezTo>
                  <a:cubicBezTo>
                    <a:pt x="1862" y="481"/>
                    <a:pt x="1856" y="480"/>
                    <a:pt x="1850" y="478"/>
                  </a:cubicBezTo>
                  <a:cubicBezTo>
                    <a:pt x="1838" y="477"/>
                    <a:pt x="1827" y="477"/>
                    <a:pt x="1816" y="477"/>
                  </a:cubicBezTo>
                  <a:cubicBezTo>
                    <a:pt x="1670" y="477"/>
                    <a:pt x="1553" y="546"/>
                    <a:pt x="1478" y="665"/>
                  </a:cubicBezTo>
                  <a:cubicBezTo>
                    <a:pt x="1431" y="735"/>
                    <a:pt x="1372" y="758"/>
                    <a:pt x="1302" y="758"/>
                  </a:cubicBezTo>
                  <a:cubicBezTo>
                    <a:pt x="1291" y="758"/>
                    <a:pt x="1280" y="758"/>
                    <a:pt x="1280" y="769"/>
                  </a:cubicBezTo>
                  <a:cubicBezTo>
                    <a:pt x="1140" y="769"/>
                    <a:pt x="1048" y="850"/>
                    <a:pt x="1000" y="990"/>
                  </a:cubicBezTo>
                  <a:cubicBezTo>
                    <a:pt x="989" y="1001"/>
                    <a:pt x="967" y="1001"/>
                    <a:pt x="953" y="1001"/>
                  </a:cubicBezTo>
                  <a:cubicBezTo>
                    <a:pt x="791" y="1001"/>
                    <a:pt x="662" y="1048"/>
                    <a:pt x="581" y="1177"/>
                  </a:cubicBezTo>
                  <a:cubicBezTo>
                    <a:pt x="548" y="1224"/>
                    <a:pt x="523" y="1235"/>
                    <a:pt x="478" y="1235"/>
                  </a:cubicBezTo>
                  <a:cubicBezTo>
                    <a:pt x="372" y="1235"/>
                    <a:pt x="280" y="1269"/>
                    <a:pt x="210" y="1350"/>
                  </a:cubicBezTo>
                  <a:cubicBezTo>
                    <a:pt x="140" y="1420"/>
                    <a:pt x="70" y="1478"/>
                    <a:pt x="0" y="1548"/>
                  </a:cubicBezTo>
                  <a:cubicBezTo>
                    <a:pt x="81" y="1677"/>
                    <a:pt x="199" y="1783"/>
                    <a:pt x="324" y="1864"/>
                  </a:cubicBezTo>
                  <a:cubicBezTo>
                    <a:pt x="332" y="1867"/>
                    <a:pt x="340" y="1869"/>
                    <a:pt x="348" y="1869"/>
                  </a:cubicBezTo>
                  <a:cubicBezTo>
                    <a:pt x="368" y="1869"/>
                    <a:pt x="390" y="1861"/>
                    <a:pt x="408" y="1853"/>
                  </a:cubicBezTo>
                  <a:cubicBezTo>
                    <a:pt x="442" y="1816"/>
                    <a:pt x="478" y="1783"/>
                    <a:pt x="523" y="1747"/>
                  </a:cubicBezTo>
                  <a:cubicBezTo>
                    <a:pt x="791" y="1526"/>
                    <a:pt x="1070" y="1339"/>
                    <a:pt x="1408" y="1247"/>
                  </a:cubicBezTo>
                  <a:cubicBezTo>
                    <a:pt x="1570" y="1199"/>
                    <a:pt x="1721" y="1129"/>
                    <a:pt x="1827" y="1001"/>
                  </a:cubicBezTo>
                  <a:cubicBezTo>
                    <a:pt x="2048" y="746"/>
                    <a:pt x="2280" y="501"/>
                    <a:pt x="2537" y="280"/>
                  </a:cubicBezTo>
                  <a:cubicBezTo>
                    <a:pt x="2629" y="210"/>
                    <a:pt x="2713" y="129"/>
                    <a:pt x="2805" y="48"/>
                  </a:cubicBezTo>
                  <a:cubicBezTo>
                    <a:pt x="2769" y="23"/>
                    <a:pt x="2746" y="1"/>
                    <a:pt x="2724"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15"/>
            <p:cNvSpPr/>
            <p:nvPr/>
          </p:nvSpPr>
          <p:spPr>
            <a:xfrm>
              <a:off x="6859429" y="1442242"/>
              <a:ext cx="31770" cy="239409"/>
            </a:xfrm>
            <a:custGeom>
              <a:avLst/>
              <a:gdLst/>
              <a:ahLst/>
              <a:cxnLst/>
              <a:rect l="l" t="t" r="r" b="b"/>
              <a:pathLst>
                <a:path w="420" h="3165" extrusionOk="0">
                  <a:moveTo>
                    <a:pt x="106" y="0"/>
                  </a:moveTo>
                  <a:cubicBezTo>
                    <a:pt x="102" y="0"/>
                    <a:pt x="97" y="1"/>
                    <a:pt x="92" y="2"/>
                  </a:cubicBezTo>
                  <a:cubicBezTo>
                    <a:pt x="81" y="2"/>
                    <a:pt x="81" y="2"/>
                    <a:pt x="70" y="13"/>
                  </a:cubicBezTo>
                  <a:cubicBezTo>
                    <a:pt x="56" y="27"/>
                    <a:pt x="45" y="61"/>
                    <a:pt x="34" y="72"/>
                  </a:cubicBezTo>
                  <a:cubicBezTo>
                    <a:pt x="22" y="83"/>
                    <a:pt x="22" y="108"/>
                    <a:pt x="22" y="119"/>
                  </a:cubicBezTo>
                  <a:cubicBezTo>
                    <a:pt x="0" y="318"/>
                    <a:pt x="0" y="516"/>
                    <a:pt x="34" y="711"/>
                  </a:cubicBezTo>
                  <a:cubicBezTo>
                    <a:pt x="45" y="806"/>
                    <a:pt x="56" y="899"/>
                    <a:pt x="56" y="1005"/>
                  </a:cubicBezTo>
                  <a:cubicBezTo>
                    <a:pt x="56" y="1131"/>
                    <a:pt x="34" y="1248"/>
                    <a:pt x="22" y="1376"/>
                  </a:cubicBezTo>
                  <a:cubicBezTo>
                    <a:pt x="11" y="1689"/>
                    <a:pt x="11" y="2005"/>
                    <a:pt x="0" y="2307"/>
                  </a:cubicBezTo>
                  <a:lnTo>
                    <a:pt x="22" y="2307"/>
                  </a:lnTo>
                  <a:cubicBezTo>
                    <a:pt x="34" y="2402"/>
                    <a:pt x="34" y="2483"/>
                    <a:pt x="34" y="2564"/>
                  </a:cubicBezTo>
                  <a:cubicBezTo>
                    <a:pt x="45" y="2645"/>
                    <a:pt x="56" y="2737"/>
                    <a:pt x="70" y="2821"/>
                  </a:cubicBezTo>
                  <a:cubicBezTo>
                    <a:pt x="92" y="2913"/>
                    <a:pt x="115" y="3005"/>
                    <a:pt x="162" y="3100"/>
                  </a:cubicBezTo>
                  <a:cubicBezTo>
                    <a:pt x="183" y="3144"/>
                    <a:pt x="215" y="3165"/>
                    <a:pt x="247" y="3165"/>
                  </a:cubicBezTo>
                  <a:cubicBezTo>
                    <a:pt x="265" y="3165"/>
                    <a:pt x="284" y="3158"/>
                    <a:pt x="302" y="3145"/>
                  </a:cubicBezTo>
                  <a:cubicBezTo>
                    <a:pt x="313" y="3134"/>
                    <a:pt x="335" y="3122"/>
                    <a:pt x="349" y="3086"/>
                  </a:cubicBezTo>
                  <a:cubicBezTo>
                    <a:pt x="372" y="3041"/>
                    <a:pt x="383" y="2994"/>
                    <a:pt x="394" y="2935"/>
                  </a:cubicBezTo>
                  <a:cubicBezTo>
                    <a:pt x="405" y="2784"/>
                    <a:pt x="419" y="2633"/>
                    <a:pt x="405" y="2494"/>
                  </a:cubicBezTo>
                  <a:cubicBezTo>
                    <a:pt x="405" y="2167"/>
                    <a:pt x="383" y="1854"/>
                    <a:pt x="335" y="1538"/>
                  </a:cubicBezTo>
                  <a:cubicBezTo>
                    <a:pt x="302" y="1354"/>
                    <a:pt x="291" y="1167"/>
                    <a:pt x="232" y="991"/>
                  </a:cubicBezTo>
                  <a:cubicBezTo>
                    <a:pt x="221" y="946"/>
                    <a:pt x="221" y="899"/>
                    <a:pt x="221" y="865"/>
                  </a:cubicBezTo>
                  <a:cubicBezTo>
                    <a:pt x="232" y="630"/>
                    <a:pt x="243" y="399"/>
                    <a:pt x="196" y="178"/>
                  </a:cubicBezTo>
                  <a:cubicBezTo>
                    <a:pt x="184" y="142"/>
                    <a:pt x="184" y="108"/>
                    <a:pt x="173" y="72"/>
                  </a:cubicBezTo>
                  <a:cubicBezTo>
                    <a:pt x="163" y="42"/>
                    <a:pt x="144" y="0"/>
                    <a:pt x="106"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15"/>
            <p:cNvSpPr/>
            <p:nvPr/>
          </p:nvSpPr>
          <p:spPr>
            <a:xfrm>
              <a:off x="6815255" y="1534068"/>
              <a:ext cx="49470" cy="151361"/>
            </a:xfrm>
            <a:custGeom>
              <a:avLst/>
              <a:gdLst/>
              <a:ahLst/>
              <a:cxnLst/>
              <a:rect l="l" t="t" r="r" b="b"/>
              <a:pathLst>
                <a:path w="654" h="2001" extrusionOk="0">
                  <a:moveTo>
                    <a:pt x="548" y="0"/>
                  </a:moveTo>
                  <a:lnTo>
                    <a:pt x="548" y="0"/>
                  </a:lnTo>
                  <a:cubicBezTo>
                    <a:pt x="430" y="45"/>
                    <a:pt x="316" y="81"/>
                    <a:pt x="210" y="126"/>
                  </a:cubicBezTo>
                  <a:cubicBezTo>
                    <a:pt x="187" y="140"/>
                    <a:pt x="176" y="162"/>
                    <a:pt x="165" y="174"/>
                  </a:cubicBezTo>
                  <a:cubicBezTo>
                    <a:pt x="129" y="313"/>
                    <a:pt x="70" y="442"/>
                    <a:pt x="48" y="581"/>
                  </a:cubicBezTo>
                  <a:cubicBezTo>
                    <a:pt x="0" y="953"/>
                    <a:pt x="25" y="1327"/>
                    <a:pt x="140" y="1688"/>
                  </a:cubicBezTo>
                  <a:cubicBezTo>
                    <a:pt x="176" y="1791"/>
                    <a:pt x="210" y="1897"/>
                    <a:pt x="235" y="2001"/>
                  </a:cubicBezTo>
                  <a:cubicBezTo>
                    <a:pt x="349" y="1872"/>
                    <a:pt x="500" y="1872"/>
                    <a:pt x="654" y="1861"/>
                  </a:cubicBezTo>
                  <a:cubicBezTo>
                    <a:pt x="559" y="1559"/>
                    <a:pt x="548" y="1243"/>
                    <a:pt x="537" y="942"/>
                  </a:cubicBezTo>
                  <a:cubicBezTo>
                    <a:pt x="537" y="629"/>
                    <a:pt x="548" y="313"/>
                    <a:pt x="548"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1" name="Google Shape;691;p15"/>
            <p:cNvSpPr/>
            <p:nvPr/>
          </p:nvSpPr>
          <p:spPr>
            <a:xfrm>
              <a:off x="6885827" y="1532177"/>
              <a:ext cx="48411" cy="148789"/>
            </a:xfrm>
            <a:custGeom>
              <a:avLst/>
              <a:gdLst/>
              <a:ahLst/>
              <a:cxnLst/>
              <a:rect l="l" t="t" r="r" b="b"/>
              <a:pathLst>
                <a:path w="640" h="1967" extrusionOk="0">
                  <a:moveTo>
                    <a:pt x="0" y="0"/>
                  </a:moveTo>
                  <a:cubicBezTo>
                    <a:pt x="0" y="70"/>
                    <a:pt x="11" y="118"/>
                    <a:pt x="11" y="176"/>
                  </a:cubicBezTo>
                  <a:cubicBezTo>
                    <a:pt x="45" y="419"/>
                    <a:pt x="81" y="665"/>
                    <a:pt x="104" y="908"/>
                  </a:cubicBezTo>
                  <a:cubicBezTo>
                    <a:pt x="115" y="1154"/>
                    <a:pt x="115" y="1397"/>
                    <a:pt x="115" y="1643"/>
                  </a:cubicBezTo>
                  <a:cubicBezTo>
                    <a:pt x="115" y="1724"/>
                    <a:pt x="92" y="1794"/>
                    <a:pt x="92" y="1864"/>
                  </a:cubicBezTo>
                  <a:cubicBezTo>
                    <a:pt x="117" y="1864"/>
                    <a:pt x="142" y="1863"/>
                    <a:pt x="166" y="1863"/>
                  </a:cubicBezTo>
                  <a:cubicBezTo>
                    <a:pt x="292" y="1863"/>
                    <a:pt x="415" y="1871"/>
                    <a:pt x="523" y="1967"/>
                  </a:cubicBezTo>
                  <a:cubicBezTo>
                    <a:pt x="523" y="1911"/>
                    <a:pt x="534" y="1864"/>
                    <a:pt x="534" y="1816"/>
                  </a:cubicBezTo>
                  <a:cubicBezTo>
                    <a:pt x="570" y="1632"/>
                    <a:pt x="604" y="1444"/>
                    <a:pt x="629" y="1257"/>
                  </a:cubicBezTo>
                  <a:cubicBezTo>
                    <a:pt x="640" y="1048"/>
                    <a:pt x="615" y="849"/>
                    <a:pt x="581" y="640"/>
                  </a:cubicBezTo>
                  <a:cubicBezTo>
                    <a:pt x="545" y="467"/>
                    <a:pt x="489" y="291"/>
                    <a:pt x="394" y="140"/>
                  </a:cubicBezTo>
                  <a:cubicBezTo>
                    <a:pt x="383" y="129"/>
                    <a:pt x="372" y="106"/>
                    <a:pt x="349" y="106"/>
                  </a:cubicBezTo>
                  <a:cubicBezTo>
                    <a:pt x="232" y="70"/>
                    <a:pt x="115" y="36"/>
                    <a:pt x="0"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2" name="Google Shape;692;p15"/>
            <p:cNvSpPr/>
            <p:nvPr/>
          </p:nvSpPr>
          <p:spPr>
            <a:xfrm>
              <a:off x="6945582" y="1553280"/>
              <a:ext cx="53782" cy="161345"/>
            </a:xfrm>
            <a:custGeom>
              <a:avLst/>
              <a:gdLst/>
              <a:ahLst/>
              <a:cxnLst/>
              <a:rect l="l" t="t" r="r" b="b"/>
              <a:pathLst>
                <a:path w="711" h="2133" extrusionOk="0">
                  <a:moveTo>
                    <a:pt x="12" y="1"/>
                  </a:moveTo>
                  <a:cubicBezTo>
                    <a:pt x="12" y="1"/>
                    <a:pt x="12" y="12"/>
                    <a:pt x="1" y="12"/>
                  </a:cubicBezTo>
                  <a:cubicBezTo>
                    <a:pt x="23" y="70"/>
                    <a:pt x="48" y="129"/>
                    <a:pt x="59" y="188"/>
                  </a:cubicBezTo>
                  <a:cubicBezTo>
                    <a:pt x="93" y="375"/>
                    <a:pt x="129" y="559"/>
                    <a:pt x="152" y="746"/>
                  </a:cubicBezTo>
                  <a:cubicBezTo>
                    <a:pt x="210" y="1048"/>
                    <a:pt x="233" y="1364"/>
                    <a:pt x="199" y="1677"/>
                  </a:cubicBezTo>
                  <a:cubicBezTo>
                    <a:pt x="199" y="1758"/>
                    <a:pt x="188" y="1853"/>
                    <a:pt x="188" y="1934"/>
                  </a:cubicBezTo>
                  <a:cubicBezTo>
                    <a:pt x="176" y="1953"/>
                    <a:pt x="185" y="1983"/>
                    <a:pt x="210" y="1983"/>
                  </a:cubicBezTo>
                  <a:cubicBezTo>
                    <a:pt x="213" y="1983"/>
                    <a:pt x="217" y="1983"/>
                    <a:pt x="222" y="1981"/>
                  </a:cubicBezTo>
                  <a:cubicBezTo>
                    <a:pt x="247" y="1977"/>
                    <a:pt x="272" y="1974"/>
                    <a:pt x="296" y="1974"/>
                  </a:cubicBezTo>
                  <a:cubicBezTo>
                    <a:pt x="400" y="1974"/>
                    <a:pt x="486" y="2017"/>
                    <a:pt x="571" y="2073"/>
                  </a:cubicBezTo>
                  <a:cubicBezTo>
                    <a:pt x="593" y="2085"/>
                    <a:pt x="607" y="2107"/>
                    <a:pt x="641" y="2132"/>
                  </a:cubicBezTo>
                  <a:cubicBezTo>
                    <a:pt x="688" y="1897"/>
                    <a:pt x="710" y="1666"/>
                    <a:pt x="688" y="1423"/>
                  </a:cubicBezTo>
                  <a:cubicBezTo>
                    <a:pt x="652" y="1015"/>
                    <a:pt x="571" y="618"/>
                    <a:pt x="409" y="246"/>
                  </a:cubicBezTo>
                  <a:cubicBezTo>
                    <a:pt x="409" y="235"/>
                    <a:pt x="398" y="221"/>
                    <a:pt x="384" y="210"/>
                  </a:cubicBezTo>
                  <a:cubicBezTo>
                    <a:pt x="269" y="140"/>
                    <a:pt x="141" y="70"/>
                    <a:pt x="12"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15"/>
            <p:cNvSpPr/>
            <p:nvPr/>
          </p:nvSpPr>
          <p:spPr>
            <a:xfrm>
              <a:off x="6755425" y="1560466"/>
              <a:ext cx="45915" cy="165506"/>
            </a:xfrm>
            <a:custGeom>
              <a:avLst/>
              <a:gdLst/>
              <a:ahLst/>
              <a:cxnLst/>
              <a:rect l="l" t="t" r="r" b="b"/>
              <a:pathLst>
                <a:path w="607" h="2188" extrusionOk="0">
                  <a:moveTo>
                    <a:pt x="582" y="1"/>
                  </a:moveTo>
                  <a:lnTo>
                    <a:pt x="582" y="1"/>
                  </a:lnTo>
                  <a:cubicBezTo>
                    <a:pt x="442" y="93"/>
                    <a:pt x="327" y="174"/>
                    <a:pt x="210" y="255"/>
                  </a:cubicBezTo>
                  <a:cubicBezTo>
                    <a:pt x="210" y="266"/>
                    <a:pt x="199" y="280"/>
                    <a:pt x="199" y="291"/>
                  </a:cubicBezTo>
                  <a:cubicBezTo>
                    <a:pt x="163" y="431"/>
                    <a:pt x="118" y="570"/>
                    <a:pt x="93" y="721"/>
                  </a:cubicBezTo>
                  <a:cubicBezTo>
                    <a:pt x="48" y="1093"/>
                    <a:pt x="1" y="1478"/>
                    <a:pt x="82" y="1861"/>
                  </a:cubicBezTo>
                  <a:cubicBezTo>
                    <a:pt x="104" y="1967"/>
                    <a:pt x="129" y="2071"/>
                    <a:pt x="163" y="2188"/>
                  </a:cubicBezTo>
                  <a:cubicBezTo>
                    <a:pt x="174" y="2177"/>
                    <a:pt x="174" y="2177"/>
                    <a:pt x="188" y="2177"/>
                  </a:cubicBezTo>
                  <a:cubicBezTo>
                    <a:pt x="274" y="2067"/>
                    <a:pt x="393" y="1989"/>
                    <a:pt x="541" y="1989"/>
                  </a:cubicBezTo>
                  <a:cubicBezTo>
                    <a:pt x="551" y="1989"/>
                    <a:pt x="560" y="1989"/>
                    <a:pt x="570" y="1990"/>
                  </a:cubicBezTo>
                  <a:cubicBezTo>
                    <a:pt x="573" y="1992"/>
                    <a:pt x="575" y="1993"/>
                    <a:pt x="577" y="1993"/>
                  </a:cubicBezTo>
                  <a:cubicBezTo>
                    <a:pt x="585" y="1993"/>
                    <a:pt x="593" y="1976"/>
                    <a:pt x="593" y="1967"/>
                  </a:cubicBezTo>
                  <a:cubicBezTo>
                    <a:pt x="607" y="1942"/>
                    <a:pt x="593" y="1920"/>
                    <a:pt x="593" y="1909"/>
                  </a:cubicBezTo>
                  <a:cubicBezTo>
                    <a:pt x="559" y="1688"/>
                    <a:pt x="512" y="1478"/>
                    <a:pt x="501" y="1269"/>
                  </a:cubicBezTo>
                  <a:cubicBezTo>
                    <a:pt x="478" y="942"/>
                    <a:pt x="501" y="615"/>
                    <a:pt x="537" y="302"/>
                  </a:cubicBezTo>
                  <a:cubicBezTo>
                    <a:pt x="537" y="210"/>
                    <a:pt x="559" y="115"/>
                    <a:pt x="582"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4" name="Google Shape;694;p15"/>
            <p:cNvSpPr/>
            <p:nvPr/>
          </p:nvSpPr>
          <p:spPr>
            <a:xfrm>
              <a:off x="6980905" y="1573551"/>
              <a:ext cx="50151" cy="157715"/>
            </a:xfrm>
            <a:custGeom>
              <a:avLst/>
              <a:gdLst/>
              <a:ahLst/>
              <a:cxnLst/>
              <a:rect l="l" t="t" r="r" b="b"/>
              <a:pathLst>
                <a:path w="663" h="2085" extrusionOk="0">
                  <a:moveTo>
                    <a:pt x="0" y="1"/>
                  </a:moveTo>
                  <a:lnTo>
                    <a:pt x="0" y="1"/>
                  </a:lnTo>
                  <a:cubicBezTo>
                    <a:pt x="104" y="328"/>
                    <a:pt x="196" y="629"/>
                    <a:pt x="255" y="956"/>
                  </a:cubicBezTo>
                  <a:cubicBezTo>
                    <a:pt x="302" y="1280"/>
                    <a:pt x="291" y="1607"/>
                    <a:pt x="221" y="1934"/>
                  </a:cubicBezTo>
                  <a:cubicBezTo>
                    <a:pt x="383" y="1934"/>
                    <a:pt x="534" y="1934"/>
                    <a:pt x="651" y="2085"/>
                  </a:cubicBezTo>
                  <a:lnTo>
                    <a:pt x="651" y="2004"/>
                  </a:lnTo>
                  <a:cubicBezTo>
                    <a:pt x="662" y="1783"/>
                    <a:pt x="651" y="1560"/>
                    <a:pt x="615" y="1339"/>
                  </a:cubicBezTo>
                  <a:cubicBezTo>
                    <a:pt x="570" y="1001"/>
                    <a:pt x="512" y="652"/>
                    <a:pt x="361" y="339"/>
                  </a:cubicBezTo>
                  <a:cubicBezTo>
                    <a:pt x="350" y="316"/>
                    <a:pt x="336" y="280"/>
                    <a:pt x="324" y="258"/>
                  </a:cubicBezTo>
                  <a:cubicBezTo>
                    <a:pt x="232" y="177"/>
                    <a:pt x="140" y="107"/>
                    <a:pt x="45" y="23"/>
                  </a:cubicBezTo>
                  <a:cubicBezTo>
                    <a:pt x="34" y="12"/>
                    <a:pt x="23" y="12"/>
                    <a:pt x="0"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5" name="Google Shape;695;p15"/>
            <p:cNvSpPr/>
            <p:nvPr/>
          </p:nvSpPr>
          <p:spPr>
            <a:xfrm>
              <a:off x="6729027" y="1584973"/>
              <a:ext cx="37065" cy="160438"/>
            </a:xfrm>
            <a:custGeom>
              <a:avLst/>
              <a:gdLst/>
              <a:ahLst/>
              <a:cxnLst/>
              <a:rect l="l" t="t" r="r" b="b"/>
              <a:pathLst>
                <a:path w="490" h="2121" extrusionOk="0">
                  <a:moveTo>
                    <a:pt x="467" y="1"/>
                  </a:moveTo>
                  <a:cubicBezTo>
                    <a:pt x="372" y="96"/>
                    <a:pt x="280" y="199"/>
                    <a:pt x="187" y="291"/>
                  </a:cubicBezTo>
                  <a:lnTo>
                    <a:pt x="187" y="305"/>
                  </a:lnTo>
                  <a:cubicBezTo>
                    <a:pt x="162" y="386"/>
                    <a:pt x="129" y="467"/>
                    <a:pt x="118" y="548"/>
                  </a:cubicBezTo>
                  <a:cubicBezTo>
                    <a:pt x="81" y="769"/>
                    <a:pt x="48" y="990"/>
                    <a:pt x="23" y="1224"/>
                  </a:cubicBezTo>
                  <a:cubicBezTo>
                    <a:pt x="0" y="1478"/>
                    <a:pt x="0" y="1735"/>
                    <a:pt x="34" y="1981"/>
                  </a:cubicBezTo>
                  <a:cubicBezTo>
                    <a:pt x="48" y="2026"/>
                    <a:pt x="48" y="2073"/>
                    <a:pt x="59" y="2121"/>
                  </a:cubicBezTo>
                  <a:cubicBezTo>
                    <a:pt x="210" y="1992"/>
                    <a:pt x="210" y="1992"/>
                    <a:pt x="478" y="1934"/>
                  </a:cubicBezTo>
                  <a:cubicBezTo>
                    <a:pt x="243" y="1294"/>
                    <a:pt x="350" y="654"/>
                    <a:pt x="489" y="12"/>
                  </a:cubicBezTo>
                  <a:cubicBezTo>
                    <a:pt x="489" y="1"/>
                    <a:pt x="478" y="1"/>
                    <a:pt x="467"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 name="Google Shape;696;p15"/>
            <p:cNvSpPr/>
            <p:nvPr/>
          </p:nvSpPr>
          <p:spPr>
            <a:xfrm>
              <a:off x="6690375" y="1615834"/>
              <a:ext cx="46520" cy="146293"/>
            </a:xfrm>
            <a:custGeom>
              <a:avLst/>
              <a:gdLst/>
              <a:ahLst/>
              <a:cxnLst/>
              <a:rect l="l" t="t" r="r" b="b"/>
              <a:pathLst>
                <a:path w="615" h="1934" extrusionOk="0">
                  <a:moveTo>
                    <a:pt x="615" y="0"/>
                  </a:moveTo>
                  <a:cubicBezTo>
                    <a:pt x="151" y="570"/>
                    <a:pt x="0" y="1210"/>
                    <a:pt x="162" y="1934"/>
                  </a:cubicBezTo>
                  <a:cubicBezTo>
                    <a:pt x="250" y="1853"/>
                    <a:pt x="348" y="1800"/>
                    <a:pt x="462" y="1800"/>
                  </a:cubicBezTo>
                  <a:cubicBezTo>
                    <a:pt x="482" y="1800"/>
                    <a:pt x="502" y="1802"/>
                    <a:pt x="522" y="1805"/>
                  </a:cubicBezTo>
                  <a:cubicBezTo>
                    <a:pt x="419" y="1188"/>
                    <a:pt x="475" y="596"/>
                    <a:pt x="615"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 name="Google Shape;697;p15"/>
            <p:cNvSpPr/>
            <p:nvPr/>
          </p:nvSpPr>
          <p:spPr>
            <a:xfrm>
              <a:off x="7013430" y="1601689"/>
              <a:ext cx="55446" cy="141830"/>
            </a:xfrm>
            <a:custGeom>
              <a:avLst/>
              <a:gdLst/>
              <a:ahLst/>
              <a:cxnLst/>
              <a:rect l="l" t="t" r="r" b="b"/>
              <a:pathLst>
                <a:path w="733" h="1875" extrusionOk="0">
                  <a:moveTo>
                    <a:pt x="1" y="0"/>
                  </a:moveTo>
                  <a:lnTo>
                    <a:pt x="1" y="0"/>
                  </a:lnTo>
                  <a:cubicBezTo>
                    <a:pt x="199" y="584"/>
                    <a:pt x="313" y="1165"/>
                    <a:pt x="269" y="1783"/>
                  </a:cubicBezTo>
                  <a:cubicBezTo>
                    <a:pt x="308" y="1773"/>
                    <a:pt x="344" y="1769"/>
                    <a:pt x="379" y="1769"/>
                  </a:cubicBezTo>
                  <a:cubicBezTo>
                    <a:pt x="479" y="1769"/>
                    <a:pt x="564" y="1806"/>
                    <a:pt x="652" y="1875"/>
                  </a:cubicBezTo>
                  <a:cubicBezTo>
                    <a:pt x="733" y="1143"/>
                    <a:pt x="512" y="514"/>
                    <a:pt x="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 name="Google Shape;698;p15"/>
            <p:cNvSpPr/>
            <p:nvPr/>
          </p:nvSpPr>
          <p:spPr>
            <a:xfrm>
              <a:off x="6795967" y="1546321"/>
              <a:ext cx="33510" cy="158547"/>
            </a:xfrm>
            <a:custGeom>
              <a:avLst/>
              <a:gdLst/>
              <a:ahLst/>
              <a:cxnLst/>
              <a:rect l="l" t="t" r="r" b="b"/>
              <a:pathLst>
                <a:path w="443" h="2096" extrusionOk="0">
                  <a:moveTo>
                    <a:pt x="372" y="0"/>
                  </a:moveTo>
                  <a:lnTo>
                    <a:pt x="372" y="0"/>
                  </a:lnTo>
                  <a:cubicBezTo>
                    <a:pt x="280" y="59"/>
                    <a:pt x="196" y="104"/>
                    <a:pt x="115" y="151"/>
                  </a:cubicBezTo>
                  <a:cubicBezTo>
                    <a:pt x="104" y="162"/>
                    <a:pt x="93" y="174"/>
                    <a:pt x="93" y="188"/>
                  </a:cubicBezTo>
                  <a:cubicBezTo>
                    <a:pt x="71" y="257"/>
                    <a:pt x="46" y="327"/>
                    <a:pt x="46" y="397"/>
                  </a:cubicBezTo>
                  <a:cubicBezTo>
                    <a:pt x="23" y="548"/>
                    <a:pt x="23" y="699"/>
                    <a:pt x="12" y="850"/>
                  </a:cubicBezTo>
                  <a:cubicBezTo>
                    <a:pt x="1" y="1188"/>
                    <a:pt x="1" y="1526"/>
                    <a:pt x="57" y="1850"/>
                  </a:cubicBezTo>
                  <a:cubicBezTo>
                    <a:pt x="82" y="1934"/>
                    <a:pt x="93" y="2003"/>
                    <a:pt x="115" y="2096"/>
                  </a:cubicBezTo>
                  <a:cubicBezTo>
                    <a:pt x="191" y="1986"/>
                    <a:pt x="288" y="1918"/>
                    <a:pt x="413" y="1918"/>
                  </a:cubicBezTo>
                  <a:cubicBezTo>
                    <a:pt x="423" y="1918"/>
                    <a:pt x="433" y="1919"/>
                    <a:pt x="442" y="1920"/>
                  </a:cubicBezTo>
                  <a:cubicBezTo>
                    <a:pt x="406" y="1780"/>
                    <a:pt x="384" y="1665"/>
                    <a:pt x="350" y="1537"/>
                  </a:cubicBezTo>
                  <a:cubicBezTo>
                    <a:pt x="233" y="1151"/>
                    <a:pt x="196" y="757"/>
                    <a:pt x="280" y="350"/>
                  </a:cubicBezTo>
                  <a:cubicBezTo>
                    <a:pt x="303" y="243"/>
                    <a:pt x="336" y="129"/>
                    <a:pt x="372"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15"/>
            <p:cNvSpPr/>
            <p:nvPr/>
          </p:nvSpPr>
          <p:spPr>
            <a:xfrm>
              <a:off x="6919184" y="1541859"/>
              <a:ext cx="39637" cy="154991"/>
            </a:xfrm>
            <a:custGeom>
              <a:avLst/>
              <a:gdLst/>
              <a:ahLst/>
              <a:cxnLst/>
              <a:rect l="l" t="t" r="r" b="b"/>
              <a:pathLst>
                <a:path w="524" h="2049" extrusionOk="0">
                  <a:moveTo>
                    <a:pt x="1" y="1"/>
                  </a:moveTo>
                  <a:lnTo>
                    <a:pt x="1" y="1"/>
                  </a:lnTo>
                  <a:cubicBezTo>
                    <a:pt x="12" y="23"/>
                    <a:pt x="23" y="48"/>
                    <a:pt x="23" y="59"/>
                  </a:cubicBezTo>
                  <a:cubicBezTo>
                    <a:pt x="104" y="233"/>
                    <a:pt x="174" y="409"/>
                    <a:pt x="199" y="596"/>
                  </a:cubicBezTo>
                  <a:cubicBezTo>
                    <a:pt x="210" y="791"/>
                    <a:pt x="232" y="990"/>
                    <a:pt x="232" y="1177"/>
                  </a:cubicBezTo>
                  <a:cubicBezTo>
                    <a:pt x="221" y="1350"/>
                    <a:pt x="174" y="1526"/>
                    <a:pt x="151" y="1713"/>
                  </a:cubicBezTo>
                  <a:cubicBezTo>
                    <a:pt x="140" y="1769"/>
                    <a:pt x="140" y="1839"/>
                    <a:pt x="129" y="1898"/>
                  </a:cubicBezTo>
                  <a:cubicBezTo>
                    <a:pt x="314" y="1909"/>
                    <a:pt x="314" y="1909"/>
                    <a:pt x="478" y="2048"/>
                  </a:cubicBezTo>
                  <a:cubicBezTo>
                    <a:pt x="501" y="1817"/>
                    <a:pt x="523" y="1585"/>
                    <a:pt x="501" y="1364"/>
                  </a:cubicBezTo>
                  <a:cubicBezTo>
                    <a:pt x="478" y="1107"/>
                    <a:pt x="442" y="850"/>
                    <a:pt x="420" y="596"/>
                  </a:cubicBezTo>
                  <a:cubicBezTo>
                    <a:pt x="397" y="442"/>
                    <a:pt x="372" y="302"/>
                    <a:pt x="314" y="163"/>
                  </a:cubicBezTo>
                  <a:cubicBezTo>
                    <a:pt x="302" y="152"/>
                    <a:pt x="291" y="129"/>
                    <a:pt x="280" y="118"/>
                  </a:cubicBezTo>
                  <a:cubicBezTo>
                    <a:pt x="188" y="82"/>
                    <a:pt x="104" y="37"/>
                    <a:pt x="1"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 name="Google Shape;700;p15"/>
            <p:cNvSpPr/>
            <p:nvPr/>
          </p:nvSpPr>
          <p:spPr>
            <a:xfrm>
              <a:off x="7018725" y="1356996"/>
              <a:ext cx="115430" cy="203630"/>
            </a:xfrm>
            <a:custGeom>
              <a:avLst/>
              <a:gdLst/>
              <a:ahLst/>
              <a:cxnLst/>
              <a:rect l="l" t="t" r="r" b="b"/>
              <a:pathLst>
                <a:path w="1526" h="2692" extrusionOk="0">
                  <a:moveTo>
                    <a:pt x="1386" y="0"/>
                  </a:moveTo>
                  <a:lnTo>
                    <a:pt x="1386" y="199"/>
                  </a:lnTo>
                  <a:cubicBezTo>
                    <a:pt x="1408" y="442"/>
                    <a:pt x="1361" y="676"/>
                    <a:pt x="1316" y="919"/>
                  </a:cubicBezTo>
                  <a:cubicBezTo>
                    <a:pt x="1246" y="1305"/>
                    <a:pt x="1140" y="1688"/>
                    <a:pt x="931" y="2037"/>
                  </a:cubicBezTo>
                  <a:cubicBezTo>
                    <a:pt x="769" y="2316"/>
                    <a:pt x="523" y="2481"/>
                    <a:pt x="199" y="2537"/>
                  </a:cubicBezTo>
                  <a:cubicBezTo>
                    <a:pt x="140" y="2551"/>
                    <a:pt x="70" y="2562"/>
                    <a:pt x="0" y="2573"/>
                  </a:cubicBezTo>
                  <a:lnTo>
                    <a:pt x="0" y="2584"/>
                  </a:lnTo>
                  <a:cubicBezTo>
                    <a:pt x="104" y="2621"/>
                    <a:pt x="199" y="2654"/>
                    <a:pt x="302" y="2677"/>
                  </a:cubicBezTo>
                  <a:cubicBezTo>
                    <a:pt x="337" y="2686"/>
                    <a:pt x="372" y="2692"/>
                    <a:pt x="406" y="2692"/>
                  </a:cubicBezTo>
                  <a:cubicBezTo>
                    <a:pt x="464" y="2692"/>
                    <a:pt x="520" y="2676"/>
                    <a:pt x="570" y="2632"/>
                  </a:cubicBezTo>
                  <a:cubicBezTo>
                    <a:pt x="593" y="2607"/>
                    <a:pt x="618" y="2596"/>
                    <a:pt x="640" y="2573"/>
                  </a:cubicBezTo>
                  <a:cubicBezTo>
                    <a:pt x="850" y="2434"/>
                    <a:pt x="1023" y="2246"/>
                    <a:pt x="1129" y="2014"/>
                  </a:cubicBezTo>
                  <a:cubicBezTo>
                    <a:pt x="1246" y="1794"/>
                    <a:pt x="1316" y="1548"/>
                    <a:pt x="1372" y="1316"/>
                  </a:cubicBezTo>
                  <a:cubicBezTo>
                    <a:pt x="1467" y="1014"/>
                    <a:pt x="1489" y="710"/>
                    <a:pt x="1501" y="408"/>
                  </a:cubicBezTo>
                  <a:cubicBezTo>
                    <a:pt x="1512" y="316"/>
                    <a:pt x="1526" y="232"/>
                    <a:pt x="1526" y="151"/>
                  </a:cubicBezTo>
                  <a:cubicBezTo>
                    <a:pt x="1526" y="59"/>
                    <a:pt x="1512" y="37"/>
                    <a:pt x="1431" y="11"/>
                  </a:cubicBezTo>
                  <a:cubicBezTo>
                    <a:pt x="1408" y="0"/>
                    <a:pt x="1397" y="0"/>
                    <a:pt x="1386"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 name="Google Shape;701;p15"/>
            <p:cNvSpPr/>
            <p:nvPr/>
          </p:nvSpPr>
          <p:spPr>
            <a:xfrm>
              <a:off x="6590834" y="1384226"/>
              <a:ext cx="135476" cy="194704"/>
            </a:xfrm>
            <a:custGeom>
              <a:avLst/>
              <a:gdLst/>
              <a:ahLst/>
              <a:cxnLst/>
              <a:rect l="l" t="t" r="r" b="b"/>
              <a:pathLst>
                <a:path w="1791" h="2574" extrusionOk="0">
                  <a:moveTo>
                    <a:pt x="162" y="1"/>
                  </a:moveTo>
                  <a:cubicBezTo>
                    <a:pt x="34" y="12"/>
                    <a:pt x="0" y="59"/>
                    <a:pt x="34" y="188"/>
                  </a:cubicBezTo>
                  <a:lnTo>
                    <a:pt x="34" y="221"/>
                  </a:lnTo>
                  <a:cubicBezTo>
                    <a:pt x="81" y="456"/>
                    <a:pt x="115" y="688"/>
                    <a:pt x="173" y="920"/>
                  </a:cubicBezTo>
                  <a:cubicBezTo>
                    <a:pt x="243" y="1213"/>
                    <a:pt x="372" y="1492"/>
                    <a:pt x="500" y="1772"/>
                  </a:cubicBezTo>
                  <a:cubicBezTo>
                    <a:pt x="662" y="2132"/>
                    <a:pt x="931" y="2386"/>
                    <a:pt x="1291" y="2562"/>
                  </a:cubicBezTo>
                  <a:cubicBezTo>
                    <a:pt x="1316" y="2562"/>
                    <a:pt x="1338" y="2574"/>
                    <a:pt x="1361" y="2574"/>
                  </a:cubicBezTo>
                  <a:cubicBezTo>
                    <a:pt x="1526" y="2574"/>
                    <a:pt x="1651" y="2493"/>
                    <a:pt x="1791" y="2412"/>
                  </a:cubicBezTo>
                  <a:cubicBezTo>
                    <a:pt x="1721" y="2400"/>
                    <a:pt x="1651" y="2400"/>
                    <a:pt x="1581" y="2400"/>
                  </a:cubicBezTo>
                  <a:cubicBezTo>
                    <a:pt x="1302" y="2375"/>
                    <a:pt x="1059" y="2283"/>
                    <a:pt x="883" y="2062"/>
                  </a:cubicBezTo>
                  <a:cubicBezTo>
                    <a:pt x="743" y="1898"/>
                    <a:pt x="629" y="1735"/>
                    <a:pt x="548" y="1537"/>
                  </a:cubicBezTo>
                  <a:cubicBezTo>
                    <a:pt x="349" y="1048"/>
                    <a:pt x="162" y="537"/>
                    <a:pt x="162"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2" name="Google Shape;702;p15"/>
            <p:cNvSpPr/>
            <p:nvPr/>
          </p:nvSpPr>
          <p:spPr>
            <a:xfrm>
              <a:off x="6932269" y="1467278"/>
              <a:ext cx="104916" cy="79954"/>
            </a:xfrm>
            <a:custGeom>
              <a:avLst/>
              <a:gdLst/>
              <a:ahLst/>
              <a:cxnLst/>
              <a:rect l="l" t="t" r="r" b="b"/>
              <a:pathLst>
                <a:path w="1387" h="1057" extrusionOk="0">
                  <a:moveTo>
                    <a:pt x="951" y="1"/>
                  </a:moveTo>
                  <a:cubicBezTo>
                    <a:pt x="909" y="1"/>
                    <a:pt x="868" y="3"/>
                    <a:pt x="828" y="9"/>
                  </a:cubicBezTo>
                  <a:cubicBezTo>
                    <a:pt x="548" y="90"/>
                    <a:pt x="280" y="171"/>
                    <a:pt x="1" y="255"/>
                  </a:cubicBezTo>
                  <a:lnTo>
                    <a:pt x="1" y="266"/>
                  </a:lnTo>
                  <a:cubicBezTo>
                    <a:pt x="107" y="255"/>
                    <a:pt x="210" y="241"/>
                    <a:pt x="328" y="230"/>
                  </a:cubicBezTo>
                  <a:cubicBezTo>
                    <a:pt x="413" y="230"/>
                    <a:pt x="496" y="215"/>
                    <a:pt x="586" y="215"/>
                  </a:cubicBezTo>
                  <a:cubicBezTo>
                    <a:pt x="608" y="215"/>
                    <a:pt x="631" y="216"/>
                    <a:pt x="655" y="218"/>
                  </a:cubicBezTo>
                  <a:cubicBezTo>
                    <a:pt x="886" y="230"/>
                    <a:pt x="1026" y="509"/>
                    <a:pt x="886" y="696"/>
                  </a:cubicBezTo>
                  <a:cubicBezTo>
                    <a:pt x="853" y="744"/>
                    <a:pt x="794" y="788"/>
                    <a:pt x="747" y="836"/>
                  </a:cubicBezTo>
                  <a:cubicBezTo>
                    <a:pt x="713" y="869"/>
                    <a:pt x="677" y="906"/>
                    <a:pt x="629" y="939"/>
                  </a:cubicBezTo>
                  <a:cubicBezTo>
                    <a:pt x="758" y="987"/>
                    <a:pt x="853" y="1023"/>
                    <a:pt x="967" y="1057"/>
                  </a:cubicBezTo>
                  <a:cubicBezTo>
                    <a:pt x="967" y="953"/>
                    <a:pt x="1037" y="883"/>
                    <a:pt x="1096" y="813"/>
                  </a:cubicBezTo>
                  <a:cubicBezTo>
                    <a:pt x="1132" y="777"/>
                    <a:pt x="1166" y="730"/>
                    <a:pt x="1202" y="696"/>
                  </a:cubicBezTo>
                  <a:cubicBezTo>
                    <a:pt x="1272" y="604"/>
                    <a:pt x="1342" y="498"/>
                    <a:pt x="1353" y="380"/>
                  </a:cubicBezTo>
                  <a:cubicBezTo>
                    <a:pt x="1386" y="171"/>
                    <a:pt x="1283" y="20"/>
                    <a:pt x="1074" y="9"/>
                  </a:cubicBezTo>
                  <a:cubicBezTo>
                    <a:pt x="1033" y="3"/>
                    <a:pt x="992" y="1"/>
                    <a:pt x="951"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3" name="Google Shape;703;p15"/>
            <p:cNvSpPr/>
            <p:nvPr/>
          </p:nvSpPr>
          <p:spPr>
            <a:xfrm>
              <a:off x="6698998" y="1480893"/>
              <a:ext cx="106580" cy="80484"/>
            </a:xfrm>
            <a:custGeom>
              <a:avLst/>
              <a:gdLst/>
              <a:ahLst/>
              <a:cxnLst/>
              <a:rect l="l" t="t" r="r" b="b"/>
              <a:pathLst>
                <a:path w="1409" h="1064" extrusionOk="0">
                  <a:moveTo>
                    <a:pt x="486" y="1"/>
                  </a:moveTo>
                  <a:cubicBezTo>
                    <a:pt x="453" y="1"/>
                    <a:pt x="420" y="2"/>
                    <a:pt x="386" y="5"/>
                  </a:cubicBezTo>
                  <a:cubicBezTo>
                    <a:pt x="129" y="27"/>
                    <a:pt x="1" y="226"/>
                    <a:pt x="96" y="469"/>
                  </a:cubicBezTo>
                  <a:cubicBezTo>
                    <a:pt x="140" y="597"/>
                    <a:pt x="221" y="689"/>
                    <a:pt x="327" y="784"/>
                  </a:cubicBezTo>
                  <a:cubicBezTo>
                    <a:pt x="408" y="854"/>
                    <a:pt x="515" y="924"/>
                    <a:pt x="537" y="1064"/>
                  </a:cubicBezTo>
                  <a:cubicBezTo>
                    <a:pt x="640" y="1016"/>
                    <a:pt x="735" y="969"/>
                    <a:pt x="850" y="913"/>
                  </a:cubicBezTo>
                  <a:cubicBezTo>
                    <a:pt x="805" y="877"/>
                    <a:pt x="780" y="854"/>
                    <a:pt x="747" y="829"/>
                  </a:cubicBezTo>
                  <a:cubicBezTo>
                    <a:pt x="699" y="796"/>
                    <a:pt x="654" y="773"/>
                    <a:pt x="618" y="737"/>
                  </a:cubicBezTo>
                  <a:cubicBezTo>
                    <a:pt x="408" y="550"/>
                    <a:pt x="515" y="259"/>
                    <a:pt x="724" y="189"/>
                  </a:cubicBezTo>
                  <a:cubicBezTo>
                    <a:pt x="794" y="178"/>
                    <a:pt x="850" y="178"/>
                    <a:pt x="920" y="178"/>
                  </a:cubicBezTo>
                  <a:cubicBezTo>
                    <a:pt x="975" y="174"/>
                    <a:pt x="1029" y="173"/>
                    <a:pt x="1084" y="173"/>
                  </a:cubicBezTo>
                  <a:cubicBezTo>
                    <a:pt x="1193" y="173"/>
                    <a:pt x="1301" y="178"/>
                    <a:pt x="1409" y="178"/>
                  </a:cubicBezTo>
                  <a:lnTo>
                    <a:pt x="1409" y="167"/>
                  </a:lnTo>
                  <a:cubicBezTo>
                    <a:pt x="1235" y="131"/>
                    <a:pt x="1059" y="86"/>
                    <a:pt x="886" y="50"/>
                  </a:cubicBezTo>
                  <a:cubicBezTo>
                    <a:pt x="755" y="23"/>
                    <a:pt x="623" y="1"/>
                    <a:pt x="486"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 name="Google Shape;704;p15"/>
            <p:cNvSpPr/>
            <p:nvPr/>
          </p:nvSpPr>
          <p:spPr>
            <a:xfrm>
              <a:off x="6877809" y="1489062"/>
              <a:ext cx="85400" cy="35325"/>
            </a:xfrm>
            <a:custGeom>
              <a:avLst/>
              <a:gdLst/>
              <a:ahLst/>
              <a:cxnLst/>
              <a:rect l="l" t="t" r="r" b="b"/>
              <a:pathLst>
                <a:path w="1129" h="467" extrusionOk="0">
                  <a:moveTo>
                    <a:pt x="930" y="0"/>
                  </a:moveTo>
                  <a:cubicBezTo>
                    <a:pt x="749" y="14"/>
                    <a:pt x="564" y="25"/>
                    <a:pt x="380" y="25"/>
                  </a:cubicBezTo>
                  <a:cubicBezTo>
                    <a:pt x="268" y="25"/>
                    <a:pt x="157" y="21"/>
                    <a:pt x="48" y="11"/>
                  </a:cubicBezTo>
                  <a:lnTo>
                    <a:pt x="48" y="11"/>
                  </a:lnTo>
                  <a:cubicBezTo>
                    <a:pt x="48" y="140"/>
                    <a:pt x="0" y="280"/>
                    <a:pt x="59" y="419"/>
                  </a:cubicBezTo>
                  <a:cubicBezTo>
                    <a:pt x="117" y="408"/>
                    <a:pt x="176" y="408"/>
                    <a:pt x="221" y="408"/>
                  </a:cubicBezTo>
                  <a:cubicBezTo>
                    <a:pt x="397" y="419"/>
                    <a:pt x="570" y="442"/>
                    <a:pt x="735" y="467"/>
                  </a:cubicBezTo>
                  <a:cubicBezTo>
                    <a:pt x="757" y="467"/>
                    <a:pt x="779" y="467"/>
                    <a:pt x="791" y="442"/>
                  </a:cubicBezTo>
                  <a:cubicBezTo>
                    <a:pt x="816" y="408"/>
                    <a:pt x="849" y="386"/>
                    <a:pt x="886" y="361"/>
                  </a:cubicBezTo>
                  <a:cubicBezTo>
                    <a:pt x="930" y="338"/>
                    <a:pt x="978" y="316"/>
                    <a:pt x="1025" y="291"/>
                  </a:cubicBezTo>
                  <a:cubicBezTo>
                    <a:pt x="1106" y="232"/>
                    <a:pt x="1129" y="176"/>
                    <a:pt x="1095" y="92"/>
                  </a:cubicBezTo>
                  <a:cubicBezTo>
                    <a:pt x="1070" y="23"/>
                    <a:pt x="1014" y="0"/>
                    <a:pt x="930"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 name="Google Shape;705;p15"/>
            <p:cNvSpPr/>
            <p:nvPr/>
          </p:nvSpPr>
          <p:spPr>
            <a:xfrm>
              <a:off x="6776528" y="1490726"/>
              <a:ext cx="85476" cy="40317"/>
            </a:xfrm>
            <a:custGeom>
              <a:avLst/>
              <a:gdLst/>
              <a:ahLst/>
              <a:cxnLst/>
              <a:rect l="l" t="t" r="r" b="b"/>
              <a:pathLst>
                <a:path w="1130" h="533" extrusionOk="0">
                  <a:moveTo>
                    <a:pt x="1071" y="1"/>
                  </a:moveTo>
                  <a:cubicBezTo>
                    <a:pt x="979" y="15"/>
                    <a:pt x="909" y="37"/>
                    <a:pt x="828" y="48"/>
                  </a:cubicBezTo>
                  <a:cubicBezTo>
                    <a:pt x="607" y="59"/>
                    <a:pt x="384" y="70"/>
                    <a:pt x="163" y="84"/>
                  </a:cubicBezTo>
                  <a:cubicBezTo>
                    <a:pt x="93" y="96"/>
                    <a:pt x="48" y="129"/>
                    <a:pt x="23" y="188"/>
                  </a:cubicBezTo>
                  <a:cubicBezTo>
                    <a:pt x="1" y="269"/>
                    <a:pt x="12" y="316"/>
                    <a:pt x="82" y="364"/>
                  </a:cubicBezTo>
                  <a:cubicBezTo>
                    <a:pt x="129" y="386"/>
                    <a:pt x="188" y="408"/>
                    <a:pt x="244" y="434"/>
                  </a:cubicBezTo>
                  <a:cubicBezTo>
                    <a:pt x="280" y="456"/>
                    <a:pt x="328" y="467"/>
                    <a:pt x="350" y="503"/>
                  </a:cubicBezTo>
                  <a:cubicBezTo>
                    <a:pt x="371" y="525"/>
                    <a:pt x="389" y="533"/>
                    <a:pt x="408" y="533"/>
                  </a:cubicBezTo>
                  <a:cubicBezTo>
                    <a:pt x="419" y="533"/>
                    <a:pt x="430" y="530"/>
                    <a:pt x="442" y="526"/>
                  </a:cubicBezTo>
                  <a:cubicBezTo>
                    <a:pt x="641" y="456"/>
                    <a:pt x="839" y="408"/>
                    <a:pt x="1060" y="408"/>
                  </a:cubicBezTo>
                  <a:cubicBezTo>
                    <a:pt x="1071" y="408"/>
                    <a:pt x="1096" y="397"/>
                    <a:pt x="1096" y="375"/>
                  </a:cubicBezTo>
                  <a:cubicBezTo>
                    <a:pt x="1130" y="246"/>
                    <a:pt x="1071" y="129"/>
                    <a:pt x="1071"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 name="Google Shape;706;p15"/>
            <p:cNvSpPr/>
            <p:nvPr/>
          </p:nvSpPr>
          <p:spPr>
            <a:xfrm>
              <a:off x="6940287" y="1486491"/>
              <a:ext cx="66036" cy="51059"/>
            </a:xfrm>
            <a:custGeom>
              <a:avLst/>
              <a:gdLst/>
              <a:ahLst/>
              <a:cxnLst/>
              <a:rect l="l" t="t" r="r" b="b"/>
              <a:pathLst>
                <a:path w="873" h="675" extrusionOk="0">
                  <a:moveTo>
                    <a:pt x="549" y="1"/>
                  </a:moveTo>
                  <a:cubicBezTo>
                    <a:pt x="454" y="1"/>
                    <a:pt x="350" y="12"/>
                    <a:pt x="244" y="23"/>
                  </a:cubicBezTo>
                  <a:cubicBezTo>
                    <a:pt x="244" y="34"/>
                    <a:pt x="258" y="34"/>
                    <a:pt x="258" y="45"/>
                  </a:cubicBezTo>
                  <a:cubicBezTo>
                    <a:pt x="361" y="163"/>
                    <a:pt x="350" y="291"/>
                    <a:pt x="199" y="372"/>
                  </a:cubicBezTo>
                  <a:cubicBezTo>
                    <a:pt x="163" y="406"/>
                    <a:pt x="118" y="420"/>
                    <a:pt x="71" y="453"/>
                  </a:cubicBezTo>
                  <a:cubicBezTo>
                    <a:pt x="48" y="464"/>
                    <a:pt x="23" y="490"/>
                    <a:pt x="1" y="512"/>
                  </a:cubicBezTo>
                  <a:cubicBezTo>
                    <a:pt x="163" y="571"/>
                    <a:pt x="314" y="615"/>
                    <a:pt x="479" y="674"/>
                  </a:cubicBezTo>
                  <a:cubicBezTo>
                    <a:pt x="537" y="615"/>
                    <a:pt x="593" y="571"/>
                    <a:pt x="641" y="523"/>
                  </a:cubicBezTo>
                  <a:cubicBezTo>
                    <a:pt x="677" y="490"/>
                    <a:pt x="711" y="464"/>
                    <a:pt x="733" y="431"/>
                  </a:cubicBezTo>
                  <a:cubicBezTo>
                    <a:pt x="873" y="266"/>
                    <a:pt x="747" y="23"/>
                    <a:pt x="54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 name="Google Shape;707;p15"/>
            <p:cNvSpPr/>
            <p:nvPr/>
          </p:nvSpPr>
          <p:spPr>
            <a:xfrm>
              <a:off x="6737877" y="1496021"/>
              <a:ext cx="64296" cy="52042"/>
            </a:xfrm>
            <a:custGeom>
              <a:avLst/>
              <a:gdLst/>
              <a:ahLst/>
              <a:cxnLst/>
              <a:rect l="l" t="t" r="r" b="b"/>
              <a:pathLst>
                <a:path w="850" h="688" extrusionOk="0">
                  <a:moveTo>
                    <a:pt x="559" y="0"/>
                  </a:moveTo>
                  <a:lnTo>
                    <a:pt x="559" y="0"/>
                  </a:lnTo>
                  <a:cubicBezTo>
                    <a:pt x="464" y="14"/>
                    <a:pt x="395" y="14"/>
                    <a:pt x="314" y="14"/>
                  </a:cubicBezTo>
                  <a:cubicBezTo>
                    <a:pt x="210" y="26"/>
                    <a:pt x="115" y="70"/>
                    <a:pt x="57" y="176"/>
                  </a:cubicBezTo>
                  <a:cubicBezTo>
                    <a:pt x="1" y="316"/>
                    <a:pt x="34" y="433"/>
                    <a:pt x="163" y="526"/>
                  </a:cubicBezTo>
                  <a:cubicBezTo>
                    <a:pt x="233" y="573"/>
                    <a:pt x="314" y="629"/>
                    <a:pt x="395" y="688"/>
                  </a:cubicBezTo>
                  <a:cubicBezTo>
                    <a:pt x="534" y="618"/>
                    <a:pt x="685" y="559"/>
                    <a:pt x="850" y="478"/>
                  </a:cubicBezTo>
                  <a:cubicBezTo>
                    <a:pt x="814" y="456"/>
                    <a:pt x="780" y="433"/>
                    <a:pt x="755" y="420"/>
                  </a:cubicBezTo>
                  <a:cubicBezTo>
                    <a:pt x="710" y="397"/>
                    <a:pt x="652" y="386"/>
                    <a:pt x="604" y="350"/>
                  </a:cubicBezTo>
                  <a:cubicBezTo>
                    <a:pt x="490" y="294"/>
                    <a:pt x="464" y="199"/>
                    <a:pt x="512" y="84"/>
                  </a:cubicBezTo>
                  <a:cubicBezTo>
                    <a:pt x="523" y="59"/>
                    <a:pt x="534" y="48"/>
                    <a:pt x="55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8" name="Google Shape;708;p15"/>
            <p:cNvSpPr/>
            <p:nvPr/>
          </p:nvSpPr>
          <p:spPr>
            <a:xfrm>
              <a:off x="6692871" y="1425677"/>
              <a:ext cx="39788" cy="14221"/>
            </a:xfrm>
            <a:custGeom>
              <a:avLst/>
              <a:gdLst/>
              <a:ahLst/>
              <a:cxnLst/>
              <a:rect l="l" t="t" r="r" b="b"/>
              <a:pathLst>
                <a:path w="526" h="188" extrusionOk="0">
                  <a:moveTo>
                    <a:pt x="210" y="0"/>
                  </a:moveTo>
                  <a:cubicBezTo>
                    <a:pt x="163" y="0"/>
                    <a:pt x="107" y="11"/>
                    <a:pt x="48" y="36"/>
                  </a:cubicBezTo>
                  <a:cubicBezTo>
                    <a:pt x="12" y="36"/>
                    <a:pt x="1" y="70"/>
                    <a:pt x="37" y="92"/>
                  </a:cubicBezTo>
                  <a:cubicBezTo>
                    <a:pt x="59" y="117"/>
                    <a:pt x="70" y="129"/>
                    <a:pt x="93" y="129"/>
                  </a:cubicBezTo>
                  <a:cubicBezTo>
                    <a:pt x="188" y="151"/>
                    <a:pt x="269" y="162"/>
                    <a:pt x="361" y="187"/>
                  </a:cubicBezTo>
                  <a:lnTo>
                    <a:pt x="361" y="176"/>
                  </a:lnTo>
                  <a:cubicBezTo>
                    <a:pt x="397" y="176"/>
                    <a:pt x="431" y="162"/>
                    <a:pt x="467" y="151"/>
                  </a:cubicBezTo>
                  <a:cubicBezTo>
                    <a:pt x="489" y="151"/>
                    <a:pt x="501" y="129"/>
                    <a:pt x="526" y="117"/>
                  </a:cubicBezTo>
                  <a:cubicBezTo>
                    <a:pt x="512" y="106"/>
                    <a:pt x="501" y="92"/>
                    <a:pt x="489" y="81"/>
                  </a:cubicBezTo>
                  <a:cubicBezTo>
                    <a:pt x="408" y="23"/>
                    <a:pt x="316" y="11"/>
                    <a:pt x="210"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 name="Google Shape;709;p15"/>
            <p:cNvSpPr/>
            <p:nvPr/>
          </p:nvSpPr>
          <p:spPr>
            <a:xfrm>
              <a:off x="6755425" y="1436191"/>
              <a:ext cx="35401" cy="11422"/>
            </a:xfrm>
            <a:custGeom>
              <a:avLst/>
              <a:gdLst/>
              <a:ahLst/>
              <a:cxnLst/>
              <a:rect l="l" t="t" r="r" b="b"/>
              <a:pathLst>
                <a:path w="468" h="151" extrusionOk="0">
                  <a:moveTo>
                    <a:pt x="118" y="1"/>
                  </a:moveTo>
                  <a:cubicBezTo>
                    <a:pt x="82" y="1"/>
                    <a:pt x="48" y="12"/>
                    <a:pt x="1" y="23"/>
                  </a:cubicBezTo>
                  <a:cubicBezTo>
                    <a:pt x="61" y="94"/>
                    <a:pt x="238" y="151"/>
                    <a:pt x="363" y="151"/>
                  </a:cubicBezTo>
                  <a:cubicBezTo>
                    <a:pt x="406" y="151"/>
                    <a:pt x="443" y="144"/>
                    <a:pt x="467" y="129"/>
                  </a:cubicBezTo>
                  <a:cubicBezTo>
                    <a:pt x="442" y="118"/>
                    <a:pt x="431" y="93"/>
                    <a:pt x="408" y="93"/>
                  </a:cubicBezTo>
                  <a:cubicBezTo>
                    <a:pt x="313" y="60"/>
                    <a:pt x="210" y="23"/>
                    <a:pt x="118"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15"/>
            <p:cNvSpPr/>
            <p:nvPr/>
          </p:nvSpPr>
          <p:spPr>
            <a:xfrm>
              <a:off x="6813516" y="1451470"/>
              <a:ext cx="25643" cy="10741"/>
            </a:xfrm>
            <a:custGeom>
              <a:avLst/>
              <a:gdLst/>
              <a:ahLst/>
              <a:cxnLst/>
              <a:rect l="l" t="t" r="r" b="b"/>
              <a:pathLst>
                <a:path w="339" h="142" extrusionOk="0">
                  <a:moveTo>
                    <a:pt x="66" y="0"/>
                  </a:moveTo>
                  <a:cubicBezTo>
                    <a:pt x="38" y="0"/>
                    <a:pt x="14" y="6"/>
                    <a:pt x="1" y="20"/>
                  </a:cubicBezTo>
                  <a:cubicBezTo>
                    <a:pt x="30" y="80"/>
                    <a:pt x="203" y="141"/>
                    <a:pt x="301" y="141"/>
                  </a:cubicBezTo>
                  <a:cubicBezTo>
                    <a:pt x="315" y="141"/>
                    <a:pt x="328" y="140"/>
                    <a:pt x="339" y="137"/>
                  </a:cubicBezTo>
                  <a:cubicBezTo>
                    <a:pt x="311" y="66"/>
                    <a:pt x="161" y="0"/>
                    <a:pt x="66"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 name="Google Shape;711;p15"/>
            <p:cNvSpPr/>
            <p:nvPr/>
          </p:nvSpPr>
          <p:spPr>
            <a:xfrm>
              <a:off x="6998453" y="1409414"/>
              <a:ext cx="38729" cy="14599"/>
            </a:xfrm>
            <a:custGeom>
              <a:avLst/>
              <a:gdLst/>
              <a:ahLst/>
              <a:cxnLst/>
              <a:rect l="l" t="t" r="r" b="b"/>
              <a:pathLst>
                <a:path w="512" h="193" extrusionOk="0">
                  <a:moveTo>
                    <a:pt x="352" y="1"/>
                  </a:moveTo>
                  <a:cubicBezTo>
                    <a:pt x="335" y="1"/>
                    <a:pt x="318" y="2"/>
                    <a:pt x="302" y="6"/>
                  </a:cubicBezTo>
                  <a:cubicBezTo>
                    <a:pt x="199" y="17"/>
                    <a:pt x="104" y="42"/>
                    <a:pt x="34" y="123"/>
                  </a:cubicBezTo>
                  <a:cubicBezTo>
                    <a:pt x="0" y="145"/>
                    <a:pt x="0" y="168"/>
                    <a:pt x="48" y="182"/>
                  </a:cubicBezTo>
                  <a:cubicBezTo>
                    <a:pt x="92" y="193"/>
                    <a:pt x="129" y="193"/>
                    <a:pt x="173" y="193"/>
                  </a:cubicBezTo>
                  <a:cubicBezTo>
                    <a:pt x="199" y="193"/>
                    <a:pt x="210" y="193"/>
                    <a:pt x="232" y="182"/>
                  </a:cubicBezTo>
                  <a:cubicBezTo>
                    <a:pt x="313" y="156"/>
                    <a:pt x="397" y="123"/>
                    <a:pt x="478" y="98"/>
                  </a:cubicBezTo>
                  <a:cubicBezTo>
                    <a:pt x="489" y="87"/>
                    <a:pt x="511" y="64"/>
                    <a:pt x="500" y="42"/>
                  </a:cubicBezTo>
                  <a:cubicBezTo>
                    <a:pt x="500" y="28"/>
                    <a:pt x="478" y="17"/>
                    <a:pt x="453" y="6"/>
                  </a:cubicBezTo>
                  <a:cubicBezTo>
                    <a:pt x="423" y="6"/>
                    <a:pt x="387" y="1"/>
                    <a:pt x="352"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2" name="Google Shape;712;p15"/>
            <p:cNvSpPr/>
            <p:nvPr/>
          </p:nvSpPr>
          <p:spPr>
            <a:xfrm>
              <a:off x="6942859" y="1426131"/>
              <a:ext cx="32829" cy="13389"/>
            </a:xfrm>
            <a:custGeom>
              <a:avLst/>
              <a:gdLst/>
              <a:ahLst/>
              <a:cxnLst/>
              <a:rect l="l" t="t" r="r" b="b"/>
              <a:pathLst>
                <a:path w="434" h="177" extrusionOk="0">
                  <a:moveTo>
                    <a:pt x="359" y="1"/>
                  </a:moveTo>
                  <a:cubicBezTo>
                    <a:pt x="235" y="1"/>
                    <a:pt x="39" y="85"/>
                    <a:pt x="1" y="170"/>
                  </a:cubicBezTo>
                  <a:cubicBezTo>
                    <a:pt x="13" y="175"/>
                    <a:pt x="29" y="177"/>
                    <a:pt x="48" y="177"/>
                  </a:cubicBezTo>
                  <a:cubicBezTo>
                    <a:pt x="171" y="177"/>
                    <a:pt x="402" y="89"/>
                    <a:pt x="434" y="17"/>
                  </a:cubicBezTo>
                  <a:cubicBezTo>
                    <a:pt x="415" y="6"/>
                    <a:pt x="389" y="1"/>
                    <a:pt x="359"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 name="Google Shape;713;p15"/>
            <p:cNvSpPr/>
            <p:nvPr/>
          </p:nvSpPr>
          <p:spPr>
            <a:xfrm>
              <a:off x="6895282" y="1446251"/>
              <a:ext cx="25643" cy="12330"/>
            </a:xfrm>
            <a:custGeom>
              <a:avLst/>
              <a:gdLst/>
              <a:ahLst/>
              <a:cxnLst/>
              <a:rect l="l" t="t" r="r" b="b"/>
              <a:pathLst>
                <a:path w="339" h="163" extrusionOk="0">
                  <a:moveTo>
                    <a:pt x="301" y="0"/>
                  </a:moveTo>
                  <a:cubicBezTo>
                    <a:pt x="212" y="0"/>
                    <a:pt x="51" y="79"/>
                    <a:pt x="1" y="158"/>
                  </a:cubicBezTo>
                  <a:cubicBezTo>
                    <a:pt x="12" y="161"/>
                    <a:pt x="24" y="163"/>
                    <a:pt x="37" y="163"/>
                  </a:cubicBezTo>
                  <a:cubicBezTo>
                    <a:pt x="140" y="163"/>
                    <a:pt x="309" y="80"/>
                    <a:pt x="339" y="8"/>
                  </a:cubicBezTo>
                  <a:cubicBezTo>
                    <a:pt x="329" y="3"/>
                    <a:pt x="316" y="0"/>
                    <a:pt x="301"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 name="Google Shape;714;p15"/>
            <p:cNvSpPr/>
            <p:nvPr/>
          </p:nvSpPr>
          <p:spPr>
            <a:xfrm>
              <a:off x="7070689" y="1643745"/>
              <a:ext cx="24584" cy="56656"/>
            </a:xfrm>
            <a:custGeom>
              <a:avLst/>
              <a:gdLst/>
              <a:ahLst/>
              <a:cxnLst/>
              <a:rect l="l" t="t" r="r" b="b"/>
              <a:pathLst>
                <a:path w="325" h="749" extrusionOk="0">
                  <a:moveTo>
                    <a:pt x="84" y="1"/>
                  </a:moveTo>
                  <a:cubicBezTo>
                    <a:pt x="79" y="1"/>
                    <a:pt x="75" y="2"/>
                    <a:pt x="71" y="3"/>
                  </a:cubicBezTo>
                  <a:cubicBezTo>
                    <a:pt x="23" y="3"/>
                    <a:pt x="1" y="62"/>
                    <a:pt x="1" y="109"/>
                  </a:cubicBezTo>
                  <a:cubicBezTo>
                    <a:pt x="12" y="157"/>
                    <a:pt x="23" y="201"/>
                    <a:pt x="34" y="249"/>
                  </a:cubicBezTo>
                  <a:cubicBezTo>
                    <a:pt x="71" y="341"/>
                    <a:pt x="104" y="436"/>
                    <a:pt x="140" y="528"/>
                  </a:cubicBezTo>
                  <a:cubicBezTo>
                    <a:pt x="163" y="576"/>
                    <a:pt x="174" y="632"/>
                    <a:pt x="196" y="690"/>
                  </a:cubicBezTo>
                  <a:cubicBezTo>
                    <a:pt x="210" y="715"/>
                    <a:pt x="244" y="738"/>
                    <a:pt x="266" y="749"/>
                  </a:cubicBezTo>
                  <a:cubicBezTo>
                    <a:pt x="280" y="727"/>
                    <a:pt x="314" y="701"/>
                    <a:pt x="314" y="679"/>
                  </a:cubicBezTo>
                  <a:cubicBezTo>
                    <a:pt x="325" y="609"/>
                    <a:pt x="325" y="539"/>
                    <a:pt x="325" y="481"/>
                  </a:cubicBezTo>
                  <a:lnTo>
                    <a:pt x="314" y="481"/>
                  </a:lnTo>
                  <a:lnTo>
                    <a:pt x="314" y="400"/>
                  </a:lnTo>
                  <a:cubicBezTo>
                    <a:pt x="291" y="271"/>
                    <a:pt x="244" y="157"/>
                    <a:pt x="174" y="51"/>
                  </a:cubicBezTo>
                  <a:cubicBezTo>
                    <a:pt x="154" y="31"/>
                    <a:pt x="116" y="1"/>
                    <a:pt x="84"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15"/>
            <p:cNvSpPr/>
            <p:nvPr/>
          </p:nvSpPr>
          <p:spPr>
            <a:xfrm>
              <a:off x="7038996" y="1583763"/>
              <a:ext cx="29879" cy="38805"/>
            </a:xfrm>
            <a:custGeom>
              <a:avLst/>
              <a:gdLst/>
              <a:ahLst/>
              <a:cxnLst/>
              <a:rect l="l" t="t" r="r" b="b"/>
              <a:pathLst>
                <a:path w="395" h="513" extrusionOk="0">
                  <a:moveTo>
                    <a:pt x="72" y="1"/>
                  </a:moveTo>
                  <a:cubicBezTo>
                    <a:pt x="62" y="1"/>
                    <a:pt x="53" y="2"/>
                    <a:pt x="45" y="5"/>
                  </a:cubicBezTo>
                  <a:cubicBezTo>
                    <a:pt x="23" y="17"/>
                    <a:pt x="12" y="53"/>
                    <a:pt x="1" y="86"/>
                  </a:cubicBezTo>
                  <a:cubicBezTo>
                    <a:pt x="57" y="262"/>
                    <a:pt x="151" y="402"/>
                    <a:pt x="291" y="494"/>
                  </a:cubicBezTo>
                  <a:cubicBezTo>
                    <a:pt x="304" y="507"/>
                    <a:pt x="326" y="513"/>
                    <a:pt x="344" y="513"/>
                  </a:cubicBezTo>
                  <a:cubicBezTo>
                    <a:pt x="357" y="513"/>
                    <a:pt x="368" y="510"/>
                    <a:pt x="372" y="505"/>
                  </a:cubicBezTo>
                  <a:cubicBezTo>
                    <a:pt x="383" y="494"/>
                    <a:pt x="395" y="447"/>
                    <a:pt x="383" y="424"/>
                  </a:cubicBezTo>
                  <a:cubicBezTo>
                    <a:pt x="336" y="285"/>
                    <a:pt x="266" y="156"/>
                    <a:pt x="174" y="42"/>
                  </a:cubicBezTo>
                  <a:cubicBezTo>
                    <a:pt x="163" y="28"/>
                    <a:pt x="163" y="17"/>
                    <a:pt x="151" y="17"/>
                  </a:cubicBezTo>
                  <a:cubicBezTo>
                    <a:pt x="126" y="9"/>
                    <a:pt x="96" y="1"/>
                    <a:pt x="72"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 name="Google Shape;716;p15"/>
            <p:cNvSpPr/>
            <p:nvPr/>
          </p:nvSpPr>
          <p:spPr>
            <a:xfrm>
              <a:off x="6662843" y="1664092"/>
              <a:ext cx="22315" cy="58320"/>
            </a:xfrm>
            <a:custGeom>
              <a:avLst/>
              <a:gdLst/>
              <a:ahLst/>
              <a:cxnLst/>
              <a:rect l="l" t="t" r="r" b="b"/>
              <a:pathLst>
                <a:path w="295" h="771" extrusionOk="0">
                  <a:moveTo>
                    <a:pt x="201" y="0"/>
                  </a:moveTo>
                  <a:cubicBezTo>
                    <a:pt x="180" y="0"/>
                    <a:pt x="151" y="30"/>
                    <a:pt x="129" y="50"/>
                  </a:cubicBezTo>
                  <a:cubicBezTo>
                    <a:pt x="107" y="61"/>
                    <a:pt x="107" y="83"/>
                    <a:pt x="96" y="108"/>
                  </a:cubicBezTo>
                  <a:cubicBezTo>
                    <a:pt x="37" y="237"/>
                    <a:pt x="1" y="363"/>
                    <a:pt x="15" y="502"/>
                  </a:cubicBezTo>
                  <a:cubicBezTo>
                    <a:pt x="15" y="561"/>
                    <a:pt x="15" y="620"/>
                    <a:pt x="37" y="667"/>
                  </a:cubicBezTo>
                  <a:cubicBezTo>
                    <a:pt x="37" y="712"/>
                    <a:pt x="71" y="759"/>
                    <a:pt x="96" y="770"/>
                  </a:cubicBezTo>
                  <a:cubicBezTo>
                    <a:pt x="141" y="770"/>
                    <a:pt x="155" y="712"/>
                    <a:pt x="166" y="678"/>
                  </a:cubicBezTo>
                  <a:cubicBezTo>
                    <a:pt x="199" y="527"/>
                    <a:pt x="247" y="377"/>
                    <a:pt x="280" y="223"/>
                  </a:cubicBezTo>
                  <a:cubicBezTo>
                    <a:pt x="294" y="178"/>
                    <a:pt x="294" y="120"/>
                    <a:pt x="280" y="83"/>
                  </a:cubicBezTo>
                  <a:cubicBezTo>
                    <a:pt x="269" y="50"/>
                    <a:pt x="247" y="13"/>
                    <a:pt x="210" y="2"/>
                  </a:cubicBezTo>
                  <a:cubicBezTo>
                    <a:pt x="208" y="1"/>
                    <a:pt x="205" y="0"/>
                    <a:pt x="201"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 name="Google Shape;717;p15"/>
            <p:cNvSpPr/>
            <p:nvPr/>
          </p:nvSpPr>
          <p:spPr>
            <a:xfrm>
              <a:off x="6682282" y="1600857"/>
              <a:ext cx="28215" cy="41452"/>
            </a:xfrm>
            <a:custGeom>
              <a:avLst/>
              <a:gdLst/>
              <a:ahLst/>
              <a:cxnLst/>
              <a:rect l="l" t="t" r="r" b="b"/>
              <a:pathLst>
                <a:path w="373" h="548" extrusionOk="0">
                  <a:moveTo>
                    <a:pt x="317" y="0"/>
                  </a:moveTo>
                  <a:cubicBezTo>
                    <a:pt x="280" y="0"/>
                    <a:pt x="247" y="11"/>
                    <a:pt x="210" y="36"/>
                  </a:cubicBezTo>
                  <a:cubicBezTo>
                    <a:pt x="199" y="48"/>
                    <a:pt x="188" y="59"/>
                    <a:pt x="177" y="81"/>
                  </a:cubicBezTo>
                  <a:cubicBezTo>
                    <a:pt x="129" y="198"/>
                    <a:pt x="71" y="305"/>
                    <a:pt x="23" y="419"/>
                  </a:cubicBezTo>
                  <a:cubicBezTo>
                    <a:pt x="12" y="467"/>
                    <a:pt x="1" y="525"/>
                    <a:pt x="48" y="548"/>
                  </a:cubicBezTo>
                  <a:cubicBezTo>
                    <a:pt x="71" y="548"/>
                    <a:pt x="129" y="525"/>
                    <a:pt x="152" y="500"/>
                  </a:cubicBezTo>
                  <a:cubicBezTo>
                    <a:pt x="258" y="397"/>
                    <a:pt x="317" y="291"/>
                    <a:pt x="350" y="165"/>
                  </a:cubicBezTo>
                  <a:cubicBezTo>
                    <a:pt x="361" y="140"/>
                    <a:pt x="361" y="117"/>
                    <a:pt x="361" y="95"/>
                  </a:cubicBezTo>
                  <a:lnTo>
                    <a:pt x="372" y="81"/>
                  </a:lnTo>
                  <a:cubicBezTo>
                    <a:pt x="350" y="59"/>
                    <a:pt x="339" y="11"/>
                    <a:pt x="317"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 name="Google Shape;718;p15"/>
            <p:cNvSpPr/>
            <p:nvPr/>
          </p:nvSpPr>
          <p:spPr>
            <a:xfrm>
              <a:off x="7019557" y="1747900"/>
              <a:ext cx="20348" cy="15431"/>
            </a:xfrm>
            <a:custGeom>
              <a:avLst/>
              <a:gdLst/>
              <a:ahLst/>
              <a:cxnLst/>
              <a:rect l="l" t="t" r="r" b="b"/>
              <a:pathLst>
                <a:path w="269" h="204" extrusionOk="0">
                  <a:moveTo>
                    <a:pt x="70" y="0"/>
                  </a:moveTo>
                  <a:cubicBezTo>
                    <a:pt x="59" y="12"/>
                    <a:pt x="23" y="37"/>
                    <a:pt x="12" y="59"/>
                  </a:cubicBezTo>
                  <a:cubicBezTo>
                    <a:pt x="1" y="82"/>
                    <a:pt x="23" y="118"/>
                    <a:pt x="48" y="129"/>
                  </a:cubicBezTo>
                  <a:cubicBezTo>
                    <a:pt x="82" y="163"/>
                    <a:pt x="140" y="188"/>
                    <a:pt x="188" y="199"/>
                  </a:cubicBezTo>
                  <a:cubicBezTo>
                    <a:pt x="194" y="202"/>
                    <a:pt x="203" y="203"/>
                    <a:pt x="212" y="203"/>
                  </a:cubicBezTo>
                  <a:cubicBezTo>
                    <a:pt x="234" y="203"/>
                    <a:pt x="258" y="196"/>
                    <a:pt x="258" y="188"/>
                  </a:cubicBezTo>
                  <a:cubicBezTo>
                    <a:pt x="269" y="151"/>
                    <a:pt x="269" y="118"/>
                    <a:pt x="258" y="93"/>
                  </a:cubicBezTo>
                  <a:cubicBezTo>
                    <a:pt x="221" y="23"/>
                    <a:pt x="163" y="12"/>
                    <a:pt x="70"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 name="Google Shape;719;p15"/>
            <p:cNvSpPr/>
            <p:nvPr/>
          </p:nvSpPr>
          <p:spPr>
            <a:xfrm>
              <a:off x="7067966" y="1767339"/>
              <a:ext cx="15053" cy="17322"/>
            </a:xfrm>
            <a:custGeom>
              <a:avLst/>
              <a:gdLst/>
              <a:ahLst/>
              <a:cxnLst/>
              <a:rect l="l" t="t" r="r" b="b"/>
              <a:pathLst>
                <a:path w="199" h="229" extrusionOk="0">
                  <a:moveTo>
                    <a:pt x="48" y="1"/>
                  </a:moveTo>
                  <a:cubicBezTo>
                    <a:pt x="28" y="1"/>
                    <a:pt x="12" y="15"/>
                    <a:pt x="12" y="45"/>
                  </a:cubicBezTo>
                  <a:cubicBezTo>
                    <a:pt x="0" y="104"/>
                    <a:pt x="59" y="210"/>
                    <a:pt x="118" y="221"/>
                  </a:cubicBezTo>
                  <a:cubicBezTo>
                    <a:pt x="127" y="226"/>
                    <a:pt x="137" y="228"/>
                    <a:pt x="145" y="228"/>
                  </a:cubicBezTo>
                  <a:cubicBezTo>
                    <a:pt x="176" y="228"/>
                    <a:pt x="199" y="200"/>
                    <a:pt x="199" y="163"/>
                  </a:cubicBezTo>
                  <a:cubicBezTo>
                    <a:pt x="199" y="115"/>
                    <a:pt x="151" y="59"/>
                    <a:pt x="81" y="12"/>
                  </a:cubicBezTo>
                  <a:cubicBezTo>
                    <a:pt x="70" y="4"/>
                    <a:pt x="59" y="1"/>
                    <a:pt x="48"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15"/>
            <p:cNvSpPr/>
            <p:nvPr/>
          </p:nvSpPr>
          <p:spPr>
            <a:xfrm>
              <a:off x="6979846" y="1734512"/>
              <a:ext cx="16944" cy="14523"/>
            </a:xfrm>
            <a:custGeom>
              <a:avLst/>
              <a:gdLst/>
              <a:ahLst/>
              <a:cxnLst/>
              <a:rect l="l" t="t" r="r" b="b"/>
              <a:pathLst>
                <a:path w="224" h="192" extrusionOk="0">
                  <a:moveTo>
                    <a:pt x="71" y="0"/>
                  </a:moveTo>
                  <a:cubicBezTo>
                    <a:pt x="40" y="0"/>
                    <a:pt x="23" y="22"/>
                    <a:pt x="14" y="49"/>
                  </a:cubicBezTo>
                  <a:cubicBezTo>
                    <a:pt x="0" y="108"/>
                    <a:pt x="26" y="144"/>
                    <a:pt x="70" y="166"/>
                  </a:cubicBezTo>
                  <a:cubicBezTo>
                    <a:pt x="94" y="183"/>
                    <a:pt x="121" y="191"/>
                    <a:pt x="144" y="191"/>
                  </a:cubicBezTo>
                  <a:cubicBezTo>
                    <a:pt x="167" y="191"/>
                    <a:pt x="188" y="183"/>
                    <a:pt x="199" y="166"/>
                  </a:cubicBezTo>
                  <a:cubicBezTo>
                    <a:pt x="210" y="155"/>
                    <a:pt x="224" y="130"/>
                    <a:pt x="224" y="119"/>
                  </a:cubicBezTo>
                  <a:cubicBezTo>
                    <a:pt x="210" y="60"/>
                    <a:pt x="165" y="15"/>
                    <a:pt x="95" y="4"/>
                  </a:cubicBezTo>
                  <a:cubicBezTo>
                    <a:pt x="86" y="2"/>
                    <a:pt x="78" y="0"/>
                    <a:pt x="71"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 name="Google Shape;721;p15"/>
            <p:cNvSpPr/>
            <p:nvPr/>
          </p:nvSpPr>
          <p:spPr>
            <a:xfrm>
              <a:off x="6725472" y="1763103"/>
              <a:ext cx="21180" cy="15885"/>
            </a:xfrm>
            <a:custGeom>
              <a:avLst/>
              <a:gdLst/>
              <a:ahLst/>
              <a:cxnLst/>
              <a:rect l="l" t="t" r="r" b="b"/>
              <a:pathLst>
                <a:path w="280" h="210" extrusionOk="0">
                  <a:moveTo>
                    <a:pt x="179" y="0"/>
                  </a:moveTo>
                  <a:cubicBezTo>
                    <a:pt x="110" y="0"/>
                    <a:pt x="23" y="60"/>
                    <a:pt x="11" y="126"/>
                  </a:cubicBezTo>
                  <a:cubicBezTo>
                    <a:pt x="1" y="167"/>
                    <a:pt x="29" y="209"/>
                    <a:pt x="68" y="209"/>
                  </a:cubicBezTo>
                  <a:cubicBezTo>
                    <a:pt x="72" y="209"/>
                    <a:pt x="76" y="208"/>
                    <a:pt x="81" y="207"/>
                  </a:cubicBezTo>
                  <a:cubicBezTo>
                    <a:pt x="151" y="196"/>
                    <a:pt x="209" y="160"/>
                    <a:pt x="257" y="101"/>
                  </a:cubicBezTo>
                  <a:cubicBezTo>
                    <a:pt x="279" y="68"/>
                    <a:pt x="268" y="20"/>
                    <a:pt x="221" y="9"/>
                  </a:cubicBezTo>
                  <a:cubicBezTo>
                    <a:pt x="208" y="3"/>
                    <a:pt x="194" y="0"/>
                    <a:pt x="179"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 name="Google Shape;722;p15"/>
            <p:cNvSpPr/>
            <p:nvPr/>
          </p:nvSpPr>
          <p:spPr>
            <a:xfrm>
              <a:off x="6685912" y="1786098"/>
              <a:ext cx="15053" cy="18079"/>
            </a:xfrm>
            <a:custGeom>
              <a:avLst/>
              <a:gdLst/>
              <a:ahLst/>
              <a:cxnLst/>
              <a:rect l="l" t="t" r="r" b="b"/>
              <a:pathLst>
                <a:path w="199" h="239" extrusionOk="0">
                  <a:moveTo>
                    <a:pt x="132" y="0"/>
                  </a:moveTo>
                  <a:cubicBezTo>
                    <a:pt x="126" y="0"/>
                    <a:pt x="120" y="2"/>
                    <a:pt x="115" y="7"/>
                  </a:cubicBezTo>
                  <a:cubicBezTo>
                    <a:pt x="59" y="43"/>
                    <a:pt x="12" y="91"/>
                    <a:pt x="0" y="160"/>
                  </a:cubicBezTo>
                  <a:cubicBezTo>
                    <a:pt x="0" y="183"/>
                    <a:pt x="12" y="216"/>
                    <a:pt x="23" y="230"/>
                  </a:cubicBezTo>
                  <a:cubicBezTo>
                    <a:pt x="34" y="236"/>
                    <a:pt x="51" y="239"/>
                    <a:pt x="67" y="239"/>
                  </a:cubicBezTo>
                  <a:cubicBezTo>
                    <a:pt x="84" y="239"/>
                    <a:pt x="98" y="236"/>
                    <a:pt x="104" y="230"/>
                  </a:cubicBezTo>
                  <a:cubicBezTo>
                    <a:pt x="140" y="183"/>
                    <a:pt x="162" y="135"/>
                    <a:pt x="199" y="91"/>
                  </a:cubicBezTo>
                  <a:lnTo>
                    <a:pt x="185" y="77"/>
                  </a:lnTo>
                  <a:cubicBezTo>
                    <a:pt x="185" y="32"/>
                    <a:pt x="157" y="0"/>
                    <a:pt x="132"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 name="Google Shape;723;p15"/>
            <p:cNvSpPr/>
            <p:nvPr/>
          </p:nvSpPr>
          <p:spPr>
            <a:xfrm>
              <a:off x="6766846" y="1745177"/>
              <a:ext cx="16793" cy="14599"/>
            </a:xfrm>
            <a:custGeom>
              <a:avLst/>
              <a:gdLst/>
              <a:ahLst/>
              <a:cxnLst/>
              <a:rect l="l" t="t" r="r" b="b"/>
              <a:pathLst>
                <a:path w="222" h="193" extrusionOk="0">
                  <a:moveTo>
                    <a:pt x="164" y="0"/>
                  </a:moveTo>
                  <a:cubicBezTo>
                    <a:pt x="160" y="0"/>
                    <a:pt x="156" y="1"/>
                    <a:pt x="151" y="3"/>
                  </a:cubicBezTo>
                  <a:cubicBezTo>
                    <a:pt x="107" y="25"/>
                    <a:pt x="59" y="48"/>
                    <a:pt x="37" y="84"/>
                  </a:cubicBezTo>
                  <a:cubicBezTo>
                    <a:pt x="0" y="118"/>
                    <a:pt x="12" y="176"/>
                    <a:pt x="59" y="187"/>
                  </a:cubicBezTo>
                  <a:cubicBezTo>
                    <a:pt x="67" y="191"/>
                    <a:pt x="77" y="193"/>
                    <a:pt x="87" y="193"/>
                  </a:cubicBezTo>
                  <a:cubicBezTo>
                    <a:pt x="145" y="193"/>
                    <a:pt x="221" y="134"/>
                    <a:pt x="221" y="84"/>
                  </a:cubicBezTo>
                  <a:cubicBezTo>
                    <a:pt x="221" y="42"/>
                    <a:pt x="195" y="0"/>
                    <a:pt x="164"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15"/>
            <p:cNvSpPr/>
            <p:nvPr/>
          </p:nvSpPr>
          <p:spPr>
            <a:xfrm>
              <a:off x="7019557" y="1747900"/>
              <a:ext cx="20348" cy="15431"/>
            </a:xfrm>
            <a:custGeom>
              <a:avLst/>
              <a:gdLst/>
              <a:ahLst/>
              <a:cxnLst/>
              <a:rect l="l" t="t" r="r" b="b"/>
              <a:pathLst>
                <a:path w="269" h="204" extrusionOk="0">
                  <a:moveTo>
                    <a:pt x="70" y="0"/>
                  </a:moveTo>
                  <a:cubicBezTo>
                    <a:pt x="59" y="12"/>
                    <a:pt x="23" y="37"/>
                    <a:pt x="12" y="59"/>
                  </a:cubicBezTo>
                  <a:cubicBezTo>
                    <a:pt x="1" y="82"/>
                    <a:pt x="23" y="118"/>
                    <a:pt x="48" y="129"/>
                  </a:cubicBezTo>
                  <a:cubicBezTo>
                    <a:pt x="82" y="163"/>
                    <a:pt x="140" y="188"/>
                    <a:pt x="188" y="199"/>
                  </a:cubicBezTo>
                  <a:cubicBezTo>
                    <a:pt x="194" y="202"/>
                    <a:pt x="203" y="203"/>
                    <a:pt x="212" y="203"/>
                  </a:cubicBezTo>
                  <a:cubicBezTo>
                    <a:pt x="234" y="203"/>
                    <a:pt x="258" y="196"/>
                    <a:pt x="258" y="188"/>
                  </a:cubicBezTo>
                  <a:cubicBezTo>
                    <a:pt x="269" y="151"/>
                    <a:pt x="269" y="118"/>
                    <a:pt x="258" y="93"/>
                  </a:cubicBezTo>
                  <a:cubicBezTo>
                    <a:pt x="221" y="23"/>
                    <a:pt x="163" y="12"/>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 name="Google Shape;725;p15"/>
            <p:cNvSpPr/>
            <p:nvPr/>
          </p:nvSpPr>
          <p:spPr>
            <a:xfrm>
              <a:off x="7067966" y="1767339"/>
              <a:ext cx="15053" cy="17322"/>
            </a:xfrm>
            <a:custGeom>
              <a:avLst/>
              <a:gdLst/>
              <a:ahLst/>
              <a:cxnLst/>
              <a:rect l="l" t="t" r="r" b="b"/>
              <a:pathLst>
                <a:path w="199" h="229" extrusionOk="0">
                  <a:moveTo>
                    <a:pt x="48" y="1"/>
                  </a:moveTo>
                  <a:cubicBezTo>
                    <a:pt x="28" y="1"/>
                    <a:pt x="12" y="15"/>
                    <a:pt x="12" y="45"/>
                  </a:cubicBezTo>
                  <a:cubicBezTo>
                    <a:pt x="0" y="104"/>
                    <a:pt x="59" y="210"/>
                    <a:pt x="118" y="221"/>
                  </a:cubicBezTo>
                  <a:cubicBezTo>
                    <a:pt x="127" y="226"/>
                    <a:pt x="137" y="228"/>
                    <a:pt x="145" y="228"/>
                  </a:cubicBezTo>
                  <a:cubicBezTo>
                    <a:pt x="176" y="228"/>
                    <a:pt x="199" y="200"/>
                    <a:pt x="199" y="163"/>
                  </a:cubicBezTo>
                  <a:cubicBezTo>
                    <a:pt x="199" y="115"/>
                    <a:pt x="151" y="59"/>
                    <a:pt x="81" y="12"/>
                  </a:cubicBezTo>
                  <a:cubicBezTo>
                    <a:pt x="70" y="4"/>
                    <a:pt x="59" y="1"/>
                    <a:pt x="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 name="Google Shape;726;p15"/>
            <p:cNvSpPr/>
            <p:nvPr/>
          </p:nvSpPr>
          <p:spPr>
            <a:xfrm>
              <a:off x="6979846" y="1734512"/>
              <a:ext cx="16944" cy="14523"/>
            </a:xfrm>
            <a:custGeom>
              <a:avLst/>
              <a:gdLst/>
              <a:ahLst/>
              <a:cxnLst/>
              <a:rect l="l" t="t" r="r" b="b"/>
              <a:pathLst>
                <a:path w="224" h="192" extrusionOk="0">
                  <a:moveTo>
                    <a:pt x="71" y="0"/>
                  </a:moveTo>
                  <a:cubicBezTo>
                    <a:pt x="40" y="0"/>
                    <a:pt x="23" y="22"/>
                    <a:pt x="14" y="49"/>
                  </a:cubicBezTo>
                  <a:cubicBezTo>
                    <a:pt x="0" y="108"/>
                    <a:pt x="26" y="144"/>
                    <a:pt x="70" y="166"/>
                  </a:cubicBezTo>
                  <a:cubicBezTo>
                    <a:pt x="94" y="183"/>
                    <a:pt x="121" y="191"/>
                    <a:pt x="144" y="191"/>
                  </a:cubicBezTo>
                  <a:cubicBezTo>
                    <a:pt x="167" y="191"/>
                    <a:pt x="188" y="183"/>
                    <a:pt x="199" y="166"/>
                  </a:cubicBezTo>
                  <a:cubicBezTo>
                    <a:pt x="210" y="155"/>
                    <a:pt x="224" y="130"/>
                    <a:pt x="224" y="119"/>
                  </a:cubicBezTo>
                  <a:cubicBezTo>
                    <a:pt x="210" y="60"/>
                    <a:pt x="165" y="15"/>
                    <a:pt x="95" y="4"/>
                  </a:cubicBezTo>
                  <a:cubicBezTo>
                    <a:pt x="86" y="2"/>
                    <a:pt x="78"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7" name="Google Shape;727;p15"/>
            <p:cNvSpPr/>
            <p:nvPr/>
          </p:nvSpPr>
          <p:spPr>
            <a:xfrm>
              <a:off x="6725472" y="1763103"/>
              <a:ext cx="21180" cy="15885"/>
            </a:xfrm>
            <a:custGeom>
              <a:avLst/>
              <a:gdLst/>
              <a:ahLst/>
              <a:cxnLst/>
              <a:rect l="l" t="t" r="r" b="b"/>
              <a:pathLst>
                <a:path w="280" h="210" extrusionOk="0">
                  <a:moveTo>
                    <a:pt x="179" y="0"/>
                  </a:moveTo>
                  <a:cubicBezTo>
                    <a:pt x="110" y="0"/>
                    <a:pt x="23" y="60"/>
                    <a:pt x="11" y="126"/>
                  </a:cubicBezTo>
                  <a:cubicBezTo>
                    <a:pt x="1" y="167"/>
                    <a:pt x="29" y="209"/>
                    <a:pt x="68" y="209"/>
                  </a:cubicBezTo>
                  <a:cubicBezTo>
                    <a:pt x="72" y="209"/>
                    <a:pt x="76" y="208"/>
                    <a:pt x="81" y="207"/>
                  </a:cubicBezTo>
                  <a:cubicBezTo>
                    <a:pt x="151" y="196"/>
                    <a:pt x="209" y="160"/>
                    <a:pt x="257" y="101"/>
                  </a:cubicBezTo>
                  <a:cubicBezTo>
                    <a:pt x="279" y="68"/>
                    <a:pt x="268" y="20"/>
                    <a:pt x="221" y="9"/>
                  </a:cubicBezTo>
                  <a:cubicBezTo>
                    <a:pt x="208" y="3"/>
                    <a:pt x="194" y="0"/>
                    <a:pt x="1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8" name="Google Shape;728;p15"/>
            <p:cNvSpPr/>
            <p:nvPr/>
          </p:nvSpPr>
          <p:spPr>
            <a:xfrm>
              <a:off x="6685912" y="1786098"/>
              <a:ext cx="15053" cy="18079"/>
            </a:xfrm>
            <a:custGeom>
              <a:avLst/>
              <a:gdLst/>
              <a:ahLst/>
              <a:cxnLst/>
              <a:rect l="l" t="t" r="r" b="b"/>
              <a:pathLst>
                <a:path w="199" h="239" extrusionOk="0">
                  <a:moveTo>
                    <a:pt x="132" y="0"/>
                  </a:moveTo>
                  <a:cubicBezTo>
                    <a:pt x="126" y="0"/>
                    <a:pt x="120" y="2"/>
                    <a:pt x="115" y="7"/>
                  </a:cubicBezTo>
                  <a:cubicBezTo>
                    <a:pt x="59" y="43"/>
                    <a:pt x="12" y="91"/>
                    <a:pt x="0" y="160"/>
                  </a:cubicBezTo>
                  <a:cubicBezTo>
                    <a:pt x="0" y="183"/>
                    <a:pt x="12" y="216"/>
                    <a:pt x="23" y="230"/>
                  </a:cubicBezTo>
                  <a:cubicBezTo>
                    <a:pt x="34" y="236"/>
                    <a:pt x="51" y="239"/>
                    <a:pt x="67" y="239"/>
                  </a:cubicBezTo>
                  <a:cubicBezTo>
                    <a:pt x="84" y="239"/>
                    <a:pt x="98" y="236"/>
                    <a:pt x="104" y="230"/>
                  </a:cubicBezTo>
                  <a:cubicBezTo>
                    <a:pt x="140" y="183"/>
                    <a:pt x="162" y="135"/>
                    <a:pt x="199" y="91"/>
                  </a:cubicBezTo>
                  <a:lnTo>
                    <a:pt x="185" y="77"/>
                  </a:lnTo>
                  <a:cubicBezTo>
                    <a:pt x="185" y="32"/>
                    <a:pt x="157" y="0"/>
                    <a:pt x="1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9" name="Google Shape;729;p15"/>
            <p:cNvSpPr/>
            <p:nvPr/>
          </p:nvSpPr>
          <p:spPr>
            <a:xfrm>
              <a:off x="6766846" y="1745177"/>
              <a:ext cx="16793" cy="14599"/>
            </a:xfrm>
            <a:custGeom>
              <a:avLst/>
              <a:gdLst/>
              <a:ahLst/>
              <a:cxnLst/>
              <a:rect l="l" t="t" r="r" b="b"/>
              <a:pathLst>
                <a:path w="222" h="193" extrusionOk="0">
                  <a:moveTo>
                    <a:pt x="164" y="0"/>
                  </a:moveTo>
                  <a:cubicBezTo>
                    <a:pt x="160" y="0"/>
                    <a:pt x="156" y="1"/>
                    <a:pt x="151" y="3"/>
                  </a:cubicBezTo>
                  <a:cubicBezTo>
                    <a:pt x="107" y="25"/>
                    <a:pt x="59" y="48"/>
                    <a:pt x="37" y="84"/>
                  </a:cubicBezTo>
                  <a:cubicBezTo>
                    <a:pt x="0" y="118"/>
                    <a:pt x="12" y="176"/>
                    <a:pt x="59" y="187"/>
                  </a:cubicBezTo>
                  <a:cubicBezTo>
                    <a:pt x="67" y="191"/>
                    <a:pt x="77" y="193"/>
                    <a:pt x="87" y="193"/>
                  </a:cubicBezTo>
                  <a:cubicBezTo>
                    <a:pt x="145" y="193"/>
                    <a:pt x="221" y="134"/>
                    <a:pt x="221" y="84"/>
                  </a:cubicBezTo>
                  <a:cubicBezTo>
                    <a:pt x="221" y="42"/>
                    <a:pt x="195" y="0"/>
                    <a:pt x="1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15"/>
            <p:cNvSpPr/>
            <p:nvPr/>
          </p:nvSpPr>
          <p:spPr>
            <a:xfrm>
              <a:off x="6587203" y="1348071"/>
              <a:ext cx="551207" cy="476472"/>
            </a:xfrm>
            <a:custGeom>
              <a:avLst/>
              <a:gdLst/>
              <a:ahLst/>
              <a:cxnLst/>
              <a:rect l="l" t="t" r="r" b="b"/>
              <a:pathLst>
                <a:path w="7287" h="6299" extrusionOk="0">
                  <a:moveTo>
                    <a:pt x="6636" y="60"/>
                  </a:moveTo>
                  <a:cubicBezTo>
                    <a:pt x="6753" y="60"/>
                    <a:pt x="6856" y="71"/>
                    <a:pt x="6974" y="85"/>
                  </a:cubicBezTo>
                  <a:cubicBezTo>
                    <a:pt x="6996" y="85"/>
                    <a:pt x="7032" y="129"/>
                    <a:pt x="7032" y="155"/>
                  </a:cubicBezTo>
                  <a:cubicBezTo>
                    <a:pt x="7044" y="269"/>
                    <a:pt x="7066" y="398"/>
                    <a:pt x="7055" y="515"/>
                  </a:cubicBezTo>
                  <a:cubicBezTo>
                    <a:pt x="7021" y="886"/>
                    <a:pt x="6926" y="1258"/>
                    <a:pt x="6823" y="1632"/>
                  </a:cubicBezTo>
                  <a:cubicBezTo>
                    <a:pt x="6812" y="1644"/>
                    <a:pt x="6812" y="1666"/>
                    <a:pt x="6798" y="1691"/>
                  </a:cubicBezTo>
                  <a:cubicBezTo>
                    <a:pt x="6753" y="1677"/>
                    <a:pt x="6728" y="1632"/>
                    <a:pt x="6717" y="1585"/>
                  </a:cubicBezTo>
                  <a:cubicBezTo>
                    <a:pt x="6683" y="1482"/>
                    <a:pt x="6694" y="1364"/>
                    <a:pt x="6717" y="1247"/>
                  </a:cubicBezTo>
                  <a:cubicBezTo>
                    <a:pt x="6753" y="1107"/>
                    <a:pt x="6742" y="979"/>
                    <a:pt x="6683" y="839"/>
                  </a:cubicBezTo>
                  <a:cubicBezTo>
                    <a:pt x="6636" y="736"/>
                    <a:pt x="6555" y="666"/>
                    <a:pt x="6426" y="629"/>
                  </a:cubicBezTo>
                  <a:cubicBezTo>
                    <a:pt x="6349" y="616"/>
                    <a:pt x="6274" y="609"/>
                    <a:pt x="6200" y="609"/>
                  </a:cubicBezTo>
                  <a:cubicBezTo>
                    <a:pt x="6094" y="609"/>
                    <a:pt x="5989" y="622"/>
                    <a:pt x="5879" y="643"/>
                  </a:cubicBezTo>
                  <a:cubicBezTo>
                    <a:pt x="5250" y="736"/>
                    <a:pt x="4669" y="967"/>
                    <a:pt x="4099" y="1258"/>
                  </a:cubicBezTo>
                  <a:cubicBezTo>
                    <a:pt x="4099" y="1258"/>
                    <a:pt x="4088" y="1258"/>
                    <a:pt x="4074" y="1272"/>
                  </a:cubicBezTo>
                  <a:lnTo>
                    <a:pt x="4074" y="1258"/>
                  </a:lnTo>
                  <a:cubicBezTo>
                    <a:pt x="4202" y="1155"/>
                    <a:pt x="4342" y="1037"/>
                    <a:pt x="4482" y="934"/>
                  </a:cubicBezTo>
                  <a:cubicBezTo>
                    <a:pt x="4867" y="666"/>
                    <a:pt x="5261" y="420"/>
                    <a:pt x="5705" y="269"/>
                  </a:cubicBezTo>
                  <a:cubicBezTo>
                    <a:pt x="6007" y="155"/>
                    <a:pt x="6323" y="85"/>
                    <a:pt x="6636" y="60"/>
                  </a:cubicBezTo>
                  <a:close/>
                  <a:moveTo>
                    <a:pt x="716" y="368"/>
                  </a:moveTo>
                  <a:cubicBezTo>
                    <a:pt x="821" y="368"/>
                    <a:pt x="928" y="376"/>
                    <a:pt x="1037" y="386"/>
                  </a:cubicBezTo>
                  <a:cubicBezTo>
                    <a:pt x="1585" y="434"/>
                    <a:pt x="2096" y="618"/>
                    <a:pt x="2585" y="864"/>
                  </a:cubicBezTo>
                  <a:cubicBezTo>
                    <a:pt x="2817" y="979"/>
                    <a:pt x="3051" y="1118"/>
                    <a:pt x="3283" y="1272"/>
                  </a:cubicBezTo>
                  <a:lnTo>
                    <a:pt x="3320" y="1306"/>
                  </a:lnTo>
                  <a:lnTo>
                    <a:pt x="3306" y="1306"/>
                  </a:lnTo>
                  <a:cubicBezTo>
                    <a:pt x="3261" y="1283"/>
                    <a:pt x="3213" y="1272"/>
                    <a:pt x="3166" y="1247"/>
                  </a:cubicBezTo>
                  <a:cubicBezTo>
                    <a:pt x="2677" y="1074"/>
                    <a:pt x="2177" y="923"/>
                    <a:pt x="1643" y="875"/>
                  </a:cubicBezTo>
                  <a:cubicBezTo>
                    <a:pt x="1539" y="865"/>
                    <a:pt x="1435" y="857"/>
                    <a:pt x="1332" y="857"/>
                  </a:cubicBezTo>
                  <a:cubicBezTo>
                    <a:pt x="1203" y="857"/>
                    <a:pt x="1074" y="870"/>
                    <a:pt x="945" y="909"/>
                  </a:cubicBezTo>
                  <a:cubicBezTo>
                    <a:pt x="769" y="956"/>
                    <a:pt x="666" y="1085"/>
                    <a:pt x="652" y="1272"/>
                  </a:cubicBezTo>
                  <a:cubicBezTo>
                    <a:pt x="641" y="1423"/>
                    <a:pt x="688" y="1551"/>
                    <a:pt x="710" y="1691"/>
                  </a:cubicBezTo>
                  <a:cubicBezTo>
                    <a:pt x="722" y="1761"/>
                    <a:pt x="722" y="1831"/>
                    <a:pt x="722" y="1912"/>
                  </a:cubicBezTo>
                  <a:cubicBezTo>
                    <a:pt x="710" y="1945"/>
                    <a:pt x="688" y="1970"/>
                    <a:pt x="666" y="2004"/>
                  </a:cubicBezTo>
                  <a:lnTo>
                    <a:pt x="641" y="2004"/>
                  </a:lnTo>
                  <a:cubicBezTo>
                    <a:pt x="629" y="1956"/>
                    <a:pt x="607" y="1912"/>
                    <a:pt x="582" y="1875"/>
                  </a:cubicBezTo>
                  <a:cubicBezTo>
                    <a:pt x="456" y="1515"/>
                    <a:pt x="328" y="1166"/>
                    <a:pt x="269" y="794"/>
                  </a:cubicBezTo>
                  <a:cubicBezTo>
                    <a:pt x="247" y="699"/>
                    <a:pt x="258" y="596"/>
                    <a:pt x="258" y="490"/>
                  </a:cubicBezTo>
                  <a:cubicBezTo>
                    <a:pt x="258" y="456"/>
                    <a:pt x="280" y="434"/>
                    <a:pt x="316" y="420"/>
                  </a:cubicBezTo>
                  <a:cubicBezTo>
                    <a:pt x="451" y="381"/>
                    <a:pt x="583" y="368"/>
                    <a:pt x="716" y="368"/>
                  </a:cubicBezTo>
                  <a:close/>
                  <a:moveTo>
                    <a:pt x="4772" y="1864"/>
                  </a:moveTo>
                  <a:cubicBezTo>
                    <a:pt x="4856" y="1864"/>
                    <a:pt x="4912" y="1887"/>
                    <a:pt x="4937" y="1956"/>
                  </a:cubicBezTo>
                  <a:cubicBezTo>
                    <a:pt x="4971" y="2040"/>
                    <a:pt x="4948" y="2096"/>
                    <a:pt x="4867" y="2155"/>
                  </a:cubicBezTo>
                  <a:cubicBezTo>
                    <a:pt x="4820" y="2180"/>
                    <a:pt x="4772" y="2202"/>
                    <a:pt x="4728" y="2225"/>
                  </a:cubicBezTo>
                  <a:cubicBezTo>
                    <a:pt x="4691" y="2250"/>
                    <a:pt x="4658" y="2272"/>
                    <a:pt x="4633" y="2306"/>
                  </a:cubicBezTo>
                  <a:cubicBezTo>
                    <a:pt x="4621" y="2331"/>
                    <a:pt x="4599" y="2331"/>
                    <a:pt x="4577" y="2331"/>
                  </a:cubicBezTo>
                  <a:cubicBezTo>
                    <a:pt x="4412" y="2306"/>
                    <a:pt x="4239" y="2283"/>
                    <a:pt x="4063" y="2272"/>
                  </a:cubicBezTo>
                  <a:cubicBezTo>
                    <a:pt x="4018" y="2272"/>
                    <a:pt x="3959" y="2272"/>
                    <a:pt x="3901" y="2283"/>
                  </a:cubicBezTo>
                  <a:cubicBezTo>
                    <a:pt x="3842" y="2144"/>
                    <a:pt x="3890" y="2004"/>
                    <a:pt x="3890" y="1875"/>
                  </a:cubicBezTo>
                  <a:lnTo>
                    <a:pt x="3890" y="1875"/>
                  </a:lnTo>
                  <a:cubicBezTo>
                    <a:pt x="3999" y="1885"/>
                    <a:pt x="4110" y="1889"/>
                    <a:pt x="4222" y="1889"/>
                  </a:cubicBezTo>
                  <a:cubicBezTo>
                    <a:pt x="4406" y="1889"/>
                    <a:pt x="4591" y="1878"/>
                    <a:pt x="4772" y="1864"/>
                  </a:cubicBezTo>
                  <a:close/>
                  <a:moveTo>
                    <a:pt x="3574" y="1887"/>
                  </a:moveTo>
                  <a:cubicBezTo>
                    <a:pt x="3574" y="2015"/>
                    <a:pt x="3633" y="2132"/>
                    <a:pt x="3599" y="2261"/>
                  </a:cubicBezTo>
                  <a:cubicBezTo>
                    <a:pt x="3599" y="2283"/>
                    <a:pt x="3574" y="2294"/>
                    <a:pt x="3563" y="2294"/>
                  </a:cubicBezTo>
                  <a:cubicBezTo>
                    <a:pt x="3342" y="2294"/>
                    <a:pt x="3144" y="2342"/>
                    <a:pt x="2945" y="2412"/>
                  </a:cubicBezTo>
                  <a:cubicBezTo>
                    <a:pt x="2933" y="2416"/>
                    <a:pt x="2922" y="2419"/>
                    <a:pt x="2911" y="2419"/>
                  </a:cubicBezTo>
                  <a:cubicBezTo>
                    <a:pt x="2892" y="2419"/>
                    <a:pt x="2874" y="2411"/>
                    <a:pt x="2853" y="2389"/>
                  </a:cubicBezTo>
                  <a:cubicBezTo>
                    <a:pt x="2831" y="2353"/>
                    <a:pt x="2783" y="2342"/>
                    <a:pt x="2747" y="2320"/>
                  </a:cubicBezTo>
                  <a:cubicBezTo>
                    <a:pt x="2691" y="2294"/>
                    <a:pt x="2632" y="2272"/>
                    <a:pt x="2585" y="2250"/>
                  </a:cubicBezTo>
                  <a:cubicBezTo>
                    <a:pt x="2515" y="2202"/>
                    <a:pt x="2504" y="2155"/>
                    <a:pt x="2526" y="2074"/>
                  </a:cubicBezTo>
                  <a:cubicBezTo>
                    <a:pt x="2551" y="2015"/>
                    <a:pt x="2596" y="1982"/>
                    <a:pt x="2666" y="1970"/>
                  </a:cubicBezTo>
                  <a:cubicBezTo>
                    <a:pt x="2887" y="1956"/>
                    <a:pt x="3110" y="1945"/>
                    <a:pt x="3331" y="1934"/>
                  </a:cubicBezTo>
                  <a:cubicBezTo>
                    <a:pt x="3412" y="1923"/>
                    <a:pt x="3482" y="1901"/>
                    <a:pt x="3574" y="1887"/>
                  </a:cubicBezTo>
                  <a:close/>
                  <a:moveTo>
                    <a:pt x="5217" y="1831"/>
                  </a:moveTo>
                  <a:cubicBezTo>
                    <a:pt x="5415" y="1853"/>
                    <a:pt x="5541" y="2096"/>
                    <a:pt x="5401" y="2261"/>
                  </a:cubicBezTo>
                  <a:cubicBezTo>
                    <a:pt x="5379" y="2294"/>
                    <a:pt x="5345" y="2320"/>
                    <a:pt x="5309" y="2353"/>
                  </a:cubicBezTo>
                  <a:cubicBezTo>
                    <a:pt x="5261" y="2401"/>
                    <a:pt x="5205" y="2445"/>
                    <a:pt x="5147" y="2504"/>
                  </a:cubicBezTo>
                  <a:cubicBezTo>
                    <a:pt x="4982" y="2445"/>
                    <a:pt x="4831" y="2401"/>
                    <a:pt x="4669" y="2342"/>
                  </a:cubicBezTo>
                  <a:cubicBezTo>
                    <a:pt x="4691" y="2320"/>
                    <a:pt x="4716" y="2294"/>
                    <a:pt x="4739" y="2283"/>
                  </a:cubicBezTo>
                  <a:cubicBezTo>
                    <a:pt x="4786" y="2250"/>
                    <a:pt x="4831" y="2236"/>
                    <a:pt x="4867" y="2202"/>
                  </a:cubicBezTo>
                  <a:cubicBezTo>
                    <a:pt x="5018" y="2121"/>
                    <a:pt x="5029" y="1993"/>
                    <a:pt x="4926" y="1875"/>
                  </a:cubicBezTo>
                  <a:cubicBezTo>
                    <a:pt x="4926" y="1864"/>
                    <a:pt x="4912" y="1864"/>
                    <a:pt x="4912" y="1853"/>
                  </a:cubicBezTo>
                  <a:cubicBezTo>
                    <a:pt x="5018" y="1842"/>
                    <a:pt x="5122" y="1831"/>
                    <a:pt x="5217" y="1831"/>
                  </a:cubicBezTo>
                  <a:close/>
                  <a:moveTo>
                    <a:pt x="5513" y="1577"/>
                  </a:moveTo>
                  <a:cubicBezTo>
                    <a:pt x="5554" y="1577"/>
                    <a:pt x="5595" y="1579"/>
                    <a:pt x="5636" y="1585"/>
                  </a:cubicBezTo>
                  <a:cubicBezTo>
                    <a:pt x="5845" y="1596"/>
                    <a:pt x="5948" y="1747"/>
                    <a:pt x="5915" y="1956"/>
                  </a:cubicBezTo>
                  <a:cubicBezTo>
                    <a:pt x="5904" y="2074"/>
                    <a:pt x="5834" y="2180"/>
                    <a:pt x="5764" y="2272"/>
                  </a:cubicBezTo>
                  <a:cubicBezTo>
                    <a:pt x="5728" y="2306"/>
                    <a:pt x="5694" y="2353"/>
                    <a:pt x="5658" y="2389"/>
                  </a:cubicBezTo>
                  <a:cubicBezTo>
                    <a:pt x="5599" y="2459"/>
                    <a:pt x="5529" y="2529"/>
                    <a:pt x="5529" y="2633"/>
                  </a:cubicBezTo>
                  <a:cubicBezTo>
                    <a:pt x="5415" y="2599"/>
                    <a:pt x="5320" y="2563"/>
                    <a:pt x="5191" y="2515"/>
                  </a:cubicBezTo>
                  <a:cubicBezTo>
                    <a:pt x="5239" y="2482"/>
                    <a:pt x="5275" y="2445"/>
                    <a:pt x="5309" y="2412"/>
                  </a:cubicBezTo>
                  <a:cubicBezTo>
                    <a:pt x="5356" y="2364"/>
                    <a:pt x="5415" y="2320"/>
                    <a:pt x="5448" y="2272"/>
                  </a:cubicBezTo>
                  <a:cubicBezTo>
                    <a:pt x="5588" y="2085"/>
                    <a:pt x="5448" y="1806"/>
                    <a:pt x="5217" y="1794"/>
                  </a:cubicBezTo>
                  <a:cubicBezTo>
                    <a:pt x="5193" y="1792"/>
                    <a:pt x="5170" y="1791"/>
                    <a:pt x="5148" y="1791"/>
                  </a:cubicBezTo>
                  <a:cubicBezTo>
                    <a:pt x="5058" y="1791"/>
                    <a:pt x="4975" y="1806"/>
                    <a:pt x="4890" y="1806"/>
                  </a:cubicBezTo>
                  <a:cubicBezTo>
                    <a:pt x="4772" y="1817"/>
                    <a:pt x="4669" y="1831"/>
                    <a:pt x="4563" y="1842"/>
                  </a:cubicBezTo>
                  <a:lnTo>
                    <a:pt x="4563" y="1831"/>
                  </a:lnTo>
                  <a:cubicBezTo>
                    <a:pt x="4842" y="1747"/>
                    <a:pt x="5110" y="1666"/>
                    <a:pt x="5390" y="1585"/>
                  </a:cubicBezTo>
                  <a:cubicBezTo>
                    <a:pt x="5430" y="1579"/>
                    <a:pt x="5471" y="1577"/>
                    <a:pt x="5513" y="1577"/>
                  </a:cubicBezTo>
                  <a:close/>
                  <a:moveTo>
                    <a:pt x="2551" y="1956"/>
                  </a:moveTo>
                  <a:cubicBezTo>
                    <a:pt x="2526" y="2004"/>
                    <a:pt x="2515" y="2015"/>
                    <a:pt x="2504" y="2040"/>
                  </a:cubicBezTo>
                  <a:cubicBezTo>
                    <a:pt x="2456" y="2155"/>
                    <a:pt x="2482" y="2250"/>
                    <a:pt x="2596" y="2306"/>
                  </a:cubicBezTo>
                  <a:cubicBezTo>
                    <a:pt x="2644" y="2342"/>
                    <a:pt x="2702" y="2353"/>
                    <a:pt x="2747" y="2376"/>
                  </a:cubicBezTo>
                  <a:cubicBezTo>
                    <a:pt x="2772" y="2389"/>
                    <a:pt x="2806" y="2412"/>
                    <a:pt x="2842" y="2434"/>
                  </a:cubicBezTo>
                  <a:cubicBezTo>
                    <a:pt x="2677" y="2515"/>
                    <a:pt x="2526" y="2574"/>
                    <a:pt x="2387" y="2644"/>
                  </a:cubicBezTo>
                  <a:cubicBezTo>
                    <a:pt x="2306" y="2585"/>
                    <a:pt x="2225" y="2529"/>
                    <a:pt x="2155" y="2482"/>
                  </a:cubicBezTo>
                  <a:cubicBezTo>
                    <a:pt x="2026" y="2389"/>
                    <a:pt x="1993" y="2272"/>
                    <a:pt x="2049" y="2132"/>
                  </a:cubicBezTo>
                  <a:cubicBezTo>
                    <a:pt x="2107" y="2026"/>
                    <a:pt x="2202" y="1982"/>
                    <a:pt x="2306" y="1970"/>
                  </a:cubicBezTo>
                  <a:cubicBezTo>
                    <a:pt x="2387" y="1970"/>
                    <a:pt x="2456" y="1970"/>
                    <a:pt x="2551" y="1956"/>
                  </a:cubicBezTo>
                  <a:close/>
                  <a:moveTo>
                    <a:pt x="6197" y="652"/>
                  </a:moveTo>
                  <a:cubicBezTo>
                    <a:pt x="6227" y="652"/>
                    <a:pt x="6257" y="653"/>
                    <a:pt x="6287" y="655"/>
                  </a:cubicBezTo>
                  <a:cubicBezTo>
                    <a:pt x="6356" y="666"/>
                    <a:pt x="6426" y="677"/>
                    <a:pt x="6485" y="699"/>
                  </a:cubicBezTo>
                  <a:cubicBezTo>
                    <a:pt x="6613" y="747"/>
                    <a:pt x="6658" y="864"/>
                    <a:pt x="6672" y="979"/>
                  </a:cubicBezTo>
                  <a:cubicBezTo>
                    <a:pt x="6683" y="1074"/>
                    <a:pt x="6672" y="1177"/>
                    <a:pt x="6658" y="1272"/>
                  </a:cubicBezTo>
                  <a:cubicBezTo>
                    <a:pt x="6647" y="1375"/>
                    <a:pt x="6636" y="1482"/>
                    <a:pt x="6658" y="1596"/>
                  </a:cubicBezTo>
                  <a:cubicBezTo>
                    <a:pt x="6683" y="1677"/>
                    <a:pt x="6717" y="1713"/>
                    <a:pt x="6787" y="1725"/>
                  </a:cubicBezTo>
                  <a:cubicBezTo>
                    <a:pt x="6775" y="1761"/>
                    <a:pt x="6764" y="1783"/>
                    <a:pt x="6753" y="1806"/>
                  </a:cubicBezTo>
                  <a:cubicBezTo>
                    <a:pt x="6683" y="1934"/>
                    <a:pt x="6625" y="2051"/>
                    <a:pt x="6555" y="2180"/>
                  </a:cubicBezTo>
                  <a:cubicBezTo>
                    <a:pt x="6415" y="2401"/>
                    <a:pt x="6206" y="2529"/>
                    <a:pt x="5948" y="2585"/>
                  </a:cubicBezTo>
                  <a:cubicBezTo>
                    <a:pt x="5879" y="2599"/>
                    <a:pt x="5809" y="2610"/>
                    <a:pt x="5728" y="2621"/>
                  </a:cubicBezTo>
                  <a:cubicBezTo>
                    <a:pt x="5694" y="2633"/>
                    <a:pt x="5658" y="2644"/>
                    <a:pt x="5599" y="2655"/>
                  </a:cubicBezTo>
                  <a:cubicBezTo>
                    <a:pt x="5599" y="2633"/>
                    <a:pt x="5588" y="2610"/>
                    <a:pt x="5588" y="2585"/>
                  </a:cubicBezTo>
                  <a:cubicBezTo>
                    <a:pt x="5624" y="2540"/>
                    <a:pt x="5658" y="2493"/>
                    <a:pt x="5694" y="2434"/>
                  </a:cubicBezTo>
                  <a:cubicBezTo>
                    <a:pt x="5764" y="2342"/>
                    <a:pt x="5845" y="2250"/>
                    <a:pt x="5915" y="2144"/>
                  </a:cubicBezTo>
                  <a:cubicBezTo>
                    <a:pt x="5974" y="2040"/>
                    <a:pt x="5996" y="1934"/>
                    <a:pt x="5974" y="1817"/>
                  </a:cubicBezTo>
                  <a:cubicBezTo>
                    <a:pt x="5926" y="1632"/>
                    <a:pt x="5786" y="1526"/>
                    <a:pt x="5577" y="1526"/>
                  </a:cubicBezTo>
                  <a:cubicBezTo>
                    <a:pt x="5367" y="1526"/>
                    <a:pt x="5169" y="1585"/>
                    <a:pt x="4971" y="1655"/>
                  </a:cubicBezTo>
                  <a:cubicBezTo>
                    <a:pt x="4772" y="1725"/>
                    <a:pt x="4588" y="1794"/>
                    <a:pt x="4378" y="1831"/>
                  </a:cubicBezTo>
                  <a:cubicBezTo>
                    <a:pt x="4287" y="1838"/>
                    <a:pt x="4199" y="1848"/>
                    <a:pt x="4110" y="1848"/>
                  </a:cubicBezTo>
                  <a:cubicBezTo>
                    <a:pt x="4053" y="1848"/>
                    <a:pt x="3995" y="1844"/>
                    <a:pt x="3934" y="1831"/>
                  </a:cubicBezTo>
                  <a:cubicBezTo>
                    <a:pt x="3901" y="1831"/>
                    <a:pt x="3878" y="1806"/>
                    <a:pt x="3878" y="1772"/>
                  </a:cubicBezTo>
                  <a:cubicBezTo>
                    <a:pt x="3878" y="1677"/>
                    <a:pt x="3864" y="1596"/>
                    <a:pt x="3864" y="1504"/>
                  </a:cubicBezTo>
                  <a:cubicBezTo>
                    <a:pt x="3853" y="1493"/>
                    <a:pt x="3864" y="1456"/>
                    <a:pt x="3890" y="1456"/>
                  </a:cubicBezTo>
                  <a:cubicBezTo>
                    <a:pt x="4052" y="1353"/>
                    <a:pt x="4202" y="1247"/>
                    <a:pt x="4378" y="1166"/>
                  </a:cubicBezTo>
                  <a:cubicBezTo>
                    <a:pt x="4772" y="979"/>
                    <a:pt x="5169" y="817"/>
                    <a:pt x="5588" y="736"/>
                  </a:cubicBezTo>
                  <a:cubicBezTo>
                    <a:pt x="5790" y="685"/>
                    <a:pt x="5994" y="652"/>
                    <a:pt x="6197" y="652"/>
                  </a:cubicBezTo>
                  <a:close/>
                  <a:moveTo>
                    <a:pt x="7091" y="118"/>
                  </a:moveTo>
                  <a:cubicBezTo>
                    <a:pt x="7102" y="118"/>
                    <a:pt x="7113" y="118"/>
                    <a:pt x="7136" y="129"/>
                  </a:cubicBezTo>
                  <a:cubicBezTo>
                    <a:pt x="7217" y="155"/>
                    <a:pt x="7231" y="177"/>
                    <a:pt x="7231" y="269"/>
                  </a:cubicBezTo>
                  <a:cubicBezTo>
                    <a:pt x="7231" y="350"/>
                    <a:pt x="7217" y="434"/>
                    <a:pt x="7206" y="526"/>
                  </a:cubicBezTo>
                  <a:cubicBezTo>
                    <a:pt x="7194" y="828"/>
                    <a:pt x="7172" y="1132"/>
                    <a:pt x="7077" y="1434"/>
                  </a:cubicBezTo>
                  <a:cubicBezTo>
                    <a:pt x="7021" y="1666"/>
                    <a:pt x="6951" y="1912"/>
                    <a:pt x="6834" y="2132"/>
                  </a:cubicBezTo>
                  <a:cubicBezTo>
                    <a:pt x="6728" y="2364"/>
                    <a:pt x="6555" y="2552"/>
                    <a:pt x="6345" y="2691"/>
                  </a:cubicBezTo>
                  <a:cubicBezTo>
                    <a:pt x="6323" y="2714"/>
                    <a:pt x="6298" y="2725"/>
                    <a:pt x="6275" y="2750"/>
                  </a:cubicBezTo>
                  <a:cubicBezTo>
                    <a:pt x="6225" y="2794"/>
                    <a:pt x="6169" y="2810"/>
                    <a:pt x="6111" y="2810"/>
                  </a:cubicBezTo>
                  <a:cubicBezTo>
                    <a:pt x="6077" y="2810"/>
                    <a:pt x="6042" y="2804"/>
                    <a:pt x="6007" y="2795"/>
                  </a:cubicBezTo>
                  <a:cubicBezTo>
                    <a:pt x="5904" y="2772"/>
                    <a:pt x="5809" y="2739"/>
                    <a:pt x="5705" y="2702"/>
                  </a:cubicBezTo>
                  <a:lnTo>
                    <a:pt x="5705" y="2691"/>
                  </a:lnTo>
                  <a:cubicBezTo>
                    <a:pt x="5775" y="2680"/>
                    <a:pt x="5845" y="2669"/>
                    <a:pt x="5904" y="2655"/>
                  </a:cubicBezTo>
                  <a:cubicBezTo>
                    <a:pt x="6228" y="2599"/>
                    <a:pt x="6474" y="2434"/>
                    <a:pt x="6636" y="2155"/>
                  </a:cubicBezTo>
                  <a:cubicBezTo>
                    <a:pt x="6845" y="1806"/>
                    <a:pt x="6951" y="1423"/>
                    <a:pt x="7021" y="1037"/>
                  </a:cubicBezTo>
                  <a:cubicBezTo>
                    <a:pt x="7066" y="794"/>
                    <a:pt x="7113" y="560"/>
                    <a:pt x="7091" y="317"/>
                  </a:cubicBezTo>
                  <a:lnTo>
                    <a:pt x="7091" y="118"/>
                  </a:lnTo>
                  <a:close/>
                  <a:moveTo>
                    <a:pt x="1964" y="1757"/>
                  </a:moveTo>
                  <a:cubicBezTo>
                    <a:pt x="2101" y="1757"/>
                    <a:pt x="2233" y="1779"/>
                    <a:pt x="2364" y="1806"/>
                  </a:cubicBezTo>
                  <a:cubicBezTo>
                    <a:pt x="2537" y="1842"/>
                    <a:pt x="2713" y="1887"/>
                    <a:pt x="2887" y="1923"/>
                  </a:cubicBezTo>
                  <a:lnTo>
                    <a:pt x="2887" y="1934"/>
                  </a:lnTo>
                  <a:cubicBezTo>
                    <a:pt x="2779" y="1934"/>
                    <a:pt x="2671" y="1929"/>
                    <a:pt x="2562" y="1929"/>
                  </a:cubicBezTo>
                  <a:cubicBezTo>
                    <a:pt x="2507" y="1929"/>
                    <a:pt x="2453" y="1930"/>
                    <a:pt x="2398" y="1934"/>
                  </a:cubicBezTo>
                  <a:cubicBezTo>
                    <a:pt x="2328" y="1934"/>
                    <a:pt x="2272" y="1934"/>
                    <a:pt x="2202" y="1945"/>
                  </a:cubicBezTo>
                  <a:cubicBezTo>
                    <a:pt x="1993" y="2015"/>
                    <a:pt x="1886" y="2306"/>
                    <a:pt x="2096" y="2493"/>
                  </a:cubicBezTo>
                  <a:cubicBezTo>
                    <a:pt x="2132" y="2529"/>
                    <a:pt x="2177" y="2552"/>
                    <a:pt x="2225" y="2585"/>
                  </a:cubicBezTo>
                  <a:cubicBezTo>
                    <a:pt x="2258" y="2610"/>
                    <a:pt x="2283" y="2633"/>
                    <a:pt x="2328" y="2669"/>
                  </a:cubicBezTo>
                  <a:cubicBezTo>
                    <a:pt x="2213" y="2725"/>
                    <a:pt x="2118" y="2772"/>
                    <a:pt x="2015" y="2820"/>
                  </a:cubicBezTo>
                  <a:cubicBezTo>
                    <a:pt x="1993" y="2680"/>
                    <a:pt x="1886" y="2610"/>
                    <a:pt x="1805" y="2540"/>
                  </a:cubicBezTo>
                  <a:cubicBezTo>
                    <a:pt x="1699" y="2445"/>
                    <a:pt x="1618" y="2353"/>
                    <a:pt x="1574" y="2225"/>
                  </a:cubicBezTo>
                  <a:cubicBezTo>
                    <a:pt x="1479" y="1982"/>
                    <a:pt x="1607" y="1783"/>
                    <a:pt x="1864" y="1761"/>
                  </a:cubicBezTo>
                  <a:cubicBezTo>
                    <a:pt x="1898" y="1758"/>
                    <a:pt x="1931" y="1757"/>
                    <a:pt x="1964" y="1757"/>
                  </a:cubicBezTo>
                  <a:close/>
                  <a:moveTo>
                    <a:pt x="1339" y="898"/>
                  </a:moveTo>
                  <a:cubicBezTo>
                    <a:pt x="2037" y="923"/>
                    <a:pt x="2713" y="1096"/>
                    <a:pt x="3353" y="1375"/>
                  </a:cubicBezTo>
                  <a:cubicBezTo>
                    <a:pt x="3412" y="1398"/>
                    <a:pt x="3459" y="1434"/>
                    <a:pt x="3515" y="1468"/>
                  </a:cubicBezTo>
                  <a:cubicBezTo>
                    <a:pt x="3552" y="1482"/>
                    <a:pt x="3552" y="1504"/>
                    <a:pt x="3552" y="1537"/>
                  </a:cubicBezTo>
                  <a:cubicBezTo>
                    <a:pt x="3552" y="1621"/>
                    <a:pt x="3552" y="1702"/>
                    <a:pt x="3563" y="1783"/>
                  </a:cubicBezTo>
                  <a:cubicBezTo>
                    <a:pt x="3563" y="1831"/>
                    <a:pt x="3552" y="1842"/>
                    <a:pt x="3515" y="1853"/>
                  </a:cubicBezTo>
                  <a:cubicBezTo>
                    <a:pt x="3417" y="1884"/>
                    <a:pt x="3324" y="1895"/>
                    <a:pt x="3230" y="1895"/>
                  </a:cubicBezTo>
                  <a:cubicBezTo>
                    <a:pt x="3179" y="1895"/>
                    <a:pt x="3127" y="1892"/>
                    <a:pt x="3074" y="1887"/>
                  </a:cubicBezTo>
                  <a:cubicBezTo>
                    <a:pt x="2842" y="1887"/>
                    <a:pt x="2607" y="1817"/>
                    <a:pt x="2387" y="1761"/>
                  </a:cubicBezTo>
                  <a:cubicBezTo>
                    <a:pt x="2244" y="1731"/>
                    <a:pt x="2099" y="1711"/>
                    <a:pt x="1956" y="1711"/>
                  </a:cubicBezTo>
                  <a:cubicBezTo>
                    <a:pt x="1925" y="1711"/>
                    <a:pt x="1895" y="1711"/>
                    <a:pt x="1864" y="1713"/>
                  </a:cubicBezTo>
                  <a:cubicBezTo>
                    <a:pt x="1828" y="1725"/>
                    <a:pt x="1783" y="1725"/>
                    <a:pt x="1747" y="1736"/>
                  </a:cubicBezTo>
                  <a:cubicBezTo>
                    <a:pt x="1504" y="1817"/>
                    <a:pt x="1409" y="2074"/>
                    <a:pt x="1548" y="2320"/>
                  </a:cubicBezTo>
                  <a:cubicBezTo>
                    <a:pt x="1596" y="2423"/>
                    <a:pt x="1677" y="2504"/>
                    <a:pt x="1769" y="2585"/>
                  </a:cubicBezTo>
                  <a:cubicBezTo>
                    <a:pt x="1817" y="2633"/>
                    <a:pt x="1875" y="2680"/>
                    <a:pt x="1923" y="2739"/>
                  </a:cubicBezTo>
                  <a:cubicBezTo>
                    <a:pt x="1945" y="2761"/>
                    <a:pt x="1968" y="2809"/>
                    <a:pt x="1945" y="2831"/>
                  </a:cubicBezTo>
                  <a:cubicBezTo>
                    <a:pt x="1817" y="2831"/>
                    <a:pt x="1699" y="2820"/>
                    <a:pt x="1596" y="2809"/>
                  </a:cubicBezTo>
                  <a:cubicBezTo>
                    <a:pt x="1317" y="2783"/>
                    <a:pt x="1085" y="2669"/>
                    <a:pt x="920" y="2434"/>
                  </a:cubicBezTo>
                  <a:cubicBezTo>
                    <a:pt x="839" y="2331"/>
                    <a:pt x="769" y="2213"/>
                    <a:pt x="699" y="2110"/>
                  </a:cubicBezTo>
                  <a:cubicBezTo>
                    <a:pt x="688" y="2085"/>
                    <a:pt x="677" y="2063"/>
                    <a:pt x="666" y="2040"/>
                  </a:cubicBezTo>
                  <a:cubicBezTo>
                    <a:pt x="747" y="2026"/>
                    <a:pt x="769" y="1956"/>
                    <a:pt x="769" y="1901"/>
                  </a:cubicBezTo>
                  <a:cubicBezTo>
                    <a:pt x="791" y="1772"/>
                    <a:pt x="758" y="1644"/>
                    <a:pt x="722" y="1526"/>
                  </a:cubicBezTo>
                  <a:cubicBezTo>
                    <a:pt x="688" y="1412"/>
                    <a:pt x="688" y="1294"/>
                    <a:pt x="722" y="1166"/>
                  </a:cubicBezTo>
                  <a:cubicBezTo>
                    <a:pt x="758" y="1062"/>
                    <a:pt x="817" y="993"/>
                    <a:pt x="920" y="956"/>
                  </a:cubicBezTo>
                  <a:cubicBezTo>
                    <a:pt x="1060" y="909"/>
                    <a:pt x="1199" y="898"/>
                    <a:pt x="1339" y="898"/>
                  </a:cubicBezTo>
                  <a:close/>
                  <a:moveTo>
                    <a:pt x="210" y="479"/>
                  </a:moveTo>
                  <a:cubicBezTo>
                    <a:pt x="210" y="1015"/>
                    <a:pt x="397" y="1526"/>
                    <a:pt x="596" y="2015"/>
                  </a:cubicBezTo>
                  <a:cubicBezTo>
                    <a:pt x="677" y="2213"/>
                    <a:pt x="791" y="2376"/>
                    <a:pt x="931" y="2540"/>
                  </a:cubicBezTo>
                  <a:cubicBezTo>
                    <a:pt x="1107" y="2761"/>
                    <a:pt x="1350" y="2853"/>
                    <a:pt x="1629" y="2878"/>
                  </a:cubicBezTo>
                  <a:cubicBezTo>
                    <a:pt x="1699" y="2878"/>
                    <a:pt x="1769" y="2878"/>
                    <a:pt x="1839" y="2890"/>
                  </a:cubicBezTo>
                  <a:cubicBezTo>
                    <a:pt x="1699" y="2971"/>
                    <a:pt x="1574" y="3052"/>
                    <a:pt x="1409" y="3052"/>
                  </a:cubicBezTo>
                  <a:cubicBezTo>
                    <a:pt x="1386" y="3052"/>
                    <a:pt x="1364" y="3040"/>
                    <a:pt x="1339" y="3040"/>
                  </a:cubicBezTo>
                  <a:cubicBezTo>
                    <a:pt x="979" y="2864"/>
                    <a:pt x="710" y="2610"/>
                    <a:pt x="548" y="2250"/>
                  </a:cubicBezTo>
                  <a:cubicBezTo>
                    <a:pt x="420" y="1970"/>
                    <a:pt x="291" y="1691"/>
                    <a:pt x="221" y="1398"/>
                  </a:cubicBezTo>
                  <a:cubicBezTo>
                    <a:pt x="163" y="1166"/>
                    <a:pt x="129" y="934"/>
                    <a:pt x="82" y="699"/>
                  </a:cubicBezTo>
                  <a:lnTo>
                    <a:pt x="82" y="666"/>
                  </a:lnTo>
                  <a:cubicBezTo>
                    <a:pt x="48" y="537"/>
                    <a:pt x="82" y="490"/>
                    <a:pt x="210" y="479"/>
                  </a:cubicBezTo>
                  <a:close/>
                  <a:moveTo>
                    <a:pt x="3948" y="2434"/>
                  </a:moveTo>
                  <a:lnTo>
                    <a:pt x="3948" y="2434"/>
                  </a:lnTo>
                  <a:cubicBezTo>
                    <a:pt x="4063" y="2470"/>
                    <a:pt x="4180" y="2504"/>
                    <a:pt x="4297" y="2540"/>
                  </a:cubicBezTo>
                  <a:cubicBezTo>
                    <a:pt x="4320" y="2540"/>
                    <a:pt x="4331" y="2563"/>
                    <a:pt x="4342" y="2574"/>
                  </a:cubicBezTo>
                  <a:cubicBezTo>
                    <a:pt x="4437" y="2725"/>
                    <a:pt x="4493" y="2901"/>
                    <a:pt x="4529" y="3074"/>
                  </a:cubicBezTo>
                  <a:cubicBezTo>
                    <a:pt x="4563" y="3283"/>
                    <a:pt x="4588" y="3482"/>
                    <a:pt x="4577" y="3691"/>
                  </a:cubicBezTo>
                  <a:cubicBezTo>
                    <a:pt x="4552" y="3878"/>
                    <a:pt x="4518" y="4066"/>
                    <a:pt x="4482" y="4250"/>
                  </a:cubicBezTo>
                  <a:cubicBezTo>
                    <a:pt x="4482" y="4298"/>
                    <a:pt x="4471" y="4345"/>
                    <a:pt x="4471" y="4401"/>
                  </a:cubicBezTo>
                  <a:cubicBezTo>
                    <a:pt x="4363" y="4305"/>
                    <a:pt x="4240" y="4297"/>
                    <a:pt x="4114" y="4297"/>
                  </a:cubicBezTo>
                  <a:cubicBezTo>
                    <a:pt x="4090" y="4297"/>
                    <a:pt x="4065" y="4298"/>
                    <a:pt x="4040" y="4298"/>
                  </a:cubicBezTo>
                  <a:cubicBezTo>
                    <a:pt x="4040" y="4228"/>
                    <a:pt x="4063" y="4158"/>
                    <a:pt x="4063" y="4077"/>
                  </a:cubicBezTo>
                  <a:cubicBezTo>
                    <a:pt x="4063" y="3831"/>
                    <a:pt x="4063" y="3588"/>
                    <a:pt x="4052" y="3342"/>
                  </a:cubicBezTo>
                  <a:cubicBezTo>
                    <a:pt x="4029" y="3099"/>
                    <a:pt x="3993" y="2853"/>
                    <a:pt x="3959" y="2610"/>
                  </a:cubicBezTo>
                  <a:cubicBezTo>
                    <a:pt x="3959" y="2552"/>
                    <a:pt x="3948" y="2504"/>
                    <a:pt x="3948" y="2434"/>
                  </a:cubicBezTo>
                  <a:close/>
                  <a:moveTo>
                    <a:pt x="3705" y="1245"/>
                  </a:moveTo>
                  <a:cubicBezTo>
                    <a:pt x="3743" y="1245"/>
                    <a:pt x="3762" y="1287"/>
                    <a:pt x="3772" y="1317"/>
                  </a:cubicBezTo>
                  <a:cubicBezTo>
                    <a:pt x="3783" y="1353"/>
                    <a:pt x="3783" y="1387"/>
                    <a:pt x="3795" y="1423"/>
                  </a:cubicBezTo>
                  <a:cubicBezTo>
                    <a:pt x="3842" y="1644"/>
                    <a:pt x="3831" y="1875"/>
                    <a:pt x="3820" y="2110"/>
                  </a:cubicBezTo>
                  <a:cubicBezTo>
                    <a:pt x="3820" y="2144"/>
                    <a:pt x="3820" y="2191"/>
                    <a:pt x="3831" y="2236"/>
                  </a:cubicBezTo>
                  <a:cubicBezTo>
                    <a:pt x="3890" y="2412"/>
                    <a:pt x="3901" y="2599"/>
                    <a:pt x="3934" y="2783"/>
                  </a:cubicBezTo>
                  <a:cubicBezTo>
                    <a:pt x="3982" y="3099"/>
                    <a:pt x="4004" y="3412"/>
                    <a:pt x="4004" y="3739"/>
                  </a:cubicBezTo>
                  <a:cubicBezTo>
                    <a:pt x="4018" y="3878"/>
                    <a:pt x="4004" y="4029"/>
                    <a:pt x="3993" y="4180"/>
                  </a:cubicBezTo>
                  <a:cubicBezTo>
                    <a:pt x="3982" y="4239"/>
                    <a:pt x="3971" y="4286"/>
                    <a:pt x="3948" y="4331"/>
                  </a:cubicBezTo>
                  <a:cubicBezTo>
                    <a:pt x="3924" y="4386"/>
                    <a:pt x="3887" y="4413"/>
                    <a:pt x="3851" y="4413"/>
                  </a:cubicBezTo>
                  <a:cubicBezTo>
                    <a:pt x="3817" y="4413"/>
                    <a:pt x="3784" y="4390"/>
                    <a:pt x="3761" y="4345"/>
                  </a:cubicBezTo>
                  <a:cubicBezTo>
                    <a:pt x="3714" y="4250"/>
                    <a:pt x="3691" y="4158"/>
                    <a:pt x="3669" y="4066"/>
                  </a:cubicBezTo>
                  <a:cubicBezTo>
                    <a:pt x="3644" y="3982"/>
                    <a:pt x="3644" y="3890"/>
                    <a:pt x="3633" y="3809"/>
                  </a:cubicBezTo>
                  <a:cubicBezTo>
                    <a:pt x="3633" y="3728"/>
                    <a:pt x="3633" y="3647"/>
                    <a:pt x="3621" y="3552"/>
                  </a:cubicBezTo>
                  <a:lnTo>
                    <a:pt x="3610" y="3552"/>
                  </a:lnTo>
                  <a:cubicBezTo>
                    <a:pt x="3610" y="3250"/>
                    <a:pt x="3610" y="2934"/>
                    <a:pt x="3621" y="2621"/>
                  </a:cubicBezTo>
                  <a:cubicBezTo>
                    <a:pt x="3633" y="2493"/>
                    <a:pt x="3655" y="2376"/>
                    <a:pt x="3655" y="2250"/>
                  </a:cubicBezTo>
                  <a:cubicBezTo>
                    <a:pt x="3655" y="2144"/>
                    <a:pt x="3644" y="2051"/>
                    <a:pt x="3633" y="1956"/>
                  </a:cubicBezTo>
                  <a:cubicBezTo>
                    <a:pt x="3599" y="1761"/>
                    <a:pt x="3599" y="1563"/>
                    <a:pt x="3621" y="1364"/>
                  </a:cubicBezTo>
                  <a:lnTo>
                    <a:pt x="3621" y="1317"/>
                  </a:lnTo>
                  <a:cubicBezTo>
                    <a:pt x="3644" y="1294"/>
                    <a:pt x="3669" y="1247"/>
                    <a:pt x="3691" y="1247"/>
                  </a:cubicBezTo>
                  <a:cubicBezTo>
                    <a:pt x="3696" y="1246"/>
                    <a:pt x="3701" y="1245"/>
                    <a:pt x="3705" y="1245"/>
                  </a:cubicBezTo>
                  <a:close/>
                  <a:moveTo>
                    <a:pt x="3563" y="2459"/>
                  </a:moveTo>
                  <a:cubicBezTo>
                    <a:pt x="3563" y="2772"/>
                    <a:pt x="3552" y="3088"/>
                    <a:pt x="3552" y="3401"/>
                  </a:cubicBezTo>
                  <a:cubicBezTo>
                    <a:pt x="3563" y="3702"/>
                    <a:pt x="3574" y="4018"/>
                    <a:pt x="3669" y="4320"/>
                  </a:cubicBezTo>
                  <a:cubicBezTo>
                    <a:pt x="3515" y="4331"/>
                    <a:pt x="3364" y="4331"/>
                    <a:pt x="3250" y="4460"/>
                  </a:cubicBezTo>
                  <a:cubicBezTo>
                    <a:pt x="3225" y="4356"/>
                    <a:pt x="3191" y="4250"/>
                    <a:pt x="3155" y="4147"/>
                  </a:cubicBezTo>
                  <a:cubicBezTo>
                    <a:pt x="3040" y="3786"/>
                    <a:pt x="3015" y="3412"/>
                    <a:pt x="3063" y="3040"/>
                  </a:cubicBezTo>
                  <a:cubicBezTo>
                    <a:pt x="3085" y="2901"/>
                    <a:pt x="3144" y="2772"/>
                    <a:pt x="3180" y="2633"/>
                  </a:cubicBezTo>
                  <a:cubicBezTo>
                    <a:pt x="3191" y="2621"/>
                    <a:pt x="3202" y="2599"/>
                    <a:pt x="3225" y="2585"/>
                  </a:cubicBezTo>
                  <a:cubicBezTo>
                    <a:pt x="3331" y="2540"/>
                    <a:pt x="3445" y="2504"/>
                    <a:pt x="3563" y="2459"/>
                  </a:cubicBezTo>
                  <a:close/>
                  <a:moveTo>
                    <a:pt x="4390" y="2563"/>
                  </a:moveTo>
                  <a:cubicBezTo>
                    <a:pt x="4493" y="2599"/>
                    <a:pt x="4577" y="2644"/>
                    <a:pt x="4669" y="2680"/>
                  </a:cubicBezTo>
                  <a:cubicBezTo>
                    <a:pt x="4680" y="2691"/>
                    <a:pt x="4691" y="2714"/>
                    <a:pt x="4703" y="2725"/>
                  </a:cubicBezTo>
                  <a:cubicBezTo>
                    <a:pt x="4761" y="2864"/>
                    <a:pt x="4786" y="3004"/>
                    <a:pt x="4809" y="3158"/>
                  </a:cubicBezTo>
                  <a:cubicBezTo>
                    <a:pt x="4831" y="3412"/>
                    <a:pt x="4867" y="3669"/>
                    <a:pt x="4890" y="3926"/>
                  </a:cubicBezTo>
                  <a:cubicBezTo>
                    <a:pt x="4912" y="4147"/>
                    <a:pt x="4890" y="4379"/>
                    <a:pt x="4867" y="4610"/>
                  </a:cubicBezTo>
                  <a:cubicBezTo>
                    <a:pt x="4703" y="4471"/>
                    <a:pt x="4703" y="4471"/>
                    <a:pt x="4518" y="4460"/>
                  </a:cubicBezTo>
                  <a:cubicBezTo>
                    <a:pt x="4529" y="4401"/>
                    <a:pt x="4529" y="4331"/>
                    <a:pt x="4540" y="4275"/>
                  </a:cubicBezTo>
                  <a:cubicBezTo>
                    <a:pt x="4563" y="4088"/>
                    <a:pt x="4610" y="3912"/>
                    <a:pt x="4621" y="3739"/>
                  </a:cubicBezTo>
                  <a:cubicBezTo>
                    <a:pt x="4621" y="3552"/>
                    <a:pt x="4599" y="3353"/>
                    <a:pt x="4588" y="3158"/>
                  </a:cubicBezTo>
                  <a:cubicBezTo>
                    <a:pt x="4563" y="2971"/>
                    <a:pt x="4493" y="2795"/>
                    <a:pt x="4412" y="2621"/>
                  </a:cubicBezTo>
                  <a:cubicBezTo>
                    <a:pt x="4412" y="2610"/>
                    <a:pt x="4401" y="2585"/>
                    <a:pt x="4390" y="2563"/>
                  </a:cubicBezTo>
                  <a:close/>
                  <a:moveTo>
                    <a:pt x="3132" y="2621"/>
                  </a:moveTo>
                  <a:lnTo>
                    <a:pt x="3132" y="2621"/>
                  </a:lnTo>
                  <a:cubicBezTo>
                    <a:pt x="3096" y="2750"/>
                    <a:pt x="3063" y="2864"/>
                    <a:pt x="3040" y="2971"/>
                  </a:cubicBezTo>
                  <a:cubicBezTo>
                    <a:pt x="2956" y="3378"/>
                    <a:pt x="2993" y="3772"/>
                    <a:pt x="3110" y="4158"/>
                  </a:cubicBezTo>
                  <a:cubicBezTo>
                    <a:pt x="3144" y="4286"/>
                    <a:pt x="3166" y="4401"/>
                    <a:pt x="3202" y="4541"/>
                  </a:cubicBezTo>
                  <a:cubicBezTo>
                    <a:pt x="3193" y="4540"/>
                    <a:pt x="3183" y="4539"/>
                    <a:pt x="3173" y="4539"/>
                  </a:cubicBezTo>
                  <a:cubicBezTo>
                    <a:pt x="3048" y="4539"/>
                    <a:pt x="2951" y="4607"/>
                    <a:pt x="2875" y="4717"/>
                  </a:cubicBezTo>
                  <a:cubicBezTo>
                    <a:pt x="2853" y="4624"/>
                    <a:pt x="2842" y="4555"/>
                    <a:pt x="2817" y="4471"/>
                  </a:cubicBezTo>
                  <a:cubicBezTo>
                    <a:pt x="2761" y="4147"/>
                    <a:pt x="2761" y="3809"/>
                    <a:pt x="2772" y="3471"/>
                  </a:cubicBezTo>
                  <a:cubicBezTo>
                    <a:pt x="2783" y="3320"/>
                    <a:pt x="2783" y="3169"/>
                    <a:pt x="2806" y="3018"/>
                  </a:cubicBezTo>
                  <a:cubicBezTo>
                    <a:pt x="2806" y="2948"/>
                    <a:pt x="2831" y="2878"/>
                    <a:pt x="2853" y="2809"/>
                  </a:cubicBezTo>
                  <a:cubicBezTo>
                    <a:pt x="2853" y="2795"/>
                    <a:pt x="2864" y="2783"/>
                    <a:pt x="2875" y="2772"/>
                  </a:cubicBezTo>
                  <a:cubicBezTo>
                    <a:pt x="2956" y="2725"/>
                    <a:pt x="3040" y="2680"/>
                    <a:pt x="3132" y="2621"/>
                  </a:cubicBezTo>
                  <a:close/>
                  <a:moveTo>
                    <a:pt x="4750" y="2714"/>
                  </a:moveTo>
                  <a:cubicBezTo>
                    <a:pt x="4879" y="2783"/>
                    <a:pt x="5007" y="2853"/>
                    <a:pt x="5122" y="2923"/>
                  </a:cubicBezTo>
                  <a:cubicBezTo>
                    <a:pt x="5136" y="2934"/>
                    <a:pt x="5147" y="2948"/>
                    <a:pt x="5147" y="2959"/>
                  </a:cubicBezTo>
                  <a:cubicBezTo>
                    <a:pt x="5309" y="3331"/>
                    <a:pt x="5390" y="3728"/>
                    <a:pt x="5426" y="4136"/>
                  </a:cubicBezTo>
                  <a:cubicBezTo>
                    <a:pt x="5448" y="4379"/>
                    <a:pt x="5426" y="4610"/>
                    <a:pt x="5379" y="4845"/>
                  </a:cubicBezTo>
                  <a:cubicBezTo>
                    <a:pt x="5345" y="4820"/>
                    <a:pt x="5331" y="4798"/>
                    <a:pt x="5309" y="4786"/>
                  </a:cubicBezTo>
                  <a:cubicBezTo>
                    <a:pt x="5224" y="4730"/>
                    <a:pt x="5138" y="4687"/>
                    <a:pt x="5034" y="4687"/>
                  </a:cubicBezTo>
                  <a:cubicBezTo>
                    <a:pt x="5010" y="4687"/>
                    <a:pt x="4985" y="4690"/>
                    <a:pt x="4960" y="4694"/>
                  </a:cubicBezTo>
                  <a:cubicBezTo>
                    <a:pt x="4955" y="4696"/>
                    <a:pt x="4951" y="4696"/>
                    <a:pt x="4948" y="4696"/>
                  </a:cubicBezTo>
                  <a:cubicBezTo>
                    <a:pt x="4923" y="4696"/>
                    <a:pt x="4914" y="4666"/>
                    <a:pt x="4926" y="4647"/>
                  </a:cubicBezTo>
                  <a:cubicBezTo>
                    <a:pt x="4926" y="4566"/>
                    <a:pt x="4937" y="4471"/>
                    <a:pt x="4937" y="4390"/>
                  </a:cubicBezTo>
                  <a:cubicBezTo>
                    <a:pt x="4971" y="4077"/>
                    <a:pt x="4948" y="3761"/>
                    <a:pt x="4890" y="3459"/>
                  </a:cubicBezTo>
                  <a:cubicBezTo>
                    <a:pt x="4867" y="3272"/>
                    <a:pt x="4831" y="3088"/>
                    <a:pt x="4797" y="2901"/>
                  </a:cubicBezTo>
                  <a:cubicBezTo>
                    <a:pt x="4786" y="2842"/>
                    <a:pt x="4761" y="2783"/>
                    <a:pt x="4739" y="2725"/>
                  </a:cubicBezTo>
                  <a:cubicBezTo>
                    <a:pt x="4750" y="2725"/>
                    <a:pt x="4750" y="2714"/>
                    <a:pt x="4750" y="2714"/>
                  </a:cubicBezTo>
                  <a:close/>
                  <a:moveTo>
                    <a:pt x="2806" y="2809"/>
                  </a:moveTo>
                  <a:lnTo>
                    <a:pt x="2806" y="2809"/>
                  </a:lnTo>
                  <a:cubicBezTo>
                    <a:pt x="2783" y="2923"/>
                    <a:pt x="2761" y="3018"/>
                    <a:pt x="2761" y="3110"/>
                  </a:cubicBezTo>
                  <a:cubicBezTo>
                    <a:pt x="2725" y="3423"/>
                    <a:pt x="2702" y="3750"/>
                    <a:pt x="2725" y="4077"/>
                  </a:cubicBezTo>
                  <a:cubicBezTo>
                    <a:pt x="2736" y="4286"/>
                    <a:pt x="2783" y="4496"/>
                    <a:pt x="2817" y="4717"/>
                  </a:cubicBezTo>
                  <a:cubicBezTo>
                    <a:pt x="2817" y="4728"/>
                    <a:pt x="2831" y="4750"/>
                    <a:pt x="2817" y="4775"/>
                  </a:cubicBezTo>
                  <a:cubicBezTo>
                    <a:pt x="2817" y="4784"/>
                    <a:pt x="2809" y="4801"/>
                    <a:pt x="2801" y="4801"/>
                  </a:cubicBezTo>
                  <a:cubicBezTo>
                    <a:pt x="2799" y="4801"/>
                    <a:pt x="2797" y="4800"/>
                    <a:pt x="2794" y="4798"/>
                  </a:cubicBezTo>
                  <a:cubicBezTo>
                    <a:pt x="2784" y="4797"/>
                    <a:pt x="2775" y="4797"/>
                    <a:pt x="2765" y="4797"/>
                  </a:cubicBezTo>
                  <a:cubicBezTo>
                    <a:pt x="2617" y="4797"/>
                    <a:pt x="2498" y="4875"/>
                    <a:pt x="2412" y="4985"/>
                  </a:cubicBezTo>
                  <a:cubicBezTo>
                    <a:pt x="2398" y="4985"/>
                    <a:pt x="2398" y="4985"/>
                    <a:pt x="2387" y="4996"/>
                  </a:cubicBezTo>
                  <a:cubicBezTo>
                    <a:pt x="2353" y="4879"/>
                    <a:pt x="2328" y="4775"/>
                    <a:pt x="2306" y="4669"/>
                  </a:cubicBezTo>
                  <a:cubicBezTo>
                    <a:pt x="2225" y="4286"/>
                    <a:pt x="2272" y="3901"/>
                    <a:pt x="2317" y="3529"/>
                  </a:cubicBezTo>
                  <a:cubicBezTo>
                    <a:pt x="2342" y="3378"/>
                    <a:pt x="2387" y="3239"/>
                    <a:pt x="2423" y="3099"/>
                  </a:cubicBezTo>
                  <a:cubicBezTo>
                    <a:pt x="2423" y="3088"/>
                    <a:pt x="2434" y="3074"/>
                    <a:pt x="2434" y="3063"/>
                  </a:cubicBezTo>
                  <a:cubicBezTo>
                    <a:pt x="2551" y="2982"/>
                    <a:pt x="2666" y="2901"/>
                    <a:pt x="2806" y="2809"/>
                  </a:cubicBezTo>
                  <a:close/>
                  <a:moveTo>
                    <a:pt x="5205" y="2982"/>
                  </a:moveTo>
                  <a:lnTo>
                    <a:pt x="5205" y="2982"/>
                  </a:lnTo>
                  <a:cubicBezTo>
                    <a:pt x="5228" y="2993"/>
                    <a:pt x="5239" y="2993"/>
                    <a:pt x="5250" y="3004"/>
                  </a:cubicBezTo>
                  <a:cubicBezTo>
                    <a:pt x="5345" y="3088"/>
                    <a:pt x="5437" y="3158"/>
                    <a:pt x="5529" y="3239"/>
                  </a:cubicBezTo>
                  <a:cubicBezTo>
                    <a:pt x="5541" y="3261"/>
                    <a:pt x="5555" y="3297"/>
                    <a:pt x="5566" y="3320"/>
                  </a:cubicBezTo>
                  <a:cubicBezTo>
                    <a:pt x="5717" y="3633"/>
                    <a:pt x="5775" y="3982"/>
                    <a:pt x="5820" y="4320"/>
                  </a:cubicBezTo>
                  <a:cubicBezTo>
                    <a:pt x="5856" y="4541"/>
                    <a:pt x="5867" y="4764"/>
                    <a:pt x="5856" y="4985"/>
                  </a:cubicBezTo>
                  <a:lnTo>
                    <a:pt x="5856" y="5066"/>
                  </a:lnTo>
                  <a:cubicBezTo>
                    <a:pt x="5739" y="4915"/>
                    <a:pt x="5588" y="4915"/>
                    <a:pt x="5426" y="4915"/>
                  </a:cubicBezTo>
                  <a:cubicBezTo>
                    <a:pt x="5496" y="4588"/>
                    <a:pt x="5507" y="4261"/>
                    <a:pt x="5460" y="3937"/>
                  </a:cubicBezTo>
                  <a:cubicBezTo>
                    <a:pt x="5401" y="3610"/>
                    <a:pt x="5309" y="3309"/>
                    <a:pt x="5205" y="2982"/>
                  </a:cubicBezTo>
                  <a:close/>
                  <a:moveTo>
                    <a:pt x="5636" y="3353"/>
                  </a:moveTo>
                  <a:cubicBezTo>
                    <a:pt x="6147" y="3867"/>
                    <a:pt x="6368" y="4496"/>
                    <a:pt x="6287" y="5228"/>
                  </a:cubicBezTo>
                  <a:cubicBezTo>
                    <a:pt x="6199" y="5159"/>
                    <a:pt x="6114" y="5122"/>
                    <a:pt x="6014" y="5122"/>
                  </a:cubicBezTo>
                  <a:cubicBezTo>
                    <a:pt x="5979" y="5122"/>
                    <a:pt x="5943" y="5126"/>
                    <a:pt x="5904" y="5136"/>
                  </a:cubicBezTo>
                  <a:cubicBezTo>
                    <a:pt x="5948" y="4518"/>
                    <a:pt x="5834" y="3937"/>
                    <a:pt x="5636" y="3353"/>
                  </a:cubicBezTo>
                  <a:close/>
                  <a:moveTo>
                    <a:pt x="2342" y="3133"/>
                  </a:moveTo>
                  <a:cubicBezTo>
                    <a:pt x="2353" y="3133"/>
                    <a:pt x="2364" y="3133"/>
                    <a:pt x="2364" y="3144"/>
                  </a:cubicBezTo>
                  <a:cubicBezTo>
                    <a:pt x="2225" y="3786"/>
                    <a:pt x="2118" y="4426"/>
                    <a:pt x="2353" y="5066"/>
                  </a:cubicBezTo>
                  <a:cubicBezTo>
                    <a:pt x="2085" y="5124"/>
                    <a:pt x="2085" y="5124"/>
                    <a:pt x="1934" y="5253"/>
                  </a:cubicBezTo>
                  <a:cubicBezTo>
                    <a:pt x="1923" y="5205"/>
                    <a:pt x="1923" y="5158"/>
                    <a:pt x="1909" y="5113"/>
                  </a:cubicBezTo>
                  <a:cubicBezTo>
                    <a:pt x="1875" y="4867"/>
                    <a:pt x="1875" y="4610"/>
                    <a:pt x="1898" y="4356"/>
                  </a:cubicBezTo>
                  <a:cubicBezTo>
                    <a:pt x="1923" y="4122"/>
                    <a:pt x="1956" y="3901"/>
                    <a:pt x="1993" y="3680"/>
                  </a:cubicBezTo>
                  <a:cubicBezTo>
                    <a:pt x="2004" y="3599"/>
                    <a:pt x="2037" y="3518"/>
                    <a:pt x="2062" y="3437"/>
                  </a:cubicBezTo>
                  <a:lnTo>
                    <a:pt x="2062" y="3423"/>
                  </a:lnTo>
                  <a:cubicBezTo>
                    <a:pt x="2155" y="3331"/>
                    <a:pt x="2247" y="3228"/>
                    <a:pt x="2342" y="3133"/>
                  </a:cubicBezTo>
                  <a:close/>
                  <a:moveTo>
                    <a:pt x="1979" y="3540"/>
                  </a:moveTo>
                  <a:lnTo>
                    <a:pt x="1979" y="3540"/>
                  </a:lnTo>
                  <a:cubicBezTo>
                    <a:pt x="1839" y="4136"/>
                    <a:pt x="1783" y="4728"/>
                    <a:pt x="1886" y="5345"/>
                  </a:cubicBezTo>
                  <a:cubicBezTo>
                    <a:pt x="1866" y="5342"/>
                    <a:pt x="1846" y="5340"/>
                    <a:pt x="1826" y="5340"/>
                  </a:cubicBezTo>
                  <a:cubicBezTo>
                    <a:pt x="1712" y="5340"/>
                    <a:pt x="1614" y="5393"/>
                    <a:pt x="1526" y="5474"/>
                  </a:cubicBezTo>
                  <a:cubicBezTo>
                    <a:pt x="1364" y="4750"/>
                    <a:pt x="1515" y="4110"/>
                    <a:pt x="1979" y="3540"/>
                  </a:cubicBezTo>
                  <a:close/>
                  <a:moveTo>
                    <a:pt x="4065" y="2319"/>
                  </a:moveTo>
                  <a:cubicBezTo>
                    <a:pt x="4116" y="2319"/>
                    <a:pt x="4166" y="2325"/>
                    <a:pt x="4214" y="2331"/>
                  </a:cubicBezTo>
                  <a:cubicBezTo>
                    <a:pt x="4493" y="2342"/>
                    <a:pt x="4761" y="2423"/>
                    <a:pt x="5029" y="2515"/>
                  </a:cubicBezTo>
                  <a:cubicBezTo>
                    <a:pt x="5217" y="2585"/>
                    <a:pt x="5401" y="2644"/>
                    <a:pt x="5588" y="2714"/>
                  </a:cubicBezTo>
                  <a:cubicBezTo>
                    <a:pt x="5728" y="2761"/>
                    <a:pt x="5867" y="2809"/>
                    <a:pt x="6007" y="2853"/>
                  </a:cubicBezTo>
                  <a:cubicBezTo>
                    <a:pt x="6030" y="2853"/>
                    <a:pt x="6043" y="2878"/>
                    <a:pt x="6066" y="2890"/>
                  </a:cubicBezTo>
                  <a:cubicBezTo>
                    <a:pt x="6368" y="3121"/>
                    <a:pt x="6577" y="3423"/>
                    <a:pt x="6728" y="3772"/>
                  </a:cubicBezTo>
                  <a:cubicBezTo>
                    <a:pt x="6915" y="4205"/>
                    <a:pt x="7021" y="4658"/>
                    <a:pt x="7021" y="5147"/>
                  </a:cubicBezTo>
                  <a:cubicBezTo>
                    <a:pt x="7021" y="5253"/>
                    <a:pt x="6996" y="5368"/>
                    <a:pt x="6974" y="5474"/>
                  </a:cubicBezTo>
                  <a:cubicBezTo>
                    <a:pt x="6960" y="5518"/>
                    <a:pt x="6940" y="5539"/>
                    <a:pt x="6912" y="5539"/>
                  </a:cubicBezTo>
                  <a:cubicBezTo>
                    <a:pt x="6896" y="5539"/>
                    <a:pt x="6878" y="5532"/>
                    <a:pt x="6856" y="5518"/>
                  </a:cubicBezTo>
                  <a:cubicBezTo>
                    <a:pt x="6812" y="5496"/>
                    <a:pt x="6775" y="5462"/>
                    <a:pt x="6742" y="5426"/>
                  </a:cubicBezTo>
                  <a:cubicBezTo>
                    <a:pt x="6653" y="5340"/>
                    <a:pt x="6548" y="5292"/>
                    <a:pt x="6422" y="5292"/>
                  </a:cubicBezTo>
                  <a:cubicBezTo>
                    <a:pt x="6397" y="5292"/>
                    <a:pt x="6372" y="5294"/>
                    <a:pt x="6345" y="5298"/>
                  </a:cubicBezTo>
                  <a:cubicBezTo>
                    <a:pt x="6345" y="5239"/>
                    <a:pt x="6334" y="5194"/>
                    <a:pt x="6345" y="5136"/>
                  </a:cubicBezTo>
                  <a:cubicBezTo>
                    <a:pt x="6404" y="4507"/>
                    <a:pt x="6217" y="3960"/>
                    <a:pt x="5809" y="3471"/>
                  </a:cubicBezTo>
                  <a:cubicBezTo>
                    <a:pt x="5356" y="2934"/>
                    <a:pt x="4772" y="2610"/>
                    <a:pt x="4099" y="2434"/>
                  </a:cubicBezTo>
                  <a:cubicBezTo>
                    <a:pt x="4052" y="2423"/>
                    <a:pt x="4018" y="2412"/>
                    <a:pt x="3971" y="2412"/>
                  </a:cubicBezTo>
                  <a:cubicBezTo>
                    <a:pt x="3934" y="2401"/>
                    <a:pt x="3923" y="2389"/>
                    <a:pt x="3923" y="2342"/>
                  </a:cubicBezTo>
                  <a:cubicBezTo>
                    <a:pt x="3969" y="2324"/>
                    <a:pt x="4017" y="2319"/>
                    <a:pt x="4065" y="2319"/>
                  </a:cubicBezTo>
                  <a:close/>
                  <a:moveTo>
                    <a:pt x="3574" y="2353"/>
                  </a:moveTo>
                  <a:cubicBezTo>
                    <a:pt x="3585" y="2412"/>
                    <a:pt x="3563" y="2423"/>
                    <a:pt x="3529" y="2434"/>
                  </a:cubicBezTo>
                  <a:cubicBezTo>
                    <a:pt x="3085" y="2574"/>
                    <a:pt x="2691" y="2795"/>
                    <a:pt x="2353" y="3088"/>
                  </a:cubicBezTo>
                  <a:cubicBezTo>
                    <a:pt x="1898" y="3471"/>
                    <a:pt x="1560" y="3948"/>
                    <a:pt x="1445" y="4541"/>
                  </a:cubicBezTo>
                  <a:cubicBezTo>
                    <a:pt x="1386" y="4845"/>
                    <a:pt x="1398" y="5136"/>
                    <a:pt x="1467" y="5426"/>
                  </a:cubicBezTo>
                  <a:cubicBezTo>
                    <a:pt x="1479" y="5462"/>
                    <a:pt x="1467" y="5507"/>
                    <a:pt x="1467" y="5555"/>
                  </a:cubicBezTo>
                  <a:cubicBezTo>
                    <a:pt x="1455" y="5554"/>
                    <a:pt x="1444" y="5554"/>
                    <a:pt x="1432" y="5554"/>
                  </a:cubicBezTo>
                  <a:cubicBezTo>
                    <a:pt x="1278" y="5554"/>
                    <a:pt x="1170" y="5622"/>
                    <a:pt x="1071" y="5742"/>
                  </a:cubicBezTo>
                  <a:cubicBezTo>
                    <a:pt x="1048" y="5775"/>
                    <a:pt x="1015" y="5798"/>
                    <a:pt x="990" y="5823"/>
                  </a:cubicBezTo>
                  <a:cubicBezTo>
                    <a:pt x="966" y="5841"/>
                    <a:pt x="946" y="5850"/>
                    <a:pt x="929" y="5850"/>
                  </a:cubicBezTo>
                  <a:cubicBezTo>
                    <a:pt x="905" y="5850"/>
                    <a:pt x="888" y="5832"/>
                    <a:pt x="875" y="5798"/>
                  </a:cubicBezTo>
                  <a:cubicBezTo>
                    <a:pt x="839" y="5694"/>
                    <a:pt x="805" y="5588"/>
                    <a:pt x="791" y="5496"/>
                  </a:cubicBezTo>
                  <a:cubicBezTo>
                    <a:pt x="722" y="4974"/>
                    <a:pt x="791" y="4471"/>
                    <a:pt x="967" y="3982"/>
                  </a:cubicBezTo>
                  <a:cubicBezTo>
                    <a:pt x="1085" y="3658"/>
                    <a:pt x="1247" y="3353"/>
                    <a:pt x="1515" y="3110"/>
                  </a:cubicBezTo>
                  <a:cubicBezTo>
                    <a:pt x="1537" y="3099"/>
                    <a:pt x="1560" y="3088"/>
                    <a:pt x="1574" y="3074"/>
                  </a:cubicBezTo>
                  <a:cubicBezTo>
                    <a:pt x="1596" y="3063"/>
                    <a:pt x="1629" y="3052"/>
                    <a:pt x="1655" y="3040"/>
                  </a:cubicBezTo>
                  <a:cubicBezTo>
                    <a:pt x="1853" y="2948"/>
                    <a:pt x="2062" y="2853"/>
                    <a:pt x="2272" y="2750"/>
                  </a:cubicBezTo>
                  <a:cubicBezTo>
                    <a:pt x="2526" y="2633"/>
                    <a:pt x="2772" y="2504"/>
                    <a:pt x="3040" y="2434"/>
                  </a:cubicBezTo>
                  <a:cubicBezTo>
                    <a:pt x="3166" y="2401"/>
                    <a:pt x="3306" y="2376"/>
                    <a:pt x="3434" y="2353"/>
                  </a:cubicBezTo>
                  <a:close/>
                  <a:moveTo>
                    <a:pt x="4063" y="4356"/>
                  </a:moveTo>
                  <a:cubicBezTo>
                    <a:pt x="4133" y="4356"/>
                    <a:pt x="4202" y="4356"/>
                    <a:pt x="4272" y="4367"/>
                  </a:cubicBezTo>
                  <a:cubicBezTo>
                    <a:pt x="4353" y="4379"/>
                    <a:pt x="4412" y="4426"/>
                    <a:pt x="4459" y="4496"/>
                  </a:cubicBezTo>
                  <a:cubicBezTo>
                    <a:pt x="4471" y="4529"/>
                    <a:pt x="4493" y="4529"/>
                    <a:pt x="4529" y="4529"/>
                  </a:cubicBezTo>
                  <a:cubicBezTo>
                    <a:pt x="4547" y="4527"/>
                    <a:pt x="4565" y="4526"/>
                    <a:pt x="4581" y="4526"/>
                  </a:cubicBezTo>
                  <a:cubicBezTo>
                    <a:pt x="4715" y="4526"/>
                    <a:pt x="4805" y="4602"/>
                    <a:pt x="4867" y="4717"/>
                  </a:cubicBezTo>
                  <a:cubicBezTo>
                    <a:pt x="4890" y="4739"/>
                    <a:pt x="4901" y="4750"/>
                    <a:pt x="4937" y="4750"/>
                  </a:cubicBezTo>
                  <a:cubicBezTo>
                    <a:pt x="4968" y="4745"/>
                    <a:pt x="4997" y="4742"/>
                    <a:pt x="5025" y="4742"/>
                  </a:cubicBezTo>
                  <a:cubicBezTo>
                    <a:pt x="5167" y="4742"/>
                    <a:pt x="5281" y="4811"/>
                    <a:pt x="5379" y="4937"/>
                  </a:cubicBezTo>
                  <a:cubicBezTo>
                    <a:pt x="5390" y="4948"/>
                    <a:pt x="5415" y="4960"/>
                    <a:pt x="5426" y="4960"/>
                  </a:cubicBezTo>
                  <a:cubicBezTo>
                    <a:pt x="5496" y="4974"/>
                    <a:pt x="5555" y="4974"/>
                    <a:pt x="5610" y="4974"/>
                  </a:cubicBezTo>
                  <a:cubicBezTo>
                    <a:pt x="5728" y="4985"/>
                    <a:pt x="5786" y="5066"/>
                    <a:pt x="5845" y="5147"/>
                  </a:cubicBezTo>
                  <a:cubicBezTo>
                    <a:pt x="5856" y="5169"/>
                    <a:pt x="5879" y="5183"/>
                    <a:pt x="5890" y="5183"/>
                  </a:cubicBezTo>
                  <a:cubicBezTo>
                    <a:pt x="5921" y="5178"/>
                    <a:pt x="5952" y="5176"/>
                    <a:pt x="5982" y="5176"/>
                  </a:cubicBezTo>
                  <a:cubicBezTo>
                    <a:pt x="6107" y="5176"/>
                    <a:pt x="6214" y="5221"/>
                    <a:pt x="6298" y="5334"/>
                  </a:cubicBezTo>
                  <a:cubicBezTo>
                    <a:pt x="6309" y="5345"/>
                    <a:pt x="6345" y="5356"/>
                    <a:pt x="6368" y="5356"/>
                  </a:cubicBezTo>
                  <a:cubicBezTo>
                    <a:pt x="6389" y="5353"/>
                    <a:pt x="6411" y="5351"/>
                    <a:pt x="6431" y="5351"/>
                  </a:cubicBezTo>
                  <a:cubicBezTo>
                    <a:pt x="6532" y="5351"/>
                    <a:pt x="6620" y="5395"/>
                    <a:pt x="6706" y="5474"/>
                  </a:cubicBezTo>
                  <a:cubicBezTo>
                    <a:pt x="6753" y="5532"/>
                    <a:pt x="6823" y="5566"/>
                    <a:pt x="6904" y="5625"/>
                  </a:cubicBezTo>
                  <a:cubicBezTo>
                    <a:pt x="6845" y="5694"/>
                    <a:pt x="6787" y="5775"/>
                    <a:pt x="6728" y="5845"/>
                  </a:cubicBezTo>
                  <a:cubicBezTo>
                    <a:pt x="6706" y="5882"/>
                    <a:pt x="6672" y="5904"/>
                    <a:pt x="6647" y="5926"/>
                  </a:cubicBezTo>
                  <a:cubicBezTo>
                    <a:pt x="6606" y="5961"/>
                    <a:pt x="6583" y="5979"/>
                    <a:pt x="6562" y="5979"/>
                  </a:cubicBezTo>
                  <a:cubicBezTo>
                    <a:pt x="6540" y="5979"/>
                    <a:pt x="6520" y="5961"/>
                    <a:pt x="6485" y="5926"/>
                  </a:cubicBezTo>
                  <a:cubicBezTo>
                    <a:pt x="6287" y="5775"/>
                    <a:pt x="6077" y="5658"/>
                    <a:pt x="5856" y="5577"/>
                  </a:cubicBezTo>
                  <a:cubicBezTo>
                    <a:pt x="5728" y="5532"/>
                    <a:pt x="5599" y="5496"/>
                    <a:pt x="5471" y="5474"/>
                  </a:cubicBezTo>
                  <a:cubicBezTo>
                    <a:pt x="5286" y="5426"/>
                    <a:pt x="5122" y="5356"/>
                    <a:pt x="4971" y="5217"/>
                  </a:cubicBezTo>
                  <a:cubicBezTo>
                    <a:pt x="4703" y="4960"/>
                    <a:pt x="4412" y="4739"/>
                    <a:pt x="4099" y="4529"/>
                  </a:cubicBezTo>
                  <a:cubicBezTo>
                    <a:pt x="4052" y="4496"/>
                    <a:pt x="4018" y="4460"/>
                    <a:pt x="3971" y="4426"/>
                  </a:cubicBezTo>
                  <a:cubicBezTo>
                    <a:pt x="3982" y="4367"/>
                    <a:pt x="4018" y="4356"/>
                    <a:pt x="4063" y="4356"/>
                  </a:cubicBezTo>
                  <a:close/>
                  <a:moveTo>
                    <a:pt x="3680" y="4379"/>
                  </a:moveTo>
                  <a:cubicBezTo>
                    <a:pt x="3702" y="4379"/>
                    <a:pt x="3725" y="4401"/>
                    <a:pt x="3761" y="4426"/>
                  </a:cubicBezTo>
                  <a:cubicBezTo>
                    <a:pt x="3669" y="4507"/>
                    <a:pt x="3585" y="4588"/>
                    <a:pt x="3493" y="4658"/>
                  </a:cubicBezTo>
                  <a:cubicBezTo>
                    <a:pt x="3236" y="4879"/>
                    <a:pt x="3004" y="5124"/>
                    <a:pt x="2783" y="5379"/>
                  </a:cubicBezTo>
                  <a:cubicBezTo>
                    <a:pt x="2677" y="5507"/>
                    <a:pt x="2526" y="5577"/>
                    <a:pt x="2364" y="5625"/>
                  </a:cubicBezTo>
                  <a:cubicBezTo>
                    <a:pt x="2026" y="5717"/>
                    <a:pt x="1747" y="5904"/>
                    <a:pt x="1479" y="6125"/>
                  </a:cubicBezTo>
                  <a:cubicBezTo>
                    <a:pt x="1434" y="6161"/>
                    <a:pt x="1398" y="6194"/>
                    <a:pt x="1364" y="6231"/>
                  </a:cubicBezTo>
                  <a:cubicBezTo>
                    <a:pt x="1346" y="6239"/>
                    <a:pt x="1324" y="6247"/>
                    <a:pt x="1304" y="6247"/>
                  </a:cubicBezTo>
                  <a:cubicBezTo>
                    <a:pt x="1296" y="6247"/>
                    <a:pt x="1288" y="6245"/>
                    <a:pt x="1280" y="6242"/>
                  </a:cubicBezTo>
                  <a:cubicBezTo>
                    <a:pt x="1155" y="6161"/>
                    <a:pt x="1037" y="6055"/>
                    <a:pt x="956" y="5926"/>
                  </a:cubicBezTo>
                  <a:cubicBezTo>
                    <a:pt x="1026" y="5856"/>
                    <a:pt x="1096" y="5798"/>
                    <a:pt x="1166" y="5728"/>
                  </a:cubicBezTo>
                  <a:cubicBezTo>
                    <a:pt x="1236" y="5647"/>
                    <a:pt x="1328" y="5613"/>
                    <a:pt x="1434" y="5613"/>
                  </a:cubicBezTo>
                  <a:cubicBezTo>
                    <a:pt x="1479" y="5613"/>
                    <a:pt x="1504" y="5602"/>
                    <a:pt x="1537" y="5555"/>
                  </a:cubicBezTo>
                  <a:cubicBezTo>
                    <a:pt x="1618" y="5426"/>
                    <a:pt x="1747" y="5379"/>
                    <a:pt x="1909" y="5379"/>
                  </a:cubicBezTo>
                  <a:cubicBezTo>
                    <a:pt x="1923" y="5379"/>
                    <a:pt x="1945" y="5379"/>
                    <a:pt x="1956" y="5368"/>
                  </a:cubicBezTo>
                  <a:cubicBezTo>
                    <a:pt x="2004" y="5228"/>
                    <a:pt x="2096" y="5147"/>
                    <a:pt x="2236" y="5147"/>
                  </a:cubicBezTo>
                  <a:cubicBezTo>
                    <a:pt x="2236" y="5136"/>
                    <a:pt x="2247" y="5136"/>
                    <a:pt x="2258" y="5136"/>
                  </a:cubicBezTo>
                  <a:cubicBezTo>
                    <a:pt x="2328" y="5136"/>
                    <a:pt x="2387" y="5113"/>
                    <a:pt x="2434" y="5043"/>
                  </a:cubicBezTo>
                  <a:cubicBezTo>
                    <a:pt x="2509" y="4924"/>
                    <a:pt x="2626" y="4855"/>
                    <a:pt x="2772" y="4855"/>
                  </a:cubicBezTo>
                  <a:cubicBezTo>
                    <a:pt x="2783" y="4855"/>
                    <a:pt x="2794" y="4855"/>
                    <a:pt x="2806" y="4856"/>
                  </a:cubicBezTo>
                  <a:cubicBezTo>
                    <a:pt x="2812" y="4858"/>
                    <a:pt x="2818" y="4859"/>
                    <a:pt x="2824" y="4859"/>
                  </a:cubicBezTo>
                  <a:cubicBezTo>
                    <a:pt x="2850" y="4859"/>
                    <a:pt x="2868" y="4839"/>
                    <a:pt x="2887" y="4809"/>
                  </a:cubicBezTo>
                  <a:cubicBezTo>
                    <a:pt x="2942" y="4687"/>
                    <a:pt x="3017" y="4598"/>
                    <a:pt x="3165" y="4598"/>
                  </a:cubicBezTo>
                  <a:cubicBezTo>
                    <a:pt x="3173" y="4598"/>
                    <a:pt x="3182" y="4599"/>
                    <a:pt x="3191" y="4599"/>
                  </a:cubicBezTo>
                  <a:cubicBezTo>
                    <a:pt x="3225" y="4599"/>
                    <a:pt x="3250" y="4588"/>
                    <a:pt x="3272" y="4555"/>
                  </a:cubicBezTo>
                  <a:cubicBezTo>
                    <a:pt x="3306" y="4485"/>
                    <a:pt x="3364" y="4426"/>
                    <a:pt x="3434" y="4415"/>
                  </a:cubicBezTo>
                  <a:cubicBezTo>
                    <a:pt x="3515" y="4390"/>
                    <a:pt x="3599" y="4379"/>
                    <a:pt x="3680" y="4379"/>
                  </a:cubicBezTo>
                  <a:close/>
                  <a:moveTo>
                    <a:pt x="6694" y="1"/>
                  </a:moveTo>
                  <a:cubicBezTo>
                    <a:pt x="6404" y="26"/>
                    <a:pt x="6113" y="71"/>
                    <a:pt x="5834" y="166"/>
                  </a:cubicBezTo>
                  <a:cubicBezTo>
                    <a:pt x="5088" y="434"/>
                    <a:pt x="4437" y="839"/>
                    <a:pt x="3864" y="1398"/>
                  </a:cubicBezTo>
                  <a:cubicBezTo>
                    <a:pt x="3853" y="1398"/>
                    <a:pt x="3853" y="1398"/>
                    <a:pt x="3842" y="1412"/>
                  </a:cubicBezTo>
                  <a:cubicBezTo>
                    <a:pt x="3831" y="1364"/>
                    <a:pt x="3820" y="1317"/>
                    <a:pt x="3809" y="1272"/>
                  </a:cubicBezTo>
                  <a:cubicBezTo>
                    <a:pt x="3795" y="1247"/>
                    <a:pt x="3795" y="1225"/>
                    <a:pt x="3809" y="1202"/>
                  </a:cubicBezTo>
                  <a:cubicBezTo>
                    <a:pt x="3878" y="1026"/>
                    <a:pt x="3923" y="853"/>
                    <a:pt x="3959" y="666"/>
                  </a:cubicBezTo>
                  <a:cubicBezTo>
                    <a:pt x="3982" y="526"/>
                    <a:pt x="4052" y="420"/>
                    <a:pt x="4158" y="350"/>
                  </a:cubicBezTo>
                  <a:cubicBezTo>
                    <a:pt x="4180" y="339"/>
                    <a:pt x="4180" y="317"/>
                    <a:pt x="4191" y="305"/>
                  </a:cubicBezTo>
                  <a:cubicBezTo>
                    <a:pt x="4169" y="305"/>
                    <a:pt x="4158" y="294"/>
                    <a:pt x="4133" y="294"/>
                  </a:cubicBezTo>
                  <a:cubicBezTo>
                    <a:pt x="4121" y="294"/>
                    <a:pt x="4110" y="305"/>
                    <a:pt x="4099" y="317"/>
                  </a:cubicBezTo>
                  <a:cubicBezTo>
                    <a:pt x="4004" y="409"/>
                    <a:pt x="3923" y="504"/>
                    <a:pt x="3901" y="643"/>
                  </a:cubicBezTo>
                  <a:cubicBezTo>
                    <a:pt x="3890" y="736"/>
                    <a:pt x="3878" y="817"/>
                    <a:pt x="3853" y="898"/>
                  </a:cubicBezTo>
                  <a:cubicBezTo>
                    <a:pt x="3831" y="1004"/>
                    <a:pt x="3795" y="1107"/>
                    <a:pt x="3761" y="1202"/>
                  </a:cubicBezTo>
                  <a:cubicBezTo>
                    <a:pt x="3761" y="1202"/>
                    <a:pt x="3750" y="1202"/>
                    <a:pt x="3739" y="1188"/>
                  </a:cubicBezTo>
                  <a:cubicBezTo>
                    <a:pt x="3702" y="1202"/>
                    <a:pt x="3669" y="1202"/>
                    <a:pt x="3621" y="1202"/>
                  </a:cubicBezTo>
                  <a:cubicBezTo>
                    <a:pt x="3610" y="1166"/>
                    <a:pt x="3574" y="1118"/>
                    <a:pt x="3563" y="1085"/>
                  </a:cubicBezTo>
                  <a:cubicBezTo>
                    <a:pt x="3515" y="945"/>
                    <a:pt x="3471" y="817"/>
                    <a:pt x="3434" y="677"/>
                  </a:cubicBezTo>
                  <a:cubicBezTo>
                    <a:pt x="3389" y="537"/>
                    <a:pt x="3306" y="445"/>
                    <a:pt x="3191" y="364"/>
                  </a:cubicBezTo>
                  <a:cubicBezTo>
                    <a:pt x="3180" y="350"/>
                    <a:pt x="3166" y="350"/>
                    <a:pt x="3155" y="350"/>
                  </a:cubicBezTo>
                  <a:cubicBezTo>
                    <a:pt x="3144" y="350"/>
                    <a:pt x="3121" y="350"/>
                    <a:pt x="3096" y="364"/>
                  </a:cubicBezTo>
                  <a:cubicBezTo>
                    <a:pt x="3110" y="375"/>
                    <a:pt x="3121" y="398"/>
                    <a:pt x="3132" y="398"/>
                  </a:cubicBezTo>
                  <a:cubicBezTo>
                    <a:pt x="3250" y="467"/>
                    <a:pt x="3331" y="560"/>
                    <a:pt x="3364" y="688"/>
                  </a:cubicBezTo>
                  <a:cubicBezTo>
                    <a:pt x="3423" y="875"/>
                    <a:pt x="3493" y="1049"/>
                    <a:pt x="3585" y="1225"/>
                  </a:cubicBezTo>
                  <a:cubicBezTo>
                    <a:pt x="3585" y="1236"/>
                    <a:pt x="3599" y="1247"/>
                    <a:pt x="3599" y="1258"/>
                  </a:cubicBezTo>
                  <a:cubicBezTo>
                    <a:pt x="3585" y="1317"/>
                    <a:pt x="3574" y="1364"/>
                    <a:pt x="3552" y="1423"/>
                  </a:cubicBezTo>
                  <a:cubicBezTo>
                    <a:pt x="3504" y="1375"/>
                    <a:pt x="3459" y="1342"/>
                    <a:pt x="3401" y="1294"/>
                  </a:cubicBezTo>
                  <a:cubicBezTo>
                    <a:pt x="3144" y="1107"/>
                    <a:pt x="2875" y="956"/>
                    <a:pt x="2585" y="805"/>
                  </a:cubicBezTo>
                  <a:cubicBezTo>
                    <a:pt x="2085" y="560"/>
                    <a:pt x="1560" y="375"/>
                    <a:pt x="1001" y="328"/>
                  </a:cubicBezTo>
                  <a:cubicBezTo>
                    <a:pt x="912" y="321"/>
                    <a:pt x="824" y="317"/>
                    <a:pt x="737" y="317"/>
                  </a:cubicBezTo>
                  <a:cubicBezTo>
                    <a:pt x="529" y="317"/>
                    <a:pt x="326" y="343"/>
                    <a:pt x="129" y="434"/>
                  </a:cubicBezTo>
                  <a:cubicBezTo>
                    <a:pt x="37" y="479"/>
                    <a:pt x="1" y="537"/>
                    <a:pt x="23" y="643"/>
                  </a:cubicBezTo>
                  <a:cubicBezTo>
                    <a:pt x="23" y="688"/>
                    <a:pt x="37" y="736"/>
                    <a:pt x="48" y="783"/>
                  </a:cubicBezTo>
                  <a:cubicBezTo>
                    <a:pt x="82" y="993"/>
                    <a:pt x="118" y="1202"/>
                    <a:pt x="163" y="1412"/>
                  </a:cubicBezTo>
                  <a:cubicBezTo>
                    <a:pt x="247" y="1736"/>
                    <a:pt x="372" y="2051"/>
                    <a:pt x="526" y="2342"/>
                  </a:cubicBezTo>
                  <a:cubicBezTo>
                    <a:pt x="629" y="2540"/>
                    <a:pt x="758" y="2725"/>
                    <a:pt x="931" y="2853"/>
                  </a:cubicBezTo>
                  <a:cubicBezTo>
                    <a:pt x="1096" y="2971"/>
                    <a:pt x="1247" y="3088"/>
                    <a:pt x="1445" y="3110"/>
                  </a:cubicBezTo>
                  <a:cubicBezTo>
                    <a:pt x="1445" y="3110"/>
                    <a:pt x="1434" y="3110"/>
                    <a:pt x="1434" y="3121"/>
                  </a:cubicBezTo>
                  <a:cubicBezTo>
                    <a:pt x="1166" y="3390"/>
                    <a:pt x="979" y="3728"/>
                    <a:pt x="861" y="4088"/>
                  </a:cubicBezTo>
                  <a:cubicBezTo>
                    <a:pt x="747" y="4471"/>
                    <a:pt x="688" y="4856"/>
                    <a:pt x="710" y="5253"/>
                  </a:cubicBezTo>
                  <a:cubicBezTo>
                    <a:pt x="722" y="5496"/>
                    <a:pt x="736" y="5742"/>
                    <a:pt x="909" y="5951"/>
                  </a:cubicBezTo>
                  <a:cubicBezTo>
                    <a:pt x="1015" y="6055"/>
                    <a:pt x="1107" y="6183"/>
                    <a:pt x="1224" y="6264"/>
                  </a:cubicBezTo>
                  <a:cubicBezTo>
                    <a:pt x="1263" y="6287"/>
                    <a:pt x="1290" y="6299"/>
                    <a:pt x="1316" y="6299"/>
                  </a:cubicBezTo>
                  <a:cubicBezTo>
                    <a:pt x="1345" y="6299"/>
                    <a:pt x="1372" y="6284"/>
                    <a:pt x="1409" y="6253"/>
                  </a:cubicBezTo>
                  <a:cubicBezTo>
                    <a:pt x="1456" y="6217"/>
                    <a:pt x="1490" y="6183"/>
                    <a:pt x="1537" y="6147"/>
                  </a:cubicBezTo>
                  <a:cubicBezTo>
                    <a:pt x="1794" y="5937"/>
                    <a:pt x="2062" y="5764"/>
                    <a:pt x="2375" y="5683"/>
                  </a:cubicBezTo>
                  <a:cubicBezTo>
                    <a:pt x="2574" y="5625"/>
                    <a:pt x="2736" y="5532"/>
                    <a:pt x="2864" y="5368"/>
                  </a:cubicBezTo>
                  <a:cubicBezTo>
                    <a:pt x="3144" y="5055"/>
                    <a:pt x="3459" y="4764"/>
                    <a:pt x="3772" y="4496"/>
                  </a:cubicBezTo>
                  <a:cubicBezTo>
                    <a:pt x="3805" y="4469"/>
                    <a:pt x="3838" y="4454"/>
                    <a:pt x="3870" y="4454"/>
                  </a:cubicBezTo>
                  <a:cubicBezTo>
                    <a:pt x="3896" y="4454"/>
                    <a:pt x="3922" y="4464"/>
                    <a:pt x="3948" y="4485"/>
                  </a:cubicBezTo>
                  <a:cubicBezTo>
                    <a:pt x="3982" y="4507"/>
                    <a:pt x="4018" y="4541"/>
                    <a:pt x="4063" y="4566"/>
                  </a:cubicBezTo>
                  <a:cubicBezTo>
                    <a:pt x="4367" y="4775"/>
                    <a:pt x="4658" y="5007"/>
                    <a:pt x="4926" y="5264"/>
                  </a:cubicBezTo>
                  <a:cubicBezTo>
                    <a:pt x="5088" y="5415"/>
                    <a:pt x="5261" y="5496"/>
                    <a:pt x="5471" y="5532"/>
                  </a:cubicBezTo>
                  <a:cubicBezTo>
                    <a:pt x="5834" y="5588"/>
                    <a:pt x="6158" y="5753"/>
                    <a:pt x="6449" y="5974"/>
                  </a:cubicBezTo>
                  <a:cubicBezTo>
                    <a:pt x="6499" y="6014"/>
                    <a:pt x="6535" y="6030"/>
                    <a:pt x="6566" y="6030"/>
                  </a:cubicBezTo>
                  <a:cubicBezTo>
                    <a:pt x="6606" y="6030"/>
                    <a:pt x="6637" y="6002"/>
                    <a:pt x="6683" y="5963"/>
                  </a:cubicBezTo>
                  <a:cubicBezTo>
                    <a:pt x="6823" y="5845"/>
                    <a:pt x="6915" y="5694"/>
                    <a:pt x="7007" y="5532"/>
                  </a:cubicBezTo>
                  <a:cubicBezTo>
                    <a:pt x="7066" y="5437"/>
                    <a:pt x="7077" y="5298"/>
                    <a:pt x="7077" y="5183"/>
                  </a:cubicBezTo>
                  <a:cubicBezTo>
                    <a:pt x="7091" y="4647"/>
                    <a:pt x="6974" y="4147"/>
                    <a:pt x="6742" y="3669"/>
                  </a:cubicBezTo>
                  <a:cubicBezTo>
                    <a:pt x="6602" y="3367"/>
                    <a:pt x="6404" y="3088"/>
                    <a:pt x="6136" y="2878"/>
                  </a:cubicBezTo>
                  <a:lnTo>
                    <a:pt x="6124" y="2864"/>
                  </a:lnTo>
                  <a:cubicBezTo>
                    <a:pt x="6183" y="2842"/>
                    <a:pt x="6228" y="2831"/>
                    <a:pt x="6275" y="2809"/>
                  </a:cubicBezTo>
                  <a:cubicBezTo>
                    <a:pt x="6625" y="2599"/>
                    <a:pt x="6856" y="2306"/>
                    <a:pt x="6996" y="1923"/>
                  </a:cubicBezTo>
                  <a:cubicBezTo>
                    <a:pt x="7136" y="1504"/>
                    <a:pt x="7242" y="1085"/>
                    <a:pt x="7264" y="643"/>
                  </a:cubicBezTo>
                  <a:cubicBezTo>
                    <a:pt x="7264" y="504"/>
                    <a:pt x="7275" y="375"/>
                    <a:pt x="7287" y="247"/>
                  </a:cubicBezTo>
                  <a:cubicBezTo>
                    <a:pt x="7287" y="155"/>
                    <a:pt x="7253" y="118"/>
                    <a:pt x="7183" y="85"/>
                  </a:cubicBezTo>
                  <a:cubicBezTo>
                    <a:pt x="7032" y="26"/>
                    <a:pt x="6868" y="1"/>
                    <a:pt x="669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15"/>
            <p:cNvSpPr/>
            <p:nvPr/>
          </p:nvSpPr>
          <p:spPr>
            <a:xfrm>
              <a:off x="6688409" y="1422349"/>
              <a:ext cx="47655" cy="20045"/>
            </a:xfrm>
            <a:custGeom>
              <a:avLst/>
              <a:gdLst/>
              <a:ahLst/>
              <a:cxnLst/>
              <a:rect l="l" t="t" r="r" b="b"/>
              <a:pathLst>
                <a:path w="630" h="265" extrusionOk="0">
                  <a:moveTo>
                    <a:pt x="269" y="44"/>
                  </a:moveTo>
                  <a:cubicBezTo>
                    <a:pt x="375" y="55"/>
                    <a:pt x="467" y="67"/>
                    <a:pt x="548" y="125"/>
                  </a:cubicBezTo>
                  <a:cubicBezTo>
                    <a:pt x="560" y="136"/>
                    <a:pt x="571" y="150"/>
                    <a:pt x="585" y="161"/>
                  </a:cubicBezTo>
                  <a:cubicBezTo>
                    <a:pt x="560" y="173"/>
                    <a:pt x="548" y="195"/>
                    <a:pt x="526" y="195"/>
                  </a:cubicBezTo>
                  <a:cubicBezTo>
                    <a:pt x="490" y="206"/>
                    <a:pt x="456" y="220"/>
                    <a:pt x="420" y="220"/>
                  </a:cubicBezTo>
                  <a:lnTo>
                    <a:pt x="420" y="231"/>
                  </a:lnTo>
                  <a:cubicBezTo>
                    <a:pt x="328" y="206"/>
                    <a:pt x="247" y="195"/>
                    <a:pt x="152" y="173"/>
                  </a:cubicBezTo>
                  <a:cubicBezTo>
                    <a:pt x="129" y="173"/>
                    <a:pt x="118" y="161"/>
                    <a:pt x="96" y="136"/>
                  </a:cubicBezTo>
                  <a:cubicBezTo>
                    <a:pt x="60" y="114"/>
                    <a:pt x="71" y="80"/>
                    <a:pt x="107" y="80"/>
                  </a:cubicBezTo>
                  <a:cubicBezTo>
                    <a:pt x="166" y="55"/>
                    <a:pt x="222" y="44"/>
                    <a:pt x="269" y="44"/>
                  </a:cubicBezTo>
                  <a:close/>
                  <a:moveTo>
                    <a:pt x="275" y="1"/>
                  </a:moveTo>
                  <a:cubicBezTo>
                    <a:pt x="212" y="1"/>
                    <a:pt x="147" y="11"/>
                    <a:pt x="82" y="33"/>
                  </a:cubicBezTo>
                  <a:cubicBezTo>
                    <a:pt x="26" y="44"/>
                    <a:pt x="1" y="114"/>
                    <a:pt x="48" y="161"/>
                  </a:cubicBezTo>
                  <a:cubicBezTo>
                    <a:pt x="71" y="184"/>
                    <a:pt x="96" y="195"/>
                    <a:pt x="118" y="206"/>
                  </a:cubicBezTo>
                  <a:cubicBezTo>
                    <a:pt x="222" y="243"/>
                    <a:pt x="328" y="265"/>
                    <a:pt x="431" y="265"/>
                  </a:cubicBezTo>
                  <a:cubicBezTo>
                    <a:pt x="479" y="254"/>
                    <a:pt x="515" y="254"/>
                    <a:pt x="560" y="243"/>
                  </a:cubicBezTo>
                  <a:cubicBezTo>
                    <a:pt x="585" y="231"/>
                    <a:pt x="618" y="206"/>
                    <a:pt x="630" y="184"/>
                  </a:cubicBezTo>
                  <a:cubicBezTo>
                    <a:pt x="630" y="150"/>
                    <a:pt x="607" y="114"/>
                    <a:pt x="585" y="92"/>
                  </a:cubicBezTo>
                  <a:cubicBezTo>
                    <a:pt x="488" y="32"/>
                    <a:pt x="383" y="1"/>
                    <a:pt x="27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2" name="Google Shape;732;p15"/>
            <p:cNvSpPr/>
            <p:nvPr/>
          </p:nvSpPr>
          <p:spPr>
            <a:xfrm>
              <a:off x="6751870" y="1432635"/>
              <a:ext cx="42284" cy="18684"/>
            </a:xfrm>
            <a:custGeom>
              <a:avLst/>
              <a:gdLst/>
              <a:ahLst/>
              <a:cxnLst/>
              <a:rect l="l" t="t" r="r" b="b"/>
              <a:pathLst>
                <a:path w="559" h="247" extrusionOk="0">
                  <a:moveTo>
                    <a:pt x="165" y="48"/>
                  </a:moveTo>
                  <a:cubicBezTo>
                    <a:pt x="257" y="70"/>
                    <a:pt x="360" y="107"/>
                    <a:pt x="455" y="140"/>
                  </a:cubicBezTo>
                  <a:cubicBezTo>
                    <a:pt x="478" y="140"/>
                    <a:pt x="489" y="165"/>
                    <a:pt x="514" y="176"/>
                  </a:cubicBezTo>
                  <a:cubicBezTo>
                    <a:pt x="490" y="191"/>
                    <a:pt x="453" y="198"/>
                    <a:pt x="410" y="198"/>
                  </a:cubicBezTo>
                  <a:cubicBezTo>
                    <a:pt x="285" y="198"/>
                    <a:pt x="108" y="141"/>
                    <a:pt x="48" y="70"/>
                  </a:cubicBezTo>
                  <a:cubicBezTo>
                    <a:pt x="95" y="59"/>
                    <a:pt x="129" y="48"/>
                    <a:pt x="165" y="48"/>
                  </a:cubicBezTo>
                  <a:close/>
                  <a:moveTo>
                    <a:pt x="117" y="0"/>
                  </a:moveTo>
                  <a:cubicBezTo>
                    <a:pt x="81" y="0"/>
                    <a:pt x="25" y="14"/>
                    <a:pt x="11" y="59"/>
                  </a:cubicBezTo>
                  <a:cubicBezTo>
                    <a:pt x="0" y="107"/>
                    <a:pt x="36" y="129"/>
                    <a:pt x="70" y="154"/>
                  </a:cubicBezTo>
                  <a:cubicBezTo>
                    <a:pt x="198" y="210"/>
                    <a:pt x="316" y="235"/>
                    <a:pt x="444" y="246"/>
                  </a:cubicBezTo>
                  <a:cubicBezTo>
                    <a:pt x="489" y="246"/>
                    <a:pt x="536" y="235"/>
                    <a:pt x="548" y="188"/>
                  </a:cubicBezTo>
                  <a:cubicBezTo>
                    <a:pt x="559" y="140"/>
                    <a:pt x="514" y="118"/>
                    <a:pt x="489" y="107"/>
                  </a:cubicBezTo>
                  <a:cubicBezTo>
                    <a:pt x="374" y="37"/>
                    <a:pt x="246" y="14"/>
                    <a:pt x="117"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3" name="Google Shape;733;p15"/>
            <p:cNvSpPr/>
            <p:nvPr/>
          </p:nvSpPr>
          <p:spPr>
            <a:xfrm>
              <a:off x="6809129" y="1446780"/>
              <a:ext cx="33434" cy="18684"/>
            </a:xfrm>
            <a:custGeom>
              <a:avLst/>
              <a:gdLst/>
              <a:ahLst/>
              <a:cxnLst/>
              <a:rect l="l" t="t" r="r" b="b"/>
              <a:pathLst>
                <a:path w="442" h="247" extrusionOk="0">
                  <a:moveTo>
                    <a:pt x="124" y="62"/>
                  </a:moveTo>
                  <a:cubicBezTo>
                    <a:pt x="219" y="62"/>
                    <a:pt x="369" y="128"/>
                    <a:pt x="397" y="199"/>
                  </a:cubicBezTo>
                  <a:cubicBezTo>
                    <a:pt x="386" y="202"/>
                    <a:pt x="373" y="203"/>
                    <a:pt x="359" y="203"/>
                  </a:cubicBezTo>
                  <a:cubicBezTo>
                    <a:pt x="261" y="203"/>
                    <a:pt x="88" y="142"/>
                    <a:pt x="59" y="82"/>
                  </a:cubicBezTo>
                  <a:cubicBezTo>
                    <a:pt x="72" y="68"/>
                    <a:pt x="96" y="62"/>
                    <a:pt x="124" y="62"/>
                  </a:cubicBezTo>
                  <a:close/>
                  <a:moveTo>
                    <a:pt x="70" y="1"/>
                  </a:moveTo>
                  <a:cubicBezTo>
                    <a:pt x="48" y="23"/>
                    <a:pt x="11" y="37"/>
                    <a:pt x="11" y="48"/>
                  </a:cubicBezTo>
                  <a:cubicBezTo>
                    <a:pt x="0" y="70"/>
                    <a:pt x="11" y="118"/>
                    <a:pt x="36" y="129"/>
                  </a:cubicBezTo>
                  <a:cubicBezTo>
                    <a:pt x="140" y="210"/>
                    <a:pt x="257" y="246"/>
                    <a:pt x="386" y="246"/>
                  </a:cubicBezTo>
                  <a:cubicBezTo>
                    <a:pt x="408" y="246"/>
                    <a:pt x="430" y="221"/>
                    <a:pt x="442" y="210"/>
                  </a:cubicBezTo>
                  <a:cubicBezTo>
                    <a:pt x="442" y="188"/>
                    <a:pt x="430" y="151"/>
                    <a:pt x="419" y="140"/>
                  </a:cubicBezTo>
                  <a:cubicBezTo>
                    <a:pt x="316" y="70"/>
                    <a:pt x="210" y="23"/>
                    <a:pt x="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4" name="Google Shape;734;p15"/>
            <p:cNvSpPr/>
            <p:nvPr/>
          </p:nvSpPr>
          <p:spPr>
            <a:xfrm>
              <a:off x="6995655" y="1406237"/>
              <a:ext cx="46823" cy="21180"/>
            </a:xfrm>
            <a:custGeom>
              <a:avLst/>
              <a:gdLst/>
              <a:ahLst/>
              <a:cxnLst/>
              <a:rect l="l" t="t" r="r" b="b"/>
              <a:pathLst>
                <a:path w="619" h="280" extrusionOk="0">
                  <a:moveTo>
                    <a:pt x="389" y="43"/>
                  </a:moveTo>
                  <a:cubicBezTo>
                    <a:pt x="424" y="43"/>
                    <a:pt x="460" y="48"/>
                    <a:pt x="490" y="48"/>
                  </a:cubicBezTo>
                  <a:cubicBezTo>
                    <a:pt x="515" y="59"/>
                    <a:pt x="537" y="70"/>
                    <a:pt x="537" y="84"/>
                  </a:cubicBezTo>
                  <a:cubicBezTo>
                    <a:pt x="548" y="106"/>
                    <a:pt x="526" y="129"/>
                    <a:pt x="515" y="140"/>
                  </a:cubicBezTo>
                  <a:cubicBezTo>
                    <a:pt x="434" y="165"/>
                    <a:pt x="350" y="198"/>
                    <a:pt x="269" y="224"/>
                  </a:cubicBezTo>
                  <a:cubicBezTo>
                    <a:pt x="247" y="235"/>
                    <a:pt x="236" y="235"/>
                    <a:pt x="210" y="235"/>
                  </a:cubicBezTo>
                  <a:cubicBezTo>
                    <a:pt x="166" y="235"/>
                    <a:pt x="129" y="235"/>
                    <a:pt x="85" y="224"/>
                  </a:cubicBezTo>
                  <a:cubicBezTo>
                    <a:pt x="37" y="210"/>
                    <a:pt x="37" y="187"/>
                    <a:pt x="71" y="165"/>
                  </a:cubicBezTo>
                  <a:cubicBezTo>
                    <a:pt x="141" y="84"/>
                    <a:pt x="236" y="59"/>
                    <a:pt x="339" y="48"/>
                  </a:cubicBezTo>
                  <a:cubicBezTo>
                    <a:pt x="355" y="44"/>
                    <a:pt x="372" y="43"/>
                    <a:pt x="389" y="43"/>
                  </a:cubicBezTo>
                  <a:close/>
                  <a:moveTo>
                    <a:pt x="328" y="0"/>
                  </a:moveTo>
                  <a:cubicBezTo>
                    <a:pt x="224" y="25"/>
                    <a:pt x="118" y="48"/>
                    <a:pt x="37" y="129"/>
                  </a:cubicBezTo>
                  <a:cubicBezTo>
                    <a:pt x="15" y="154"/>
                    <a:pt x="1" y="187"/>
                    <a:pt x="1" y="210"/>
                  </a:cubicBezTo>
                  <a:cubicBezTo>
                    <a:pt x="15" y="235"/>
                    <a:pt x="48" y="257"/>
                    <a:pt x="71" y="268"/>
                  </a:cubicBezTo>
                  <a:cubicBezTo>
                    <a:pt x="118" y="280"/>
                    <a:pt x="166" y="280"/>
                    <a:pt x="210" y="280"/>
                  </a:cubicBezTo>
                  <a:cubicBezTo>
                    <a:pt x="280" y="268"/>
                    <a:pt x="350" y="246"/>
                    <a:pt x="434" y="224"/>
                  </a:cubicBezTo>
                  <a:cubicBezTo>
                    <a:pt x="479" y="210"/>
                    <a:pt x="526" y="187"/>
                    <a:pt x="560" y="154"/>
                  </a:cubicBezTo>
                  <a:cubicBezTo>
                    <a:pt x="618" y="95"/>
                    <a:pt x="596" y="25"/>
                    <a:pt x="51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15"/>
            <p:cNvSpPr/>
            <p:nvPr/>
          </p:nvSpPr>
          <p:spPr>
            <a:xfrm>
              <a:off x="6938623" y="1421743"/>
              <a:ext cx="41301" cy="21558"/>
            </a:xfrm>
            <a:custGeom>
              <a:avLst/>
              <a:gdLst/>
              <a:ahLst/>
              <a:cxnLst/>
              <a:rect l="l" t="t" r="r" b="b"/>
              <a:pathLst>
                <a:path w="546" h="285" extrusionOk="0">
                  <a:moveTo>
                    <a:pt x="415" y="59"/>
                  </a:moveTo>
                  <a:cubicBezTo>
                    <a:pt x="445" y="59"/>
                    <a:pt x="471" y="64"/>
                    <a:pt x="490" y="75"/>
                  </a:cubicBezTo>
                  <a:cubicBezTo>
                    <a:pt x="458" y="147"/>
                    <a:pt x="227" y="235"/>
                    <a:pt x="104" y="235"/>
                  </a:cubicBezTo>
                  <a:cubicBezTo>
                    <a:pt x="85" y="235"/>
                    <a:pt x="69" y="233"/>
                    <a:pt x="57" y="228"/>
                  </a:cubicBezTo>
                  <a:cubicBezTo>
                    <a:pt x="95" y="143"/>
                    <a:pt x="291" y="59"/>
                    <a:pt x="415" y="59"/>
                  </a:cubicBezTo>
                  <a:close/>
                  <a:moveTo>
                    <a:pt x="441" y="0"/>
                  </a:moveTo>
                  <a:cubicBezTo>
                    <a:pt x="433" y="0"/>
                    <a:pt x="426" y="1"/>
                    <a:pt x="420" y="5"/>
                  </a:cubicBezTo>
                  <a:cubicBezTo>
                    <a:pt x="314" y="41"/>
                    <a:pt x="221" y="75"/>
                    <a:pt x="126" y="111"/>
                  </a:cubicBezTo>
                  <a:cubicBezTo>
                    <a:pt x="93" y="122"/>
                    <a:pt x="57" y="144"/>
                    <a:pt x="34" y="181"/>
                  </a:cubicBezTo>
                  <a:cubicBezTo>
                    <a:pt x="1" y="214"/>
                    <a:pt x="12" y="262"/>
                    <a:pt x="57" y="273"/>
                  </a:cubicBezTo>
                  <a:cubicBezTo>
                    <a:pt x="82" y="273"/>
                    <a:pt x="104" y="273"/>
                    <a:pt x="115" y="284"/>
                  </a:cubicBezTo>
                  <a:cubicBezTo>
                    <a:pt x="255" y="262"/>
                    <a:pt x="383" y="214"/>
                    <a:pt x="490" y="144"/>
                  </a:cubicBezTo>
                  <a:cubicBezTo>
                    <a:pt x="512" y="133"/>
                    <a:pt x="523" y="122"/>
                    <a:pt x="534" y="100"/>
                  </a:cubicBezTo>
                  <a:cubicBezTo>
                    <a:pt x="545" y="75"/>
                    <a:pt x="545" y="41"/>
                    <a:pt x="512" y="19"/>
                  </a:cubicBezTo>
                  <a:cubicBezTo>
                    <a:pt x="486" y="9"/>
                    <a:pt x="461" y="0"/>
                    <a:pt x="44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15"/>
            <p:cNvSpPr/>
            <p:nvPr/>
          </p:nvSpPr>
          <p:spPr>
            <a:xfrm>
              <a:off x="6891953" y="1442015"/>
              <a:ext cx="32602" cy="20726"/>
            </a:xfrm>
            <a:custGeom>
              <a:avLst/>
              <a:gdLst/>
              <a:ahLst/>
              <a:cxnLst/>
              <a:rect l="l" t="t" r="r" b="b"/>
              <a:pathLst>
                <a:path w="431" h="274" extrusionOk="0">
                  <a:moveTo>
                    <a:pt x="345" y="56"/>
                  </a:moveTo>
                  <a:cubicBezTo>
                    <a:pt x="360" y="56"/>
                    <a:pt x="373" y="59"/>
                    <a:pt x="383" y="64"/>
                  </a:cubicBezTo>
                  <a:cubicBezTo>
                    <a:pt x="353" y="136"/>
                    <a:pt x="184" y="219"/>
                    <a:pt x="81" y="219"/>
                  </a:cubicBezTo>
                  <a:cubicBezTo>
                    <a:pt x="68" y="219"/>
                    <a:pt x="56" y="217"/>
                    <a:pt x="45" y="214"/>
                  </a:cubicBezTo>
                  <a:cubicBezTo>
                    <a:pt x="95" y="135"/>
                    <a:pt x="256" y="56"/>
                    <a:pt x="345" y="56"/>
                  </a:cubicBezTo>
                  <a:close/>
                  <a:moveTo>
                    <a:pt x="370" y="1"/>
                  </a:moveTo>
                  <a:cubicBezTo>
                    <a:pt x="362" y="1"/>
                    <a:pt x="355" y="2"/>
                    <a:pt x="349" y="5"/>
                  </a:cubicBezTo>
                  <a:cubicBezTo>
                    <a:pt x="221" y="30"/>
                    <a:pt x="115" y="86"/>
                    <a:pt x="23" y="170"/>
                  </a:cubicBezTo>
                  <a:cubicBezTo>
                    <a:pt x="11" y="192"/>
                    <a:pt x="0" y="226"/>
                    <a:pt x="11" y="240"/>
                  </a:cubicBezTo>
                  <a:cubicBezTo>
                    <a:pt x="23" y="251"/>
                    <a:pt x="45" y="262"/>
                    <a:pt x="59" y="273"/>
                  </a:cubicBezTo>
                  <a:cubicBezTo>
                    <a:pt x="162" y="262"/>
                    <a:pt x="338" y="192"/>
                    <a:pt x="394" y="122"/>
                  </a:cubicBezTo>
                  <a:cubicBezTo>
                    <a:pt x="419" y="111"/>
                    <a:pt x="430" y="64"/>
                    <a:pt x="430" y="41"/>
                  </a:cubicBezTo>
                  <a:cubicBezTo>
                    <a:pt x="422" y="14"/>
                    <a:pt x="393" y="1"/>
                    <a:pt x="3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7" name="Google Shape;737;p15"/>
            <p:cNvSpPr/>
            <p:nvPr/>
          </p:nvSpPr>
          <p:spPr>
            <a:xfrm>
              <a:off x="7067966" y="1639509"/>
              <a:ext cx="31770" cy="64750"/>
            </a:xfrm>
            <a:custGeom>
              <a:avLst/>
              <a:gdLst/>
              <a:ahLst/>
              <a:cxnLst/>
              <a:rect l="l" t="t" r="r" b="b"/>
              <a:pathLst>
                <a:path w="420" h="856" extrusionOk="0">
                  <a:moveTo>
                    <a:pt x="120" y="57"/>
                  </a:moveTo>
                  <a:cubicBezTo>
                    <a:pt x="152" y="57"/>
                    <a:pt x="190" y="87"/>
                    <a:pt x="210" y="107"/>
                  </a:cubicBezTo>
                  <a:cubicBezTo>
                    <a:pt x="280" y="213"/>
                    <a:pt x="327" y="327"/>
                    <a:pt x="350" y="456"/>
                  </a:cubicBezTo>
                  <a:lnTo>
                    <a:pt x="350" y="537"/>
                  </a:lnTo>
                  <a:lnTo>
                    <a:pt x="361" y="537"/>
                  </a:lnTo>
                  <a:cubicBezTo>
                    <a:pt x="361" y="595"/>
                    <a:pt x="361" y="665"/>
                    <a:pt x="350" y="735"/>
                  </a:cubicBezTo>
                  <a:cubicBezTo>
                    <a:pt x="350" y="757"/>
                    <a:pt x="316" y="783"/>
                    <a:pt x="302" y="805"/>
                  </a:cubicBezTo>
                  <a:cubicBezTo>
                    <a:pt x="280" y="794"/>
                    <a:pt x="246" y="771"/>
                    <a:pt x="232" y="746"/>
                  </a:cubicBezTo>
                  <a:cubicBezTo>
                    <a:pt x="210" y="688"/>
                    <a:pt x="199" y="632"/>
                    <a:pt x="176" y="584"/>
                  </a:cubicBezTo>
                  <a:cubicBezTo>
                    <a:pt x="140" y="492"/>
                    <a:pt x="107" y="397"/>
                    <a:pt x="70" y="305"/>
                  </a:cubicBezTo>
                  <a:cubicBezTo>
                    <a:pt x="59" y="257"/>
                    <a:pt x="48" y="213"/>
                    <a:pt x="37" y="165"/>
                  </a:cubicBezTo>
                  <a:cubicBezTo>
                    <a:pt x="37" y="118"/>
                    <a:pt x="59" y="59"/>
                    <a:pt x="107" y="59"/>
                  </a:cubicBezTo>
                  <a:cubicBezTo>
                    <a:pt x="111" y="58"/>
                    <a:pt x="115" y="57"/>
                    <a:pt x="120" y="57"/>
                  </a:cubicBezTo>
                  <a:close/>
                  <a:moveTo>
                    <a:pt x="142" y="0"/>
                  </a:moveTo>
                  <a:cubicBezTo>
                    <a:pt x="134" y="0"/>
                    <a:pt x="126" y="1"/>
                    <a:pt x="118" y="3"/>
                  </a:cubicBezTo>
                  <a:cubicBezTo>
                    <a:pt x="59" y="25"/>
                    <a:pt x="0" y="59"/>
                    <a:pt x="0" y="129"/>
                  </a:cubicBezTo>
                  <a:cubicBezTo>
                    <a:pt x="0" y="188"/>
                    <a:pt x="0" y="257"/>
                    <a:pt x="23" y="316"/>
                  </a:cubicBezTo>
                  <a:cubicBezTo>
                    <a:pt x="59" y="422"/>
                    <a:pt x="93" y="526"/>
                    <a:pt x="140" y="632"/>
                  </a:cubicBezTo>
                  <a:cubicBezTo>
                    <a:pt x="162" y="688"/>
                    <a:pt x="188" y="757"/>
                    <a:pt x="221" y="805"/>
                  </a:cubicBezTo>
                  <a:cubicBezTo>
                    <a:pt x="230" y="835"/>
                    <a:pt x="264" y="855"/>
                    <a:pt x="296" y="855"/>
                  </a:cubicBezTo>
                  <a:cubicBezTo>
                    <a:pt x="303" y="855"/>
                    <a:pt x="310" y="854"/>
                    <a:pt x="316" y="852"/>
                  </a:cubicBezTo>
                  <a:cubicBezTo>
                    <a:pt x="338" y="852"/>
                    <a:pt x="372" y="816"/>
                    <a:pt x="386" y="783"/>
                  </a:cubicBezTo>
                  <a:cubicBezTo>
                    <a:pt x="408" y="724"/>
                    <a:pt x="408" y="654"/>
                    <a:pt x="419" y="584"/>
                  </a:cubicBezTo>
                  <a:lnTo>
                    <a:pt x="408" y="584"/>
                  </a:lnTo>
                  <a:cubicBezTo>
                    <a:pt x="408" y="514"/>
                    <a:pt x="397" y="456"/>
                    <a:pt x="386" y="397"/>
                  </a:cubicBezTo>
                  <a:cubicBezTo>
                    <a:pt x="372" y="283"/>
                    <a:pt x="316" y="165"/>
                    <a:pt x="246" y="73"/>
                  </a:cubicBezTo>
                  <a:cubicBezTo>
                    <a:pt x="215" y="32"/>
                    <a:pt x="186" y="0"/>
                    <a:pt x="14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8" name="Google Shape;738;p15"/>
            <p:cNvSpPr/>
            <p:nvPr/>
          </p:nvSpPr>
          <p:spPr>
            <a:xfrm>
              <a:off x="7036273" y="1579451"/>
              <a:ext cx="36233" cy="47050"/>
            </a:xfrm>
            <a:custGeom>
              <a:avLst/>
              <a:gdLst/>
              <a:ahLst/>
              <a:cxnLst/>
              <a:rect l="l" t="t" r="r" b="b"/>
              <a:pathLst>
                <a:path w="479" h="622" extrusionOk="0">
                  <a:moveTo>
                    <a:pt x="108" y="58"/>
                  </a:moveTo>
                  <a:cubicBezTo>
                    <a:pt x="132" y="58"/>
                    <a:pt x="162" y="66"/>
                    <a:pt x="187" y="74"/>
                  </a:cubicBezTo>
                  <a:cubicBezTo>
                    <a:pt x="199" y="74"/>
                    <a:pt x="199" y="85"/>
                    <a:pt x="210" y="99"/>
                  </a:cubicBezTo>
                  <a:cubicBezTo>
                    <a:pt x="302" y="213"/>
                    <a:pt x="372" y="342"/>
                    <a:pt x="419" y="481"/>
                  </a:cubicBezTo>
                  <a:cubicBezTo>
                    <a:pt x="431" y="504"/>
                    <a:pt x="419" y="551"/>
                    <a:pt x="408" y="562"/>
                  </a:cubicBezTo>
                  <a:cubicBezTo>
                    <a:pt x="404" y="567"/>
                    <a:pt x="393" y="570"/>
                    <a:pt x="380" y="570"/>
                  </a:cubicBezTo>
                  <a:cubicBezTo>
                    <a:pt x="362" y="570"/>
                    <a:pt x="340" y="564"/>
                    <a:pt x="327" y="551"/>
                  </a:cubicBezTo>
                  <a:cubicBezTo>
                    <a:pt x="187" y="459"/>
                    <a:pt x="93" y="319"/>
                    <a:pt x="37" y="143"/>
                  </a:cubicBezTo>
                  <a:cubicBezTo>
                    <a:pt x="48" y="110"/>
                    <a:pt x="59" y="74"/>
                    <a:pt x="81" y="62"/>
                  </a:cubicBezTo>
                  <a:cubicBezTo>
                    <a:pt x="89" y="59"/>
                    <a:pt x="98" y="58"/>
                    <a:pt x="108" y="58"/>
                  </a:cubicBezTo>
                  <a:close/>
                  <a:moveTo>
                    <a:pt x="137" y="0"/>
                  </a:moveTo>
                  <a:cubicBezTo>
                    <a:pt x="116" y="0"/>
                    <a:pt x="94" y="6"/>
                    <a:pt x="70" y="15"/>
                  </a:cubicBezTo>
                  <a:cubicBezTo>
                    <a:pt x="23" y="40"/>
                    <a:pt x="0" y="85"/>
                    <a:pt x="0" y="143"/>
                  </a:cubicBezTo>
                  <a:cubicBezTo>
                    <a:pt x="37" y="353"/>
                    <a:pt x="151" y="504"/>
                    <a:pt x="327" y="610"/>
                  </a:cubicBezTo>
                  <a:lnTo>
                    <a:pt x="338" y="610"/>
                  </a:lnTo>
                  <a:cubicBezTo>
                    <a:pt x="356" y="617"/>
                    <a:pt x="373" y="621"/>
                    <a:pt x="389" y="621"/>
                  </a:cubicBezTo>
                  <a:cubicBezTo>
                    <a:pt x="443" y="621"/>
                    <a:pt x="478" y="578"/>
                    <a:pt x="478" y="504"/>
                  </a:cubicBezTo>
                  <a:lnTo>
                    <a:pt x="478" y="493"/>
                  </a:lnTo>
                  <a:cubicBezTo>
                    <a:pt x="419" y="319"/>
                    <a:pt x="338" y="169"/>
                    <a:pt x="221" y="40"/>
                  </a:cubicBezTo>
                  <a:cubicBezTo>
                    <a:pt x="194" y="12"/>
                    <a:pt x="167" y="0"/>
                    <a:pt x="137"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9" name="Google Shape;739;p15"/>
            <p:cNvSpPr/>
            <p:nvPr/>
          </p:nvSpPr>
          <p:spPr>
            <a:xfrm>
              <a:off x="6659514" y="1660310"/>
              <a:ext cx="29879" cy="66036"/>
            </a:xfrm>
            <a:custGeom>
              <a:avLst/>
              <a:gdLst/>
              <a:ahLst/>
              <a:cxnLst/>
              <a:rect l="l" t="t" r="r" b="b"/>
              <a:pathLst>
                <a:path w="395" h="873" extrusionOk="0">
                  <a:moveTo>
                    <a:pt x="245" y="50"/>
                  </a:moveTo>
                  <a:cubicBezTo>
                    <a:pt x="249" y="50"/>
                    <a:pt x="252" y="51"/>
                    <a:pt x="254" y="52"/>
                  </a:cubicBezTo>
                  <a:cubicBezTo>
                    <a:pt x="291" y="63"/>
                    <a:pt x="313" y="100"/>
                    <a:pt x="324" y="133"/>
                  </a:cubicBezTo>
                  <a:cubicBezTo>
                    <a:pt x="338" y="170"/>
                    <a:pt x="338" y="228"/>
                    <a:pt x="324" y="273"/>
                  </a:cubicBezTo>
                  <a:cubicBezTo>
                    <a:pt x="291" y="427"/>
                    <a:pt x="243" y="577"/>
                    <a:pt x="210" y="728"/>
                  </a:cubicBezTo>
                  <a:cubicBezTo>
                    <a:pt x="199" y="762"/>
                    <a:pt x="185" y="820"/>
                    <a:pt x="140" y="820"/>
                  </a:cubicBezTo>
                  <a:cubicBezTo>
                    <a:pt x="115" y="809"/>
                    <a:pt x="81" y="762"/>
                    <a:pt x="81" y="717"/>
                  </a:cubicBezTo>
                  <a:cubicBezTo>
                    <a:pt x="59" y="670"/>
                    <a:pt x="59" y="611"/>
                    <a:pt x="59" y="552"/>
                  </a:cubicBezTo>
                  <a:cubicBezTo>
                    <a:pt x="45" y="413"/>
                    <a:pt x="81" y="287"/>
                    <a:pt x="140" y="158"/>
                  </a:cubicBezTo>
                  <a:cubicBezTo>
                    <a:pt x="151" y="133"/>
                    <a:pt x="151" y="111"/>
                    <a:pt x="173" y="100"/>
                  </a:cubicBezTo>
                  <a:cubicBezTo>
                    <a:pt x="195" y="80"/>
                    <a:pt x="224" y="50"/>
                    <a:pt x="245" y="50"/>
                  </a:cubicBezTo>
                  <a:close/>
                  <a:moveTo>
                    <a:pt x="241" y="1"/>
                  </a:moveTo>
                  <a:cubicBezTo>
                    <a:pt x="201" y="1"/>
                    <a:pt x="160" y="21"/>
                    <a:pt x="129" y="63"/>
                  </a:cubicBezTo>
                  <a:cubicBezTo>
                    <a:pt x="115" y="89"/>
                    <a:pt x="104" y="100"/>
                    <a:pt x="92" y="122"/>
                  </a:cubicBezTo>
                  <a:cubicBezTo>
                    <a:pt x="11" y="273"/>
                    <a:pt x="0" y="438"/>
                    <a:pt x="0" y="600"/>
                  </a:cubicBezTo>
                  <a:cubicBezTo>
                    <a:pt x="11" y="670"/>
                    <a:pt x="23" y="751"/>
                    <a:pt x="59" y="820"/>
                  </a:cubicBezTo>
                  <a:cubicBezTo>
                    <a:pt x="76" y="855"/>
                    <a:pt x="104" y="873"/>
                    <a:pt x="135" y="873"/>
                  </a:cubicBezTo>
                  <a:cubicBezTo>
                    <a:pt x="165" y="873"/>
                    <a:pt x="197" y="855"/>
                    <a:pt x="221" y="820"/>
                  </a:cubicBezTo>
                  <a:cubicBezTo>
                    <a:pt x="232" y="798"/>
                    <a:pt x="243" y="762"/>
                    <a:pt x="254" y="728"/>
                  </a:cubicBezTo>
                  <a:cubicBezTo>
                    <a:pt x="291" y="577"/>
                    <a:pt x="338" y="438"/>
                    <a:pt x="372" y="287"/>
                  </a:cubicBezTo>
                  <a:cubicBezTo>
                    <a:pt x="383" y="228"/>
                    <a:pt x="394" y="158"/>
                    <a:pt x="361" y="89"/>
                  </a:cubicBezTo>
                  <a:cubicBezTo>
                    <a:pt x="335" y="31"/>
                    <a:pt x="289" y="1"/>
                    <a:pt x="24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15"/>
            <p:cNvSpPr/>
            <p:nvPr/>
          </p:nvSpPr>
          <p:spPr>
            <a:xfrm>
              <a:off x="6679786" y="1597453"/>
              <a:ext cx="33434" cy="48638"/>
            </a:xfrm>
            <a:custGeom>
              <a:avLst/>
              <a:gdLst/>
              <a:ahLst/>
              <a:cxnLst/>
              <a:rect l="l" t="t" r="r" b="b"/>
              <a:pathLst>
                <a:path w="442" h="643" extrusionOk="0">
                  <a:moveTo>
                    <a:pt x="350" y="45"/>
                  </a:moveTo>
                  <a:cubicBezTo>
                    <a:pt x="372" y="56"/>
                    <a:pt x="383" y="104"/>
                    <a:pt x="405" y="126"/>
                  </a:cubicBezTo>
                  <a:lnTo>
                    <a:pt x="394" y="140"/>
                  </a:lnTo>
                  <a:cubicBezTo>
                    <a:pt x="394" y="162"/>
                    <a:pt x="394" y="185"/>
                    <a:pt x="383" y="210"/>
                  </a:cubicBezTo>
                  <a:cubicBezTo>
                    <a:pt x="350" y="336"/>
                    <a:pt x="291" y="442"/>
                    <a:pt x="185" y="545"/>
                  </a:cubicBezTo>
                  <a:cubicBezTo>
                    <a:pt x="162" y="570"/>
                    <a:pt x="104" y="593"/>
                    <a:pt x="81" y="593"/>
                  </a:cubicBezTo>
                  <a:cubicBezTo>
                    <a:pt x="34" y="570"/>
                    <a:pt x="45" y="512"/>
                    <a:pt x="56" y="464"/>
                  </a:cubicBezTo>
                  <a:cubicBezTo>
                    <a:pt x="104" y="350"/>
                    <a:pt x="162" y="243"/>
                    <a:pt x="210" y="126"/>
                  </a:cubicBezTo>
                  <a:cubicBezTo>
                    <a:pt x="221" y="104"/>
                    <a:pt x="232" y="93"/>
                    <a:pt x="243" y="81"/>
                  </a:cubicBezTo>
                  <a:cubicBezTo>
                    <a:pt x="280" y="56"/>
                    <a:pt x="313" y="45"/>
                    <a:pt x="350" y="45"/>
                  </a:cubicBezTo>
                  <a:close/>
                  <a:moveTo>
                    <a:pt x="291" y="0"/>
                  </a:moveTo>
                  <a:cubicBezTo>
                    <a:pt x="232" y="0"/>
                    <a:pt x="196" y="34"/>
                    <a:pt x="174" y="81"/>
                  </a:cubicBezTo>
                  <a:cubicBezTo>
                    <a:pt x="115" y="210"/>
                    <a:pt x="70" y="336"/>
                    <a:pt x="12" y="464"/>
                  </a:cubicBezTo>
                  <a:cubicBezTo>
                    <a:pt x="0" y="500"/>
                    <a:pt x="0" y="523"/>
                    <a:pt x="0" y="559"/>
                  </a:cubicBezTo>
                  <a:cubicBezTo>
                    <a:pt x="9" y="610"/>
                    <a:pt x="42" y="642"/>
                    <a:pt x="87" y="642"/>
                  </a:cubicBezTo>
                  <a:cubicBezTo>
                    <a:pt x="104" y="642"/>
                    <a:pt x="121" y="638"/>
                    <a:pt x="140" y="629"/>
                  </a:cubicBezTo>
                  <a:cubicBezTo>
                    <a:pt x="185" y="615"/>
                    <a:pt x="232" y="581"/>
                    <a:pt x="255" y="545"/>
                  </a:cubicBezTo>
                  <a:cubicBezTo>
                    <a:pt x="313" y="453"/>
                    <a:pt x="372" y="350"/>
                    <a:pt x="419" y="243"/>
                  </a:cubicBezTo>
                  <a:cubicBezTo>
                    <a:pt x="431" y="210"/>
                    <a:pt x="431" y="174"/>
                    <a:pt x="442" y="140"/>
                  </a:cubicBezTo>
                  <a:cubicBezTo>
                    <a:pt x="431" y="45"/>
                    <a:pt x="383" y="0"/>
                    <a:pt x="29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1" name="Google Shape;741;p15"/>
            <p:cNvSpPr/>
            <p:nvPr/>
          </p:nvSpPr>
          <p:spPr>
            <a:xfrm>
              <a:off x="7015094" y="1744269"/>
              <a:ext cx="30635" cy="22617"/>
            </a:xfrm>
            <a:custGeom>
              <a:avLst/>
              <a:gdLst/>
              <a:ahLst/>
              <a:cxnLst/>
              <a:rect l="l" t="t" r="r" b="b"/>
              <a:pathLst>
                <a:path w="405" h="299" extrusionOk="0">
                  <a:moveTo>
                    <a:pt x="129" y="48"/>
                  </a:moveTo>
                  <a:cubicBezTo>
                    <a:pt x="222" y="60"/>
                    <a:pt x="280" y="71"/>
                    <a:pt x="317" y="141"/>
                  </a:cubicBezTo>
                  <a:cubicBezTo>
                    <a:pt x="328" y="166"/>
                    <a:pt x="328" y="199"/>
                    <a:pt x="317" y="236"/>
                  </a:cubicBezTo>
                  <a:cubicBezTo>
                    <a:pt x="317" y="244"/>
                    <a:pt x="293" y="251"/>
                    <a:pt x="271" y="251"/>
                  </a:cubicBezTo>
                  <a:cubicBezTo>
                    <a:pt x="262" y="251"/>
                    <a:pt x="253" y="250"/>
                    <a:pt x="247" y="247"/>
                  </a:cubicBezTo>
                  <a:cubicBezTo>
                    <a:pt x="199" y="236"/>
                    <a:pt x="141" y="211"/>
                    <a:pt x="107" y="177"/>
                  </a:cubicBezTo>
                  <a:cubicBezTo>
                    <a:pt x="82" y="166"/>
                    <a:pt x="60" y="130"/>
                    <a:pt x="71" y="107"/>
                  </a:cubicBezTo>
                  <a:cubicBezTo>
                    <a:pt x="82" y="85"/>
                    <a:pt x="118" y="60"/>
                    <a:pt x="129" y="48"/>
                  </a:cubicBezTo>
                  <a:close/>
                  <a:moveTo>
                    <a:pt x="152" y="1"/>
                  </a:moveTo>
                  <a:cubicBezTo>
                    <a:pt x="82" y="1"/>
                    <a:pt x="37" y="37"/>
                    <a:pt x="12" y="96"/>
                  </a:cubicBezTo>
                  <a:cubicBezTo>
                    <a:pt x="1" y="141"/>
                    <a:pt x="12" y="188"/>
                    <a:pt x="82" y="236"/>
                  </a:cubicBezTo>
                  <a:cubicBezTo>
                    <a:pt x="129" y="258"/>
                    <a:pt x="188" y="280"/>
                    <a:pt x="247" y="294"/>
                  </a:cubicBezTo>
                  <a:cubicBezTo>
                    <a:pt x="259" y="297"/>
                    <a:pt x="270" y="298"/>
                    <a:pt x="280" y="298"/>
                  </a:cubicBezTo>
                  <a:cubicBezTo>
                    <a:pt x="362" y="298"/>
                    <a:pt x="405" y="225"/>
                    <a:pt x="373" y="141"/>
                  </a:cubicBezTo>
                  <a:cubicBezTo>
                    <a:pt x="339" y="48"/>
                    <a:pt x="247" y="1"/>
                    <a:pt x="15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2" name="Google Shape;742;p15"/>
            <p:cNvSpPr/>
            <p:nvPr/>
          </p:nvSpPr>
          <p:spPr>
            <a:xfrm>
              <a:off x="7064335" y="1763255"/>
              <a:ext cx="23979" cy="25265"/>
            </a:xfrm>
            <a:custGeom>
              <a:avLst/>
              <a:gdLst/>
              <a:ahLst/>
              <a:cxnLst/>
              <a:rect l="l" t="t" r="r" b="b"/>
              <a:pathLst>
                <a:path w="317" h="334" extrusionOk="0">
                  <a:moveTo>
                    <a:pt x="96" y="55"/>
                  </a:moveTo>
                  <a:cubicBezTo>
                    <a:pt x="107" y="55"/>
                    <a:pt x="118" y="58"/>
                    <a:pt x="129" y="66"/>
                  </a:cubicBezTo>
                  <a:cubicBezTo>
                    <a:pt x="199" y="113"/>
                    <a:pt x="247" y="169"/>
                    <a:pt x="247" y="217"/>
                  </a:cubicBezTo>
                  <a:cubicBezTo>
                    <a:pt x="247" y="254"/>
                    <a:pt x="224" y="282"/>
                    <a:pt x="193" y="282"/>
                  </a:cubicBezTo>
                  <a:cubicBezTo>
                    <a:pt x="185" y="282"/>
                    <a:pt x="175" y="280"/>
                    <a:pt x="166" y="275"/>
                  </a:cubicBezTo>
                  <a:cubicBezTo>
                    <a:pt x="107" y="264"/>
                    <a:pt x="48" y="158"/>
                    <a:pt x="60" y="99"/>
                  </a:cubicBezTo>
                  <a:cubicBezTo>
                    <a:pt x="60" y="69"/>
                    <a:pt x="76" y="55"/>
                    <a:pt x="96" y="55"/>
                  </a:cubicBezTo>
                  <a:close/>
                  <a:moveTo>
                    <a:pt x="102" y="1"/>
                  </a:moveTo>
                  <a:cubicBezTo>
                    <a:pt x="46" y="1"/>
                    <a:pt x="1" y="43"/>
                    <a:pt x="1" y="113"/>
                  </a:cubicBezTo>
                  <a:cubicBezTo>
                    <a:pt x="1" y="205"/>
                    <a:pt x="48" y="275"/>
                    <a:pt x="129" y="323"/>
                  </a:cubicBezTo>
                  <a:cubicBezTo>
                    <a:pt x="155" y="334"/>
                    <a:pt x="166" y="334"/>
                    <a:pt x="177" y="334"/>
                  </a:cubicBezTo>
                  <a:cubicBezTo>
                    <a:pt x="269" y="334"/>
                    <a:pt x="317" y="275"/>
                    <a:pt x="294" y="194"/>
                  </a:cubicBezTo>
                  <a:cubicBezTo>
                    <a:pt x="280" y="124"/>
                    <a:pt x="236" y="66"/>
                    <a:pt x="166" y="18"/>
                  </a:cubicBezTo>
                  <a:cubicBezTo>
                    <a:pt x="144" y="6"/>
                    <a:pt x="122" y="1"/>
                    <a:pt x="10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3" name="Google Shape;743;p15"/>
            <p:cNvSpPr/>
            <p:nvPr/>
          </p:nvSpPr>
          <p:spPr>
            <a:xfrm>
              <a:off x="6976442" y="1731108"/>
              <a:ext cx="23752" cy="20575"/>
            </a:xfrm>
            <a:custGeom>
              <a:avLst/>
              <a:gdLst/>
              <a:ahLst/>
              <a:cxnLst/>
              <a:rect l="l" t="t" r="r" b="b"/>
              <a:pathLst>
                <a:path w="314" h="272" extrusionOk="0">
                  <a:moveTo>
                    <a:pt x="116" y="45"/>
                  </a:moveTo>
                  <a:cubicBezTo>
                    <a:pt x="123" y="45"/>
                    <a:pt x="131" y="47"/>
                    <a:pt x="140" y="49"/>
                  </a:cubicBezTo>
                  <a:cubicBezTo>
                    <a:pt x="210" y="60"/>
                    <a:pt x="255" y="105"/>
                    <a:pt x="269" y="164"/>
                  </a:cubicBezTo>
                  <a:cubicBezTo>
                    <a:pt x="269" y="175"/>
                    <a:pt x="255" y="200"/>
                    <a:pt x="244" y="211"/>
                  </a:cubicBezTo>
                  <a:cubicBezTo>
                    <a:pt x="233" y="228"/>
                    <a:pt x="212" y="236"/>
                    <a:pt x="189" y="236"/>
                  </a:cubicBezTo>
                  <a:cubicBezTo>
                    <a:pt x="166" y="236"/>
                    <a:pt x="139" y="228"/>
                    <a:pt x="115" y="211"/>
                  </a:cubicBezTo>
                  <a:cubicBezTo>
                    <a:pt x="71" y="189"/>
                    <a:pt x="45" y="153"/>
                    <a:pt x="59" y="94"/>
                  </a:cubicBezTo>
                  <a:cubicBezTo>
                    <a:pt x="68" y="67"/>
                    <a:pt x="85" y="45"/>
                    <a:pt x="116" y="45"/>
                  </a:cubicBezTo>
                  <a:close/>
                  <a:moveTo>
                    <a:pt x="133" y="1"/>
                  </a:moveTo>
                  <a:cubicBezTo>
                    <a:pt x="127" y="1"/>
                    <a:pt x="121" y="1"/>
                    <a:pt x="115" y="2"/>
                  </a:cubicBezTo>
                  <a:cubicBezTo>
                    <a:pt x="45" y="2"/>
                    <a:pt x="1" y="60"/>
                    <a:pt x="12" y="130"/>
                  </a:cubicBezTo>
                  <a:cubicBezTo>
                    <a:pt x="12" y="206"/>
                    <a:pt x="82" y="271"/>
                    <a:pt x="177" y="271"/>
                  </a:cubicBezTo>
                  <a:cubicBezTo>
                    <a:pt x="184" y="271"/>
                    <a:pt x="192" y="271"/>
                    <a:pt x="199" y="270"/>
                  </a:cubicBezTo>
                  <a:cubicBezTo>
                    <a:pt x="280" y="270"/>
                    <a:pt x="314" y="222"/>
                    <a:pt x="314" y="153"/>
                  </a:cubicBezTo>
                  <a:cubicBezTo>
                    <a:pt x="303" y="77"/>
                    <a:pt x="221" y="1"/>
                    <a:pt x="13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4" name="Google Shape;744;p15"/>
            <p:cNvSpPr/>
            <p:nvPr/>
          </p:nvSpPr>
          <p:spPr>
            <a:xfrm>
              <a:off x="6722068" y="1759321"/>
              <a:ext cx="29879" cy="23979"/>
            </a:xfrm>
            <a:custGeom>
              <a:avLst/>
              <a:gdLst/>
              <a:ahLst/>
              <a:cxnLst/>
              <a:rect l="l" t="t" r="r" b="b"/>
              <a:pathLst>
                <a:path w="395" h="317" extrusionOk="0">
                  <a:moveTo>
                    <a:pt x="224" y="50"/>
                  </a:moveTo>
                  <a:cubicBezTo>
                    <a:pt x="239" y="50"/>
                    <a:pt x="253" y="53"/>
                    <a:pt x="266" y="59"/>
                  </a:cubicBezTo>
                  <a:cubicBezTo>
                    <a:pt x="313" y="70"/>
                    <a:pt x="324" y="118"/>
                    <a:pt x="302" y="151"/>
                  </a:cubicBezTo>
                  <a:cubicBezTo>
                    <a:pt x="254" y="210"/>
                    <a:pt x="196" y="246"/>
                    <a:pt x="126" y="257"/>
                  </a:cubicBezTo>
                  <a:cubicBezTo>
                    <a:pt x="121" y="258"/>
                    <a:pt x="117" y="259"/>
                    <a:pt x="113" y="259"/>
                  </a:cubicBezTo>
                  <a:cubicBezTo>
                    <a:pt x="74" y="259"/>
                    <a:pt x="46" y="217"/>
                    <a:pt x="56" y="176"/>
                  </a:cubicBezTo>
                  <a:cubicBezTo>
                    <a:pt x="68" y="110"/>
                    <a:pt x="155" y="50"/>
                    <a:pt x="224" y="50"/>
                  </a:cubicBezTo>
                  <a:close/>
                  <a:moveTo>
                    <a:pt x="230" y="0"/>
                  </a:moveTo>
                  <a:cubicBezTo>
                    <a:pt x="129" y="0"/>
                    <a:pt x="9" y="81"/>
                    <a:pt x="0" y="188"/>
                  </a:cubicBezTo>
                  <a:cubicBezTo>
                    <a:pt x="0" y="257"/>
                    <a:pt x="45" y="316"/>
                    <a:pt x="115" y="316"/>
                  </a:cubicBezTo>
                  <a:cubicBezTo>
                    <a:pt x="210" y="291"/>
                    <a:pt x="291" y="257"/>
                    <a:pt x="349" y="188"/>
                  </a:cubicBezTo>
                  <a:cubicBezTo>
                    <a:pt x="394" y="118"/>
                    <a:pt x="372" y="37"/>
                    <a:pt x="291" y="12"/>
                  </a:cubicBezTo>
                  <a:cubicBezTo>
                    <a:pt x="272" y="4"/>
                    <a:pt x="252" y="0"/>
                    <a:pt x="23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15"/>
            <p:cNvSpPr/>
            <p:nvPr/>
          </p:nvSpPr>
          <p:spPr>
            <a:xfrm>
              <a:off x="6681450" y="1782391"/>
              <a:ext cx="22920" cy="26702"/>
            </a:xfrm>
            <a:custGeom>
              <a:avLst/>
              <a:gdLst/>
              <a:ahLst/>
              <a:cxnLst/>
              <a:rect l="l" t="t" r="r" b="b"/>
              <a:pathLst>
                <a:path w="303" h="353" extrusionOk="0">
                  <a:moveTo>
                    <a:pt x="191" y="49"/>
                  </a:moveTo>
                  <a:cubicBezTo>
                    <a:pt x="216" y="49"/>
                    <a:pt x="244" y="81"/>
                    <a:pt x="244" y="126"/>
                  </a:cubicBezTo>
                  <a:lnTo>
                    <a:pt x="258" y="140"/>
                  </a:lnTo>
                  <a:cubicBezTo>
                    <a:pt x="221" y="184"/>
                    <a:pt x="199" y="232"/>
                    <a:pt x="163" y="279"/>
                  </a:cubicBezTo>
                  <a:cubicBezTo>
                    <a:pt x="157" y="285"/>
                    <a:pt x="143" y="288"/>
                    <a:pt x="126" y="288"/>
                  </a:cubicBezTo>
                  <a:cubicBezTo>
                    <a:pt x="110" y="288"/>
                    <a:pt x="93" y="285"/>
                    <a:pt x="82" y="279"/>
                  </a:cubicBezTo>
                  <a:cubicBezTo>
                    <a:pt x="71" y="265"/>
                    <a:pt x="59" y="232"/>
                    <a:pt x="59" y="209"/>
                  </a:cubicBezTo>
                  <a:cubicBezTo>
                    <a:pt x="71" y="140"/>
                    <a:pt x="118" y="92"/>
                    <a:pt x="174" y="56"/>
                  </a:cubicBezTo>
                  <a:cubicBezTo>
                    <a:pt x="179" y="51"/>
                    <a:pt x="185" y="49"/>
                    <a:pt x="191" y="49"/>
                  </a:cubicBezTo>
                  <a:close/>
                  <a:moveTo>
                    <a:pt x="200" y="1"/>
                  </a:moveTo>
                  <a:cubicBezTo>
                    <a:pt x="172" y="1"/>
                    <a:pt x="142" y="18"/>
                    <a:pt x="118" y="33"/>
                  </a:cubicBezTo>
                  <a:cubicBezTo>
                    <a:pt x="59" y="81"/>
                    <a:pt x="23" y="140"/>
                    <a:pt x="12" y="221"/>
                  </a:cubicBezTo>
                  <a:cubicBezTo>
                    <a:pt x="1" y="265"/>
                    <a:pt x="23" y="302"/>
                    <a:pt x="59" y="335"/>
                  </a:cubicBezTo>
                  <a:cubicBezTo>
                    <a:pt x="80" y="347"/>
                    <a:pt x="101" y="353"/>
                    <a:pt x="121" y="353"/>
                  </a:cubicBezTo>
                  <a:cubicBezTo>
                    <a:pt x="145" y="353"/>
                    <a:pt x="168" y="344"/>
                    <a:pt x="188" y="324"/>
                  </a:cubicBezTo>
                  <a:cubicBezTo>
                    <a:pt x="258" y="279"/>
                    <a:pt x="291" y="209"/>
                    <a:pt x="302" y="103"/>
                  </a:cubicBezTo>
                  <a:cubicBezTo>
                    <a:pt x="280" y="81"/>
                    <a:pt x="269" y="33"/>
                    <a:pt x="233" y="11"/>
                  </a:cubicBezTo>
                  <a:cubicBezTo>
                    <a:pt x="223" y="4"/>
                    <a:pt x="212" y="1"/>
                    <a:pt x="20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15"/>
            <p:cNvSpPr/>
            <p:nvPr/>
          </p:nvSpPr>
          <p:spPr>
            <a:xfrm>
              <a:off x="6764275" y="1741697"/>
              <a:ext cx="23752" cy="21256"/>
            </a:xfrm>
            <a:custGeom>
              <a:avLst/>
              <a:gdLst/>
              <a:ahLst/>
              <a:cxnLst/>
              <a:rect l="l" t="t" r="r" b="b"/>
              <a:pathLst>
                <a:path w="314" h="281" extrusionOk="0">
                  <a:moveTo>
                    <a:pt x="198" y="46"/>
                  </a:moveTo>
                  <a:cubicBezTo>
                    <a:pt x="229" y="46"/>
                    <a:pt x="255" y="88"/>
                    <a:pt x="255" y="130"/>
                  </a:cubicBezTo>
                  <a:cubicBezTo>
                    <a:pt x="255" y="180"/>
                    <a:pt x="179" y="239"/>
                    <a:pt x="121" y="239"/>
                  </a:cubicBezTo>
                  <a:cubicBezTo>
                    <a:pt x="111" y="239"/>
                    <a:pt x="101" y="237"/>
                    <a:pt x="93" y="233"/>
                  </a:cubicBezTo>
                  <a:cubicBezTo>
                    <a:pt x="46" y="222"/>
                    <a:pt x="34" y="164"/>
                    <a:pt x="71" y="130"/>
                  </a:cubicBezTo>
                  <a:cubicBezTo>
                    <a:pt x="93" y="94"/>
                    <a:pt x="141" y="71"/>
                    <a:pt x="185" y="49"/>
                  </a:cubicBezTo>
                  <a:cubicBezTo>
                    <a:pt x="190" y="47"/>
                    <a:pt x="194" y="46"/>
                    <a:pt x="198" y="46"/>
                  </a:cubicBezTo>
                  <a:close/>
                  <a:moveTo>
                    <a:pt x="191" y="0"/>
                  </a:moveTo>
                  <a:cubicBezTo>
                    <a:pt x="186" y="0"/>
                    <a:pt x="180" y="1"/>
                    <a:pt x="174" y="1"/>
                  </a:cubicBezTo>
                  <a:cubicBezTo>
                    <a:pt x="82" y="1"/>
                    <a:pt x="1" y="82"/>
                    <a:pt x="12" y="175"/>
                  </a:cubicBezTo>
                  <a:cubicBezTo>
                    <a:pt x="12" y="245"/>
                    <a:pt x="57" y="281"/>
                    <a:pt x="127" y="281"/>
                  </a:cubicBezTo>
                  <a:cubicBezTo>
                    <a:pt x="233" y="281"/>
                    <a:pt x="314" y="200"/>
                    <a:pt x="303" y="119"/>
                  </a:cubicBezTo>
                  <a:cubicBezTo>
                    <a:pt x="303" y="55"/>
                    <a:pt x="253" y="0"/>
                    <a:pt x="19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47" name="Google Shape;747;p15"/>
          <p:cNvGrpSpPr/>
          <p:nvPr/>
        </p:nvGrpSpPr>
        <p:grpSpPr>
          <a:xfrm>
            <a:off x="6222145" y="3171574"/>
            <a:ext cx="924794" cy="716388"/>
            <a:chOff x="7672927" y="1351323"/>
            <a:chExt cx="560889" cy="434491"/>
          </a:xfrm>
        </p:grpSpPr>
        <p:sp>
          <p:nvSpPr>
            <p:cNvPr id="748" name="Google Shape;748;p15"/>
            <p:cNvSpPr/>
            <p:nvPr/>
          </p:nvSpPr>
          <p:spPr>
            <a:xfrm>
              <a:off x="7672927" y="1351323"/>
              <a:ext cx="560889" cy="434491"/>
            </a:xfrm>
            <a:custGeom>
              <a:avLst/>
              <a:gdLst/>
              <a:ahLst/>
              <a:cxnLst/>
              <a:rect l="l" t="t" r="r" b="b"/>
              <a:pathLst>
                <a:path w="7415" h="5744" extrusionOk="0">
                  <a:moveTo>
                    <a:pt x="5035" y="0"/>
                  </a:moveTo>
                  <a:cubicBezTo>
                    <a:pt x="4627" y="0"/>
                    <a:pt x="4215" y="119"/>
                    <a:pt x="3853" y="366"/>
                  </a:cubicBezTo>
                  <a:cubicBezTo>
                    <a:pt x="3842" y="377"/>
                    <a:pt x="3817" y="391"/>
                    <a:pt x="3806" y="402"/>
                  </a:cubicBezTo>
                  <a:cubicBezTo>
                    <a:pt x="3783" y="413"/>
                    <a:pt x="3772" y="424"/>
                    <a:pt x="3747" y="436"/>
                  </a:cubicBezTo>
                  <a:cubicBezTo>
                    <a:pt x="3736" y="447"/>
                    <a:pt x="3725" y="461"/>
                    <a:pt x="3702" y="472"/>
                  </a:cubicBezTo>
                  <a:cubicBezTo>
                    <a:pt x="3364" y="704"/>
                    <a:pt x="3107" y="1031"/>
                    <a:pt x="2945" y="1402"/>
                  </a:cubicBezTo>
                  <a:cubicBezTo>
                    <a:pt x="2758" y="1858"/>
                    <a:pt x="2747" y="2369"/>
                    <a:pt x="2898" y="2835"/>
                  </a:cubicBezTo>
                  <a:lnTo>
                    <a:pt x="2780" y="2916"/>
                  </a:lnTo>
                  <a:lnTo>
                    <a:pt x="2769" y="2916"/>
                  </a:lnTo>
                  <a:cubicBezTo>
                    <a:pt x="2710" y="2961"/>
                    <a:pt x="2666" y="3020"/>
                    <a:pt x="2641" y="3078"/>
                  </a:cubicBezTo>
                  <a:cubicBezTo>
                    <a:pt x="2641" y="3090"/>
                    <a:pt x="2629" y="3101"/>
                    <a:pt x="2629" y="3115"/>
                  </a:cubicBezTo>
                  <a:lnTo>
                    <a:pt x="163" y="4813"/>
                  </a:lnTo>
                  <a:cubicBezTo>
                    <a:pt x="104" y="4847"/>
                    <a:pt x="70" y="4905"/>
                    <a:pt x="34" y="4964"/>
                  </a:cubicBezTo>
                  <a:cubicBezTo>
                    <a:pt x="12" y="5045"/>
                    <a:pt x="1" y="5140"/>
                    <a:pt x="34" y="5232"/>
                  </a:cubicBezTo>
                  <a:cubicBezTo>
                    <a:pt x="56" y="5336"/>
                    <a:pt x="104" y="5419"/>
                    <a:pt x="140" y="5464"/>
                  </a:cubicBezTo>
                  <a:cubicBezTo>
                    <a:pt x="174" y="5523"/>
                    <a:pt x="232" y="5593"/>
                    <a:pt x="314" y="5651"/>
                  </a:cubicBezTo>
                  <a:cubicBezTo>
                    <a:pt x="406" y="5721"/>
                    <a:pt x="490" y="5744"/>
                    <a:pt x="571" y="5744"/>
                  </a:cubicBezTo>
                  <a:cubicBezTo>
                    <a:pt x="640" y="5744"/>
                    <a:pt x="710" y="5710"/>
                    <a:pt x="769" y="5674"/>
                  </a:cubicBezTo>
                  <a:lnTo>
                    <a:pt x="3236" y="3975"/>
                  </a:lnTo>
                  <a:cubicBezTo>
                    <a:pt x="3249" y="3977"/>
                    <a:pt x="3263" y="3978"/>
                    <a:pt x="3276" y="3978"/>
                  </a:cubicBezTo>
                  <a:cubicBezTo>
                    <a:pt x="3340" y="3978"/>
                    <a:pt x="3398" y="3956"/>
                    <a:pt x="3456" y="3917"/>
                  </a:cubicBezTo>
                  <a:lnTo>
                    <a:pt x="3585" y="3835"/>
                  </a:lnTo>
                  <a:cubicBezTo>
                    <a:pt x="3960" y="4137"/>
                    <a:pt x="4421" y="4292"/>
                    <a:pt x="4885" y="4292"/>
                  </a:cubicBezTo>
                  <a:cubicBezTo>
                    <a:pt x="5299" y="4292"/>
                    <a:pt x="5715" y="4169"/>
                    <a:pt x="6077" y="3917"/>
                  </a:cubicBezTo>
                  <a:cubicBezTo>
                    <a:pt x="6099" y="3905"/>
                    <a:pt x="6122" y="3883"/>
                    <a:pt x="6147" y="3869"/>
                  </a:cubicBezTo>
                  <a:cubicBezTo>
                    <a:pt x="6169" y="3847"/>
                    <a:pt x="6203" y="3835"/>
                    <a:pt x="6228" y="3813"/>
                  </a:cubicBezTo>
                  <a:cubicBezTo>
                    <a:pt x="7169" y="3159"/>
                    <a:pt x="7415" y="1858"/>
                    <a:pt x="6761" y="902"/>
                  </a:cubicBezTo>
                  <a:cubicBezTo>
                    <a:pt x="6357" y="316"/>
                    <a:pt x="5702" y="0"/>
                    <a:pt x="5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15"/>
            <p:cNvSpPr/>
            <p:nvPr/>
          </p:nvSpPr>
          <p:spPr>
            <a:xfrm>
              <a:off x="7896517" y="1593747"/>
              <a:ext cx="24811" cy="32753"/>
            </a:xfrm>
            <a:custGeom>
              <a:avLst/>
              <a:gdLst/>
              <a:ahLst/>
              <a:cxnLst/>
              <a:rect l="l" t="t" r="r" b="b"/>
              <a:pathLst>
                <a:path w="328" h="433" extrusionOk="0">
                  <a:moveTo>
                    <a:pt x="20" y="0"/>
                  </a:moveTo>
                  <a:cubicBezTo>
                    <a:pt x="16" y="0"/>
                    <a:pt x="14" y="1"/>
                    <a:pt x="11" y="2"/>
                  </a:cubicBezTo>
                  <a:cubicBezTo>
                    <a:pt x="0" y="2"/>
                    <a:pt x="0" y="24"/>
                    <a:pt x="11" y="49"/>
                  </a:cubicBezTo>
                  <a:cubicBezTo>
                    <a:pt x="59" y="61"/>
                    <a:pt x="129" y="119"/>
                    <a:pt x="187" y="200"/>
                  </a:cubicBezTo>
                  <a:cubicBezTo>
                    <a:pt x="232" y="270"/>
                    <a:pt x="269" y="362"/>
                    <a:pt x="257" y="410"/>
                  </a:cubicBezTo>
                  <a:cubicBezTo>
                    <a:pt x="280" y="432"/>
                    <a:pt x="302" y="432"/>
                    <a:pt x="302" y="432"/>
                  </a:cubicBezTo>
                  <a:cubicBezTo>
                    <a:pt x="313" y="421"/>
                    <a:pt x="313" y="421"/>
                    <a:pt x="313" y="410"/>
                  </a:cubicBezTo>
                  <a:cubicBezTo>
                    <a:pt x="327" y="373"/>
                    <a:pt x="291" y="281"/>
                    <a:pt x="221" y="175"/>
                  </a:cubicBezTo>
                  <a:cubicBezTo>
                    <a:pt x="138" y="49"/>
                    <a:pt x="52" y="0"/>
                    <a:pt x="20"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15"/>
            <p:cNvSpPr/>
            <p:nvPr/>
          </p:nvSpPr>
          <p:spPr>
            <a:xfrm>
              <a:off x="7901811" y="1573551"/>
              <a:ext cx="48411" cy="49319"/>
            </a:xfrm>
            <a:custGeom>
              <a:avLst/>
              <a:gdLst/>
              <a:ahLst/>
              <a:cxnLst/>
              <a:rect l="l" t="t" r="r" b="b"/>
              <a:pathLst>
                <a:path w="640" h="652" extrusionOk="0">
                  <a:moveTo>
                    <a:pt x="327" y="1"/>
                  </a:moveTo>
                  <a:lnTo>
                    <a:pt x="0" y="221"/>
                  </a:lnTo>
                  <a:cubicBezTo>
                    <a:pt x="59" y="258"/>
                    <a:pt x="140" y="328"/>
                    <a:pt x="187" y="409"/>
                  </a:cubicBezTo>
                  <a:cubicBezTo>
                    <a:pt x="257" y="501"/>
                    <a:pt x="291" y="596"/>
                    <a:pt x="291" y="652"/>
                  </a:cubicBezTo>
                  <a:lnTo>
                    <a:pt x="618" y="431"/>
                  </a:lnTo>
                  <a:cubicBezTo>
                    <a:pt x="640" y="420"/>
                    <a:pt x="629" y="316"/>
                    <a:pt x="537" y="177"/>
                  </a:cubicBezTo>
                  <a:cubicBezTo>
                    <a:pt x="489" y="118"/>
                    <a:pt x="442" y="59"/>
                    <a:pt x="408" y="37"/>
                  </a:cubicBezTo>
                  <a:cubicBezTo>
                    <a:pt x="361" y="1"/>
                    <a:pt x="338" y="1"/>
                    <a:pt x="327"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1" name="Google Shape;751;p15"/>
            <p:cNvSpPr/>
            <p:nvPr/>
          </p:nvSpPr>
          <p:spPr>
            <a:xfrm>
              <a:off x="7704620" y="1601538"/>
              <a:ext cx="207790" cy="155294"/>
            </a:xfrm>
            <a:custGeom>
              <a:avLst/>
              <a:gdLst/>
              <a:ahLst/>
              <a:cxnLst/>
              <a:rect l="l" t="t" r="r" b="b"/>
              <a:pathLst>
                <a:path w="2747" h="2053" extrusionOk="0">
                  <a:moveTo>
                    <a:pt x="2543" y="0"/>
                  </a:moveTo>
                  <a:cubicBezTo>
                    <a:pt x="2541" y="0"/>
                    <a:pt x="2539" y="1"/>
                    <a:pt x="2537" y="2"/>
                  </a:cubicBezTo>
                  <a:lnTo>
                    <a:pt x="1" y="1748"/>
                  </a:lnTo>
                  <a:cubicBezTo>
                    <a:pt x="1" y="1748"/>
                    <a:pt x="12" y="1762"/>
                    <a:pt x="23" y="1762"/>
                  </a:cubicBezTo>
                  <a:cubicBezTo>
                    <a:pt x="57" y="1796"/>
                    <a:pt x="93" y="1832"/>
                    <a:pt x="126" y="1877"/>
                  </a:cubicBezTo>
                  <a:cubicBezTo>
                    <a:pt x="163" y="1935"/>
                    <a:pt x="196" y="1994"/>
                    <a:pt x="196" y="2053"/>
                  </a:cubicBezTo>
                  <a:lnTo>
                    <a:pt x="2747" y="296"/>
                  </a:lnTo>
                  <a:cubicBezTo>
                    <a:pt x="2747" y="296"/>
                    <a:pt x="2747" y="226"/>
                    <a:pt x="2677" y="120"/>
                  </a:cubicBezTo>
                  <a:cubicBezTo>
                    <a:pt x="2615" y="38"/>
                    <a:pt x="2562" y="0"/>
                    <a:pt x="2543"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15"/>
            <p:cNvSpPr/>
            <p:nvPr/>
          </p:nvSpPr>
          <p:spPr>
            <a:xfrm>
              <a:off x="7699325" y="1736478"/>
              <a:ext cx="17625" cy="22920"/>
            </a:xfrm>
            <a:custGeom>
              <a:avLst/>
              <a:gdLst/>
              <a:ahLst/>
              <a:cxnLst/>
              <a:rect l="l" t="t" r="r" b="b"/>
              <a:pathLst>
                <a:path w="233" h="303" extrusionOk="0">
                  <a:moveTo>
                    <a:pt x="12" y="1"/>
                  </a:moveTo>
                  <a:cubicBezTo>
                    <a:pt x="12" y="1"/>
                    <a:pt x="1" y="12"/>
                    <a:pt x="12" y="59"/>
                  </a:cubicBezTo>
                  <a:cubicBezTo>
                    <a:pt x="23" y="93"/>
                    <a:pt x="46" y="140"/>
                    <a:pt x="82" y="174"/>
                  </a:cubicBezTo>
                  <a:cubicBezTo>
                    <a:pt x="104" y="221"/>
                    <a:pt x="141" y="258"/>
                    <a:pt x="174" y="280"/>
                  </a:cubicBezTo>
                  <a:cubicBezTo>
                    <a:pt x="196" y="302"/>
                    <a:pt x="222" y="302"/>
                    <a:pt x="222" y="302"/>
                  </a:cubicBezTo>
                  <a:cubicBezTo>
                    <a:pt x="233" y="280"/>
                    <a:pt x="222" y="210"/>
                    <a:pt x="152" y="129"/>
                  </a:cubicBezTo>
                  <a:cubicBezTo>
                    <a:pt x="127" y="82"/>
                    <a:pt x="93" y="48"/>
                    <a:pt x="57" y="23"/>
                  </a:cubicBezTo>
                  <a:cubicBezTo>
                    <a:pt x="34" y="1"/>
                    <a:pt x="12" y="1"/>
                    <a:pt x="1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15"/>
            <p:cNvSpPr/>
            <p:nvPr/>
          </p:nvSpPr>
          <p:spPr>
            <a:xfrm>
              <a:off x="7900072" y="1428400"/>
              <a:ext cx="45764" cy="143569"/>
            </a:xfrm>
            <a:custGeom>
              <a:avLst/>
              <a:gdLst/>
              <a:ahLst/>
              <a:cxnLst/>
              <a:rect l="l" t="t" r="r" b="b"/>
              <a:pathLst>
                <a:path w="605" h="1898" extrusionOk="0">
                  <a:moveTo>
                    <a:pt x="604" y="0"/>
                  </a:moveTo>
                  <a:cubicBezTo>
                    <a:pt x="127" y="501"/>
                    <a:pt x="1" y="1244"/>
                    <a:pt x="291" y="1897"/>
                  </a:cubicBezTo>
                  <a:lnTo>
                    <a:pt x="325" y="1886"/>
                  </a:lnTo>
                  <a:cubicBezTo>
                    <a:pt x="330" y="1875"/>
                    <a:pt x="343" y="1869"/>
                    <a:pt x="360" y="1869"/>
                  </a:cubicBezTo>
                  <a:cubicBezTo>
                    <a:pt x="381" y="1869"/>
                    <a:pt x="410" y="1878"/>
                    <a:pt x="442" y="1897"/>
                  </a:cubicBezTo>
                  <a:cubicBezTo>
                    <a:pt x="255" y="1548"/>
                    <a:pt x="196" y="1151"/>
                    <a:pt x="266" y="744"/>
                  </a:cubicBezTo>
                  <a:cubicBezTo>
                    <a:pt x="291" y="629"/>
                    <a:pt x="325" y="512"/>
                    <a:pt x="372" y="394"/>
                  </a:cubicBezTo>
                  <a:cubicBezTo>
                    <a:pt x="431" y="255"/>
                    <a:pt x="512" y="115"/>
                    <a:pt x="6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4" name="Google Shape;754;p15"/>
            <p:cNvSpPr/>
            <p:nvPr/>
          </p:nvSpPr>
          <p:spPr>
            <a:xfrm>
              <a:off x="7917620" y="1377646"/>
              <a:ext cx="274809" cy="264295"/>
            </a:xfrm>
            <a:custGeom>
              <a:avLst/>
              <a:gdLst/>
              <a:ahLst/>
              <a:cxnLst/>
              <a:rect l="l" t="t" r="r" b="b"/>
              <a:pathLst>
                <a:path w="3633" h="3494" extrusionOk="0">
                  <a:moveTo>
                    <a:pt x="1819" y="216"/>
                  </a:moveTo>
                  <a:cubicBezTo>
                    <a:pt x="1907" y="216"/>
                    <a:pt x="1996" y="223"/>
                    <a:pt x="2085" y="238"/>
                  </a:cubicBezTo>
                  <a:cubicBezTo>
                    <a:pt x="2479" y="322"/>
                    <a:pt x="2828" y="543"/>
                    <a:pt x="3063" y="881"/>
                  </a:cubicBezTo>
                  <a:cubicBezTo>
                    <a:pt x="3294" y="1216"/>
                    <a:pt x="3375" y="1624"/>
                    <a:pt x="3306" y="2021"/>
                  </a:cubicBezTo>
                  <a:cubicBezTo>
                    <a:pt x="3225" y="2429"/>
                    <a:pt x="3004" y="2767"/>
                    <a:pt x="2666" y="2999"/>
                  </a:cubicBezTo>
                  <a:cubicBezTo>
                    <a:pt x="2409" y="3175"/>
                    <a:pt x="2121" y="3272"/>
                    <a:pt x="1818" y="3272"/>
                  </a:cubicBezTo>
                  <a:cubicBezTo>
                    <a:pt x="1722" y="3272"/>
                    <a:pt x="1624" y="3262"/>
                    <a:pt x="1526" y="3242"/>
                  </a:cubicBezTo>
                  <a:cubicBezTo>
                    <a:pt x="1129" y="3172"/>
                    <a:pt x="780" y="2951"/>
                    <a:pt x="548" y="2613"/>
                  </a:cubicBezTo>
                  <a:cubicBezTo>
                    <a:pt x="314" y="2278"/>
                    <a:pt x="233" y="1870"/>
                    <a:pt x="302" y="1473"/>
                  </a:cubicBezTo>
                  <a:cubicBezTo>
                    <a:pt x="328" y="1370"/>
                    <a:pt x="350" y="1264"/>
                    <a:pt x="397" y="1172"/>
                  </a:cubicBezTo>
                  <a:cubicBezTo>
                    <a:pt x="501" y="892"/>
                    <a:pt x="688" y="658"/>
                    <a:pt x="931" y="484"/>
                  </a:cubicBezTo>
                  <a:cubicBezTo>
                    <a:pt x="1195" y="312"/>
                    <a:pt x="1503" y="216"/>
                    <a:pt x="1819" y="216"/>
                  </a:cubicBezTo>
                  <a:close/>
                  <a:moveTo>
                    <a:pt x="1804" y="0"/>
                  </a:moveTo>
                  <a:cubicBezTo>
                    <a:pt x="1463" y="0"/>
                    <a:pt x="1118" y="100"/>
                    <a:pt x="816" y="308"/>
                  </a:cubicBezTo>
                  <a:cubicBezTo>
                    <a:pt x="791" y="322"/>
                    <a:pt x="769" y="333"/>
                    <a:pt x="758" y="356"/>
                  </a:cubicBezTo>
                  <a:lnTo>
                    <a:pt x="733" y="367"/>
                  </a:lnTo>
                  <a:cubicBezTo>
                    <a:pt x="397" y="624"/>
                    <a:pt x="163" y="996"/>
                    <a:pt x="82" y="1426"/>
                  </a:cubicBezTo>
                  <a:cubicBezTo>
                    <a:pt x="1" y="1892"/>
                    <a:pt x="104" y="2348"/>
                    <a:pt x="361" y="2730"/>
                  </a:cubicBezTo>
                  <a:cubicBezTo>
                    <a:pt x="629" y="3116"/>
                    <a:pt x="1026" y="3381"/>
                    <a:pt x="1490" y="3465"/>
                  </a:cubicBezTo>
                  <a:cubicBezTo>
                    <a:pt x="1595" y="3484"/>
                    <a:pt x="1701" y="3493"/>
                    <a:pt x="1806" y="3493"/>
                  </a:cubicBezTo>
                  <a:cubicBezTo>
                    <a:pt x="2155" y="3493"/>
                    <a:pt x="2498" y="3390"/>
                    <a:pt x="2794" y="3186"/>
                  </a:cubicBezTo>
                  <a:cubicBezTo>
                    <a:pt x="3085" y="2987"/>
                    <a:pt x="3294" y="2708"/>
                    <a:pt x="3412" y="2404"/>
                  </a:cubicBezTo>
                  <a:cubicBezTo>
                    <a:pt x="3632" y="1881"/>
                    <a:pt x="3585" y="1264"/>
                    <a:pt x="3236" y="752"/>
                  </a:cubicBezTo>
                  <a:cubicBezTo>
                    <a:pt x="2897" y="262"/>
                    <a:pt x="2355" y="0"/>
                    <a:pt x="18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5" name="Google Shape;755;p15"/>
            <p:cNvSpPr/>
            <p:nvPr/>
          </p:nvSpPr>
          <p:spPr>
            <a:xfrm>
              <a:off x="7938799" y="1398220"/>
              <a:ext cx="230785" cy="223145"/>
            </a:xfrm>
            <a:custGeom>
              <a:avLst/>
              <a:gdLst/>
              <a:ahLst/>
              <a:cxnLst/>
              <a:rect l="l" t="t" r="r" b="b"/>
              <a:pathLst>
                <a:path w="3051" h="2950" extrusionOk="0">
                  <a:moveTo>
                    <a:pt x="1523" y="1"/>
                  </a:moveTo>
                  <a:cubicBezTo>
                    <a:pt x="1227" y="1"/>
                    <a:pt x="936" y="88"/>
                    <a:pt x="687" y="260"/>
                  </a:cubicBezTo>
                  <a:cubicBezTo>
                    <a:pt x="360" y="480"/>
                    <a:pt x="140" y="819"/>
                    <a:pt x="70" y="1201"/>
                  </a:cubicBezTo>
                  <a:cubicBezTo>
                    <a:pt x="0" y="1598"/>
                    <a:pt x="81" y="1981"/>
                    <a:pt x="302" y="2308"/>
                  </a:cubicBezTo>
                  <a:cubicBezTo>
                    <a:pt x="536" y="2634"/>
                    <a:pt x="872" y="2855"/>
                    <a:pt x="1257" y="2925"/>
                  </a:cubicBezTo>
                  <a:cubicBezTo>
                    <a:pt x="1346" y="2941"/>
                    <a:pt x="1436" y="2949"/>
                    <a:pt x="1526" y="2949"/>
                  </a:cubicBezTo>
                  <a:cubicBezTo>
                    <a:pt x="1821" y="2949"/>
                    <a:pt x="2113" y="2862"/>
                    <a:pt x="2363" y="2690"/>
                  </a:cubicBezTo>
                  <a:cubicBezTo>
                    <a:pt x="2595" y="2528"/>
                    <a:pt x="2783" y="2296"/>
                    <a:pt x="2886" y="2039"/>
                  </a:cubicBezTo>
                  <a:cubicBezTo>
                    <a:pt x="2922" y="1947"/>
                    <a:pt x="2956" y="1841"/>
                    <a:pt x="2981" y="1738"/>
                  </a:cubicBezTo>
                  <a:cubicBezTo>
                    <a:pt x="3051" y="1352"/>
                    <a:pt x="2967" y="958"/>
                    <a:pt x="2735" y="631"/>
                  </a:cubicBezTo>
                  <a:cubicBezTo>
                    <a:pt x="2514" y="316"/>
                    <a:pt x="2176" y="95"/>
                    <a:pt x="1794" y="25"/>
                  </a:cubicBezTo>
                  <a:cubicBezTo>
                    <a:pt x="1704" y="9"/>
                    <a:pt x="1613" y="1"/>
                    <a:pt x="1523"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6" name="Google Shape;756;p15"/>
            <p:cNvSpPr/>
            <p:nvPr/>
          </p:nvSpPr>
          <p:spPr>
            <a:xfrm>
              <a:off x="7949313" y="1599950"/>
              <a:ext cx="141905" cy="49848"/>
            </a:xfrm>
            <a:custGeom>
              <a:avLst/>
              <a:gdLst/>
              <a:ahLst/>
              <a:cxnLst/>
              <a:rect l="l" t="t" r="r" b="b"/>
              <a:pathLst>
                <a:path w="1876" h="659" extrusionOk="0">
                  <a:moveTo>
                    <a:pt x="48" y="1"/>
                  </a:moveTo>
                  <a:lnTo>
                    <a:pt x="48" y="1"/>
                  </a:lnTo>
                  <a:cubicBezTo>
                    <a:pt x="59" y="60"/>
                    <a:pt x="48" y="107"/>
                    <a:pt x="23" y="118"/>
                  </a:cubicBezTo>
                  <a:lnTo>
                    <a:pt x="1" y="141"/>
                  </a:lnTo>
                  <a:cubicBezTo>
                    <a:pt x="340" y="480"/>
                    <a:pt x="788" y="659"/>
                    <a:pt x="1241" y="659"/>
                  </a:cubicBezTo>
                  <a:cubicBezTo>
                    <a:pt x="1455" y="659"/>
                    <a:pt x="1670" y="619"/>
                    <a:pt x="1875" y="537"/>
                  </a:cubicBezTo>
                  <a:lnTo>
                    <a:pt x="1875" y="537"/>
                  </a:lnTo>
                  <a:cubicBezTo>
                    <a:pt x="1722" y="579"/>
                    <a:pt x="1561" y="600"/>
                    <a:pt x="1397" y="600"/>
                  </a:cubicBezTo>
                  <a:cubicBezTo>
                    <a:pt x="1286" y="600"/>
                    <a:pt x="1173" y="590"/>
                    <a:pt x="1060" y="571"/>
                  </a:cubicBezTo>
                  <a:cubicBezTo>
                    <a:pt x="663" y="501"/>
                    <a:pt x="302" y="303"/>
                    <a:pt x="48"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7" name="Google Shape;757;p15"/>
            <p:cNvSpPr/>
            <p:nvPr/>
          </p:nvSpPr>
          <p:spPr>
            <a:xfrm>
              <a:off x="7935168" y="1393908"/>
              <a:ext cx="237820" cy="231239"/>
            </a:xfrm>
            <a:custGeom>
              <a:avLst/>
              <a:gdLst/>
              <a:ahLst/>
              <a:cxnLst/>
              <a:rect l="l" t="t" r="r" b="b"/>
              <a:pathLst>
                <a:path w="3144" h="3057" extrusionOk="0">
                  <a:moveTo>
                    <a:pt x="1571" y="58"/>
                  </a:moveTo>
                  <a:cubicBezTo>
                    <a:pt x="1661" y="58"/>
                    <a:pt x="1752" y="66"/>
                    <a:pt x="1842" y="82"/>
                  </a:cubicBezTo>
                  <a:cubicBezTo>
                    <a:pt x="2224" y="152"/>
                    <a:pt x="2562" y="373"/>
                    <a:pt x="2783" y="688"/>
                  </a:cubicBezTo>
                  <a:cubicBezTo>
                    <a:pt x="3015" y="1015"/>
                    <a:pt x="3099" y="1409"/>
                    <a:pt x="3029" y="1795"/>
                  </a:cubicBezTo>
                  <a:cubicBezTo>
                    <a:pt x="3004" y="1898"/>
                    <a:pt x="2970" y="2004"/>
                    <a:pt x="2934" y="2096"/>
                  </a:cubicBezTo>
                  <a:cubicBezTo>
                    <a:pt x="2831" y="2353"/>
                    <a:pt x="2643" y="2585"/>
                    <a:pt x="2411" y="2747"/>
                  </a:cubicBezTo>
                  <a:cubicBezTo>
                    <a:pt x="2161" y="2919"/>
                    <a:pt x="1869" y="3006"/>
                    <a:pt x="1574" y="3006"/>
                  </a:cubicBezTo>
                  <a:cubicBezTo>
                    <a:pt x="1484" y="3006"/>
                    <a:pt x="1394" y="2998"/>
                    <a:pt x="1305" y="2982"/>
                  </a:cubicBezTo>
                  <a:cubicBezTo>
                    <a:pt x="920" y="2912"/>
                    <a:pt x="584" y="2691"/>
                    <a:pt x="350" y="2365"/>
                  </a:cubicBezTo>
                  <a:cubicBezTo>
                    <a:pt x="129" y="2038"/>
                    <a:pt x="48" y="1655"/>
                    <a:pt x="118" y="1258"/>
                  </a:cubicBezTo>
                  <a:cubicBezTo>
                    <a:pt x="188" y="876"/>
                    <a:pt x="408" y="537"/>
                    <a:pt x="735" y="317"/>
                  </a:cubicBezTo>
                  <a:cubicBezTo>
                    <a:pt x="984" y="145"/>
                    <a:pt x="1275" y="58"/>
                    <a:pt x="1571" y="58"/>
                  </a:cubicBezTo>
                  <a:close/>
                  <a:moveTo>
                    <a:pt x="1587" y="1"/>
                  </a:moveTo>
                  <a:cubicBezTo>
                    <a:pt x="1271" y="1"/>
                    <a:pt x="963" y="97"/>
                    <a:pt x="699" y="269"/>
                  </a:cubicBezTo>
                  <a:cubicBezTo>
                    <a:pt x="456" y="443"/>
                    <a:pt x="269" y="677"/>
                    <a:pt x="165" y="957"/>
                  </a:cubicBezTo>
                  <a:cubicBezTo>
                    <a:pt x="118" y="1049"/>
                    <a:pt x="96" y="1155"/>
                    <a:pt x="70" y="1258"/>
                  </a:cubicBezTo>
                  <a:cubicBezTo>
                    <a:pt x="1" y="1655"/>
                    <a:pt x="82" y="2063"/>
                    <a:pt x="316" y="2398"/>
                  </a:cubicBezTo>
                  <a:cubicBezTo>
                    <a:pt x="548" y="2736"/>
                    <a:pt x="897" y="2957"/>
                    <a:pt x="1294" y="3027"/>
                  </a:cubicBezTo>
                  <a:cubicBezTo>
                    <a:pt x="1392" y="3047"/>
                    <a:pt x="1490" y="3057"/>
                    <a:pt x="1586" y="3057"/>
                  </a:cubicBezTo>
                  <a:cubicBezTo>
                    <a:pt x="1889" y="3057"/>
                    <a:pt x="2177" y="2960"/>
                    <a:pt x="2434" y="2784"/>
                  </a:cubicBezTo>
                  <a:cubicBezTo>
                    <a:pt x="2772" y="2552"/>
                    <a:pt x="2993" y="2214"/>
                    <a:pt x="3074" y="1806"/>
                  </a:cubicBezTo>
                  <a:cubicBezTo>
                    <a:pt x="3143" y="1409"/>
                    <a:pt x="3062" y="1001"/>
                    <a:pt x="2831" y="666"/>
                  </a:cubicBezTo>
                  <a:cubicBezTo>
                    <a:pt x="2596" y="328"/>
                    <a:pt x="2247" y="107"/>
                    <a:pt x="1853" y="23"/>
                  </a:cubicBezTo>
                  <a:cubicBezTo>
                    <a:pt x="1764" y="8"/>
                    <a:pt x="1675" y="1"/>
                    <a:pt x="158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8" name="Google Shape;758;p15"/>
            <p:cNvSpPr/>
            <p:nvPr/>
          </p:nvSpPr>
          <p:spPr>
            <a:xfrm>
              <a:off x="7695770" y="1373864"/>
              <a:ext cx="512478" cy="389105"/>
            </a:xfrm>
            <a:custGeom>
              <a:avLst/>
              <a:gdLst/>
              <a:ahLst/>
              <a:cxnLst/>
              <a:rect l="l" t="t" r="r" b="b"/>
              <a:pathLst>
                <a:path w="6775" h="5144" extrusionOk="0">
                  <a:moveTo>
                    <a:pt x="3305" y="721"/>
                  </a:moveTo>
                  <a:cubicBezTo>
                    <a:pt x="3213" y="836"/>
                    <a:pt x="3132" y="976"/>
                    <a:pt x="3073" y="1115"/>
                  </a:cubicBezTo>
                  <a:cubicBezTo>
                    <a:pt x="3026" y="1233"/>
                    <a:pt x="2992" y="1350"/>
                    <a:pt x="2967" y="1465"/>
                  </a:cubicBezTo>
                  <a:cubicBezTo>
                    <a:pt x="2897" y="1872"/>
                    <a:pt x="2956" y="2269"/>
                    <a:pt x="3143" y="2618"/>
                  </a:cubicBezTo>
                  <a:cubicBezTo>
                    <a:pt x="3111" y="2599"/>
                    <a:pt x="3082" y="2590"/>
                    <a:pt x="3061" y="2590"/>
                  </a:cubicBezTo>
                  <a:cubicBezTo>
                    <a:pt x="3044" y="2590"/>
                    <a:pt x="3031" y="2596"/>
                    <a:pt x="3026" y="2607"/>
                  </a:cubicBezTo>
                  <a:lnTo>
                    <a:pt x="2992" y="2618"/>
                  </a:lnTo>
                  <a:cubicBezTo>
                    <a:pt x="2702" y="1965"/>
                    <a:pt x="2828" y="1222"/>
                    <a:pt x="3305" y="721"/>
                  </a:cubicBezTo>
                  <a:close/>
                  <a:moveTo>
                    <a:pt x="3051" y="2641"/>
                  </a:moveTo>
                  <a:cubicBezTo>
                    <a:pt x="3062" y="2641"/>
                    <a:pt x="3085" y="2641"/>
                    <a:pt x="3132" y="2677"/>
                  </a:cubicBezTo>
                  <a:cubicBezTo>
                    <a:pt x="3166" y="2699"/>
                    <a:pt x="3213" y="2758"/>
                    <a:pt x="3261" y="2817"/>
                  </a:cubicBezTo>
                  <a:cubicBezTo>
                    <a:pt x="3353" y="2956"/>
                    <a:pt x="3364" y="3060"/>
                    <a:pt x="3342" y="3071"/>
                  </a:cubicBezTo>
                  <a:lnTo>
                    <a:pt x="3015" y="3292"/>
                  </a:lnTo>
                  <a:cubicBezTo>
                    <a:pt x="3015" y="3236"/>
                    <a:pt x="2981" y="3141"/>
                    <a:pt x="2911" y="3049"/>
                  </a:cubicBezTo>
                  <a:cubicBezTo>
                    <a:pt x="2864" y="2968"/>
                    <a:pt x="2783" y="2898"/>
                    <a:pt x="2724" y="2861"/>
                  </a:cubicBezTo>
                  <a:lnTo>
                    <a:pt x="3051" y="2641"/>
                  </a:lnTo>
                  <a:close/>
                  <a:moveTo>
                    <a:pt x="2674" y="2907"/>
                  </a:moveTo>
                  <a:cubicBezTo>
                    <a:pt x="2706" y="2907"/>
                    <a:pt x="2792" y="2956"/>
                    <a:pt x="2875" y="3082"/>
                  </a:cubicBezTo>
                  <a:cubicBezTo>
                    <a:pt x="2945" y="3188"/>
                    <a:pt x="2981" y="3280"/>
                    <a:pt x="2967" y="3317"/>
                  </a:cubicBezTo>
                  <a:cubicBezTo>
                    <a:pt x="2967" y="3328"/>
                    <a:pt x="2967" y="3328"/>
                    <a:pt x="2956" y="3339"/>
                  </a:cubicBezTo>
                  <a:cubicBezTo>
                    <a:pt x="2956" y="3339"/>
                    <a:pt x="2934" y="3339"/>
                    <a:pt x="2911" y="3317"/>
                  </a:cubicBezTo>
                  <a:cubicBezTo>
                    <a:pt x="2923" y="3269"/>
                    <a:pt x="2886" y="3177"/>
                    <a:pt x="2841" y="3107"/>
                  </a:cubicBezTo>
                  <a:cubicBezTo>
                    <a:pt x="2783" y="3026"/>
                    <a:pt x="2713" y="2968"/>
                    <a:pt x="2665" y="2956"/>
                  </a:cubicBezTo>
                  <a:cubicBezTo>
                    <a:pt x="2654" y="2931"/>
                    <a:pt x="2654" y="2909"/>
                    <a:pt x="2665" y="2909"/>
                  </a:cubicBezTo>
                  <a:cubicBezTo>
                    <a:pt x="2668" y="2908"/>
                    <a:pt x="2670" y="2907"/>
                    <a:pt x="2674" y="2907"/>
                  </a:cubicBezTo>
                  <a:close/>
                  <a:moveTo>
                    <a:pt x="4737" y="50"/>
                  </a:moveTo>
                  <a:cubicBezTo>
                    <a:pt x="5288" y="50"/>
                    <a:pt x="5830" y="312"/>
                    <a:pt x="6169" y="802"/>
                  </a:cubicBezTo>
                  <a:cubicBezTo>
                    <a:pt x="6518" y="1314"/>
                    <a:pt x="6565" y="1931"/>
                    <a:pt x="6345" y="2454"/>
                  </a:cubicBezTo>
                  <a:cubicBezTo>
                    <a:pt x="6227" y="2758"/>
                    <a:pt x="6018" y="3037"/>
                    <a:pt x="5727" y="3236"/>
                  </a:cubicBezTo>
                  <a:cubicBezTo>
                    <a:pt x="5431" y="3440"/>
                    <a:pt x="5088" y="3543"/>
                    <a:pt x="4739" y="3543"/>
                  </a:cubicBezTo>
                  <a:cubicBezTo>
                    <a:pt x="4634" y="3543"/>
                    <a:pt x="4528" y="3534"/>
                    <a:pt x="4423" y="3515"/>
                  </a:cubicBezTo>
                  <a:cubicBezTo>
                    <a:pt x="3959" y="3431"/>
                    <a:pt x="3562" y="3166"/>
                    <a:pt x="3294" y="2780"/>
                  </a:cubicBezTo>
                  <a:cubicBezTo>
                    <a:pt x="3037" y="2398"/>
                    <a:pt x="2934" y="1942"/>
                    <a:pt x="3015" y="1476"/>
                  </a:cubicBezTo>
                  <a:cubicBezTo>
                    <a:pt x="3096" y="1046"/>
                    <a:pt x="3330" y="674"/>
                    <a:pt x="3666" y="417"/>
                  </a:cubicBezTo>
                  <a:lnTo>
                    <a:pt x="3691" y="406"/>
                  </a:lnTo>
                  <a:cubicBezTo>
                    <a:pt x="3702" y="383"/>
                    <a:pt x="3724" y="372"/>
                    <a:pt x="3749" y="358"/>
                  </a:cubicBezTo>
                  <a:cubicBezTo>
                    <a:pt x="4051" y="150"/>
                    <a:pt x="4396" y="50"/>
                    <a:pt x="4737" y="50"/>
                  </a:cubicBezTo>
                  <a:close/>
                  <a:moveTo>
                    <a:pt x="3400" y="2990"/>
                  </a:moveTo>
                  <a:cubicBezTo>
                    <a:pt x="3654" y="3292"/>
                    <a:pt x="4015" y="3490"/>
                    <a:pt x="4412" y="3560"/>
                  </a:cubicBezTo>
                  <a:cubicBezTo>
                    <a:pt x="4525" y="3579"/>
                    <a:pt x="4638" y="3589"/>
                    <a:pt x="4749" y="3589"/>
                  </a:cubicBezTo>
                  <a:cubicBezTo>
                    <a:pt x="4913" y="3589"/>
                    <a:pt x="5074" y="3568"/>
                    <a:pt x="5227" y="3526"/>
                  </a:cubicBezTo>
                  <a:lnTo>
                    <a:pt x="5227" y="3526"/>
                  </a:lnTo>
                  <a:cubicBezTo>
                    <a:pt x="5022" y="3608"/>
                    <a:pt x="4807" y="3648"/>
                    <a:pt x="4593" y="3648"/>
                  </a:cubicBezTo>
                  <a:cubicBezTo>
                    <a:pt x="4140" y="3648"/>
                    <a:pt x="3692" y="3469"/>
                    <a:pt x="3353" y="3130"/>
                  </a:cubicBezTo>
                  <a:lnTo>
                    <a:pt x="3375" y="3107"/>
                  </a:lnTo>
                  <a:cubicBezTo>
                    <a:pt x="3400" y="3096"/>
                    <a:pt x="3411" y="3049"/>
                    <a:pt x="3400" y="2990"/>
                  </a:cubicBezTo>
                  <a:close/>
                  <a:moveTo>
                    <a:pt x="2660" y="3010"/>
                  </a:moveTo>
                  <a:cubicBezTo>
                    <a:pt x="2679" y="3010"/>
                    <a:pt x="2732" y="3048"/>
                    <a:pt x="2794" y="3130"/>
                  </a:cubicBezTo>
                  <a:cubicBezTo>
                    <a:pt x="2864" y="3236"/>
                    <a:pt x="2864" y="3306"/>
                    <a:pt x="2864" y="3306"/>
                  </a:cubicBezTo>
                  <a:lnTo>
                    <a:pt x="313" y="5063"/>
                  </a:lnTo>
                  <a:cubicBezTo>
                    <a:pt x="313" y="5004"/>
                    <a:pt x="280" y="4945"/>
                    <a:pt x="243" y="4887"/>
                  </a:cubicBezTo>
                  <a:cubicBezTo>
                    <a:pt x="210" y="4842"/>
                    <a:pt x="174" y="4806"/>
                    <a:pt x="140" y="4772"/>
                  </a:cubicBezTo>
                  <a:cubicBezTo>
                    <a:pt x="129" y="4772"/>
                    <a:pt x="118" y="4758"/>
                    <a:pt x="118" y="4758"/>
                  </a:cubicBezTo>
                  <a:lnTo>
                    <a:pt x="2654" y="3012"/>
                  </a:lnTo>
                  <a:cubicBezTo>
                    <a:pt x="2656" y="3011"/>
                    <a:pt x="2658" y="3010"/>
                    <a:pt x="2660" y="3010"/>
                  </a:cubicBezTo>
                  <a:close/>
                  <a:moveTo>
                    <a:pt x="59" y="4795"/>
                  </a:moveTo>
                  <a:cubicBezTo>
                    <a:pt x="59" y="4795"/>
                    <a:pt x="81" y="4795"/>
                    <a:pt x="104" y="4817"/>
                  </a:cubicBezTo>
                  <a:cubicBezTo>
                    <a:pt x="140" y="4842"/>
                    <a:pt x="174" y="4876"/>
                    <a:pt x="199" y="4923"/>
                  </a:cubicBezTo>
                  <a:cubicBezTo>
                    <a:pt x="269" y="5004"/>
                    <a:pt x="280" y="5074"/>
                    <a:pt x="269" y="5096"/>
                  </a:cubicBezTo>
                  <a:cubicBezTo>
                    <a:pt x="269" y="5096"/>
                    <a:pt x="243" y="5096"/>
                    <a:pt x="221" y="5074"/>
                  </a:cubicBezTo>
                  <a:cubicBezTo>
                    <a:pt x="188" y="5052"/>
                    <a:pt x="151" y="5015"/>
                    <a:pt x="129" y="4968"/>
                  </a:cubicBezTo>
                  <a:cubicBezTo>
                    <a:pt x="93" y="4934"/>
                    <a:pt x="70" y="4887"/>
                    <a:pt x="59" y="4853"/>
                  </a:cubicBezTo>
                  <a:cubicBezTo>
                    <a:pt x="48" y="4806"/>
                    <a:pt x="59" y="4795"/>
                    <a:pt x="59" y="4795"/>
                  </a:cubicBezTo>
                  <a:close/>
                  <a:moveTo>
                    <a:pt x="4728" y="0"/>
                  </a:moveTo>
                  <a:cubicBezTo>
                    <a:pt x="4376" y="0"/>
                    <a:pt x="4022" y="102"/>
                    <a:pt x="3713" y="314"/>
                  </a:cubicBezTo>
                  <a:lnTo>
                    <a:pt x="3654" y="372"/>
                  </a:lnTo>
                  <a:lnTo>
                    <a:pt x="3643" y="372"/>
                  </a:lnTo>
                  <a:cubicBezTo>
                    <a:pt x="3621" y="395"/>
                    <a:pt x="3596" y="406"/>
                    <a:pt x="3562" y="417"/>
                  </a:cubicBezTo>
                  <a:cubicBezTo>
                    <a:pt x="3272" y="626"/>
                    <a:pt x="3051" y="906"/>
                    <a:pt x="2923" y="1222"/>
                  </a:cubicBezTo>
                  <a:cubicBezTo>
                    <a:pt x="2735" y="1663"/>
                    <a:pt x="2735" y="2174"/>
                    <a:pt x="2956" y="2641"/>
                  </a:cubicBezTo>
                  <a:lnTo>
                    <a:pt x="2643" y="2861"/>
                  </a:lnTo>
                  <a:cubicBezTo>
                    <a:pt x="2632" y="2873"/>
                    <a:pt x="2618" y="2887"/>
                    <a:pt x="2618" y="2898"/>
                  </a:cubicBezTo>
                  <a:cubicBezTo>
                    <a:pt x="2607" y="2909"/>
                    <a:pt x="2607" y="2942"/>
                    <a:pt x="2607" y="2979"/>
                  </a:cubicBezTo>
                  <a:lnTo>
                    <a:pt x="34" y="4758"/>
                  </a:lnTo>
                  <a:cubicBezTo>
                    <a:pt x="23" y="4758"/>
                    <a:pt x="12" y="4772"/>
                    <a:pt x="12" y="4783"/>
                  </a:cubicBezTo>
                  <a:cubicBezTo>
                    <a:pt x="0" y="4795"/>
                    <a:pt x="0" y="4817"/>
                    <a:pt x="12" y="4864"/>
                  </a:cubicBezTo>
                  <a:cubicBezTo>
                    <a:pt x="23" y="4898"/>
                    <a:pt x="48" y="4957"/>
                    <a:pt x="81" y="5004"/>
                  </a:cubicBezTo>
                  <a:cubicBezTo>
                    <a:pt x="118" y="5052"/>
                    <a:pt x="151" y="5085"/>
                    <a:pt x="188" y="5121"/>
                  </a:cubicBezTo>
                  <a:cubicBezTo>
                    <a:pt x="215" y="5138"/>
                    <a:pt x="238" y="5144"/>
                    <a:pt x="256" y="5144"/>
                  </a:cubicBezTo>
                  <a:cubicBezTo>
                    <a:pt x="273" y="5144"/>
                    <a:pt x="285" y="5138"/>
                    <a:pt x="291" y="5133"/>
                  </a:cubicBezTo>
                  <a:lnTo>
                    <a:pt x="2875" y="3361"/>
                  </a:lnTo>
                  <a:cubicBezTo>
                    <a:pt x="2905" y="3380"/>
                    <a:pt x="2929" y="3386"/>
                    <a:pt x="2948" y="3386"/>
                  </a:cubicBezTo>
                  <a:cubicBezTo>
                    <a:pt x="2966" y="3386"/>
                    <a:pt x="2980" y="3381"/>
                    <a:pt x="2992" y="3375"/>
                  </a:cubicBezTo>
                  <a:lnTo>
                    <a:pt x="3305" y="3152"/>
                  </a:lnTo>
                  <a:cubicBezTo>
                    <a:pt x="3657" y="3510"/>
                    <a:pt x="4119" y="3695"/>
                    <a:pt x="4585" y="3695"/>
                  </a:cubicBezTo>
                  <a:cubicBezTo>
                    <a:pt x="4936" y="3695"/>
                    <a:pt x="5289" y="3590"/>
                    <a:pt x="5599" y="3375"/>
                  </a:cubicBezTo>
                  <a:cubicBezTo>
                    <a:pt x="5635" y="3361"/>
                    <a:pt x="5658" y="3339"/>
                    <a:pt x="5680" y="3328"/>
                  </a:cubicBezTo>
                  <a:cubicBezTo>
                    <a:pt x="5705" y="3306"/>
                    <a:pt x="5727" y="3292"/>
                    <a:pt x="5750" y="3269"/>
                  </a:cubicBezTo>
                  <a:cubicBezTo>
                    <a:pt x="6565" y="2711"/>
                    <a:pt x="6775" y="1593"/>
                    <a:pt x="6216" y="777"/>
                  </a:cubicBezTo>
                  <a:cubicBezTo>
                    <a:pt x="5869" y="273"/>
                    <a:pt x="5303" y="0"/>
                    <a:pt x="4728"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15"/>
            <p:cNvSpPr/>
            <p:nvPr/>
          </p:nvSpPr>
          <p:spPr>
            <a:xfrm>
              <a:off x="7992427" y="1406237"/>
              <a:ext cx="123297" cy="80332"/>
            </a:xfrm>
            <a:custGeom>
              <a:avLst/>
              <a:gdLst/>
              <a:ahLst/>
              <a:cxnLst/>
              <a:rect l="l" t="t" r="r" b="b"/>
              <a:pathLst>
                <a:path w="1630" h="1062" extrusionOk="0">
                  <a:moveTo>
                    <a:pt x="816" y="0"/>
                  </a:moveTo>
                  <a:cubicBezTo>
                    <a:pt x="361" y="0"/>
                    <a:pt x="1" y="268"/>
                    <a:pt x="1" y="606"/>
                  </a:cubicBezTo>
                  <a:cubicBezTo>
                    <a:pt x="1" y="944"/>
                    <a:pt x="361" y="1062"/>
                    <a:pt x="816" y="1062"/>
                  </a:cubicBezTo>
                  <a:cubicBezTo>
                    <a:pt x="1258" y="1062"/>
                    <a:pt x="1629" y="944"/>
                    <a:pt x="1629" y="606"/>
                  </a:cubicBezTo>
                  <a:cubicBezTo>
                    <a:pt x="1629" y="268"/>
                    <a:pt x="1258" y="0"/>
                    <a:pt x="8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15"/>
            <p:cNvSpPr/>
            <p:nvPr/>
          </p:nvSpPr>
          <p:spPr>
            <a:xfrm>
              <a:off x="7953775" y="1453436"/>
              <a:ext cx="44856" cy="50302"/>
            </a:xfrm>
            <a:custGeom>
              <a:avLst/>
              <a:gdLst/>
              <a:ahLst/>
              <a:cxnLst/>
              <a:rect l="l" t="t" r="r" b="b"/>
              <a:pathLst>
                <a:path w="593" h="665" extrusionOk="0">
                  <a:moveTo>
                    <a:pt x="315" y="0"/>
                  </a:moveTo>
                  <a:cubicBezTo>
                    <a:pt x="300" y="0"/>
                    <a:pt x="285" y="2"/>
                    <a:pt x="269" y="5"/>
                  </a:cubicBezTo>
                  <a:cubicBezTo>
                    <a:pt x="104" y="52"/>
                    <a:pt x="0" y="228"/>
                    <a:pt x="45" y="401"/>
                  </a:cubicBezTo>
                  <a:cubicBezTo>
                    <a:pt x="77" y="565"/>
                    <a:pt x="213" y="665"/>
                    <a:pt x="365" y="665"/>
                  </a:cubicBezTo>
                  <a:cubicBezTo>
                    <a:pt x="386" y="665"/>
                    <a:pt x="409" y="663"/>
                    <a:pt x="431" y="658"/>
                  </a:cubicBezTo>
                  <a:cubicBezTo>
                    <a:pt x="593" y="611"/>
                    <a:pt x="581" y="482"/>
                    <a:pt x="548" y="298"/>
                  </a:cubicBezTo>
                  <a:cubicBezTo>
                    <a:pt x="505" y="139"/>
                    <a:pt x="453" y="0"/>
                    <a:pt x="3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61" name="Google Shape;761;p15"/>
          <p:cNvGrpSpPr/>
          <p:nvPr/>
        </p:nvGrpSpPr>
        <p:grpSpPr>
          <a:xfrm rot="733400">
            <a:off x="2754453" y="691470"/>
            <a:ext cx="1122484" cy="1046454"/>
            <a:chOff x="6370649" y="2255515"/>
            <a:chExt cx="616486" cy="507637"/>
          </a:xfrm>
        </p:grpSpPr>
        <p:sp>
          <p:nvSpPr>
            <p:cNvPr id="762" name="Google Shape;762;p15"/>
            <p:cNvSpPr/>
            <p:nvPr/>
          </p:nvSpPr>
          <p:spPr>
            <a:xfrm>
              <a:off x="6370649" y="2255515"/>
              <a:ext cx="616486" cy="507637"/>
            </a:xfrm>
            <a:custGeom>
              <a:avLst/>
              <a:gdLst/>
              <a:ahLst/>
              <a:cxnLst/>
              <a:rect l="l" t="t" r="r" b="b"/>
              <a:pathLst>
                <a:path w="8150" h="6711" extrusionOk="0">
                  <a:moveTo>
                    <a:pt x="4184" y="1"/>
                  </a:moveTo>
                  <a:cubicBezTo>
                    <a:pt x="4139" y="1"/>
                    <a:pt x="4095" y="2"/>
                    <a:pt x="4051" y="5"/>
                  </a:cubicBezTo>
                  <a:cubicBezTo>
                    <a:pt x="3878" y="5"/>
                    <a:pt x="3702" y="17"/>
                    <a:pt x="3540" y="42"/>
                  </a:cubicBezTo>
                  <a:lnTo>
                    <a:pt x="3492" y="42"/>
                  </a:lnTo>
                  <a:cubicBezTo>
                    <a:pt x="3411" y="53"/>
                    <a:pt x="3330" y="75"/>
                    <a:pt x="3260" y="86"/>
                  </a:cubicBezTo>
                  <a:cubicBezTo>
                    <a:pt x="3235" y="100"/>
                    <a:pt x="3213" y="100"/>
                    <a:pt x="3202" y="100"/>
                  </a:cubicBezTo>
                  <a:cubicBezTo>
                    <a:pt x="3073" y="134"/>
                    <a:pt x="2981" y="215"/>
                    <a:pt x="2934" y="321"/>
                  </a:cubicBezTo>
                  <a:cubicBezTo>
                    <a:pt x="2830" y="402"/>
                    <a:pt x="2746" y="506"/>
                    <a:pt x="2702" y="634"/>
                  </a:cubicBezTo>
                  <a:cubicBezTo>
                    <a:pt x="2691" y="682"/>
                    <a:pt x="2677" y="740"/>
                    <a:pt x="2665" y="785"/>
                  </a:cubicBezTo>
                  <a:cubicBezTo>
                    <a:pt x="2654" y="799"/>
                    <a:pt x="2654" y="799"/>
                    <a:pt x="2654" y="810"/>
                  </a:cubicBezTo>
                  <a:cubicBezTo>
                    <a:pt x="2632" y="832"/>
                    <a:pt x="2607" y="855"/>
                    <a:pt x="2596" y="880"/>
                  </a:cubicBezTo>
                  <a:lnTo>
                    <a:pt x="2177" y="891"/>
                  </a:lnTo>
                  <a:cubicBezTo>
                    <a:pt x="2107" y="832"/>
                    <a:pt x="2003" y="799"/>
                    <a:pt x="1875" y="799"/>
                  </a:cubicBezTo>
                  <a:cubicBezTo>
                    <a:pt x="1746" y="810"/>
                    <a:pt x="1618" y="810"/>
                    <a:pt x="1478" y="821"/>
                  </a:cubicBezTo>
                  <a:cubicBezTo>
                    <a:pt x="1350" y="821"/>
                    <a:pt x="1246" y="855"/>
                    <a:pt x="1188" y="939"/>
                  </a:cubicBezTo>
                  <a:lnTo>
                    <a:pt x="967" y="939"/>
                  </a:lnTo>
                  <a:cubicBezTo>
                    <a:pt x="816" y="939"/>
                    <a:pt x="676" y="972"/>
                    <a:pt x="537" y="1064"/>
                  </a:cubicBezTo>
                  <a:cubicBezTo>
                    <a:pt x="349" y="1182"/>
                    <a:pt x="221" y="1344"/>
                    <a:pt x="151" y="1542"/>
                  </a:cubicBezTo>
                  <a:cubicBezTo>
                    <a:pt x="151" y="1542"/>
                    <a:pt x="151" y="1553"/>
                    <a:pt x="140" y="1567"/>
                  </a:cubicBezTo>
                  <a:cubicBezTo>
                    <a:pt x="48" y="1693"/>
                    <a:pt x="0" y="1832"/>
                    <a:pt x="0" y="1972"/>
                  </a:cubicBezTo>
                  <a:cubicBezTo>
                    <a:pt x="11" y="2207"/>
                    <a:pt x="11" y="2391"/>
                    <a:pt x="37" y="2567"/>
                  </a:cubicBezTo>
                  <a:cubicBezTo>
                    <a:pt x="37" y="2671"/>
                    <a:pt x="92" y="2754"/>
                    <a:pt x="118" y="2799"/>
                  </a:cubicBezTo>
                  <a:cubicBezTo>
                    <a:pt x="118" y="2799"/>
                    <a:pt x="129" y="2799"/>
                    <a:pt x="129" y="2810"/>
                  </a:cubicBezTo>
                  <a:cubicBezTo>
                    <a:pt x="129" y="2905"/>
                    <a:pt x="140" y="2997"/>
                    <a:pt x="140" y="3078"/>
                  </a:cubicBezTo>
                  <a:lnTo>
                    <a:pt x="162" y="3858"/>
                  </a:lnTo>
                  <a:cubicBezTo>
                    <a:pt x="187" y="4534"/>
                    <a:pt x="221" y="5232"/>
                    <a:pt x="232" y="5931"/>
                  </a:cubicBezTo>
                  <a:cubicBezTo>
                    <a:pt x="246" y="6177"/>
                    <a:pt x="361" y="6372"/>
                    <a:pt x="548" y="6490"/>
                  </a:cubicBezTo>
                  <a:cubicBezTo>
                    <a:pt x="769" y="6629"/>
                    <a:pt x="1026" y="6710"/>
                    <a:pt x="1294" y="6710"/>
                  </a:cubicBezTo>
                  <a:lnTo>
                    <a:pt x="1338" y="6710"/>
                  </a:lnTo>
                  <a:cubicBezTo>
                    <a:pt x="2154" y="6688"/>
                    <a:pt x="2992" y="6652"/>
                    <a:pt x="3794" y="6618"/>
                  </a:cubicBezTo>
                  <a:cubicBezTo>
                    <a:pt x="4087" y="6618"/>
                    <a:pt x="4378" y="6607"/>
                    <a:pt x="4668" y="6596"/>
                  </a:cubicBezTo>
                  <a:cubicBezTo>
                    <a:pt x="4878" y="6582"/>
                    <a:pt x="5088" y="6571"/>
                    <a:pt x="5308" y="6571"/>
                  </a:cubicBezTo>
                  <a:cubicBezTo>
                    <a:pt x="5856" y="6548"/>
                    <a:pt x="6415" y="6526"/>
                    <a:pt x="6973" y="6512"/>
                  </a:cubicBezTo>
                  <a:cubicBezTo>
                    <a:pt x="7230" y="6501"/>
                    <a:pt x="7473" y="6442"/>
                    <a:pt x="7730" y="6316"/>
                  </a:cubicBezTo>
                  <a:cubicBezTo>
                    <a:pt x="7999" y="6199"/>
                    <a:pt x="8149" y="5967"/>
                    <a:pt x="8138" y="5699"/>
                  </a:cubicBezTo>
                  <a:cubicBezTo>
                    <a:pt x="8124" y="5394"/>
                    <a:pt x="8113" y="5093"/>
                    <a:pt x="8102" y="4791"/>
                  </a:cubicBezTo>
                  <a:cubicBezTo>
                    <a:pt x="8102" y="4626"/>
                    <a:pt x="8091" y="4464"/>
                    <a:pt x="8091" y="4302"/>
                  </a:cubicBezTo>
                  <a:cubicBezTo>
                    <a:pt x="8068" y="3718"/>
                    <a:pt x="8043" y="3126"/>
                    <a:pt x="8021" y="2545"/>
                  </a:cubicBezTo>
                  <a:cubicBezTo>
                    <a:pt x="8091" y="2461"/>
                    <a:pt x="8113" y="2358"/>
                    <a:pt x="8113" y="2240"/>
                  </a:cubicBezTo>
                  <a:lnTo>
                    <a:pt x="8113" y="2090"/>
                  </a:lnTo>
                  <a:cubicBezTo>
                    <a:pt x="8102" y="1961"/>
                    <a:pt x="8102" y="1832"/>
                    <a:pt x="8102" y="1707"/>
                  </a:cubicBezTo>
                  <a:cubicBezTo>
                    <a:pt x="8091" y="1542"/>
                    <a:pt x="8032" y="1402"/>
                    <a:pt x="7915" y="1274"/>
                  </a:cubicBezTo>
                  <a:cubicBezTo>
                    <a:pt x="7795" y="955"/>
                    <a:pt x="7474" y="727"/>
                    <a:pt x="7142" y="727"/>
                  </a:cubicBezTo>
                  <a:cubicBezTo>
                    <a:pt x="7125" y="727"/>
                    <a:pt x="7108" y="728"/>
                    <a:pt x="7091" y="729"/>
                  </a:cubicBezTo>
                  <a:lnTo>
                    <a:pt x="6834" y="729"/>
                  </a:lnTo>
                  <a:cubicBezTo>
                    <a:pt x="6764" y="659"/>
                    <a:pt x="6658" y="634"/>
                    <a:pt x="6532" y="634"/>
                  </a:cubicBezTo>
                  <a:lnTo>
                    <a:pt x="6135" y="645"/>
                  </a:lnTo>
                  <a:cubicBezTo>
                    <a:pt x="6007" y="659"/>
                    <a:pt x="5914" y="693"/>
                    <a:pt x="5845" y="763"/>
                  </a:cubicBezTo>
                  <a:lnTo>
                    <a:pt x="5426" y="774"/>
                  </a:lnTo>
                  <a:cubicBezTo>
                    <a:pt x="5414" y="751"/>
                    <a:pt x="5389" y="740"/>
                    <a:pt x="5367" y="715"/>
                  </a:cubicBezTo>
                  <a:cubicBezTo>
                    <a:pt x="5367" y="704"/>
                    <a:pt x="5356" y="693"/>
                    <a:pt x="5356" y="682"/>
                  </a:cubicBezTo>
                  <a:cubicBezTo>
                    <a:pt x="5345" y="645"/>
                    <a:pt x="5319" y="600"/>
                    <a:pt x="5308" y="553"/>
                  </a:cubicBezTo>
                  <a:cubicBezTo>
                    <a:pt x="5238" y="402"/>
                    <a:pt x="5146" y="310"/>
                    <a:pt x="5051" y="251"/>
                  </a:cubicBezTo>
                  <a:cubicBezTo>
                    <a:pt x="5007" y="145"/>
                    <a:pt x="4900" y="75"/>
                    <a:pt x="4786" y="53"/>
                  </a:cubicBezTo>
                  <a:lnTo>
                    <a:pt x="4772" y="42"/>
                  </a:lnTo>
                  <a:cubicBezTo>
                    <a:pt x="4749" y="42"/>
                    <a:pt x="4702" y="31"/>
                    <a:pt x="4657" y="31"/>
                  </a:cubicBezTo>
                  <a:cubicBezTo>
                    <a:pt x="4610" y="17"/>
                    <a:pt x="4551" y="17"/>
                    <a:pt x="4506" y="17"/>
                  </a:cubicBezTo>
                  <a:cubicBezTo>
                    <a:pt x="4398" y="9"/>
                    <a:pt x="4291" y="1"/>
                    <a:pt x="41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3" name="Google Shape;763;p15"/>
            <p:cNvSpPr/>
            <p:nvPr/>
          </p:nvSpPr>
          <p:spPr>
            <a:xfrm>
              <a:off x="6418150" y="2476079"/>
              <a:ext cx="531994" cy="259756"/>
            </a:xfrm>
            <a:custGeom>
              <a:avLst/>
              <a:gdLst/>
              <a:ahLst/>
              <a:cxnLst/>
              <a:rect l="l" t="t" r="r" b="b"/>
              <a:pathLst>
                <a:path w="7033" h="3434" extrusionOk="0">
                  <a:moveTo>
                    <a:pt x="2574" y="1070"/>
                  </a:moveTo>
                  <a:cubicBezTo>
                    <a:pt x="2607" y="1082"/>
                    <a:pt x="2655" y="1096"/>
                    <a:pt x="2691" y="1118"/>
                  </a:cubicBezTo>
                  <a:cubicBezTo>
                    <a:pt x="2757" y="1142"/>
                    <a:pt x="2818" y="1162"/>
                    <a:pt x="2885" y="1162"/>
                  </a:cubicBezTo>
                  <a:cubicBezTo>
                    <a:pt x="2912" y="1162"/>
                    <a:pt x="2940" y="1159"/>
                    <a:pt x="2971" y="1151"/>
                  </a:cubicBezTo>
                  <a:cubicBezTo>
                    <a:pt x="2985" y="1148"/>
                    <a:pt x="3001" y="1146"/>
                    <a:pt x="3016" y="1146"/>
                  </a:cubicBezTo>
                  <a:cubicBezTo>
                    <a:pt x="3047" y="1146"/>
                    <a:pt x="3079" y="1151"/>
                    <a:pt x="3110" y="1151"/>
                  </a:cubicBezTo>
                  <a:cubicBezTo>
                    <a:pt x="3133" y="1151"/>
                    <a:pt x="3144" y="1165"/>
                    <a:pt x="3166" y="1177"/>
                  </a:cubicBezTo>
                  <a:cubicBezTo>
                    <a:pt x="3137" y="1196"/>
                    <a:pt x="3082" y="1205"/>
                    <a:pt x="3017" y="1205"/>
                  </a:cubicBezTo>
                  <a:cubicBezTo>
                    <a:pt x="2853" y="1205"/>
                    <a:pt x="2621" y="1150"/>
                    <a:pt x="2563" y="1082"/>
                  </a:cubicBezTo>
                  <a:lnTo>
                    <a:pt x="2574" y="1070"/>
                  </a:lnTo>
                  <a:close/>
                  <a:moveTo>
                    <a:pt x="3004" y="1235"/>
                  </a:moveTo>
                  <a:cubicBezTo>
                    <a:pt x="3015" y="1246"/>
                    <a:pt x="3040" y="1246"/>
                    <a:pt x="3052" y="1246"/>
                  </a:cubicBezTo>
                  <a:cubicBezTo>
                    <a:pt x="3121" y="1269"/>
                    <a:pt x="3191" y="1291"/>
                    <a:pt x="3261" y="1327"/>
                  </a:cubicBezTo>
                  <a:cubicBezTo>
                    <a:pt x="3272" y="1327"/>
                    <a:pt x="3283" y="1350"/>
                    <a:pt x="3295" y="1361"/>
                  </a:cubicBezTo>
                  <a:lnTo>
                    <a:pt x="3250" y="1361"/>
                  </a:lnTo>
                  <a:cubicBezTo>
                    <a:pt x="3180" y="1339"/>
                    <a:pt x="3110" y="1316"/>
                    <a:pt x="3040" y="1280"/>
                  </a:cubicBezTo>
                  <a:cubicBezTo>
                    <a:pt x="3026" y="1280"/>
                    <a:pt x="3015" y="1269"/>
                    <a:pt x="3004" y="1258"/>
                  </a:cubicBezTo>
                  <a:lnTo>
                    <a:pt x="3004" y="1235"/>
                  </a:lnTo>
                  <a:close/>
                  <a:moveTo>
                    <a:pt x="3155" y="1654"/>
                  </a:moveTo>
                  <a:lnTo>
                    <a:pt x="3155" y="1654"/>
                  </a:lnTo>
                  <a:cubicBezTo>
                    <a:pt x="3191" y="1688"/>
                    <a:pt x="3166" y="1805"/>
                    <a:pt x="3121" y="1850"/>
                  </a:cubicBezTo>
                  <a:cubicBezTo>
                    <a:pt x="3096" y="1805"/>
                    <a:pt x="3121" y="1699"/>
                    <a:pt x="3155" y="1654"/>
                  </a:cubicBezTo>
                  <a:close/>
                  <a:moveTo>
                    <a:pt x="6856" y="1735"/>
                  </a:moveTo>
                  <a:lnTo>
                    <a:pt x="6856" y="1735"/>
                  </a:lnTo>
                  <a:cubicBezTo>
                    <a:pt x="6868" y="1769"/>
                    <a:pt x="6823" y="1875"/>
                    <a:pt x="6764" y="1897"/>
                  </a:cubicBezTo>
                  <a:cubicBezTo>
                    <a:pt x="6753" y="1850"/>
                    <a:pt x="6812" y="1758"/>
                    <a:pt x="6856" y="1735"/>
                  </a:cubicBezTo>
                  <a:close/>
                  <a:moveTo>
                    <a:pt x="736" y="2258"/>
                  </a:moveTo>
                  <a:cubicBezTo>
                    <a:pt x="758" y="2269"/>
                    <a:pt x="780" y="2294"/>
                    <a:pt x="805" y="2316"/>
                  </a:cubicBezTo>
                  <a:cubicBezTo>
                    <a:pt x="791" y="2316"/>
                    <a:pt x="791" y="2328"/>
                    <a:pt x="780" y="2339"/>
                  </a:cubicBezTo>
                  <a:cubicBezTo>
                    <a:pt x="758" y="2316"/>
                    <a:pt x="736" y="2305"/>
                    <a:pt x="710" y="2283"/>
                  </a:cubicBezTo>
                  <a:cubicBezTo>
                    <a:pt x="710" y="2269"/>
                    <a:pt x="722" y="2269"/>
                    <a:pt x="736" y="2258"/>
                  </a:cubicBezTo>
                  <a:close/>
                  <a:moveTo>
                    <a:pt x="6694" y="2015"/>
                  </a:moveTo>
                  <a:cubicBezTo>
                    <a:pt x="6706" y="2015"/>
                    <a:pt x="6706" y="2015"/>
                    <a:pt x="6717" y="2026"/>
                  </a:cubicBezTo>
                  <a:cubicBezTo>
                    <a:pt x="6625" y="2166"/>
                    <a:pt x="6544" y="2305"/>
                    <a:pt x="6449" y="2445"/>
                  </a:cubicBezTo>
                  <a:lnTo>
                    <a:pt x="6426" y="2445"/>
                  </a:lnTo>
                  <a:cubicBezTo>
                    <a:pt x="6437" y="2434"/>
                    <a:pt x="6426" y="2409"/>
                    <a:pt x="6437" y="2397"/>
                  </a:cubicBezTo>
                  <a:cubicBezTo>
                    <a:pt x="6449" y="2375"/>
                    <a:pt x="6463" y="2353"/>
                    <a:pt x="6485" y="2328"/>
                  </a:cubicBezTo>
                  <a:cubicBezTo>
                    <a:pt x="6544" y="2224"/>
                    <a:pt x="6613" y="2129"/>
                    <a:pt x="6672" y="2026"/>
                  </a:cubicBezTo>
                  <a:cubicBezTo>
                    <a:pt x="6683" y="2026"/>
                    <a:pt x="6694" y="2015"/>
                    <a:pt x="6694" y="2015"/>
                  </a:cubicBezTo>
                  <a:close/>
                  <a:moveTo>
                    <a:pt x="456" y="2235"/>
                  </a:moveTo>
                  <a:cubicBezTo>
                    <a:pt x="537" y="2305"/>
                    <a:pt x="629" y="2386"/>
                    <a:pt x="722" y="2467"/>
                  </a:cubicBezTo>
                  <a:cubicBezTo>
                    <a:pt x="719" y="2468"/>
                    <a:pt x="717" y="2468"/>
                    <a:pt x="714" y="2468"/>
                  </a:cubicBezTo>
                  <a:cubicBezTo>
                    <a:pt x="640" y="2468"/>
                    <a:pt x="478" y="2324"/>
                    <a:pt x="456" y="2235"/>
                  </a:cubicBezTo>
                  <a:close/>
                  <a:moveTo>
                    <a:pt x="6577" y="2409"/>
                  </a:moveTo>
                  <a:lnTo>
                    <a:pt x="6602" y="2423"/>
                  </a:lnTo>
                  <a:cubicBezTo>
                    <a:pt x="6577" y="2445"/>
                    <a:pt x="6566" y="2478"/>
                    <a:pt x="6544" y="2515"/>
                  </a:cubicBezTo>
                  <a:cubicBezTo>
                    <a:pt x="6532" y="2504"/>
                    <a:pt x="6518" y="2492"/>
                    <a:pt x="6518" y="2492"/>
                  </a:cubicBezTo>
                  <a:cubicBezTo>
                    <a:pt x="6544" y="2467"/>
                    <a:pt x="6555" y="2434"/>
                    <a:pt x="6577" y="2409"/>
                  </a:cubicBezTo>
                  <a:close/>
                  <a:moveTo>
                    <a:pt x="4786" y="2688"/>
                  </a:moveTo>
                  <a:lnTo>
                    <a:pt x="4786" y="2688"/>
                  </a:lnTo>
                  <a:cubicBezTo>
                    <a:pt x="4831" y="2713"/>
                    <a:pt x="4890" y="2897"/>
                    <a:pt x="4867" y="2956"/>
                  </a:cubicBezTo>
                  <a:cubicBezTo>
                    <a:pt x="4820" y="2923"/>
                    <a:pt x="4772" y="2735"/>
                    <a:pt x="4786" y="2688"/>
                  </a:cubicBezTo>
                  <a:close/>
                  <a:moveTo>
                    <a:pt x="4675" y="2881"/>
                  </a:moveTo>
                  <a:cubicBezTo>
                    <a:pt x="4681" y="2881"/>
                    <a:pt x="4691" y="2886"/>
                    <a:pt x="4691" y="2886"/>
                  </a:cubicBezTo>
                  <a:cubicBezTo>
                    <a:pt x="4717" y="2934"/>
                    <a:pt x="4739" y="2967"/>
                    <a:pt x="4728" y="3026"/>
                  </a:cubicBezTo>
                  <a:cubicBezTo>
                    <a:pt x="4669" y="2992"/>
                    <a:pt x="4658" y="2956"/>
                    <a:pt x="4658" y="2911"/>
                  </a:cubicBezTo>
                  <a:cubicBezTo>
                    <a:pt x="4647" y="2897"/>
                    <a:pt x="4658" y="2886"/>
                    <a:pt x="4669" y="2886"/>
                  </a:cubicBezTo>
                  <a:cubicBezTo>
                    <a:pt x="4669" y="2883"/>
                    <a:pt x="4672" y="2881"/>
                    <a:pt x="4675" y="2881"/>
                  </a:cubicBezTo>
                  <a:close/>
                  <a:moveTo>
                    <a:pt x="6926" y="0"/>
                  </a:moveTo>
                  <a:cubicBezTo>
                    <a:pt x="6868" y="70"/>
                    <a:pt x="6812" y="129"/>
                    <a:pt x="6753" y="188"/>
                  </a:cubicBezTo>
                  <a:cubicBezTo>
                    <a:pt x="6588" y="350"/>
                    <a:pt x="6393" y="467"/>
                    <a:pt x="6169" y="548"/>
                  </a:cubicBezTo>
                  <a:cubicBezTo>
                    <a:pt x="6125" y="570"/>
                    <a:pt x="6113" y="593"/>
                    <a:pt x="6113" y="629"/>
                  </a:cubicBezTo>
                  <a:cubicBezTo>
                    <a:pt x="6125" y="710"/>
                    <a:pt x="6125" y="780"/>
                    <a:pt x="6125" y="850"/>
                  </a:cubicBezTo>
                  <a:cubicBezTo>
                    <a:pt x="6136" y="1026"/>
                    <a:pt x="6136" y="1199"/>
                    <a:pt x="6147" y="1375"/>
                  </a:cubicBezTo>
                  <a:cubicBezTo>
                    <a:pt x="6147" y="1445"/>
                    <a:pt x="6136" y="1515"/>
                    <a:pt x="6077" y="1570"/>
                  </a:cubicBezTo>
                  <a:cubicBezTo>
                    <a:pt x="6012" y="1647"/>
                    <a:pt x="5923" y="1669"/>
                    <a:pt x="5832" y="1669"/>
                  </a:cubicBezTo>
                  <a:cubicBezTo>
                    <a:pt x="5809" y="1669"/>
                    <a:pt x="5787" y="1668"/>
                    <a:pt x="5764" y="1665"/>
                  </a:cubicBezTo>
                  <a:cubicBezTo>
                    <a:pt x="5599" y="1640"/>
                    <a:pt x="5530" y="1559"/>
                    <a:pt x="5518" y="1408"/>
                  </a:cubicBezTo>
                  <a:cubicBezTo>
                    <a:pt x="5518" y="1235"/>
                    <a:pt x="5507" y="1059"/>
                    <a:pt x="5507" y="886"/>
                  </a:cubicBezTo>
                  <a:lnTo>
                    <a:pt x="5507" y="791"/>
                  </a:lnTo>
                  <a:cubicBezTo>
                    <a:pt x="5507" y="769"/>
                    <a:pt x="5496" y="746"/>
                    <a:pt x="5496" y="721"/>
                  </a:cubicBezTo>
                  <a:cubicBezTo>
                    <a:pt x="4158" y="769"/>
                    <a:pt x="2817" y="816"/>
                    <a:pt x="1468" y="861"/>
                  </a:cubicBezTo>
                  <a:cubicBezTo>
                    <a:pt x="1479" y="886"/>
                    <a:pt x="1479" y="908"/>
                    <a:pt x="1479" y="931"/>
                  </a:cubicBezTo>
                  <a:lnTo>
                    <a:pt x="1479" y="942"/>
                  </a:lnTo>
                  <a:cubicBezTo>
                    <a:pt x="1479" y="1151"/>
                    <a:pt x="1490" y="1361"/>
                    <a:pt x="1504" y="1570"/>
                  </a:cubicBezTo>
                  <a:cubicBezTo>
                    <a:pt x="1504" y="1677"/>
                    <a:pt x="1456" y="1769"/>
                    <a:pt x="1350" y="1805"/>
                  </a:cubicBezTo>
                  <a:cubicBezTo>
                    <a:pt x="1294" y="1827"/>
                    <a:pt x="1236" y="1827"/>
                    <a:pt x="1188" y="1839"/>
                  </a:cubicBezTo>
                  <a:cubicBezTo>
                    <a:pt x="1181" y="1839"/>
                    <a:pt x="1174" y="1839"/>
                    <a:pt x="1167" y="1839"/>
                  </a:cubicBezTo>
                  <a:cubicBezTo>
                    <a:pt x="1004" y="1839"/>
                    <a:pt x="875" y="1717"/>
                    <a:pt x="875" y="1548"/>
                  </a:cubicBezTo>
                  <a:cubicBezTo>
                    <a:pt x="861" y="1305"/>
                    <a:pt x="861" y="1059"/>
                    <a:pt x="850" y="816"/>
                  </a:cubicBezTo>
                  <a:cubicBezTo>
                    <a:pt x="850" y="791"/>
                    <a:pt x="850" y="780"/>
                    <a:pt x="839" y="769"/>
                  </a:cubicBezTo>
                  <a:cubicBezTo>
                    <a:pt x="839" y="758"/>
                    <a:pt x="817" y="746"/>
                    <a:pt x="805" y="746"/>
                  </a:cubicBezTo>
                  <a:cubicBezTo>
                    <a:pt x="780" y="732"/>
                    <a:pt x="758" y="732"/>
                    <a:pt x="722" y="721"/>
                  </a:cubicBezTo>
                  <a:cubicBezTo>
                    <a:pt x="442" y="629"/>
                    <a:pt x="199" y="478"/>
                    <a:pt x="1" y="243"/>
                  </a:cubicBezTo>
                  <a:lnTo>
                    <a:pt x="1" y="313"/>
                  </a:lnTo>
                  <a:cubicBezTo>
                    <a:pt x="23" y="1165"/>
                    <a:pt x="60" y="2026"/>
                    <a:pt x="93" y="2875"/>
                  </a:cubicBezTo>
                  <a:cubicBezTo>
                    <a:pt x="93" y="2956"/>
                    <a:pt x="118" y="3037"/>
                    <a:pt x="141" y="3121"/>
                  </a:cubicBezTo>
                  <a:cubicBezTo>
                    <a:pt x="177" y="3224"/>
                    <a:pt x="258" y="3305"/>
                    <a:pt x="361" y="3353"/>
                  </a:cubicBezTo>
                  <a:cubicBezTo>
                    <a:pt x="361" y="3364"/>
                    <a:pt x="372" y="3364"/>
                    <a:pt x="386" y="3364"/>
                  </a:cubicBezTo>
                  <a:cubicBezTo>
                    <a:pt x="479" y="3411"/>
                    <a:pt x="596" y="3434"/>
                    <a:pt x="699" y="3434"/>
                  </a:cubicBezTo>
                  <a:cubicBezTo>
                    <a:pt x="1071" y="3423"/>
                    <a:pt x="1434" y="3411"/>
                    <a:pt x="1806" y="3400"/>
                  </a:cubicBezTo>
                  <a:cubicBezTo>
                    <a:pt x="1828" y="3386"/>
                    <a:pt x="1864" y="3375"/>
                    <a:pt x="1887" y="3353"/>
                  </a:cubicBezTo>
                  <a:cubicBezTo>
                    <a:pt x="1956" y="3294"/>
                    <a:pt x="2015" y="3235"/>
                    <a:pt x="2118" y="3235"/>
                  </a:cubicBezTo>
                  <a:lnTo>
                    <a:pt x="2283" y="3235"/>
                  </a:lnTo>
                  <a:cubicBezTo>
                    <a:pt x="3144" y="3213"/>
                    <a:pt x="4004" y="3177"/>
                    <a:pt x="4867" y="3143"/>
                  </a:cubicBezTo>
                  <a:lnTo>
                    <a:pt x="4926" y="3143"/>
                  </a:lnTo>
                  <a:cubicBezTo>
                    <a:pt x="4958" y="3134"/>
                    <a:pt x="4990" y="3129"/>
                    <a:pt x="5021" y="3129"/>
                  </a:cubicBezTo>
                  <a:cubicBezTo>
                    <a:pt x="5111" y="3129"/>
                    <a:pt x="5193" y="3167"/>
                    <a:pt x="5261" y="3235"/>
                  </a:cubicBezTo>
                  <a:cubicBezTo>
                    <a:pt x="5286" y="3261"/>
                    <a:pt x="5320" y="3272"/>
                    <a:pt x="5356" y="3272"/>
                  </a:cubicBezTo>
                  <a:cubicBezTo>
                    <a:pt x="5694" y="3261"/>
                    <a:pt x="6044" y="3247"/>
                    <a:pt x="6379" y="3235"/>
                  </a:cubicBezTo>
                  <a:cubicBezTo>
                    <a:pt x="6449" y="3224"/>
                    <a:pt x="6518" y="3224"/>
                    <a:pt x="6588" y="3202"/>
                  </a:cubicBezTo>
                  <a:cubicBezTo>
                    <a:pt x="6915" y="3132"/>
                    <a:pt x="7032" y="2945"/>
                    <a:pt x="7021" y="2677"/>
                  </a:cubicBezTo>
                  <a:cubicBezTo>
                    <a:pt x="6996" y="1805"/>
                    <a:pt x="6963" y="920"/>
                    <a:pt x="6926" y="48"/>
                  </a:cubicBezTo>
                  <a:lnTo>
                    <a:pt x="6926" y="0"/>
                  </a:ln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15"/>
            <p:cNvSpPr/>
            <p:nvPr/>
          </p:nvSpPr>
          <p:spPr>
            <a:xfrm>
              <a:off x="6522986" y="2340382"/>
              <a:ext cx="310891" cy="195612"/>
            </a:xfrm>
            <a:custGeom>
              <a:avLst/>
              <a:gdLst/>
              <a:ahLst/>
              <a:cxnLst/>
              <a:rect l="l" t="t" r="r" b="b"/>
              <a:pathLst>
                <a:path w="4110" h="2586" extrusionOk="0">
                  <a:moveTo>
                    <a:pt x="1501" y="177"/>
                  </a:moveTo>
                  <a:cubicBezTo>
                    <a:pt x="1537" y="177"/>
                    <a:pt x="1571" y="177"/>
                    <a:pt x="1607" y="188"/>
                  </a:cubicBezTo>
                  <a:lnTo>
                    <a:pt x="1607" y="210"/>
                  </a:lnTo>
                  <a:cubicBezTo>
                    <a:pt x="1409" y="222"/>
                    <a:pt x="1221" y="269"/>
                    <a:pt x="1026" y="269"/>
                  </a:cubicBezTo>
                  <a:cubicBezTo>
                    <a:pt x="1026" y="258"/>
                    <a:pt x="1026" y="247"/>
                    <a:pt x="1012" y="247"/>
                  </a:cubicBezTo>
                  <a:cubicBezTo>
                    <a:pt x="1037" y="236"/>
                    <a:pt x="1048" y="222"/>
                    <a:pt x="1070" y="222"/>
                  </a:cubicBezTo>
                  <a:cubicBezTo>
                    <a:pt x="1210" y="210"/>
                    <a:pt x="1361" y="188"/>
                    <a:pt x="1501" y="177"/>
                  </a:cubicBezTo>
                  <a:close/>
                  <a:moveTo>
                    <a:pt x="3562" y="258"/>
                  </a:moveTo>
                  <a:lnTo>
                    <a:pt x="3562" y="258"/>
                  </a:lnTo>
                  <a:cubicBezTo>
                    <a:pt x="3610" y="328"/>
                    <a:pt x="3655" y="386"/>
                    <a:pt x="3702" y="456"/>
                  </a:cubicBezTo>
                  <a:cubicBezTo>
                    <a:pt x="3643" y="445"/>
                    <a:pt x="3551" y="328"/>
                    <a:pt x="3562" y="258"/>
                  </a:cubicBezTo>
                  <a:close/>
                  <a:moveTo>
                    <a:pt x="1107" y="445"/>
                  </a:moveTo>
                  <a:cubicBezTo>
                    <a:pt x="1118" y="445"/>
                    <a:pt x="1129" y="456"/>
                    <a:pt x="1140" y="456"/>
                  </a:cubicBezTo>
                  <a:cubicBezTo>
                    <a:pt x="1140" y="467"/>
                    <a:pt x="1140" y="479"/>
                    <a:pt x="1129" y="479"/>
                  </a:cubicBezTo>
                  <a:cubicBezTo>
                    <a:pt x="1082" y="501"/>
                    <a:pt x="1026" y="526"/>
                    <a:pt x="967" y="537"/>
                  </a:cubicBezTo>
                  <a:cubicBezTo>
                    <a:pt x="967" y="537"/>
                    <a:pt x="956" y="526"/>
                    <a:pt x="956" y="515"/>
                  </a:cubicBezTo>
                  <a:cubicBezTo>
                    <a:pt x="967" y="515"/>
                    <a:pt x="978" y="490"/>
                    <a:pt x="989" y="490"/>
                  </a:cubicBezTo>
                  <a:cubicBezTo>
                    <a:pt x="1026" y="479"/>
                    <a:pt x="1070" y="456"/>
                    <a:pt x="1107" y="445"/>
                  </a:cubicBezTo>
                  <a:close/>
                  <a:moveTo>
                    <a:pt x="3596" y="479"/>
                  </a:moveTo>
                  <a:lnTo>
                    <a:pt x="3596" y="479"/>
                  </a:lnTo>
                  <a:cubicBezTo>
                    <a:pt x="3621" y="537"/>
                    <a:pt x="3643" y="596"/>
                    <a:pt x="3655" y="666"/>
                  </a:cubicBezTo>
                  <a:cubicBezTo>
                    <a:pt x="3596" y="641"/>
                    <a:pt x="3562" y="537"/>
                    <a:pt x="3596" y="479"/>
                  </a:cubicBezTo>
                  <a:close/>
                  <a:moveTo>
                    <a:pt x="2596" y="1968"/>
                  </a:moveTo>
                  <a:cubicBezTo>
                    <a:pt x="2654" y="1968"/>
                    <a:pt x="2677" y="1993"/>
                    <a:pt x="2677" y="2051"/>
                  </a:cubicBezTo>
                  <a:cubicBezTo>
                    <a:pt x="2677" y="2096"/>
                    <a:pt x="2677" y="2155"/>
                    <a:pt x="2666" y="2202"/>
                  </a:cubicBezTo>
                  <a:cubicBezTo>
                    <a:pt x="2654" y="2272"/>
                    <a:pt x="2607" y="2306"/>
                    <a:pt x="2537" y="2317"/>
                  </a:cubicBezTo>
                  <a:cubicBezTo>
                    <a:pt x="2445" y="2353"/>
                    <a:pt x="2339" y="2376"/>
                    <a:pt x="2247" y="2387"/>
                  </a:cubicBezTo>
                  <a:cubicBezTo>
                    <a:pt x="2176" y="2400"/>
                    <a:pt x="2104" y="2405"/>
                    <a:pt x="2033" y="2405"/>
                  </a:cubicBezTo>
                  <a:cubicBezTo>
                    <a:pt x="1906" y="2405"/>
                    <a:pt x="1780" y="2388"/>
                    <a:pt x="1654" y="2364"/>
                  </a:cubicBezTo>
                  <a:cubicBezTo>
                    <a:pt x="1526" y="2331"/>
                    <a:pt x="1445" y="2166"/>
                    <a:pt x="1490" y="2051"/>
                  </a:cubicBezTo>
                  <a:cubicBezTo>
                    <a:pt x="1501" y="2026"/>
                    <a:pt x="1537" y="2015"/>
                    <a:pt x="1559" y="2015"/>
                  </a:cubicBezTo>
                  <a:cubicBezTo>
                    <a:pt x="1688" y="2004"/>
                    <a:pt x="1805" y="2004"/>
                    <a:pt x="1934" y="2004"/>
                  </a:cubicBezTo>
                  <a:cubicBezTo>
                    <a:pt x="1990" y="1993"/>
                    <a:pt x="2037" y="1993"/>
                    <a:pt x="2085" y="1993"/>
                  </a:cubicBezTo>
                  <a:cubicBezTo>
                    <a:pt x="2258" y="1993"/>
                    <a:pt x="2434" y="1982"/>
                    <a:pt x="2596" y="1968"/>
                  </a:cubicBezTo>
                  <a:close/>
                  <a:moveTo>
                    <a:pt x="3959" y="1"/>
                  </a:moveTo>
                  <a:cubicBezTo>
                    <a:pt x="3504" y="12"/>
                    <a:pt x="3051" y="37"/>
                    <a:pt x="2585" y="48"/>
                  </a:cubicBezTo>
                  <a:cubicBezTo>
                    <a:pt x="1747" y="82"/>
                    <a:pt x="908" y="107"/>
                    <a:pt x="70" y="141"/>
                  </a:cubicBezTo>
                  <a:cubicBezTo>
                    <a:pt x="12" y="141"/>
                    <a:pt x="0" y="152"/>
                    <a:pt x="0" y="210"/>
                  </a:cubicBezTo>
                  <a:cubicBezTo>
                    <a:pt x="12" y="361"/>
                    <a:pt x="12" y="515"/>
                    <a:pt x="12" y="666"/>
                  </a:cubicBezTo>
                  <a:cubicBezTo>
                    <a:pt x="23" y="747"/>
                    <a:pt x="23" y="747"/>
                    <a:pt x="104" y="747"/>
                  </a:cubicBezTo>
                  <a:cubicBezTo>
                    <a:pt x="174" y="747"/>
                    <a:pt x="188" y="769"/>
                    <a:pt x="188" y="828"/>
                  </a:cubicBezTo>
                  <a:lnTo>
                    <a:pt x="188" y="934"/>
                  </a:lnTo>
                  <a:cubicBezTo>
                    <a:pt x="199" y="1037"/>
                    <a:pt x="199" y="1049"/>
                    <a:pt x="82" y="1049"/>
                  </a:cubicBezTo>
                  <a:cubicBezTo>
                    <a:pt x="34" y="1049"/>
                    <a:pt x="23" y="1074"/>
                    <a:pt x="34" y="1107"/>
                  </a:cubicBezTo>
                  <a:lnTo>
                    <a:pt x="34" y="1364"/>
                  </a:lnTo>
                  <a:cubicBezTo>
                    <a:pt x="48" y="1409"/>
                    <a:pt x="48" y="1456"/>
                    <a:pt x="48" y="1515"/>
                  </a:cubicBezTo>
                  <a:cubicBezTo>
                    <a:pt x="82" y="1515"/>
                    <a:pt x="118" y="1515"/>
                    <a:pt x="140" y="1504"/>
                  </a:cubicBezTo>
                  <a:cubicBezTo>
                    <a:pt x="188" y="1504"/>
                    <a:pt x="210" y="1526"/>
                    <a:pt x="210" y="1563"/>
                  </a:cubicBezTo>
                  <a:cubicBezTo>
                    <a:pt x="210" y="1618"/>
                    <a:pt x="210" y="1677"/>
                    <a:pt x="221" y="1736"/>
                  </a:cubicBezTo>
                  <a:cubicBezTo>
                    <a:pt x="221" y="1783"/>
                    <a:pt x="199" y="1806"/>
                    <a:pt x="151" y="1806"/>
                  </a:cubicBezTo>
                  <a:lnTo>
                    <a:pt x="59" y="1806"/>
                  </a:lnTo>
                  <a:cubicBezTo>
                    <a:pt x="70" y="2074"/>
                    <a:pt x="82" y="2331"/>
                    <a:pt x="82" y="2585"/>
                  </a:cubicBezTo>
                  <a:cubicBezTo>
                    <a:pt x="791" y="2563"/>
                    <a:pt x="1490" y="2540"/>
                    <a:pt x="2188" y="2515"/>
                  </a:cubicBezTo>
                  <a:cubicBezTo>
                    <a:pt x="2828" y="2493"/>
                    <a:pt x="3470" y="2470"/>
                    <a:pt x="4110" y="2445"/>
                  </a:cubicBezTo>
                  <a:cubicBezTo>
                    <a:pt x="4110" y="2376"/>
                    <a:pt x="4110" y="2317"/>
                    <a:pt x="4099" y="2261"/>
                  </a:cubicBezTo>
                  <a:cubicBezTo>
                    <a:pt x="4099" y="2063"/>
                    <a:pt x="4085" y="1864"/>
                    <a:pt x="4085" y="1666"/>
                  </a:cubicBezTo>
                  <a:cubicBezTo>
                    <a:pt x="4062" y="1666"/>
                    <a:pt x="4039" y="1671"/>
                    <a:pt x="4019" y="1671"/>
                  </a:cubicBezTo>
                  <a:cubicBezTo>
                    <a:pt x="4009" y="1671"/>
                    <a:pt x="4000" y="1670"/>
                    <a:pt x="3993" y="1666"/>
                  </a:cubicBezTo>
                  <a:cubicBezTo>
                    <a:pt x="3970" y="1666"/>
                    <a:pt x="3923" y="1644"/>
                    <a:pt x="3923" y="1618"/>
                  </a:cubicBezTo>
                  <a:cubicBezTo>
                    <a:pt x="3912" y="1563"/>
                    <a:pt x="3923" y="1493"/>
                    <a:pt x="3923" y="1423"/>
                  </a:cubicBezTo>
                  <a:cubicBezTo>
                    <a:pt x="3912" y="1387"/>
                    <a:pt x="3934" y="1375"/>
                    <a:pt x="3970" y="1375"/>
                  </a:cubicBezTo>
                  <a:lnTo>
                    <a:pt x="4074" y="1375"/>
                  </a:lnTo>
                  <a:cubicBezTo>
                    <a:pt x="4074" y="1247"/>
                    <a:pt x="4062" y="1130"/>
                    <a:pt x="4062" y="1004"/>
                  </a:cubicBezTo>
                  <a:cubicBezTo>
                    <a:pt x="4062" y="909"/>
                    <a:pt x="4062" y="909"/>
                    <a:pt x="3959" y="909"/>
                  </a:cubicBezTo>
                  <a:cubicBezTo>
                    <a:pt x="3912" y="909"/>
                    <a:pt x="3889" y="898"/>
                    <a:pt x="3889" y="839"/>
                  </a:cubicBezTo>
                  <a:lnTo>
                    <a:pt x="3889" y="724"/>
                  </a:lnTo>
                  <a:cubicBezTo>
                    <a:pt x="3889" y="629"/>
                    <a:pt x="3889" y="618"/>
                    <a:pt x="3993" y="618"/>
                  </a:cubicBezTo>
                  <a:cubicBezTo>
                    <a:pt x="4040" y="618"/>
                    <a:pt x="4051" y="596"/>
                    <a:pt x="4051" y="548"/>
                  </a:cubicBezTo>
                  <a:cubicBezTo>
                    <a:pt x="4040" y="386"/>
                    <a:pt x="4029" y="222"/>
                    <a:pt x="4029" y="60"/>
                  </a:cubicBezTo>
                  <a:cubicBezTo>
                    <a:pt x="4029" y="12"/>
                    <a:pt x="4004" y="1"/>
                    <a:pt x="3959"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15"/>
            <p:cNvSpPr/>
            <p:nvPr/>
          </p:nvSpPr>
          <p:spPr>
            <a:xfrm>
              <a:off x="6406728" y="2352863"/>
              <a:ext cx="74886" cy="175264"/>
            </a:xfrm>
            <a:custGeom>
              <a:avLst/>
              <a:gdLst/>
              <a:ahLst/>
              <a:cxnLst/>
              <a:rect l="l" t="t" r="r" b="b"/>
              <a:pathLst>
                <a:path w="990" h="2317" extrusionOk="0">
                  <a:moveTo>
                    <a:pt x="501" y="1082"/>
                  </a:moveTo>
                  <a:lnTo>
                    <a:pt x="501" y="1082"/>
                  </a:lnTo>
                  <a:cubicBezTo>
                    <a:pt x="537" y="1163"/>
                    <a:pt x="582" y="1244"/>
                    <a:pt x="618" y="1339"/>
                  </a:cubicBezTo>
                  <a:cubicBezTo>
                    <a:pt x="560" y="1314"/>
                    <a:pt x="479" y="1163"/>
                    <a:pt x="501" y="1082"/>
                  </a:cubicBezTo>
                  <a:close/>
                  <a:moveTo>
                    <a:pt x="861" y="1"/>
                  </a:moveTo>
                  <a:cubicBezTo>
                    <a:pt x="733" y="1"/>
                    <a:pt x="607" y="12"/>
                    <a:pt x="479" y="12"/>
                  </a:cubicBezTo>
                  <a:cubicBezTo>
                    <a:pt x="211" y="23"/>
                    <a:pt x="1" y="255"/>
                    <a:pt x="1" y="523"/>
                  </a:cubicBezTo>
                  <a:cubicBezTo>
                    <a:pt x="12" y="825"/>
                    <a:pt x="23" y="1118"/>
                    <a:pt x="35" y="1420"/>
                  </a:cubicBezTo>
                  <a:cubicBezTo>
                    <a:pt x="48" y="1512"/>
                    <a:pt x="71" y="1618"/>
                    <a:pt x="118" y="1699"/>
                  </a:cubicBezTo>
                  <a:cubicBezTo>
                    <a:pt x="233" y="1898"/>
                    <a:pt x="398" y="2037"/>
                    <a:pt x="582" y="2152"/>
                  </a:cubicBezTo>
                  <a:cubicBezTo>
                    <a:pt x="711" y="2222"/>
                    <a:pt x="850" y="2269"/>
                    <a:pt x="990" y="2317"/>
                  </a:cubicBezTo>
                  <a:cubicBezTo>
                    <a:pt x="990" y="2096"/>
                    <a:pt x="979" y="1886"/>
                    <a:pt x="968" y="1663"/>
                  </a:cubicBezTo>
                  <a:cubicBezTo>
                    <a:pt x="955" y="1670"/>
                    <a:pt x="946" y="1670"/>
                    <a:pt x="937" y="1670"/>
                  </a:cubicBezTo>
                  <a:cubicBezTo>
                    <a:pt x="928" y="1670"/>
                    <a:pt x="920" y="1670"/>
                    <a:pt x="909" y="1677"/>
                  </a:cubicBezTo>
                  <a:cubicBezTo>
                    <a:pt x="850" y="1677"/>
                    <a:pt x="828" y="1652"/>
                    <a:pt x="828" y="1607"/>
                  </a:cubicBezTo>
                  <a:cubicBezTo>
                    <a:pt x="828" y="1548"/>
                    <a:pt x="817" y="1479"/>
                    <a:pt x="817" y="1420"/>
                  </a:cubicBezTo>
                  <a:cubicBezTo>
                    <a:pt x="817" y="1384"/>
                    <a:pt x="839" y="1372"/>
                    <a:pt x="873" y="1372"/>
                  </a:cubicBezTo>
                  <a:lnTo>
                    <a:pt x="968" y="1372"/>
                  </a:lnTo>
                  <a:cubicBezTo>
                    <a:pt x="956" y="1244"/>
                    <a:pt x="956" y="1118"/>
                    <a:pt x="956" y="1001"/>
                  </a:cubicBezTo>
                  <a:cubicBezTo>
                    <a:pt x="946" y="932"/>
                    <a:pt x="957" y="915"/>
                    <a:pt x="916" y="915"/>
                  </a:cubicBezTo>
                  <a:cubicBezTo>
                    <a:pt x="901" y="915"/>
                    <a:pt x="881" y="917"/>
                    <a:pt x="850" y="920"/>
                  </a:cubicBezTo>
                  <a:cubicBezTo>
                    <a:pt x="817" y="920"/>
                    <a:pt x="803" y="909"/>
                    <a:pt x="803" y="872"/>
                  </a:cubicBezTo>
                  <a:lnTo>
                    <a:pt x="803" y="615"/>
                  </a:lnTo>
                  <a:cubicBezTo>
                    <a:pt x="827" y="615"/>
                    <a:pt x="840" y="610"/>
                    <a:pt x="853" y="610"/>
                  </a:cubicBezTo>
                  <a:cubicBezTo>
                    <a:pt x="859" y="610"/>
                    <a:pt x="865" y="612"/>
                    <a:pt x="873" y="615"/>
                  </a:cubicBezTo>
                  <a:cubicBezTo>
                    <a:pt x="931" y="615"/>
                    <a:pt x="942" y="593"/>
                    <a:pt x="931" y="545"/>
                  </a:cubicBezTo>
                  <a:cubicBezTo>
                    <a:pt x="931" y="383"/>
                    <a:pt x="920" y="221"/>
                    <a:pt x="920" y="45"/>
                  </a:cubicBezTo>
                  <a:cubicBezTo>
                    <a:pt x="920" y="12"/>
                    <a:pt x="909" y="1"/>
                    <a:pt x="861"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6" name="Google Shape;766;p15"/>
            <p:cNvSpPr/>
            <p:nvPr/>
          </p:nvSpPr>
          <p:spPr>
            <a:xfrm>
              <a:off x="6874178" y="2337054"/>
              <a:ext cx="74054" cy="176928"/>
            </a:xfrm>
            <a:custGeom>
              <a:avLst/>
              <a:gdLst/>
              <a:ahLst/>
              <a:cxnLst/>
              <a:rect l="l" t="t" r="r" b="b"/>
              <a:pathLst>
                <a:path w="979" h="2339" extrusionOk="0">
                  <a:moveTo>
                    <a:pt x="853" y="1453"/>
                  </a:moveTo>
                  <a:cubicBezTo>
                    <a:pt x="853" y="1467"/>
                    <a:pt x="864" y="1467"/>
                    <a:pt x="864" y="1467"/>
                  </a:cubicBezTo>
                  <a:cubicBezTo>
                    <a:pt x="875" y="1537"/>
                    <a:pt x="805" y="1651"/>
                    <a:pt x="735" y="1662"/>
                  </a:cubicBezTo>
                  <a:cubicBezTo>
                    <a:pt x="769" y="1593"/>
                    <a:pt x="816" y="1523"/>
                    <a:pt x="853" y="1453"/>
                  </a:cubicBezTo>
                  <a:close/>
                  <a:moveTo>
                    <a:pt x="607" y="1581"/>
                  </a:moveTo>
                  <a:lnTo>
                    <a:pt x="607" y="1581"/>
                  </a:lnTo>
                  <a:cubicBezTo>
                    <a:pt x="654" y="1618"/>
                    <a:pt x="607" y="1791"/>
                    <a:pt x="526" y="1838"/>
                  </a:cubicBezTo>
                  <a:cubicBezTo>
                    <a:pt x="559" y="1746"/>
                    <a:pt x="584" y="1662"/>
                    <a:pt x="607" y="1581"/>
                  </a:cubicBezTo>
                  <a:close/>
                  <a:moveTo>
                    <a:pt x="456" y="0"/>
                  </a:moveTo>
                  <a:cubicBezTo>
                    <a:pt x="375" y="11"/>
                    <a:pt x="305" y="11"/>
                    <a:pt x="224" y="11"/>
                  </a:cubicBezTo>
                  <a:cubicBezTo>
                    <a:pt x="165" y="11"/>
                    <a:pt x="107" y="11"/>
                    <a:pt x="48" y="23"/>
                  </a:cubicBezTo>
                  <a:cubicBezTo>
                    <a:pt x="15" y="23"/>
                    <a:pt x="1" y="34"/>
                    <a:pt x="1" y="70"/>
                  </a:cubicBezTo>
                  <a:cubicBezTo>
                    <a:pt x="1" y="221"/>
                    <a:pt x="15" y="372"/>
                    <a:pt x="15" y="511"/>
                  </a:cubicBezTo>
                  <a:cubicBezTo>
                    <a:pt x="26" y="629"/>
                    <a:pt x="26" y="629"/>
                    <a:pt x="129" y="629"/>
                  </a:cubicBezTo>
                  <a:cubicBezTo>
                    <a:pt x="140" y="629"/>
                    <a:pt x="140" y="629"/>
                    <a:pt x="154" y="640"/>
                  </a:cubicBezTo>
                  <a:cubicBezTo>
                    <a:pt x="165" y="721"/>
                    <a:pt x="165" y="802"/>
                    <a:pt x="177" y="883"/>
                  </a:cubicBezTo>
                  <a:cubicBezTo>
                    <a:pt x="177" y="919"/>
                    <a:pt x="165" y="930"/>
                    <a:pt x="129" y="930"/>
                  </a:cubicBezTo>
                  <a:lnTo>
                    <a:pt x="70" y="930"/>
                  </a:lnTo>
                  <a:cubicBezTo>
                    <a:pt x="37" y="930"/>
                    <a:pt x="37" y="942"/>
                    <a:pt x="37" y="978"/>
                  </a:cubicBezTo>
                  <a:cubicBezTo>
                    <a:pt x="37" y="1104"/>
                    <a:pt x="48" y="1232"/>
                    <a:pt x="48" y="1350"/>
                  </a:cubicBezTo>
                  <a:cubicBezTo>
                    <a:pt x="48" y="1383"/>
                    <a:pt x="59" y="1397"/>
                    <a:pt x="96" y="1397"/>
                  </a:cubicBezTo>
                  <a:cubicBezTo>
                    <a:pt x="101" y="1390"/>
                    <a:pt x="110" y="1387"/>
                    <a:pt x="120" y="1387"/>
                  </a:cubicBezTo>
                  <a:cubicBezTo>
                    <a:pt x="130" y="1387"/>
                    <a:pt x="142" y="1390"/>
                    <a:pt x="154" y="1397"/>
                  </a:cubicBezTo>
                  <a:cubicBezTo>
                    <a:pt x="165" y="1397"/>
                    <a:pt x="199" y="1419"/>
                    <a:pt x="199" y="1431"/>
                  </a:cubicBezTo>
                  <a:lnTo>
                    <a:pt x="199" y="1618"/>
                  </a:lnTo>
                  <a:cubicBezTo>
                    <a:pt x="199" y="1657"/>
                    <a:pt x="190" y="1690"/>
                    <a:pt x="149" y="1690"/>
                  </a:cubicBezTo>
                  <a:cubicBezTo>
                    <a:pt x="143" y="1690"/>
                    <a:pt x="136" y="1689"/>
                    <a:pt x="129" y="1688"/>
                  </a:cubicBezTo>
                  <a:lnTo>
                    <a:pt x="59" y="1688"/>
                  </a:lnTo>
                  <a:cubicBezTo>
                    <a:pt x="70" y="1838"/>
                    <a:pt x="70" y="1978"/>
                    <a:pt x="84" y="2107"/>
                  </a:cubicBezTo>
                  <a:lnTo>
                    <a:pt x="84" y="2338"/>
                  </a:lnTo>
                  <a:lnTo>
                    <a:pt x="118" y="2338"/>
                  </a:lnTo>
                  <a:cubicBezTo>
                    <a:pt x="350" y="2246"/>
                    <a:pt x="573" y="2107"/>
                    <a:pt x="746" y="1919"/>
                  </a:cubicBezTo>
                  <a:cubicBezTo>
                    <a:pt x="875" y="1769"/>
                    <a:pt x="978" y="1607"/>
                    <a:pt x="978" y="1408"/>
                  </a:cubicBezTo>
                  <a:cubicBezTo>
                    <a:pt x="967" y="1081"/>
                    <a:pt x="956" y="754"/>
                    <a:pt x="945" y="442"/>
                  </a:cubicBezTo>
                  <a:cubicBezTo>
                    <a:pt x="934" y="196"/>
                    <a:pt x="688" y="0"/>
                    <a:pt x="456"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7" name="Google Shape;767;p15"/>
            <p:cNvSpPr/>
            <p:nvPr/>
          </p:nvSpPr>
          <p:spPr>
            <a:xfrm>
              <a:off x="6485166" y="2477743"/>
              <a:ext cx="42360" cy="133358"/>
            </a:xfrm>
            <a:custGeom>
              <a:avLst/>
              <a:gdLst/>
              <a:ahLst/>
              <a:cxnLst/>
              <a:rect l="l" t="t" r="r" b="b"/>
              <a:pathLst>
                <a:path w="560" h="1763" extrusionOk="0">
                  <a:moveTo>
                    <a:pt x="255" y="291"/>
                  </a:moveTo>
                  <a:cubicBezTo>
                    <a:pt x="313" y="291"/>
                    <a:pt x="361" y="350"/>
                    <a:pt x="372" y="409"/>
                  </a:cubicBezTo>
                  <a:cubicBezTo>
                    <a:pt x="372" y="467"/>
                    <a:pt x="324" y="501"/>
                    <a:pt x="280" y="501"/>
                  </a:cubicBezTo>
                  <a:cubicBezTo>
                    <a:pt x="272" y="502"/>
                    <a:pt x="264" y="503"/>
                    <a:pt x="257" y="503"/>
                  </a:cubicBezTo>
                  <a:cubicBezTo>
                    <a:pt x="202" y="503"/>
                    <a:pt x="174" y="458"/>
                    <a:pt x="174" y="386"/>
                  </a:cubicBezTo>
                  <a:cubicBezTo>
                    <a:pt x="174" y="328"/>
                    <a:pt x="210" y="291"/>
                    <a:pt x="255" y="291"/>
                  </a:cubicBezTo>
                  <a:close/>
                  <a:moveTo>
                    <a:pt x="283" y="896"/>
                  </a:moveTo>
                  <a:cubicBezTo>
                    <a:pt x="334" y="896"/>
                    <a:pt x="384" y="950"/>
                    <a:pt x="394" y="1004"/>
                  </a:cubicBezTo>
                  <a:cubicBezTo>
                    <a:pt x="394" y="1060"/>
                    <a:pt x="350" y="1107"/>
                    <a:pt x="280" y="1118"/>
                  </a:cubicBezTo>
                  <a:cubicBezTo>
                    <a:pt x="232" y="1118"/>
                    <a:pt x="174" y="1074"/>
                    <a:pt x="174" y="1004"/>
                  </a:cubicBezTo>
                  <a:cubicBezTo>
                    <a:pt x="174" y="945"/>
                    <a:pt x="210" y="898"/>
                    <a:pt x="269" y="898"/>
                  </a:cubicBezTo>
                  <a:cubicBezTo>
                    <a:pt x="273" y="897"/>
                    <a:pt x="278" y="896"/>
                    <a:pt x="283" y="896"/>
                  </a:cubicBezTo>
                  <a:close/>
                  <a:moveTo>
                    <a:pt x="500" y="1"/>
                  </a:moveTo>
                  <a:cubicBezTo>
                    <a:pt x="338" y="12"/>
                    <a:pt x="174" y="12"/>
                    <a:pt x="0" y="26"/>
                  </a:cubicBezTo>
                  <a:lnTo>
                    <a:pt x="0" y="71"/>
                  </a:lnTo>
                  <a:lnTo>
                    <a:pt x="0" y="118"/>
                  </a:lnTo>
                  <a:cubicBezTo>
                    <a:pt x="12" y="490"/>
                    <a:pt x="34" y="864"/>
                    <a:pt x="45" y="1247"/>
                  </a:cubicBezTo>
                  <a:lnTo>
                    <a:pt x="45" y="1526"/>
                  </a:lnTo>
                  <a:cubicBezTo>
                    <a:pt x="45" y="1596"/>
                    <a:pt x="70" y="1655"/>
                    <a:pt x="115" y="1702"/>
                  </a:cubicBezTo>
                  <a:cubicBezTo>
                    <a:pt x="167" y="1746"/>
                    <a:pt x="223" y="1762"/>
                    <a:pt x="277" y="1762"/>
                  </a:cubicBezTo>
                  <a:cubicBezTo>
                    <a:pt x="310" y="1762"/>
                    <a:pt x="342" y="1756"/>
                    <a:pt x="372" y="1747"/>
                  </a:cubicBezTo>
                  <a:cubicBezTo>
                    <a:pt x="394" y="1747"/>
                    <a:pt x="419" y="1736"/>
                    <a:pt x="453" y="1724"/>
                  </a:cubicBezTo>
                  <a:cubicBezTo>
                    <a:pt x="523" y="1688"/>
                    <a:pt x="559" y="1632"/>
                    <a:pt x="559" y="1548"/>
                  </a:cubicBezTo>
                  <a:cubicBezTo>
                    <a:pt x="548" y="1294"/>
                    <a:pt x="534" y="1048"/>
                    <a:pt x="523" y="794"/>
                  </a:cubicBezTo>
                  <a:cubicBezTo>
                    <a:pt x="512" y="537"/>
                    <a:pt x="512" y="291"/>
                    <a:pt x="500" y="37"/>
                  </a:cubicBezTo>
                  <a:lnTo>
                    <a:pt x="500" y="1"/>
                  </a:ln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15"/>
            <p:cNvSpPr/>
            <p:nvPr/>
          </p:nvSpPr>
          <p:spPr>
            <a:xfrm>
              <a:off x="6836359" y="2465489"/>
              <a:ext cx="42360" cy="132526"/>
            </a:xfrm>
            <a:custGeom>
              <a:avLst/>
              <a:gdLst/>
              <a:ahLst/>
              <a:cxnLst/>
              <a:rect l="l" t="t" r="r" b="b"/>
              <a:pathLst>
                <a:path w="560" h="1752" extrusionOk="0">
                  <a:moveTo>
                    <a:pt x="269" y="291"/>
                  </a:moveTo>
                  <a:cubicBezTo>
                    <a:pt x="316" y="291"/>
                    <a:pt x="350" y="328"/>
                    <a:pt x="350" y="383"/>
                  </a:cubicBezTo>
                  <a:cubicBezTo>
                    <a:pt x="350" y="453"/>
                    <a:pt x="316" y="501"/>
                    <a:pt x="258" y="501"/>
                  </a:cubicBezTo>
                  <a:cubicBezTo>
                    <a:pt x="199" y="501"/>
                    <a:pt x="165" y="467"/>
                    <a:pt x="165" y="409"/>
                  </a:cubicBezTo>
                  <a:cubicBezTo>
                    <a:pt x="165" y="350"/>
                    <a:pt x="210" y="291"/>
                    <a:pt x="269" y="291"/>
                  </a:cubicBezTo>
                  <a:close/>
                  <a:moveTo>
                    <a:pt x="291" y="886"/>
                  </a:moveTo>
                  <a:cubicBezTo>
                    <a:pt x="350" y="886"/>
                    <a:pt x="397" y="931"/>
                    <a:pt x="397" y="1001"/>
                  </a:cubicBezTo>
                  <a:cubicBezTo>
                    <a:pt x="397" y="1060"/>
                    <a:pt x="350" y="1107"/>
                    <a:pt x="305" y="1118"/>
                  </a:cubicBezTo>
                  <a:cubicBezTo>
                    <a:pt x="235" y="1118"/>
                    <a:pt x="177" y="1071"/>
                    <a:pt x="177" y="1012"/>
                  </a:cubicBezTo>
                  <a:cubicBezTo>
                    <a:pt x="177" y="956"/>
                    <a:pt x="235" y="886"/>
                    <a:pt x="291" y="886"/>
                  </a:cubicBezTo>
                  <a:close/>
                  <a:moveTo>
                    <a:pt x="489" y="1"/>
                  </a:moveTo>
                  <a:cubicBezTo>
                    <a:pt x="327" y="1"/>
                    <a:pt x="165" y="12"/>
                    <a:pt x="1" y="12"/>
                  </a:cubicBezTo>
                  <a:lnTo>
                    <a:pt x="1" y="59"/>
                  </a:lnTo>
                  <a:lnTo>
                    <a:pt x="1" y="118"/>
                  </a:lnTo>
                  <a:cubicBezTo>
                    <a:pt x="12" y="350"/>
                    <a:pt x="26" y="582"/>
                    <a:pt x="26" y="816"/>
                  </a:cubicBezTo>
                  <a:cubicBezTo>
                    <a:pt x="37" y="1071"/>
                    <a:pt x="37" y="1317"/>
                    <a:pt x="48" y="1571"/>
                  </a:cubicBezTo>
                  <a:cubicBezTo>
                    <a:pt x="48" y="1641"/>
                    <a:pt x="82" y="1699"/>
                    <a:pt x="151" y="1724"/>
                  </a:cubicBezTo>
                  <a:cubicBezTo>
                    <a:pt x="202" y="1741"/>
                    <a:pt x="261" y="1751"/>
                    <a:pt x="316" y="1751"/>
                  </a:cubicBezTo>
                  <a:cubicBezTo>
                    <a:pt x="336" y="1751"/>
                    <a:pt x="356" y="1750"/>
                    <a:pt x="375" y="1747"/>
                  </a:cubicBezTo>
                  <a:lnTo>
                    <a:pt x="386" y="1747"/>
                  </a:lnTo>
                  <a:cubicBezTo>
                    <a:pt x="478" y="1736"/>
                    <a:pt x="548" y="1655"/>
                    <a:pt x="548" y="1560"/>
                  </a:cubicBezTo>
                  <a:cubicBezTo>
                    <a:pt x="559" y="1479"/>
                    <a:pt x="548" y="1398"/>
                    <a:pt x="548" y="1317"/>
                  </a:cubicBezTo>
                  <a:cubicBezTo>
                    <a:pt x="537" y="1107"/>
                    <a:pt x="526" y="909"/>
                    <a:pt x="526" y="699"/>
                  </a:cubicBezTo>
                  <a:cubicBezTo>
                    <a:pt x="515" y="478"/>
                    <a:pt x="501" y="258"/>
                    <a:pt x="501" y="34"/>
                  </a:cubicBezTo>
                  <a:cubicBezTo>
                    <a:pt x="501" y="23"/>
                    <a:pt x="489" y="12"/>
                    <a:pt x="489"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15"/>
            <p:cNvSpPr/>
            <p:nvPr/>
          </p:nvSpPr>
          <p:spPr>
            <a:xfrm>
              <a:off x="6616400" y="2282291"/>
              <a:ext cx="113539" cy="24811"/>
            </a:xfrm>
            <a:custGeom>
              <a:avLst/>
              <a:gdLst/>
              <a:ahLst/>
              <a:cxnLst/>
              <a:rect l="l" t="t" r="r" b="b"/>
              <a:pathLst>
                <a:path w="1501" h="328" extrusionOk="0">
                  <a:moveTo>
                    <a:pt x="743" y="1"/>
                  </a:moveTo>
                  <a:lnTo>
                    <a:pt x="743" y="26"/>
                  </a:lnTo>
                  <a:cubicBezTo>
                    <a:pt x="629" y="26"/>
                    <a:pt x="512" y="26"/>
                    <a:pt x="394" y="37"/>
                  </a:cubicBezTo>
                  <a:cubicBezTo>
                    <a:pt x="291" y="48"/>
                    <a:pt x="185" y="70"/>
                    <a:pt x="81" y="82"/>
                  </a:cubicBezTo>
                  <a:cubicBezTo>
                    <a:pt x="23" y="96"/>
                    <a:pt x="0" y="129"/>
                    <a:pt x="11" y="188"/>
                  </a:cubicBezTo>
                  <a:lnTo>
                    <a:pt x="11" y="235"/>
                  </a:lnTo>
                  <a:cubicBezTo>
                    <a:pt x="11" y="305"/>
                    <a:pt x="45" y="328"/>
                    <a:pt x="115" y="328"/>
                  </a:cubicBezTo>
                  <a:cubicBezTo>
                    <a:pt x="162" y="328"/>
                    <a:pt x="221" y="328"/>
                    <a:pt x="266" y="316"/>
                  </a:cubicBezTo>
                  <a:cubicBezTo>
                    <a:pt x="489" y="305"/>
                    <a:pt x="710" y="280"/>
                    <a:pt x="931" y="280"/>
                  </a:cubicBezTo>
                  <a:cubicBezTo>
                    <a:pt x="981" y="276"/>
                    <a:pt x="1031" y="275"/>
                    <a:pt x="1081" y="275"/>
                  </a:cubicBezTo>
                  <a:cubicBezTo>
                    <a:pt x="1182" y="275"/>
                    <a:pt x="1283" y="280"/>
                    <a:pt x="1383" y="280"/>
                  </a:cubicBezTo>
                  <a:cubicBezTo>
                    <a:pt x="1467" y="280"/>
                    <a:pt x="1500" y="246"/>
                    <a:pt x="1500" y="177"/>
                  </a:cubicBezTo>
                  <a:cubicBezTo>
                    <a:pt x="1500" y="70"/>
                    <a:pt x="1489" y="37"/>
                    <a:pt x="1397" y="37"/>
                  </a:cubicBezTo>
                  <a:cubicBezTo>
                    <a:pt x="1188" y="26"/>
                    <a:pt x="964" y="12"/>
                    <a:pt x="743"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15"/>
            <p:cNvSpPr/>
            <p:nvPr/>
          </p:nvSpPr>
          <p:spPr>
            <a:xfrm>
              <a:off x="6480704" y="2343181"/>
              <a:ext cx="39637" cy="55446"/>
            </a:xfrm>
            <a:custGeom>
              <a:avLst/>
              <a:gdLst/>
              <a:ahLst/>
              <a:cxnLst/>
              <a:rect l="l" t="t" r="r" b="b"/>
              <a:pathLst>
                <a:path w="524" h="733" extrusionOk="0">
                  <a:moveTo>
                    <a:pt x="314" y="0"/>
                  </a:moveTo>
                  <a:cubicBezTo>
                    <a:pt x="221" y="0"/>
                    <a:pt x="118" y="11"/>
                    <a:pt x="23" y="11"/>
                  </a:cubicBezTo>
                  <a:cubicBezTo>
                    <a:pt x="12" y="11"/>
                    <a:pt x="1" y="45"/>
                    <a:pt x="1" y="59"/>
                  </a:cubicBezTo>
                  <a:cubicBezTo>
                    <a:pt x="1" y="268"/>
                    <a:pt x="12" y="478"/>
                    <a:pt x="23" y="687"/>
                  </a:cubicBezTo>
                  <a:cubicBezTo>
                    <a:pt x="23" y="721"/>
                    <a:pt x="23" y="732"/>
                    <a:pt x="71" y="732"/>
                  </a:cubicBezTo>
                  <a:cubicBezTo>
                    <a:pt x="199" y="732"/>
                    <a:pt x="314" y="721"/>
                    <a:pt x="442" y="721"/>
                  </a:cubicBezTo>
                  <a:lnTo>
                    <a:pt x="478" y="721"/>
                  </a:lnTo>
                  <a:cubicBezTo>
                    <a:pt x="490" y="721"/>
                    <a:pt x="501" y="710"/>
                    <a:pt x="523" y="710"/>
                  </a:cubicBezTo>
                  <a:cubicBezTo>
                    <a:pt x="512" y="478"/>
                    <a:pt x="512" y="232"/>
                    <a:pt x="501"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1" name="Google Shape;771;p15"/>
            <p:cNvSpPr/>
            <p:nvPr/>
          </p:nvSpPr>
          <p:spPr>
            <a:xfrm>
              <a:off x="6831064" y="2330398"/>
              <a:ext cx="40696" cy="55975"/>
            </a:xfrm>
            <a:custGeom>
              <a:avLst/>
              <a:gdLst/>
              <a:ahLst/>
              <a:cxnLst/>
              <a:rect l="l" t="t" r="r" b="b"/>
              <a:pathLst>
                <a:path w="538" h="740" extrusionOk="0">
                  <a:moveTo>
                    <a:pt x="478" y="0"/>
                  </a:moveTo>
                  <a:cubicBezTo>
                    <a:pt x="471" y="0"/>
                    <a:pt x="464" y="2"/>
                    <a:pt x="456" y="4"/>
                  </a:cubicBezTo>
                  <a:lnTo>
                    <a:pt x="339" y="4"/>
                  </a:lnTo>
                  <a:cubicBezTo>
                    <a:pt x="235" y="4"/>
                    <a:pt x="140" y="18"/>
                    <a:pt x="48" y="18"/>
                  </a:cubicBezTo>
                  <a:cubicBezTo>
                    <a:pt x="37" y="18"/>
                    <a:pt x="26" y="18"/>
                    <a:pt x="1" y="30"/>
                  </a:cubicBezTo>
                  <a:cubicBezTo>
                    <a:pt x="12" y="261"/>
                    <a:pt x="26" y="493"/>
                    <a:pt x="26" y="739"/>
                  </a:cubicBezTo>
                  <a:lnTo>
                    <a:pt x="82" y="739"/>
                  </a:lnTo>
                  <a:cubicBezTo>
                    <a:pt x="199" y="739"/>
                    <a:pt x="328" y="728"/>
                    <a:pt x="456" y="728"/>
                  </a:cubicBezTo>
                  <a:lnTo>
                    <a:pt x="478" y="728"/>
                  </a:lnTo>
                  <a:cubicBezTo>
                    <a:pt x="526" y="728"/>
                    <a:pt x="537" y="717"/>
                    <a:pt x="526" y="669"/>
                  </a:cubicBezTo>
                  <a:cubicBezTo>
                    <a:pt x="526" y="460"/>
                    <a:pt x="515" y="250"/>
                    <a:pt x="515" y="52"/>
                  </a:cubicBezTo>
                  <a:cubicBezTo>
                    <a:pt x="515" y="15"/>
                    <a:pt x="500" y="0"/>
                    <a:pt x="478"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2" name="Google Shape;772;p15"/>
            <p:cNvSpPr/>
            <p:nvPr/>
          </p:nvSpPr>
          <p:spPr>
            <a:xfrm>
              <a:off x="6564436" y="2717217"/>
              <a:ext cx="249166" cy="15053"/>
            </a:xfrm>
            <a:custGeom>
              <a:avLst/>
              <a:gdLst/>
              <a:ahLst/>
              <a:cxnLst/>
              <a:rect l="l" t="t" r="r" b="b"/>
              <a:pathLst>
                <a:path w="3294" h="199" extrusionOk="0">
                  <a:moveTo>
                    <a:pt x="3135" y="0"/>
                  </a:moveTo>
                  <a:cubicBezTo>
                    <a:pt x="3126" y="0"/>
                    <a:pt x="3116" y="1"/>
                    <a:pt x="3107" y="3"/>
                  </a:cubicBezTo>
                  <a:cubicBezTo>
                    <a:pt x="3073" y="3"/>
                    <a:pt x="3037" y="14"/>
                    <a:pt x="3003" y="14"/>
                  </a:cubicBezTo>
                  <a:cubicBezTo>
                    <a:pt x="2095" y="47"/>
                    <a:pt x="1187" y="73"/>
                    <a:pt x="279" y="106"/>
                  </a:cubicBezTo>
                  <a:cubicBezTo>
                    <a:pt x="255" y="106"/>
                    <a:pt x="237" y="111"/>
                    <a:pt x="221" y="111"/>
                  </a:cubicBezTo>
                  <a:cubicBezTo>
                    <a:pt x="213" y="111"/>
                    <a:pt x="206" y="110"/>
                    <a:pt x="198" y="106"/>
                  </a:cubicBezTo>
                  <a:cubicBezTo>
                    <a:pt x="182" y="102"/>
                    <a:pt x="166" y="100"/>
                    <a:pt x="152" y="100"/>
                  </a:cubicBezTo>
                  <a:cubicBezTo>
                    <a:pt x="87" y="100"/>
                    <a:pt x="48" y="141"/>
                    <a:pt x="0" y="198"/>
                  </a:cubicBezTo>
                  <a:cubicBezTo>
                    <a:pt x="1092" y="165"/>
                    <a:pt x="2187" y="117"/>
                    <a:pt x="3294" y="84"/>
                  </a:cubicBezTo>
                  <a:cubicBezTo>
                    <a:pt x="3242" y="42"/>
                    <a:pt x="3199" y="0"/>
                    <a:pt x="3135"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3" name="Google Shape;773;p15"/>
            <p:cNvSpPr/>
            <p:nvPr/>
          </p:nvSpPr>
          <p:spPr>
            <a:xfrm>
              <a:off x="6407636" y="2476911"/>
              <a:ext cx="24811" cy="250074"/>
            </a:xfrm>
            <a:custGeom>
              <a:avLst/>
              <a:gdLst/>
              <a:ahLst/>
              <a:cxnLst/>
              <a:rect l="l" t="t" r="r" b="b"/>
              <a:pathLst>
                <a:path w="328" h="3306" extrusionOk="0">
                  <a:moveTo>
                    <a:pt x="0" y="1"/>
                  </a:moveTo>
                  <a:lnTo>
                    <a:pt x="0" y="70"/>
                  </a:lnTo>
                  <a:cubicBezTo>
                    <a:pt x="11" y="339"/>
                    <a:pt x="11" y="618"/>
                    <a:pt x="23" y="897"/>
                  </a:cubicBezTo>
                  <a:cubicBezTo>
                    <a:pt x="59" y="1618"/>
                    <a:pt x="81" y="2328"/>
                    <a:pt x="106" y="3051"/>
                  </a:cubicBezTo>
                  <a:cubicBezTo>
                    <a:pt x="117" y="3155"/>
                    <a:pt x="221" y="3283"/>
                    <a:pt x="327" y="3306"/>
                  </a:cubicBezTo>
                  <a:cubicBezTo>
                    <a:pt x="316" y="3294"/>
                    <a:pt x="316" y="3283"/>
                    <a:pt x="302" y="3283"/>
                  </a:cubicBezTo>
                  <a:cubicBezTo>
                    <a:pt x="221" y="3166"/>
                    <a:pt x="176" y="3051"/>
                    <a:pt x="162" y="2912"/>
                  </a:cubicBezTo>
                  <a:cubicBezTo>
                    <a:pt x="140" y="2015"/>
                    <a:pt x="106" y="1118"/>
                    <a:pt x="70" y="221"/>
                  </a:cubicBezTo>
                  <a:cubicBezTo>
                    <a:pt x="70" y="140"/>
                    <a:pt x="48" y="82"/>
                    <a:pt x="0"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4" name="Google Shape;774;p15"/>
            <p:cNvSpPr/>
            <p:nvPr/>
          </p:nvSpPr>
          <p:spPr>
            <a:xfrm>
              <a:off x="6945582" y="2458531"/>
              <a:ext cx="14221" cy="250074"/>
            </a:xfrm>
            <a:custGeom>
              <a:avLst/>
              <a:gdLst/>
              <a:ahLst/>
              <a:cxnLst/>
              <a:rect l="l" t="t" r="r" b="b"/>
              <a:pathLst>
                <a:path w="188" h="3306" extrusionOk="0">
                  <a:moveTo>
                    <a:pt x="48" y="1"/>
                  </a:moveTo>
                  <a:cubicBezTo>
                    <a:pt x="34" y="56"/>
                    <a:pt x="23" y="126"/>
                    <a:pt x="23" y="185"/>
                  </a:cubicBezTo>
                  <a:cubicBezTo>
                    <a:pt x="48" y="1104"/>
                    <a:pt x="82" y="2037"/>
                    <a:pt x="118" y="2967"/>
                  </a:cubicBezTo>
                  <a:lnTo>
                    <a:pt x="118" y="3026"/>
                  </a:lnTo>
                  <a:cubicBezTo>
                    <a:pt x="71" y="3118"/>
                    <a:pt x="34" y="3213"/>
                    <a:pt x="1" y="3305"/>
                  </a:cubicBezTo>
                  <a:cubicBezTo>
                    <a:pt x="71" y="3283"/>
                    <a:pt x="188" y="3155"/>
                    <a:pt x="188" y="3060"/>
                  </a:cubicBezTo>
                  <a:cubicBezTo>
                    <a:pt x="188" y="3015"/>
                    <a:pt x="188" y="2956"/>
                    <a:pt x="174" y="2909"/>
                  </a:cubicBezTo>
                  <a:cubicBezTo>
                    <a:pt x="152" y="1956"/>
                    <a:pt x="118" y="1001"/>
                    <a:pt x="82" y="45"/>
                  </a:cubicBezTo>
                  <a:cubicBezTo>
                    <a:pt x="82" y="34"/>
                    <a:pt x="71" y="23"/>
                    <a:pt x="71"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5" name="Google Shape;775;p15"/>
            <p:cNvSpPr/>
            <p:nvPr/>
          </p:nvSpPr>
          <p:spPr>
            <a:xfrm>
              <a:off x="6483275" y="2419652"/>
              <a:ext cx="38956" cy="36233"/>
            </a:xfrm>
            <a:custGeom>
              <a:avLst/>
              <a:gdLst/>
              <a:ahLst/>
              <a:cxnLst/>
              <a:rect l="l" t="t" r="r" b="b"/>
              <a:pathLst>
                <a:path w="515" h="479" extrusionOk="0">
                  <a:moveTo>
                    <a:pt x="503" y="1"/>
                  </a:moveTo>
                  <a:cubicBezTo>
                    <a:pt x="338" y="12"/>
                    <a:pt x="199" y="26"/>
                    <a:pt x="48" y="26"/>
                  </a:cubicBezTo>
                  <a:cubicBezTo>
                    <a:pt x="0" y="26"/>
                    <a:pt x="0" y="37"/>
                    <a:pt x="0" y="82"/>
                  </a:cubicBezTo>
                  <a:lnTo>
                    <a:pt x="0" y="118"/>
                  </a:lnTo>
                  <a:cubicBezTo>
                    <a:pt x="0" y="221"/>
                    <a:pt x="14" y="327"/>
                    <a:pt x="14" y="431"/>
                  </a:cubicBezTo>
                  <a:lnTo>
                    <a:pt x="14" y="478"/>
                  </a:lnTo>
                  <a:cubicBezTo>
                    <a:pt x="165" y="478"/>
                    <a:pt x="294" y="467"/>
                    <a:pt x="433" y="467"/>
                  </a:cubicBezTo>
                  <a:lnTo>
                    <a:pt x="514" y="467"/>
                  </a:lnTo>
                  <a:cubicBezTo>
                    <a:pt x="503" y="316"/>
                    <a:pt x="503" y="165"/>
                    <a:pt x="503"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6" name="Google Shape;776;p15"/>
            <p:cNvSpPr/>
            <p:nvPr/>
          </p:nvSpPr>
          <p:spPr>
            <a:xfrm>
              <a:off x="6833787" y="2408231"/>
              <a:ext cx="39637" cy="35401"/>
            </a:xfrm>
            <a:custGeom>
              <a:avLst/>
              <a:gdLst/>
              <a:ahLst/>
              <a:cxnLst/>
              <a:rect l="l" t="t" r="r" b="b"/>
              <a:pathLst>
                <a:path w="524" h="468" extrusionOk="0">
                  <a:moveTo>
                    <a:pt x="465" y="1"/>
                  </a:moveTo>
                  <a:cubicBezTo>
                    <a:pt x="325" y="1"/>
                    <a:pt x="174" y="1"/>
                    <a:pt x="35" y="12"/>
                  </a:cubicBezTo>
                  <a:cubicBezTo>
                    <a:pt x="23" y="12"/>
                    <a:pt x="12" y="12"/>
                    <a:pt x="1" y="23"/>
                  </a:cubicBezTo>
                  <a:cubicBezTo>
                    <a:pt x="12" y="48"/>
                    <a:pt x="12" y="82"/>
                    <a:pt x="12" y="107"/>
                  </a:cubicBezTo>
                  <a:cubicBezTo>
                    <a:pt x="12" y="221"/>
                    <a:pt x="12" y="339"/>
                    <a:pt x="23" y="467"/>
                  </a:cubicBezTo>
                  <a:cubicBezTo>
                    <a:pt x="163" y="467"/>
                    <a:pt x="303" y="456"/>
                    <a:pt x="454" y="456"/>
                  </a:cubicBezTo>
                  <a:cubicBezTo>
                    <a:pt x="479" y="456"/>
                    <a:pt x="501" y="456"/>
                    <a:pt x="523" y="442"/>
                  </a:cubicBezTo>
                  <a:cubicBezTo>
                    <a:pt x="512" y="302"/>
                    <a:pt x="512" y="163"/>
                    <a:pt x="501" y="23"/>
                  </a:cubicBezTo>
                  <a:cubicBezTo>
                    <a:pt x="501" y="12"/>
                    <a:pt x="479" y="1"/>
                    <a:pt x="465"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7" name="Google Shape;777;p15"/>
            <p:cNvSpPr/>
            <p:nvPr/>
          </p:nvSpPr>
          <p:spPr>
            <a:xfrm>
              <a:off x="6471854" y="2401272"/>
              <a:ext cx="60892" cy="16793"/>
            </a:xfrm>
            <a:custGeom>
              <a:avLst/>
              <a:gdLst/>
              <a:ahLst/>
              <a:cxnLst/>
              <a:rect l="l" t="t" r="r" b="b"/>
              <a:pathLst>
                <a:path w="805" h="222" extrusionOk="0">
                  <a:moveTo>
                    <a:pt x="805" y="0"/>
                  </a:moveTo>
                  <a:cubicBezTo>
                    <a:pt x="526" y="12"/>
                    <a:pt x="269" y="23"/>
                    <a:pt x="0" y="34"/>
                  </a:cubicBezTo>
                  <a:lnTo>
                    <a:pt x="0" y="221"/>
                  </a:lnTo>
                  <a:cubicBezTo>
                    <a:pt x="269" y="210"/>
                    <a:pt x="537" y="199"/>
                    <a:pt x="805" y="185"/>
                  </a:cubicBezTo>
                  <a:lnTo>
                    <a:pt x="805" y="0"/>
                  </a:ln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8" name="Google Shape;778;p15"/>
            <p:cNvSpPr/>
            <p:nvPr/>
          </p:nvSpPr>
          <p:spPr>
            <a:xfrm>
              <a:off x="6821382" y="2388791"/>
              <a:ext cx="61724" cy="15961"/>
            </a:xfrm>
            <a:custGeom>
              <a:avLst/>
              <a:gdLst/>
              <a:ahLst/>
              <a:cxnLst/>
              <a:rect l="l" t="t" r="r" b="b"/>
              <a:pathLst>
                <a:path w="816" h="211" extrusionOk="0">
                  <a:moveTo>
                    <a:pt x="805" y="1"/>
                  </a:moveTo>
                  <a:cubicBezTo>
                    <a:pt x="537" y="15"/>
                    <a:pt x="268" y="26"/>
                    <a:pt x="0" y="37"/>
                  </a:cubicBezTo>
                  <a:lnTo>
                    <a:pt x="0" y="210"/>
                  </a:lnTo>
                  <a:cubicBezTo>
                    <a:pt x="280" y="210"/>
                    <a:pt x="548" y="199"/>
                    <a:pt x="816" y="188"/>
                  </a:cubicBezTo>
                  <a:cubicBezTo>
                    <a:pt x="805" y="129"/>
                    <a:pt x="805" y="59"/>
                    <a:pt x="805"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9" name="Google Shape;779;p15"/>
            <p:cNvSpPr/>
            <p:nvPr/>
          </p:nvSpPr>
          <p:spPr>
            <a:xfrm>
              <a:off x="6823273" y="2446882"/>
              <a:ext cx="61573" cy="15128"/>
            </a:xfrm>
            <a:custGeom>
              <a:avLst/>
              <a:gdLst/>
              <a:ahLst/>
              <a:cxnLst/>
              <a:rect l="l" t="t" r="r" b="b"/>
              <a:pathLst>
                <a:path w="814" h="200" extrusionOk="0">
                  <a:moveTo>
                    <a:pt x="813" y="1"/>
                  </a:moveTo>
                  <a:cubicBezTo>
                    <a:pt x="548" y="1"/>
                    <a:pt x="268" y="15"/>
                    <a:pt x="0" y="26"/>
                  </a:cubicBezTo>
                  <a:cubicBezTo>
                    <a:pt x="11" y="85"/>
                    <a:pt x="11" y="141"/>
                    <a:pt x="11" y="199"/>
                  </a:cubicBezTo>
                  <a:cubicBezTo>
                    <a:pt x="280" y="188"/>
                    <a:pt x="548" y="188"/>
                    <a:pt x="813" y="177"/>
                  </a:cubicBezTo>
                  <a:lnTo>
                    <a:pt x="813" y="1"/>
                  </a:ln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0" name="Google Shape;780;p15"/>
            <p:cNvSpPr/>
            <p:nvPr/>
          </p:nvSpPr>
          <p:spPr>
            <a:xfrm>
              <a:off x="6472686" y="2459363"/>
              <a:ext cx="61800" cy="15128"/>
            </a:xfrm>
            <a:custGeom>
              <a:avLst/>
              <a:gdLst/>
              <a:ahLst/>
              <a:cxnLst/>
              <a:rect l="l" t="t" r="r" b="b"/>
              <a:pathLst>
                <a:path w="817" h="200" extrusionOk="0">
                  <a:moveTo>
                    <a:pt x="816" y="1"/>
                  </a:moveTo>
                  <a:cubicBezTo>
                    <a:pt x="537" y="1"/>
                    <a:pt x="269" y="12"/>
                    <a:pt x="1" y="23"/>
                  </a:cubicBezTo>
                  <a:cubicBezTo>
                    <a:pt x="1" y="82"/>
                    <a:pt x="15" y="140"/>
                    <a:pt x="15" y="199"/>
                  </a:cubicBezTo>
                  <a:cubicBezTo>
                    <a:pt x="280" y="185"/>
                    <a:pt x="548" y="185"/>
                    <a:pt x="816" y="174"/>
                  </a:cubicBezTo>
                  <a:lnTo>
                    <a:pt x="816" y="1"/>
                  </a:ln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15"/>
            <p:cNvSpPr/>
            <p:nvPr/>
          </p:nvSpPr>
          <p:spPr>
            <a:xfrm>
              <a:off x="6950876" y="2372983"/>
              <a:ext cx="6203" cy="61724"/>
            </a:xfrm>
            <a:custGeom>
              <a:avLst/>
              <a:gdLst/>
              <a:ahLst/>
              <a:cxnLst/>
              <a:rect l="l" t="t" r="r" b="b"/>
              <a:pathLst>
                <a:path w="82" h="816" extrusionOk="0">
                  <a:moveTo>
                    <a:pt x="1" y="0"/>
                  </a:moveTo>
                  <a:lnTo>
                    <a:pt x="1" y="0"/>
                  </a:lnTo>
                  <a:cubicBezTo>
                    <a:pt x="12" y="279"/>
                    <a:pt x="23" y="548"/>
                    <a:pt x="23" y="816"/>
                  </a:cubicBezTo>
                  <a:lnTo>
                    <a:pt x="48" y="816"/>
                  </a:lnTo>
                  <a:cubicBezTo>
                    <a:pt x="59" y="782"/>
                    <a:pt x="82" y="757"/>
                    <a:pt x="82" y="724"/>
                  </a:cubicBezTo>
                  <a:cubicBezTo>
                    <a:pt x="82" y="548"/>
                    <a:pt x="82" y="374"/>
                    <a:pt x="71" y="198"/>
                  </a:cubicBezTo>
                  <a:cubicBezTo>
                    <a:pt x="71" y="129"/>
                    <a:pt x="59" y="59"/>
                    <a:pt x="1"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2" name="Google Shape;782;p15"/>
            <p:cNvSpPr/>
            <p:nvPr/>
          </p:nvSpPr>
          <p:spPr>
            <a:xfrm>
              <a:off x="6397879" y="2393254"/>
              <a:ext cx="6203" cy="60892"/>
            </a:xfrm>
            <a:custGeom>
              <a:avLst/>
              <a:gdLst/>
              <a:ahLst/>
              <a:cxnLst/>
              <a:rect l="l" t="t" r="r" b="b"/>
              <a:pathLst>
                <a:path w="82" h="805" extrusionOk="0">
                  <a:moveTo>
                    <a:pt x="37" y="0"/>
                  </a:moveTo>
                  <a:cubicBezTo>
                    <a:pt x="26" y="37"/>
                    <a:pt x="1" y="81"/>
                    <a:pt x="1" y="118"/>
                  </a:cubicBezTo>
                  <a:cubicBezTo>
                    <a:pt x="12" y="316"/>
                    <a:pt x="12" y="526"/>
                    <a:pt x="26" y="724"/>
                  </a:cubicBezTo>
                  <a:cubicBezTo>
                    <a:pt x="26" y="746"/>
                    <a:pt x="59" y="780"/>
                    <a:pt x="70" y="805"/>
                  </a:cubicBezTo>
                  <a:lnTo>
                    <a:pt x="82" y="805"/>
                  </a:lnTo>
                  <a:cubicBezTo>
                    <a:pt x="70" y="537"/>
                    <a:pt x="59" y="269"/>
                    <a:pt x="59"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3" name="Google Shape;783;p15"/>
            <p:cNvSpPr/>
            <p:nvPr/>
          </p:nvSpPr>
          <p:spPr>
            <a:xfrm>
              <a:off x="6596129" y="2300898"/>
              <a:ext cx="17549" cy="28895"/>
            </a:xfrm>
            <a:custGeom>
              <a:avLst/>
              <a:gdLst/>
              <a:ahLst/>
              <a:cxnLst/>
              <a:rect l="l" t="t" r="r" b="b"/>
              <a:pathLst>
                <a:path w="232" h="382" extrusionOk="0">
                  <a:moveTo>
                    <a:pt x="210" y="0"/>
                  </a:moveTo>
                  <a:cubicBezTo>
                    <a:pt x="34" y="70"/>
                    <a:pt x="59" y="244"/>
                    <a:pt x="0" y="372"/>
                  </a:cubicBezTo>
                  <a:cubicBezTo>
                    <a:pt x="13" y="378"/>
                    <a:pt x="23" y="381"/>
                    <a:pt x="31" y="381"/>
                  </a:cubicBezTo>
                  <a:cubicBezTo>
                    <a:pt x="53" y="381"/>
                    <a:pt x="65" y="363"/>
                    <a:pt x="81" y="339"/>
                  </a:cubicBezTo>
                  <a:cubicBezTo>
                    <a:pt x="115" y="255"/>
                    <a:pt x="151" y="174"/>
                    <a:pt x="198" y="104"/>
                  </a:cubicBezTo>
                  <a:cubicBezTo>
                    <a:pt x="232" y="70"/>
                    <a:pt x="232" y="34"/>
                    <a:pt x="210" y="0"/>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15"/>
            <p:cNvSpPr/>
            <p:nvPr/>
          </p:nvSpPr>
          <p:spPr>
            <a:xfrm>
              <a:off x="6734322" y="2296436"/>
              <a:ext cx="18457" cy="28063"/>
            </a:xfrm>
            <a:custGeom>
              <a:avLst/>
              <a:gdLst/>
              <a:ahLst/>
              <a:cxnLst/>
              <a:rect l="l" t="t" r="r" b="b"/>
              <a:pathLst>
                <a:path w="244" h="371" extrusionOk="0">
                  <a:moveTo>
                    <a:pt x="0" y="1"/>
                  </a:moveTo>
                  <a:cubicBezTo>
                    <a:pt x="0" y="34"/>
                    <a:pt x="0" y="71"/>
                    <a:pt x="11" y="93"/>
                  </a:cubicBezTo>
                  <a:cubicBezTo>
                    <a:pt x="59" y="174"/>
                    <a:pt x="117" y="244"/>
                    <a:pt x="162" y="328"/>
                  </a:cubicBezTo>
                  <a:cubicBezTo>
                    <a:pt x="180" y="352"/>
                    <a:pt x="191" y="370"/>
                    <a:pt x="213" y="370"/>
                  </a:cubicBezTo>
                  <a:cubicBezTo>
                    <a:pt x="221" y="370"/>
                    <a:pt x="231" y="367"/>
                    <a:pt x="243" y="361"/>
                  </a:cubicBezTo>
                  <a:cubicBezTo>
                    <a:pt x="173" y="233"/>
                    <a:pt x="187" y="59"/>
                    <a:pt x="0"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5" name="Google Shape;785;p15"/>
            <p:cNvSpPr/>
            <p:nvPr/>
          </p:nvSpPr>
          <p:spPr>
            <a:xfrm>
              <a:off x="6741280" y="2329717"/>
              <a:ext cx="21180" cy="8245"/>
            </a:xfrm>
            <a:custGeom>
              <a:avLst/>
              <a:gdLst/>
              <a:ahLst/>
              <a:cxnLst/>
              <a:rect l="l" t="t" r="r" b="b"/>
              <a:pathLst>
                <a:path w="280" h="109" extrusionOk="0">
                  <a:moveTo>
                    <a:pt x="199" y="0"/>
                  </a:moveTo>
                  <a:cubicBezTo>
                    <a:pt x="192" y="0"/>
                    <a:pt x="185" y="1"/>
                    <a:pt x="176" y="2"/>
                  </a:cubicBezTo>
                  <a:cubicBezTo>
                    <a:pt x="37" y="2"/>
                    <a:pt x="0" y="13"/>
                    <a:pt x="0" y="108"/>
                  </a:cubicBezTo>
                  <a:lnTo>
                    <a:pt x="280" y="108"/>
                  </a:lnTo>
                  <a:cubicBezTo>
                    <a:pt x="270" y="37"/>
                    <a:pt x="251" y="0"/>
                    <a:pt x="199"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6" name="Google Shape;786;p15"/>
            <p:cNvSpPr/>
            <p:nvPr/>
          </p:nvSpPr>
          <p:spPr>
            <a:xfrm>
              <a:off x="6588035" y="2335163"/>
              <a:ext cx="20423" cy="8926"/>
            </a:xfrm>
            <a:custGeom>
              <a:avLst/>
              <a:gdLst/>
              <a:ahLst/>
              <a:cxnLst/>
              <a:rect l="l" t="t" r="r" b="b"/>
              <a:pathLst>
                <a:path w="270" h="118" extrusionOk="0">
                  <a:moveTo>
                    <a:pt x="118" y="0"/>
                  </a:moveTo>
                  <a:cubicBezTo>
                    <a:pt x="26" y="0"/>
                    <a:pt x="1" y="25"/>
                    <a:pt x="1" y="117"/>
                  </a:cubicBezTo>
                  <a:cubicBezTo>
                    <a:pt x="82" y="106"/>
                    <a:pt x="177" y="106"/>
                    <a:pt x="269" y="106"/>
                  </a:cubicBezTo>
                  <a:cubicBezTo>
                    <a:pt x="258" y="11"/>
                    <a:pt x="247" y="0"/>
                    <a:pt x="118"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15"/>
            <p:cNvSpPr/>
            <p:nvPr/>
          </p:nvSpPr>
          <p:spPr>
            <a:xfrm>
              <a:off x="6639243" y="2494459"/>
              <a:ext cx="83736" cy="23147"/>
            </a:xfrm>
            <a:custGeom>
              <a:avLst/>
              <a:gdLst/>
              <a:ahLst/>
              <a:cxnLst/>
              <a:rect l="l" t="t" r="r" b="b"/>
              <a:pathLst>
                <a:path w="1107" h="306" extrusionOk="0">
                  <a:moveTo>
                    <a:pt x="1070" y="0"/>
                  </a:moveTo>
                  <a:cubicBezTo>
                    <a:pt x="721" y="14"/>
                    <a:pt x="372" y="26"/>
                    <a:pt x="22" y="37"/>
                  </a:cubicBezTo>
                  <a:cubicBezTo>
                    <a:pt x="0" y="188"/>
                    <a:pt x="34" y="246"/>
                    <a:pt x="173" y="269"/>
                  </a:cubicBezTo>
                  <a:cubicBezTo>
                    <a:pt x="281" y="293"/>
                    <a:pt x="391" y="306"/>
                    <a:pt x="501" y="306"/>
                  </a:cubicBezTo>
                  <a:cubicBezTo>
                    <a:pt x="654" y="306"/>
                    <a:pt x="806" y="282"/>
                    <a:pt x="955" y="235"/>
                  </a:cubicBezTo>
                  <a:cubicBezTo>
                    <a:pt x="1070" y="199"/>
                    <a:pt x="1106" y="118"/>
                    <a:pt x="1070"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15"/>
            <p:cNvSpPr/>
            <p:nvPr/>
          </p:nvSpPr>
          <p:spPr>
            <a:xfrm>
              <a:off x="6502715" y="2550054"/>
              <a:ext cx="9758" cy="7867"/>
            </a:xfrm>
            <a:custGeom>
              <a:avLst/>
              <a:gdLst/>
              <a:ahLst/>
              <a:cxnLst/>
              <a:rect l="l" t="t" r="r" b="b"/>
              <a:pathLst>
                <a:path w="129" h="104" extrusionOk="0">
                  <a:moveTo>
                    <a:pt x="48" y="0"/>
                  </a:moveTo>
                  <a:cubicBezTo>
                    <a:pt x="23" y="0"/>
                    <a:pt x="11" y="34"/>
                    <a:pt x="0" y="59"/>
                  </a:cubicBezTo>
                  <a:cubicBezTo>
                    <a:pt x="0" y="70"/>
                    <a:pt x="37" y="104"/>
                    <a:pt x="48" y="104"/>
                  </a:cubicBezTo>
                  <a:cubicBezTo>
                    <a:pt x="70" y="92"/>
                    <a:pt x="92" y="70"/>
                    <a:pt x="129" y="48"/>
                  </a:cubicBezTo>
                  <a:cubicBezTo>
                    <a:pt x="81" y="23"/>
                    <a:pt x="70" y="0"/>
                    <a:pt x="48"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15"/>
            <p:cNvSpPr/>
            <p:nvPr/>
          </p:nvSpPr>
          <p:spPr>
            <a:xfrm>
              <a:off x="6500975" y="2504141"/>
              <a:ext cx="7942" cy="7262"/>
            </a:xfrm>
            <a:custGeom>
              <a:avLst/>
              <a:gdLst/>
              <a:ahLst/>
              <a:cxnLst/>
              <a:rect l="l" t="t" r="r" b="b"/>
              <a:pathLst>
                <a:path w="105" h="96" extrusionOk="0">
                  <a:moveTo>
                    <a:pt x="60" y="1"/>
                  </a:moveTo>
                  <a:cubicBezTo>
                    <a:pt x="34" y="12"/>
                    <a:pt x="23" y="26"/>
                    <a:pt x="1" y="48"/>
                  </a:cubicBezTo>
                  <a:cubicBezTo>
                    <a:pt x="23" y="71"/>
                    <a:pt x="46" y="96"/>
                    <a:pt x="60" y="96"/>
                  </a:cubicBezTo>
                  <a:cubicBezTo>
                    <a:pt x="71" y="96"/>
                    <a:pt x="104" y="71"/>
                    <a:pt x="104" y="60"/>
                  </a:cubicBezTo>
                  <a:cubicBezTo>
                    <a:pt x="93" y="37"/>
                    <a:pt x="71" y="12"/>
                    <a:pt x="60"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0" name="Google Shape;790;p15"/>
            <p:cNvSpPr/>
            <p:nvPr/>
          </p:nvSpPr>
          <p:spPr>
            <a:xfrm>
              <a:off x="6854134" y="2537574"/>
              <a:ext cx="8699" cy="8094"/>
            </a:xfrm>
            <a:custGeom>
              <a:avLst/>
              <a:gdLst/>
              <a:ahLst/>
              <a:cxnLst/>
              <a:rect l="l" t="t" r="r" b="b"/>
              <a:pathLst>
                <a:path w="115" h="107" extrusionOk="0">
                  <a:moveTo>
                    <a:pt x="63" y="0"/>
                  </a:moveTo>
                  <a:cubicBezTo>
                    <a:pt x="61" y="0"/>
                    <a:pt x="58" y="1"/>
                    <a:pt x="56" y="3"/>
                  </a:cubicBezTo>
                  <a:cubicBezTo>
                    <a:pt x="34" y="3"/>
                    <a:pt x="23" y="37"/>
                    <a:pt x="0" y="48"/>
                  </a:cubicBezTo>
                  <a:lnTo>
                    <a:pt x="11" y="59"/>
                  </a:lnTo>
                  <a:cubicBezTo>
                    <a:pt x="23" y="73"/>
                    <a:pt x="34" y="95"/>
                    <a:pt x="56" y="107"/>
                  </a:cubicBezTo>
                  <a:cubicBezTo>
                    <a:pt x="70" y="107"/>
                    <a:pt x="92" y="73"/>
                    <a:pt x="115" y="48"/>
                  </a:cubicBezTo>
                  <a:cubicBezTo>
                    <a:pt x="96" y="29"/>
                    <a:pt x="77" y="0"/>
                    <a:pt x="63"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1" name="Google Shape;791;p15"/>
            <p:cNvSpPr/>
            <p:nvPr/>
          </p:nvSpPr>
          <p:spPr>
            <a:xfrm>
              <a:off x="6852243" y="2491056"/>
              <a:ext cx="8094" cy="7942"/>
            </a:xfrm>
            <a:custGeom>
              <a:avLst/>
              <a:gdLst/>
              <a:ahLst/>
              <a:cxnLst/>
              <a:rect l="l" t="t" r="r" b="b"/>
              <a:pathLst>
                <a:path w="107" h="105" extrusionOk="0">
                  <a:moveTo>
                    <a:pt x="48" y="1"/>
                  </a:moveTo>
                  <a:cubicBezTo>
                    <a:pt x="36" y="23"/>
                    <a:pt x="11" y="45"/>
                    <a:pt x="11" y="71"/>
                  </a:cubicBezTo>
                  <a:cubicBezTo>
                    <a:pt x="0" y="82"/>
                    <a:pt x="36" y="104"/>
                    <a:pt x="48" y="104"/>
                  </a:cubicBezTo>
                  <a:cubicBezTo>
                    <a:pt x="70" y="93"/>
                    <a:pt x="81" y="82"/>
                    <a:pt x="106" y="59"/>
                  </a:cubicBezTo>
                  <a:cubicBezTo>
                    <a:pt x="81" y="34"/>
                    <a:pt x="70" y="23"/>
                    <a:pt x="48"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15"/>
            <p:cNvSpPr/>
            <p:nvPr/>
          </p:nvSpPr>
          <p:spPr>
            <a:xfrm>
              <a:off x="6392584" y="2277828"/>
              <a:ext cx="571479" cy="462554"/>
            </a:xfrm>
            <a:custGeom>
              <a:avLst/>
              <a:gdLst/>
              <a:ahLst/>
              <a:cxnLst/>
              <a:rect l="l" t="t" r="r" b="b"/>
              <a:pathLst>
                <a:path w="7555" h="6115" extrusionOk="0">
                  <a:moveTo>
                    <a:pt x="3702" y="60"/>
                  </a:moveTo>
                  <a:cubicBezTo>
                    <a:pt x="3923" y="71"/>
                    <a:pt x="4147" y="85"/>
                    <a:pt x="4356" y="96"/>
                  </a:cubicBezTo>
                  <a:cubicBezTo>
                    <a:pt x="4448" y="96"/>
                    <a:pt x="4459" y="129"/>
                    <a:pt x="4459" y="236"/>
                  </a:cubicBezTo>
                  <a:cubicBezTo>
                    <a:pt x="4459" y="305"/>
                    <a:pt x="4426" y="339"/>
                    <a:pt x="4342" y="339"/>
                  </a:cubicBezTo>
                  <a:cubicBezTo>
                    <a:pt x="4242" y="339"/>
                    <a:pt x="4141" y="334"/>
                    <a:pt x="4040" y="334"/>
                  </a:cubicBezTo>
                  <a:cubicBezTo>
                    <a:pt x="3990" y="334"/>
                    <a:pt x="3940" y="335"/>
                    <a:pt x="3890" y="339"/>
                  </a:cubicBezTo>
                  <a:cubicBezTo>
                    <a:pt x="3669" y="339"/>
                    <a:pt x="3448" y="364"/>
                    <a:pt x="3225" y="375"/>
                  </a:cubicBezTo>
                  <a:cubicBezTo>
                    <a:pt x="3180" y="387"/>
                    <a:pt x="3121" y="387"/>
                    <a:pt x="3074" y="387"/>
                  </a:cubicBezTo>
                  <a:cubicBezTo>
                    <a:pt x="3004" y="387"/>
                    <a:pt x="2970" y="364"/>
                    <a:pt x="2970" y="294"/>
                  </a:cubicBezTo>
                  <a:lnTo>
                    <a:pt x="2970" y="247"/>
                  </a:lnTo>
                  <a:cubicBezTo>
                    <a:pt x="2959" y="188"/>
                    <a:pt x="2982" y="155"/>
                    <a:pt x="3040" y="141"/>
                  </a:cubicBezTo>
                  <a:cubicBezTo>
                    <a:pt x="3144" y="129"/>
                    <a:pt x="3250" y="107"/>
                    <a:pt x="3353" y="96"/>
                  </a:cubicBezTo>
                  <a:cubicBezTo>
                    <a:pt x="3471" y="85"/>
                    <a:pt x="3588" y="85"/>
                    <a:pt x="3702" y="85"/>
                  </a:cubicBezTo>
                  <a:lnTo>
                    <a:pt x="3702" y="60"/>
                  </a:lnTo>
                  <a:close/>
                  <a:moveTo>
                    <a:pt x="4518" y="247"/>
                  </a:moveTo>
                  <a:cubicBezTo>
                    <a:pt x="4705" y="305"/>
                    <a:pt x="4691" y="479"/>
                    <a:pt x="4761" y="607"/>
                  </a:cubicBezTo>
                  <a:cubicBezTo>
                    <a:pt x="4749" y="613"/>
                    <a:pt x="4739" y="616"/>
                    <a:pt x="4731" y="616"/>
                  </a:cubicBezTo>
                  <a:cubicBezTo>
                    <a:pt x="4709" y="616"/>
                    <a:pt x="4698" y="598"/>
                    <a:pt x="4680" y="574"/>
                  </a:cubicBezTo>
                  <a:cubicBezTo>
                    <a:pt x="4635" y="490"/>
                    <a:pt x="4577" y="420"/>
                    <a:pt x="4529" y="339"/>
                  </a:cubicBezTo>
                  <a:cubicBezTo>
                    <a:pt x="4518" y="317"/>
                    <a:pt x="4518" y="280"/>
                    <a:pt x="4518" y="247"/>
                  </a:cubicBezTo>
                  <a:close/>
                  <a:moveTo>
                    <a:pt x="2901" y="305"/>
                  </a:moveTo>
                  <a:cubicBezTo>
                    <a:pt x="2923" y="339"/>
                    <a:pt x="2923" y="375"/>
                    <a:pt x="2889" y="409"/>
                  </a:cubicBezTo>
                  <a:cubicBezTo>
                    <a:pt x="2842" y="479"/>
                    <a:pt x="2806" y="560"/>
                    <a:pt x="2772" y="644"/>
                  </a:cubicBezTo>
                  <a:cubicBezTo>
                    <a:pt x="2756" y="668"/>
                    <a:pt x="2744" y="686"/>
                    <a:pt x="2722" y="686"/>
                  </a:cubicBezTo>
                  <a:cubicBezTo>
                    <a:pt x="2714" y="686"/>
                    <a:pt x="2704" y="683"/>
                    <a:pt x="2691" y="677"/>
                  </a:cubicBezTo>
                  <a:cubicBezTo>
                    <a:pt x="2750" y="549"/>
                    <a:pt x="2725" y="375"/>
                    <a:pt x="2901" y="305"/>
                  </a:cubicBezTo>
                  <a:close/>
                  <a:moveTo>
                    <a:pt x="4809" y="686"/>
                  </a:moveTo>
                  <a:cubicBezTo>
                    <a:pt x="4861" y="686"/>
                    <a:pt x="4880" y="723"/>
                    <a:pt x="4890" y="794"/>
                  </a:cubicBezTo>
                  <a:lnTo>
                    <a:pt x="4610" y="794"/>
                  </a:lnTo>
                  <a:cubicBezTo>
                    <a:pt x="4610" y="699"/>
                    <a:pt x="4647" y="688"/>
                    <a:pt x="4786" y="688"/>
                  </a:cubicBezTo>
                  <a:cubicBezTo>
                    <a:pt x="4795" y="687"/>
                    <a:pt x="4802" y="686"/>
                    <a:pt x="4809" y="686"/>
                  </a:cubicBezTo>
                  <a:close/>
                  <a:moveTo>
                    <a:pt x="4472" y="382"/>
                  </a:moveTo>
                  <a:cubicBezTo>
                    <a:pt x="4483" y="382"/>
                    <a:pt x="4496" y="390"/>
                    <a:pt x="4496" y="398"/>
                  </a:cubicBezTo>
                  <a:cubicBezTo>
                    <a:pt x="4566" y="468"/>
                    <a:pt x="4610" y="549"/>
                    <a:pt x="4622" y="607"/>
                  </a:cubicBezTo>
                  <a:cubicBezTo>
                    <a:pt x="4588" y="677"/>
                    <a:pt x="4552" y="736"/>
                    <a:pt x="4518" y="806"/>
                  </a:cubicBezTo>
                  <a:cubicBezTo>
                    <a:pt x="3993" y="817"/>
                    <a:pt x="3471" y="839"/>
                    <a:pt x="2945" y="864"/>
                  </a:cubicBezTo>
                  <a:cubicBezTo>
                    <a:pt x="2912" y="794"/>
                    <a:pt x="2875" y="747"/>
                    <a:pt x="2831" y="666"/>
                  </a:cubicBezTo>
                  <a:cubicBezTo>
                    <a:pt x="2842" y="607"/>
                    <a:pt x="2875" y="526"/>
                    <a:pt x="2934" y="456"/>
                  </a:cubicBezTo>
                  <a:cubicBezTo>
                    <a:pt x="2945" y="445"/>
                    <a:pt x="2970" y="434"/>
                    <a:pt x="2982" y="434"/>
                  </a:cubicBezTo>
                  <a:cubicBezTo>
                    <a:pt x="3021" y="451"/>
                    <a:pt x="3060" y="457"/>
                    <a:pt x="3100" y="457"/>
                  </a:cubicBezTo>
                  <a:cubicBezTo>
                    <a:pt x="3167" y="457"/>
                    <a:pt x="3235" y="441"/>
                    <a:pt x="3309" y="434"/>
                  </a:cubicBezTo>
                  <a:cubicBezTo>
                    <a:pt x="3481" y="410"/>
                    <a:pt x="3660" y="397"/>
                    <a:pt x="3841" y="397"/>
                  </a:cubicBezTo>
                  <a:cubicBezTo>
                    <a:pt x="3938" y="397"/>
                    <a:pt x="4035" y="401"/>
                    <a:pt x="4133" y="409"/>
                  </a:cubicBezTo>
                  <a:cubicBezTo>
                    <a:pt x="4187" y="409"/>
                    <a:pt x="4245" y="416"/>
                    <a:pt x="4302" y="416"/>
                  </a:cubicBezTo>
                  <a:cubicBezTo>
                    <a:pt x="4356" y="416"/>
                    <a:pt x="4409" y="410"/>
                    <a:pt x="4459" y="387"/>
                  </a:cubicBezTo>
                  <a:cubicBezTo>
                    <a:pt x="4463" y="383"/>
                    <a:pt x="4467" y="382"/>
                    <a:pt x="4472" y="382"/>
                  </a:cubicBezTo>
                  <a:close/>
                  <a:moveTo>
                    <a:pt x="2702" y="758"/>
                  </a:moveTo>
                  <a:cubicBezTo>
                    <a:pt x="2831" y="758"/>
                    <a:pt x="2842" y="769"/>
                    <a:pt x="2853" y="864"/>
                  </a:cubicBezTo>
                  <a:cubicBezTo>
                    <a:pt x="2761" y="864"/>
                    <a:pt x="2666" y="864"/>
                    <a:pt x="2585" y="875"/>
                  </a:cubicBezTo>
                  <a:cubicBezTo>
                    <a:pt x="2585" y="783"/>
                    <a:pt x="2610" y="758"/>
                    <a:pt x="2702" y="758"/>
                  </a:cubicBezTo>
                  <a:close/>
                  <a:moveTo>
                    <a:pt x="6275" y="695"/>
                  </a:moveTo>
                  <a:cubicBezTo>
                    <a:pt x="6297" y="695"/>
                    <a:pt x="6312" y="710"/>
                    <a:pt x="6312" y="747"/>
                  </a:cubicBezTo>
                  <a:cubicBezTo>
                    <a:pt x="6312" y="945"/>
                    <a:pt x="6323" y="1155"/>
                    <a:pt x="6323" y="1364"/>
                  </a:cubicBezTo>
                  <a:cubicBezTo>
                    <a:pt x="6334" y="1412"/>
                    <a:pt x="6323" y="1423"/>
                    <a:pt x="6275" y="1423"/>
                  </a:cubicBezTo>
                  <a:cubicBezTo>
                    <a:pt x="6147" y="1423"/>
                    <a:pt x="6007" y="1434"/>
                    <a:pt x="5879" y="1434"/>
                  </a:cubicBezTo>
                  <a:lnTo>
                    <a:pt x="5823" y="1434"/>
                  </a:lnTo>
                  <a:cubicBezTo>
                    <a:pt x="5823" y="1188"/>
                    <a:pt x="5809" y="956"/>
                    <a:pt x="5798" y="725"/>
                  </a:cubicBezTo>
                  <a:cubicBezTo>
                    <a:pt x="5823" y="713"/>
                    <a:pt x="5834" y="713"/>
                    <a:pt x="5845" y="713"/>
                  </a:cubicBezTo>
                  <a:cubicBezTo>
                    <a:pt x="5985" y="699"/>
                    <a:pt x="6113" y="699"/>
                    <a:pt x="6253" y="699"/>
                  </a:cubicBezTo>
                  <a:cubicBezTo>
                    <a:pt x="6261" y="697"/>
                    <a:pt x="6268" y="695"/>
                    <a:pt x="6275" y="695"/>
                  </a:cubicBezTo>
                  <a:close/>
                  <a:moveTo>
                    <a:pt x="1666" y="864"/>
                  </a:moveTo>
                  <a:cubicBezTo>
                    <a:pt x="1677" y="1096"/>
                    <a:pt x="1677" y="1342"/>
                    <a:pt x="1688" y="1574"/>
                  </a:cubicBezTo>
                  <a:cubicBezTo>
                    <a:pt x="1666" y="1574"/>
                    <a:pt x="1655" y="1585"/>
                    <a:pt x="1643" y="1585"/>
                  </a:cubicBezTo>
                  <a:cubicBezTo>
                    <a:pt x="1504" y="1585"/>
                    <a:pt x="1375" y="1596"/>
                    <a:pt x="1236" y="1596"/>
                  </a:cubicBezTo>
                  <a:cubicBezTo>
                    <a:pt x="1188" y="1596"/>
                    <a:pt x="1188" y="1585"/>
                    <a:pt x="1188" y="1551"/>
                  </a:cubicBezTo>
                  <a:cubicBezTo>
                    <a:pt x="1177" y="1342"/>
                    <a:pt x="1166" y="1132"/>
                    <a:pt x="1166" y="923"/>
                  </a:cubicBezTo>
                  <a:cubicBezTo>
                    <a:pt x="1166" y="909"/>
                    <a:pt x="1177" y="875"/>
                    <a:pt x="1188" y="875"/>
                  </a:cubicBezTo>
                  <a:cubicBezTo>
                    <a:pt x="1339" y="864"/>
                    <a:pt x="1504" y="864"/>
                    <a:pt x="1666" y="864"/>
                  </a:cubicBezTo>
                  <a:close/>
                  <a:moveTo>
                    <a:pt x="6474" y="1468"/>
                  </a:moveTo>
                  <a:cubicBezTo>
                    <a:pt x="6474" y="1526"/>
                    <a:pt x="6474" y="1596"/>
                    <a:pt x="6485" y="1655"/>
                  </a:cubicBezTo>
                  <a:cubicBezTo>
                    <a:pt x="6217" y="1666"/>
                    <a:pt x="5949" y="1677"/>
                    <a:pt x="5669" y="1677"/>
                  </a:cubicBezTo>
                  <a:lnTo>
                    <a:pt x="5669" y="1504"/>
                  </a:lnTo>
                  <a:cubicBezTo>
                    <a:pt x="5937" y="1493"/>
                    <a:pt x="6206" y="1482"/>
                    <a:pt x="6474" y="1468"/>
                  </a:cubicBezTo>
                  <a:close/>
                  <a:moveTo>
                    <a:pt x="1853" y="1632"/>
                  </a:moveTo>
                  <a:lnTo>
                    <a:pt x="1853" y="1817"/>
                  </a:lnTo>
                  <a:cubicBezTo>
                    <a:pt x="1585" y="1831"/>
                    <a:pt x="1317" y="1842"/>
                    <a:pt x="1048" y="1853"/>
                  </a:cubicBezTo>
                  <a:lnTo>
                    <a:pt x="1048" y="1666"/>
                  </a:lnTo>
                  <a:cubicBezTo>
                    <a:pt x="1317" y="1655"/>
                    <a:pt x="1574" y="1644"/>
                    <a:pt x="1853" y="1632"/>
                  </a:cubicBezTo>
                  <a:close/>
                  <a:moveTo>
                    <a:pt x="7382" y="1258"/>
                  </a:moveTo>
                  <a:cubicBezTo>
                    <a:pt x="7440" y="1317"/>
                    <a:pt x="7452" y="1387"/>
                    <a:pt x="7452" y="1456"/>
                  </a:cubicBezTo>
                  <a:cubicBezTo>
                    <a:pt x="7463" y="1632"/>
                    <a:pt x="7463" y="1806"/>
                    <a:pt x="7463" y="1982"/>
                  </a:cubicBezTo>
                  <a:cubicBezTo>
                    <a:pt x="7463" y="2015"/>
                    <a:pt x="7440" y="2040"/>
                    <a:pt x="7429" y="2074"/>
                  </a:cubicBezTo>
                  <a:lnTo>
                    <a:pt x="7404" y="2074"/>
                  </a:lnTo>
                  <a:cubicBezTo>
                    <a:pt x="7404" y="1806"/>
                    <a:pt x="7393" y="1537"/>
                    <a:pt x="7382" y="1258"/>
                  </a:cubicBezTo>
                  <a:close/>
                  <a:moveTo>
                    <a:pt x="6298" y="1725"/>
                  </a:moveTo>
                  <a:cubicBezTo>
                    <a:pt x="6312" y="1725"/>
                    <a:pt x="6334" y="1736"/>
                    <a:pt x="6334" y="1747"/>
                  </a:cubicBezTo>
                  <a:cubicBezTo>
                    <a:pt x="6345" y="1887"/>
                    <a:pt x="6345" y="2026"/>
                    <a:pt x="6356" y="2166"/>
                  </a:cubicBezTo>
                  <a:cubicBezTo>
                    <a:pt x="6183" y="2180"/>
                    <a:pt x="6018" y="2180"/>
                    <a:pt x="5856" y="2191"/>
                  </a:cubicBezTo>
                  <a:cubicBezTo>
                    <a:pt x="5845" y="2040"/>
                    <a:pt x="5845" y="1887"/>
                    <a:pt x="5834" y="1747"/>
                  </a:cubicBezTo>
                  <a:cubicBezTo>
                    <a:pt x="5845" y="1736"/>
                    <a:pt x="5856" y="1736"/>
                    <a:pt x="5868" y="1736"/>
                  </a:cubicBezTo>
                  <a:cubicBezTo>
                    <a:pt x="6007" y="1725"/>
                    <a:pt x="6158" y="1725"/>
                    <a:pt x="6298" y="1725"/>
                  </a:cubicBezTo>
                  <a:close/>
                  <a:moveTo>
                    <a:pt x="129" y="1526"/>
                  </a:moveTo>
                  <a:cubicBezTo>
                    <a:pt x="129" y="1795"/>
                    <a:pt x="140" y="2063"/>
                    <a:pt x="152" y="2331"/>
                  </a:cubicBezTo>
                  <a:lnTo>
                    <a:pt x="140" y="2331"/>
                  </a:lnTo>
                  <a:cubicBezTo>
                    <a:pt x="129" y="2306"/>
                    <a:pt x="96" y="2272"/>
                    <a:pt x="96" y="2250"/>
                  </a:cubicBezTo>
                  <a:cubicBezTo>
                    <a:pt x="82" y="2052"/>
                    <a:pt x="82" y="1842"/>
                    <a:pt x="71" y="1644"/>
                  </a:cubicBezTo>
                  <a:cubicBezTo>
                    <a:pt x="71" y="1607"/>
                    <a:pt x="96" y="1563"/>
                    <a:pt x="107" y="1526"/>
                  </a:cubicBezTo>
                  <a:close/>
                  <a:moveTo>
                    <a:pt x="1702" y="1876"/>
                  </a:moveTo>
                  <a:cubicBezTo>
                    <a:pt x="1702" y="2040"/>
                    <a:pt x="1713" y="2191"/>
                    <a:pt x="1713" y="2342"/>
                  </a:cubicBezTo>
                  <a:cubicBezTo>
                    <a:pt x="1548" y="2342"/>
                    <a:pt x="1386" y="2353"/>
                    <a:pt x="1213" y="2353"/>
                  </a:cubicBezTo>
                  <a:lnTo>
                    <a:pt x="1213" y="2306"/>
                  </a:lnTo>
                  <a:cubicBezTo>
                    <a:pt x="1213" y="2191"/>
                    <a:pt x="1199" y="2074"/>
                    <a:pt x="1199" y="1957"/>
                  </a:cubicBezTo>
                  <a:cubicBezTo>
                    <a:pt x="1199" y="1912"/>
                    <a:pt x="1199" y="1901"/>
                    <a:pt x="1247" y="1901"/>
                  </a:cubicBezTo>
                  <a:cubicBezTo>
                    <a:pt x="1398" y="1901"/>
                    <a:pt x="1537" y="1887"/>
                    <a:pt x="1702" y="1876"/>
                  </a:cubicBezTo>
                  <a:close/>
                  <a:moveTo>
                    <a:pt x="6507" y="2236"/>
                  </a:moveTo>
                  <a:lnTo>
                    <a:pt x="6507" y="2412"/>
                  </a:lnTo>
                  <a:cubicBezTo>
                    <a:pt x="6242" y="2423"/>
                    <a:pt x="5974" y="2423"/>
                    <a:pt x="5705" y="2434"/>
                  </a:cubicBezTo>
                  <a:cubicBezTo>
                    <a:pt x="5705" y="2376"/>
                    <a:pt x="5705" y="2320"/>
                    <a:pt x="5694" y="2261"/>
                  </a:cubicBezTo>
                  <a:cubicBezTo>
                    <a:pt x="5962" y="2250"/>
                    <a:pt x="6242" y="2236"/>
                    <a:pt x="6507" y="2236"/>
                  </a:cubicBezTo>
                  <a:close/>
                  <a:moveTo>
                    <a:pt x="1875" y="2401"/>
                  </a:moveTo>
                  <a:lnTo>
                    <a:pt x="1875" y="2574"/>
                  </a:lnTo>
                  <a:cubicBezTo>
                    <a:pt x="1607" y="2585"/>
                    <a:pt x="1339" y="2585"/>
                    <a:pt x="1074" y="2599"/>
                  </a:cubicBezTo>
                  <a:cubicBezTo>
                    <a:pt x="1074" y="2540"/>
                    <a:pt x="1060" y="2482"/>
                    <a:pt x="1060" y="2423"/>
                  </a:cubicBezTo>
                  <a:cubicBezTo>
                    <a:pt x="1328" y="2412"/>
                    <a:pt x="1596" y="2401"/>
                    <a:pt x="1875" y="2401"/>
                  </a:cubicBezTo>
                  <a:close/>
                  <a:moveTo>
                    <a:pt x="6823" y="783"/>
                  </a:moveTo>
                  <a:cubicBezTo>
                    <a:pt x="7055" y="783"/>
                    <a:pt x="7301" y="979"/>
                    <a:pt x="7312" y="1225"/>
                  </a:cubicBezTo>
                  <a:cubicBezTo>
                    <a:pt x="7323" y="1537"/>
                    <a:pt x="7334" y="1864"/>
                    <a:pt x="7345" y="2191"/>
                  </a:cubicBezTo>
                  <a:cubicBezTo>
                    <a:pt x="7345" y="2390"/>
                    <a:pt x="7242" y="2552"/>
                    <a:pt x="7113" y="2702"/>
                  </a:cubicBezTo>
                  <a:cubicBezTo>
                    <a:pt x="6940" y="2890"/>
                    <a:pt x="6717" y="3029"/>
                    <a:pt x="6485" y="3121"/>
                  </a:cubicBezTo>
                  <a:lnTo>
                    <a:pt x="6451" y="3121"/>
                  </a:lnTo>
                  <a:cubicBezTo>
                    <a:pt x="6451" y="2901"/>
                    <a:pt x="6437" y="2691"/>
                    <a:pt x="6426" y="2471"/>
                  </a:cubicBezTo>
                  <a:lnTo>
                    <a:pt x="6496" y="2471"/>
                  </a:lnTo>
                  <a:cubicBezTo>
                    <a:pt x="6503" y="2472"/>
                    <a:pt x="6510" y="2473"/>
                    <a:pt x="6516" y="2473"/>
                  </a:cubicBezTo>
                  <a:cubicBezTo>
                    <a:pt x="6557" y="2473"/>
                    <a:pt x="6566" y="2440"/>
                    <a:pt x="6566" y="2401"/>
                  </a:cubicBezTo>
                  <a:lnTo>
                    <a:pt x="6566" y="2214"/>
                  </a:lnTo>
                  <a:cubicBezTo>
                    <a:pt x="6566" y="2202"/>
                    <a:pt x="6532" y="2180"/>
                    <a:pt x="6521" y="2166"/>
                  </a:cubicBezTo>
                  <a:cubicBezTo>
                    <a:pt x="6496" y="2166"/>
                    <a:pt x="6474" y="2166"/>
                    <a:pt x="6463" y="2180"/>
                  </a:cubicBezTo>
                  <a:cubicBezTo>
                    <a:pt x="6426" y="2180"/>
                    <a:pt x="6415" y="2166"/>
                    <a:pt x="6415" y="2133"/>
                  </a:cubicBezTo>
                  <a:cubicBezTo>
                    <a:pt x="6415" y="2015"/>
                    <a:pt x="6404" y="1887"/>
                    <a:pt x="6404" y="1761"/>
                  </a:cubicBezTo>
                  <a:cubicBezTo>
                    <a:pt x="6404" y="1725"/>
                    <a:pt x="6404" y="1713"/>
                    <a:pt x="6437" y="1713"/>
                  </a:cubicBezTo>
                  <a:lnTo>
                    <a:pt x="6496" y="1713"/>
                  </a:lnTo>
                  <a:cubicBezTo>
                    <a:pt x="6532" y="1713"/>
                    <a:pt x="6544" y="1702"/>
                    <a:pt x="6544" y="1666"/>
                  </a:cubicBezTo>
                  <a:cubicBezTo>
                    <a:pt x="6532" y="1585"/>
                    <a:pt x="6532" y="1504"/>
                    <a:pt x="6521" y="1423"/>
                  </a:cubicBezTo>
                  <a:cubicBezTo>
                    <a:pt x="6507" y="1412"/>
                    <a:pt x="6507" y="1412"/>
                    <a:pt x="6496" y="1412"/>
                  </a:cubicBezTo>
                  <a:cubicBezTo>
                    <a:pt x="6393" y="1412"/>
                    <a:pt x="6393" y="1412"/>
                    <a:pt x="6382" y="1294"/>
                  </a:cubicBezTo>
                  <a:cubicBezTo>
                    <a:pt x="6382" y="1155"/>
                    <a:pt x="6368" y="1004"/>
                    <a:pt x="6368" y="853"/>
                  </a:cubicBezTo>
                  <a:cubicBezTo>
                    <a:pt x="6368" y="817"/>
                    <a:pt x="6382" y="806"/>
                    <a:pt x="6415" y="806"/>
                  </a:cubicBezTo>
                  <a:cubicBezTo>
                    <a:pt x="6555" y="794"/>
                    <a:pt x="6683" y="794"/>
                    <a:pt x="6823" y="783"/>
                  </a:cubicBezTo>
                  <a:close/>
                  <a:moveTo>
                    <a:pt x="1048" y="993"/>
                  </a:moveTo>
                  <a:cubicBezTo>
                    <a:pt x="1096" y="993"/>
                    <a:pt x="1107" y="1004"/>
                    <a:pt x="1107" y="1037"/>
                  </a:cubicBezTo>
                  <a:cubicBezTo>
                    <a:pt x="1107" y="1213"/>
                    <a:pt x="1118" y="1375"/>
                    <a:pt x="1118" y="1537"/>
                  </a:cubicBezTo>
                  <a:cubicBezTo>
                    <a:pt x="1129" y="1585"/>
                    <a:pt x="1118" y="1607"/>
                    <a:pt x="1060" y="1607"/>
                  </a:cubicBezTo>
                  <a:cubicBezTo>
                    <a:pt x="1052" y="1604"/>
                    <a:pt x="1046" y="1602"/>
                    <a:pt x="1040" y="1602"/>
                  </a:cubicBezTo>
                  <a:cubicBezTo>
                    <a:pt x="1027" y="1602"/>
                    <a:pt x="1014" y="1607"/>
                    <a:pt x="990" y="1607"/>
                  </a:cubicBezTo>
                  <a:lnTo>
                    <a:pt x="990" y="1864"/>
                  </a:lnTo>
                  <a:cubicBezTo>
                    <a:pt x="990" y="1901"/>
                    <a:pt x="1004" y="1912"/>
                    <a:pt x="1037" y="1912"/>
                  </a:cubicBezTo>
                  <a:cubicBezTo>
                    <a:pt x="1068" y="1909"/>
                    <a:pt x="1088" y="1907"/>
                    <a:pt x="1103" y="1907"/>
                  </a:cubicBezTo>
                  <a:cubicBezTo>
                    <a:pt x="1144" y="1907"/>
                    <a:pt x="1133" y="1924"/>
                    <a:pt x="1143" y="1993"/>
                  </a:cubicBezTo>
                  <a:cubicBezTo>
                    <a:pt x="1143" y="2110"/>
                    <a:pt x="1143" y="2236"/>
                    <a:pt x="1155" y="2364"/>
                  </a:cubicBezTo>
                  <a:lnTo>
                    <a:pt x="1060" y="2364"/>
                  </a:lnTo>
                  <a:cubicBezTo>
                    <a:pt x="1026" y="2364"/>
                    <a:pt x="1004" y="2376"/>
                    <a:pt x="1004" y="2412"/>
                  </a:cubicBezTo>
                  <a:cubicBezTo>
                    <a:pt x="1004" y="2471"/>
                    <a:pt x="1015" y="2540"/>
                    <a:pt x="1015" y="2599"/>
                  </a:cubicBezTo>
                  <a:cubicBezTo>
                    <a:pt x="1015" y="2644"/>
                    <a:pt x="1037" y="2669"/>
                    <a:pt x="1096" y="2669"/>
                  </a:cubicBezTo>
                  <a:cubicBezTo>
                    <a:pt x="1107" y="2662"/>
                    <a:pt x="1115" y="2662"/>
                    <a:pt x="1124" y="2662"/>
                  </a:cubicBezTo>
                  <a:cubicBezTo>
                    <a:pt x="1133" y="2662"/>
                    <a:pt x="1142" y="2662"/>
                    <a:pt x="1155" y="2655"/>
                  </a:cubicBezTo>
                  <a:cubicBezTo>
                    <a:pt x="1166" y="2878"/>
                    <a:pt x="1177" y="3088"/>
                    <a:pt x="1177" y="3309"/>
                  </a:cubicBezTo>
                  <a:cubicBezTo>
                    <a:pt x="1037" y="3261"/>
                    <a:pt x="898" y="3214"/>
                    <a:pt x="769" y="3144"/>
                  </a:cubicBezTo>
                  <a:cubicBezTo>
                    <a:pt x="585" y="3029"/>
                    <a:pt x="420" y="2890"/>
                    <a:pt x="305" y="2691"/>
                  </a:cubicBezTo>
                  <a:cubicBezTo>
                    <a:pt x="258" y="2610"/>
                    <a:pt x="235" y="2504"/>
                    <a:pt x="222" y="2412"/>
                  </a:cubicBezTo>
                  <a:cubicBezTo>
                    <a:pt x="210" y="2110"/>
                    <a:pt x="199" y="1817"/>
                    <a:pt x="188" y="1515"/>
                  </a:cubicBezTo>
                  <a:cubicBezTo>
                    <a:pt x="188" y="1247"/>
                    <a:pt x="398" y="1015"/>
                    <a:pt x="666" y="1004"/>
                  </a:cubicBezTo>
                  <a:cubicBezTo>
                    <a:pt x="794" y="1004"/>
                    <a:pt x="920" y="993"/>
                    <a:pt x="1048" y="993"/>
                  </a:cubicBezTo>
                  <a:close/>
                  <a:moveTo>
                    <a:pt x="5683" y="828"/>
                  </a:moveTo>
                  <a:cubicBezTo>
                    <a:pt x="5728" y="828"/>
                    <a:pt x="5753" y="839"/>
                    <a:pt x="5753" y="887"/>
                  </a:cubicBezTo>
                  <a:cubicBezTo>
                    <a:pt x="5753" y="1049"/>
                    <a:pt x="5764" y="1213"/>
                    <a:pt x="5775" y="1375"/>
                  </a:cubicBezTo>
                  <a:cubicBezTo>
                    <a:pt x="5775" y="1423"/>
                    <a:pt x="5764" y="1445"/>
                    <a:pt x="5717" y="1445"/>
                  </a:cubicBezTo>
                  <a:cubicBezTo>
                    <a:pt x="5613" y="1445"/>
                    <a:pt x="5613" y="1456"/>
                    <a:pt x="5613" y="1551"/>
                  </a:cubicBezTo>
                  <a:lnTo>
                    <a:pt x="5613" y="1666"/>
                  </a:lnTo>
                  <a:cubicBezTo>
                    <a:pt x="5613" y="1725"/>
                    <a:pt x="5636" y="1736"/>
                    <a:pt x="5683" y="1736"/>
                  </a:cubicBezTo>
                  <a:cubicBezTo>
                    <a:pt x="5786" y="1736"/>
                    <a:pt x="5786" y="1736"/>
                    <a:pt x="5786" y="1831"/>
                  </a:cubicBezTo>
                  <a:cubicBezTo>
                    <a:pt x="5786" y="1957"/>
                    <a:pt x="5798" y="2074"/>
                    <a:pt x="5798" y="2202"/>
                  </a:cubicBezTo>
                  <a:lnTo>
                    <a:pt x="5694" y="2202"/>
                  </a:lnTo>
                  <a:cubicBezTo>
                    <a:pt x="5658" y="2202"/>
                    <a:pt x="5636" y="2214"/>
                    <a:pt x="5647" y="2250"/>
                  </a:cubicBezTo>
                  <a:cubicBezTo>
                    <a:pt x="5647" y="2320"/>
                    <a:pt x="5636" y="2390"/>
                    <a:pt x="5647" y="2445"/>
                  </a:cubicBezTo>
                  <a:cubicBezTo>
                    <a:pt x="5647" y="2471"/>
                    <a:pt x="5694" y="2493"/>
                    <a:pt x="5717" y="2493"/>
                  </a:cubicBezTo>
                  <a:cubicBezTo>
                    <a:pt x="5724" y="2497"/>
                    <a:pt x="5733" y="2498"/>
                    <a:pt x="5743" y="2498"/>
                  </a:cubicBezTo>
                  <a:cubicBezTo>
                    <a:pt x="5763" y="2498"/>
                    <a:pt x="5786" y="2493"/>
                    <a:pt x="5809" y="2493"/>
                  </a:cubicBezTo>
                  <a:cubicBezTo>
                    <a:pt x="5809" y="2761"/>
                    <a:pt x="5823" y="3018"/>
                    <a:pt x="5834" y="3272"/>
                  </a:cubicBezTo>
                  <a:cubicBezTo>
                    <a:pt x="4496" y="3320"/>
                    <a:pt x="3155" y="3367"/>
                    <a:pt x="1806" y="3412"/>
                  </a:cubicBezTo>
                  <a:cubicBezTo>
                    <a:pt x="1806" y="3158"/>
                    <a:pt x="1794" y="2901"/>
                    <a:pt x="1783" y="2633"/>
                  </a:cubicBezTo>
                  <a:lnTo>
                    <a:pt x="1875" y="2633"/>
                  </a:lnTo>
                  <a:cubicBezTo>
                    <a:pt x="1923" y="2633"/>
                    <a:pt x="1945" y="2610"/>
                    <a:pt x="1945" y="2563"/>
                  </a:cubicBezTo>
                  <a:cubicBezTo>
                    <a:pt x="1934" y="2504"/>
                    <a:pt x="1934" y="2445"/>
                    <a:pt x="1934" y="2401"/>
                  </a:cubicBezTo>
                  <a:cubicBezTo>
                    <a:pt x="1934" y="2353"/>
                    <a:pt x="1912" y="2331"/>
                    <a:pt x="1864" y="2331"/>
                  </a:cubicBezTo>
                  <a:cubicBezTo>
                    <a:pt x="1842" y="2342"/>
                    <a:pt x="1806" y="2342"/>
                    <a:pt x="1772" y="2342"/>
                  </a:cubicBezTo>
                  <a:cubicBezTo>
                    <a:pt x="1772" y="2283"/>
                    <a:pt x="1772" y="2236"/>
                    <a:pt x="1758" y="2191"/>
                  </a:cubicBezTo>
                  <a:lnTo>
                    <a:pt x="1758" y="1934"/>
                  </a:lnTo>
                  <a:cubicBezTo>
                    <a:pt x="1747" y="1901"/>
                    <a:pt x="1758" y="1876"/>
                    <a:pt x="1806" y="1876"/>
                  </a:cubicBezTo>
                  <a:cubicBezTo>
                    <a:pt x="1923" y="1876"/>
                    <a:pt x="1923" y="1864"/>
                    <a:pt x="1912" y="1761"/>
                  </a:cubicBezTo>
                  <a:lnTo>
                    <a:pt x="1912" y="1655"/>
                  </a:lnTo>
                  <a:cubicBezTo>
                    <a:pt x="1912" y="1596"/>
                    <a:pt x="1898" y="1574"/>
                    <a:pt x="1828" y="1574"/>
                  </a:cubicBezTo>
                  <a:cubicBezTo>
                    <a:pt x="1747" y="1574"/>
                    <a:pt x="1747" y="1574"/>
                    <a:pt x="1736" y="1493"/>
                  </a:cubicBezTo>
                  <a:cubicBezTo>
                    <a:pt x="1736" y="1342"/>
                    <a:pt x="1736" y="1188"/>
                    <a:pt x="1724" y="1037"/>
                  </a:cubicBezTo>
                  <a:cubicBezTo>
                    <a:pt x="1724" y="979"/>
                    <a:pt x="1736" y="968"/>
                    <a:pt x="1794" y="968"/>
                  </a:cubicBezTo>
                  <a:cubicBezTo>
                    <a:pt x="2632" y="934"/>
                    <a:pt x="3471" y="909"/>
                    <a:pt x="4309" y="875"/>
                  </a:cubicBezTo>
                  <a:cubicBezTo>
                    <a:pt x="4775" y="864"/>
                    <a:pt x="5228" y="839"/>
                    <a:pt x="5683" y="828"/>
                  </a:cubicBezTo>
                  <a:close/>
                  <a:moveTo>
                    <a:pt x="6356" y="2482"/>
                  </a:moveTo>
                  <a:cubicBezTo>
                    <a:pt x="6356" y="2493"/>
                    <a:pt x="6368" y="2504"/>
                    <a:pt x="6368" y="2515"/>
                  </a:cubicBezTo>
                  <a:cubicBezTo>
                    <a:pt x="6368" y="2739"/>
                    <a:pt x="6382" y="2959"/>
                    <a:pt x="6393" y="3180"/>
                  </a:cubicBezTo>
                  <a:cubicBezTo>
                    <a:pt x="6393" y="3390"/>
                    <a:pt x="6404" y="3599"/>
                    <a:pt x="6415" y="3798"/>
                  </a:cubicBezTo>
                  <a:cubicBezTo>
                    <a:pt x="6415" y="3879"/>
                    <a:pt x="6426" y="3960"/>
                    <a:pt x="6426" y="4041"/>
                  </a:cubicBezTo>
                  <a:cubicBezTo>
                    <a:pt x="6415" y="4147"/>
                    <a:pt x="6334" y="4217"/>
                    <a:pt x="6242" y="4228"/>
                  </a:cubicBezTo>
                  <a:cubicBezTo>
                    <a:pt x="6223" y="4231"/>
                    <a:pt x="6203" y="4232"/>
                    <a:pt x="6183" y="4232"/>
                  </a:cubicBezTo>
                  <a:cubicBezTo>
                    <a:pt x="6128" y="4232"/>
                    <a:pt x="6069" y="4222"/>
                    <a:pt x="6018" y="4205"/>
                  </a:cubicBezTo>
                  <a:cubicBezTo>
                    <a:pt x="5949" y="4180"/>
                    <a:pt x="5915" y="4122"/>
                    <a:pt x="5915" y="4052"/>
                  </a:cubicBezTo>
                  <a:cubicBezTo>
                    <a:pt x="5904" y="3798"/>
                    <a:pt x="5904" y="3552"/>
                    <a:pt x="5893" y="3297"/>
                  </a:cubicBezTo>
                  <a:cubicBezTo>
                    <a:pt x="5893" y="3052"/>
                    <a:pt x="5879" y="2795"/>
                    <a:pt x="5868" y="2540"/>
                  </a:cubicBezTo>
                  <a:lnTo>
                    <a:pt x="5868" y="2493"/>
                  </a:lnTo>
                  <a:cubicBezTo>
                    <a:pt x="6032" y="2493"/>
                    <a:pt x="6194" y="2482"/>
                    <a:pt x="6356" y="2482"/>
                  </a:cubicBezTo>
                  <a:close/>
                  <a:moveTo>
                    <a:pt x="1724" y="2644"/>
                  </a:moveTo>
                  <a:lnTo>
                    <a:pt x="1724" y="2680"/>
                  </a:lnTo>
                  <a:cubicBezTo>
                    <a:pt x="1736" y="2934"/>
                    <a:pt x="1736" y="3180"/>
                    <a:pt x="1747" y="3437"/>
                  </a:cubicBezTo>
                  <a:cubicBezTo>
                    <a:pt x="1758" y="3691"/>
                    <a:pt x="1772" y="3937"/>
                    <a:pt x="1783" y="4191"/>
                  </a:cubicBezTo>
                  <a:cubicBezTo>
                    <a:pt x="1783" y="4275"/>
                    <a:pt x="1747" y="4331"/>
                    <a:pt x="1677" y="4367"/>
                  </a:cubicBezTo>
                  <a:cubicBezTo>
                    <a:pt x="1622" y="4390"/>
                    <a:pt x="1567" y="4405"/>
                    <a:pt x="1512" y="4405"/>
                  </a:cubicBezTo>
                  <a:cubicBezTo>
                    <a:pt x="1453" y="4405"/>
                    <a:pt x="1394" y="4387"/>
                    <a:pt x="1339" y="4345"/>
                  </a:cubicBezTo>
                  <a:cubicBezTo>
                    <a:pt x="1294" y="4298"/>
                    <a:pt x="1269" y="4239"/>
                    <a:pt x="1269" y="4169"/>
                  </a:cubicBezTo>
                  <a:lnTo>
                    <a:pt x="1269" y="3890"/>
                  </a:lnTo>
                  <a:cubicBezTo>
                    <a:pt x="1258" y="3493"/>
                    <a:pt x="1236" y="3110"/>
                    <a:pt x="1224" y="2714"/>
                  </a:cubicBezTo>
                  <a:lnTo>
                    <a:pt x="1224" y="2669"/>
                  </a:lnTo>
                  <a:cubicBezTo>
                    <a:pt x="1398" y="2655"/>
                    <a:pt x="1562" y="2655"/>
                    <a:pt x="1724" y="2644"/>
                  </a:cubicBezTo>
                  <a:close/>
                  <a:moveTo>
                    <a:pt x="7382" y="2390"/>
                  </a:moveTo>
                  <a:cubicBezTo>
                    <a:pt x="7382" y="2412"/>
                    <a:pt x="7393" y="2423"/>
                    <a:pt x="7393" y="2434"/>
                  </a:cubicBezTo>
                  <a:cubicBezTo>
                    <a:pt x="7429" y="3390"/>
                    <a:pt x="7463" y="4345"/>
                    <a:pt x="7485" y="5298"/>
                  </a:cubicBezTo>
                  <a:cubicBezTo>
                    <a:pt x="7499" y="5345"/>
                    <a:pt x="7499" y="5404"/>
                    <a:pt x="7499" y="5449"/>
                  </a:cubicBezTo>
                  <a:cubicBezTo>
                    <a:pt x="7499" y="5544"/>
                    <a:pt x="7382" y="5672"/>
                    <a:pt x="7312" y="5694"/>
                  </a:cubicBezTo>
                  <a:cubicBezTo>
                    <a:pt x="7345" y="5602"/>
                    <a:pt x="7382" y="5507"/>
                    <a:pt x="7429" y="5415"/>
                  </a:cubicBezTo>
                  <a:lnTo>
                    <a:pt x="7429" y="5356"/>
                  </a:lnTo>
                  <a:cubicBezTo>
                    <a:pt x="7393" y="4426"/>
                    <a:pt x="7359" y="3493"/>
                    <a:pt x="7334" y="2574"/>
                  </a:cubicBezTo>
                  <a:cubicBezTo>
                    <a:pt x="7334" y="2504"/>
                    <a:pt x="7345" y="2445"/>
                    <a:pt x="7359" y="2390"/>
                  </a:cubicBezTo>
                  <a:close/>
                  <a:moveTo>
                    <a:pt x="199" y="2633"/>
                  </a:moveTo>
                  <a:cubicBezTo>
                    <a:pt x="247" y="2714"/>
                    <a:pt x="269" y="2772"/>
                    <a:pt x="269" y="2853"/>
                  </a:cubicBezTo>
                  <a:cubicBezTo>
                    <a:pt x="305" y="3750"/>
                    <a:pt x="339" y="4647"/>
                    <a:pt x="361" y="5544"/>
                  </a:cubicBezTo>
                  <a:cubicBezTo>
                    <a:pt x="375" y="5683"/>
                    <a:pt x="420" y="5798"/>
                    <a:pt x="501" y="5915"/>
                  </a:cubicBezTo>
                  <a:cubicBezTo>
                    <a:pt x="515" y="5915"/>
                    <a:pt x="515" y="5926"/>
                    <a:pt x="526" y="5938"/>
                  </a:cubicBezTo>
                  <a:cubicBezTo>
                    <a:pt x="420" y="5915"/>
                    <a:pt x="316" y="5787"/>
                    <a:pt x="305" y="5683"/>
                  </a:cubicBezTo>
                  <a:cubicBezTo>
                    <a:pt x="280" y="4960"/>
                    <a:pt x="258" y="4250"/>
                    <a:pt x="222" y="3529"/>
                  </a:cubicBezTo>
                  <a:cubicBezTo>
                    <a:pt x="210" y="3250"/>
                    <a:pt x="210" y="2971"/>
                    <a:pt x="199" y="2702"/>
                  </a:cubicBezTo>
                  <a:lnTo>
                    <a:pt x="199" y="2633"/>
                  </a:lnTo>
                  <a:close/>
                  <a:moveTo>
                    <a:pt x="5407" y="5809"/>
                  </a:moveTo>
                  <a:cubicBezTo>
                    <a:pt x="5471" y="5809"/>
                    <a:pt x="5514" y="5851"/>
                    <a:pt x="5566" y="5893"/>
                  </a:cubicBezTo>
                  <a:cubicBezTo>
                    <a:pt x="4459" y="5926"/>
                    <a:pt x="3364" y="5974"/>
                    <a:pt x="2272" y="6007"/>
                  </a:cubicBezTo>
                  <a:cubicBezTo>
                    <a:pt x="2320" y="5950"/>
                    <a:pt x="2359" y="5909"/>
                    <a:pt x="2424" y="5909"/>
                  </a:cubicBezTo>
                  <a:cubicBezTo>
                    <a:pt x="2438" y="5909"/>
                    <a:pt x="2454" y="5911"/>
                    <a:pt x="2470" y="5915"/>
                  </a:cubicBezTo>
                  <a:cubicBezTo>
                    <a:pt x="2478" y="5919"/>
                    <a:pt x="2485" y="5920"/>
                    <a:pt x="2493" y="5920"/>
                  </a:cubicBezTo>
                  <a:cubicBezTo>
                    <a:pt x="2509" y="5920"/>
                    <a:pt x="2527" y="5915"/>
                    <a:pt x="2551" y="5915"/>
                  </a:cubicBezTo>
                  <a:cubicBezTo>
                    <a:pt x="3459" y="5882"/>
                    <a:pt x="4367" y="5856"/>
                    <a:pt x="5275" y="5823"/>
                  </a:cubicBezTo>
                  <a:cubicBezTo>
                    <a:pt x="5309" y="5823"/>
                    <a:pt x="5345" y="5812"/>
                    <a:pt x="5379" y="5812"/>
                  </a:cubicBezTo>
                  <a:cubicBezTo>
                    <a:pt x="5388" y="5810"/>
                    <a:pt x="5398" y="5809"/>
                    <a:pt x="5407" y="5809"/>
                  </a:cubicBezTo>
                  <a:close/>
                  <a:moveTo>
                    <a:pt x="7264" y="2621"/>
                  </a:moveTo>
                  <a:lnTo>
                    <a:pt x="7264" y="2655"/>
                  </a:lnTo>
                  <a:cubicBezTo>
                    <a:pt x="7301" y="3541"/>
                    <a:pt x="7334" y="4426"/>
                    <a:pt x="7359" y="5298"/>
                  </a:cubicBezTo>
                  <a:cubicBezTo>
                    <a:pt x="7370" y="5566"/>
                    <a:pt x="7253" y="5753"/>
                    <a:pt x="6926" y="5823"/>
                  </a:cubicBezTo>
                  <a:cubicBezTo>
                    <a:pt x="6856" y="5845"/>
                    <a:pt x="6787" y="5845"/>
                    <a:pt x="6717" y="5856"/>
                  </a:cubicBezTo>
                  <a:cubicBezTo>
                    <a:pt x="6382" y="5868"/>
                    <a:pt x="6032" y="5882"/>
                    <a:pt x="5694" y="5893"/>
                  </a:cubicBezTo>
                  <a:cubicBezTo>
                    <a:pt x="5658" y="5893"/>
                    <a:pt x="5624" y="5882"/>
                    <a:pt x="5599" y="5856"/>
                  </a:cubicBezTo>
                  <a:cubicBezTo>
                    <a:pt x="5531" y="5788"/>
                    <a:pt x="5449" y="5750"/>
                    <a:pt x="5359" y="5750"/>
                  </a:cubicBezTo>
                  <a:cubicBezTo>
                    <a:pt x="5328" y="5750"/>
                    <a:pt x="5296" y="5755"/>
                    <a:pt x="5264" y="5764"/>
                  </a:cubicBezTo>
                  <a:lnTo>
                    <a:pt x="5205" y="5764"/>
                  </a:lnTo>
                  <a:cubicBezTo>
                    <a:pt x="4342" y="5798"/>
                    <a:pt x="3482" y="5834"/>
                    <a:pt x="2621" y="5856"/>
                  </a:cubicBezTo>
                  <a:lnTo>
                    <a:pt x="2456" y="5856"/>
                  </a:lnTo>
                  <a:cubicBezTo>
                    <a:pt x="2353" y="5856"/>
                    <a:pt x="2294" y="5915"/>
                    <a:pt x="2225" y="5974"/>
                  </a:cubicBezTo>
                  <a:cubicBezTo>
                    <a:pt x="2202" y="5996"/>
                    <a:pt x="2166" y="6007"/>
                    <a:pt x="2144" y="6021"/>
                  </a:cubicBezTo>
                  <a:cubicBezTo>
                    <a:pt x="1772" y="6032"/>
                    <a:pt x="1409" y="6044"/>
                    <a:pt x="1037" y="6055"/>
                  </a:cubicBezTo>
                  <a:cubicBezTo>
                    <a:pt x="920" y="6055"/>
                    <a:pt x="805" y="6032"/>
                    <a:pt x="699" y="5974"/>
                  </a:cubicBezTo>
                  <a:cubicBezTo>
                    <a:pt x="596" y="5926"/>
                    <a:pt x="515" y="5845"/>
                    <a:pt x="479" y="5742"/>
                  </a:cubicBezTo>
                  <a:cubicBezTo>
                    <a:pt x="456" y="5658"/>
                    <a:pt x="431" y="5577"/>
                    <a:pt x="431" y="5496"/>
                  </a:cubicBezTo>
                  <a:cubicBezTo>
                    <a:pt x="398" y="4647"/>
                    <a:pt x="361" y="3786"/>
                    <a:pt x="339" y="2934"/>
                  </a:cubicBezTo>
                  <a:lnTo>
                    <a:pt x="339" y="2864"/>
                  </a:lnTo>
                  <a:cubicBezTo>
                    <a:pt x="560" y="3121"/>
                    <a:pt x="828" y="3272"/>
                    <a:pt x="1143" y="3367"/>
                  </a:cubicBezTo>
                  <a:cubicBezTo>
                    <a:pt x="1177" y="3379"/>
                    <a:pt x="1188" y="3390"/>
                    <a:pt x="1188" y="3437"/>
                  </a:cubicBezTo>
                  <a:cubicBezTo>
                    <a:pt x="1199" y="3680"/>
                    <a:pt x="1199" y="3926"/>
                    <a:pt x="1213" y="4169"/>
                  </a:cubicBezTo>
                  <a:cubicBezTo>
                    <a:pt x="1213" y="4338"/>
                    <a:pt x="1342" y="4460"/>
                    <a:pt x="1505" y="4460"/>
                  </a:cubicBezTo>
                  <a:cubicBezTo>
                    <a:pt x="1512" y="4460"/>
                    <a:pt x="1519" y="4460"/>
                    <a:pt x="1526" y="4460"/>
                  </a:cubicBezTo>
                  <a:cubicBezTo>
                    <a:pt x="1574" y="4448"/>
                    <a:pt x="1632" y="4448"/>
                    <a:pt x="1688" y="4426"/>
                  </a:cubicBezTo>
                  <a:cubicBezTo>
                    <a:pt x="1794" y="4390"/>
                    <a:pt x="1842" y="4298"/>
                    <a:pt x="1842" y="4191"/>
                  </a:cubicBezTo>
                  <a:cubicBezTo>
                    <a:pt x="1828" y="3971"/>
                    <a:pt x="1817" y="3761"/>
                    <a:pt x="1817" y="3552"/>
                  </a:cubicBezTo>
                  <a:cubicBezTo>
                    <a:pt x="1817" y="3529"/>
                    <a:pt x="1817" y="3507"/>
                    <a:pt x="1806" y="3482"/>
                  </a:cubicBezTo>
                  <a:cubicBezTo>
                    <a:pt x="3155" y="3437"/>
                    <a:pt x="4496" y="3390"/>
                    <a:pt x="5834" y="3342"/>
                  </a:cubicBezTo>
                  <a:cubicBezTo>
                    <a:pt x="5834" y="3367"/>
                    <a:pt x="5845" y="3390"/>
                    <a:pt x="5845" y="3412"/>
                  </a:cubicBezTo>
                  <a:cubicBezTo>
                    <a:pt x="5845" y="3610"/>
                    <a:pt x="5856" y="3820"/>
                    <a:pt x="5856" y="4029"/>
                  </a:cubicBezTo>
                  <a:cubicBezTo>
                    <a:pt x="5868" y="4180"/>
                    <a:pt x="5937" y="4261"/>
                    <a:pt x="6102" y="4286"/>
                  </a:cubicBezTo>
                  <a:cubicBezTo>
                    <a:pt x="6125" y="4289"/>
                    <a:pt x="6147" y="4290"/>
                    <a:pt x="6170" y="4290"/>
                  </a:cubicBezTo>
                  <a:cubicBezTo>
                    <a:pt x="6261" y="4290"/>
                    <a:pt x="6350" y="4268"/>
                    <a:pt x="6415" y="4191"/>
                  </a:cubicBezTo>
                  <a:cubicBezTo>
                    <a:pt x="6474" y="4136"/>
                    <a:pt x="6485" y="4066"/>
                    <a:pt x="6485" y="3996"/>
                  </a:cubicBezTo>
                  <a:cubicBezTo>
                    <a:pt x="6474" y="3750"/>
                    <a:pt x="6463" y="3493"/>
                    <a:pt x="6451" y="3250"/>
                  </a:cubicBezTo>
                  <a:cubicBezTo>
                    <a:pt x="6451" y="3214"/>
                    <a:pt x="6463" y="3191"/>
                    <a:pt x="6507" y="3169"/>
                  </a:cubicBezTo>
                  <a:cubicBezTo>
                    <a:pt x="6731" y="3088"/>
                    <a:pt x="6926" y="2971"/>
                    <a:pt x="7091" y="2809"/>
                  </a:cubicBezTo>
                  <a:cubicBezTo>
                    <a:pt x="7150" y="2750"/>
                    <a:pt x="7206" y="2691"/>
                    <a:pt x="7264" y="2621"/>
                  </a:cubicBezTo>
                  <a:close/>
                  <a:moveTo>
                    <a:pt x="3761" y="1"/>
                  </a:moveTo>
                  <a:cubicBezTo>
                    <a:pt x="3588" y="1"/>
                    <a:pt x="3412" y="26"/>
                    <a:pt x="3239" y="48"/>
                  </a:cubicBezTo>
                  <a:cubicBezTo>
                    <a:pt x="3144" y="60"/>
                    <a:pt x="3063" y="85"/>
                    <a:pt x="2970" y="96"/>
                  </a:cubicBezTo>
                  <a:cubicBezTo>
                    <a:pt x="2923" y="107"/>
                    <a:pt x="2912" y="141"/>
                    <a:pt x="2901" y="188"/>
                  </a:cubicBezTo>
                  <a:cubicBezTo>
                    <a:pt x="2901" y="199"/>
                    <a:pt x="2889" y="236"/>
                    <a:pt x="2864" y="236"/>
                  </a:cubicBezTo>
                  <a:cubicBezTo>
                    <a:pt x="2783" y="280"/>
                    <a:pt x="2725" y="339"/>
                    <a:pt x="2702" y="434"/>
                  </a:cubicBezTo>
                  <a:cubicBezTo>
                    <a:pt x="2680" y="515"/>
                    <a:pt x="2655" y="585"/>
                    <a:pt x="2632" y="666"/>
                  </a:cubicBezTo>
                  <a:cubicBezTo>
                    <a:pt x="2621" y="677"/>
                    <a:pt x="2621" y="699"/>
                    <a:pt x="2610" y="699"/>
                  </a:cubicBezTo>
                  <a:cubicBezTo>
                    <a:pt x="2540" y="736"/>
                    <a:pt x="2515" y="806"/>
                    <a:pt x="2504" y="875"/>
                  </a:cubicBezTo>
                  <a:cubicBezTo>
                    <a:pt x="2247" y="887"/>
                    <a:pt x="1982" y="887"/>
                    <a:pt x="1724" y="898"/>
                  </a:cubicBezTo>
                  <a:cubicBezTo>
                    <a:pt x="1702" y="806"/>
                    <a:pt x="1688" y="806"/>
                    <a:pt x="1596" y="806"/>
                  </a:cubicBezTo>
                  <a:cubicBezTo>
                    <a:pt x="1467" y="806"/>
                    <a:pt x="1328" y="817"/>
                    <a:pt x="1199" y="817"/>
                  </a:cubicBezTo>
                  <a:cubicBezTo>
                    <a:pt x="1107" y="817"/>
                    <a:pt x="1107" y="817"/>
                    <a:pt x="1096" y="909"/>
                  </a:cubicBezTo>
                  <a:cubicBezTo>
                    <a:pt x="1096" y="923"/>
                    <a:pt x="1096" y="923"/>
                    <a:pt x="1085" y="923"/>
                  </a:cubicBezTo>
                  <a:cubicBezTo>
                    <a:pt x="994" y="931"/>
                    <a:pt x="897" y="939"/>
                    <a:pt x="799" y="939"/>
                  </a:cubicBezTo>
                  <a:cubicBezTo>
                    <a:pt x="759" y="939"/>
                    <a:pt x="718" y="937"/>
                    <a:pt x="677" y="934"/>
                  </a:cubicBezTo>
                  <a:cubicBezTo>
                    <a:pt x="571" y="934"/>
                    <a:pt x="490" y="968"/>
                    <a:pt x="409" y="1015"/>
                  </a:cubicBezTo>
                  <a:cubicBezTo>
                    <a:pt x="280" y="1096"/>
                    <a:pt x="188" y="1202"/>
                    <a:pt x="152" y="1342"/>
                  </a:cubicBezTo>
                  <a:cubicBezTo>
                    <a:pt x="140" y="1375"/>
                    <a:pt x="118" y="1412"/>
                    <a:pt x="96" y="1445"/>
                  </a:cubicBezTo>
                  <a:cubicBezTo>
                    <a:pt x="37" y="1515"/>
                    <a:pt x="1" y="1585"/>
                    <a:pt x="1" y="1666"/>
                  </a:cubicBezTo>
                  <a:cubicBezTo>
                    <a:pt x="12" y="1864"/>
                    <a:pt x="26" y="2063"/>
                    <a:pt x="37" y="2250"/>
                  </a:cubicBezTo>
                  <a:cubicBezTo>
                    <a:pt x="37" y="2295"/>
                    <a:pt x="82" y="2331"/>
                    <a:pt x="96" y="2376"/>
                  </a:cubicBezTo>
                  <a:cubicBezTo>
                    <a:pt x="107" y="2401"/>
                    <a:pt x="129" y="2423"/>
                    <a:pt x="129" y="2445"/>
                  </a:cubicBezTo>
                  <a:cubicBezTo>
                    <a:pt x="140" y="2585"/>
                    <a:pt x="140" y="2739"/>
                    <a:pt x="152" y="2878"/>
                  </a:cubicBezTo>
                  <a:cubicBezTo>
                    <a:pt x="177" y="3798"/>
                    <a:pt x="210" y="4706"/>
                    <a:pt x="247" y="5625"/>
                  </a:cubicBezTo>
                  <a:cubicBezTo>
                    <a:pt x="247" y="5764"/>
                    <a:pt x="305" y="5882"/>
                    <a:pt x="420" y="5951"/>
                  </a:cubicBezTo>
                  <a:cubicBezTo>
                    <a:pt x="592" y="6057"/>
                    <a:pt x="783" y="6115"/>
                    <a:pt x="984" y="6115"/>
                  </a:cubicBezTo>
                  <a:cubicBezTo>
                    <a:pt x="1002" y="6115"/>
                    <a:pt x="1019" y="6114"/>
                    <a:pt x="1037" y="6114"/>
                  </a:cubicBezTo>
                  <a:cubicBezTo>
                    <a:pt x="2144" y="6077"/>
                    <a:pt x="3261" y="6044"/>
                    <a:pt x="4367" y="5996"/>
                  </a:cubicBezTo>
                  <a:cubicBezTo>
                    <a:pt x="5136" y="5974"/>
                    <a:pt x="5904" y="5938"/>
                    <a:pt x="6672" y="5915"/>
                  </a:cubicBezTo>
                  <a:cubicBezTo>
                    <a:pt x="6904" y="5915"/>
                    <a:pt x="7113" y="5856"/>
                    <a:pt x="7323" y="5753"/>
                  </a:cubicBezTo>
                  <a:cubicBezTo>
                    <a:pt x="7463" y="5694"/>
                    <a:pt x="7555" y="5577"/>
                    <a:pt x="7555" y="5404"/>
                  </a:cubicBezTo>
                  <a:cubicBezTo>
                    <a:pt x="7533" y="4937"/>
                    <a:pt x="7521" y="4485"/>
                    <a:pt x="7499" y="4018"/>
                  </a:cubicBezTo>
                  <a:cubicBezTo>
                    <a:pt x="7474" y="3412"/>
                    <a:pt x="7463" y="2809"/>
                    <a:pt x="7440" y="2202"/>
                  </a:cubicBezTo>
                  <a:cubicBezTo>
                    <a:pt x="7440" y="2166"/>
                    <a:pt x="7440" y="2144"/>
                    <a:pt x="7452" y="2121"/>
                  </a:cubicBezTo>
                  <a:cubicBezTo>
                    <a:pt x="7510" y="2074"/>
                    <a:pt x="7533" y="2026"/>
                    <a:pt x="7521" y="1957"/>
                  </a:cubicBezTo>
                  <a:cubicBezTo>
                    <a:pt x="7521" y="1783"/>
                    <a:pt x="7521" y="1596"/>
                    <a:pt x="7510" y="1423"/>
                  </a:cubicBezTo>
                  <a:cubicBezTo>
                    <a:pt x="7510" y="1328"/>
                    <a:pt x="7463" y="1247"/>
                    <a:pt x="7393" y="1177"/>
                  </a:cubicBezTo>
                  <a:cubicBezTo>
                    <a:pt x="7382" y="1155"/>
                    <a:pt x="7359" y="1132"/>
                    <a:pt x="7345" y="1096"/>
                  </a:cubicBezTo>
                  <a:cubicBezTo>
                    <a:pt x="7278" y="883"/>
                    <a:pt x="7059" y="724"/>
                    <a:pt x="6834" y="724"/>
                  </a:cubicBezTo>
                  <a:cubicBezTo>
                    <a:pt x="6827" y="724"/>
                    <a:pt x="6819" y="724"/>
                    <a:pt x="6812" y="725"/>
                  </a:cubicBezTo>
                  <a:cubicBezTo>
                    <a:pt x="6706" y="725"/>
                    <a:pt x="6613" y="736"/>
                    <a:pt x="6521" y="736"/>
                  </a:cubicBezTo>
                  <a:lnTo>
                    <a:pt x="6368" y="736"/>
                  </a:lnTo>
                  <a:cubicBezTo>
                    <a:pt x="6351" y="658"/>
                    <a:pt x="6347" y="637"/>
                    <a:pt x="6305" y="637"/>
                  </a:cubicBezTo>
                  <a:cubicBezTo>
                    <a:pt x="6290" y="637"/>
                    <a:pt x="6269" y="640"/>
                    <a:pt x="6242" y="644"/>
                  </a:cubicBezTo>
                  <a:cubicBezTo>
                    <a:pt x="6113" y="644"/>
                    <a:pt x="5985" y="655"/>
                    <a:pt x="5856" y="655"/>
                  </a:cubicBezTo>
                  <a:cubicBezTo>
                    <a:pt x="5764" y="655"/>
                    <a:pt x="5753" y="666"/>
                    <a:pt x="5739" y="758"/>
                  </a:cubicBezTo>
                  <a:cubicBezTo>
                    <a:pt x="5485" y="769"/>
                    <a:pt x="5217" y="783"/>
                    <a:pt x="4960" y="783"/>
                  </a:cubicBezTo>
                  <a:cubicBezTo>
                    <a:pt x="4937" y="713"/>
                    <a:pt x="4915" y="655"/>
                    <a:pt x="4845" y="618"/>
                  </a:cubicBezTo>
                  <a:cubicBezTo>
                    <a:pt x="4831" y="618"/>
                    <a:pt x="4831" y="596"/>
                    <a:pt x="4820" y="585"/>
                  </a:cubicBezTo>
                  <a:cubicBezTo>
                    <a:pt x="4798" y="515"/>
                    <a:pt x="4761" y="434"/>
                    <a:pt x="4739" y="364"/>
                  </a:cubicBezTo>
                  <a:cubicBezTo>
                    <a:pt x="4705" y="280"/>
                    <a:pt x="4647" y="211"/>
                    <a:pt x="4552" y="177"/>
                  </a:cubicBezTo>
                  <a:cubicBezTo>
                    <a:pt x="4529" y="177"/>
                    <a:pt x="4518" y="155"/>
                    <a:pt x="4518" y="129"/>
                  </a:cubicBezTo>
                  <a:cubicBezTo>
                    <a:pt x="4507" y="85"/>
                    <a:pt x="4482" y="48"/>
                    <a:pt x="4437" y="48"/>
                  </a:cubicBezTo>
                  <a:cubicBezTo>
                    <a:pt x="4401" y="37"/>
                    <a:pt x="4378" y="26"/>
                    <a:pt x="4356" y="26"/>
                  </a:cubicBezTo>
                  <a:cubicBezTo>
                    <a:pt x="4158" y="15"/>
                    <a:pt x="3959" y="1"/>
                    <a:pt x="376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15"/>
            <p:cNvSpPr/>
            <p:nvPr/>
          </p:nvSpPr>
          <p:spPr>
            <a:xfrm>
              <a:off x="6611937" y="2557013"/>
              <a:ext cx="45764" cy="10212"/>
            </a:xfrm>
            <a:custGeom>
              <a:avLst/>
              <a:gdLst/>
              <a:ahLst/>
              <a:cxnLst/>
              <a:rect l="l" t="t" r="r" b="b"/>
              <a:pathLst>
                <a:path w="605" h="135" extrusionOk="0">
                  <a:moveTo>
                    <a:pt x="12" y="0"/>
                  </a:moveTo>
                  <a:lnTo>
                    <a:pt x="1" y="12"/>
                  </a:lnTo>
                  <a:cubicBezTo>
                    <a:pt x="59" y="80"/>
                    <a:pt x="291" y="135"/>
                    <a:pt x="455" y="135"/>
                  </a:cubicBezTo>
                  <a:cubicBezTo>
                    <a:pt x="520" y="135"/>
                    <a:pt x="575" y="126"/>
                    <a:pt x="604" y="107"/>
                  </a:cubicBezTo>
                  <a:cubicBezTo>
                    <a:pt x="582" y="95"/>
                    <a:pt x="571" y="81"/>
                    <a:pt x="548" y="81"/>
                  </a:cubicBezTo>
                  <a:cubicBezTo>
                    <a:pt x="517" y="81"/>
                    <a:pt x="485" y="76"/>
                    <a:pt x="454" y="76"/>
                  </a:cubicBezTo>
                  <a:cubicBezTo>
                    <a:pt x="439" y="76"/>
                    <a:pt x="423" y="78"/>
                    <a:pt x="409" y="81"/>
                  </a:cubicBezTo>
                  <a:cubicBezTo>
                    <a:pt x="378" y="89"/>
                    <a:pt x="350" y="92"/>
                    <a:pt x="323" y="92"/>
                  </a:cubicBezTo>
                  <a:cubicBezTo>
                    <a:pt x="256" y="92"/>
                    <a:pt x="195" y="72"/>
                    <a:pt x="129" y="48"/>
                  </a:cubicBezTo>
                  <a:cubicBezTo>
                    <a:pt x="93" y="26"/>
                    <a:pt x="45" y="12"/>
                    <a:pt x="1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15"/>
            <p:cNvSpPr/>
            <p:nvPr/>
          </p:nvSpPr>
          <p:spPr>
            <a:xfrm>
              <a:off x="6904207" y="2628416"/>
              <a:ext cx="22012" cy="32602"/>
            </a:xfrm>
            <a:custGeom>
              <a:avLst/>
              <a:gdLst/>
              <a:ahLst/>
              <a:cxnLst/>
              <a:rect l="l" t="t" r="r" b="b"/>
              <a:pathLst>
                <a:path w="291" h="431" extrusionOk="0">
                  <a:moveTo>
                    <a:pt x="268" y="1"/>
                  </a:moveTo>
                  <a:cubicBezTo>
                    <a:pt x="268" y="1"/>
                    <a:pt x="257" y="12"/>
                    <a:pt x="246" y="12"/>
                  </a:cubicBezTo>
                  <a:cubicBezTo>
                    <a:pt x="162" y="140"/>
                    <a:pt x="92" y="255"/>
                    <a:pt x="11" y="383"/>
                  </a:cubicBezTo>
                  <a:cubicBezTo>
                    <a:pt x="0" y="395"/>
                    <a:pt x="11" y="420"/>
                    <a:pt x="0" y="431"/>
                  </a:cubicBezTo>
                  <a:lnTo>
                    <a:pt x="23" y="431"/>
                  </a:lnTo>
                  <a:cubicBezTo>
                    <a:pt x="118" y="291"/>
                    <a:pt x="199" y="152"/>
                    <a:pt x="291" y="12"/>
                  </a:cubicBezTo>
                  <a:cubicBezTo>
                    <a:pt x="280" y="1"/>
                    <a:pt x="280" y="1"/>
                    <a:pt x="26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5" name="Google Shape;795;p15"/>
            <p:cNvSpPr/>
            <p:nvPr/>
          </p:nvSpPr>
          <p:spPr>
            <a:xfrm>
              <a:off x="6452641" y="2645133"/>
              <a:ext cx="20121" cy="17625"/>
            </a:xfrm>
            <a:custGeom>
              <a:avLst/>
              <a:gdLst/>
              <a:ahLst/>
              <a:cxnLst/>
              <a:rect l="l" t="t" r="r" b="b"/>
              <a:pathLst>
                <a:path w="266" h="233" extrusionOk="0">
                  <a:moveTo>
                    <a:pt x="0" y="0"/>
                  </a:moveTo>
                  <a:cubicBezTo>
                    <a:pt x="22" y="89"/>
                    <a:pt x="184" y="233"/>
                    <a:pt x="258" y="233"/>
                  </a:cubicBezTo>
                  <a:cubicBezTo>
                    <a:pt x="261" y="233"/>
                    <a:pt x="263" y="233"/>
                    <a:pt x="266" y="232"/>
                  </a:cubicBezTo>
                  <a:cubicBezTo>
                    <a:pt x="173" y="151"/>
                    <a:pt x="81" y="70"/>
                    <a:pt x="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6" name="Google Shape;796;p15"/>
            <p:cNvSpPr/>
            <p:nvPr/>
          </p:nvSpPr>
          <p:spPr>
            <a:xfrm>
              <a:off x="6779100" y="2679322"/>
              <a:ext cx="8926" cy="20423"/>
            </a:xfrm>
            <a:custGeom>
              <a:avLst/>
              <a:gdLst/>
              <a:ahLst/>
              <a:cxnLst/>
              <a:rect l="l" t="t" r="r" b="b"/>
              <a:pathLst>
                <a:path w="118" h="270" extrusionOk="0">
                  <a:moveTo>
                    <a:pt x="14" y="1"/>
                  </a:moveTo>
                  <a:lnTo>
                    <a:pt x="14" y="1"/>
                  </a:lnTo>
                  <a:cubicBezTo>
                    <a:pt x="0" y="48"/>
                    <a:pt x="48" y="236"/>
                    <a:pt x="95" y="269"/>
                  </a:cubicBezTo>
                  <a:cubicBezTo>
                    <a:pt x="118" y="210"/>
                    <a:pt x="59" y="26"/>
                    <a:pt x="1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15"/>
            <p:cNvSpPr/>
            <p:nvPr/>
          </p:nvSpPr>
          <p:spPr>
            <a:xfrm>
              <a:off x="6645370" y="2569493"/>
              <a:ext cx="22012" cy="9531"/>
            </a:xfrm>
            <a:custGeom>
              <a:avLst/>
              <a:gdLst/>
              <a:ahLst/>
              <a:cxnLst/>
              <a:rect l="l" t="t" r="r" b="b"/>
              <a:pathLst>
                <a:path w="291" h="126" extrusionOk="0">
                  <a:moveTo>
                    <a:pt x="0" y="0"/>
                  </a:moveTo>
                  <a:lnTo>
                    <a:pt x="0" y="23"/>
                  </a:lnTo>
                  <a:cubicBezTo>
                    <a:pt x="11" y="34"/>
                    <a:pt x="22" y="45"/>
                    <a:pt x="36" y="45"/>
                  </a:cubicBezTo>
                  <a:cubicBezTo>
                    <a:pt x="106" y="81"/>
                    <a:pt x="176" y="104"/>
                    <a:pt x="246" y="126"/>
                  </a:cubicBezTo>
                  <a:lnTo>
                    <a:pt x="291" y="126"/>
                  </a:lnTo>
                  <a:cubicBezTo>
                    <a:pt x="279" y="115"/>
                    <a:pt x="268" y="92"/>
                    <a:pt x="257" y="92"/>
                  </a:cubicBezTo>
                  <a:cubicBezTo>
                    <a:pt x="187" y="56"/>
                    <a:pt x="117" y="34"/>
                    <a:pt x="48" y="11"/>
                  </a:cubicBezTo>
                  <a:cubicBezTo>
                    <a:pt x="36" y="11"/>
                    <a:pt x="11" y="11"/>
                    <a:pt x="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8" name="Google Shape;798;p15"/>
            <p:cNvSpPr/>
            <p:nvPr/>
          </p:nvSpPr>
          <p:spPr>
            <a:xfrm>
              <a:off x="6652329" y="2601186"/>
              <a:ext cx="7262" cy="14826"/>
            </a:xfrm>
            <a:custGeom>
              <a:avLst/>
              <a:gdLst/>
              <a:ahLst/>
              <a:cxnLst/>
              <a:rect l="l" t="t" r="r" b="b"/>
              <a:pathLst>
                <a:path w="96" h="196" extrusionOk="0">
                  <a:moveTo>
                    <a:pt x="59" y="0"/>
                  </a:moveTo>
                  <a:cubicBezTo>
                    <a:pt x="25" y="45"/>
                    <a:pt x="0" y="151"/>
                    <a:pt x="25" y="196"/>
                  </a:cubicBezTo>
                  <a:cubicBezTo>
                    <a:pt x="70" y="151"/>
                    <a:pt x="95" y="34"/>
                    <a:pt x="5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15"/>
            <p:cNvSpPr/>
            <p:nvPr/>
          </p:nvSpPr>
          <p:spPr>
            <a:xfrm>
              <a:off x="6928941" y="2607313"/>
              <a:ext cx="8699" cy="12330"/>
            </a:xfrm>
            <a:custGeom>
              <a:avLst/>
              <a:gdLst/>
              <a:ahLst/>
              <a:cxnLst/>
              <a:rect l="l" t="t" r="r" b="b"/>
              <a:pathLst>
                <a:path w="115" h="163" extrusionOk="0">
                  <a:moveTo>
                    <a:pt x="103" y="0"/>
                  </a:moveTo>
                  <a:cubicBezTo>
                    <a:pt x="59" y="23"/>
                    <a:pt x="0" y="115"/>
                    <a:pt x="11" y="162"/>
                  </a:cubicBezTo>
                  <a:cubicBezTo>
                    <a:pt x="70" y="140"/>
                    <a:pt x="115" y="34"/>
                    <a:pt x="103"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0" name="Google Shape;800;p15"/>
            <p:cNvSpPr/>
            <p:nvPr/>
          </p:nvSpPr>
          <p:spPr>
            <a:xfrm>
              <a:off x="6769569" y="2693996"/>
              <a:ext cx="7035" cy="10968"/>
            </a:xfrm>
            <a:custGeom>
              <a:avLst/>
              <a:gdLst/>
              <a:ahLst/>
              <a:cxnLst/>
              <a:rect l="l" t="t" r="r" b="b"/>
              <a:pathLst>
                <a:path w="93" h="145" extrusionOk="0">
                  <a:moveTo>
                    <a:pt x="29" y="0"/>
                  </a:moveTo>
                  <a:cubicBezTo>
                    <a:pt x="26" y="0"/>
                    <a:pt x="23" y="2"/>
                    <a:pt x="23" y="5"/>
                  </a:cubicBezTo>
                  <a:cubicBezTo>
                    <a:pt x="12" y="5"/>
                    <a:pt x="1" y="16"/>
                    <a:pt x="12" y="30"/>
                  </a:cubicBezTo>
                  <a:cubicBezTo>
                    <a:pt x="12" y="75"/>
                    <a:pt x="23" y="123"/>
                    <a:pt x="82" y="145"/>
                  </a:cubicBezTo>
                  <a:cubicBezTo>
                    <a:pt x="93" y="86"/>
                    <a:pt x="71" y="53"/>
                    <a:pt x="45" y="5"/>
                  </a:cubicBezTo>
                  <a:cubicBezTo>
                    <a:pt x="45" y="5"/>
                    <a:pt x="35" y="0"/>
                    <a:pt x="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1" name="Google Shape;801;p15"/>
            <p:cNvSpPr/>
            <p:nvPr/>
          </p:nvSpPr>
          <p:spPr>
            <a:xfrm>
              <a:off x="6911166" y="2658218"/>
              <a:ext cx="6430" cy="8094"/>
            </a:xfrm>
            <a:custGeom>
              <a:avLst/>
              <a:gdLst/>
              <a:ahLst/>
              <a:cxnLst/>
              <a:rect l="l" t="t" r="r" b="b"/>
              <a:pathLst>
                <a:path w="85" h="107" extrusionOk="0">
                  <a:moveTo>
                    <a:pt x="59" y="1"/>
                  </a:moveTo>
                  <a:cubicBezTo>
                    <a:pt x="37" y="26"/>
                    <a:pt x="26" y="59"/>
                    <a:pt x="0" y="84"/>
                  </a:cubicBezTo>
                  <a:cubicBezTo>
                    <a:pt x="0" y="84"/>
                    <a:pt x="14" y="84"/>
                    <a:pt x="26" y="107"/>
                  </a:cubicBezTo>
                  <a:cubicBezTo>
                    <a:pt x="48" y="70"/>
                    <a:pt x="59" y="37"/>
                    <a:pt x="84" y="15"/>
                  </a:cubicBezTo>
                  <a:lnTo>
                    <a:pt x="59" y="1"/>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2" name="Google Shape;802;p15"/>
            <p:cNvSpPr/>
            <p:nvPr/>
          </p:nvSpPr>
          <p:spPr>
            <a:xfrm>
              <a:off x="6471854" y="2646797"/>
              <a:ext cx="7262" cy="6203"/>
            </a:xfrm>
            <a:custGeom>
              <a:avLst/>
              <a:gdLst/>
              <a:ahLst/>
              <a:cxnLst/>
              <a:rect l="l" t="t" r="r" b="b"/>
              <a:pathLst>
                <a:path w="96" h="82" extrusionOk="0">
                  <a:moveTo>
                    <a:pt x="26" y="1"/>
                  </a:moveTo>
                  <a:cubicBezTo>
                    <a:pt x="12" y="12"/>
                    <a:pt x="0" y="12"/>
                    <a:pt x="0" y="26"/>
                  </a:cubicBezTo>
                  <a:cubicBezTo>
                    <a:pt x="26" y="48"/>
                    <a:pt x="48" y="59"/>
                    <a:pt x="70" y="82"/>
                  </a:cubicBezTo>
                  <a:cubicBezTo>
                    <a:pt x="81" y="71"/>
                    <a:pt x="81" y="59"/>
                    <a:pt x="95" y="59"/>
                  </a:cubicBezTo>
                  <a:cubicBezTo>
                    <a:pt x="70" y="37"/>
                    <a:pt x="48" y="12"/>
                    <a:pt x="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3" name="Google Shape;803;p15"/>
            <p:cNvSpPr/>
            <p:nvPr/>
          </p:nvSpPr>
          <p:spPr>
            <a:xfrm>
              <a:off x="6632209" y="2489165"/>
              <a:ext cx="93267" cy="33207"/>
            </a:xfrm>
            <a:custGeom>
              <a:avLst/>
              <a:gdLst/>
              <a:ahLst/>
              <a:cxnLst/>
              <a:rect l="l" t="t" r="r" b="b"/>
              <a:pathLst>
                <a:path w="1233" h="439" extrusionOk="0">
                  <a:moveTo>
                    <a:pt x="1163" y="70"/>
                  </a:moveTo>
                  <a:lnTo>
                    <a:pt x="1163" y="70"/>
                  </a:lnTo>
                  <a:cubicBezTo>
                    <a:pt x="1199" y="188"/>
                    <a:pt x="1163" y="269"/>
                    <a:pt x="1048" y="305"/>
                  </a:cubicBezTo>
                  <a:cubicBezTo>
                    <a:pt x="899" y="352"/>
                    <a:pt x="747" y="376"/>
                    <a:pt x="594" y="376"/>
                  </a:cubicBezTo>
                  <a:cubicBezTo>
                    <a:pt x="484" y="376"/>
                    <a:pt x="374" y="363"/>
                    <a:pt x="266" y="339"/>
                  </a:cubicBezTo>
                  <a:cubicBezTo>
                    <a:pt x="127" y="316"/>
                    <a:pt x="93" y="258"/>
                    <a:pt x="115" y="107"/>
                  </a:cubicBezTo>
                  <a:cubicBezTo>
                    <a:pt x="465" y="96"/>
                    <a:pt x="814" y="84"/>
                    <a:pt x="1163" y="70"/>
                  </a:cubicBezTo>
                  <a:close/>
                  <a:moveTo>
                    <a:pt x="1152" y="1"/>
                  </a:moveTo>
                  <a:cubicBezTo>
                    <a:pt x="990" y="15"/>
                    <a:pt x="814" y="26"/>
                    <a:pt x="641" y="26"/>
                  </a:cubicBezTo>
                  <a:cubicBezTo>
                    <a:pt x="593" y="26"/>
                    <a:pt x="546" y="26"/>
                    <a:pt x="490" y="37"/>
                  </a:cubicBezTo>
                  <a:cubicBezTo>
                    <a:pt x="361" y="37"/>
                    <a:pt x="244" y="37"/>
                    <a:pt x="115" y="48"/>
                  </a:cubicBezTo>
                  <a:cubicBezTo>
                    <a:pt x="93" y="48"/>
                    <a:pt x="57" y="59"/>
                    <a:pt x="46" y="84"/>
                  </a:cubicBezTo>
                  <a:cubicBezTo>
                    <a:pt x="1" y="199"/>
                    <a:pt x="82" y="364"/>
                    <a:pt x="210" y="397"/>
                  </a:cubicBezTo>
                  <a:cubicBezTo>
                    <a:pt x="336" y="421"/>
                    <a:pt x="462" y="438"/>
                    <a:pt x="589" y="438"/>
                  </a:cubicBezTo>
                  <a:cubicBezTo>
                    <a:pt x="660" y="438"/>
                    <a:pt x="732" y="433"/>
                    <a:pt x="803" y="420"/>
                  </a:cubicBezTo>
                  <a:cubicBezTo>
                    <a:pt x="895" y="409"/>
                    <a:pt x="1001" y="386"/>
                    <a:pt x="1093" y="350"/>
                  </a:cubicBezTo>
                  <a:cubicBezTo>
                    <a:pt x="1163" y="339"/>
                    <a:pt x="1210" y="305"/>
                    <a:pt x="1222" y="235"/>
                  </a:cubicBezTo>
                  <a:cubicBezTo>
                    <a:pt x="1233" y="188"/>
                    <a:pt x="1233" y="129"/>
                    <a:pt x="1233" y="84"/>
                  </a:cubicBezTo>
                  <a:cubicBezTo>
                    <a:pt x="1233" y="26"/>
                    <a:pt x="1210" y="1"/>
                    <a:pt x="115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15"/>
            <p:cNvSpPr/>
            <p:nvPr/>
          </p:nvSpPr>
          <p:spPr>
            <a:xfrm>
              <a:off x="6599457" y="2353695"/>
              <a:ext cx="45083" cy="7110"/>
            </a:xfrm>
            <a:custGeom>
              <a:avLst/>
              <a:gdLst/>
              <a:ahLst/>
              <a:cxnLst/>
              <a:rect l="l" t="t" r="r" b="b"/>
              <a:pathLst>
                <a:path w="596" h="94" extrusionOk="0">
                  <a:moveTo>
                    <a:pt x="490" y="1"/>
                  </a:moveTo>
                  <a:cubicBezTo>
                    <a:pt x="350" y="12"/>
                    <a:pt x="199" y="34"/>
                    <a:pt x="59" y="46"/>
                  </a:cubicBezTo>
                  <a:cubicBezTo>
                    <a:pt x="37" y="46"/>
                    <a:pt x="26" y="60"/>
                    <a:pt x="1" y="71"/>
                  </a:cubicBezTo>
                  <a:cubicBezTo>
                    <a:pt x="15" y="71"/>
                    <a:pt x="15" y="82"/>
                    <a:pt x="15" y="93"/>
                  </a:cubicBezTo>
                  <a:cubicBezTo>
                    <a:pt x="210" y="93"/>
                    <a:pt x="398" y="46"/>
                    <a:pt x="596" y="34"/>
                  </a:cubicBezTo>
                  <a:lnTo>
                    <a:pt x="596" y="12"/>
                  </a:lnTo>
                  <a:cubicBezTo>
                    <a:pt x="560" y="1"/>
                    <a:pt x="526" y="1"/>
                    <a:pt x="49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15"/>
            <p:cNvSpPr/>
            <p:nvPr/>
          </p:nvSpPr>
          <p:spPr>
            <a:xfrm>
              <a:off x="6595221" y="2374042"/>
              <a:ext cx="14070" cy="7035"/>
            </a:xfrm>
            <a:custGeom>
              <a:avLst/>
              <a:gdLst/>
              <a:ahLst/>
              <a:cxnLst/>
              <a:rect l="l" t="t" r="r" b="b"/>
              <a:pathLst>
                <a:path w="186" h="93" extrusionOk="0">
                  <a:moveTo>
                    <a:pt x="152" y="0"/>
                  </a:moveTo>
                  <a:cubicBezTo>
                    <a:pt x="115" y="11"/>
                    <a:pt x="71" y="34"/>
                    <a:pt x="34" y="45"/>
                  </a:cubicBezTo>
                  <a:cubicBezTo>
                    <a:pt x="23" y="45"/>
                    <a:pt x="12" y="70"/>
                    <a:pt x="1" y="70"/>
                  </a:cubicBezTo>
                  <a:cubicBezTo>
                    <a:pt x="1" y="81"/>
                    <a:pt x="12" y="92"/>
                    <a:pt x="12" y="92"/>
                  </a:cubicBezTo>
                  <a:cubicBezTo>
                    <a:pt x="71" y="81"/>
                    <a:pt x="127" y="56"/>
                    <a:pt x="174" y="34"/>
                  </a:cubicBezTo>
                  <a:cubicBezTo>
                    <a:pt x="185" y="34"/>
                    <a:pt x="185" y="22"/>
                    <a:pt x="185" y="11"/>
                  </a:cubicBezTo>
                  <a:cubicBezTo>
                    <a:pt x="174" y="11"/>
                    <a:pt x="163" y="0"/>
                    <a:pt x="15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6" name="Google Shape;806;p15"/>
            <p:cNvSpPr/>
            <p:nvPr/>
          </p:nvSpPr>
          <p:spPr>
            <a:xfrm>
              <a:off x="6792412" y="2376538"/>
              <a:ext cx="7035" cy="14221"/>
            </a:xfrm>
            <a:custGeom>
              <a:avLst/>
              <a:gdLst/>
              <a:ahLst/>
              <a:cxnLst/>
              <a:rect l="l" t="t" r="r" b="b"/>
              <a:pathLst>
                <a:path w="93" h="188" extrusionOk="0">
                  <a:moveTo>
                    <a:pt x="34" y="1"/>
                  </a:moveTo>
                  <a:lnTo>
                    <a:pt x="34" y="1"/>
                  </a:lnTo>
                  <a:cubicBezTo>
                    <a:pt x="0" y="59"/>
                    <a:pt x="23" y="163"/>
                    <a:pt x="93" y="188"/>
                  </a:cubicBezTo>
                  <a:cubicBezTo>
                    <a:pt x="81" y="118"/>
                    <a:pt x="59" y="59"/>
                    <a:pt x="3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7" name="Google Shape;807;p15"/>
            <p:cNvSpPr/>
            <p:nvPr/>
          </p:nvSpPr>
          <p:spPr>
            <a:xfrm>
              <a:off x="6791580" y="2359821"/>
              <a:ext cx="11498" cy="15128"/>
            </a:xfrm>
            <a:custGeom>
              <a:avLst/>
              <a:gdLst/>
              <a:ahLst/>
              <a:cxnLst/>
              <a:rect l="l" t="t" r="r" b="b"/>
              <a:pathLst>
                <a:path w="152" h="200" extrusionOk="0">
                  <a:moveTo>
                    <a:pt x="11" y="1"/>
                  </a:moveTo>
                  <a:cubicBezTo>
                    <a:pt x="0" y="71"/>
                    <a:pt x="92" y="188"/>
                    <a:pt x="151" y="199"/>
                  </a:cubicBezTo>
                  <a:cubicBezTo>
                    <a:pt x="104" y="129"/>
                    <a:pt x="59" y="71"/>
                    <a:pt x="1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8" name="Google Shape;808;p15"/>
            <p:cNvSpPr/>
            <p:nvPr/>
          </p:nvSpPr>
          <p:spPr>
            <a:xfrm>
              <a:off x="6442884" y="2434629"/>
              <a:ext cx="10666" cy="19516"/>
            </a:xfrm>
            <a:custGeom>
              <a:avLst/>
              <a:gdLst/>
              <a:ahLst/>
              <a:cxnLst/>
              <a:rect l="l" t="t" r="r" b="b"/>
              <a:pathLst>
                <a:path w="141" h="258" extrusionOk="0">
                  <a:moveTo>
                    <a:pt x="23" y="1"/>
                  </a:moveTo>
                  <a:lnTo>
                    <a:pt x="23" y="1"/>
                  </a:lnTo>
                  <a:cubicBezTo>
                    <a:pt x="1" y="82"/>
                    <a:pt x="82" y="233"/>
                    <a:pt x="140" y="258"/>
                  </a:cubicBezTo>
                  <a:cubicBezTo>
                    <a:pt x="104" y="163"/>
                    <a:pt x="59" y="82"/>
                    <a:pt x="2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9" name="Google Shape;809;p15"/>
            <p:cNvSpPr/>
            <p:nvPr/>
          </p:nvSpPr>
          <p:spPr>
            <a:xfrm>
              <a:off x="6913889" y="2456640"/>
              <a:ext cx="9834" cy="19516"/>
            </a:xfrm>
            <a:custGeom>
              <a:avLst/>
              <a:gdLst/>
              <a:ahLst/>
              <a:cxnLst/>
              <a:rect l="l" t="t" r="r" b="b"/>
              <a:pathLst>
                <a:path w="130" h="258" extrusionOk="0">
                  <a:moveTo>
                    <a:pt x="82" y="0"/>
                  </a:moveTo>
                  <a:cubicBezTo>
                    <a:pt x="59" y="81"/>
                    <a:pt x="34" y="165"/>
                    <a:pt x="1" y="257"/>
                  </a:cubicBezTo>
                  <a:cubicBezTo>
                    <a:pt x="82" y="210"/>
                    <a:pt x="129" y="37"/>
                    <a:pt x="8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0" name="Google Shape;810;p15"/>
            <p:cNvSpPr/>
            <p:nvPr/>
          </p:nvSpPr>
          <p:spPr>
            <a:xfrm>
              <a:off x="6929773" y="2446882"/>
              <a:ext cx="10590" cy="15961"/>
            </a:xfrm>
            <a:custGeom>
              <a:avLst/>
              <a:gdLst/>
              <a:ahLst/>
              <a:cxnLst/>
              <a:rect l="l" t="t" r="r" b="b"/>
              <a:pathLst>
                <a:path w="140" h="211" extrusionOk="0">
                  <a:moveTo>
                    <a:pt x="118" y="1"/>
                  </a:moveTo>
                  <a:cubicBezTo>
                    <a:pt x="81" y="71"/>
                    <a:pt x="34" y="141"/>
                    <a:pt x="0" y="210"/>
                  </a:cubicBezTo>
                  <a:cubicBezTo>
                    <a:pt x="70" y="199"/>
                    <a:pt x="140" y="85"/>
                    <a:pt x="129" y="15"/>
                  </a:cubicBezTo>
                  <a:cubicBezTo>
                    <a:pt x="129" y="15"/>
                    <a:pt x="118" y="15"/>
                    <a:pt x="11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15"/>
            <p:cNvSpPr/>
            <p:nvPr/>
          </p:nvSpPr>
          <p:spPr>
            <a:xfrm>
              <a:off x="6498252" y="2545516"/>
              <a:ext cx="16793" cy="16868"/>
            </a:xfrm>
            <a:custGeom>
              <a:avLst/>
              <a:gdLst/>
              <a:ahLst/>
              <a:cxnLst/>
              <a:rect l="l" t="t" r="r" b="b"/>
              <a:pathLst>
                <a:path w="222" h="223" extrusionOk="0">
                  <a:moveTo>
                    <a:pt x="107" y="60"/>
                  </a:moveTo>
                  <a:cubicBezTo>
                    <a:pt x="129" y="60"/>
                    <a:pt x="140" y="83"/>
                    <a:pt x="188" y="108"/>
                  </a:cubicBezTo>
                  <a:cubicBezTo>
                    <a:pt x="151" y="130"/>
                    <a:pt x="129" y="152"/>
                    <a:pt x="107" y="164"/>
                  </a:cubicBezTo>
                  <a:cubicBezTo>
                    <a:pt x="96" y="164"/>
                    <a:pt x="59" y="130"/>
                    <a:pt x="59" y="119"/>
                  </a:cubicBezTo>
                  <a:cubicBezTo>
                    <a:pt x="70" y="94"/>
                    <a:pt x="82" y="60"/>
                    <a:pt x="107" y="60"/>
                  </a:cubicBezTo>
                  <a:close/>
                  <a:moveTo>
                    <a:pt x="110" y="0"/>
                  </a:moveTo>
                  <a:cubicBezTo>
                    <a:pt x="105" y="0"/>
                    <a:pt x="100" y="1"/>
                    <a:pt x="96" y="2"/>
                  </a:cubicBezTo>
                  <a:cubicBezTo>
                    <a:pt x="37" y="2"/>
                    <a:pt x="1" y="49"/>
                    <a:pt x="1" y="119"/>
                  </a:cubicBezTo>
                  <a:cubicBezTo>
                    <a:pt x="1" y="178"/>
                    <a:pt x="59" y="222"/>
                    <a:pt x="107" y="222"/>
                  </a:cubicBezTo>
                  <a:cubicBezTo>
                    <a:pt x="177" y="211"/>
                    <a:pt x="221" y="164"/>
                    <a:pt x="221" y="108"/>
                  </a:cubicBezTo>
                  <a:cubicBezTo>
                    <a:pt x="211" y="54"/>
                    <a:pt x="161" y="0"/>
                    <a:pt x="11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15"/>
            <p:cNvSpPr/>
            <p:nvPr/>
          </p:nvSpPr>
          <p:spPr>
            <a:xfrm>
              <a:off x="6498252" y="2499754"/>
              <a:ext cx="15053" cy="16112"/>
            </a:xfrm>
            <a:custGeom>
              <a:avLst/>
              <a:gdLst/>
              <a:ahLst/>
              <a:cxnLst/>
              <a:rect l="l" t="t" r="r" b="b"/>
              <a:pathLst>
                <a:path w="199" h="213" extrusionOk="0">
                  <a:moveTo>
                    <a:pt x="96" y="59"/>
                  </a:moveTo>
                  <a:cubicBezTo>
                    <a:pt x="107" y="70"/>
                    <a:pt x="129" y="95"/>
                    <a:pt x="140" y="118"/>
                  </a:cubicBezTo>
                  <a:cubicBezTo>
                    <a:pt x="140" y="129"/>
                    <a:pt x="107" y="154"/>
                    <a:pt x="96" y="154"/>
                  </a:cubicBezTo>
                  <a:cubicBezTo>
                    <a:pt x="82" y="154"/>
                    <a:pt x="59" y="129"/>
                    <a:pt x="37" y="106"/>
                  </a:cubicBezTo>
                  <a:cubicBezTo>
                    <a:pt x="59" y="84"/>
                    <a:pt x="70" y="70"/>
                    <a:pt x="96" y="59"/>
                  </a:cubicBezTo>
                  <a:close/>
                  <a:moveTo>
                    <a:pt x="82" y="0"/>
                  </a:moveTo>
                  <a:cubicBezTo>
                    <a:pt x="37" y="0"/>
                    <a:pt x="1" y="37"/>
                    <a:pt x="1" y="95"/>
                  </a:cubicBezTo>
                  <a:cubicBezTo>
                    <a:pt x="1" y="167"/>
                    <a:pt x="29" y="212"/>
                    <a:pt x="84" y="212"/>
                  </a:cubicBezTo>
                  <a:cubicBezTo>
                    <a:pt x="91" y="212"/>
                    <a:pt x="99" y="211"/>
                    <a:pt x="107" y="210"/>
                  </a:cubicBezTo>
                  <a:cubicBezTo>
                    <a:pt x="151" y="210"/>
                    <a:pt x="199" y="176"/>
                    <a:pt x="199" y="118"/>
                  </a:cubicBezTo>
                  <a:cubicBezTo>
                    <a:pt x="188" y="59"/>
                    <a:pt x="140" y="0"/>
                    <a:pt x="8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15"/>
            <p:cNvSpPr/>
            <p:nvPr/>
          </p:nvSpPr>
          <p:spPr>
            <a:xfrm>
              <a:off x="6849671" y="2532506"/>
              <a:ext cx="16793" cy="17625"/>
            </a:xfrm>
            <a:custGeom>
              <a:avLst/>
              <a:gdLst/>
              <a:ahLst/>
              <a:cxnLst/>
              <a:rect l="l" t="t" r="r" b="b"/>
              <a:pathLst>
                <a:path w="222" h="233" extrusionOk="0">
                  <a:moveTo>
                    <a:pt x="122" y="67"/>
                  </a:moveTo>
                  <a:cubicBezTo>
                    <a:pt x="136" y="67"/>
                    <a:pt x="155" y="96"/>
                    <a:pt x="174" y="115"/>
                  </a:cubicBezTo>
                  <a:cubicBezTo>
                    <a:pt x="151" y="140"/>
                    <a:pt x="129" y="174"/>
                    <a:pt x="115" y="174"/>
                  </a:cubicBezTo>
                  <a:cubicBezTo>
                    <a:pt x="93" y="162"/>
                    <a:pt x="82" y="140"/>
                    <a:pt x="59" y="115"/>
                  </a:cubicBezTo>
                  <a:cubicBezTo>
                    <a:pt x="82" y="104"/>
                    <a:pt x="93" y="70"/>
                    <a:pt x="115" y="70"/>
                  </a:cubicBezTo>
                  <a:cubicBezTo>
                    <a:pt x="117" y="68"/>
                    <a:pt x="120" y="67"/>
                    <a:pt x="122" y="67"/>
                  </a:cubicBezTo>
                  <a:close/>
                  <a:moveTo>
                    <a:pt x="115" y="0"/>
                  </a:moveTo>
                  <a:cubicBezTo>
                    <a:pt x="59" y="0"/>
                    <a:pt x="1" y="56"/>
                    <a:pt x="1" y="126"/>
                  </a:cubicBezTo>
                  <a:cubicBezTo>
                    <a:pt x="1" y="185"/>
                    <a:pt x="59" y="232"/>
                    <a:pt x="129" y="232"/>
                  </a:cubicBezTo>
                  <a:cubicBezTo>
                    <a:pt x="174" y="232"/>
                    <a:pt x="221" y="174"/>
                    <a:pt x="221" y="115"/>
                  </a:cubicBezTo>
                  <a:cubicBezTo>
                    <a:pt x="221" y="45"/>
                    <a:pt x="174" y="0"/>
                    <a:pt x="11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15"/>
            <p:cNvSpPr/>
            <p:nvPr/>
          </p:nvSpPr>
          <p:spPr>
            <a:xfrm>
              <a:off x="6848839" y="2487500"/>
              <a:ext cx="13994" cy="15885"/>
            </a:xfrm>
            <a:custGeom>
              <a:avLst/>
              <a:gdLst/>
              <a:ahLst/>
              <a:cxnLst/>
              <a:rect l="l" t="t" r="r" b="b"/>
              <a:pathLst>
                <a:path w="185" h="210" extrusionOk="0">
                  <a:moveTo>
                    <a:pt x="93" y="48"/>
                  </a:moveTo>
                  <a:cubicBezTo>
                    <a:pt x="115" y="70"/>
                    <a:pt x="126" y="81"/>
                    <a:pt x="151" y="106"/>
                  </a:cubicBezTo>
                  <a:cubicBezTo>
                    <a:pt x="126" y="129"/>
                    <a:pt x="115" y="140"/>
                    <a:pt x="93" y="151"/>
                  </a:cubicBezTo>
                  <a:cubicBezTo>
                    <a:pt x="81" y="151"/>
                    <a:pt x="45" y="129"/>
                    <a:pt x="56" y="118"/>
                  </a:cubicBezTo>
                  <a:cubicBezTo>
                    <a:pt x="56" y="92"/>
                    <a:pt x="81" y="70"/>
                    <a:pt x="93" y="48"/>
                  </a:cubicBezTo>
                  <a:close/>
                  <a:moveTo>
                    <a:pt x="104" y="0"/>
                  </a:moveTo>
                  <a:cubicBezTo>
                    <a:pt x="45" y="0"/>
                    <a:pt x="0" y="59"/>
                    <a:pt x="0" y="118"/>
                  </a:cubicBezTo>
                  <a:cubicBezTo>
                    <a:pt x="0" y="176"/>
                    <a:pt x="34" y="210"/>
                    <a:pt x="93" y="210"/>
                  </a:cubicBezTo>
                  <a:cubicBezTo>
                    <a:pt x="151" y="210"/>
                    <a:pt x="185" y="162"/>
                    <a:pt x="185" y="92"/>
                  </a:cubicBezTo>
                  <a:cubicBezTo>
                    <a:pt x="185" y="37"/>
                    <a:pt x="151" y="0"/>
                    <a:pt x="10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5" name="Google Shape;815;p15"/>
          <p:cNvGrpSpPr/>
          <p:nvPr/>
        </p:nvGrpSpPr>
        <p:grpSpPr>
          <a:xfrm rot="-6459975">
            <a:off x="2154477" y="717589"/>
            <a:ext cx="831883" cy="821089"/>
            <a:chOff x="6966211" y="4045890"/>
            <a:chExt cx="211967" cy="209217"/>
          </a:xfrm>
        </p:grpSpPr>
        <p:sp>
          <p:nvSpPr>
            <p:cNvPr id="816" name="Google Shape;816;p15"/>
            <p:cNvSpPr/>
            <p:nvPr/>
          </p:nvSpPr>
          <p:spPr>
            <a:xfrm>
              <a:off x="6966211" y="4045890"/>
              <a:ext cx="211967" cy="209217"/>
            </a:xfrm>
            <a:custGeom>
              <a:avLst/>
              <a:gdLst/>
              <a:ahLst/>
              <a:cxnLst/>
              <a:rect l="l" t="t" r="r" b="b"/>
              <a:pathLst>
                <a:path w="4470" h="4412" extrusionOk="0">
                  <a:moveTo>
                    <a:pt x="2735" y="0"/>
                  </a:moveTo>
                  <a:cubicBezTo>
                    <a:pt x="2676" y="12"/>
                    <a:pt x="2618" y="37"/>
                    <a:pt x="2570" y="93"/>
                  </a:cubicBezTo>
                  <a:cubicBezTo>
                    <a:pt x="2537" y="129"/>
                    <a:pt x="2526" y="176"/>
                    <a:pt x="2526" y="188"/>
                  </a:cubicBezTo>
                  <a:lnTo>
                    <a:pt x="2514" y="199"/>
                  </a:lnTo>
                  <a:cubicBezTo>
                    <a:pt x="2478" y="316"/>
                    <a:pt x="2419" y="467"/>
                    <a:pt x="2397" y="640"/>
                  </a:cubicBezTo>
                  <a:cubicBezTo>
                    <a:pt x="2386" y="629"/>
                    <a:pt x="2375" y="629"/>
                    <a:pt x="2375" y="629"/>
                  </a:cubicBezTo>
                  <a:lnTo>
                    <a:pt x="2327" y="629"/>
                  </a:lnTo>
                  <a:cubicBezTo>
                    <a:pt x="2269" y="629"/>
                    <a:pt x="2151" y="651"/>
                    <a:pt x="2107" y="816"/>
                  </a:cubicBezTo>
                  <a:cubicBezTo>
                    <a:pt x="2048" y="967"/>
                    <a:pt x="2000" y="1129"/>
                    <a:pt x="1967" y="1294"/>
                  </a:cubicBezTo>
                  <a:cubicBezTo>
                    <a:pt x="1942" y="1280"/>
                    <a:pt x="1919" y="1280"/>
                    <a:pt x="1886" y="1280"/>
                  </a:cubicBezTo>
                  <a:cubicBezTo>
                    <a:pt x="1850" y="1280"/>
                    <a:pt x="1780" y="1294"/>
                    <a:pt x="1710" y="1350"/>
                  </a:cubicBezTo>
                  <a:lnTo>
                    <a:pt x="1688" y="1364"/>
                  </a:lnTo>
                  <a:cubicBezTo>
                    <a:pt x="1629" y="1408"/>
                    <a:pt x="1559" y="1467"/>
                    <a:pt x="1500" y="1548"/>
                  </a:cubicBezTo>
                  <a:cubicBezTo>
                    <a:pt x="1338" y="1783"/>
                    <a:pt x="1210" y="2015"/>
                    <a:pt x="1151" y="2272"/>
                  </a:cubicBezTo>
                  <a:cubicBezTo>
                    <a:pt x="1118" y="2132"/>
                    <a:pt x="1011" y="2073"/>
                    <a:pt x="919" y="2073"/>
                  </a:cubicBezTo>
                  <a:cubicBezTo>
                    <a:pt x="872" y="2073"/>
                    <a:pt x="802" y="2096"/>
                    <a:pt x="732" y="2154"/>
                  </a:cubicBezTo>
                  <a:cubicBezTo>
                    <a:pt x="721" y="2165"/>
                    <a:pt x="699" y="2188"/>
                    <a:pt x="673" y="2224"/>
                  </a:cubicBezTo>
                  <a:cubicBezTo>
                    <a:pt x="651" y="2258"/>
                    <a:pt x="629" y="2294"/>
                    <a:pt x="604" y="2316"/>
                  </a:cubicBezTo>
                  <a:cubicBezTo>
                    <a:pt x="592" y="2327"/>
                    <a:pt x="592" y="2327"/>
                    <a:pt x="592" y="2341"/>
                  </a:cubicBezTo>
                  <a:cubicBezTo>
                    <a:pt x="430" y="2526"/>
                    <a:pt x="324" y="2772"/>
                    <a:pt x="266" y="3004"/>
                  </a:cubicBezTo>
                  <a:cubicBezTo>
                    <a:pt x="221" y="3180"/>
                    <a:pt x="185" y="3364"/>
                    <a:pt x="162" y="3551"/>
                  </a:cubicBezTo>
                  <a:cubicBezTo>
                    <a:pt x="151" y="3668"/>
                    <a:pt x="151" y="3808"/>
                    <a:pt x="173" y="3911"/>
                  </a:cubicBezTo>
                  <a:lnTo>
                    <a:pt x="173" y="3970"/>
                  </a:lnTo>
                  <a:cubicBezTo>
                    <a:pt x="140" y="3993"/>
                    <a:pt x="115" y="4004"/>
                    <a:pt x="81" y="4029"/>
                  </a:cubicBezTo>
                  <a:cubicBezTo>
                    <a:pt x="56" y="4051"/>
                    <a:pt x="34" y="4074"/>
                    <a:pt x="22" y="4099"/>
                  </a:cubicBezTo>
                  <a:lnTo>
                    <a:pt x="11" y="4099"/>
                  </a:lnTo>
                  <a:lnTo>
                    <a:pt x="0" y="4342"/>
                  </a:lnTo>
                  <a:lnTo>
                    <a:pt x="11" y="4353"/>
                  </a:lnTo>
                  <a:lnTo>
                    <a:pt x="232" y="4412"/>
                  </a:lnTo>
                  <a:cubicBezTo>
                    <a:pt x="243" y="4412"/>
                    <a:pt x="243" y="4412"/>
                    <a:pt x="254" y="4400"/>
                  </a:cubicBezTo>
                  <a:cubicBezTo>
                    <a:pt x="279" y="4400"/>
                    <a:pt x="302" y="4389"/>
                    <a:pt x="335" y="4367"/>
                  </a:cubicBezTo>
                  <a:cubicBezTo>
                    <a:pt x="475" y="4272"/>
                    <a:pt x="615" y="4180"/>
                    <a:pt x="754" y="4074"/>
                  </a:cubicBezTo>
                  <a:cubicBezTo>
                    <a:pt x="919" y="4180"/>
                    <a:pt x="1118" y="4250"/>
                    <a:pt x="1327" y="4261"/>
                  </a:cubicBezTo>
                  <a:lnTo>
                    <a:pt x="1467" y="4261"/>
                  </a:lnTo>
                  <a:cubicBezTo>
                    <a:pt x="1640" y="4261"/>
                    <a:pt x="1816" y="4238"/>
                    <a:pt x="1978" y="4202"/>
                  </a:cubicBezTo>
                  <a:cubicBezTo>
                    <a:pt x="2165" y="4157"/>
                    <a:pt x="2361" y="4099"/>
                    <a:pt x="2548" y="3981"/>
                  </a:cubicBezTo>
                  <a:cubicBezTo>
                    <a:pt x="2607" y="3948"/>
                    <a:pt x="2665" y="3900"/>
                    <a:pt x="2699" y="3842"/>
                  </a:cubicBezTo>
                  <a:cubicBezTo>
                    <a:pt x="2769" y="3749"/>
                    <a:pt x="2757" y="3668"/>
                    <a:pt x="2746" y="3610"/>
                  </a:cubicBezTo>
                  <a:cubicBezTo>
                    <a:pt x="2724" y="3562"/>
                    <a:pt x="2676" y="3492"/>
                    <a:pt x="2559" y="3470"/>
                  </a:cubicBezTo>
                  <a:cubicBezTo>
                    <a:pt x="2514" y="3459"/>
                    <a:pt x="2478" y="3445"/>
                    <a:pt x="2445" y="3434"/>
                  </a:cubicBezTo>
                  <a:cubicBezTo>
                    <a:pt x="2316" y="3400"/>
                    <a:pt x="2176" y="3364"/>
                    <a:pt x="2037" y="3353"/>
                  </a:cubicBezTo>
                  <a:cubicBezTo>
                    <a:pt x="1967" y="3353"/>
                    <a:pt x="1886" y="3342"/>
                    <a:pt x="1802" y="3342"/>
                  </a:cubicBezTo>
                  <a:cubicBezTo>
                    <a:pt x="1757" y="3342"/>
                    <a:pt x="1699" y="3342"/>
                    <a:pt x="1651" y="3353"/>
                  </a:cubicBezTo>
                  <a:cubicBezTo>
                    <a:pt x="1732" y="3272"/>
                    <a:pt x="1802" y="3202"/>
                    <a:pt x="1861" y="3132"/>
                  </a:cubicBezTo>
                  <a:lnTo>
                    <a:pt x="1886" y="3110"/>
                  </a:lnTo>
                  <a:cubicBezTo>
                    <a:pt x="1886" y="3121"/>
                    <a:pt x="1886" y="3121"/>
                    <a:pt x="1897" y="3121"/>
                  </a:cubicBezTo>
                  <a:cubicBezTo>
                    <a:pt x="2140" y="3224"/>
                    <a:pt x="2397" y="3272"/>
                    <a:pt x="2654" y="3272"/>
                  </a:cubicBezTo>
                  <a:lnTo>
                    <a:pt x="2688" y="3272"/>
                  </a:lnTo>
                  <a:cubicBezTo>
                    <a:pt x="2956" y="3272"/>
                    <a:pt x="3165" y="3235"/>
                    <a:pt x="3364" y="3166"/>
                  </a:cubicBezTo>
                  <a:cubicBezTo>
                    <a:pt x="3445" y="3143"/>
                    <a:pt x="3526" y="3096"/>
                    <a:pt x="3596" y="3040"/>
                  </a:cubicBezTo>
                  <a:cubicBezTo>
                    <a:pt x="3688" y="2970"/>
                    <a:pt x="3735" y="2875"/>
                    <a:pt x="3724" y="2772"/>
                  </a:cubicBezTo>
                  <a:cubicBezTo>
                    <a:pt x="3702" y="2666"/>
                    <a:pt x="3632" y="2596"/>
                    <a:pt x="3515" y="2562"/>
                  </a:cubicBezTo>
                  <a:cubicBezTo>
                    <a:pt x="3422" y="2526"/>
                    <a:pt x="3305" y="2503"/>
                    <a:pt x="3188" y="2481"/>
                  </a:cubicBezTo>
                  <a:cubicBezTo>
                    <a:pt x="3037" y="2467"/>
                    <a:pt x="2886" y="2456"/>
                    <a:pt x="2724" y="2456"/>
                  </a:cubicBezTo>
                  <a:lnTo>
                    <a:pt x="2699" y="2467"/>
                  </a:lnTo>
                  <a:cubicBezTo>
                    <a:pt x="2607" y="2467"/>
                    <a:pt x="2526" y="2467"/>
                    <a:pt x="2445" y="2481"/>
                  </a:cubicBezTo>
                  <a:cubicBezTo>
                    <a:pt x="2514" y="2386"/>
                    <a:pt x="2584" y="2294"/>
                    <a:pt x="2629" y="2202"/>
                  </a:cubicBezTo>
                  <a:cubicBezTo>
                    <a:pt x="2746" y="2213"/>
                    <a:pt x="2850" y="2213"/>
                    <a:pt x="2956" y="2213"/>
                  </a:cubicBezTo>
                  <a:cubicBezTo>
                    <a:pt x="3199" y="2213"/>
                    <a:pt x="3456" y="2188"/>
                    <a:pt x="3688" y="2143"/>
                  </a:cubicBezTo>
                  <a:cubicBezTo>
                    <a:pt x="3864" y="2096"/>
                    <a:pt x="4037" y="2048"/>
                    <a:pt x="4213" y="1967"/>
                  </a:cubicBezTo>
                  <a:lnTo>
                    <a:pt x="4224" y="1967"/>
                  </a:lnTo>
                  <a:cubicBezTo>
                    <a:pt x="4375" y="1886"/>
                    <a:pt x="4400" y="1783"/>
                    <a:pt x="4386" y="1699"/>
                  </a:cubicBezTo>
                  <a:cubicBezTo>
                    <a:pt x="4386" y="1629"/>
                    <a:pt x="4341" y="1515"/>
                    <a:pt x="4154" y="1478"/>
                  </a:cubicBezTo>
                  <a:cubicBezTo>
                    <a:pt x="4062" y="1467"/>
                    <a:pt x="3981" y="1456"/>
                    <a:pt x="3897" y="1445"/>
                  </a:cubicBezTo>
                  <a:cubicBezTo>
                    <a:pt x="4015" y="1397"/>
                    <a:pt x="4132" y="1339"/>
                    <a:pt x="4247" y="1280"/>
                  </a:cubicBezTo>
                  <a:lnTo>
                    <a:pt x="4260" y="1280"/>
                  </a:lnTo>
                  <a:cubicBezTo>
                    <a:pt x="4470" y="1165"/>
                    <a:pt x="4400" y="989"/>
                    <a:pt x="4386" y="967"/>
                  </a:cubicBezTo>
                  <a:cubicBezTo>
                    <a:pt x="4341" y="850"/>
                    <a:pt x="4224" y="816"/>
                    <a:pt x="4132" y="816"/>
                  </a:cubicBezTo>
                  <a:lnTo>
                    <a:pt x="4121" y="816"/>
                  </a:lnTo>
                  <a:cubicBezTo>
                    <a:pt x="3992" y="816"/>
                    <a:pt x="3897" y="827"/>
                    <a:pt x="3805" y="827"/>
                  </a:cubicBezTo>
                  <a:cubicBezTo>
                    <a:pt x="3515" y="861"/>
                    <a:pt x="3283" y="919"/>
                    <a:pt x="3073" y="1014"/>
                  </a:cubicBezTo>
                  <a:cubicBezTo>
                    <a:pt x="3059" y="1014"/>
                    <a:pt x="3059" y="1014"/>
                    <a:pt x="3048" y="1026"/>
                  </a:cubicBezTo>
                  <a:cubicBezTo>
                    <a:pt x="3059" y="827"/>
                    <a:pt x="3037" y="629"/>
                    <a:pt x="3003" y="408"/>
                  </a:cubicBezTo>
                  <a:cubicBezTo>
                    <a:pt x="2989" y="327"/>
                    <a:pt x="2978" y="257"/>
                    <a:pt x="2967" y="188"/>
                  </a:cubicBezTo>
                  <a:cubicBezTo>
                    <a:pt x="2945" y="93"/>
                    <a:pt x="2864" y="0"/>
                    <a:pt x="27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15"/>
            <p:cNvSpPr/>
            <p:nvPr/>
          </p:nvSpPr>
          <p:spPr>
            <a:xfrm>
              <a:off x="7027904" y="4119295"/>
              <a:ext cx="28310" cy="84550"/>
            </a:xfrm>
            <a:custGeom>
              <a:avLst/>
              <a:gdLst/>
              <a:ahLst/>
              <a:cxnLst/>
              <a:rect l="l" t="t" r="r" b="b"/>
              <a:pathLst>
                <a:path w="597" h="1783" extrusionOk="0">
                  <a:moveTo>
                    <a:pt x="585" y="0"/>
                  </a:moveTo>
                  <a:cubicBezTo>
                    <a:pt x="515" y="106"/>
                    <a:pt x="445" y="210"/>
                    <a:pt x="387" y="327"/>
                  </a:cubicBezTo>
                  <a:cubicBezTo>
                    <a:pt x="269" y="500"/>
                    <a:pt x="211" y="710"/>
                    <a:pt x="152" y="908"/>
                  </a:cubicBezTo>
                  <a:cubicBezTo>
                    <a:pt x="96" y="1118"/>
                    <a:pt x="60" y="1338"/>
                    <a:pt x="12" y="1548"/>
                  </a:cubicBezTo>
                  <a:cubicBezTo>
                    <a:pt x="1" y="1632"/>
                    <a:pt x="12" y="1701"/>
                    <a:pt x="12" y="1782"/>
                  </a:cubicBezTo>
                  <a:lnTo>
                    <a:pt x="26" y="1782"/>
                  </a:lnTo>
                  <a:cubicBezTo>
                    <a:pt x="71" y="1735"/>
                    <a:pt x="129" y="1701"/>
                    <a:pt x="166" y="1654"/>
                  </a:cubicBezTo>
                  <a:cubicBezTo>
                    <a:pt x="258" y="1525"/>
                    <a:pt x="328" y="1386"/>
                    <a:pt x="375" y="1246"/>
                  </a:cubicBezTo>
                  <a:cubicBezTo>
                    <a:pt x="456" y="978"/>
                    <a:pt x="549" y="710"/>
                    <a:pt x="571" y="419"/>
                  </a:cubicBezTo>
                  <a:cubicBezTo>
                    <a:pt x="585" y="291"/>
                    <a:pt x="596" y="151"/>
                    <a:pt x="596" y="11"/>
                  </a:cubicBezTo>
                  <a:lnTo>
                    <a:pt x="585" y="0"/>
                  </a:ln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15"/>
            <p:cNvSpPr/>
            <p:nvPr/>
          </p:nvSpPr>
          <p:spPr>
            <a:xfrm>
              <a:off x="6986080" y="4156898"/>
              <a:ext cx="26508" cy="77816"/>
            </a:xfrm>
            <a:custGeom>
              <a:avLst/>
              <a:gdLst/>
              <a:ahLst/>
              <a:cxnLst/>
              <a:rect l="l" t="t" r="r" b="b"/>
              <a:pathLst>
                <a:path w="559" h="1641" extrusionOk="0">
                  <a:moveTo>
                    <a:pt x="511" y="0"/>
                  </a:moveTo>
                  <a:cubicBezTo>
                    <a:pt x="324" y="196"/>
                    <a:pt x="0" y="1408"/>
                    <a:pt x="56" y="1640"/>
                  </a:cubicBezTo>
                  <a:cubicBezTo>
                    <a:pt x="162" y="1582"/>
                    <a:pt x="221" y="1537"/>
                    <a:pt x="254" y="1453"/>
                  </a:cubicBezTo>
                  <a:cubicBezTo>
                    <a:pt x="442" y="1059"/>
                    <a:pt x="559" y="651"/>
                    <a:pt x="534" y="210"/>
                  </a:cubicBezTo>
                  <a:cubicBezTo>
                    <a:pt x="523" y="140"/>
                    <a:pt x="523" y="70"/>
                    <a:pt x="51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9" name="Google Shape;819;p15"/>
            <p:cNvSpPr/>
            <p:nvPr/>
          </p:nvSpPr>
          <p:spPr>
            <a:xfrm>
              <a:off x="7007513" y="4215366"/>
              <a:ext cx="77958" cy="11665"/>
            </a:xfrm>
            <a:custGeom>
              <a:avLst/>
              <a:gdLst/>
              <a:ahLst/>
              <a:cxnLst/>
              <a:rect l="l" t="t" r="r" b="b"/>
              <a:pathLst>
                <a:path w="1644" h="246" extrusionOk="0">
                  <a:moveTo>
                    <a:pt x="930" y="1"/>
                  </a:moveTo>
                  <a:cubicBezTo>
                    <a:pt x="617" y="1"/>
                    <a:pt x="307" y="75"/>
                    <a:pt x="1" y="220"/>
                  </a:cubicBezTo>
                  <a:cubicBezTo>
                    <a:pt x="59" y="234"/>
                    <a:pt x="107" y="245"/>
                    <a:pt x="163" y="245"/>
                  </a:cubicBezTo>
                  <a:cubicBezTo>
                    <a:pt x="442" y="245"/>
                    <a:pt x="735" y="245"/>
                    <a:pt x="1015" y="234"/>
                  </a:cubicBezTo>
                  <a:cubicBezTo>
                    <a:pt x="1210" y="220"/>
                    <a:pt x="1398" y="187"/>
                    <a:pt x="1596" y="164"/>
                  </a:cubicBezTo>
                  <a:cubicBezTo>
                    <a:pt x="1607" y="164"/>
                    <a:pt x="1629" y="150"/>
                    <a:pt x="1643" y="139"/>
                  </a:cubicBezTo>
                  <a:lnTo>
                    <a:pt x="1643" y="128"/>
                  </a:lnTo>
                  <a:cubicBezTo>
                    <a:pt x="1404" y="43"/>
                    <a:pt x="1166" y="1"/>
                    <a:pt x="930"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0" name="Google Shape;820;p15"/>
            <p:cNvSpPr/>
            <p:nvPr/>
          </p:nvSpPr>
          <p:spPr>
            <a:xfrm>
              <a:off x="7059437" y="4173163"/>
              <a:ext cx="70134" cy="9531"/>
            </a:xfrm>
            <a:custGeom>
              <a:avLst/>
              <a:gdLst/>
              <a:ahLst/>
              <a:cxnLst/>
              <a:rect l="l" t="t" r="r" b="b"/>
              <a:pathLst>
                <a:path w="1479" h="201" extrusionOk="0">
                  <a:moveTo>
                    <a:pt x="851" y="0"/>
                  </a:moveTo>
                  <a:cubicBezTo>
                    <a:pt x="535" y="0"/>
                    <a:pt x="191" y="50"/>
                    <a:pt x="1" y="158"/>
                  </a:cubicBezTo>
                  <a:cubicBezTo>
                    <a:pt x="204" y="186"/>
                    <a:pt x="406" y="201"/>
                    <a:pt x="608" y="201"/>
                  </a:cubicBezTo>
                  <a:cubicBezTo>
                    <a:pt x="903" y="201"/>
                    <a:pt x="1195" y="169"/>
                    <a:pt x="1479" y="99"/>
                  </a:cubicBezTo>
                  <a:cubicBezTo>
                    <a:pt x="1361" y="35"/>
                    <a:pt x="1116" y="0"/>
                    <a:pt x="85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1" name="Google Shape;821;p15"/>
            <p:cNvSpPr/>
            <p:nvPr/>
          </p:nvSpPr>
          <p:spPr>
            <a:xfrm>
              <a:off x="7004194" y="4226462"/>
              <a:ext cx="75730" cy="10243"/>
            </a:xfrm>
            <a:custGeom>
              <a:avLst/>
              <a:gdLst/>
              <a:ahLst/>
              <a:cxnLst/>
              <a:rect l="l" t="t" r="r" b="b"/>
              <a:pathLst>
                <a:path w="1597" h="216" extrusionOk="0">
                  <a:moveTo>
                    <a:pt x="1596" y="0"/>
                  </a:moveTo>
                  <a:lnTo>
                    <a:pt x="1596" y="0"/>
                  </a:lnTo>
                  <a:cubicBezTo>
                    <a:pt x="1317" y="36"/>
                    <a:pt x="1041" y="50"/>
                    <a:pt x="766" y="50"/>
                  </a:cubicBezTo>
                  <a:cubicBezTo>
                    <a:pt x="512" y="50"/>
                    <a:pt x="258" y="39"/>
                    <a:pt x="1" y="22"/>
                  </a:cubicBezTo>
                  <a:lnTo>
                    <a:pt x="1" y="22"/>
                  </a:lnTo>
                  <a:cubicBezTo>
                    <a:pt x="82" y="70"/>
                    <a:pt x="152" y="115"/>
                    <a:pt x="233" y="151"/>
                  </a:cubicBezTo>
                  <a:cubicBezTo>
                    <a:pt x="351" y="201"/>
                    <a:pt x="473" y="215"/>
                    <a:pt x="597" y="215"/>
                  </a:cubicBezTo>
                  <a:cubicBezTo>
                    <a:pt x="646" y="215"/>
                    <a:pt x="697" y="213"/>
                    <a:pt x="747" y="210"/>
                  </a:cubicBezTo>
                  <a:cubicBezTo>
                    <a:pt x="1026" y="196"/>
                    <a:pt x="1294" y="140"/>
                    <a:pt x="1549" y="22"/>
                  </a:cubicBezTo>
                  <a:cubicBezTo>
                    <a:pt x="1560" y="11"/>
                    <a:pt x="1574" y="11"/>
                    <a:pt x="1596"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2" name="Google Shape;822;p15"/>
            <p:cNvSpPr/>
            <p:nvPr/>
          </p:nvSpPr>
          <p:spPr>
            <a:xfrm>
              <a:off x="7095903" y="4124179"/>
              <a:ext cx="65724" cy="9579"/>
            </a:xfrm>
            <a:custGeom>
              <a:avLst/>
              <a:gdLst/>
              <a:ahLst/>
              <a:cxnLst/>
              <a:rect l="l" t="t" r="r" b="b"/>
              <a:pathLst>
                <a:path w="1386" h="202" extrusionOk="0">
                  <a:moveTo>
                    <a:pt x="843" y="0"/>
                  </a:moveTo>
                  <a:cubicBezTo>
                    <a:pt x="806" y="0"/>
                    <a:pt x="769" y="1"/>
                    <a:pt x="732" y="3"/>
                  </a:cubicBezTo>
                  <a:cubicBezTo>
                    <a:pt x="534" y="14"/>
                    <a:pt x="349" y="37"/>
                    <a:pt x="173" y="107"/>
                  </a:cubicBezTo>
                  <a:cubicBezTo>
                    <a:pt x="103" y="132"/>
                    <a:pt x="59" y="165"/>
                    <a:pt x="0" y="202"/>
                  </a:cubicBezTo>
                  <a:cubicBezTo>
                    <a:pt x="640" y="188"/>
                    <a:pt x="1221" y="132"/>
                    <a:pt x="1386" y="62"/>
                  </a:cubicBezTo>
                  <a:cubicBezTo>
                    <a:pt x="1372" y="48"/>
                    <a:pt x="1372" y="48"/>
                    <a:pt x="1361" y="48"/>
                  </a:cubicBezTo>
                  <a:cubicBezTo>
                    <a:pt x="1188" y="20"/>
                    <a:pt x="1016" y="0"/>
                    <a:pt x="84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15"/>
            <p:cNvSpPr/>
            <p:nvPr/>
          </p:nvSpPr>
          <p:spPr>
            <a:xfrm>
              <a:off x="7060006" y="4180608"/>
              <a:ext cx="70656" cy="9199"/>
            </a:xfrm>
            <a:custGeom>
              <a:avLst/>
              <a:gdLst/>
              <a:ahLst/>
              <a:cxnLst/>
              <a:rect l="l" t="t" r="r" b="b"/>
              <a:pathLst>
                <a:path w="1490" h="194" extrusionOk="0">
                  <a:moveTo>
                    <a:pt x="0" y="59"/>
                  </a:moveTo>
                  <a:cubicBezTo>
                    <a:pt x="4" y="59"/>
                    <a:pt x="8" y="59"/>
                    <a:pt x="11" y="59"/>
                  </a:cubicBezTo>
                  <a:lnTo>
                    <a:pt x="11" y="59"/>
                  </a:lnTo>
                  <a:cubicBezTo>
                    <a:pt x="11" y="59"/>
                    <a:pt x="11" y="59"/>
                    <a:pt x="11" y="59"/>
                  </a:cubicBezTo>
                  <a:close/>
                  <a:moveTo>
                    <a:pt x="1489" y="1"/>
                  </a:moveTo>
                  <a:cubicBezTo>
                    <a:pt x="1246" y="23"/>
                    <a:pt x="989" y="70"/>
                    <a:pt x="746" y="70"/>
                  </a:cubicBezTo>
                  <a:cubicBezTo>
                    <a:pt x="697" y="73"/>
                    <a:pt x="647" y="73"/>
                    <a:pt x="597" y="73"/>
                  </a:cubicBezTo>
                  <a:cubicBezTo>
                    <a:pt x="402" y="73"/>
                    <a:pt x="202" y="60"/>
                    <a:pt x="11" y="59"/>
                  </a:cubicBezTo>
                  <a:lnTo>
                    <a:pt x="11" y="59"/>
                  </a:lnTo>
                  <a:cubicBezTo>
                    <a:pt x="246" y="150"/>
                    <a:pt x="480" y="194"/>
                    <a:pt x="718" y="194"/>
                  </a:cubicBezTo>
                  <a:cubicBezTo>
                    <a:pt x="812" y="194"/>
                    <a:pt x="905" y="187"/>
                    <a:pt x="1000" y="174"/>
                  </a:cubicBezTo>
                  <a:cubicBezTo>
                    <a:pt x="1140" y="151"/>
                    <a:pt x="1280" y="129"/>
                    <a:pt x="1408" y="59"/>
                  </a:cubicBezTo>
                  <a:cubicBezTo>
                    <a:pt x="1444" y="45"/>
                    <a:pt x="1467" y="23"/>
                    <a:pt x="1489" y="12"/>
                  </a:cubicBezTo>
                  <a:lnTo>
                    <a:pt x="1489" y="1"/>
                  </a:ln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15"/>
            <p:cNvSpPr/>
            <p:nvPr/>
          </p:nvSpPr>
          <p:spPr>
            <a:xfrm>
              <a:off x="7087557" y="4129206"/>
              <a:ext cx="72363" cy="10812"/>
            </a:xfrm>
            <a:custGeom>
              <a:avLst/>
              <a:gdLst/>
              <a:ahLst/>
              <a:cxnLst/>
              <a:rect l="l" t="t" r="r" b="b"/>
              <a:pathLst>
                <a:path w="1526" h="228" extrusionOk="0">
                  <a:moveTo>
                    <a:pt x="1525" y="1"/>
                  </a:moveTo>
                  <a:cubicBezTo>
                    <a:pt x="1467" y="26"/>
                    <a:pt x="1408" y="37"/>
                    <a:pt x="1338" y="48"/>
                  </a:cubicBezTo>
                  <a:cubicBezTo>
                    <a:pt x="1176" y="59"/>
                    <a:pt x="1014" y="70"/>
                    <a:pt x="849" y="82"/>
                  </a:cubicBezTo>
                  <a:cubicBezTo>
                    <a:pt x="676" y="107"/>
                    <a:pt x="514" y="107"/>
                    <a:pt x="338" y="129"/>
                  </a:cubicBezTo>
                  <a:cubicBezTo>
                    <a:pt x="246" y="129"/>
                    <a:pt x="151" y="151"/>
                    <a:pt x="59" y="177"/>
                  </a:cubicBezTo>
                  <a:cubicBezTo>
                    <a:pt x="36" y="177"/>
                    <a:pt x="25" y="188"/>
                    <a:pt x="0" y="210"/>
                  </a:cubicBezTo>
                  <a:cubicBezTo>
                    <a:pt x="128" y="221"/>
                    <a:pt x="253" y="227"/>
                    <a:pt x="377" y="227"/>
                  </a:cubicBezTo>
                  <a:cubicBezTo>
                    <a:pt x="773" y="227"/>
                    <a:pt x="1153" y="166"/>
                    <a:pt x="1525" y="26"/>
                  </a:cubicBezTo>
                  <a:lnTo>
                    <a:pt x="1525" y="1"/>
                  </a:ln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15"/>
            <p:cNvSpPr/>
            <p:nvPr/>
          </p:nvSpPr>
          <p:spPr>
            <a:xfrm>
              <a:off x="6983804" y="4158463"/>
              <a:ext cx="23236" cy="77958"/>
            </a:xfrm>
            <a:custGeom>
              <a:avLst/>
              <a:gdLst/>
              <a:ahLst/>
              <a:cxnLst/>
              <a:rect l="l" t="t" r="r" b="b"/>
              <a:pathLst>
                <a:path w="490" h="1644" extrusionOk="0">
                  <a:moveTo>
                    <a:pt x="490" y="1"/>
                  </a:moveTo>
                  <a:lnTo>
                    <a:pt x="490" y="1"/>
                  </a:lnTo>
                  <a:cubicBezTo>
                    <a:pt x="280" y="222"/>
                    <a:pt x="188" y="490"/>
                    <a:pt x="104" y="780"/>
                  </a:cubicBezTo>
                  <a:cubicBezTo>
                    <a:pt x="1" y="1096"/>
                    <a:pt x="12" y="1560"/>
                    <a:pt x="59" y="1644"/>
                  </a:cubicBezTo>
                  <a:cubicBezTo>
                    <a:pt x="82" y="1060"/>
                    <a:pt x="233" y="512"/>
                    <a:pt x="490"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6" name="Google Shape;826;p15"/>
            <p:cNvSpPr/>
            <p:nvPr/>
          </p:nvSpPr>
          <p:spPr>
            <a:xfrm>
              <a:off x="7074279" y="4092788"/>
              <a:ext cx="7872" cy="58611"/>
            </a:xfrm>
            <a:custGeom>
              <a:avLst/>
              <a:gdLst/>
              <a:ahLst/>
              <a:cxnLst/>
              <a:rect l="l" t="t" r="r" b="b"/>
              <a:pathLst>
                <a:path w="166" h="1236" extrusionOk="0">
                  <a:moveTo>
                    <a:pt x="71" y="0"/>
                  </a:moveTo>
                  <a:lnTo>
                    <a:pt x="71" y="0"/>
                  </a:lnTo>
                  <a:cubicBezTo>
                    <a:pt x="12" y="165"/>
                    <a:pt x="1" y="1059"/>
                    <a:pt x="59" y="1235"/>
                  </a:cubicBezTo>
                  <a:cubicBezTo>
                    <a:pt x="152" y="1129"/>
                    <a:pt x="166" y="210"/>
                    <a:pt x="7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7" name="Google Shape;827;p15"/>
            <p:cNvSpPr/>
            <p:nvPr/>
          </p:nvSpPr>
          <p:spPr>
            <a:xfrm>
              <a:off x="7064891" y="4089990"/>
              <a:ext cx="11191" cy="65250"/>
            </a:xfrm>
            <a:custGeom>
              <a:avLst/>
              <a:gdLst/>
              <a:ahLst/>
              <a:cxnLst/>
              <a:rect l="l" t="t" r="r" b="b"/>
              <a:pathLst>
                <a:path w="236" h="1376" extrusionOk="0">
                  <a:moveTo>
                    <a:pt x="235" y="1"/>
                  </a:moveTo>
                  <a:cubicBezTo>
                    <a:pt x="59" y="456"/>
                    <a:pt x="0" y="909"/>
                    <a:pt x="199" y="1375"/>
                  </a:cubicBezTo>
                  <a:cubicBezTo>
                    <a:pt x="210" y="1364"/>
                    <a:pt x="224" y="1364"/>
                    <a:pt x="224" y="1364"/>
                  </a:cubicBezTo>
                  <a:cubicBezTo>
                    <a:pt x="140" y="909"/>
                    <a:pt x="188" y="456"/>
                    <a:pt x="235"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15"/>
            <p:cNvSpPr/>
            <p:nvPr/>
          </p:nvSpPr>
          <p:spPr>
            <a:xfrm>
              <a:off x="7026860" y="4120480"/>
              <a:ext cx="26034" cy="64017"/>
            </a:xfrm>
            <a:custGeom>
              <a:avLst/>
              <a:gdLst/>
              <a:ahLst/>
              <a:cxnLst/>
              <a:rect l="l" t="t" r="r" b="b"/>
              <a:pathLst>
                <a:path w="549" h="1350" extrusionOk="0">
                  <a:moveTo>
                    <a:pt x="548" y="0"/>
                  </a:moveTo>
                  <a:cubicBezTo>
                    <a:pt x="280" y="126"/>
                    <a:pt x="1" y="861"/>
                    <a:pt x="34" y="1350"/>
                  </a:cubicBezTo>
                  <a:cubicBezTo>
                    <a:pt x="140" y="861"/>
                    <a:pt x="244" y="394"/>
                    <a:pt x="548"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9" name="Google Shape;829;p15"/>
            <p:cNvSpPr/>
            <p:nvPr/>
          </p:nvSpPr>
          <p:spPr>
            <a:xfrm>
              <a:off x="7093626" y="4062440"/>
              <a:ext cx="6165" cy="56904"/>
            </a:xfrm>
            <a:custGeom>
              <a:avLst/>
              <a:gdLst/>
              <a:ahLst/>
              <a:cxnLst/>
              <a:rect l="l" t="t" r="r" b="b"/>
              <a:pathLst>
                <a:path w="130" h="1200" extrusionOk="0">
                  <a:moveTo>
                    <a:pt x="70" y="1"/>
                  </a:moveTo>
                  <a:cubicBezTo>
                    <a:pt x="1" y="302"/>
                    <a:pt x="12" y="1107"/>
                    <a:pt x="70" y="1199"/>
                  </a:cubicBezTo>
                  <a:cubicBezTo>
                    <a:pt x="93" y="1001"/>
                    <a:pt x="118" y="805"/>
                    <a:pt x="129" y="607"/>
                  </a:cubicBezTo>
                  <a:cubicBezTo>
                    <a:pt x="129" y="408"/>
                    <a:pt x="118" y="210"/>
                    <a:pt x="70"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0" name="Google Shape;830;p15"/>
            <p:cNvSpPr/>
            <p:nvPr/>
          </p:nvSpPr>
          <p:spPr>
            <a:xfrm>
              <a:off x="7107947" y="4095538"/>
              <a:ext cx="53016" cy="13847"/>
            </a:xfrm>
            <a:custGeom>
              <a:avLst/>
              <a:gdLst/>
              <a:ahLst/>
              <a:cxnLst/>
              <a:rect l="l" t="t" r="r" b="b"/>
              <a:pathLst>
                <a:path w="1118" h="292" extrusionOk="0">
                  <a:moveTo>
                    <a:pt x="1084" y="1"/>
                  </a:moveTo>
                  <a:cubicBezTo>
                    <a:pt x="805" y="1"/>
                    <a:pt x="514" y="37"/>
                    <a:pt x="246" y="141"/>
                  </a:cubicBezTo>
                  <a:cubicBezTo>
                    <a:pt x="165" y="177"/>
                    <a:pt x="84" y="211"/>
                    <a:pt x="0" y="292"/>
                  </a:cubicBezTo>
                  <a:cubicBezTo>
                    <a:pt x="14" y="280"/>
                    <a:pt x="25" y="280"/>
                    <a:pt x="25" y="280"/>
                  </a:cubicBezTo>
                  <a:cubicBezTo>
                    <a:pt x="327" y="199"/>
                    <a:pt x="618" y="118"/>
                    <a:pt x="922" y="60"/>
                  </a:cubicBezTo>
                  <a:cubicBezTo>
                    <a:pt x="992" y="60"/>
                    <a:pt x="1048" y="23"/>
                    <a:pt x="1118" y="12"/>
                  </a:cubicBezTo>
                  <a:cubicBezTo>
                    <a:pt x="1107" y="1"/>
                    <a:pt x="1095" y="1"/>
                    <a:pt x="1084"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1" name="Google Shape;831;p15"/>
            <p:cNvSpPr/>
            <p:nvPr/>
          </p:nvSpPr>
          <p:spPr>
            <a:xfrm>
              <a:off x="7107425" y="4099426"/>
              <a:ext cx="50882" cy="12234"/>
            </a:xfrm>
            <a:custGeom>
              <a:avLst/>
              <a:gdLst/>
              <a:ahLst/>
              <a:cxnLst/>
              <a:rect l="l" t="t" r="r" b="b"/>
              <a:pathLst>
                <a:path w="1073" h="258" extrusionOk="0">
                  <a:moveTo>
                    <a:pt x="1073" y="0"/>
                  </a:moveTo>
                  <a:lnTo>
                    <a:pt x="1073" y="0"/>
                  </a:lnTo>
                  <a:cubicBezTo>
                    <a:pt x="699" y="47"/>
                    <a:pt x="349" y="140"/>
                    <a:pt x="0" y="257"/>
                  </a:cubicBezTo>
                  <a:cubicBezTo>
                    <a:pt x="386" y="257"/>
                    <a:pt x="735" y="151"/>
                    <a:pt x="107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2" name="Google Shape;832;p15"/>
            <p:cNvSpPr/>
            <p:nvPr/>
          </p:nvSpPr>
          <p:spPr>
            <a:xfrm>
              <a:off x="7087557" y="4064147"/>
              <a:ext cx="7160" cy="55718"/>
            </a:xfrm>
            <a:custGeom>
              <a:avLst/>
              <a:gdLst/>
              <a:ahLst/>
              <a:cxnLst/>
              <a:rect l="l" t="t" r="r" b="b"/>
              <a:pathLst>
                <a:path w="151" h="1175" extrusionOk="0">
                  <a:moveTo>
                    <a:pt x="151" y="1"/>
                  </a:moveTo>
                  <a:cubicBezTo>
                    <a:pt x="0" y="255"/>
                    <a:pt x="0" y="1012"/>
                    <a:pt x="151" y="1174"/>
                  </a:cubicBezTo>
                  <a:cubicBezTo>
                    <a:pt x="81" y="791"/>
                    <a:pt x="117" y="395"/>
                    <a:pt x="151"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3" name="Google Shape;833;p15"/>
            <p:cNvSpPr/>
            <p:nvPr/>
          </p:nvSpPr>
          <p:spPr>
            <a:xfrm>
              <a:off x="6972803" y="4054758"/>
              <a:ext cx="194280" cy="192667"/>
            </a:xfrm>
            <a:custGeom>
              <a:avLst/>
              <a:gdLst/>
              <a:ahLst/>
              <a:cxnLst/>
              <a:rect l="l" t="t" r="r" b="b"/>
              <a:pathLst>
                <a:path w="4097" h="4063" extrusionOk="0">
                  <a:moveTo>
                    <a:pt x="3934" y="861"/>
                  </a:moveTo>
                  <a:cubicBezTo>
                    <a:pt x="3945" y="861"/>
                    <a:pt x="3957" y="861"/>
                    <a:pt x="3968" y="872"/>
                  </a:cubicBezTo>
                  <a:cubicBezTo>
                    <a:pt x="3898" y="883"/>
                    <a:pt x="3842" y="920"/>
                    <a:pt x="3772" y="920"/>
                  </a:cubicBezTo>
                  <a:cubicBezTo>
                    <a:pt x="3468" y="978"/>
                    <a:pt x="3177" y="1059"/>
                    <a:pt x="2875" y="1140"/>
                  </a:cubicBezTo>
                  <a:cubicBezTo>
                    <a:pt x="2875" y="1140"/>
                    <a:pt x="2864" y="1140"/>
                    <a:pt x="2850" y="1152"/>
                  </a:cubicBezTo>
                  <a:cubicBezTo>
                    <a:pt x="2934" y="1071"/>
                    <a:pt x="3015" y="1037"/>
                    <a:pt x="3096" y="1001"/>
                  </a:cubicBezTo>
                  <a:cubicBezTo>
                    <a:pt x="3364" y="897"/>
                    <a:pt x="3655" y="861"/>
                    <a:pt x="3934" y="861"/>
                  </a:cubicBezTo>
                  <a:close/>
                  <a:moveTo>
                    <a:pt x="3912" y="942"/>
                  </a:moveTo>
                  <a:cubicBezTo>
                    <a:pt x="3574" y="1093"/>
                    <a:pt x="3225" y="1199"/>
                    <a:pt x="2839" y="1199"/>
                  </a:cubicBezTo>
                  <a:cubicBezTo>
                    <a:pt x="3188" y="1082"/>
                    <a:pt x="3538" y="989"/>
                    <a:pt x="3912" y="942"/>
                  </a:cubicBezTo>
                  <a:close/>
                  <a:moveTo>
                    <a:pt x="2618" y="163"/>
                  </a:moveTo>
                  <a:cubicBezTo>
                    <a:pt x="2666" y="372"/>
                    <a:pt x="2677" y="570"/>
                    <a:pt x="2677" y="769"/>
                  </a:cubicBezTo>
                  <a:cubicBezTo>
                    <a:pt x="2666" y="967"/>
                    <a:pt x="2641" y="1163"/>
                    <a:pt x="2618" y="1361"/>
                  </a:cubicBezTo>
                  <a:cubicBezTo>
                    <a:pt x="2560" y="1269"/>
                    <a:pt x="2549" y="464"/>
                    <a:pt x="2618" y="163"/>
                  </a:cubicBezTo>
                  <a:close/>
                  <a:moveTo>
                    <a:pt x="2571" y="199"/>
                  </a:moveTo>
                  <a:cubicBezTo>
                    <a:pt x="2537" y="593"/>
                    <a:pt x="2501" y="989"/>
                    <a:pt x="2571" y="1372"/>
                  </a:cubicBezTo>
                  <a:cubicBezTo>
                    <a:pt x="2420" y="1210"/>
                    <a:pt x="2420" y="453"/>
                    <a:pt x="2571" y="199"/>
                  </a:cubicBezTo>
                  <a:close/>
                  <a:moveTo>
                    <a:pt x="3439" y="1464"/>
                  </a:moveTo>
                  <a:cubicBezTo>
                    <a:pt x="3612" y="1464"/>
                    <a:pt x="3784" y="1484"/>
                    <a:pt x="3957" y="1512"/>
                  </a:cubicBezTo>
                  <a:cubicBezTo>
                    <a:pt x="3968" y="1512"/>
                    <a:pt x="3968" y="1512"/>
                    <a:pt x="3982" y="1526"/>
                  </a:cubicBezTo>
                  <a:cubicBezTo>
                    <a:pt x="3817" y="1596"/>
                    <a:pt x="3236" y="1652"/>
                    <a:pt x="2596" y="1666"/>
                  </a:cubicBezTo>
                  <a:cubicBezTo>
                    <a:pt x="2655" y="1629"/>
                    <a:pt x="2699" y="1596"/>
                    <a:pt x="2769" y="1571"/>
                  </a:cubicBezTo>
                  <a:cubicBezTo>
                    <a:pt x="2945" y="1501"/>
                    <a:pt x="3130" y="1478"/>
                    <a:pt x="3328" y="1467"/>
                  </a:cubicBezTo>
                  <a:cubicBezTo>
                    <a:pt x="3365" y="1465"/>
                    <a:pt x="3402" y="1464"/>
                    <a:pt x="3439" y="1464"/>
                  </a:cubicBezTo>
                  <a:close/>
                  <a:moveTo>
                    <a:pt x="3945" y="1571"/>
                  </a:moveTo>
                  <a:lnTo>
                    <a:pt x="3945" y="1596"/>
                  </a:lnTo>
                  <a:cubicBezTo>
                    <a:pt x="3573" y="1736"/>
                    <a:pt x="3193" y="1797"/>
                    <a:pt x="2797" y="1797"/>
                  </a:cubicBezTo>
                  <a:cubicBezTo>
                    <a:pt x="2673" y="1797"/>
                    <a:pt x="2548" y="1791"/>
                    <a:pt x="2420" y="1780"/>
                  </a:cubicBezTo>
                  <a:cubicBezTo>
                    <a:pt x="2445" y="1758"/>
                    <a:pt x="2456" y="1747"/>
                    <a:pt x="2479" y="1747"/>
                  </a:cubicBezTo>
                  <a:cubicBezTo>
                    <a:pt x="2571" y="1721"/>
                    <a:pt x="2666" y="1699"/>
                    <a:pt x="2758" y="1699"/>
                  </a:cubicBezTo>
                  <a:cubicBezTo>
                    <a:pt x="2934" y="1677"/>
                    <a:pt x="3096" y="1677"/>
                    <a:pt x="3269" y="1652"/>
                  </a:cubicBezTo>
                  <a:cubicBezTo>
                    <a:pt x="3434" y="1640"/>
                    <a:pt x="3596" y="1629"/>
                    <a:pt x="3758" y="1618"/>
                  </a:cubicBezTo>
                  <a:cubicBezTo>
                    <a:pt x="3828" y="1607"/>
                    <a:pt x="3887" y="1596"/>
                    <a:pt x="3945" y="1571"/>
                  </a:cubicBezTo>
                  <a:close/>
                  <a:moveTo>
                    <a:pt x="2211" y="802"/>
                  </a:moveTo>
                  <a:lnTo>
                    <a:pt x="2211" y="802"/>
                  </a:lnTo>
                  <a:cubicBezTo>
                    <a:pt x="2306" y="1012"/>
                    <a:pt x="2292" y="1931"/>
                    <a:pt x="2199" y="2037"/>
                  </a:cubicBezTo>
                  <a:cubicBezTo>
                    <a:pt x="2141" y="1861"/>
                    <a:pt x="2152" y="967"/>
                    <a:pt x="2211" y="802"/>
                  </a:cubicBezTo>
                  <a:close/>
                  <a:moveTo>
                    <a:pt x="2177" y="744"/>
                  </a:moveTo>
                  <a:cubicBezTo>
                    <a:pt x="2130" y="1199"/>
                    <a:pt x="2082" y="1652"/>
                    <a:pt x="2166" y="2107"/>
                  </a:cubicBezTo>
                  <a:cubicBezTo>
                    <a:pt x="2166" y="2107"/>
                    <a:pt x="2152" y="2107"/>
                    <a:pt x="2141" y="2118"/>
                  </a:cubicBezTo>
                  <a:cubicBezTo>
                    <a:pt x="1942" y="1652"/>
                    <a:pt x="2001" y="1199"/>
                    <a:pt x="2177" y="744"/>
                  </a:cubicBezTo>
                  <a:close/>
                  <a:moveTo>
                    <a:pt x="2678" y="2497"/>
                  </a:moveTo>
                  <a:cubicBezTo>
                    <a:pt x="2943" y="2497"/>
                    <a:pt x="3188" y="2532"/>
                    <a:pt x="3306" y="2596"/>
                  </a:cubicBezTo>
                  <a:cubicBezTo>
                    <a:pt x="3022" y="2666"/>
                    <a:pt x="2730" y="2698"/>
                    <a:pt x="2435" y="2698"/>
                  </a:cubicBezTo>
                  <a:cubicBezTo>
                    <a:pt x="2233" y="2698"/>
                    <a:pt x="2031" y="2683"/>
                    <a:pt x="1828" y="2655"/>
                  </a:cubicBezTo>
                  <a:cubicBezTo>
                    <a:pt x="2018" y="2547"/>
                    <a:pt x="2362" y="2497"/>
                    <a:pt x="2678" y="2497"/>
                  </a:cubicBezTo>
                  <a:close/>
                  <a:moveTo>
                    <a:pt x="1688" y="1386"/>
                  </a:moveTo>
                  <a:cubicBezTo>
                    <a:pt x="1384" y="1780"/>
                    <a:pt x="1280" y="2247"/>
                    <a:pt x="1174" y="2736"/>
                  </a:cubicBezTo>
                  <a:cubicBezTo>
                    <a:pt x="1141" y="2247"/>
                    <a:pt x="1420" y="1512"/>
                    <a:pt x="1688" y="1386"/>
                  </a:cubicBezTo>
                  <a:close/>
                  <a:moveTo>
                    <a:pt x="3328" y="2655"/>
                  </a:moveTo>
                  <a:lnTo>
                    <a:pt x="3328" y="2666"/>
                  </a:lnTo>
                  <a:cubicBezTo>
                    <a:pt x="3306" y="2677"/>
                    <a:pt x="3283" y="2699"/>
                    <a:pt x="3247" y="2713"/>
                  </a:cubicBezTo>
                  <a:cubicBezTo>
                    <a:pt x="3119" y="2783"/>
                    <a:pt x="2979" y="2805"/>
                    <a:pt x="2839" y="2828"/>
                  </a:cubicBezTo>
                  <a:cubicBezTo>
                    <a:pt x="2744" y="2841"/>
                    <a:pt x="2651" y="2848"/>
                    <a:pt x="2557" y="2848"/>
                  </a:cubicBezTo>
                  <a:cubicBezTo>
                    <a:pt x="2319" y="2848"/>
                    <a:pt x="2085" y="2804"/>
                    <a:pt x="1850" y="2713"/>
                  </a:cubicBezTo>
                  <a:lnTo>
                    <a:pt x="1850" y="2713"/>
                  </a:lnTo>
                  <a:cubicBezTo>
                    <a:pt x="2041" y="2714"/>
                    <a:pt x="2241" y="2727"/>
                    <a:pt x="2436" y="2727"/>
                  </a:cubicBezTo>
                  <a:cubicBezTo>
                    <a:pt x="2486" y="2727"/>
                    <a:pt x="2536" y="2727"/>
                    <a:pt x="2585" y="2724"/>
                  </a:cubicBezTo>
                  <a:cubicBezTo>
                    <a:pt x="2828" y="2724"/>
                    <a:pt x="3085" y="2677"/>
                    <a:pt x="3328" y="2655"/>
                  </a:cubicBezTo>
                  <a:close/>
                  <a:moveTo>
                    <a:pt x="1747" y="1361"/>
                  </a:moveTo>
                  <a:lnTo>
                    <a:pt x="1758" y="1372"/>
                  </a:lnTo>
                  <a:cubicBezTo>
                    <a:pt x="1758" y="1512"/>
                    <a:pt x="1747" y="1652"/>
                    <a:pt x="1733" y="1780"/>
                  </a:cubicBezTo>
                  <a:cubicBezTo>
                    <a:pt x="1711" y="2071"/>
                    <a:pt x="1618" y="2339"/>
                    <a:pt x="1537" y="2607"/>
                  </a:cubicBezTo>
                  <a:cubicBezTo>
                    <a:pt x="1490" y="2747"/>
                    <a:pt x="1420" y="2886"/>
                    <a:pt x="1328" y="3015"/>
                  </a:cubicBezTo>
                  <a:cubicBezTo>
                    <a:pt x="1291" y="3062"/>
                    <a:pt x="1233" y="3096"/>
                    <a:pt x="1188" y="3143"/>
                  </a:cubicBezTo>
                  <a:lnTo>
                    <a:pt x="1174" y="3143"/>
                  </a:lnTo>
                  <a:cubicBezTo>
                    <a:pt x="1174" y="3062"/>
                    <a:pt x="1163" y="2993"/>
                    <a:pt x="1174" y="2909"/>
                  </a:cubicBezTo>
                  <a:cubicBezTo>
                    <a:pt x="1222" y="2699"/>
                    <a:pt x="1258" y="2479"/>
                    <a:pt x="1314" y="2269"/>
                  </a:cubicBezTo>
                  <a:cubicBezTo>
                    <a:pt x="1373" y="2071"/>
                    <a:pt x="1431" y="1861"/>
                    <a:pt x="1549" y="1688"/>
                  </a:cubicBezTo>
                  <a:cubicBezTo>
                    <a:pt x="1607" y="1571"/>
                    <a:pt x="1677" y="1467"/>
                    <a:pt x="1747" y="1361"/>
                  </a:cubicBezTo>
                  <a:close/>
                  <a:moveTo>
                    <a:pt x="1662" y="3388"/>
                  </a:moveTo>
                  <a:cubicBezTo>
                    <a:pt x="1898" y="3388"/>
                    <a:pt x="2136" y="3430"/>
                    <a:pt x="2375" y="3515"/>
                  </a:cubicBezTo>
                  <a:lnTo>
                    <a:pt x="2375" y="3526"/>
                  </a:lnTo>
                  <a:cubicBezTo>
                    <a:pt x="2361" y="3537"/>
                    <a:pt x="2339" y="3551"/>
                    <a:pt x="2328" y="3551"/>
                  </a:cubicBezTo>
                  <a:cubicBezTo>
                    <a:pt x="2130" y="3574"/>
                    <a:pt x="1942" y="3607"/>
                    <a:pt x="1747" y="3621"/>
                  </a:cubicBezTo>
                  <a:cubicBezTo>
                    <a:pt x="1467" y="3632"/>
                    <a:pt x="1174" y="3632"/>
                    <a:pt x="895" y="3632"/>
                  </a:cubicBezTo>
                  <a:cubicBezTo>
                    <a:pt x="839" y="3632"/>
                    <a:pt x="791" y="3621"/>
                    <a:pt x="733" y="3607"/>
                  </a:cubicBezTo>
                  <a:cubicBezTo>
                    <a:pt x="1039" y="3462"/>
                    <a:pt x="1349" y="3388"/>
                    <a:pt x="1662" y="3388"/>
                  </a:cubicBezTo>
                  <a:close/>
                  <a:moveTo>
                    <a:pt x="791" y="2154"/>
                  </a:moveTo>
                  <a:cubicBezTo>
                    <a:pt x="803" y="2224"/>
                    <a:pt x="803" y="2294"/>
                    <a:pt x="814" y="2364"/>
                  </a:cubicBezTo>
                  <a:cubicBezTo>
                    <a:pt x="839" y="2805"/>
                    <a:pt x="722" y="3213"/>
                    <a:pt x="534" y="3607"/>
                  </a:cubicBezTo>
                  <a:cubicBezTo>
                    <a:pt x="501" y="3691"/>
                    <a:pt x="442" y="3736"/>
                    <a:pt x="336" y="3794"/>
                  </a:cubicBezTo>
                  <a:cubicBezTo>
                    <a:pt x="280" y="3562"/>
                    <a:pt x="604" y="2350"/>
                    <a:pt x="791" y="2154"/>
                  </a:cubicBezTo>
                  <a:close/>
                  <a:moveTo>
                    <a:pt x="722" y="2188"/>
                  </a:moveTo>
                  <a:lnTo>
                    <a:pt x="722" y="2188"/>
                  </a:lnTo>
                  <a:cubicBezTo>
                    <a:pt x="465" y="2699"/>
                    <a:pt x="314" y="3247"/>
                    <a:pt x="291" y="3831"/>
                  </a:cubicBezTo>
                  <a:cubicBezTo>
                    <a:pt x="244" y="3747"/>
                    <a:pt x="233" y="3283"/>
                    <a:pt x="336" y="2967"/>
                  </a:cubicBezTo>
                  <a:cubicBezTo>
                    <a:pt x="420" y="2677"/>
                    <a:pt x="512" y="2409"/>
                    <a:pt x="722" y="2188"/>
                  </a:cubicBezTo>
                  <a:close/>
                  <a:moveTo>
                    <a:pt x="2258" y="3621"/>
                  </a:moveTo>
                  <a:lnTo>
                    <a:pt x="2258" y="3621"/>
                  </a:lnTo>
                  <a:cubicBezTo>
                    <a:pt x="2236" y="3632"/>
                    <a:pt x="2222" y="3632"/>
                    <a:pt x="2211" y="3643"/>
                  </a:cubicBezTo>
                  <a:cubicBezTo>
                    <a:pt x="1956" y="3761"/>
                    <a:pt x="1688" y="3817"/>
                    <a:pt x="1409" y="3831"/>
                  </a:cubicBezTo>
                  <a:cubicBezTo>
                    <a:pt x="1359" y="3834"/>
                    <a:pt x="1308" y="3836"/>
                    <a:pt x="1259" y="3836"/>
                  </a:cubicBezTo>
                  <a:cubicBezTo>
                    <a:pt x="1135" y="3836"/>
                    <a:pt x="1013" y="3822"/>
                    <a:pt x="895" y="3772"/>
                  </a:cubicBezTo>
                  <a:cubicBezTo>
                    <a:pt x="814" y="3736"/>
                    <a:pt x="744" y="3691"/>
                    <a:pt x="663" y="3643"/>
                  </a:cubicBezTo>
                  <a:lnTo>
                    <a:pt x="663" y="3643"/>
                  </a:lnTo>
                  <a:cubicBezTo>
                    <a:pt x="920" y="3660"/>
                    <a:pt x="1174" y="3671"/>
                    <a:pt x="1428" y="3671"/>
                  </a:cubicBezTo>
                  <a:cubicBezTo>
                    <a:pt x="1703" y="3671"/>
                    <a:pt x="1979" y="3657"/>
                    <a:pt x="2258" y="3621"/>
                  </a:cubicBezTo>
                  <a:close/>
                  <a:moveTo>
                    <a:pt x="2618" y="1"/>
                  </a:moveTo>
                  <a:cubicBezTo>
                    <a:pt x="2596" y="1"/>
                    <a:pt x="2585" y="12"/>
                    <a:pt x="2571" y="23"/>
                  </a:cubicBezTo>
                  <a:cubicBezTo>
                    <a:pt x="2560" y="34"/>
                    <a:pt x="2560" y="59"/>
                    <a:pt x="2549" y="70"/>
                  </a:cubicBezTo>
                  <a:cubicBezTo>
                    <a:pt x="2501" y="221"/>
                    <a:pt x="2445" y="383"/>
                    <a:pt x="2420" y="548"/>
                  </a:cubicBezTo>
                  <a:cubicBezTo>
                    <a:pt x="2387" y="802"/>
                    <a:pt x="2409" y="1059"/>
                    <a:pt x="2490" y="1316"/>
                  </a:cubicBezTo>
                  <a:cubicBezTo>
                    <a:pt x="2501" y="1372"/>
                    <a:pt x="2537" y="1420"/>
                    <a:pt x="2571" y="1490"/>
                  </a:cubicBezTo>
                  <a:cubicBezTo>
                    <a:pt x="2490" y="1607"/>
                    <a:pt x="2398" y="1758"/>
                    <a:pt x="2306" y="1897"/>
                  </a:cubicBezTo>
                  <a:cubicBezTo>
                    <a:pt x="2292" y="1861"/>
                    <a:pt x="2292" y="1850"/>
                    <a:pt x="2292" y="1828"/>
                  </a:cubicBezTo>
                  <a:cubicBezTo>
                    <a:pt x="2306" y="1652"/>
                    <a:pt x="2328" y="1478"/>
                    <a:pt x="2317" y="1302"/>
                  </a:cubicBezTo>
                  <a:cubicBezTo>
                    <a:pt x="2306" y="1107"/>
                    <a:pt x="2269" y="908"/>
                    <a:pt x="2247" y="710"/>
                  </a:cubicBezTo>
                  <a:cubicBezTo>
                    <a:pt x="2247" y="674"/>
                    <a:pt x="2222" y="629"/>
                    <a:pt x="2199" y="629"/>
                  </a:cubicBezTo>
                  <a:cubicBezTo>
                    <a:pt x="2194" y="628"/>
                    <a:pt x="2190" y="627"/>
                    <a:pt x="2186" y="627"/>
                  </a:cubicBezTo>
                  <a:cubicBezTo>
                    <a:pt x="2152" y="627"/>
                    <a:pt x="2150" y="667"/>
                    <a:pt x="2130" y="699"/>
                  </a:cubicBezTo>
                  <a:cubicBezTo>
                    <a:pt x="2060" y="883"/>
                    <a:pt x="2012" y="1071"/>
                    <a:pt x="1990" y="1258"/>
                  </a:cubicBezTo>
                  <a:cubicBezTo>
                    <a:pt x="1942" y="1559"/>
                    <a:pt x="1979" y="1850"/>
                    <a:pt x="2096" y="2129"/>
                  </a:cubicBezTo>
                  <a:cubicBezTo>
                    <a:pt x="2107" y="2154"/>
                    <a:pt x="2107" y="2177"/>
                    <a:pt x="2082" y="2199"/>
                  </a:cubicBezTo>
                  <a:cubicBezTo>
                    <a:pt x="1968" y="2339"/>
                    <a:pt x="1850" y="2467"/>
                    <a:pt x="1733" y="2607"/>
                  </a:cubicBezTo>
                  <a:cubicBezTo>
                    <a:pt x="1652" y="2688"/>
                    <a:pt x="1571" y="2769"/>
                    <a:pt x="1501" y="2853"/>
                  </a:cubicBezTo>
                  <a:lnTo>
                    <a:pt x="1490" y="2839"/>
                  </a:lnTo>
                  <a:cubicBezTo>
                    <a:pt x="1501" y="2805"/>
                    <a:pt x="1523" y="2758"/>
                    <a:pt x="1549" y="2713"/>
                  </a:cubicBezTo>
                  <a:cubicBezTo>
                    <a:pt x="1652" y="2409"/>
                    <a:pt x="1747" y="2107"/>
                    <a:pt x="1780" y="1780"/>
                  </a:cubicBezTo>
                  <a:cubicBezTo>
                    <a:pt x="1792" y="1640"/>
                    <a:pt x="1803" y="1490"/>
                    <a:pt x="1803" y="1350"/>
                  </a:cubicBezTo>
                  <a:cubicBezTo>
                    <a:pt x="1803" y="1305"/>
                    <a:pt x="1779" y="1279"/>
                    <a:pt x="1747" y="1279"/>
                  </a:cubicBezTo>
                  <a:cubicBezTo>
                    <a:pt x="1729" y="1279"/>
                    <a:pt x="1709" y="1287"/>
                    <a:pt x="1688" y="1302"/>
                  </a:cubicBezTo>
                  <a:cubicBezTo>
                    <a:pt x="1630" y="1350"/>
                    <a:pt x="1560" y="1409"/>
                    <a:pt x="1512" y="1478"/>
                  </a:cubicBezTo>
                  <a:cubicBezTo>
                    <a:pt x="1303" y="1747"/>
                    <a:pt x="1174" y="2059"/>
                    <a:pt x="1141" y="2397"/>
                  </a:cubicBezTo>
                  <a:cubicBezTo>
                    <a:pt x="1118" y="2643"/>
                    <a:pt x="1104" y="2898"/>
                    <a:pt x="1129" y="3143"/>
                  </a:cubicBezTo>
                  <a:cubicBezTo>
                    <a:pt x="1141" y="3177"/>
                    <a:pt x="1129" y="3202"/>
                    <a:pt x="1093" y="3224"/>
                  </a:cubicBezTo>
                  <a:cubicBezTo>
                    <a:pt x="942" y="3342"/>
                    <a:pt x="791" y="3467"/>
                    <a:pt x="641" y="3585"/>
                  </a:cubicBezTo>
                  <a:cubicBezTo>
                    <a:pt x="629" y="3596"/>
                    <a:pt x="615" y="3596"/>
                    <a:pt x="604" y="3607"/>
                  </a:cubicBezTo>
                  <a:cubicBezTo>
                    <a:pt x="604" y="3585"/>
                    <a:pt x="604" y="3574"/>
                    <a:pt x="615" y="3551"/>
                  </a:cubicBezTo>
                  <a:cubicBezTo>
                    <a:pt x="769" y="3202"/>
                    <a:pt x="884" y="2853"/>
                    <a:pt x="861" y="2467"/>
                  </a:cubicBezTo>
                  <a:cubicBezTo>
                    <a:pt x="861" y="2350"/>
                    <a:pt x="850" y="2247"/>
                    <a:pt x="825" y="2129"/>
                  </a:cubicBezTo>
                  <a:cubicBezTo>
                    <a:pt x="818" y="2095"/>
                    <a:pt x="801" y="2077"/>
                    <a:pt x="778" y="2077"/>
                  </a:cubicBezTo>
                  <a:cubicBezTo>
                    <a:pt x="761" y="2077"/>
                    <a:pt x="742" y="2087"/>
                    <a:pt x="722" y="2107"/>
                  </a:cubicBezTo>
                  <a:cubicBezTo>
                    <a:pt x="710" y="2118"/>
                    <a:pt x="699" y="2129"/>
                    <a:pt x="685" y="2140"/>
                  </a:cubicBezTo>
                  <a:cubicBezTo>
                    <a:pt x="604" y="2258"/>
                    <a:pt x="512" y="2364"/>
                    <a:pt x="453" y="2490"/>
                  </a:cubicBezTo>
                  <a:cubicBezTo>
                    <a:pt x="255" y="2909"/>
                    <a:pt x="163" y="3364"/>
                    <a:pt x="222" y="3831"/>
                  </a:cubicBezTo>
                  <a:cubicBezTo>
                    <a:pt x="233" y="3864"/>
                    <a:pt x="222" y="3875"/>
                    <a:pt x="196" y="3900"/>
                  </a:cubicBezTo>
                  <a:cubicBezTo>
                    <a:pt x="152" y="3923"/>
                    <a:pt x="104" y="3956"/>
                    <a:pt x="57" y="3993"/>
                  </a:cubicBezTo>
                  <a:cubicBezTo>
                    <a:pt x="34" y="4004"/>
                    <a:pt x="23" y="4026"/>
                    <a:pt x="1" y="4040"/>
                  </a:cubicBezTo>
                  <a:cubicBezTo>
                    <a:pt x="12" y="4051"/>
                    <a:pt x="12" y="4051"/>
                    <a:pt x="12" y="4063"/>
                  </a:cubicBezTo>
                  <a:cubicBezTo>
                    <a:pt x="46" y="4051"/>
                    <a:pt x="71" y="4040"/>
                    <a:pt x="93" y="4015"/>
                  </a:cubicBezTo>
                  <a:cubicBezTo>
                    <a:pt x="255" y="3912"/>
                    <a:pt x="420" y="3806"/>
                    <a:pt x="571" y="3702"/>
                  </a:cubicBezTo>
                  <a:cubicBezTo>
                    <a:pt x="591" y="3687"/>
                    <a:pt x="608" y="3677"/>
                    <a:pt x="626" y="3677"/>
                  </a:cubicBezTo>
                  <a:cubicBezTo>
                    <a:pt x="638" y="3677"/>
                    <a:pt x="650" y="3681"/>
                    <a:pt x="663" y="3691"/>
                  </a:cubicBezTo>
                  <a:cubicBezTo>
                    <a:pt x="814" y="3817"/>
                    <a:pt x="1001" y="3875"/>
                    <a:pt x="1199" y="3887"/>
                  </a:cubicBezTo>
                  <a:cubicBezTo>
                    <a:pt x="1239" y="3889"/>
                    <a:pt x="1277" y="3890"/>
                    <a:pt x="1316" y="3890"/>
                  </a:cubicBezTo>
                  <a:cubicBezTo>
                    <a:pt x="1483" y="3890"/>
                    <a:pt x="1642" y="3867"/>
                    <a:pt x="1792" y="3831"/>
                  </a:cubicBezTo>
                  <a:cubicBezTo>
                    <a:pt x="1979" y="3794"/>
                    <a:pt x="2152" y="3736"/>
                    <a:pt x="2317" y="3643"/>
                  </a:cubicBezTo>
                  <a:cubicBezTo>
                    <a:pt x="2350" y="3621"/>
                    <a:pt x="2387" y="3585"/>
                    <a:pt x="2409" y="3551"/>
                  </a:cubicBezTo>
                  <a:cubicBezTo>
                    <a:pt x="2445" y="3504"/>
                    <a:pt x="2431" y="3467"/>
                    <a:pt x="2375" y="3456"/>
                  </a:cubicBezTo>
                  <a:cubicBezTo>
                    <a:pt x="2211" y="3423"/>
                    <a:pt x="2049" y="3364"/>
                    <a:pt x="1887" y="3353"/>
                  </a:cubicBezTo>
                  <a:cubicBezTo>
                    <a:pt x="1812" y="3345"/>
                    <a:pt x="1738" y="3341"/>
                    <a:pt x="1664" y="3341"/>
                  </a:cubicBezTo>
                  <a:cubicBezTo>
                    <a:pt x="1404" y="3341"/>
                    <a:pt x="1149" y="3390"/>
                    <a:pt x="895" y="3481"/>
                  </a:cubicBezTo>
                  <a:cubicBezTo>
                    <a:pt x="884" y="3481"/>
                    <a:pt x="872" y="3493"/>
                    <a:pt x="861" y="3493"/>
                  </a:cubicBezTo>
                  <a:lnTo>
                    <a:pt x="861" y="3481"/>
                  </a:lnTo>
                  <a:cubicBezTo>
                    <a:pt x="872" y="3481"/>
                    <a:pt x="872" y="3467"/>
                    <a:pt x="884" y="3467"/>
                  </a:cubicBezTo>
                  <a:cubicBezTo>
                    <a:pt x="1141" y="3272"/>
                    <a:pt x="1373" y="3048"/>
                    <a:pt x="1593" y="2817"/>
                  </a:cubicBezTo>
                  <a:cubicBezTo>
                    <a:pt x="1639" y="2763"/>
                    <a:pt x="1680" y="2740"/>
                    <a:pt x="1733" y="2740"/>
                  </a:cubicBezTo>
                  <a:cubicBezTo>
                    <a:pt x="1761" y="2740"/>
                    <a:pt x="1792" y="2746"/>
                    <a:pt x="1828" y="2758"/>
                  </a:cubicBezTo>
                  <a:cubicBezTo>
                    <a:pt x="2049" y="2853"/>
                    <a:pt x="2292" y="2898"/>
                    <a:pt x="2549" y="2898"/>
                  </a:cubicBezTo>
                  <a:cubicBezTo>
                    <a:pt x="2758" y="2898"/>
                    <a:pt x="2957" y="2875"/>
                    <a:pt x="3155" y="2805"/>
                  </a:cubicBezTo>
                  <a:cubicBezTo>
                    <a:pt x="3225" y="2783"/>
                    <a:pt x="3295" y="2747"/>
                    <a:pt x="3353" y="2699"/>
                  </a:cubicBezTo>
                  <a:cubicBezTo>
                    <a:pt x="3423" y="2643"/>
                    <a:pt x="3409" y="2573"/>
                    <a:pt x="3317" y="2548"/>
                  </a:cubicBezTo>
                  <a:cubicBezTo>
                    <a:pt x="3225" y="2526"/>
                    <a:pt x="3130" y="2490"/>
                    <a:pt x="3026" y="2479"/>
                  </a:cubicBezTo>
                  <a:cubicBezTo>
                    <a:pt x="2920" y="2471"/>
                    <a:pt x="2806" y="2463"/>
                    <a:pt x="2695" y="2463"/>
                  </a:cubicBezTo>
                  <a:cubicBezTo>
                    <a:pt x="2649" y="2463"/>
                    <a:pt x="2604" y="2464"/>
                    <a:pt x="2560" y="2467"/>
                  </a:cubicBezTo>
                  <a:cubicBezTo>
                    <a:pt x="2317" y="2467"/>
                    <a:pt x="2071" y="2504"/>
                    <a:pt x="1839" y="2596"/>
                  </a:cubicBezTo>
                  <a:cubicBezTo>
                    <a:pt x="1828" y="2607"/>
                    <a:pt x="1817" y="2607"/>
                    <a:pt x="1780" y="2618"/>
                  </a:cubicBezTo>
                  <a:cubicBezTo>
                    <a:pt x="1803" y="2596"/>
                    <a:pt x="1817" y="2585"/>
                    <a:pt x="1828" y="2573"/>
                  </a:cubicBezTo>
                  <a:cubicBezTo>
                    <a:pt x="2026" y="2364"/>
                    <a:pt x="2199" y="2140"/>
                    <a:pt x="2350" y="1897"/>
                  </a:cubicBezTo>
                  <a:cubicBezTo>
                    <a:pt x="2387" y="1828"/>
                    <a:pt x="2431" y="1828"/>
                    <a:pt x="2490" y="1828"/>
                  </a:cubicBezTo>
                  <a:cubicBezTo>
                    <a:pt x="2594" y="1838"/>
                    <a:pt x="2698" y="1843"/>
                    <a:pt x="2801" y="1843"/>
                  </a:cubicBezTo>
                  <a:cubicBezTo>
                    <a:pt x="3036" y="1843"/>
                    <a:pt x="3270" y="1817"/>
                    <a:pt x="3504" y="1769"/>
                  </a:cubicBezTo>
                  <a:cubicBezTo>
                    <a:pt x="3666" y="1735"/>
                    <a:pt x="3842" y="1688"/>
                    <a:pt x="3993" y="1607"/>
                  </a:cubicBezTo>
                  <a:cubicBezTo>
                    <a:pt x="4026" y="1596"/>
                    <a:pt x="4074" y="1582"/>
                    <a:pt x="4063" y="1537"/>
                  </a:cubicBezTo>
                  <a:cubicBezTo>
                    <a:pt x="4063" y="1490"/>
                    <a:pt x="4015" y="1478"/>
                    <a:pt x="3982" y="1478"/>
                  </a:cubicBezTo>
                  <a:cubicBezTo>
                    <a:pt x="3785" y="1443"/>
                    <a:pt x="3594" y="1422"/>
                    <a:pt x="3400" y="1422"/>
                  </a:cubicBezTo>
                  <a:cubicBezTo>
                    <a:pt x="3330" y="1422"/>
                    <a:pt x="3260" y="1425"/>
                    <a:pt x="3188" y="1431"/>
                  </a:cubicBezTo>
                  <a:cubicBezTo>
                    <a:pt x="2957" y="1467"/>
                    <a:pt x="2736" y="1512"/>
                    <a:pt x="2537" y="1640"/>
                  </a:cubicBezTo>
                  <a:cubicBezTo>
                    <a:pt x="2537" y="1652"/>
                    <a:pt x="2526" y="1652"/>
                    <a:pt x="2515" y="1652"/>
                  </a:cubicBezTo>
                  <a:cubicBezTo>
                    <a:pt x="2596" y="1526"/>
                    <a:pt x="2666" y="1409"/>
                    <a:pt x="2747" y="1280"/>
                  </a:cubicBezTo>
                  <a:cubicBezTo>
                    <a:pt x="2747" y="1269"/>
                    <a:pt x="2758" y="1269"/>
                    <a:pt x="2769" y="1269"/>
                  </a:cubicBezTo>
                  <a:cubicBezTo>
                    <a:pt x="2850" y="1258"/>
                    <a:pt x="2934" y="1247"/>
                    <a:pt x="3004" y="1247"/>
                  </a:cubicBezTo>
                  <a:cubicBezTo>
                    <a:pt x="3364" y="1210"/>
                    <a:pt x="3702" y="1093"/>
                    <a:pt x="4026" y="931"/>
                  </a:cubicBezTo>
                  <a:cubicBezTo>
                    <a:pt x="4052" y="908"/>
                    <a:pt x="4096" y="897"/>
                    <a:pt x="4085" y="850"/>
                  </a:cubicBezTo>
                  <a:cubicBezTo>
                    <a:pt x="4074" y="827"/>
                    <a:pt x="4026" y="813"/>
                    <a:pt x="3993" y="813"/>
                  </a:cubicBezTo>
                  <a:cubicBezTo>
                    <a:pt x="3887" y="813"/>
                    <a:pt x="3783" y="813"/>
                    <a:pt x="3677" y="827"/>
                  </a:cubicBezTo>
                  <a:cubicBezTo>
                    <a:pt x="3445" y="850"/>
                    <a:pt x="3225" y="897"/>
                    <a:pt x="3004" y="989"/>
                  </a:cubicBezTo>
                  <a:cubicBezTo>
                    <a:pt x="2898" y="1048"/>
                    <a:pt x="2806" y="1107"/>
                    <a:pt x="2747" y="1210"/>
                  </a:cubicBezTo>
                  <a:cubicBezTo>
                    <a:pt x="2725" y="1247"/>
                    <a:pt x="2699" y="1269"/>
                    <a:pt x="2688" y="1302"/>
                  </a:cubicBezTo>
                  <a:cubicBezTo>
                    <a:pt x="2677" y="1291"/>
                    <a:pt x="2677" y="1280"/>
                    <a:pt x="2677" y="1269"/>
                  </a:cubicBezTo>
                  <a:cubicBezTo>
                    <a:pt x="2688" y="1152"/>
                    <a:pt x="2711" y="1048"/>
                    <a:pt x="2711" y="931"/>
                  </a:cubicBezTo>
                  <a:cubicBezTo>
                    <a:pt x="2736" y="710"/>
                    <a:pt x="2725" y="478"/>
                    <a:pt x="2677" y="255"/>
                  </a:cubicBezTo>
                  <a:cubicBezTo>
                    <a:pt x="2666" y="185"/>
                    <a:pt x="2655" y="104"/>
                    <a:pt x="2641" y="34"/>
                  </a:cubicBezTo>
                  <a:cubicBezTo>
                    <a:pt x="2641" y="23"/>
                    <a:pt x="2618" y="1"/>
                    <a:pt x="261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34" name="Google Shape;834;p15"/>
          <p:cNvGrpSpPr/>
          <p:nvPr/>
        </p:nvGrpSpPr>
        <p:grpSpPr>
          <a:xfrm rot="-1184132">
            <a:off x="3277217" y="3504525"/>
            <a:ext cx="1195660" cy="901014"/>
            <a:chOff x="6364522" y="304174"/>
            <a:chExt cx="683279" cy="514898"/>
          </a:xfrm>
        </p:grpSpPr>
        <p:sp>
          <p:nvSpPr>
            <p:cNvPr id="835" name="Google Shape;835;p15"/>
            <p:cNvSpPr/>
            <p:nvPr/>
          </p:nvSpPr>
          <p:spPr>
            <a:xfrm>
              <a:off x="6364522" y="304174"/>
              <a:ext cx="683279" cy="514898"/>
            </a:xfrm>
            <a:custGeom>
              <a:avLst/>
              <a:gdLst/>
              <a:ahLst/>
              <a:cxnLst/>
              <a:rect l="l" t="t" r="r" b="b"/>
              <a:pathLst>
                <a:path w="9033" h="6807" extrusionOk="0">
                  <a:moveTo>
                    <a:pt x="4220" y="0"/>
                  </a:moveTo>
                  <a:cubicBezTo>
                    <a:pt x="3922" y="0"/>
                    <a:pt x="3648" y="139"/>
                    <a:pt x="3434" y="392"/>
                  </a:cubicBezTo>
                  <a:cubicBezTo>
                    <a:pt x="3165" y="476"/>
                    <a:pt x="2897" y="602"/>
                    <a:pt x="2584" y="800"/>
                  </a:cubicBezTo>
                  <a:cubicBezTo>
                    <a:pt x="2375" y="940"/>
                    <a:pt x="2213" y="1105"/>
                    <a:pt x="2084" y="1289"/>
                  </a:cubicBezTo>
                  <a:cubicBezTo>
                    <a:pt x="1654" y="1965"/>
                    <a:pt x="1408" y="2605"/>
                    <a:pt x="1338" y="3256"/>
                  </a:cubicBezTo>
                  <a:cubicBezTo>
                    <a:pt x="1327" y="3256"/>
                    <a:pt x="1316" y="3256"/>
                    <a:pt x="1316" y="3270"/>
                  </a:cubicBezTo>
                  <a:cubicBezTo>
                    <a:pt x="1165" y="3340"/>
                    <a:pt x="1012" y="3409"/>
                    <a:pt x="861" y="3502"/>
                  </a:cubicBezTo>
                  <a:cubicBezTo>
                    <a:pt x="662" y="3605"/>
                    <a:pt x="478" y="3770"/>
                    <a:pt x="313" y="3968"/>
                  </a:cubicBezTo>
                  <a:cubicBezTo>
                    <a:pt x="23" y="4340"/>
                    <a:pt x="0" y="4829"/>
                    <a:pt x="257" y="5211"/>
                  </a:cubicBezTo>
                  <a:cubicBezTo>
                    <a:pt x="419" y="5468"/>
                    <a:pt x="651" y="5678"/>
                    <a:pt x="956" y="5865"/>
                  </a:cubicBezTo>
                  <a:cubicBezTo>
                    <a:pt x="1629" y="6273"/>
                    <a:pt x="2364" y="6527"/>
                    <a:pt x="3154" y="6645"/>
                  </a:cubicBezTo>
                  <a:cubicBezTo>
                    <a:pt x="3213" y="6692"/>
                    <a:pt x="3272" y="6737"/>
                    <a:pt x="3341" y="6748"/>
                  </a:cubicBezTo>
                  <a:cubicBezTo>
                    <a:pt x="3445" y="6773"/>
                    <a:pt x="3540" y="6784"/>
                    <a:pt x="3632" y="6807"/>
                  </a:cubicBezTo>
                  <a:lnTo>
                    <a:pt x="3702" y="6807"/>
                  </a:lnTo>
                  <a:cubicBezTo>
                    <a:pt x="3783" y="6807"/>
                    <a:pt x="3875" y="6784"/>
                    <a:pt x="3970" y="6714"/>
                  </a:cubicBezTo>
                  <a:lnTo>
                    <a:pt x="4062" y="6714"/>
                  </a:lnTo>
                  <a:cubicBezTo>
                    <a:pt x="4124" y="6714"/>
                    <a:pt x="4186" y="6719"/>
                    <a:pt x="4249" y="6719"/>
                  </a:cubicBezTo>
                  <a:cubicBezTo>
                    <a:pt x="4280" y="6719"/>
                    <a:pt x="4311" y="6718"/>
                    <a:pt x="4342" y="6714"/>
                  </a:cubicBezTo>
                  <a:lnTo>
                    <a:pt x="4727" y="6714"/>
                  </a:lnTo>
                  <a:cubicBezTo>
                    <a:pt x="5006" y="6703"/>
                    <a:pt x="5297" y="6703"/>
                    <a:pt x="5588" y="6656"/>
                  </a:cubicBezTo>
                  <a:lnTo>
                    <a:pt x="5646" y="6656"/>
                  </a:lnTo>
                  <a:cubicBezTo>
                    <a:pt x="5970" y="6608"/>
                    <a:pt x="6308" y="6564"/>
                    <a:pt x="6646" y="6483"/>
                  </a:cubicBezTo>
                  <a:cubicBezTo>
                    <a:pt x="6834" y="6435"/>
                    <a:pt x="7032" y="6376"/>
                    <a:pt x="7216" y="6329"/>
                  </a:cubicBezTo>
                  <a:cubicBezTo>
                    <a:pt x="7322" y="6295"/>
                    <a:pt x="7426" y="6259"/>
                    <a:pt x="7543" y="6237"/>
                  </a:cubicBezTo>
                  <a:cubicBezTo>
                    <a:pt x="7775" y="6167"/>
                    <a:pt x="7985" y="6063"/>
                    <a:pt x="8135" y="5980"/>
                  </a:cubicBezTo>
                  <a:cubicBezTo>
                    <a:pt x="8345" y="5865"/>
                    <a:pt x="8532" y="5700"/>
                    <a:pt x="8719" y="5505"/>
                  </a:cubicBezTo>
                  <a:cubicBezTo>
                    <a:pt x="8929" y="5259"/>
                    <a:pt x="9032" y="4991"/>
                    <a:pt x="8999" y="4723"/>
                  </a:cubicBezTo>
                  <a:cubicBezTo>
                    <a:pt x="8987" y="4641"/>
                    <a:pt x="8974" y="4560"/>
                    <a:pt x="8962" y="4491"/>
                  </a:cubicBezTo>
                  <a:cubicBezTo>
                    <a:pt x="9010" y="4387"/>
                    <a:pt x="8999" y="4281"/>
                    <a:pt x="8951" y="4164"/>
                  </a:cubicBezTo>
                  <a:cubicBezTo>
                    <a:pt x="8940" y="4130"/>
                    <a:pt x="8929" y="4094"/>
                    <a:pt x="8904" y="4060"/>
                  </a:cubicBezTo>
                  <a:cubicBezTo>
                    <a:pt x="8904" y="4038"/>
                    <a:pt x="8892" y="4013"/>
                    <a:pt x="8881" y="3991"/>
                  </a:cubicBezTo>
                  <a:cubicBezTo>
                    <a:pt x="8811" y="3829"/>
                    <a:pt x="8683" y="3722"/>
                    <a:pt x="8510" y="3711"/>
                  </a:cubicBezTo>
                  <a:cubicBezTo>
                    <a:pt x="8485" y="3689"/>
                    <a:pt x="8462" y="3664"/>
                    <a:pt x="8440" y="3641"/>
                  </a:cubicBezTo>
                  <a:cubicBezTo>
                    <a:pt x="8370" y="3583"/>
                    <a:pt x="8300" y="3513"/>
                    <a:pt x="8230" y="3454"/>
                  </a:cubicBezTo>
                  <a:cubicBezTo>
                    <a:pt x="8021" y="3303"/>
                    <a:pt x="7786" y="3130"/>
                    <a:pt x="7507" y="3024"/>
                  </a:cubicBezTo>
                  <a:lnTo>
                    <a:pt x="7507" y="2965"/>
                  </a:lnTo>
                  <a:cubicBezTo>
                    <a:pt x="7462" y="2722"/>
                    <a:pt x="7403" y="2407"/>
                    <a:pt x="7275" y="2094"/>
                  </a:cubicBezTo>
                  <a:cubicBezTo>
                    <a:pt x="7088" y="1638"/>
                    <a:pt x="6797" y="1256"/>
                    <a:pt x="6415" y="965"/>
                  </a:cubicBezTo>
                  <a:cubicBezTo>
                    <a:pt x="6333" y="906"/>
                    <a:pt x="6264" y="859"/>
                    <a:pt x="6180" y="811"/>
                  </a:cubicBezTo>
                  <a:cubicBezTo>
                    <a:pt x="6157" y="789"/>
                    <a:pt x="6124" y="778"/>
                    <a:pt x="6099" y="756"/>
                  </a:cubicBezTo>
                  <a:cubicBezTo>
                    <a:pt x="5705" y="499"/>
                    <a:pt x="5319" y="359"/>
                    <a:pt x="4923" y="323"/>
                  </a:cubicBezTo>
                  <a:cubicBezTo>
                    <a:pt x="4783" y="149"/>
                    <a:pt x="4573" y="43"/>
                    <a:pt x="4353" y="10"/>
                  </a:cubicBezTo>
                  <a:cubicBezTo>
                    <a:pt x="4308" y="4"/>
                    <a:pt x="4263"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6" name="Google Shape;836;p15"/>
            <p:cNvSpPr/>
            <p:nvPr/>
          </p:nvSpPr>
          <p:spPr>
            <a:xfrm>
              <a:off x="6500143" y="358558"/>
              <a:ext cx="332903" cy="210286"/>
            </a:xfrm>
            <a:custGeom>
              <a:avLst/>
              <a:gdLst/>
              <a:ahLst/>
              <a:cxnLst/>
              <a:rect l="l" t="t" r="r" b="b"/>
              <a:pathLst>
                <a:path w="4401" h="2780" extrusionOk="0">
                  <a:moveTo>
                    <a:pt x="1537" y="537"/>
                  </a:moveTo>
                  <a:cubicBezTo>
                    <a:pt x="1537" y="595"/>
                    <a:pt x="1409" y="735"/>
                    <a:pt x="1339" y="746"/>
                  </a:cubicBezTo>
                  <a:cubicBezTo>
                    <a:pt x="1350" y="676"/>
                    <a:pt x="1467" y="548"/>
                    <a:pt x="1537" y="537"/>
                  </a:cubicBezTo>
                  <a:close/>
                  <a:moveTo>
                    <a:pt x="2858" y="778"/>
                  </a:moveTo>
                  <a:cubicBezTo>
                    <a:pt x="2903" y="778"/>
                    <a:pt x="3075" y="841"/>
                    <a:pt x="3096" y="875"/>
                  </a:cubicBezTo>
                  <a:cubicBezTo>
                    <a:pt x="3084" y="879"/>
                    <a:pt x="3066" y="882"/>
                    <a:pt x="3045" y="882"/>
                  </a:cubicBezTo>
                  <a:cubicBezTo>
                    <a:pt x="2970" y="882"/>
                    <a:pt x="2859" y="853"/>
                    <a:pt x="2839" y="827"/>
                  </a:cubicBezTo>
                  <a:cubicBezTo>
                    <a:pt x="2828" y="816"/>
                    <a:pt x="2839" y="791"/>
                    <a:pt x="2850" y="780"/>
                  </a:cubicBezTo>
                  <a:cubicBezTo>
                    <a:pt x="2852" y="779"/>
                    <a:pt x="2855" y="778"/>
                    <a:pt x="2858" y="778"/>
                  </a:cubicBezTo>
                  <a:close/>
                  <a:moveTo>
                    <a:pt x="3096" y="989"/>
                  </a:moveTo>
                  <a:lnTo>
                    <a:pt x="3096" y="989"/>
                  </a:lnTo>
                  <a:cubicBezTo>
                    <a:pt x="3166" y="1037"/>
                    <a:pt x="3188" y="1118"/>
                    <a:pt x="3236" y="1176"/>
                  </a:cubicBezTo>
                  <a:cubicBezTo>
                    <a:pt x="3230" y="1178"/>
                    <a:pt x="3224" y="1179"/>
                    <a:pt x="3218" y="1179"/>
                  </a:cubicBezTo>
                  <a:cubicBezTo>
                    <a:pt x="3153" y="1179"/>
                    <a:pt x="3086" y="1076"/>
                    <a:pt x="3096" y="989"/>
                  </a:cubicBezTo>
                  <a:close/>
                  <a:moveTo>
                    <a:pt x="523" y="1257"/>
                  </a:moveTo>
                  <a:cubicBezTo>
                    <a:pt x="593" y="1257"/>
                    <a:pt x="663" y="1327"/>
                    <a:pt x="663" y="1397"/>
                  </a:cubicBezTo>
                  <a:cubicBezTo>
                    <a:pt x="663" y="1467"/>
                    <a:pt x="604" y="1526"/>
                    <a:pt x="546" y="1526"/>
                  </a:cubicBezTo>
                  <a:cubicBezTo>
                    <a:pt x="465" y="1526"/>
                    <a:pt x="395" y="1467"/>
                    <a:pt x="395" y="1397"/>
                  </a:cubicBezTo>
                  <a:cubicBezTo>
                    <a:pt x="395" y="1327"/>
                    <a:pt x="465" y="1257"/>
                    <a:pt x="523" y="1257"/>
                  </a:cubicBezTo>
                  <a:close/>
                  <a:moveTo>
                    <a:pt x="1060" y="1397"/>
                  </a:moveTo>
                  <a:cubicBezTo>
                    <a:pt x="1129" y="1397"/>
                    <a:pt x="1199" y="1478"/>
                    <a:pt x="1199" y="1548"/>
                  </a:cubicBezTo>
                  <a:cubicBezTo>
                    <a:pt x="1199" y="1618"/>
                    <a:pt x="1129" y="1676"/>
                    <a:pt x="1048" y="1676"/>
                  </a:cubicBezTo>
                  <a:cubicBezTo>
                    <a:pt x="979" y="1676"/>
                    <a:pt x="931" y="1629"/>
                    <a:pt x="931" y="1548"/>
                  </a:cubicBezTo>
                  <a:cubicBezTo>
                    <a:pt x="931" y="1467"/>
                    <a:pt x="990" y="1397"/>
                    <a:pt x="1060" y="1397"/>
                  </a:cubicBezTo>
                  <a:close/>
                  <a:moveTo>
                    <a:pt x="1780" y="0"/>
                  </a:moveTo>
                  <a:lnTo>
                    <a:pt x="1780" y="0"/>
                  </a:lnTo>
                  <a:cubicBezTo>
                    <a:pt x="1501" y="81"/>
                    <a:pt x="1258" y="210"/>
                    <a:pt x="1012" y="361"/>
                  </a:cubicBezTo>
                  <a:cubicBezTo>
                    <a:pt x="839" y="478"/>
                    <a:pt x="699" y="618"/>
                    <a:pt x="582" y="791"/>
                  </a:cubicBezTo>
                  <a:cubicBezTo>
                    <a:pt x="372" y="1118"/>
                    <a:pt x="221" y="1467"/>
                    <a:pt x="71" y="1827"/>
                  </a:cubicBezTo>
                  <a:cubicBezTo>
                    <a:pt x="1" y="2014"/>
                    <a:pt x="12" y="2037"/>
                    <a:pt x="185" y="2143"/>
                  </a:cubicBezTo>
                  <a:cubicBezTo>
                    <a:pt x="395" y="2271"/>
                    <a:pt x="629" y="2375"/>
                    <a:pt x="861" y="2445"/>
                  </a:cubicBezTo>
                  <a:cubicBezTo>
                    <a:pt x="1398" y="2596"/>
                    <a:pt x="1942" y="2713"/>
                    <a:pt x="2501" y="2746"/>
                  </a:cubicBezTo>
                  <a:cubicBezTo>
                    <a:pt x="2740" y="2765"/>
                    <a:pt x="2979" y="2779"/>
                    <a:pt x="3218" y="2779"/>
                  </a:cubicBezTo>
                  <a:cubicBezTo>
                    <a:pt x="3457" y="2779"/>
                    <a:pt x="3695" y="2765"/>
                    <a:pt x="3934" y="2724"/>
                  </a:cubicBezTo>
                  <a:cubicBezTo>
                    <a:pt x="4026" y="2713"/>
                    <a:pt x="4107" y="2690"/>
                    <a:pt x="4202" y="2677"/>
                  </a:cubicBezTo>
                  <a:cubicBezTo>
                    <a:pt x="4272" y="2665"/>
                    <a:pt x="4331" y="2654"/>
                    <a:pt x="4401" y="2632"/>
                  </a:cubicBezTo>
                  <a:cubicBezTo>
                    <a:pt x="4353" y="2397"/>
                    <a:pt x="4295" y="2176"/>
                    <a:pt x="4261" y="1956"/>
                  </a:cubicBezTo>
                  <a:cubicBezTo>
                    <a:pt x="4144" y="1375"/>
                    <a:pt x="3842" y="897"/>
                    <a:pt x="3387" y="525"/>
                  </a:cubicBezTo>
                  <a:cubicBezTo>
                    <a:pt x="3225" y="386"/>
                    <a:pt x="3037" y="257"/>
                    <a:pt x="2850" y="129"/>
                  </a:cubicBezTo>
                  <a:cubicBezTo>
                    <a:pt x="2845" y="123"/>
                    <a:pt x="2834" y="120"/>
                    <a:pt x="2821" y="120"/>
                  </a:cubicBezTo>
                  <a:cubicBezTo>
                    <a:pt x="2808" y="120"/>
                    <a:pt x="2793" y="123"/>
                    <a:pt x="2780" y="129"/>
                  </a:cubicBezTo>
                  <a:cubicBezTo>
                    <a:pt x="2758" y="129"/>
                    <a:pt x="2736" y="140"/>
                    <a:pt x="2711" y="140"/>
                  </a:cubicBezTo>
                  <a:cubicBezTo>
                    <a:pt x="2692" y="145"/>
                    <a:pt x="2676" y="148"/>
                    <a:pt x="2664" y="148"/>
                  </a:cubicBezTo>
                  <a:cubicBezTo>
                    <a:pt x="2621" y="148"/>
                    <a:pt x="2602" y="118"/>
                    <a:pt x="2549" y="48"/>
                  </a:cubicBezTo>
                  <a:lnTo>
                    <a:pt x="2537" y="48"/>
                  </a:lnTo>
                  <a:cubicBezTo>
                    <a:pt x="2537" y="59"/>
                    <a:pt x="2526" y="70"/>
                    <a:pt x="2526" y="81"/>
                  </a:cubicBezTo>
                  <a:cubicBezTo>
                    <a:pt x="2537" y="151"/>
                    <a:pt x="2501" y="187"/>
                    <a:pt x="2420" y="187"/>
                  </a:cubicBezTo>
                  <a:cubicBezTo>
                    <a:pt x="2352" y="197"/>
                    <a:pt x="2282" y="203"/>
                    <a:pt x="2211" y="203"/>
                  </a:cubicBezTo>
                  <a:cubicBezTo>
                    <a:pt x="2123" y="203"/>
                    <a:pt x="2033" y="195"/>
                    <a:pt x="1942" y="176"/>
                  </a:cubicBezTo>
                  <a:cubicBezTo>
                    <a:pt x="1861" y="151"/>
                    <a:pt x="1769" y="118"/>
                    <a:pt x="1780"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15"/>
            <p:cNvSpPr/>
            <p:nvPr/>
          </p:nvSpPr>
          <p:spPr>
            <a:xfrm>
              <a:off x="6395383" y="554010"/>
              <a:ext cx="597046" cy="225869"/>
            </a:xfrm>
            <a:custGeom>
              <a:avLst/>
              <a:gdLst/>
              <a:ahLst/>
              <a:cxnLst/>
              <a:rect l="l" t="t" r="r" b="b"/>
              <a:pathLst>
                <a:path w="7893" h="2986" extrusionOk="0">
                  <a:moveTo>
                    <a:pt x="7215" y="360"/>
                  </a:moveTo>
                  <a:cubicBezTo>
                    <a:pt x="7278" y="360"/>
                    <a:pt x="7393" y="447"/>
                    <a:pt x="7415" y="537"/>
                  </a:cubicBezTo>
                  <a:cubicBezTo>
                    <a:pt x="7322" y="500"/>
                    <a:pt x="7252" y="442"/>
                    <a:pt x="7205" y="361"/>
                  </a:cubicBezTo>
                  <a:cubicBezTo>
                    <a:pt x="7208" y="360"/>
                    <a:pt x="7212" y="360"/>
                    <a:pt x="7215" y="360"/>
                  </a:cubicBezTo>
                  <a:close/>
                  <a:moveTo>
                    <a:pt x="986" y="453"/>
                  </a:moveTo>
                  <a:cubicBezTo>
                    <a:pt x="995" y="453"/>
                    <a:pt x="1004" y="454"/>
                    <a:pt x="1011" y="456"/>
                  </a:cubicBezTo>
                  <a:cubicBezTo>
                    <a:pt x="978" y="467"/>
                    <a:pt x="967" y="489"/>
                    <a:pt x="942" y="500"/>
                  </a:cubicBezTo>
                  <a:cubicBezTo>
                    <a:pt x="743" y="581"/>
                    <a:pt x="570" y="688"/>
                    <a:pt x="442" y="861"/>
                  </a:cubicBezTo>
                  <a:cubicBezTo>
                    <a:pt x="430" y="886"/>
                    <a:pt x="394" y="897"/>
                    <a:pt x="372" y="931"/>
                  </a:cubicBezTo>
                  <a:cubicBezTo>
                    <a:pt x="372" y="777"/>
                    <a:pt x="804" y="453"/>
                    <a:pt x="986" y="453"/>
                  </a:cubicBezTo>
                  <a:close/>
                  <a:moveTo>
                    <a:pt x="313" y="1037"/>
                  </a:moveTo>
                  <a:lnTo>
                    <a:pt x="324" y="1048"/>
                  </a:lnTo>
                  <a:cubicBezTo>
                    <a:pt x="313" y="1140"/>
                    <a:pt x="291" y="1235"/>
                    <a:pt x="268" y="1327"/>
                  </a:cubicBezTo>
                  <a:cubicBezTo>
                    <a:pt x="210" y="1305"/>
                    <a:pt x="221" y="1257"/>
                    <a:pt x="221" y="1224"/>
                  </a:cubicBezTo>
                  <a:cubicBezTo>
                    <a:pt x="232" y="1154"/>
                    <a:pt x="243" y="1084"/>
                    <a:pt x="313" y="1037"/>
                  </a:cubicBezTo>
                  <a:close/>
                  <a:moveTo>
                    <a:pt x="1442" y="1154"/>
                  </a:moveTo>
                  <a:cubicBezTo>
                    <a:pt x="1500" y="1199"/>
                    <a:pt x="1500" y="1316"/>
                    <a:pt x="1456" y="1364"/>
                  </a:cubicBezTo>
                  <a:lnTo>
                    <a:pt x="1430" y="1364"/>
                  </a:lnTo>
                  <a:cubicBezTo>
                    <a:pt x="1430" y="1294"/>
                    <a:pt x="1442" y="1224"/>
                    <a:pt x="1442" y="1154"/>
                  </a:cubicBezTo>
                  <a:close/>
                  <a:moveTo>
                    <a:pt x="2688" y="1956"/>
                  </a:moveTo>
                  <a:cubicBezTo>
                    <a:pt x="2735" y="1956"/>
                    <a:pt x="2875" y="2084"/>
                    <a:pt x="2897" y="2143"/>
                  </a:cubicBezTo>
                  <a:cubicBezTo>
                    <a:pt x="2894" y="2144"/>
                    <a:pt x="2891" y="2144"/>
                    <a:pt x="2888" y="2144"/>
                  </a:cubicBezTo>
                  <a:cubicBezTo>
                    <a:pt x="2826" y="2144"/>
                    <a:pt x="2712" y="2044"/>
                    <a:pt x="2688" y="1956"/>
                  </a:cubicBezTo>
                  <a:close/>
                  <a:moveTo>
                    <a:pt x="3118" y="2015"/>
                  </a:moveTo>
                  <a:cubicBezTo>
                    <a:pt x="3143" y="2037"/>
                    <a:pt x="3154" y="2062"/>
                    <a:pt x="3165" y="2084"/>
                  </a:cubicBezTo>
                  <a:cubicBezTo>
                    <a:pt x="3143" y="2118"/>
                    <a:pt x="3132" y="2132"/>
                    <a:pt x="3118" y="2154"/>
                  </a:cubicBezTo>
                  <a:cubicBezTo>
                    <a:pt x="3107" y="2132"/>
                    <a:pt x="3096" y="2107"/>
                    <a:pt x="3096" y="2084"/>
                  </a:cubicBezTo>
                  <a:cubicBezTo>
                    <a:pt x="3096" y="2062"/>
                    <a:pt x="3107" y="2037"/>
                    <a:pt x="3118" y="2015"/>
                  </a:cubicBezTo>
                  <a:close/>
                  <a:moveTo>
                    <a:pt x="6819" y="0"/>
                  </a:moveTo>
                  <a:lnTo>
                    <a:pt x="6819" y="0"/>
                  </a:lnTo>
                  <a:cubicBezTo>
                    <a:pt x="6833" y="118"/>
                    <a:pt x="6833" y="210"/>
                    <a:pt x="6845" y="316"/>
                  </a:cubicBezTo>
                  <a:cubicBezTo>
                    <a:pt x="6856" y="456"/>
                    <a:pt x="6833" y="595"/>
                    <a:pt x="6705" y="676"/>
                  </a:cubicBezTo>
                  <a:cubicBezTo>
                    <a:pt x="6576" y="780"/>
                    <a:pt x="6437" y="897"/>
                    <a:pt x="6286" y="978"/>
                  </a:cubicBezTo>
                  <a:cubicBezTo>
                    <a:pt x="6029" y="1095"/>
                    <a:pt x="5772" y="1188"/>
                    <a:pt x="5506" y="1294"/>
                  </a:cubicBezTo>
                  <a:cubicBezTo>
                    <a:pt x="5261" y="1375"/>
                    <a:pt x="5018" y="1408"/>
                    <a:pt x="4761" y="1408"/>
                  </a:cubicBezTo>
                  <a:cubicBezTo>
                    <a:pt x="4695" y="1410"/>
                    <a:pt x="4630" y="1410"/>
                    <a:pt x="4564" y="1410"/>
                  </a:cubicBezTo>
                  <a:cubicBezTo>
                    <a:pt x="4105" y="1410"/>
                    <a:pt x="3648" y="1376"/>
                    <a:pt x="3188" y="1305"/>
                  </a:cubicBezTo>
                  <a:cubicBezTo>
                    <a:pt x="2852" y="1235"/>
                    <a:pt x="2514" y="1176"/>
                    <a:pt x="2188" y="1070"/>
                  </a:cubicBezTo>
                  <a:cubicBezTo>
                    <a:pt x="2118" y="1048"/>
                    <a:pt x="2048" y="1026"/>
                    <a:pt x="1978" y="1000"/>
                  </a:cubicBezTo>
                  <a:cubicBezTo>
                    <a:pt x="1618" y="850"/>
                    <a:pt x="1349" y="595"/>
                    <a:pt x="1210" y="221"/>
                  </a:cubicBezTo>
                  <a:cubicBezTo>
                    <a:pt x="1187" y="221"/>
                    <a:pt x="1162" y="232"/>
                    <a:pt x="1140" y="246"/>
                  </a:cubicBezTo>
                  <a:cubicBezTo>
                    <a:pt x="989" y="316"/>
                    <a:pt x="838" y="386"/>
                    <a:pt x="699" y="467"/>
                  </a:cubicBezTo>
                  <a:cubicBezTo>
                    <a:pt x="464" y="595"/>
                    <a:pt x="268" y="769"/>
                    <a:pt x="129" y="1000"/>
                  </a:cubicBezTo>
                  <a:cubicBezTo>
                    <a:pt x="11" y="1210"/>
                    <a:pt x="0" y="1445"/>
                    <a:pt x="129" y="1665"/>
                  </a:cubicBezTo>
                  <a:cubicBezTo>
                    <a:pt x="232" y="1827"/>
                    <a:pt x="349" y="1967"/>
                    <a:pt x="500" y="2084"/>
                  </a:cubicBezTo>
                  <a:cubicBezTo>
                    <a:pt x="511" y="2096"/>
                    <a:pt x="523" y="2096"/>
                    <a:pt x="534" y="2107"/>
                  </a:cubicBezTo>
                  <a:cubicBezTo>
                    <a:pt x="570" y="2143"/>
                    <a:pt x="629" y="2177"/>
                    <a:pt x="673" y="2202"/>
                  </a:cubicBezTo>
                  <a:cubicBezTo>
                    <a:pt x="861" y="2316"/>
                    <a:pt x="1048" y="2422"/>
                    <a:pt x="1232" y="2503"/>
                  </a:cubicBezTo>
                  <a:cubicBezTo>
                    <a:pt x="1397" y="2584"/>
                    <a:pt x="1559" y="2654"/>
                    <a:pt x="1721" y="2713"/>
                  </a:cubicBezTo>
                  <a:cubicBezTo>
                    <a:pt x="2107" y="2841"/>
                    <a:pt x="2503" y="2934"/>
                    <a:pt x="2908" y="2981"/>
                  </a:cubicBezTo>
                  <a:cubicBezTo>
                    <a:pt x="2918" y="2984"/>
                    <a:pt x="2928" y="2985"/>
                    <a:pt x="2939" y="2985"/>
                  </a:cubicBezTo>
                  <a:cubicBezTo>
                    <a:pt x="2969" y="2985"/>
                    <a:pt x="3001" y="2975"/>
                    <a:pt x="3026" y="2956"/>
                  </a:cubicBezTo>
                  <a:lnTo>
                    <a:pt x="3118" y="2864"/>
                  </a:lnTo>
                  <a:cubicBezTo>
                    <a:pt x="3573" y="2481"/>
                    <a:pt x="4051" y="2132"/>
                    <a:pt x="4585" y="1875"/>
                  </a:cubicBezTo>
                  <a:cubicBezTo>
                    <a:pt x="4598" y="1864"/>
                    <a:pt x="4621" y="1853"/>
                    <a:pt x="4643" y="1839"/>
                  </a:cubicBezTo>
                  <a:cubicBezTo>
                    <a:pt x="4610" y="1794"/>
                    <a:pt x="4540" y="1746"/>
                    <a:pt x="4621" y="1699"/>
                  </a:cubicBezTo>
                  <a:cubicBezTo>
                    <a:pt x="4691" y="1654"/>
                    <a:pt x="4761" y="1618"/>
                    <a:pt x="4830" y="1584"/>
                  </a:cubicBezTo>
                  <a:cubicBezTo>
                    <a:pt x="4878" y="1559"/>
                    <a:pt x="4923" y="1537"/>
                    <a:pt x="4981" y="1514"/>
                  </a:cubicBezTo>
                  <a:cubicBezTo>
                    <a:pt x="4988" y="1511"/>
                    <a:pt x="4996" y="1510"/>
                    <a:pt x="5004" y="1510"/>
                  </a:cubicBezTo>
                  <a:cubicBezTo>
                    <a:pt x="5024" y="1510"/>
                    <a:pt x="5046" y="1518"/>
                    <a:pt x="5062" y="1526"/>
                  </a:cubicBezTo>
                  <a:cubicBezTo>
                    <a:pt x="5080" y="1537"/>
                    <a:pt x="5095" y="1542"/>
                    <a:pt x="5110" y="1542"/>
                  </a:cubicBezTo>
                  <a:cubicBezTo>
                    <a:pt x="5124" y="1542"/>
                    <a:pt x="5139" y="1537"/>
                    <a:pt x="5157" y="1526"/>
                  </a:cubicBezTo>
                  <a:cubicBezTo>
                    <a:pt x="5448" y="1397"/>
                    <a:pt x="5749" y="1246"/>
                    <a:pt x="6051" y="1129"/>
                  </a:cubicBezTo>
                  <a:cubicBezTo>
                    <a:pt x="6624" y="908"/>
                    <a:pt x="7216" y="757"/>
                    <a:pt x="7834" y="721"/>
                  </a:cubicBezTo>
                  <a:cubicBezTo>
                    <a:pt x="7845" y="721"/>
                    <a:pt x="7867" y="710"/>
                    <a:pt x="7892" y="710"/>
                  </a:cubicBezTo>
                  <a:cubicBezTo>
                    <a:pt x="7565" y="408"/>
                    <a:pt x="7252" y="140"/>
                    <a:pt x="6819"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15"/>
            <p:cNvSpPr/>
            <p:nvPr/>
          </p:nvSpPr>
          <p:spPr>
            <a:xfrm>
              <a:off x="6659514" y="636835"/>
              <a:ext cx="362706" cy="147200"/>
            </a:xfrm>
            <a:custGeom>
              <a:avLst/>
              <a:gdLst/>
              <a:ahLst/>
              <a:cxnLst/>
              <a:rect l="l" t="t" r="r" b="b"/>
              <a:pathLst>
                <a:path w="4795" h="1946" extrusionOk="0">
                  <a:moveTo>
                    <a:pt x="3900" y="325"/>
                  </a:moveTo>
                  <a:cubicBezTo>
                    <a:pt x="3900" y="350"/>
                    <a:pt x="3911" y="361"/>
                    <a:pt x="3923" y="372"/>
                  </a:cubicBezTo>
                  <a:cubicBezTo>
                    <a:pt x="3911" y="419"/>
                    <a:pt x="3900" y="453"/>
                    <a:pt x="3886" y="489"/>
                  </a:cubicBezTo>
                  <a:cubicBezTo>
                    <a:pt x="3886" y="501"/>
                    <a:pt x="3864" y="501"/>
                    <a:pt x="3853" y="512"/>
                  </a:cubicBezTo>
                  <a:cubicBezTo>
                    <a:pt x="3853" y="501"/>
                    <a:pt x="3841" y="478"/>
                    <a:pt x="3841" y="464"/>
                  </a:cubicBezTo>
                  <a:cubicBezTo>
                    <a:pt x="3841" y="431"/>
                    <a:pt x="3853" y="394"/>
                    <a:pt x="3864" y="361"/>
                  </a:cubicBezTo>
                  <a:cubicBezTo>
                    <a:pt x="3864" y="350"/>
                    <a:pt x="3886" y="338"/>
                    <a:pt x="3900" y="325"/>
                  </a:cubicBezTo>
                  <a:close/>
                  <a:moveTo>
                    <a:pt x="3734" y="474"/>
                  </a:moveTo>
                  <a:cubicBezTo>
                    <a:pt x="3749" y="474"/>
                    <a:pt x="3772" y="492"/>
                    <a:pt x="3772" y="501"/>
                  </a:cubicBezTo>
                  <a:cubicBezTo>
                    <a:pt x="3747" y="548"/>
                    <a:pt x="3735" y="604"/>
                    <a:pt x="3702" y="640"/>
                  </a:cubicBezTo>
                  <a:lnTo>
                    <a:pt x="3702" y="651"/>
                  </a:lnTo>
                  <a:cubicBezTo>
                    <a:pt x="3691" y="651"/>
                    <a:pt x="3691" y="651"/>
                    <a:pt x="3677" y="663"/>
                  </a:cubicBezTo>
                  <a:cubicBezTo>
                    <a:pt x="3665" y="618"/>
                    <a:pt x="3677" y="523"/>
                    <a:pt x="3713" y="489"/>
                  </a:cubicBezTo>
                  <a:cubicBezTo>
                    <a:pt x="3713" y="478"/>
                    <a:pt x="3724" y="478"/>
                    <a:pt x="3724" y="478"/>
                  </a:cubicBezTo>
                  <a:cubicBezTo>
                    <a:pt x="3726" y="475"/>
                    <a:pt x="3730" y="474"/>
                    <a:pt x="3734" y="474"/>
                  </a:cubicBezTo>
                  <a:close/>
                  <a:moveTo>
                    <a:pt x="4632" y="361"/>
                  </a:moveTo>
                  <a:lnTo>
                    <a:pt x="4632" y="361"/>
                  </a:lnTo>
                  <a:cubicBezTo>
                    <a:pt x="4680" y="512"/>
                    <a:pt x="4599" y="640"/>
                    <a:pt x="4529" y="758"/>
                  </a:cubicBezTo>
                  <a:cubicBezTo>
                    <a:pt x="4459" y="850"/>
                    <a:pt x="4400" y="953"/>
                    <a:pt x="4272" y="989"/>
                  </a:cubicBezTo>
                  <a:cubicBezTo>
                    <a:pt x="4272" y="978"/>
                    <a:pt x="4261" y="978"/>
                    <a:pt x="4261" y="967"/>
                  </a:cubicBezTo>
                  <a:cubicBezTo>
                    <a:pt x="4272" y="942"/>
                    <a:pt x="4283" y="920"/>
                    <a:pt x="4305" y="908"/>
                  </a:cubicBezTo>
                  <a:cubicBezTo>
                    <a:pt x="4423" y="813"/>
                    <a:pt x="4504" y="688"/>
                    <a:pt x="4562" y="559"/>
                  </a:cubicBezTo>
                  <a:cubicBezTo>
                    <a:pt x="4585" y="512"/>
                    <a:pt x="4585" y="464"/>
                    <a:pt x="4599" y="431"/>
                  </a:cubicBezTo>
                  <a:cubicBezTo>
                    <a:pt x="4610" y="408"/>
                    <a:pt x="4621" y="383"/>
                    <a:pt x="4632" y="361"/>
                  </a:cubicBezTo>
                  <a:close/>
                  <a:moveTo>
                    <a:pt x="4110" y="1082"/>
                  </a:moveTo>
                  <a:cubicBezTo>
                    <a:pt x="4110" y="1093"/>
                    <a:pt x="4121" y="1107"/>
                    <a:pt x="4121" y="1107"/>
                  </a:cubicBezTo>
                  <a:cubicBezTo>
                    <a:pt x="4110" y="1118"/>
                    <a:pt x="4096" y="1140"/>
                    <a:pt x="4073" y="1151"/>
                  </a:cubicBezTo>
                  <a:cubicBezTo>
                    <a:pt x="3665" y="1397"/>
                    <a:pt x="3224" y="1548"/>
                    <a:pt x="2746" y="1629"/>
                  </a:cubicBezTo>
                  <a:cubicBezTo>
                    <a:pt x="2420" y="1688"/>
                    <a:pt x="2084" y="1746"/>
                    <a:pt x="1757" y="1805"/>
                  </a:cubicBezTo>
                  <a:cubicBezTo>
                    <a:pt x="1710" y="1805"/>
                    <a:pt x="1676" y="1805"/>
                    <a:pt x="1629" y="1816"/>
                  </a:cubicBezTo>
                  <a:cubicBezTo>
                    <a:pt x="1629" y="1805"/>
                    <a:pt x="1629" y="1791"/>
                    <a:pt x="1618" y="1780"/>
                  </a:cubicBezTo>
                  <a:cubicBezTo>
                    <a:pt x="1651" y="1769"/>
                    <a:pt x="1676" y="1758"/>
                    <a:pt x="1699" y="1746"/>
                  </a:cubicBezTo>
                  <a:cubicBezTo>
                    <a:pt x="1897" y="1710"/>
                    <a:pt x="2107" y="1677"/>
                    <a:pt x="2305" y="1640"/>
                  </a:cubicBezTo>
                  <a:cubicBezTo>
                    <a:pt x="2746" y="1582"/>
                    <a:pt x="3177" y="1501"/>
                    <a:pt x="3596" y="1327"/>
                  </a:cubicBezTo>
                  <a:cubicBezTo>
                    <a:pt x="3735" y="1258"/>
                    <a:pt x="3886" y="1188"/>
                    <a:pt x="4040" y="1118"/>
                  </a:cubicBezTo>
                  <a:cubicBezTo>
                    <a:pt x="4062" y="1107"/>
                    <a:pt x="4085" y="1093"/>
                    <a:pt x="4110" y="1082"/>
                  </a:cubicBezTo>
                  <a:close/>
                  <a:moveTo>
                    <a:pt x="4643" y="0"/>
                  </a:moveTo>
                  <a:lnTo>
                    <a:pt x="4643" y="0"/>
                  </a:lnTo>
                  <a:cubicBezTo>
                    <a:pt x="4504" y="12"/>
                    <a:pt x="4353" y="12"/>
                    <a:pt x="4213" y="34"/>
                  </a:cubicBezTo>
                  <a:cubicBezTo>
                    <a:pt x="4004" y="70"/>
                    <a:pt x="3794" y="115"/>
                    <a:pt x="3596" y="174"/>
                  </a:cubicBezTo>
                  <a:cubicBezTo>
                    <a:pt x="3397" y="221"/>
                    <a:pt x="3202" y="291"/>
                    <a:pt x="3003" y="350"/>
                  </a:cubicBezTo>
                  <a:cubicBezTo>
                    <a:pt x="2643" y="478"/>
                    <a:pt x="2294" y="604"/>
                    <a:pt x="1956" y="780"/>
                  </a:cubicBezTo>
                  <a:cubicBezTo>
                    <a:pt x="1908" y="802"/>
                    <a:pt x="1886" y="813"/>
                    <a:pt x="1908" y="861"/>
                  </a:cubicBezTo>
                  <a:cubicBezTo>
                    <a:pt x="1931" y="920"/>
                    <a:pt x="1908" y="953"/>
                    <a:pt x="1861" y="978"/>
                  </a:cubicBezTo>
                  <a:cubicBezTo>
                    <a:pt x="1780" y="1037"/>
                    <a:pt x="1688" y="1093"/>
                    <a:pt x="1595" y="1151"/>
                  </a:cubicBezTo>
                  <a:cubicBezTo>
                    <a:pt x="1574" y="1167"/>
                    <a:pt x="1551" y="1176"/>
                    <a:pt x="1528" y="1176"/>
                  </a:cubicBezTo>
                  <a:cubicBezTo>
                    <a:pt x="1498" y="1176"/>
                    <a:pt x="1468" y="1162"/>
                    <a:pt x="1442" y="1129"/>
                  </a:cubicBezTo>
                  <a:cubicBezTo>
                    <a:pt x="1442" y="1118"/>
                    <a:pt x="1431" y="1107"/>
                    <a:pt x="1419" y="1093"/>
                  </a:cubicBezTo>
                  <a:cubicBezTo>
                    <a:pt x="978" y="1291"/>
                    <a:pt x="548" y="1501"/>
                    <a:pt x="162" y="1791"/>
                  </a:cubicBezTo>
                  <a:cubicBezTo>
                    <a:pt x="104" y="1839"/>
                    <a:pt x="59" y="1886"/>
                    <a:pt x="0" y="1931"/>
                  </a:cubicBezTo>
                  <a:cubicBezTo>
                    <a:pt x="45" y="1931"/>
                    <a:pt x="70" y="1945"/>
                    <a:pt x="92" y="1945"/>
                  </a:cubicBezTo>
                  <a:cubicBezTo>
                    <a:pt x="249" y="1945"/>
                    <a:pt x="406" y="1946"/>
                    <a:pt x="564" y="1946"/>
                  </a:cubicBezTo>
                  <a:cubicBezTo>
                    <a:pt x="900" y="1946"/>
                    <a:pt x="1238" y="1941"/>
                    <a:pt x="1570" y="1909"/>
                  </a:cubicBezTo>
                  <a:cubicBezTo>
                    <a:pt x="1931" y="1875"/>
                    <a:pt x="2280" y="1816"/>
                    <a:pt x="2618" y="1735"/>
                  </a:cubicBezTo>
                  <a:cubicBezTo>
                    <a:pt x="2934" y="1665"/>
                    <a:pt x="3235" y="1570"/>
                    <a:pt x="3537" y="1489"/>
                  </a:cubicBezTo>
                  <a:cubicBezTo>
                    <a:pt x="3934" y="1372"/>
                    <a:pt x="4283" y="1163"/>
                    <a:pt x="4551" y="850"/>
                  </a:cubicBezTo>
                  <a:cubicBezTo>
                    <a:pt x="4761" y="593"/>
                    <a:pt x="4794" y="350"/>
                    <a:pt x="4643"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15"/>
            <p:cNvSpPr/>
            <p:nvPr/>
          </p:nvSpPr>
          <p:spPr>
            <a:xfrm>
              <a:off x="6491293" y="529276"/>
              <a:ext cx="345989" cy="126852"/>
            </a:xfrm>
            <a:custGeom>
              <a:avLst/>
              <a:gdLst/>
              <a:ahLst/>
              <a:cxnLst/>
              <a:rect l="l" t="t" r="r" b="b"/>
              <a:pathLst>
                <a:path w="4574" h="1677" extrusionOk="0">
                  <a:moveTo>
                    <a:pt x="369" y="556"/>
                  </a:moveTo>
                  <a:cubicBezTo>
                    <a:pt x="374" y="556"/>
                    <a:pt x="379" y="557"/>
                    <a:pt x="383" y="559"/>
                  </a:cubicBezTo>
                  <a:cubicBezTo>
                    <a:pt x="419" y="573"/>
                    <a:pt x="431" y="618"/>
                    <a:pt x="442" y="643"/>
                  </a:cubicBezTo>
                  <a:cubicBezTo>
                    <a:pt x="431" y="699"/>
                    <a:pt x="431" y="746"/>
                    <a:pt x="408" y="794"/>
                  </a:cubicBezTo>
                  <a:cubicBezTo>
                    <a:pt x="397" y="805"/>
                    <a:pt x="372" y="827"/>
                    <a:pt x="350" y="827"/>
                  </a:cubicBezTo>
                  <a:cubicBezTo>
                    <a:pt x="327" y="827"/>
                    <a:pt x="291" y="805"/>
                    <a:pt x="291" y="783"/>
                  </a:cubicBezTo>
                  <a:cubicBezTo>
                    <a:pt x="280" y="724"/>
                    <a:pt x="291" y="654"/>
                    <a:pt x="302" y="584"/>
                  </a:cubicBezTo>
                  <a:cubicBezTo>
                    <a:pt x="302" y="575"/>
                    <a:pt x="342" y="556"/>
                    <a:pt x="369" y="556"/>
                  </a:cubicBezTo>
                  <a:close/>
                  <a:moveTo>
                    <a:pt x="872" y="769"/>
                  </a:moveTo>
                  <a:cubicBezTo>
                    <a:pt x="931" y="769"/>
                    <a:pt x="978" y="827"/>
                    <a:pt x="978" y="908"/>
                  </a:cubicBezTo>
                  <a:cubicBezTo>
                    <a:pt x="978" y="922"/>
                    <a:pt x="989" y="922"/>
                    <a:pt x="989" y="922"/>
                  </a:cubicBezTo>
                  <a:cubicBezTo>
                    <a:pt x="956" y="978"/>
                    <a:pt x="931" y="1048"/>
                    <a:pt x="897" y="1096"/>
                  </a:cubicBezTo>
                  <a:cubicBezTo>
                    <a:pt x="880" y="1113"/>
                    <a:pt x="858" y="1121"/>
                    <a:pt x="837" y="1121"/>
                  </a:cubicBezTo>
                  <a:cubicBezTo>
                    <a:pt x="800" y="1121"/>
                    <a:pt x="765" y="1098"/>
                    <a:pt x="758" y="1062"/>
                  </a:cubicBezTo>
                  <a:cubicBezTo>
                    <a:pt x="746" y="1003"/>
                    <a:pt x="746" y="945"/>
                    <a:pt x="746" y="886"/>
                  </a:cubicBezTo>
                  <a:cubicBezTo>
                    <a:pt x="758" y="805"/>
                    <a:pt x="802" y="769"/>
                    <a:pt x="872" y="769"/>
                  </a:cubicBezTo>
                  <a:close/>
                  <a:moveTo>
                    <a:pt x="1548" y="978"/>
                  </a:moveTo>
                  <a:cubicBezTo>
                    <a:pt x="1640" y="978"/>
                    <a:pt x="1677" y="1015"/>
                    <a:pt x="1677" y="1096"/>
                  </a:cubicBezTo>
                  <a:cubicBezTo>
                    <a:pt x="1677" y="1177"/>
                    <a:pt x="1665" y="1246"/>
                    <a:pt x="1607" y="1305"/>
                  </a:cubicBezTo>
                  <a:cubicBezTo>
                    <a:pt x="1580" y="1337"/>
                    <a:pt x="1547" y="1351"/>
                    <a:pt x="1516" y="1351"/>
                  </a:cubicBezTo>
                  <a:cubicBezTo>
                    <a:pt x="1467" y="1351"/>
                    <a:pt x="1422" y="1316"/>
                    <a:pt x="1408" y="1258"/>
                  </a:cubicBezTo>
                  <a:cubicBezTo>
                    <a:pt x="1397" y="1202"/>
                    <a:pt x="1397" y="1132"/>
                    <a:pt x="1408" y="1084"/>
                  </a:cubicBezTo>
                  <a:cubicBezTo>
                    <a:pt x="1420" y="1003"/>
                    <a:pt x="1478" y="978"/>
                    <a:pt x="1548" y="978"/>
                  </a:cubicBezTo>
                  <a:close/>
                  <a:moveTo>
                    <a:pt x="81" y="0"/>
                  </a:moveTo>
                  <a:cubicBezTo>
                    <a:pt x="59" y="140"/>
                    <a:pt x="48" y="269"/>
                    <a:pt x="23" y="397"/>
                  </a:cubicBezTo>
                  <a:cubicBezTo>
                    <a:pt x="0" y="537"/>
                    <a:pt x="23" y="643"/>
                    <a:pt x="104" y="746"/>
                  </a:cubicBezTo>
                  <a:cubicBezTo>
                    <a:pt x="243" y="934"/>
                    <a:pt x="397" y="1107"/>
                    <a:pt x="618" y="1202"/>
                  </a:cubicBezTo>
                  <a:cubicBezTo>
                    <a:pt x="780" y="1272"/>
                    <a:pt x="942" y="1353"/>
                    <a:pt x="1118" y="1386"/>
                  </a:cubicBezTo>
                  <a:cubicBezTo>
                    <a:pt x="1548" y="1503"/>
                    <a:pt x="1990" y="1584"/>
                    <a:pt x="2434" y="1632"/>
                  </a:cubicBezTo>
                  <a:cubicBezTo>
                    <a:pt x="2772" y="1665"/>
                    <a:pt x="3107" y="1677"/>
                    <a:pt x="3445" y="1677"/>
                  </a:cubicBezTo>
                  <a:cubicBezTo>
                    <a:pt x="3750" y="1665"/>
                    <a:pt x="4051" y="1621"/>
                    <a:pt x="4342" y="1515"/>
                  </a:cubicBezTo>
                  <a:cubicBezTo>
                    <a:pt x="4481" y="1467"/>
                    <a:pt x="4551" y="1411"/>
                    <a:pt x="4563" y="1258"/>
                  </a:cubicBezTo>
                  <a:cubicBezTo>
                    <a:pt x="4574" y="1048"/>
                    <a:pt x="4574" y="839"/>
                    <a:pt x="4540" y="629"/>
                  </a:cubicBezTo>
                  <a:cubicBezTo>
                    <a:pt x="4518" y="629"/>
                    <a:pt x="4493" y="643"/>
                    <a:pt x="4481" y="643"/>
                  </a:cubicBezTo>
                  <a:cubicBezTo>
                    <a:pt x="4434" y="654"/>
                    <a:pt x="4400" y="654"/>
                    <a:pt x="4353" y="665"/>
                  </a:cubicBezTo>
                  <a:cubicBezTo>
                    <a:pt x="4261" y="688"/>
                    <a:pt x="4169" y="699"/>
                    <a:pt x="4074" y="713"/>
                  </a:cubicBezTo>
                  <a:cubicBezTo>
                    <a:pt x="3880" y="734"/>
                    <a:pt x="3686" y="742"/>
                    <a:pt x="3493" y="742"/>
                  </a:cubicBezTo>
                  <a:cubicBezTo>
                    <a:pt x="3164" y="742"/>
                    <a:pt x="2837" y="718"/>
                    <a:pt x="2515" y="688"/>
                  </a:cubicBezTo>
                  <a:cubicBezTo>
                    <a:pt x="2258" y="677"/>
                    <a:pt x="2015" y="629"/>
                    <a:pt x="1769" y="584"/>
                  </a:cubicBezTo>
                  <a:cubicBezTo>
                    <a:pt x="1456" y="537"/>
                    <a:pt x="1140" y="467"/>
                    <a:pt x="839" y="386"/>
                  </a:cubicBezTo>
                  <a:cubicBezTo>
                    <a:pt x="559" y="316"/>
                    <a:pt x="302" y="199"/>
                    <a:pt x="81"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0" name="Google Shape;840;p15"/>
            <p:cNvSpPr/>
            <p:nvPr/>
          </p:nvSpPr>
          <p:spPr>
            <a:xfrm>
              <a:off x="6718437" y="353263"/>
              <a:ext cx="181391" cy="202495"/>
            </a:xfrm>
            <a:custGeom>
              <a:avLst/>
              <a:gdLst/>
              <a:ahLst/>
              <a:cxnLst/>
              <a:rect l="l" t="t" r="r" b="b"/>
              <a:pathLst>
                <a:path w="2398" h="2677" extrusionOk="0">
                  <a:moveTo>
                    <a:pt x="118" y="0"/>
                  </a:moveTo>
                  <a:lnTo>
                    <a:pt x="118" y="0"/>
                  </a:lnTo>
                  <a:cubicBezTo>
                    <a:pt x="188" y="129"/>
                    <a:pt x="104" y="151"/>
                    <a:pt x="1" y="162"/>
                  </a:cubicBezTo>
                  <a:cubicBezTo>
                    <a:pt x="151" y="269"/>
                    <a:pt x="280" y="350"/>
                    <a:pt x="409" y="442"/>
                  </a:cubicBezTo>
                  <a:cubicBezTo>
                    <a:pt x="920" y="805"/>
                    <a:pt x="1247" y="1280"/>
                    <a:pt x="1409" y="1886"/>
                  </a:cubicBezTo>
                  <a:cubicBezTo>
                    <a:pt x="1467" y="2143"/>
                    <a:pt x="1515" y="2397"/>
                    <a:pt x="1571" y="2677"/>
                  </a:cubicBezTo>
                  <a:cubicBezTo>
                    <a:pt x="1618" y="2666"/>
                    <a:pt x="1654" y="2654"/>
                    <a:pt x="1677" y="2632"/>
                  </a:cubicBezTo>
                  <a:cubicBezTo>
                    <a:pt x="1794" y="2573"/>
                    <a:pt x="1898" y="2515"/>
                    <a:pt x="2004" y="2456"/>
                  </a:cubicBezTo>
                  <a:cubicBezTo>
                    <a:pt x="2155" y="2364"/>
                    <a:pt x="2283" y="2272"/>
                    <a:pt x="2375" y="2118"/>
                  </a:cubicBezTo>
                  <a:cubicBezTo>
                    <a:pt x="2386" y="2084"/>
                    <a:pt x="2398" y="2037"/>
                    <a:pt x="2386" y="2003"/>
                  </a:cubicBezTo>
                  <a:cubicBezTo>
                    <a:pt x="2339" y="1853"/>
                    <a:pt x="2294" y="1713"/>
                    <a:pt x="2247" y="1559"/>
                  </a:cubicBezTo>
                  <a:cubicBezTo>
                    <a:pt x="2107" y="1199"/>
                    <a:pt x="1886" y="908"/>
                    <a:pt x="1596" y="676"/>
                  </a:cubicBezTo>
                  <a:cubicBezTo>
                    <a:pt x="1386" y="512"/>
                    <a:pt x="1152" y="372"/>
                    <a:pt x="909" y="232"/>
                  </a:cubicBezTo>
                  <a:cubicBezTo>
                    <a:pt x="780" y="162"/>
                    <a:pt x="629" y="118"/>
                    <a:pt x="478" y="70"/>
                  </a:cubicBezTo>
                  <a:cubicBezTo>
                    <a:pt x="361" y="37"/>
                    <a:pt x="244" y="23"/>
                    <a:pt x="118"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15"/>
            <p:cNvSpPr/>
            <p:nvPr/>
          </p:nvSpPr>
          <p:spPr>
            <a:xfrm>
              <a:off x="6839914" y="540924"/>
              <a:ext cx="68759" cy="95158"/>
            </a:xfrm>
            <a:custGeom>
              <a:avLst/>
              <a:gdLst/>
              <a:ahLst/>
              <a:cxnLst/>
              <a:rect l="l" t="t" r="r" b="b"/>
              <a:pathLst>
                <a:path w="909" h="1258" extrusionOk="0">
                  <a:moveTo>
                    <a:pt x="861" y="0"/>
                  </a:moveTo>
                  <a:cubicBezTo>
                    <a:pt x="792" y="56"/>
                    <a:pt x="758" y="92"/>
                    <a:pt x="699" y="126"/>
                  </a:cubicBezTo>
                  <a:cubicBezTo>
                    <a:pt x="512" y="279"/>
                    <a:pt x="292" y="361"/>
                    <a:pt x="71" y="430"/>
                  </a:cubicBezTo>
                  <a:cubicBezTo>
                    <a:pt x="1" y="453"/>
                    <a:pt x="1" y="489"/>
                    <a:pt x="1" y="545"/>
                  </a:cubicBezTo>
                  <a:cubicBezTo>
                    <a:pt x="35" y="768"/>
                    <a:pt x="48" y="978"/>
                    <a:pt x="1" y="1199"/>
                  </a:cubicBezTo>
                  <a:lnTo>
                    <a:pt x="1" y="1257"/>
                  </a:lnTo>
                  <a:lnTo>
                    <a:pt x="23" y="1257"/>
                  </a:lnTo>
                  <a:cubicBezTo>
                    <a:pt x="60" y="1243"/>
                    <a:pt x="104" y="1221"/>
                    <a:pt x="141" y="1210"/>
                  </a:cubicBezTo>
                  <a:cubicBezTo>
                    <a:pt x="384" y="1104"/>
                    <a:pt x="618" y="978"/>
                    <a:pt x="817" y="780"/>
                  </a:cubicBezTo>
                  <a:cubicBezTo>
                    <a:pt x="873" y="721"/>
                    <a:pt x="909" y="662"/>
                    <a:pt x="898" y="581"/>
                  </a:cubicBezTo>
                  <a:cubicBezTo>
                    <a:pt x="887" y="475"/>
                    <a:pt x="887" y="383"/>
                    <a:pt x="873" y="279"/>
                  </a:cubicBezTo>
                  <a:cubicBezTo>
                    <a:pt x="873" y="196"/>
                    <a:pt x="861" y="103"/>
                    <a:pt x="861"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2" name="Google Shape;842;p15"/>
            <p:cNvSpPr/>
            <p:nvPr/>
          </p:nvSpPr>
          <p:spPr>
            <a:xfrm>
              <a:off x="6784395" y="621858"/>
              <a:ext cx="163842" cy="71255"/>
            </a:xfrm>
            <a:custGeom>
              <a:avLst/>
              <a:gdLst/>
              <a:ahLst/>
              <a:cxnLst/>
              <a:rect l="l" t="t" r="r" b="b"/>
              <a:pathLst>
                <a:path w="2166" h="942" extrusionOk="0">
                  <a:moveTo>
                    <a:pt x="1956" y="0"/>
                  </a:moveTo>
                  <a:cubicBezTo>
                    <a:pt x="1911" y="0"/>
                    <a:pt x="1864" y="11"/>
                    <a:pt x="1816" y="22"/>
                  </a:cubicBezTo>
                  <a:cubicBezTo>
                    <a:pt x="1202" y="162"/>
                    <a:pt x="629" y="383"/>
                    <a:pt x="70" y="662"/>
                  </a:cubicBezTo>
                  <a:cubicBezTo>
                    <a:pt x="59" y="676"/>
                    <a:pt x="48" y="676"/>
                    <a:pt x="37" y="687"/>
                  </a:cubicBezTo>
                  <a:cubicBezTo>
                    <a:pt x="25" y="687"/>
                    <a:pt x="14" y="699"/>
                    <a:pt x="0" y="710"/>
                  </a:cubicBezTo>
                  <a:cubicBezTo>
                    <a:pt x="84" y="791"/>
                    <a:pt x="154" y="861"/>
                    <a:pt x="224" y="942"/>
                  </a:cubicBezTo>
                  <a:cubicBezTo>
                    <a:pt x="537" y="780"/>
                    <a:pt x="864" y="651"/>
                    <a:pt x="1188" y="536"/>
                  </a:cubicBezTo>
                  <a:cubicBezTo>
                    <a:pt x="1514" y="430"/>
                    <a:pt x="1830" y="327"/>
                    <a:pt x="2165" y="232"/>
                  </a:cubicBezTo>
                  <a:cubicBezTo>
                    <a:pt x="2109" y="151"/>
                    <a:pt x="2051" y="81"/>
                    <a:pt x="2003" y="22"/>
                  </a:cubicBezTo>
                  <a:cubicBezTo>
                    <a:pt x="1992" y="11"/>
                    <a:pt x="1970" y="0"/>
                    <a:pt x="1956"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3" name="Google Shape;843;p15"/>
            <p:cNvSpPr/>
            <p:nvPr/>
          </p:nvSpPr>
          <p:spPr>
            <a:xfrm>
              <a:off x="6622527" y="697498"/>
              <a:ext cx="142737" cy="93721"/>
            </a:xfrm>
            <a:custGeom>
              <a:avLst/>
              <a:gdLst/>
              <a:ahLst/>
              <a:cxnLst/>
              <a:rect l="l" t="t" r="r" b="b"/>
              <a:pathLst>
                <a:path w="1887" h="1239" extrusionOk="0">
                  <a:moveTo>
                    <a:pt x="1677" y="0"/>
                  </a:moveTo>
                  <a:cubicBezTo>
                    <a:pt x="1651" y="11"/>
                    <a:pt x="1629" y="25"/>
                    <a:pt x="1607" y="37"/>
                  </a:cubicBezTo>
                  <a:cubicBezTo>
                    <a:pt x="1302" y="176"/>
                    <a:pt x="1012" y="361"/>
                    <a:pt x="743" y="559"/>
                  </a:cubicBezTo>
                  <a:cubicBezTo>
                    <a:pt x="559" y="699"/>
                    <a:pt x="383" y="838"/>
                    <a:pt x="210" y="978"/>
                  </a:cubicBezTo>
                  <a:cubicBezTo>
                    <a:pt x="174" y="1014"/>
                    <a:pt x="129" y="1048"/>
                    <a:pt x="93" y="1073"/>
                  </a:cubicBezTo>
                  <a:cubicBezTo>
                    <a:pt x="59" y="1107"/>
                    <a:pt x="34" y="1154"/>
                    <a:pt x="0" y="1199"/>
                  </a:cubicBezTo>
                  <a:cubicBezTo>
                    <a:pt x="93" y="1213"/>
                    <a:pt x="185" y="1235"/>
                    <a:pt x="269" y="1235"/>
                  </a:cubicBezTo>
                  <a:cubicBezTo>
                    <a:pt x="273" y="1237"/>
                    <a:pt x="277" y="1238"/>
                    <a:pt x="281" y="1238"/>
                  </a:cubicBezTo>
                  <a:cubicBezTo>
                    <a:pt x="299" y="1238"/>
                    <a:pt x="318" y="1222"/>
                    <a:pt x="338" y="1213"/>
                  </a:cubicBezTo>
                  <a:cubicBezTo>
                    <a:pt x="408" y="1143"/>
                    <a:pt x="478" y="1059"/>
                    <a:pt x="559" y="989"/>
                  </a:cubicBezTo>
                  <a:cubicBezTo>
                    <a:pt x="593" y="956"/>
                    <a:pt x="629" y="933"/>
                    <a:pt x="662" y="897"/>
                  </a:cubicBezTo>
                  <a:cubicBezTo>
                    <a:pt x="953" y="687"/>
                    <a:pt x="1269" y="500"/>
                    <a:pt x="1595" y="361"/>
                  </a:cubicBezTo>
                  <a:cubicBezTo>
                    <a:pt x="1688" y="316"/>
                    <a:pt x="1780" y="268"/>
                    <a:pt x="1886" y="221"/>
                  </a:cubicBezTo>
                  <a:cubicBezTo>
                    <a:pt x="1805" y="140"/>
                    <a:pt x="1746" y="70"/>
                    <a:pt x="1677"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4" name="Google Shape;844;p15"/>
            <p:cNvSpPr/>
            <p:nvPr/>
          </p:nvSpPr>
          <p:spPr>
            <a:xfrm>
              <a:off x="6498252" y="516190"/>
              <a:ext cx="337366" cy="64220"/>
            </a:xfrm>
            <a:custGeom>
              <a:avLst/>
              <a:gdLst/>
              <a:ahLst/>
              <a:cxnLst/>
              <a:rect l="l" t="t" r="r" b="b"/>
              <a:pathLst>
                <a:path w="4460" h="849" extrusionOk="0">
                  <a:moveTo>
                    <a:pt x="26" y="0"/>
                  </a:moveTo>
                  <a:cubicBezTo>
                    <a:pt x="1" y="59"/>
                    <a:pt x="12" y="104"/>
                    <a:pt x="59" y="151"/>
                  </a:cubicBezTo>
                  <a:cubicBezTo>
                    <a:pt x="221" y="291"/>
                    <a:pt x="397" y="372"/>
                    <a:pt x="596" y="442"/>
                  </a:cubicBezTo>
                  <a:cubicBezTo>
                    <a:pt x="1118" y="629"/>
                    <a:pt x="1666" y="699"/>
                    <a:pt x="2213" y="769"/>
                  </a:cubicBezTo>
                  <a:cubicBezTo>
                    <a:pt x="2515" y="816"/>
                    <a:pt x="2831" y="816"/>
                    <a:pt x="3132" y="838"/>
                  </a:cubicBezTo>
                  <a:cubicBezTo>
                    <a:pt x="3239" y="845"/>
                    <a:pt x="3348" y="848"/>
                    <a:pt x="3456" y="848"/>
                  </a:cubicBezTo>
                  <a:cubicBezTo>
                    <a:pt x="3724" y="848"/>
                    <a:pt x="3993" y="826"/>
                    <a:pt x="4250" y="769"/>
                  </a:cubicBezTo>
                  <a:cubicBezTo>
                    <a:pt x="4286" y="769"/>
                    <a:pt x="4320" y="757"/>
                    <a:pt x="4356" y="757"/>
                  </a:cubicBezTo>
                  <a:cubicBezTo>
                    <a:pt x="4448" y="732"/>
                    <a:pt x="4459" y="710"/>
                    <a:pt x="4412" y="618"/>
                  </a:cubicBezTo>
                  <a:lnTo>
                    <a:pt x="4412" y="618"/>
                  </a:lnTo>
                  <a:cubicBezTo>
                    <a:pt x="4412" y="618"/>
                    <a:pt x="4401" y="618"/>
                    <a:pt x="4401" y="629"/>
                  </a:cubicBezTo>
                  <a:cubicBezTo>
                    <a:pt x="4342" y="640"/>
                    <a:pt x="4297" y="651"/>
                    <a:pt x="4239" y="662"/>
                  </a:cubicBezTo>
                  <a:cubicBezTo>
                    <a:pt x="3894" y="734"/>
                    <a:pt x="3547" y="766"/>
                    <a:pt x="3198" y="766"/>
                  </a:cubicBezTo>
                  <a:cubicBezTo>
                    <a:pt x="2920" y="766"/>
                    <a:pt x="2642" y="746"/>
                    <a:pt x="2364" y="710"/>
                  </a:cubicBezTo>
                  <a:cubicBezTo>
                    <a:pt x="1967" y="676"/>
                    <a:pt x="1596" y="593"/>
                    <a:pt x="1213" y="512"/>
                  </a:cubicBezTo>
                  <a:cubicBezTo>
                    <a:pt x="780" y="419"/>
                    <a:pt x="386" y="268"/>
                    <a:pt x="26"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5" name="Google Shape;845;p15"/>
            <p:cNvSpPr/>
            <p:nvPr/>
          </p:nvSpPr>
          <p:spPr>
            <a:xfrm>
              <a:off x="6638335" y="331933"/>
              <a:ext cx="84644" cy="37216"/>
            </a:xfrm>
            <a:custGeom>
              <a:avLst/>
              <a:gdLst/>
              <a:ahLst/>
              <a:cxnLst/>
              <a:rect l="l" t="t" r="r" b="b"/>
              <a:pathLst>
                <a:path w="1119" h="492" extrusionOk="0">
                  <a:moveTo>
                    <a:pt x="655" y="0"/>
                  </a:moveTo>
                  <a:cubicBezTo>
                    <a:pt x="643" y="0"/>
                    <a:pt x="631" y="1"/>
                    <a:pt x="618" y="3"/>
                  </a:cubicBezTo>
                  <a:cubicBezTo>
                    <a:pt x="560" y="3"/>
                    <a:pt x="501" y="14"/>
                    <a:pt x="442" y="25"/>
                  </a:cubicBezTo>
                  <a:cubicBezTo>
                    <a:pt x="291" y="73"/>
                    <a:pt x="163" y="165"/>
                    <a:pt x="60" y="319"/>
                  </a:cubicBezTo>
                  <a:cubicBezTo>
                    <a:pt x="1" y="411"/>
                    <a:pt x="1" y="433"/>
                    <a:pt x="115" y="458"/>
                  </a:cubicBezTo>
                  <a:cubicBezTo>
                    <a:pt x="244" y="481"/>
                    <a:pt x="372" y="492"/>
                    <a:pt x="512" y="492"/>
                  </a:cubicBezTo>
                  <a:cubicBezTo>
                    <a:pt x="641" y="492"/>
                    <a:pt x="641" y="481"/>
                    <a:pt x="663" y="363"/>
                  </a:cubicBezTo>
                  <a:cubicBezTo>
                    <a:pt x="663" y="352"/>
                    <a:pt x="663" y="352"/>
                    <a:pt x="674" y="352"/>
                  </a:cubicBezTo>
                  <a:cubicBezTo>
                    <a:pt x="688" y="330"/>
                    <a:pt x="688" y="305"/>
                    <a:pt x="710" y="305"/>
                  </a:cubicBezTo>
                  <a:cubicBezTo>
                    <a:pt x="722" y="305"/>
                    <a:pt x="744" y="319"/>
                    <a:pt x="758" y="330"/>
                  </a:cubicBezTo>
                  <a:cubicBezTo>
                    <a:pt x="780" y="363"/>
                    <a:pt x="791" y="389"/>
                    <a:pt x="814" y="422"/>
                  </a:cubicBezTo>
                  <a:cubicBezTo>
                    <a:pt x="828" y="433"/>
                    <a:pt x="850" y="444"/>
                    <a:pt x="861" y="444"/>
                  </a:cubicBezTo>
                  <a:cubicBezTo>
                    <a:pt x="872" y="444"/>
                    <a:pt x="884" y="433"/>
                    <a:pt x="898" y="433"/>
                  </a:cubicBezTo>
                  <a:cubicBezTo>
                    <a:pt x="967" y="411"/>
                    <a:pt x="1048" y="389"/>
                    <a:pt x="1118" y="363"/>
                  </a:cubicBezTo>
                  <a:cubicBezTo>
                    <a:pt x="1082" y="190"/>
                    <a:pt x="953" y="109"/>
                    <a:pt x="814" y="50"/>
                  </a:cubicBezTo>
                  <a:cubicBezTo>
                    <a:pt x="768" y="21"/>
                    <a:pt x="712" y="0"/>
                    <a:pt x="655"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15"/>
            <p:cNvSpPr/>
            <p:nvPr/>
          </p:nvSpPr>
          <p:spPr>
            <a:xfrm>
              <a:off x="6949212" y="612706"/>
              <a:ext cx="66868" cy="23827"/>
            </a:xfrm>
            <a:custGeom>
              <a:avLst/>
              <a:gdLst/>
              <a:ahLst/>
              <a:cxnLst/>
              <a:rect l="l" t="t" r="r" b="b"/>
              <a:pathLst>
                <a:path w="884" h="315" extrusionOk="0">
                  <a:moveTo>
                    <a:pt x="625" y="1"/>
                  </a:moveTo>
                  <a:cubicBezTo>
                    <a:pt x="413" y="1"/>
                    <a:pt x="202" y="23"/>
                    <a:pt x="0" y="62"/>
                  </a:cubicBezTo>
                  <a:cubicBezTo>
                    <a:pt x="45" y="132"/>
                    <a:pt x="93" y="202"/>
                    <a:pt x="126" y="272"/>
                  </a:cubicBezTo>
                  <a:cubicBezTo>
                    <a:pt x="143" y="304"/>
                    <a:pt x="159" y="314"/>
                    <a:pt x="182" y="314"/>
                  </a:cubicBezTo>
                  <a:cubicBezTo>
                    <a:pt x="193" y="314"/>
                    <a:pt x="206" y="312"/>
                    <a:pt x="221" y="308"/>
                  </a:cubicBezTo>
                  <a:cubicBezTo>
                    <a:pt x="336" y="294"/>
                    <a:pt x="464" y="272"/>
                    <a:pt x="581" y="261"/>
                  </a:cubicBezTo>
                  <a:cubicBezTo>
                    <a:pt x="674" y="250"/>
                    <a:pt x="780" y="238"/>
                    <a:pt x="883" y="224"/>
                  </a:cubicBezTo>
                  <a:cubicBezTo>
                    <a:pt x="861" y="169"/>
                    <a:pt x="838" y="99"/>
                    <a:pt x="813" y="51"/>
                  </a:cubicBezTo>
                  <a:cubicBezTo>
                    <a:pt x="802" y="29"/>
                    <a:pt x="769" y="4"/>
                    <a:pt x="755" y="4"/>
                  </a:cubicBezTo>
                  <a:cubicBezTo>
                    <a:pt x="711" y="2"/>
                    <a:pt x="668" y="1"/>
                    <a:pt x="625"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7" name="Google Shape;847;p15"/>
            <p:cNvSpPr/>
            <p:nvPr/>
          </p:nvSpPr>
          <p:spPr>
            <a:xfrm>
              <a:off x="6837191" y="518686"/>
              <a:ext cx="67095" cy="52118"/>
            </a:xfrm>
            <a:custGeom>
              <a:avLst/>
              <a:gdLst/>
              <a:ahLst/>
              <a:cxnLst/>
              <a:rect l="l" t="t" r="r" b="b"/>
              <a:pathLst>
                <a:path w="887" h="689" extrusionOk="0">
                  <a:moveTo>
                    <a:pt x="853" y="1"/>
                  </a:moveTo>
                  <a:cubicBezTo>
                    <a:pt x="747" y="96"/>
                    <a:pt x="654" y="188"/>
                    <a:pt x="548" y="269"/>
                  </a:cubicBezTo>
                  <a:cubicBezTo>
                    <a:pt x="409" y="364"/>
                    <a:pt x="247" y="445"/>
                    <a:pt x="96" y="526"/>
                  </a:cubicBezTo>
                  <a:cubicBezTo>
                    <a:pt x="15" y="573"/>
                    <a:pt x="1" y="573"/>
                    <a:pt x="26" y="688"/>
                  </a:cubicBezTo>
                  <a:cubicBezTo>
                    <a:pt x="118" y="655"/>
                    <a:pt x="199" y="618"/>
                    <a:pt x="280" y="596"/>
                  </a:cubicBezTo>
                  <a:cubicBezTo>
                    <a:pt x="504" y="515"/>
                    <a:pt x="688" y="409"/>
                    <a:pt x="839" y="247"/>
                  </a:cubicBezTo>
                  <a:cubicBezTo>
                    <a:pt x="864" y="224"/>
                    <a:pt x="886" y="199"/>
                    <a:pt x="886" y="188"/>
                  </a:cubicBezTo>
                  <a:cubicBezTo>
                    <a:pt x="875" y="118"/>
                    <a:pt x="864" y="59"/>
                    <a:pt x="853"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15"/>
            <p:cNvSpPr/>
            <p:nvPr/>
          </p:nvSpPr>
          <p:spPr>
            <a:xfrm>
              <a:off x="6746575" y="672991"/>
              <a:ext cx="52874" cy="47352"/>
            </a:xfrm>
            <a:custGeom>
              <a:avLst/>
              <a:gdLst/>
              <a:ahLst/>
              <a:cxnLst/>
              <a:rect l="l" t="t" r="r" b="b"/>
              <a:pathLst>
                <a:path w="699" h="626" extrusionOk="0">
                  <a:moveTo>
                    <a:pt x="317" y="57"/>
                  </a:moveTo>
                  <a:cubicBezTo>
                    <a:pt x="376" y="57"/>
                    <a:pt x="418" y="100"/>
                    <a:pt x="500" y="196"/>
                  </a:cubicBezTo>
                  <a:cubicBezTo>
                    <a:pt x="537" y="243"/>
                    <a:pt x="570" y="302"/>
                    <a:pt x="606" y="361"/>
                  </a:cubicBezTo>
                  <a:cubicBezTo>
                    <a:pt x="618" y="372"/>
                    <a:pt x="618" y="383"/>
                    <a:pt x="629" y="394"/>
                  </a:cubicBezTo>
                  <a:cubicBezTo>
                    <a:pt x="629" y="405"/>
                    <a:pt x="629" y="419"/>
                    <a:pt x="618" y="419"/>
                  </a:cubicBezTo>
                  <a:cubicBezTo>
                    <a:pt x="548" y="475"/>
                    <a:pt x="467" y="523"/>
                    <a:pt x="386" y="570"/>
                  </a:cubicBezTo>
                  <a:cubicBezTo>
                    <a:pt x="386" y="570"/>
                    <a:pt x="361" y="559"/>
                    <a:pt x="349" y="545"/>
                  </a:cubicBezTo>
                  <a:cubicBezTo>
                    <a:pt x="268" y="442"/>
                    <a:pt x="187" y="335"/>
                    <a:pt x="95" y="221"/>
                  </a:cubicBezTo>
                  <a:cubicBezTo>
                    <a:pt x="59" y="173"/>
                    <a:pt x="70" y="151"/>
                    <a:pt x="118" y="126"/>
                  </a:cubicBezTo>
                  <a:cubicBezTo>
                    <a:pt x="129" y="126"/>
                    <a:pt x="140" y="126"/>
                    <a:pt x="151" y="115"/>
                  </a:cubicBezTo>
                  <a:cubicBezTo>
                    <a:pt x="227" y="77"/>
                    <a:pt x="276" y="57"/>
                    <a:pt x="317" y="57"/>
                  </a:cubicBezTo>
                  <a:close/>
                  <a:moveTo>
                    <a:pt x="327" y="0"/>
                  </a:moveTo>
                  <a:cubicBezTo>
                    <a:pt x="235" y="45"/>
                    <a:pt x="140" y="92"/>
                    <a:pt x="59" y="140"/>
                  </a:cubicBezTo>
                  <a:cubicBezTo>
                    <a:pt x="0" y="162"/>
                    <a:pt x="0" y="196"/>
                    <a:pt x="37" y="232"/>
                  </a:cubicBezTo>
                  <a:cubicBezTo>
                    <a:pt x="129" y="349"/>
                    <a:pt x="210" y="464"/>
                    <a:pt x="305" y="570"/>
                  </a:cubicBezTo>
                  <a:cubicBezTo>
                    <a:pt x="329" y="608"/>
                    <a:pt x="351" y="626"/>
                    <a:pt x="376" y="626"/>
                  </a:cubicBezTo>
                  <a:cubicBezTo>
                    <a:pt x="396" y="626"/>
                    <a:pt x="418" y="614"/>
                    <a:pt x="444" y="592"/>
                  </a:cubicBezTo>
                  <a:cubicBezTo>
                    <a:pt x="514" y="545"/>
                    <a:pt x="584" y="511"/>
                    <a:pt x="654" y="464"/>
                  </a:cubicBezTo>
                  <a:cubicBezTo>
                    <a:pt x="676" y="453"/>
                    <a:pt x="687" y="430"/>
                    <a:pt x="699" y="419"/>
                  </a:cubicBezTo>
                  <a:cubicBezTo>
                    <a:pt x="687" y="394"/>
                    <a:pt x="687" y="383"/>
                    <a:pt x="676" y="361"/>
                  </a:cubicBezTo>
                  <a:cubicBezTo>
                    <a:pt x="618" y="210"/>
                    <a:pt x="489" y="126"/>
                    <a:pt x="386" y="11"/>
                  </a:cubicBezTo>
                  <a:lnTo>
                    <a:pt x="375" y="0"/>
                  </a:ln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15"/>
            <p:cNvSpPr/>
            <p:nvPr/>
          </p:nvSpPr>
          <p:spPr>
            <a:xfrm>
              <a:off x="6938623" y="620043"/>
              <a:ext cx="16793" cy="18532"/>
            </a:xfrm>
            <a:custGeom>
              <a:avLst/>
              <a:gdLst/>
              <a:ahLst/>
              <a:cxnLst/>
              <a:rect l="l" t="t" r="r" b="b"/>
              <a:pathLst>
                <a:path w="222" h="245" extrusionOk="0">
                  <a:moveTo>
                    <a:pt x="13" y="1"/>
                  </a:moveTo>
                  <a:cubicBezTo>
                    <a:pt x="9" y="1"/>
                    <a:pt x="5" y="1"/>
                    <a:pt x="1" y="2"/>
                  </a:cubicBezTo>
                  <a:cubicBezTo>
                    <a:pt x="34" y="35"/>
                    <a:pt x="70" y="72"/>
                    <a:pt x="93" y="105"/>
                  </a:cubicBezTo>
                  <a:cubicBezTo>
                    <a:pt x="126" y="153"/>
                    <a:pt x="140" y="186"/>
                    <a:pt x="174" y="234"/>
                  </a:cubicBezTo>
                  <a:cubicBezTo>
                    <a:pt x="174" y="245"/>
                    <a:pt x="196" y="245"/>
                    <a:pt x="221" y="245"/>
                  </a:cubicBezTo>
                  <a:cubicBezTo>
                    <a:pt x="187" y="123"/>
                    <a:pt x="92" y="1"/>
                    <a:pt x="13"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15"/>
            <p:cNvSpPr/>
            <p:nvPr/>
          </p:nvSpPr>
          <p:spPr>
            <a:xfrm>
              <a:off x="6574118" y="470202"/>
              <a:ext cx="12254" cy="10060"/>
            </a:xfrm>
            <a:custGeom>
              <a:avLst/>
              <a:gdLst/>
              <a:ahLst/>
              <a:cxnLst/>
              <a:rect l="l" t="t" r="r" b="b"/>
              <a:pathLst>
                <a:path w="162" h="133" extrusionOk="0">
                  <a:moveTo>
                    <a:pt x="95" y="0"/>
                  </a:moveTo>
                  <a:cubicBezTo>
                    <a:pt x="90" y="0"/>
                    <a:pt x="86" y="1"/>
                    <a:pt x="82" y="2"/>
                  </a:cubicBezTo>
                  <a:cubicBezTo>
                    <a:pt x="56" y="2"/>
                    <a:pt x="34" y="38"/>
                    <a:pt x="1" y="61"/>
                  </a:cubicBezTo>
                  <a:cubicBezTo>
                    <a:pt x="31" y="93"/>
                    <a:pt x="52" y="132"/>
                    <a:pt x="66" y="132"/>
                  </a:cubicBezTo>
                  <a:cubicBezTo>
                    <a:pt x="67" y="132"/>
                    <a:pt x="69" y="132"/>
                    <a:pt x="70" y="131"/>
                  </a:cubicBezTo>
                  <a:cubicBezTo>
                    <a:pt x="104" y="119"/>
                    <a:pt x="140" y="97"/>
                    <a:pt x="151" y="72"/>
                  </a:cubicBezTo>
                  <a:cubicBezTo>
                    <a:pt x="161" y="33"/>
                    <a:pt x="126" y="0"/>
                    <a:pt x="95"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1" name="Google Shape;851;p15"/>
            <p:cNvSpPr/>
            <p:nvPr/>
          </p:nvSpPr>
          <p:spPr>
            <a:xfrm>
              <a:off x="6535239" y="458931"/>
              <a:ext cx="12557" cy="9909"/>
            </a:xfrm>
            <a:custGeom>
              <a:avLst/>
              <a:gdLst/>
              <a:ahLst/>
              <a:cxnLst/>
              <a:rect l="l" t="t" r="r" b="b"/>
              <a:pathLst>
                <a:path w="166" h="131" extrusionOk="0">
                  <a:moveTo>
                    <a:pt x="59" y="0"/>
                  </a:moveTo>
                  <a:cubicBezTo>
                    <a:pt x="37" y="0"/>
                    <a:pt x="26" y="48"/>
                    <a:pt x="1" y="70"/>
                  </a:cubicBezTo>
                  <a:cubicBezTo>
                    <a:pt x="26" y="92"/>
                    <a:pt x="48" y="129"/>
                    <a:pt x="70" y="129"/>
                  </a:cubicBezTo>
                  <a:cubicBezTo>
                    <a:pt x="74" y="130"/>
                    <a:pt x="77" y="131"/>
                    <a:pt x="80" y="131"/>
                  </a:cubicBezTo>
                  <a:cubicBezTo>
                    <a:pt x="102" y="131"/>
                    <a:pt x="124" y="102"/>
                    <a:pt x="165" y="70"/>
                  </a:cubicBezTo>
                  <a:cubicBezTo>
                    <a:pt x="118" y="37"/>
                    <a:pt x="96" y="0"/>
                    <a:pt x="59"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2" name="Google Shape;852;p15"/>
            <p:cNvSpPr/>
            <p:nvPr/>
          </p:nvSpPr>
          <p:spPr>
            <a:xfrm>
              <a:off x="6601348" y="607638"/>
              <a:ext cx="11498" cy="19516"/>
            </a:xfrm>
            <a:custGeom>
              <a:avLst/>
              <a:gdLst/>
              <a:ahLst/>
              <a:cxnLst/>
              <a:rect l="l" t="t" r="r" b="b"/>
              <a:pathLst>
                <a:path w="152" h="258" extrusionOk="0">
                  <a:moveTo>
                    <a:pt x="104" y="1"/>
                  </a:moveTo>
                  <a:cubicBezTo>
                    <a:pt x="82" y="1"/>
                    <a:pt x="46" y="12"/>
                    <a:pt x="34" y="26"/>
                  </a:cubicBezTo>
                  <a:cubicBezTo>
                    <a:pt x="12" y="48"/>
                    <a:pt x="1" y="96"/>
                    <a:pt x="1" y="107"/>
                  </a:cubicBezTo>
                  <a:lnTo>
                    <a:pt x="1" y="177"/>
                  </a:lnTo>
                  <a:cubicBezTo>
                    <a:pt x="23" y="199"/>
                    <a:pt x="34" y="222"/>
                    <a:pt x="46" y="258"/>
                  </a:cubicBezTo>
                  <a:cubicBezTo>
                    <a:pt x="82" y="236"/>
                    <a:pt x="115" y="222"/>
                    <a:pt x="129" y="188"/>
                  </a:cubicBezTo>
                  <a:cubicBezTo>
                    <a:pt x="152" y="152"/>
                    <a:pt x="152" y="107"/>
                    <a:pt x="152" y="60"/>
                  </a:cubicBezTo>
                  <a:cubicBezTo>
                    <a:pt x="152" y="48"/>
                    <a:pt x="129" y="12"/>
                    <a:pt x="104"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15"/>
            <p:cNvSpPr/>
            <p:nvPr/>
          </p:nvSpPr>
          <p:spPr>
            <a:xfrm>
              <a:off x="6551956" y="592662"/>
              <a:ext cx="9758" cy="17852"/>
            </a:xfrm>
            <a:custGeom>
              <a:avLst/>
              <a:gdLst/>
              <a:ahLst/>
              <a:cxnLst/>
              <a:rect l="l" t="t" r="r" b="b"/>
              <a:pathLst>
                <a:path w="129" h="236" extrusionOk="0">
                  <a:moveTo>
                    <a:pt x="48" y="1"/>
                  </a:moveTo>
                  <a:cubicBezTo>
                    <a:pt x="37" y="1"/>
                    <a:pt x="14" y="26"/>
                    <a:pt x="14" y="48"/>
                  </a:cubicBezTo>
                  <a:cubicBezTo>
                    <a:pt x="0" y="107"/>
                    <a:pt x="0" y="165"/>
                    <a:pt x="0" y="235"/>
                  </a:cubicBezTo>
                  <a:cubicBezTo>
                    <a:pt x="95" y="188"/>
                    <a:pt x="129" y="96"/>
                    <a:pt x="106" y="48"/>
                  </a:cubicBezTo>
                  <a:cubicBezTo>
                    <a:pt x="95" y="26"/>
                    <a:pt x="70" y="1"/>
                    <a:pt x="48"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15"/>
            <p:cNvSpPr/>
            <p:nvPr/>
          </p:nvSpPr>
          <p:spPr>
            <a:xfrm>
              <a:off x="6516027" y="574281"/>
              <a:ext cx="5371" cy="13162"/>
            </a:xfrm>
            <a:custGeom>
              <a:avLst/>
              <a:gdLst/>
              <a:ahLst/>
              <a:cxnLst/>
              <a:rect l="l" t="t" r="r" b="b"/>
              <a:pathLst>
                <a:path w="71" h="174" extrusionOk="0">
                  <a:moveTo>
                    <a:pt x="11" y="1"/>
                  </a:moveTo>
                  <a:cubicBezTo>
                    <a:pt x="11" y="70"/>
                    <a:pt x="0" y="129"/>
                    <a:pt x="0" y="174"/>
                  </a:cubicBezTo>
                  <a:cubicBezTo>
                    <a:pt x="56" y="118"/>
                    <a:pt x="70" y="59"/>
                    <a:pt x="11"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5" name="Google Shape;855;p15"/>
            <p:cNvSpPr/>
            <p:nvPr/>
          </p:nvSpPr>
          <p:spPr>
            <a:xfrm>
              <a:off x="6757997" y="682143"/>
              <a:ext cx="31770" cy="28063"/>
            </a:xfrm>
            <a:custGeom>
              <a:avLst/>
              <a:gdLst/>
              <a:ahLst/>
              <a:cxnLst/>
              <a:rect l="l" t="t" r="r" b="b"/>
              <a:pathLst>
                <a:path w="420" h="371" extrusionOk="0">
                  <a:moveTo>
                    <a:pt x="156" y="0"/>
                  </a:moveTo>
                  <a:cubicBezTo>
                    <a:pt x="149" y="0"/>
                    <a:pt x="144" y="2"/>
                    <a:pt x="140" y="5"/>
                  </a:cubicBezTo>
                  <a:cubicBezTo>
                    <a:pt x="84" y="19"/>
                    <a:pt x="36" y="41"/>
                    <a:pt x="0" y="64"/>
                  </a:cubicBezTo>
                  <a:cubicBezTo>
                    <a:pt x="70" y="159"/>
                    <a:pt x="129" y="251"/>
                    <a:pt x="198" y="332"/>
                  </a:cubicBezTo>
                  <a:cubicBezTo>
                    <a:pt x="208" y="350"/>
                    <a:pt x="234" y="371"/>
                    <a:pt x="249" y="371"/>
                  </a:cubicBezTo>
                  <a:cubicBezTo>
                    <a:pt x="253" y="371"/>
                    <a:pt x="255" y="370"/>
                    <a:pt x="257" y="368"/>
                  </a:cubicBezTo>
                  <a:cubicBezTo>
                    <a:pt x="316" y="343"/>
                    <a:pt x="363" y="309"/>
                    <a:pt x="419" y="273"/>
                  </a:cubicBezTo>
                  <a:cubicBezTo>
                    <a:pt x="349" y="181"/>
                    <a:pt x="279" y="100"/>
                    <a:pt x="210" y="19"/>
                  </a:cubicBezTo>
                  <a:cubicBezTo>
                    <a:pt x="194" y="9"/>
                    <a:pt x="172" y="0"/>
                    <a:pt x="156"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15"/>
            <p:cNvSpPr/>
            <p:nvPr/>
          </p:nvSpPr>
          <p:spPr>
            <a:xfrm>
              <a:off x="6387289" y="327244"/>
              <a:ext cx="637666" cy="469891"/>
            </a:xfrm>
            <a:custGeom>
              <a:avLst/>
              <a:gdLst/>
              <a:ahLst/>
              <a:cxnLst/>
              <a:rect l="l" t="t" r="r" b="b"/>
              <a:pathLst>
                <a:path w="8430" h="6212" extrusionOk="0">
                  <a:moveTo>
                    <a:pt x="3974" y="62"/>
                  </a:moveTo>
                  <a:cubicBezTo>
                    <a:pt x="4031" y="62"/>
                    <a:pt x="4087" y="83"/>
                    <a:pt x="4133" y="112"/>
                  </a:cubicBezTo>
                  <a:cubicBezTo>
                    <a:pt x="4272" y="171"/>
                    <a:pt x="4401" y="252"/>
                    <a:pt x="4437" y="425"/>
                  </a:cubicBezTo>
                  <a:cubicBezTo>
                    <a:pt x="4356" y="451"/>
                    <a:pt x="4261" y="484"/>
                    <a:pt x="4180" y="506"/>
                  </a:cubicBezTo>
                  <a:cubicBezTo>
                    <a:pt x="4169" y="506"/>
                    <a:pt x="4147" y="495"/>
                    <a:pt x="4133" y="484"/>
                  </a:cubicBezTo>
                  <a:cubicBezTo>
                    <a:pt x="4110" y="451"/>
                    <a:pt x="4099" y="425"/>
                    <a:pt x="4077" y="392"/>
                  </a:cubicBezTo>
                  <a:cubicBezTo>
                    <a:pt x="4063" y="381"/>
                    <a:pt x="4041" y="367"/>
                    <a:pt x="4029" y="367"/>
                  </a:cubicBezTo>
                  <a:cubicBezTo>
                    <a:pt x="4007" y="367"/>
                    <a:pt x="4007" y="392"/>
                    <a:pt x="3993" y="414"/>
                  </a:cubicBezTo>
                  <a:cubicBezTo>
                    <a:pt x="3982" y="414"/>
                    <a:pt x="3982" y="414"/>
                    <a:pt x="3982" y="425"/>
                  </a:cubicBezTo>
                  <a:cubicBezTo>
                    <a:pt x="3960" y="543"/>
                    <a:pt x="3960" y="554"/>
                    <a:pt x="3831" y="554"/>
                  </a:cubicBezTo>
                  <a:cubicBezTo>
                    <a:pt x="3691" y="554"/>
                    <a:pt x="3563" y="543"/>
                    <a:pt x="3434" y="520"/>
                  </a:cubicBezTo>
                  <a:cubicBezTo>
                    <a:pt x="3320" y="495"/>
                    <a:pt x="3320" y="473"/>
                    <a:pt x="3379" y="381"/>
                  </a:cubicBezTo>
                  <a:cubicBezTo>
                    <a:pt x="3518" y="171"/>
                    <a:pt x="3703" y="65"/>
                    <a:pt x="3937" y="65"/>
                  </a:cubicBezTo>
                  <a:cubicBezTo>
                    <a:pt x="3950" y="63"/>
                    <a:pt x="3962" y="62"/>
                    <a:pt x="3974" y="62"/>
                  </a:cubicBezTo>
                  <a:close/>
                  <a:moveTo>
                    <a:pt x="4496" y="344"/>
                  </a:moveTo>
                  <a:lnTo>
                    <a:pt x="4496" y="344"/>
                  </a:lnTo>
                  <a:cubicBezTo>
                    <a:pt x="4622" y="367"/>
                    <a:pt x="4739" y="381"/>
                    <a:pt x="4856" y="414"/>
                  </a:cubicBezTo>
                  <a:cubicBezTo>
                    <a:pt x="5007" y="462"/>
                    <a:pt x="5158" y="506"/>
                    <a:pt x="5287" y="576"/>
                  </a:cubicBezTo>
                  <a:cubicBezTo>
                    <a:pt x="5530" y="716"/>
                    <a:pt x="5764" y="856"/>
                    <a:pt x="5974" y="1020"/>
                  </a:cubicBezTo>
                  <a:cubicBezTo>
                    <a:pt x="6264" y="1252"/>
                    <a:pt x="6485" y="1543"/>
                    <a:pt x="6625" y="1903"/>
                  </a:cubicBezTo>
                  <a:cubicBezTo>
                    <a:pt x="6672" y="2057"/>
                    <a:pt x="6717" y="2197"/>
                    <a:pt x="6764" y="2347"/>
                  </a:cubicBezTo>
                  <a:cubicBezTo>
                    <a:pt x="6776" y="2381"/>
                    <a:pt x="6764" y="2428"/>
                    <a:pt x="6753" y="2462"/>
                  </a:cubicBezTo>
                  <a:cubicBezTo>
                    <a:pt x="6661" y="2616"/>
                    <a:pt x="6533" y="2708"/>
                    <a:pt x="6382" y="2800"/>
                  </a:cubicBezTo>
                  <a:cubicBezTo>
                    <a:pt x="6276" y="2859"/>
                    <a:pt x="6172" y="2917"/>
                    <a:pt x="6055" y="2976"/>
                  </a:cubicBezTo>
                  <a:cubicBezTo>
                    <a:pt x="6032" y="2998"/>
                    <a:pt x="5996" y="3010"/>
                    <a:pt x="5949" y="3021"/>
                  </a:cubicBezTo>
                  <a:cubicBezTo>
                    <a:pt x="5893" y="2741"/>
                    <a:pt x="5845" y="2487"/>
                    <a:pt x="5787" y="2230"/>
                  </a:cubicBezTo>
                  <a:cubicBezTo>
                    <a:pt x="5625" y="1624"/>
                    <a:pt x="5298" y="1149"/>
                    <a:pt x="4787" y="786"/>
                  </a:cubicBezTo>
                  <a:cubicBezTo>
                    <a:pt x="4658" y="694"/>
                    <a:pt x="4529" y="613"/>
                    <a:pt x="4379" y="506"/>
                  </a:cubicBezTo>
                  <a:cubicBezTo>
                    <a:pt x="4482" y="495"/>
                    <a:pt x="4566" y="473"/>
                    <a:pt x="4496" y="344"/>
                  </a:cubicBezTo>
                  <a:close/>
                  <a:moveTo>
                    <a:pt x="3272" y="414"/>
                  </a:moveTo>
                  <a:lnTo>
                    <a:pt x="3272" y="414"/>
                  </a:lnTo>
                  <a:cubicBezTo>
                    <a:pt x="3261" y="532"/>
                    <a:pt x="3353" y="565"/>
                    <a:pt x="3434" y="590"/>
                  </a:cubicBezTo>
                  <a:cubicBezTo>
                    <a:pt x="3525" y="609"/>
                    <a:pt x="3615" y="617"/>
                    <a:pt x="3703" y="617"/>
                  </a:cubicBezTo>
                  <a:cubicBezTo>
                    <a:pt x="3774" y="617"/>
                    <a:pt x="3844" y="611"/>
                    <a:pt x="3912" y="601"/>
                  </a:cubicBezTo>
                  <a:cubicBezTo>
                    <a:pt x="3993" y="601"/>
                    <a:pt x="4029" y="565"/>
                    <a:pt x="4018" y="495"/>
                  </a:cubicBezTo>
                  <a:cubicBezTo>
                    <a:pt x="4018" y="484"/>
                    <a:pt x="4029" y="473"/>
                    <a:pt x="4029" y="462"/>
                  </a:cubicBezTo>
                  <a:lnTo>
                    <a:pt x="4041" y="462"/>
                  </a:lnTo>
                  <a:cubicBezTo>
                    <a:pt x="4093" y="536"/>
                    <a:pt x="4112" y="562"/>
                    <a:pt x="4159" y="562"/>
                  </a:cubicBezTo>
                  <a:cubicBezTo>
                    <a:pt x="4185" y="562"/>
                    <a:pt x="4220" y="554"/>
                    <a:pt x="4272" y="543"/>
                  </a:cubicBezTo>
                  <a:cubicBezTo>
                    <a:pt x="4285" y="537"/>
                    <a:pt x="4300" y="534"/>
                    <a:pt x="4313" y="534"/>
                  </a:cubicBezTo>
                  <a:cubicBezTo>
                    <a:pt x="4326" y="534"/>
                    <a:pt x="4337" y="537"/>
                    <a:pt x="4342" y="543"/>
                  </a:cubicBezTo>
                  <a:cubicBezTo>
                    <a:pt x="4529" y="671"/>
                    <a:pt x="4717" y="800"/>
                    <a:pt x="4879" y="939"/>
                  </a:cubicBezTo>
                  <a:cubicBezTo>
                    <a:pt x="5334" y="1311"/>
                    <a:pt x="5636" y="1789"/>
                    <a:pt x="5753" y="2370"/>
                  </a:cubicBezTo>
                  <a:cubicBezTo>
                    <a:pt x="5787" y="2590"/>
                    <a:pt x="5845" y="2811"/>
                    <a:pt x="5893" y="3046"/>
                  </a:cubicBezTo>
                  <a:cubicBezTo>
                    <a:pt x="5728" y="3079"/>
                    <a:pt x="5577" y="3116"/>
                    <a:pt x="5426" y="3138"/>
                  </a:cubicBezTo>
                  <a:cubicBezTo>
                    <a:pt x="5187" y="3179"/>
                    <a:pt x="4949" y="3193"/>
                    <a:pt x="4710" y="3193"/>
                  </a:cubicBezTo>
                  <a:cubicBezTo>
                    <a:pt x="4471" y="3193"/>
                    <a:pt x="4232" y="3179"/>
                    <a:pt x="3993" y="3160"/>
                  </a:cubicBezTo>
                  <a:cubicBezTo>
                    <a:pt x="3434" y="3127"/>
                    <a:pt x="2890" y="3010"/>
                    <a:pt x="2353" y="2859"/>
                  </a:cubicBezTo>
                  <a:cubicBezTo>
                    <a:pt x="2121" y="2789"/>
                    <a:pt x="1887" y="2685"/>
                    <a:pt x="1677" y="2557"/>
                  </a:cubicBezTo>
                  <a:cubicBezTo>
                    <a:pt x="1504" y="2451"/>
                    <a:pt x="1493" y="2428"/>
                    <a:pt x="1563" y="2241"/>
                  </a:cubicBezTo>
                  <a:cubicBezTo>
                    <a:pt x="1713" y="1881"/>
                    <a:pt x="1864" y="1532"/>
                    <a:pt x="2074" y="1205"/>
                  </a:cubicBezTo>
                  <a:cubicBezTo>
                    <a:pt x="2191" y="1032"/>
                    <a:pt x="2331" y="892"/>
                    <a:pt x="2504" y="775"/>
                  </a:cubicBezTo>
                  <a:cubicBezTo>
                    <a:pt x="2750" y="624"/>
                    <a:pt x="2993" y="495"/>
                    <a:pt x="3272" y="414"/>
                  </a:cubicBezTo>
                  <a:close/>
                  <a:moveTo>
                    <a:pt x="6801" y="2532"/>
                  </a:moveTo>
                  <a:cubicBezTo>
                    <a:pt x="6812" y="2590"/>
                    <a:pt x="6823" y="2649"/>
                    <a:pt x="6834" y="2719"/>
                  </a:cubicBezTo>
                  <a:cubicBezTo>
                    <a:pt x="6834" y="2730"/>
                    <a:pt x="6812" y="2755"/>
                    <a:pt x="6787" y="2778"/>
                  </a:cubicBezTo>
                  <a:cubicBezTo>
                    <a:pt x="6636" y="2940"/>
                    <a:pt x="6452" y="3046"/>
                    <a:pt x="6228" y="3127"/>
                  </a:cubicBezTo>
                  <a:cubicBezTo>
                    <a:pt x="6147" y="3149"/>
                    <a:pt x="6066" y="3186"/>
                    <a:pt x="5974" y="3219"/>
                  </a:cubicBezTo>
                  <a:cubicBezTo>
                    <a:pt x="5949" y="3104"/>
                    <a:pt x="5963" y="3104"/>
                    <a:pt x="6044" y="3057"/>
                  </a:cubicBezTo>
                  <a:cubicBezTo>
                    <a:pt x="6195" y="2976"/>
                    <a:pt x="6357" y="2895"/>
                    <a:pt x="6496" y="2800"/>
                  </a:cubicBezTo>
                  <a:cubicBezTo>
                    <a:pt x="6602" y="2719"/>
                    <a:pt x="6695" y="2627"/>
                    <a:pt x="6801" y="2532"/>
                  </a:cubicBezTo>
                  <a:close/>
                  <a:moveTo>
                    <a:pt x="1493" y="2498"/>
                  </a:moveTo>
                  <a:lnTo>
                    <a:pt x="1493" y="2498"/>
                  </a:lnTo>
                  <a:cubicBezTo>
                    <a:pt x="1853" y="2766"/>
                    <a:pt x="2247" y="2917"/>
                    <a:pt x="2680" y="3010"/>
                  </a:cubicBezTo>
                  <a:cubicBezTo>
                    <a:pt x="3063" y="3091"/>
                    <a:pt x="3434" y="3174"/>
                    <a:pt x="3831" y="3208"/>
                  </a:cubicBezTo>
                  <a:cubicBezTo>
                    <a:pt x="4111" y="3241"/>
                    <a:pt x="4393" y="3261"/>
                    <a:pt x="4675" y="3261"/>
                  </a:cubicBezTo>
                  <a:cubicBezTo>
                    <a:pt x="5074" y="3261"/>
                    <a:pt x="5473" y="3222"/>
                    <a:pt x="5868" y="3127"/>
                  </a:cubicBezTo>
                  <a:cubicBezTo>
                    <a:pt x="5868" y="3116"/>
                    <a:pt x="5879" y="3116"/>
                    <a:pt x="5879" y="3116"/>
                  </a:cubicBezTo>
                  <a:lnTo>
                    <a:pt x="5879" y="3116"/>
                  </a:lnTo>
                  <a:cubicBezTo>
                    <a:pt x="5926" y="3208"/>
                    <a:pt x="5915" y="3230"/>
                    <a:pt x="5823" y="3255"/>
                  </a:cubicBezTo>
                  <a:cubicBezTo>
                    <a:pt x="5513" y="3317"/>
                    <a:pt x="5204" y="3345"/>
                    <a:pt x="4894" y="3345"/>
                  </a:cubicBezTo>
                  <a:cubicBezTo>
                    <a:pt x="4796" y="3345"/>
                    <a:pt x="4698" y="3342"/>
                    <a:pt x="4599" y="3336"/>
                  </a:cubicBezTo>
                  <a:cubicBezTo>
                    <a:pt x="4298" y="3314"/>
                    <a:pt x="3982" y="3314"/>
                    <a:pt x="3680" y="3267"/>
                  </a:cubicBezTo>
                  <a:cubicBezTo>
                    <a:pt x="3133" y="3197"/>
                    <a:pt x="2585" y="3127"/>
                    <a:pt x="2063" y="2940"/>
                  </a:cubicBezTo>
                  <a:cubicBezTo>
                    <a:pt x="1864" y="2870"/>
                    <a:pt x="1688" y="2789"/>
                    <a:pt x="1526" y="2649"/>
                  </a:cubicBezTo>
                  <a:cubicBezTo>
                    <a:pt x="1479" y="2602"/>
                    <a:pt x="1468" y="2557"/>
                    <a:pt x="1493" y="2498"/>
                  </a:cubicBezTo>
                  <a:close/>
                  <a:moveTo>
                    <a:pt x="6845" y="2825"/>
                  </a:moveTo>
                  <a:cubicBezTo>
                    <a:pt x="6845" y="2928"/>
                    <a:pt x="6857" y="3021"/>
                    <a:pt x="6857" y="3104"/>
                  </a:cubicBezTo>
                  <a:cubicBezTo>
                    <a:pt x="6871" y="3208"/>
                    <a:pt x="6871" y="3300"/>
                    <a:pt x="6882" y="3406"/>
                  </a:cubicBezTo>
                  <a:cubicBezTo>
                    <a:pt x="6893" y="3487"/>
                    <a:pt x="6857" y="3557"/>
                    <a:pt x="6801" y="3605"/>
                  </a:cubicBezTo>
                  <a:cubicBezTo>
                    <a:pt x="6602" y="3803"/>
                    <a:pt x="6368" y="3929"/>
                    <a:pt x="6125" y="4035"/>
                  </a:cubicBezTo>
                  <a:cubicBezTo>
                    <a:pt x="6088" y="4046"/>
                    <a:pt x="6044" y="4068"/>
                    <a:pt x="6007" y="4082"/>
                  </a:cubicBezTo>
                  <a:lnTo>
                    <a:pt x="5974" y="4082"/>
                  </a:lnTo>
                  <a:cubicBezTo>
                    <a:pt x="5985" y="4057"/>
                    <a:pt x="5985" y="4035"/>
                    <a:pt x="5985" y="4024"/>
                  </a:cubicBezTo>
                  <a:cubicBezTo>
                    <a:pt x="6032" y="3803"/>
                    <a:pt x="6019" y="3593"/>
                    <a:pt x="5985" y="3370"/>
                  </a:cubicBezTo>
                  <a:cubicBezTo>
                    <a:pt x="5985" y="3314"/>
                    <a:pt x="5985" y="3278"/>
                    <a:pt x="6055" y="3255"/>
                  </a:cubicBezTo>
                  <a:cubicBezTo>
                    <a:pt x="6276" y="3186"/>
                    <a:pt x="6496" y="3104"/>
                    <a:pt x="6683" y="2951"/>
                  </a:cubicBezTo>
                  <a:cubicBezTo>
                    <a:pt x="6731" y="2917"/>
                    <a:pt x="6776" y="2881"/>
                    <a:pt x="6845" y="2825"/>
                  </a:cubicBezTo>
                  <a:close/>
                  <a:moveTo>
                    <a:pt x="8054" y="3775"/>
                  </a:moveTo>
                  <a:cubicBezTo>
                    <a:pt x="8097" y="3775"/>
                    <a:pt x="8140" y="3776"/>
                    <a:pt x="8184" y="3778"/>
                  </a:cubicBezTo>
                  <a:cubicBezTo>
                    <a:pt x="8198" y="3778"/>
                    <a:pt x="8231" y="3803"/>
                    <a:pt x="8242" y="3825"/>
                  </a:cubicBezTo>
                  <a:cubicBezTo>
                    <a:pt x="8267" y="3873"/>
                    <a:pt x="8290" y="3943"/>
                    <a:pt x="8312" y="3998"/>
                  </a:cubicBezTo>
                  <a:cubicBezTo>
                    <a:pt x="8209" y="4012"/>
                    <a:pt x="8103" y="4024"/>
                    <a:pt x="8010" y="4035"/>
                  </a:cubicBezTo>
                  <a:cubicBezTo>
                    <a:pt x="7893" y="4046"/>
                    <a:pt x="7765" y="4068"/>
                    <a:pt x="7650" y="4082"/>
                  </a:cubicBezTo>
                  <a:cubicBezTo>
                    <a:pt x="7635" y="4086"/>
                    <a:pt x="7622" y="4088"/>
                    <a:pt x="7611" y="4088"/>
                  </a:cubicBezTo>
                  <a:cubicBezTo>
                    <a:pt x="7588" y="4088"/>
                    <a:pt x="7572" y="4078"/>
                    <a:pt x="7555" y="4046"/>
                  </a:cubicBezTo>
                  <a:cubicBezTo>
                    <a:pt x="7522" y="3976"/>
                    <a:pt x="7474" y="3906"/>
                    <a:pt x="7429" y="3836"/>
                  </a:cubicBezTo>
                  <a:cubicBezTo>
                    <a:pt x="7631" y="3797"/>
                    <a:pt x="7842" y="3775"/>
                    <a:pt x="8054" y="3775"/>
                  </a:cubicBezTo>
                  <a:close/>
                  <a:moveTo>
                    <a:pt x="7302" y="3872"/>
                  </a:moveTo>
                  <a:cubicBezTo>
                    <a:pt x="7381" y="3872"/>
                    <a:pt x="7476" y="3994"/>
                    <a:pt x="7510" y="4116"/>
                  </a:cubicBezTo>
                  <a:cubicBezTo>
                    <a:pt x="7485" y="4116"/>
                    <a:pt x="7463" y="4116"/>
                    <a:pt x="7463" y="4105"/>
                  </a:cubicBezTo>
                  <a:cubicBezTo>
                    <a:pt x="7429" y="4057"/>
                    <a:pt x="7415" y="4024"/>
                    <a:pt x="7382" y="3976"/>
                  </a:cubicBezTo>
                  <a:cubicBezTo>
                    <a:pt x="7359" y="3943"/>
                    <a:pt x="7323" y="3906"/>
                    <a:pt x="7290" y="3873"/>
                  </a:cubicBezTo>
                  <a:cubicBezTo>
                    <a:pt x="7294" y="3872"/>
                    <a:pt x="7298" y="3872"/>
                    <a:pt x="7302" y="3872"/>
                  </a:cubicBezTo>
                  <a:close/>
                  <a:moveTo>
                    <a:pt x="1456" y="2671"/>
                  </a:moveTo>
                  <a:cubicBezTo>
                    <a:pt x="1677" y="2870"/>
                    <a:pt x="1934" y="2987"/>
                    <a:pt x="2214" y="3057"/>
                  </a:cubicBezTo>
                  <a:cubicBezTo>
                    <a:pt x="2515" y="3138"/>
                    <a:pt x="2831" y="3208"/>
                    <a:pt x="3144" y="3255"/>
                  </a:cubicBezTo>
                  <a:cubicBezTo>
                    <a:pt x="3390" y="3300"/>
                    <a:pt x="3633" y="3348"/>
                    <a:pt x="3890" y="3359"/>
                  </a:cubicBezTo>
                  <a:cubicBezTo>
                    <a:pt x="4212" y="3389"/>
                    <a:pt x="4539" y="3413"/>
                    <a:pt x="4868" y="3413"/>
                  </a:cubicBezTo>
                  <a:cubicBezTo>
                    <a:pt x="5061" y="3413"/>
                    <a:pt x="5255" y="3405"/>
                    <a:pt x="5449" y="3384"/>
                  </a:cubicBezTo>
                  <a:cubicBezTo>
                    <a:pt x="5577" y="3370"/>
                    <a:pt x="5717" y="3336"/>
                    <a:pt x="5856" y="3314"/>
                  </a:cubicBezTo>
                  <a:cubicBezTo>
                    <a:pt x="5868" y="3314"/>
                    <a:pt x="5893" y="3300"/>
                    <a:pt x="5915" y="3300"/>
                  </a:cubicBezTo>
                  <a:cubicBezTo>
                    <a:pt x="5949" y="3510"/>
                    <a:pt x="5949" y="3719"/>
                    <a:pt x="5938" y="3929"/>
                  </a:cubicBezTo>
                  <a:cubicBezTo>
                    <a:pt x="5926" y="4082"/>
                    <a:pt x="5856" y="4138"/>
                    <a:pt x="5717" y="4186"/>
                  </a:cubicBezTo>
                  <a:cubicBezTo>
                    <a:pt x="5426" y="4292"/>
                    <a:pt x="5125" y="4336"/>
                    <a:pt x="4820" y="4348"/>
                  </a:cubicBezTo>
                  <a:cubicBezTo>
                    <a:pt x="4774" y="4348"/>
                    <a:pt x="4728" y="4349"/>
                    <a:pt x="4681" y="4349"/>
                  </a:cubicBezTo>
                  <a:cubicBezTo>
                    <a:pt x="3939" y="4349"/>
                    <a:pt x="3216" y="4244"/>
                    <a:pt x="2493" y="4057"/>
                  </a:cubicBezTo>
                  <a:cubicBezTo>
                    <a:pt x="2317" y="4024"/>
                    <a:pt x="2155" y="3943"/>
                    <a:pt x="1993" y="3873"/>
                  </a:cubicBezTo>
                  <a:cubicBezTo>
                    <a:pt x="1772" y="3778"/>
                    <a:pt x="1618" y="3605"/>
                    <a:pt x="1479" y="3417"/>
                  </a:cubicBezTo>
                  <a:cubicBezTo>
                    <a:pt x="1398" y="3314"/>
                    <a:pt x="1375" y="3208"/>
                    <a:pt x="1398" y="3068"/>
                  </a:cubicBezTo>
                  <a:cubicBezTo>
                    <a:pt x="1423" y="2940"/>
                    <a:pt x="1434" y="2811"/>
                    <a:pt x="1456" y="2671"/>
                  </a:cubicBezTo>
                  <a:close/>
                  <a:moveTo>
                    <a:pt x="7206" y="3895"/>
                  </a:moveTo>
                  <a:cubicBezTo>
                    <a:pt x="7220" y="3895"/>
                    <a:pt x="7242" y="3906"/>
                    <a:pt x="7253" y="3917"/>
                  </a:cubicBezTo>
                  <a:cubicBezTo>
                    <a:pt x="7301" y="3976"/>
                    <a:pt x="7359" y="4046"/>
                    <a:pt x="7415" y="4127"/>
                  </a:cubicBezTo>
                  <a:cubicBezTo>
                    <a:pt x="6742" y="4325"/>
                    <a:pt x="6088" y="4524"/>
                    <a:pt x="5474" y="4837"/>
                  </a:cubicBezTo>
                  <a:cubicBezTo>
                    <a:pt x="5404" y="4756"/>
                    <a:pt x="5334" y="4686"/>
                    <a:pt x="5250" y="4605"/>
                  </a:cubicBezTo>
                  <a:cubicBezTo>
                    <a:pt x="5264" y="4594"/>
                    <a:pt x="5275" y="4582"/>
                    <a:pt x="5287" y="4582"/>
                  </a:cubicBezTo>
                  <a:cubicBezTo>
                    <a:pt x="5856" y="4292"/>
                    <a:pt x="6438" y="4057"/>
                    <a:pt x="7066" y="3917"/>
                  </a:cubicBezTo>
                  <a:cubicBezTo>
                    <a:pt x="7114" y="3906"/>
                    <a:pt x="7161" y="3895"/>
                    <a:pt x="7206" y="3895"/>
                  </a:cubicBezTo>
                  <a:close/>
                  <a:moveTo>
                    <a:pt x="5077" y="4571"/>
                  </a:moveTo>
                  <a:cubicBezTo>
                    <a:pt x="5088" y="4571"/>
                    <a:pt x="5125" y="4571"/>
                    <a:pt x="5136" y="4582"/>
                  </a:cubicBezTo>
                  <a:cubicBezTo>
                    <a:pt x="5239" y="4697"/>
                    <a:pt x="5368" y="4781"/>
                    <a:pt x="5426" y="4932"/>
                  </a:cubicBezTo>
                  <a:cubicBezTo>
                    <a:pt x="5437" y="4954"/>
                    <a:pt x="5437" y="4965"/>
                    <a:pt x="5449" y="4990"/>
                  </a:cubicBezTo>
                  <a:cubicBezTo>
                    <a:pt x="5437" y="5001"/>
                    <a:pt x="5426" y="5024"/>
                    <a:pt x="5404" y="5035"/>
                  </a:cubicBezTo>
                  <a:cubicBezTo>
                    <a:pt x="5334" y="5082"/>
                    <a:pt x="5264" y="5116"/>
                    <a:pt x="5194" y="5163"/>
                  </a:cubicBezTo>
                  <a:cubicBezTo>
                    <a:pt x="5168" y="5185"/>
                    <a:pt x="5146" y="5197"/>
                    <a:pt x="5126" y="5197"/>
                  </a:cubicBezTo>
                  <a:cubicBezTo>
                    <a:pt x="5101" y="5197"/>
                    <a:pt x="5079" y="5179"/>
                    <a:pt x="5055" y="5141"/>
                  </a:cubicBezTo>
                  <a:cubicBezTo>
                    <a:pt x="4960" y="5035"/>
                    <a:pt x="4879" y="4920"/>
                    <a:pt x="4787" y="4803"/>
                  </a:cubicBezTo>
                  <a:cubicBezTo>
                    <a:pt x="4750" y="4767"/>
                    <a:pt x="4750" y="4733"/>
                    <a:pt x="4809" y="4711"/>
                  </a:cubicBezTo>
                  <a:cubicBezTo>
                    <a:pt x="4890" y="4663"/>
                    <a:pt x="4985" y="4616"/>
                    <a:pt x="5077" y="4571"/>
                  </a:cubicBezTo>
                  <a:close/>
                  <a:moveTo>
                    <a:pt x="6926" y="2998"/>
                  </a:moveTo>
                  <a:lnTo>
                    <a:pt x="6926" y="2998"/>
                  </a:lnTo>
                  <a:cubicBezTo>
                    <a:pt x="7359" y="3138"/>
                    <a:pt x="7672" y="3406"/>
                    <a:pt x="7999" y="3708"/>
                  </a:cubicBezTo>
                  <a:cubicBezTo>
                    <a:pt x="7974" y="3708"/>
                    <a:pt x="7952" y="3719"/>
                    <a:pt x="7941" y="3719"/>
                  </a:cubicBezTo>
                  <a:cubicBezTo>
                    <a:pt x="7323" y="3755"/>
                    <a:pt x="6731" y="3906"/>
                    <a:pt x="6158" y="4127"/>
                  </a:cubicBezTo>
                  <a:cubicBezTo>
                    <a:pt x="5856" y="4244"/>
                    <a:pt x="5555" y="4395"/>
                    <a:pt x="5264" y="4524"/>
                  </a:cubicBezTo>
                  <a:cubicBezTo>
                    <a:pt x="5246" y="4535"/>
                    <a:pt x="5231" y="4540"/>
                    <a:pt x="5217" y="4540"/>
                  </a:cubicBezTo>
                  <a:cubicBezTo>
                    <a:pt x="5202" y="4540"/>
                    <a:pt x="5187" y="4535"/>
                    <a:pt x="5169" y="4524"/>
                  </a:cubicBezTo>
                  <a:cubicBezTo>
                    <a:pt x="5153" y="4516"/>
                    <a:pt x="5131" y="4508"/>
                    <a:pt x="5111" y="4508"/>
                  </a:cubicBezTo>
                  <a:cubicBezTo>
                    <a:pt x="5103" y="4508"/>
                    <a:pt x="5095" y="4509"/>
                    <a:pt x="5088" y="4512"/>
                  </a:cubicBezTo>
                  <a:cubicBezTo>
                    <a:pt x="4960" y="4571"/>
                    <a:pt x="4845" y="4627"/>
                    <a:pt x="4728" y="4697"/>
                  </a:cubicBezTo>
                  <a:cubicBezTo>
                    <a:pt x="4647" y="4744"/>
                    <a:pt x="4717" y="4792"/>
                    <a:pt x="4750" y="4837"/>
                  </a:cubicBezTo>
                  <a:cubicBezTo>
                    <a:pt x="4728" y="4851"/>
                    <a:pt x="4705" y="4862"/>
                    <a:pt x="4692" y="4873"/>
                  </a:cubicBezTo>
                  <a:cubicBezTo>
                    <a:pt x="4110" y="5152"/>
                    <a:pt x="3599" y="5535"/>
                    <a:pt x="3133" y="5954"/>
                  </a:cubicBezTo>
                  <a:cubicBezTo>
                    <a:pt x="3108" y="5973"/>
                    <a:pt x="3076" y="5983"/>
                    <a:pt x="3046" y="5983"/>
                  </a:cubicBezTo>
                  <a:cubicBezTo>
                    <a:pt x="3035" y="5983"/>
                    <a:pt x="3025" y="5982"/>
                    <a:pt x="3015" y="5979"/>
                  </a:cubicBezTo>
                  <a:cubicBezTo>
                    <a:pt x="2610" y="5932"/>
                    <a:pt x="2214" y="5839"/>
                    <a:pt x="1828" y="5711"/>
                  </a:cubicBezTo>
                  <a:cubicBezTo>
                    <a:pt x="1456" y="5582"/>
                    <a:pt x="1107" y="5409"/>
                    <a:pt x="780" y="5200"/>
                  </a:cubicBezTo>
                  <a:cubicBezTo>
                    <a:pt x="549" y="5071"/>
                    <a:pt x="375" y="4884"/>
                    <a:pt x="236" y="4663"/>
                  </a:cubicBezTo>
                  <a:cubicBezTo>
                    <a:pt x="107" y="4443"/>
                    <a:pt x="118" y="4208"/>
                    <a:pt x="236" y="3998"/>
                  </a:cubicBezTo>
                  <a:cubicBezTo>
                    <a:pt x="375" y="3767"/>
                    <a:pt x="571" y="3593"/>
                    <a:pt x="806" y="3465"/>
                  </a:cubicBezTo>
                  <a:cubicBezTo>
                    <a:pt x="945" y="3384"/>
                    <a:pt x="1096" y="3314"/>
                    <a:pt x="1247" y="3244"/>
                  </a:cubicBezTo>
                  <a:cubicBezTo>
                    <a:pt x="1269" y="3230"/>
                    <a:pt x="1294" y="3219"/>
                    <a:pt x="1317" y="3219"/>
                  </a:cubicBezTo>
                  <a:cubicBezTo>
                    <a:pt x="1456" y="3593"/>
                    <a:pt x="1725" y="3848"/>
                    <a:pt x="2085" y="3998"/>
                  </a:cubicBezTo>
                  <a:cubicBezTo>
                    <a:pt x="2482" y="4152"/>
                    <a:pt x="2890" y="4222"/>
                    <a:pt x="3295" y="4303"/>
                  </a:cubicBezTo>
                  <a:cubicBezTo>
                    <a:pt x="3755" y="4374"/>
                    <a:pt x="4212" y="4408"/>
                    <a:pt x="4671" y="4408"/>
                  </a:cubicBezTo>
                  <a:cubicBezTo>
                    <a:pt x="4737" y="4408"/>
                    <a:pt x="4802" y="4408"/>
                    <a:pt x="4868" y="4406"/>
                  </a:cubicBezTo>
                  <a:cubicBezTo>
                    <a:pt x="5125" y="4406"/>
                    <a:pt x="5368" y="4373"/>
                    <a:pt x="5613" y="4292"/>
                  </a:cubicBezTo>
                  <a:cubicBezTo>
                    <a:pt x="5879" y="4186"/>
                    <a:pt x="6136" y="4093"/>
                    <a:pt x="6393" y="3976"/>
                  </a:cubicBezTo>
                  <a:cubicBezTo>
                    <a:pt x="6544" y="3895"/>
                    <a:pt x="6683" y="3778"/>
                    <a:pt x="6812" y="3674"/>
                  </a:cubicBezTo>
                  <a:cubicBezTo>
                    <a:pt x="6940" y="3593"/>
                    <a:pt x="6963" y="3454"/>
                    <a:pt x="6952" y="3314"/>
                  </a:cubicBezTo>
                  <a:cubicBezTo>
                    <a:pt x="6940" y="3208"/>
                    <a:pt x="6940" y="3116"/>
                    <a:pt x="6926" y="2998"/>
                  </a:cubicBezTo>
                  <a:close/>
                  <a:moveTo>
                    <a:pt x="8242" y="4093"/>
                  </a:moveTo>
                  <a:lnTo>
                    <a:pt x="8242" y="4093"/>
                  </a:lnTo>
                  <a:cubicBezTo>
                    <a:pt x="8393" y="4443"/>
                    <a:pt x="8360" y="4686"/>
                    <a:pt x="8150" y="4943"/>
                  </a:cubicBezTo>
                  <a:cubicBezTo>
                    <a:pt x="7882" y="5256"/>
                    <a:pt x="7533" y="5465"/>
                    <a:pt x="7136" y="5582"/>
                  </a:cubicBezTo>
                  <a:cubicBezTo>
                    <a:pt x="6834" y="5663"/>
                    <a:pt x="6533" y="5758"/>
                    <a:pt x="6217" y="5828"/>
                  </a:cubicBezTo>
                  <a:cubicBezTo>
                    <a:pt x="5879" y="5909"/>
                    <a:pt x="5530" y="5968"/>
                    <a:pt x="5169" y="6002"/>
                  </a:cubicBezTo>
                  <a:cubicBezTo>
                    <a:pt x="4837" y="6034"/>
                    <a:pt x="4499" y="6039"/>
                    <a:pt x="4163" y="6039"/>
                  </a:cubicBezTo>
                  <a:cubicBezTo>
                    <a:pt x="4005" y="6039"/>
                    <a:pt x="3848" y="6038"/>
                    <a:pt x="3691" y="6038"/>
                  </a:cubicBezTo>
                  <a:cubicBezTo>
                    <a:pt x="3669" y="6038"/>
                    <a:pt x="3644" y="6024"/>
                    <a:pt x="3599" y="6024"/>
                  </a:cubicBezTo>
                  <a:cubicBezTo>
                    <a:pt x="4029" y="5652"/>
                    <a:pt x="4518" y="5409"/>
                    <a:pt x="5018" y="5186"/>
                  </a:cubicBezTo>
                  <a:cubicBezTo>
                    <a:pt x="5030" y="5200"/>
                    <a:pt x="5041" y="5211"/>
                    <a:pt x="5041" y="5222"/>
                  </a:cubicBezTo>
                  <a:cubicBezTo>
                    <a:pt x="5067" y="5255"/>
                    <a:pt x="5097" y="5269"/>
                    <a:pt x="5127" y="5269"/>
                  </a:cubicBezTo>
                  <a:cubicBezTo>
                    <a:pt x="5150" y="5269"/>
                    <a:pt x="5173" y="5260"/>
                    <a:pt x="5194" y="5244"/>
                  </a:cubicBezTo>
                  <a:cubicBezTo>
                    <a:pt x="5287" y="5186"/>
                    <a:pt x="5379" y="5130"/>
                    <a:pt x="5460" y="5071"/>
                  </a:cubicBezTo>
                  <a:cubicBezTo>
                    <a:pt x="5507" y="5046"/>
                    <a:pt x="5530" y="5013"/>
                    <a:pt x="5507" y="4954"/>
                  </a:cubicBezTo>
                  <a:cubicBezTo>
                    <a:pt x="5485" y="4906"/>
                    <a:pt x="5507" y="4895"/>
                    <a:pt x="5555" y="4873"/>
                  </a:cubicBezTo>
                  <a:cubicBezTo>
                    <a:pt x="5893" y="4697"/>
                    <a:pt x="6242" y="4571"/>
                    <a:pt x="6602" y="4443"/>
                  </a:cubicBezTo>
                  <a:cubicBezTo>
                    <a:pt x="6996" y="4314"/>
                    <a:pt x="7393" y="4186"/>
                    <a:pt x="7812" y="4127"/>
                  </a:cubicBezTo>
                  <a:cubicBezTo>
                    <a:pt x="7952" y="4105"/>
                    <a:pt x="8103" y="4105"/>
                    <a:pt x="8242" y="4093"/>
                  </a:cubicBezTo>
                  <a:close/>
                  <a:moveTo>
                    <a:pt x="4787" y="4895"/>
                  </a:moveTo>
                  <a:cubicBezTo>
                    <a:pt x="4856" y="4965"/>
                    <a:pt x="4915" y="5035"/>
                    <a:pt x="4996" y="5116"/>
                  </a:cubicBezTo>
                  <a:cubicBezTo>
                    <a:pt x="4890" y="5163"/>
                    <a:pt x="4798" y="5211"/>
                    <a:pt x="4705" y="5256"/>
                  </a:cubicBezTo>
                  <a:cubicBezTo>
                    <a:pt x="4379" y="5395"/>
                    <a:pt x="4063" y="5582"/>
                    <a:pt x="3772" y="5792"/>
                  </a:cubicBezTo>
                  <a:cubicBezTo>
                    <a:pt x="3658" y="5884"/>
                    <a:pt x="3552" y="6002"/>
                    <a:pt x="3448" y="6108"/>
                  </a:cubicBezTo>
                  <a:cubicBezTo>
                    <a:pt x="3428" y="6117"/>
                    <a:pt x="3409" y="6133"/>
                    <a:pt x="3391" y="6133"/>
                  </a:cubicBezTo>
                  <a:cubicBezTo>
                    <a:pt x="3387" y="6133"/>
                    <a:pt x="3383" y="6132"/>
                    <a:pt x="3379" y="6130"/>
                  </a:cubicBezTo>
                  <a:cubicBezTo>
                    <a:pt x="3295" y="6130"/>
                    <a:pt x="3203" y="6108"/>
                    <a:pt x="3110" y="6094"/>
                  </a:cubicBezTo>
                  <a:cubicBezTo>
                    <a:pt x="3144" y="6049"/>
                    <a:pt x="3169" y="6002"/>
                    <a:pt x="3203" y="5968"/>
                  </a:cubicBezTo>
                  <a:cubicBezTo>
                    <a:pt x="3412" y="5792"/>
                    <a:pt x="3633" y="5619"/>
                    <a:pt x="3853" y="5454"/>
                  </a:cubicBezTo>
                  <a:cubicBezTo>
                    <a:pt x="4122" y="5256"/>
                    <a:pt x="4412" y="5071"/>
                    <a:pt x="4717" y="4932"/>
                  </a:cubicBezTo>
                  <a:cubicBezTo>
                    <a:pt x="4739" y="4920"/>
                    <a:pt x="4761" y="4906"/>
                    <a:pt x="4787" y="4895"/>
                  </a:cubicBezTo>
                  <a:close/>
                  <a:moveTo>
                    <a:pt x="3917" y="0"/>
                  </a:moveTo>
                  <a:cubicBezTo>
                    <a:pt x="3685" y="0"/>
                    <a:pt x="3498" y="103"/>
                    <a:pt x="3353" y="297"/>
                  </a:cubicBezTo>
                  <a:cubicBezTo>
                    <a:pt x="3331" y="322"/>
                    <a:pt x="3309" y="356"/>
                    <a:pt x="3272" y="367"/>
                  </a:cubicBezTo>
                  <a:cubicBezTo>
                    <a:pt x="2971" y="437"/>
                    <a:pt x="2702" y="590"/>
                    <a:pt x="2445" y="752"/>
                  </a:cubicBezTo>
                  <a:cubicBezTo>
                    <a:pt x="2283" y="856"/>
                    <a:pt x="2144" y="984"/>
                    <a:pt x="2026" y="1149"/>
                  </a:cubicBezTo>
                  <a:cubicBezTo>
                    <a:pt x="1644" y="1741"/>
                    <a:pt x="1375" y="2381"/>
                    <a:pt x="1317" y="3104"/>
                  </a:cubicBezTo>
                  <a:cubicBezTo>
                    <a:pt x="1317" y="3138"/>
                    <a:pt x="1294" y="3149"/>
                    <a:pt x="1258" y="3160"/>
                  </a:cubicBezTo>
                  <a:cubicBezTo>
                    <a:pt x="1074" y="3255"/>
                    <a:pt x="887" y="3348"/>
                    <a:pt x="699" y="3454"/>
                  </a:cubicBezTo>
                  <a:cubicBezTo>
                    <a:pt x="526" y="3546"/>
                    <a:pt x="375" y="3686"/>
                    <a:pt x="247" y="3848"/>
                  </a:cubicBezTo>
                  <a:cubicBezTo>
                    <a:pt x="60" y="4093"/>
                    <a:pt x="1" y="4443"/>
                    <a:pt x="199" y="4744"/>
                  </a:cubicBezTo>
                  <a:cubicBezTo>
                    <a:pt x="361" y="4976"/>
                    <a:pt x="560" y="5163"/>
                    <a:pt x="806" y="5303"/>
                  </a:cubicBezTo>
                  <a:cubicBezTo>
                    <a:pt x="1479" y="5711"/>
                    <a:pt x="2214" y="5954"/>
                    <a:pt x="2993" y="6060"/>
                  </a:cubicBezTo>
                  <a:cubicBezTo>
                    <a:pt x="3015" y="6060"/>
                    <a:pt x="3052" y="6060"/>
                    <a:pt x="3052" y="6108"/>
                  </a:cubicBezTo>
                  <a:cubicBezTo>
                    <a:pt x="3052" y="6130"/>
                    <a:pt x="3085" y="6152"/>
                    <a:pt x="3110" y="6152"/>
                  </a:cubicBezTo>
                  <a:cubicBezTo>
                    <a:pt x="3203" y="6178"/>
                    <a:pt x="3295" y="6189"/>
                    <a:pt x="3390" y="6211"/>
                  </a:cubicBezTo>
                  <a:cubicBezTo>
                    <a:pt x="3434" y="6211"/>
                    <a:pt x="3471" y="6189"/>
                    <a:pt x="3504" y="6152"/>
                  </a:cubicBezTo>
                  <a:cubicBezTo>
                    <a:pt x="3518" y="6130"/>
                    <a:pt x="3563" y="6108"/>
                    <a:pt x="3588" y="6108"/>
                  </a:cubicBezTo>
                  <a:cubicBezTo>
                    <a:pt x="3709" y="6108"/>
                    <a:pt x="3829" y="6122"/>
                    <a:pt x="3944" y="6122"/>
                  </a:cubicBezTo>
                  <a:cubicBezTo>
                    <a:pt x="3973" y="6122"/>
                    <a:pt x="4001" y="6121"/>
                    <a:pt x="4029" y="6119"/>
                  </a:cubicBezTo>
                  <a:cubicBezTo>
                    <a:pt x="4437" y="6094"/>
                    <a:pt x="4845" y="6119"/>
                    <a:pt x="5250" y="6060"/>
                  </a:cubicBezTo>
                  <a:cubicBezTo>
                    <a:pt x="5588" y="6013"/>
                    <a:pt x="5938" y="5968"/>
                    <a:pt x="6276" y="5884"/>
                  </a:cubicBezTo>
                  <a:cubicBezTo>
                    <a:pt x="6577" y="5814"/>
                    <a:pt x="6871" y="5722"/>
                    <a:pt x="7161" y="5641"/>
                  </a:cubicBezTo>
                  <a:cubicBezTo>
                    <a:pt x="7346" y="5594"/>
                    <a:pt x="7522" y="5501"/>
                    <a:pt x="7695" y="5409"/>
                  </a:cubicBezTo>
                  <a:cubicBezTo>
                    <a:pt x="7893" y="5303"/>
                    <a:pt x="8058" y="5163"/>
                    <a:pt x="8198" y="5001"/>
                  </a:cubicBezTo>
                  <a:cubicBezTo>
                    <a:pt x="8337" y="4837"/>
                    <a:pt x="8429" y="4663"/>
                    <a:pt x="8407" y="4454"/>
                  </a:cubicBezTo>
                  <a:cubicBezTo>
                    <a:pt x="8393" y="4336"/>
                    <a:pt x="8371" y="4222"/>
                    <a:pt x="8348" y="4093"/>
                  </a:cubicBezTo>
                  <a:cubicBezTo>
                    <a:pt x="8407" y="4082"/>
                    <a:pt x="8407" y="4035"/>
                    <a:pt x="8382" y="3976"/>
                  </a:cubicBezTo>
                  <a:cubicBezTo>
                    <a:pt x="8348" y="3917"/>
                    <a:pt x="8337" y="3859"/>
                    <a:pt x="8312" y="3803"/>
                  </a:cubicBezTo>
                  <a:cubicBezTo>
                    <a:pt x="8279" y="3733"/>
                    <a:pt x="8231" y="3697"/>
                    <a:pt x="8150" y="3697"/>
                  </a:cubicBezTo>
                  <a:cubicBezTo>
                    <a:pt x="8146" y="3699"/>
                    <a:pt x="8141" y="3700"/>
                    <a:pt x="8135" y="3700"/>
                  </a:cubicBezTo>
                  <a:cubicBezTo>
                    <a:pt x="8111" y="3700"/>
                    <a:pt x="8076" y="3683"/>
                    <a:pt x="8058" y="3674"/>
                  </a:cubicBezTo>
                  <a:cubicBezTo>
                    <a:pt x="7952" y="3579"/>
                    <a:pt x="7860" y="3476"/>
                    <a:pt x="7742" y="3384"/>
                  </a:cubicBezTo>
                  <a:cubicBezTo>
                    <a:pt x="7499" y="3197"/>
                    <a:pt x="7253" y="3035"/>
                    <a:pt x="6963" y="2940"/>
                  </a:cubicBezTo>
                  <a:cubicBezTo>
                    <a:pt x="6940" y="2940"/>
                    <a:pt x="6926" y="2917"/>
                    <a:pt x="6926" y="2895"/>
                  </a:cubicBezTo>
                  <a:cubicBezTo>
                    <a:pt x="6915" y="2836"/>
                    <a:pt x="6915" y="2778"/>
                    <a:pt x="6904" y="2708"/>
                  </a:cubicBezTo>
                  <a:cubicBezTo>
                    <a:pt x="6857" y="2440"/>
                    <a:pt x="6801" y="2160"/>
                    <a:pt x="6695" y="1903"/>
                  </a:cubicBezTo>
                  <a:cubicBezTo>
                    <a:pt x="6533" y="1498"/>
                    <a:pt x="6276" y="1160"/>
                    <a:pt x="5926" y="892"/>
                  </a:cubicBezTo>
                  <a:cubicBezTo>
                    <a:pt x="5834" y="822"/>
                    <a:pt x="5728" y="763"/>
                    <a:pt x="5636" y="694"/>
                  </a:cubicBezTo>
                  <a:cubicBezTo>
                    <a:pt x="5287" y="473"/>
                    <a:pt x="4926" y="322"/>
                    <a:pt x="4507" y="297"/>
                  </a:cubicBezTo>
                  <a:cubicBezTo>
                    <a:pt x="4482" y="297"/>
                    <a:pt x="4460" y="286"/>
                    <a:pt x="4460" y="275"/>
                  </a:cubicBezTo>
                  <a:cubicBezTo>
                    <a:pt x="4342" y="124"/>
                    <a:pt x="4191" y="31"/>
                    <a:pt x="4018" y="6"/>
                  </a:cubicBezTo>
                  <a:cubicBezTo>
                    <a:pt x="3984" y="2"/>
                    <a:pt x="3950" y="0"/>
                    <a:pt x="3917"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15"/>
            <p:cNvSpPr/>
            <p:nvPr/>
          </p:nvSpPr>
          <p:spPr>
            <a:xfrm>
              <a:off x="6570563" y="464226"/>
              <a:ext cx="20348" cy="21180"/>
            </a:xfrm>
            <a:custGeom>
              <a:avLst/>
              <a:gdLst/>
              <a:ahLst/>
              <a:cxnLst/>
              <a:rect l="l" t="t" r="r" b="b"/>
              <a:pathLst>
                <a:path w="269" h="280" extrusionOk="0">
                  <a:moveTo>
                    <a:pt x="142" y="79"/>
                  </a:moveTo>
                  <a:cubicBezTo>
                    <a:pt x="173" y="79"/>
                    <a:pt x="208" y="112"/>
                    <a:pt x="198" y="151"/>
                  </a:cubicBezTo>
                  <a:cubicBezTo>
                    <a:pt x="187" y="176"/>
                    <a:pt x="151" y="198"/>
                    <a:pt x="117" y="210"/>
                  </a:cubicBezTo>
                  <a:cubicBezTo>
                    <a:pt x="116" y="211"/>
                    <a:pt x="114" y="211"/>
                    <a:pt x="113" y="211"/>
                  </a:cubicBezTo>
                  <a:cubicBezTo>
                    <a:pt x="99" y="211"/>
                    <a:pt x="78" y="172"/>
                    <a:pt x="48" y="140"/>
                  </a:cubicBezTo>
                  <a:cubicBezTo>
                    <a:pt x="81" y="117"/>
                    <a:pt x="103" y="81"/>
                    <a:pt x="129" y="81"/>
                  </a:cubicBezTo>
                  <a:cubicBezTo>
                    <a:pt x="133" y="80"/>
                    <a:pt x="137" y="79"/>
                    <a:pt x="142" y="79"/>
                  </a:cubicBezTo>
                  <a:close/>
                  <a:moveTo>
                    <a:pt x="129" y="0"/>
                  </a:moveTo>
                  <a:cubicBezTo>
                    <a:pt x="59" y="0"/>
                    <a:pt x="0" y="70"/>
                    <a:pt x="0" y="151"/>
                  </a:cubicBezTo>
                  <a:cubicBezTo>
                    <a:pt x="0" y="232"/>
                    <a:pt x="48" y="279"/>
                    <a:pt x="117" y="279"/>
                  </a:cubicBezTo>
                  <a:cubicBezTo>
                    <a:pt x="198" y="279"/>
                    <a:pt x="268" y="221"/>
                    <a:pt x="268" y="151"/>
                  </a:cubicBezTo>
                  <a:cubicBezTo>
                    <a:pt x="268" y="81"/>
                    <a:pt x="198" y="0"/>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8" name="Google Shape;858;p15"/>
            <p:cNvSpPr/>
            <p:nvPr/>
          </p:nvSpPr>
          <p:spPr>
            <a:xfrm>
              <a:off x="6529945" y="453637"/>
              <a:ext cx="20348" cy="20348"/>
            </a:xfrm>
            <a:custGeom>
              <a:avLst/>
              <a:gdLst/>
              <a:ahLst/>
              <a:cxnLst/>
              <a:rect l="l" t="t" r="r" b="b"/>
              <a:pathLst>
                <a:path w="269" h="269" extrusionOk="0">
                  <a:moveTo>
                    <a:pt x="129" y="70"/>
                  </a:moveTo>
                  <a:cubicBezTo>
                    <a:pt x="166" y="70"/>
                    <a:pt x="188" y="107"/>
                    <a:pt x="235" y="140"/>
                  </a:cubicBezTo>
                  <a:cubicBezTo>
                    <a:pt x="194" y="172"/>
                    <a:pt x="172" y="201"/>
                    <a:pt x="150" y="201"/>
                  </a:cubicBezTo>
                  <a:cubicBezTo>
                    <a:pt x="147" y="201"/>
                    <a:pt x="144" y="200"/>
                    <a:pt x="140" y="199"/>
                  </a:cubicBezTo>
                  <a:cubicBezTo>
                    <a:pt x="118" y="199"/>
                    <a:pt x="96" y="162"/>
                    <a:pt x="71" y="140"/>
                  </a:cubicBezTo>
                  <a:cubicBezTo>
                    <a:pt x="96" y="118"/>
                    <a:pt x="107" y="70"/>
                    <a:pt x="129" y="70"/>
                  </a:cubicBezTo>
                  <a:close/>
                  <a:moveTo>
                    <a:pt x="129" y="0"/>
                  </a:moveTo>
                  <a:cubicBezTo>
                    <a:pt x="71" y="0"/>
                    <a:pt x="1" y="70"/>
                    <a:pt x="1" y="140"/>
                  </a:cubicBezTo>
                  <a:cubicBezTo>
                    <a:pt x="1" y="210"/>
                    <a:pt x="71" y="269"/>
                    <a:pt x="152" y="269"/>
                  </a:cubicBezTo>
                  <a:cubicBezTo>
                    <a:pt x="210" y="269"/>
                    <a:pt x="269" y="210"/>
                    <a:pt x="269" y="140"/>
                  </a:cubicBezTo>
                  <a:cubicBezTo>
                    <a:pt x="269" y="70"/>
                    <a:pt x="199" y="0"/>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9" name="Google Shape;859;p15"/>
            <p:cNvSpPr/>
            <p:nvPr/>
          </p:nvSpPr>
          <p:spPr>
            <a:xfrm>
              <a:off x="6713975" y="417405"/>
              <a:ext cx="20423" cy="7867"/>
            </a:xfrm>
            <a:custGeom>
              <a:avLst/>
              <a:gdLst/>
              <a:ahLst/>
              <a:cxnLst/>
              <a:rect l="l" t="t" r="r" b="b"/>
              <a:pathLst>
                <a:path w="270" h="104" extrusionOk="0">
                  <a:moveTo>
                    <a:pt x="31" y="0"/>
                  </a:moveTo>
                  <a:cubicBezTo>
                    <a:pt x="28" y="0"/>
                    <a:pt x="25" y="1"/>
                    <a:pt x="23" y="2"/>
                  </a:cubicBezTo>
                  <a:cubicBezTo>
                    <a:pt x="12" y="13"/>
                    <a:pt x="1" y="38"/>
                    <a:pt x="12" y="49"/>
                  </a:cubicBezTo>
                  <a:cubicBezTo>
                    <a:pt x="32" y="75"/>
                    <a:pt x="143" y="104"/>
                    <a:pt x="218" y="104"/>
                  </a:cubicBezTo>
                  <a:cubicBezTo>
                    <a:pt x="239" y="104"/>
                    <a:pt x="257" y="101"/>
                    <a:pt x="269" y="97"/>
                  </a:cubicBezTo>
                  <a:cubicBezTo>
                    <a:pt x="248" y="63"/>
                    <a:pt x="76" y="0"/>
                    <a:pt x="3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0" name="Google Shape;860;p15"/>
            <p:cNvSpPr/>
            <p:nvPr/>
          </p:nvSpPr>
          <p:spPr>
            <a:xfrm>
              <a:off x="6601348" y="399101"/>
              <a:ext cx="15129" cy="15961"/>
            </a:xfrm>
            <a:custGeom>
              <a:avLst/>
              <a:gdLst/>
              <a:ahLst/>
              <a:cxnLst/>
              <a:rect l="l" t="t" r="r" b="b"/>
              <a:pathLst>
                <a:path w="200" h="211" extrusionOk="0">
                  <a:moveTo>
                    <a:pt x="199" y="1"/>
                  </a:moveTo>
                  <a:cubicBezTo>
                    <a:pt x="129" y="12"/>
                    <a:pt x="12" y="140"/>
                    <a:pt x="1" y="210"/>
                  </a:cubicBezTo>
                  <a:cubicBezTo>
                    <a:pt x="71" y="199"/>
                    <a:pt x="199" y="59"/>
                    <a:pt x="19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1" name="Google Shape;861;p15"/>
            <p:cNvSpPr/>
            <p:nvPr/>
          </p:nvSpPr>
          <p:spPr>
            <a:xfrm>
              <a:off x="6733489" y="433365"/>
              <a:ext cx="11422" cy="14448"/>
            </a:xfrm>
            <a:custGeom>
              <a:avLst/>
              <a:gdLst/>
              <a:ahLst/>
              <a:cxnLst/>
              <a:rect l="l" t="t" r="r" b="b"/>
              <a:pathLst>
                <a:path w="151" h="191" extrusionOk="0">
                  <a:moveTo>
                    <a:pt x="11" y="0"/>
                  </a:moveTo>
                  <a:lnTo>
                    <a:pt x="11" y="0"/>
                  </a:lnTo>
                  <a:cubicBezTo>
                    <a:pt x="1" y="87"/>
                    <a:pt x="68" y="190"/>
                    <a:pt x="133" y="190"/>
                  </a:cubicBezTo>
                  <a:cubicBezTo>
                    <a:pt x="139" y="190"/>
                    <a:pt x="145" y="189"/>
                    <a:pt x="151" y="187"/>
                  </a:cubicBezTo>
                  <a:cubicBezTo>
                    <a:pt x="103" y="129"/>
                    <a:pt x="81" y="48"/>
                    <a:pt x="1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15"/>
            <p:cNvSpPr/>
            <p:nvPr/>
          </p:nvSpPr>
          <p:spPr>
            <a:xfrm>
              <a:off x="6423445" y="588275"/>
              <a:ext cx="48487" cy="36157"/>
            </a:xfrm>
            <a:custGeom>
              <a:avLst/>
              <a:gdLst/>
              <a:ahLst/>
              <a:cxnLst/>
              <a:rect l="l" t="t" r="r" b="b"/>
              <a:pathLst>
                <a:path w="641" h="478" extrusionOk="0">
                  <a:moveTo>
                    <a:pt x="615" y="0"/>
                  </a:moveTo>
                  <a:cubicBezTo>
                    <a:pt x="433" y="0"/>
                    <a:pt x="1" y="324"/>
                    <a:pt x="1" y="478"/>
                  </a:cubicBezTo>
                  <a:cubicBezTo>
                    <a:pt x="23" y="444"/>
                    <a:pt x="59" y="433"/>
                    <a:pt x="71" y="408"/>
                  </a:cubicBezTo>
                  <a:cubicBezTo>
                    <a:pt x="199" y="235"/>
                    <a:pt x="372" y="128"/>
                    <a:pt x="571" y="47"/>
                  </a:cubicBezTo>
                  <a:cubicBezTo>
                    <a:pt x="596" y="36"/>
                    <a:pt x="607" y="14"/>
                    <a:pt x="640" y="3"/>
                  </a:cubicBezTo>
                  <a:cubicBezTo>
                    <a:pt x="633" y="1"/>
                    <a:pt x="624" y="0"/>
                    <a:pt x="61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15"/>
            <p:cNvSpPr/>
            <p:nvPr/>
          </p:nvSpPr>
          <p:spPr>
            <a:xfrm>
              <a:off x="6411191" y="632372"/>
              <a:ext cx="8775" cy="22088"/>
            </a:xfrm>
            <a:custGeom>
              <a:avLst/>
              <a:gdLst/>
              <a:ahLst/>
              <a:cxnLst/>
              <a:rect l="l" t="t" r="r" b="b"/>
              <a:pathLst>
                <a:path w="116" h="292" extrusionOk="0">
                  <a:moveTo>
                    <a:pt x="104" y="1"/>
                  </a:moveTo>
                  <a:cubicBezTo>
                    <a:pt x="34" y="48"/>
                    <a:pt x="23" y="118"/>
                    <a:pt x="12" y="188"/>
                  </a:cubicBezTo>
                  <a:cubicBezTo>
                    <a:pt x="12" y="221"/>
                    <a:pt x="1" y="269"/>
                    <a:pt x="59" y="291"/>
                  </a:cubicBezTo>
                  <a:cubicBezTo>
                    <a:pt x="82" y="199"/>
                    <a:pt x="104" y="104"/>
                    <a:pt x="115" y="12"/>
                  </a:cubicBezTo>
                  <a:lnTo>
                    <a:pt x="104" y="1"/>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4" name="Google Shape;864;p15"/>
            <p:cNvSpPr/>
            <p:nvPr/>
          </p:nvSpPr>
          <p:spPr>
            <a:xfrm>
              <a:off x="6940287" y="581164"/>
              <a:ext cx="15961" cy="13464"/>
            </a:xfrm>
            <a:custGeom>
              <a:avLst/>
              <a:gdLst/>
              <a:ahLst/>
              <a:cxnLst/>
              <a:rect l="l" t="t" r="r" b="b"/>
              <a:pathLst>
                <a:path w="211" h="178" extrusionOk="0">
                  <a:moveTo>
                    <a:pt x="11" y="1"/>
                  </a:moveTo>
                  <a:cubicBezTo>
                    <a:pt x="8" y="1"/>
                    <a:pt x="4" y="1"/>
                    <a:pt x="1" y="2"/>
                  </a:cubicBezTo>
                  <a:cubicBezTo>
                    <a:pt x="48" y="83"/>
                    <a:pt x="118" y="141"/>
                    <a:pt x="211" y="178"/>
                  </a:cubicBezTo>
                  <a:cubicBezTo>
                    <a:pt x="189" y="88"/>
                    <a:pt x="74" y="1"/>
                    <a:pt x="1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15"/>
            <p:cNvSpPr/>
            <p:nvPr/>
          </p:nvSpPr>
          <p:spPr>
            <a:xfrm>
              <a:off x="6598625" y="701885"/>
              <a:ext cx="15961" cy="14296"/>
            </a:xfrm>
            <a:custGeom>
              <a:avLst/>
              <a:gdLst/>
              <a:ahLst/>
              <a:cxnLst/>
              <a:rect l="l" t="t" r="r" b="b"/>
              <a:pathLst>
                <a:path w="211" h="189" extrusionOk="0">
                  <a:moveTo>
                    <a:pt x="1" y="1"/>
                  </a:moveTo>
                  <a:cubicBezTo>
                    <a:pt x="25" y="89"/>
                    <a:pt x="139" y="189"/>
                    <a:pt x="201" y="189"/>
                  </a:cubicBezTo>
                  <a:cubicBezTo>
                    <a:pt x="204" y="189"/>
                    <a:pt x="207" y="189"/>
                    <a:pt x="210" y="188"/>
                  </a:cubicBezTo>
                  <a:cubicBezTo>
                    <a:pt x="188" y="129"/>
                    <a:pt x="48" y="1"/>
                    <a:pt x="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15"/>
            <p:cNvSpPr/>
            <p:nvPr/>
          </p:nvSpPr>
          <p:spPr>
            <a:xfrm>
              <a:off x="6503547" y="641298"/>
              <a:ext cx="5371" cy="15885"/>
            </a:xfrm>
            <a:custGeom>
              <a:avLst/>
              <a:gdLst/>
              <a:ahLst/>
              <a:cxnLst/>
              <a:rect l="l" t="t" r="r" b="b"/>
              <a:pathLst>
                <a:path w="71" h="210" extrusionOk="0">
                  <a:moveTo>
                    <a:pt x="12" y="0"/>
                  </a:moveTo>
                  <a:cubicBezTo>
                    <a:pt x="12" y="70"/>
                    <a:pt x="0" y="140"/>
                    <a:pt x="0" y="210"/>
                  </a:cubicBezTo>
                  <a:lnTo>
                    <a:pt x="26" y="210"/>
                  </a:lnTo>
                  <a:cubicBezTo>
                    <a:pt x="59" y="162"/>
                    <a:pt x="70" y="45"/>
                    <a:pt x="1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15"/>
            <p:cNvSpPr/>
            <p:nvPr/>
          </p:nvSpPr>
          <p:spPr>
            <a:xfrm>
              <a:off x="6629486" y="706347"/>
              <a:ext cx="5371" cy="10666"/>
            </a:xfrm>
            <a:custGeom>
              <a:avLst/>
              <a:gdLst/>
              <a:ahLst/>
              <a:cxnLst/>
              <a:rect l="l" t="t" r="r" b="b"/>
              <a:pathLst>
                <a:path w="71" h="141" extrusionOk="0">
                  <a:moveTo>
                    <a:pt x="23" y="1"/>
                  </a:moveTo>
                  <a:cubicBezTo>
                    <a:pt x="12" y="23"/>
                    <a:pt x="1" y="48"/>
                    <a:pt x="1" y="70"/>
                  </a:cubicBezTo>
                  <a:cubicBezTo>
                    <a:pt x="1" y="93"/>
                    <a:pt x="12" y="118"/>
                    <a:pt x="23" y="140"/>
                  </a:cubicBezTo>
                  <a:cubicBezTo>
                    <a:pt x="37" y="118"/>
                    <a:pt x="48" y="104"/>
                    <a:pt x="70" y="70"/>
                  </a:cubicBezTo>
                  <a:cubicBezTo>
                    <a:pt x="59" y="48"/>
                    <a:pt x="48" y="23"/>
                    <a:pt x="2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15"/>
            <p:cNvSpPr/>
            <p:nvPr/>
          </p:nvSpPr>
          <p:spPr>
            <a:xfrm>
              <a:off x="6781823" y="718601"/>
              <a:ext cx="189409" cy="55673"/>
            </a:xfrm>
            <a:custGeom>
              <a:avLst/>
              <a:gdLst/>
              <a:ahLst/>
              <a:cxnLst/>
              <a:rect l="l" t="t" r="r" b="b"/>
              <a:pathLst>
                <a:path w="2504" h="736" extrusionOk="0">
                  <a:moveTo>
                    <a:pt x="2493" y="1"/>
                  </a:moveTo>
                  <a:cubicBezTo>
                    <a:pt x="2468" y="12"/>
                    <a:pt x="2445" y="26"/>
                    <a:pt x="2423" y="37"/>
                  </a:cubicBezTo>
                  <a:cubicBezTo>
                    <a:pt x="2269" y="107"/>
                    <a:pt x="2118" y="177"/>
                    <a:pt x="1979" y="246"/>
                  </a:cubicBezTo>
                  <a:cubicBezTo>
                    <a:pt x="1560" y="420"/>
                    <a:pt x="1129" y="501"/>
                    <a:pt x="688" y="559"/>
                  </a:cubicBezTo>
                  <a:cubicBezTo>
                    <a:pt x="490" y="596"/>
                    <a:pt x="280" y="629"/>
                    <a:pt x="82" y="665"/>
                  </a:cubicBezTo>
                  <a:cubicBezTo>
                    <a:pt x="59" y="677"/>
                    <a:pt x="34" y="688"/>
                    <a:pt x="1" y="699"/>
                  </a:cubicBezTo>
                  <a:cubicBezTo>
                    <a:pt x="12" y="710"/>
                    <a:pt x="12" y="724"/>
                    <a:pt x="12" y="735"/>
                  </a:cubicBezTo>
                  <a:cubicBezTo>
                    <a:pt x="59" y="724"/>
                    <a:pt x="93" y="724"/>
                    <a:pt x="140" y="724"/>
                  </a:cubicBezTo>
                  <a:cubicBezTo>
                    <a:pt x="467" y="665"/>
                    <a:pt x="803" y="607"/>
                    <a:pt x="1129" y="548"/>
                  </a:cubicBezTo>
                  <a:cubicBezTo>
                    <a:pt x="1607" y="467"/>
                    <a:pt x="2048" y="316"/>
                    <a:pt x="2456" y="70"/>
                  </a:cubicBezTo>
                  <a:cubicBezTo>
                    <a:pt x="2479" y="59"/>
                    <a:pt x="2493" y="37"/>
                    <a:pt x="2504" y="26"/>
                  </a:cubicBezTo>
                  <a:cubicBezTo>
                    <a:pt x="2504" y="26"/>
                    <a:pt x="2493" y="12"/>
                    <a:pt x="249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15"/>
            <p:cNvSpPr/>
            <p:nvPr/>
          </p:nvSpPr>
          <p:spPr>
            <a:xfrm>
              <a:off x="6981737" y="664065"/>
              <a:ext cx="31770" cy="47655"/>
            </a:xfrm>
            <a:custGeom>
              <a:avLst/>
              <a:gdLst/>
              <a:ahLst/>
              <a:cxnLst/>
              <a:rect l="l" t="t" r="r" b="b"/>
              <a:pathLst>
                <a:path w="420" h="630" extrusionOk="0">
                  <a:moveTo>
                    <a:pt x="372" y="1"/>
                  </a:moveTo>
                  <a:lnTo>
                    <a:pt x="372" y="1"/>
                  </a:lnTo>
                  <a:cubicBezTo>
                    <a:pt x="361" y="23"/>
                    <a:pt x="350" y="48"/>
                    <a:pt x="339" y="71"/>
                  </a:cubicBezTo>
                  <a:cubicBezTo>
                    <a:pt x="325" y="104"/>
                    <a:pt x="325" y="152"/>
                    <a:pt x="302" y="199"/>
                  </a:cubicBezTo>
                  <a:cubicBezTo>
                    <a:pt x="244" y="328"/>
                    <a:pt x="163" y="453"/>
                    <a:pt x="45" y="548"/>
                  </a:cubicBezTo>
                  <a:cubicBezTo>
                    <a:pt x="23" y="571"/>
                    <a:pt x="12" y="582"/>
                    <a:pt x="1" y="607"/>
                  </a:cubicBezTo>
                  <a:cubicBezTo>
                    <a:pt x="1" y="618"/>
                    <a:pt x="12" y="618"/>
                    <a:pt x="12" y="629"/>
                  </a:cubicBezTo>
                  <a:cubicBezTo>
                    <a:pt x="140" y="593"/>
                    <a:pt x="199" y="490"/>
                    <a:pt x="269" y="398"/>
                  </a:cubicBezTo>
                  <a:cubicBezTo>
                    <a:pt x="339" y="280"/>
                    <a:pt x="420" y="152"/>
                    <a:pt x="37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0" name="Google Shape;870;p15"/>
            <p:cNvSpPr/>
            <p:nvPr/>
          </p:nvSpPr>
          <p:spPr>
            <a:xfrm>
              <a:off x="6935900" y="672688"/>
              <a:ext cx="8926" cy="14296"/>
            </a:xfrm>
            <a:custGeom>
              <a:avLst/>
              <a:gdLst/>
              <a:ahLst/>
              <a:cxnLst/>
              <a:rect l="l" t="t" r="r" b="b"/>
              <a:pathLst>
                <a:path w="118" h="189" extrusionOk="0">
                  <a:moveTo>
                    <a:pt x="80" y="0"/>
                  </a:moveTo>
                  <a:cubicBezTo>
                    <a:pt x="76" y="0"/>
                    <a:pt x="72" y="1"/>
                    <a:pt x="70" y="4"/>
                  </a:cubicBezTo>
                  <a:cubicBezTo>
                    <a:pt x="37" y="15"/>
                    <a:pt x="0" y="144"/>
                    <a:pt x="23" y="189"/>
                  </a:cubicBezTo>
                  <a:cubicBezTo>
                    <a:pt x="81" y="144"/>
                    <a:pt x="93" y="85"/>
                    <a:pt x="118" y="27"/>
                  </a:cubicBezTo>
                  <a:cubicBezTo>
                    <a:pt x="118" y="18"/>
                    <a:pt x="95" y="0"/>
                    <a:pt x="8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1" name="Google Shape;871;p15"/>
            <p:cNvSpPr/>
            <p:nvPr/>
          </p:nvSpPr>
          <p:spPr>
            <a:xfrm>
              <a:off x="6950044" y="661342"/>
              <a:ext cx="6203" cy="14221"/>
            </a:xfrm>
            <a:custGeom>
              <a:avLst/>
              <a:gdLst/>
              <a:ahLst/>
              <a:cxnLst/>
              <a:rect l="l" t="t" r="r" b="b"/>
              <a:pathLst>
                <a:path w="82" h="188" extrusionOk="0">
                  <a:moveTo>
                    <a:pt x="59" y="1"/>
                  </a:moveTo>
                  <a:cubicBezTo>
                    <a:pt x="45" y="14"/>
                    <a:pt x="23" y="26"/>
                    <a:pt x="23" y="37"/>
                  </a:cubicBezTo>
                  <a:cubicBezTo>
                    <a:pt x="12" y="70"/>
                    <a:pt x="0" y="107"/>
                    <a:pt x="0" y="140"/>
                  </a:cubicBezTo>
                  <a:cubicBezTo>
                    <a:pt x="0" y="154"/>
                    <a:pt x="12" y="177"/>
                    <a:pt x="12" y="188"/>
                  </a:cubicBezTo>
                  <a:cubicBezTo>
                    <a:pt x="23" y="177"/>
                    <a:pt x="45" y="177"/>
                    <a:pt x="45" y="165"/>
                  </a:cubicBezTo>
                  <a:cubicBezTo>
                    <a:pt x="59" y="129"/>
                    <a:pt x="70" y="95"/>
                    <a:pt x="82" y="48"/>
                  </a:cubicBezTo>
                  <a:cubicBezTo>
                    <a:pt x="70" y="37"/>
                    <a:pt x="59" y="26"/>
                    <a:pt x="5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15"/>
            <p:cNvSpPr/>
            <p:nvPr/>
          </p:nvSpPr>
          <p:spPr>
            <a:xfrm>
              <a:off x="6596961" y="603251"/>
              <a:ext cx="21180" cy="28215"/>
            </a:xfrm>
            <a:custGeom>
              <a:avLst/>
              <a:gdLst/>
              <a:ahLst/>
              <a:cxnLst/>
              <a:rect l="l" t="t" r="r" b="b"/>
              <a:pathLst>
                <a:path w="280" h="373" extrusionOk="0">
                  <a:moveTo>
                    <a:pt x="162" y="59"/>
                  </a:moveTo>
                  <a:cubicBezTo>
                    <a:pt x="187" y="70"/>
                    <a:pt x="210" y="106"/>
                    <a:pt x="210" y="118"/>
                  </a:cubicBezTo>
                  <a:cubicBezTo>
                    <a:pt x="210" y="165"/>
                    <a:pt x="210" y="210"/>
                    <a:pt x="187" y="246"/>
                  </a:cubicBezTo>
                  <a:cubicBezTo>
                    <a:pt x="173" y="280"/>
                    <a:pt x="140" y="294"/>
                    <a:pt x="104" y="316"/>
                  </a:cubicBezTo>
                  <a:cubicBezTo>
                    <a:pt x="92" y="280"/>
                    <a:pt x="81" y="257"/>
                    <a:pt x="59" y="235"/>
                  </a:cubicBezTo>
                  <a:lnTo>
                    <a:pt x="59" y="165"/>
                  </a:lnTo>
                  <a:cubicBezTo>
                    <a:pt x="59" y="154"/>
                    <a:pt x="70" y="106"/>
                    <a:pt x="92" y="84"/>
                  </a:cubicBezTo>
                  <a:cubicBezTo>
                    <a:pt x="104" y="70"/>
                    <a:pt x="140" y="59"/>
                    <a:pt x="162" y="59"/>
                  </a:cubicBezTo>
                  <a:close/>
                  <a:moveTo>
                    <a:pt x="151" y="0"/>
                  </a:moveTo>
                  <a:cubicBezTo>
                    <a:pt x="81" y="0"/>
                    <a:pt x="23" y="25"/>
                    <a:pt x="11" y="106"/>
                  </a:cubicBezTo>
                  <a:cubicBezTo>
                    <a:pt x="0" y="154"/>
                    <a:pt x="0" y="224"/>
                    <a:pt x="11" y="280"/>
                  </a:cubicBezTo>
                  <a:cubicBezTo>
                    <a:pt x="25" y="338"/>
                    <a:pt x="70" y="373"/>
                    <a:pt x="119" y="373"/>
                  </a:cubicBezTo>
                  <a:cubicBezTo>
                    <a:pt x="150" y="373"/>
                    <a:pt x="183" y="359"/>
                    <a:pt x="210" y="327"/>
                  </a:cubicBezTo>
                  <a:cubicBezTo>
                    <a:pt x="268" y="268"/>
                    <a:pt x="280" y="199"/>
                    <a:pt x="280" y="118"/>
                  </a:cubicBezTo>
                  <a:cubicBezTo>
                    <a:pt x="280" y="37"/>
                    <a:pt x="243" y="0"/>
                    <a:pt x="15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3" name="Google Shape;873;p15"/>
            <p:cNvSpPr/>
            <p:nvPr/>
          </p:nvSpPr>
          <p:spPr>
            <a:xfrm>
              <a:off x="6547720" y="587367"/>
              <a:ext cx="18457" cy="26702"/>
            </a:xfrm>
            <a:custGeom>
              <a:avLst/>
              <a:gdLst/>
              <a:ahLst/>
              <a:cxnLst/>
              <a:rect l="l" t="t" r="r" b="b"/>
              <a:pathLst>
                <a:path w="244" h="353" extrusionOk="0">
                  <a:moveTo>
                    <a:pt x="104" y="71"/>
                  </a:moveTo>
                  <a:cubicBezTo>
                    <a:pt x="126" y="71"/>
                    <a:pt x="151" y="96"/>
                    <a:pt x="162" y="118"/>
                  </a:cubicBezTo>
                  <a:cubicBezTo>
                    <a:pt x="185" y="166"/>
                    <a:pt x="151" y="258"/>
                    <a:pt x="56" y="305"/>
                  </a:cubicBezTo>
                  <a:cubicBezTo>
                    <a:pt x="56" y="235"/>
                    <a:pt x="56" y="177"/>
                    <a:pt x="70" y="118"/>
                  </a:cubicBezTo>
                  <a:cubicBezTo>
                    <a:pt x="70" y="96"/>
                    <a:pt x="93" y="71"/>
                    <a:pt x="104" y="71"/>
                  </a:cubicBezTo>
                  <a:close/>
                  <a:moveTo>
                    <a:pt x="126" y="1"/>
                  </a:moveTo>
                  <a:cubicBezTo>
                    <a:pt x="56" y="1"/>
                    <a:pt x="12" y="37"/>
                    <a:pt x="0" y="118"/>
                  </a:cubicBezTo>
                  <a:cubicBezTo>
                    <a:pt x="0" y="177"/>
                    <a:pt x="0" y="235"/>
                    <a:pt x="12" y="294"/>
                  </a:cubicBezTo>
                  <a:cubicBezTo>
                    <a:pt x="19" y="330"/>
                    <a:pt x="54" y="353"/>
                    <a:pt x="91" y="353"/>
                  </a:cubicBezTo>
                  <a:cubicBezTo>
                    <a:pt x="112" y="353"/>
                    <a:pt x="134" y="345"/>
                    <a:pt x="151" y="328"/>
                  </a:cubicBezTo>
                  <a:cubicBezTo>
                    <a:pt x="185" y="280"/>
                    <a:pt x="210" y="210"/>
                    <a:pt x="243" y="154"/>
                  </a:cubicBezTo>
                  <a:cubicBezTo>
                    <a:pt x="243" y="154"/>
                    <a:pt x="232" y="154"/>
                    <a:pt x="232" y="140"/>
                  </a:cubicBezTo>
                  <a:cubicBezTo>
                    <a:pt x="232" y="59"/>
                    <a:pt x="185" y="15"/>
                    <a:pt x="1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4" name="Google Shape;874;p15"/>
            <p:cNvSpPr/>
            <p:nvPr/>
          </p:nvSpPr>
          <p:spPr>
            <a:xfrm>
              <a:off x="6512396" y="571331"/>
              <a:ext cx="12330" cy="20575"/>
            </a:xfrm>
            <a:custGeom>
              <a:avLst/>
              <a:gdLst/>
              <a:ahLst/>
              <a:cxnLst/>
              <a:rect l="l" t="t" r="r" b="b"/>
              <a:pathLst>
                <a:path w="163" h="272" extrusionOk="0">
                  <a:moveTo>
                    <a:pt x="59" y="40"/>
                  </a:moveTo>
                  <a:lnTo>
                    <a:pt x="59" y="40"/>
                  </a:lnTo>
                  <a:cubicBezTo>
                    <a:pt x="118" y="98"/>
                    <a:pt x="104" y="157"/>
                    <a:pt x="48" y="213"/>
                  </a:cubicBezTo>
                  <a:cubicBezTo>
                    <a:pt x="48" y="168"/>
                    <a:pt x="59" y="109"/>
                    <a:pt x="59" y="40"/>
                  </a:cubicBezTo>
                  <a:close/>
                  <a:moveTo>
                    <a:pt x="90" y="0"/>
                  </a:moveTo>
                  <a:cubicBezTo>
                    <a:pt x="63" y="0"/>
                    <a:pt x="23" y="19"/>
                    <a:pt x="23" y="28"/>
                  </a:cubicBezTo>
                  <a:cubicBezTo>
                    <a:pt x="12" y="98"/>
                    <a:pt x="1" y="168"/>
                    <a:pt x="12" y="227"/>
                  </a:cubicBezTo>
                  <a:cubicBezTo>
                    <a:pt x="12" y="249"/>
                    <a:pt x="48" y="271"/>
                    <a:pt x="71" y="271"/>
                  </a:cubicBezTo>
                  <a:cubicBezTo>
                    <a:pt x="93" y="271"/>
                    <a:pt x="118" y="249"/>
                    <a:pt x="129" y="238"/>
                  </a:cubicBezTo>
                  <a:cubicBezTo>
                    <a:pt x="152" y="190"/>
                    <a:pt x="152" y="143"/>
                    <a:pt x="163" y="87"/>
                  </a:cubicBezTo>
                  <a:cubicBezTo>
                    <a:pt x="152" y="62"/>
                    <a:pt x="140" y="17"/>
                    <a:pt x="104" y="3"/>
                  </a:cubicBezTo>
                  <a:cubicBezTo>
                    <a:pt x="100" y="1"/>
                    <a:pt x="95" y="0"/>
                    <a:pt x="9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5" name="Google Shape;875;p15"/>
            <p:cNvSpPr/>
            <p:nvPr/>
          </p:nvSpPr>
          <p:spPr>
            <a:xfrm>
              <a:off x="6750962" y="677226"/>
              <a:ext cx="43192" cy="38956"/>
            </a:xfrm>
            <a:custGeom>
              <a:avLst/>
              <a:gdLst/>
              <a:ahLst/>
              <a:cxnLst/>
              <a:rect l="l" t="t" r="r" b="b"/>
              <a:pathLst>
                <a:path w="571" h="515" extrusionOk="0">
                  <a:moveTo>
                    <a:pt x="249" y="65"/>
                  </a:moveTo>
                  <a:cubicBezTo>
                    <a:pt x="265" y="65"/>
                    <a:pt x="287" y="74"/>
                    <a:pt x="303" y="84"/>
                  </a:cubicBezTo>
                  <a:cubicBezTo>
                    <a:pt x="372" y="165"/>
                    <a:pt x="442" y="246"/>
                    <a:pt x="512" y="338"/>
                  </a:cubicBezTo>
                  <a:cubicBezTo>
                    <a:pt x="456" y="374"/>
                    <a:pt x="409" y="408"/>
                    <a:pt x="350" y="433"/>
                  </a:cubicBezTo>
                  <a:cubicBezTo>
                    <a:pt x="348" y="435"/>
                    <a:pt x="346" y="436"/>
                    <a:pt x="342" y="436"/>
                  </a:cubicBezTo>
                  <a:cubicBezTo>
                    <a:pt x="327" y="436"/>
                    <a:pt x="301" y="415"/>
                    <a:pt x="291" y="397"/>
                  </a:cubicBezTo>
                  <a:cubicBezTo>
                    <a:pt x="222" y="316"/>
                    <a:pt x="163" y="224"/>
                    <a:pt x="93" y="129"/>
                  </a:cubicBezTo>
                  <a:cubicBezTo>
                    <a:pt x="129" y="106"/>
                    <a:pt x="177" y="84"/>
                    <a:pt x="233" y="70"/>
                  </a:cubicBezTo>
                  <a:cubicBezTo>
                    <a:pt x="237" y="67"/>
                    <a:pt x="242" y="65"/>
                    <a:pt x="249" y="65"/>
                  </a:cubicBezTo>
                  <a:close/>
                  <a:moveTo>
                    <a:pt x="259" y="1"/>
                  </a:moveTo>
                  <a:cubicBezTo>
                    <a:pt x="218" y="1"/>
                    <a:pt x="169" y="21"/>
                    <a:pt x="93" y="59"/>
                  </a:cubicBezTo>
                  <a:cubicBezTo>
                    <a:pt x="82" y="70"/>
                    <a:pt x="71" y="70"/>
                    <a:pt x="60" y="70"/>
                  </a:cubicBezTo>
                  <a:cubicBezTo>
                    <a:pt x="12" y="95"/>
                    <a:pt x="1" y="117"/>
                    <a:pt x="37" y="165"/>
                  </a:cubicBezTo>
                  <a:cubicBezTo>
                    <a:pt x="129" y="279"/>
                    <a:pt x="210" y="386"/>
                    <a:pt x="291" y="489"/>
                  </a:cubicBezTo>
                  <a:cubicBezTo>
                    <a:pt x="303" y="503"/>
                    <a:pt x="328" y="514"/>
                    <a:pt x="328" y="514"/>
                  </a:cubicBezTo>
                  <a:cubicBezTo>
                    <a:pt x="409" y="467"/>
                    <a:pt x="490" y="419"/>
                    <a:pt x="560" y="363"/>
                  </a:cubicBezTo>
                  <a:cubicBezTo>
                    <a:pt x="571" y="363"/>
                    <a:pt x="571" y="349"/>
                    <a:pt x="571" y="338"/>
                  </a:cubicBezTo>
                  <a:cubicBezTo>
                    <a:pt x="560" y="327"/>
                    <a:pt x="560" y="316"/>
                    <a:pt x="548" y="305"/>
                  </a:cubicBezTo>
                  <a:cubicBezTo>
                    <a:pt x="512" y="246"/>
                    <a:pt x="479" y="187"/>
                    <a:pt x="442" y="140"/>
                  </a:cubicBezTo>
                  <a:cubicBezTo>
                    <a:pt x="360" y="44"/>
                    <a:pt x="318" y="1"/>
                    <a:pt x="25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7"/>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887" name="Google Shape;887;p17"/>
          <p:cNvGrpSpPr/>
          <p:nvPr/>
        </p:nvGrpSpPr>
        <p:grpSpPr>
          <a:xfrm>
            <a:off x="911925" y="3215352"/>
            <a:ext cx="1629300" cy="1294649"/>
            <a:chOff x="911925" y="3215352"/>
            <a:chExt cx="1629300" cy="1294649"/>
          </a:xfrm>
        </p:grpSpPr>
        <p:sp>
          <p:nvSpPr>
            <p:cNvPr id="888" name="Google Shape;888;p17"/>
            <p:cNvSpPr txBox="1"/>
            <p:nvPr/>
          </p:nvSpPr>
          <p:spPr>
            <a:xfrm>
              <a:off x="911925" y="3215352"/>
              <a:ext cx="16293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Country</a:t>
              </a:r>
              <a:endParaRPr sz="2400" b="1">
                <a:solidFill>
                  <a:schemeClr val="dk1"/>
                </a:solidFill>
                <a:latin typeface="Chelsea Market"/>
                <a:ea typeface="Chelsea Market"/>
                <a:cs typeface="Chelsea Market"/>
                <a:sym typeface="Chelsea Market"/>
              </a:endParaRPr>
            </a:p>
          </p:txBody>
        </p:sp>
        <p:sp>
          <p:nvSpPr>
            <p:cNvPr id="889" name="Google Shape;889;p17"/>
            <p:cNvSpPr txBox="1"/>
            <p:nvPr/>
          </p:nvSpPr>
          <p:spPr>
            <a:xfrm>
              <a:off x="911925" y="366340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grpSp>
      <p:grpSp>
        <p:nvGrpSpPr>
          <p:cNvPr id="890" name="Google Shape;890;p17"/>
          <p:cNvGrpSpPr/>
          <p:nvPr/>
        </p:nvGrpSpPr>
        <p:grpSpPr>
          <a:xfrm>
            <a:off x="2872665" y="3215352"/>
            <a:ext cx="1629300" cy="1294649"/>
            <a:chOff x="2872665" y="3215352"/>
            <a:chExt cx="1629300" cy="1294649"/>
          </a:xfrm>
        </p:grpSpPr>
        <p:sp>
          <p:nvSpPr>
            <p:cNvPr id="891" name="Google Shape;891;p17"/>
            <p:cNvSpPr txBox="1"/>
            <p:nvPr/>
          </p:nvSpPr>
          <p:spPr>
            <a:xfrm>
              <a:off x="2872665" y="3215352"/>
              <a:ext cx="16293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Ocean</a:t>
              </a:r>
              <a:endParaRPr sz="2400" b="1">
                <a:solidFill>
                  <a:schemeClr val="dk1"/>
                </a:solidFill>
                <a:latin typeface="Chelsea Market"/>
                <a:ea typeface="Chelsea Market"/>
                <a:cs typeface="Chelsea Market"/>
                <a:sym typeface="Chelsea Market"/>
              </a:endParaRPr>
            </a:p>
          </p:txBody>
        </p:sp>
        <p:sp>
          <p:nvSpPr>
            <p:cNvPr id="892" name="Google Shape;892;p17"/>
            <p:cNvSpPr txBox="1"/>
            <p:nvPr/>
          </p:nvSpPr>
          <p:spPr>
            <a:xfrm>
              <a:off x="2872665" y="366340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smallest planet in the Solar System</a:t>
              </a:r>
              <a:endParaRPr>
                <a:solidFill>
                  <a:schemeClr val="dk1"/>
                </a:solidFill>
                <a:latin typeface="Lato"/>
                <a:ea typeface="Lato"/>
                <a:cs typeface="Lato"/>
                <a:sym typeface="Lato"/>
              </a:endParaRPr>
            </a:p>
          </p:txBody>
        </p:sp>
      </p:grpSp>
      <p:grpSp>
        <p:nvGrpSpPr>
          <p:cNvPr id="893" name="Google Shape;893;p17"/>
          <p:cNvGrpSpPr/>
          <p:nvPr/>
        </p:nvGrpSpPr>
        <p:grpSpPr>
          <a:xfrm>
            <a:off x="4833405" y="3215352"/>
            <a:ext cx="1629300" cy="1294649"/>
            <a:chOff x="4833405" y="3215352"/>
            <a:chExt cx="1629300" cy="1294649"/>
          </a:xfrm>
        </p:grpSpPr>
        <p:sp>
          <p:nvSpPr>
            <p:cNvPr id="894" name="Google Shape;894;p17"/>
            <p:cNvSpPr txBox="1"/>
            <p:nvPr/>
          </p:nvSpPr>
          <p:spPr>
            <a:xfrm>
              <a:off x="4833405" y="3215352"/>
              <a:ext cx="16293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Desert</a:t>
              </a:r>
              <a:endParaRPr sz="2400" b="1">
                <a:solidFill>
                  <a:schemeClr val="dk1"/>
                </a:solidFill>
                <a:latin typeface="Chelsea Market"/>
                <a:ea typeface="Chelsea Market"/>
                <a:cs typeface="Chelsea Market"/>
                <a:sym typeface="Chelsea Market"/>
              </a:endParaRPr>
            </a:p>
          </p:txBody>
        </p:sp>
        <p:sp>
          <p:nvSpPr>
            <p:cNvPr id="895" name="Google Shape;895;p17"/>
            <p:cNvSpPr txBox="1"/>
            <p:nvPr/>
          </p:nvSpPr>
          <p:spPr>
            <a:xfrm>
              <a:off x="4833405" y="366340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grpSp>
      <p:grpSp>
        <p:nvGrpSpPr>
          <p:cNvPr id="896" name="Google Shape;896;p17"/>
          <p:cNvGrpSpPr/>
          <p:nvPr/>
        </p:nvGrpSpPr>
        <p:grpSpPr>
          <a:xfrm>
            <a:off x="6794144" y="3215352"/>
            <a:ext cx="1629300" cy="1294649"/>
            <a:chOff x="6794144" y="3215352"/>
            <a:chExt cx="1629300" cy="1294649"/>
          </a:xfrm>
        </p:grpSpPr>
        <p:sp>
          <p:nvSpPr>
            <p:cNvPr id="897" name="Google Shape;897;p17"/>
            <p:cNvSpPr txBox="1"/>
            <p:nvPr/>
          </p:nvSpPr>
          <p:spPr>
            <a:xfrm>
              <a:off x="6794144" y="3215352"/>
              <a:ext cx="16293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Border</a:t>
              </a:r>
              <a:endParaRPr sz="2400" b="1">
                <a:solidFill>
                  <a:schemeClr val="dk1"/>
                </a:solidFill>
                <a:latin typeface="Chelsea Market"/>
                <a:ea typeface="Chelsea Market"/>
                <a:cs typeface="Chelsea Market"/>
                <a:sym typeface="Chelsea Market"/>
              </a:endParaRPr>
            </a:p>
          </p:txBody>
        </p:sp>
        <p:sp>
          <p:nvSpPr>
            <p:cNvPr id="898" name="Google Shape;898;p17"/>
            <p:cNvSpPr txBox="1"/>
            <p:nvPr/>
          </p:nvSpPr>
          <p:spPr>
            <a:xfrm>
              <a:off x="6794144" y="366340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Saturn is a gas giant and has several rings</a:t>
              </a:r>
              <a:endParaRPr>
                <a:solidFill>
                  <a:schemeClr val="dk1"/>
                </a:solidFill>
                <a:latin typeface="Lato"/>
                <a:ea typeface="Lato"/>
                <a:cs typeface="Lato"/>
                <a:sym typeface="Lato"/>
              </a:endParaRPr>
            </a:p>
          </p:txBody>
        </p:sp>
      </p:grpSp>
      <p:sp>
        <p:nvSpPr>
          <p:cNvPr id="899" name="Google Shape;899;p17"/>
          <p:cNvSpPr txBox="1"/>
          <p:nvPr/>
        </p:nvSpPr>
        <p:spPr>
          <a:xfrm>
            <a:off x="3620625" y="1892450"/>
            <a:ext cx="20274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Definitions</a:t>
            </a:r>
            <a:endParaRPr sz="2400" b="1">
              <a:solidFill>
                <a:schemeClr val="dk1"/>
              </a:solidFill>
              <a:latin typeface="Chelsea Market"/>
              <a:ea typeface="Chelsea Market"/>
              <a:cs typeface="Chelsea Market"/>
              <a:sym typeface="Chelsea Market"/>
            </a:endParaRPr>
          </a:p>
        </p:txBody>
      </p:sp>
      <p:cxnSp>
        <p:nvCxnSpPr>
          <p:cNvPr id="900" name="Google Shape;900;p17"/>
          <p:cNvCxnSpPr>
            <a:stCxn id="899" idx="1"/>
            <a:endCxn id="888" idx="0"/>
          </p:cNvCxnSpPr>
          <p:nvPr/>
        </p:nvCxnSpPr>
        <p:spPr>
          <a:xfrm flipH="1">
            <a:off x="1726425" y="2116550"/>
            <a:ext cx="1894200" cy="1098900"/>
          </a:xfrm>
          <a:prstGeom prst="bentConnector2">
            <a:avLst/>
          </a:prstGeom>
          <a:noFill/>
          <a:ln w="19050" cap="flat" cmpd="sng">
            <a:solidFill>
              <a:schemeClr val="accent2"/>
            </a:solidFill>
            <a:prstDash val="solid"/>
            <a:round/>
            <a:headEnd type="none" w="med" len="med"/>
            <a:tailEnd type="none" w="med" len="med"/>
          </a:ln>
        </p:spPr>
      </p:cxnSp>
      <p:cxnSp>
        <p:nvCxnSpPr>
          <p:cNvPr id="901" name="Google Shape;901;p17"/>
          <p:cNvCxnSpPr>
            <a:stCxn id="899" idx="2"/>
            <a:endCxn id="891" idx="0"/>
          </p:cNvCxnSpPr>
          <p:nvPr/>
        </p:nvCxnSpPr>
        <p:spPr>
          <a:xfrm rot="5400000">
            <a:off x="3723375" y="2304500"/>
            <a:ext cx="874800" cy="947100"/>
          </a:xfrm>
          <a:prstGeom prst="bentConnector3">
            <a:avLst>
              <a:gd name="adj1" fmla="val 49994"/>
            </a:avLst>
          </a:prstGeom>
          <a:noFill/>
          <a:ln w="19050" cap="flat" cmpd="sng">
            <a:solidFill>
              <a:schemeClr val="accent2"/>
            </a:solidFill>
            <a:prstDash val="solid"/>
            <a:round/>
            <a:headEnd type="none" w="med" len="med"/>
            <a:tailEnd type="none" w="med" len="med"/>
          </a:ln>
        </p:spPr>
      </p:cxnSp>
      <p:cxnSp>
        <p:nvCxnSpPr>
          <p:cNvPr id="902" name="Google Shape;902;p17"/>
          <p:cNvCxnSpPr>
            <a:stCxn id="899" idx="2"/>
            <a:endCxn id="894" idx="0"/>
          </p:cNvCxnSpPr>
          <p:nvPr/>
        </p:nvCxnSpPr>
        <p:spPr>
          <a:xfrm rot="-5400000" flipH="1">
            <a:off x="4703775" y="2271200"/>
            <a:ext cx="874800" cy="1013700"/>
          </a:xfrm>
          <a:prstGeom prst="bentConnector3">
            <a:avLst>
              <a:gd name="adj1" fmla="val 49994"/>
            </a:avLst>
          </a:prstGeom>
          <a:noFill/>
          <a:ln w="19050" cap="flat" cmpd="sng">
            <a:solidFill>
              <a:schemeClr val="accent2"/>
            </a:solidFill>
            <a:prstDash val="solid"/>
            <a:round/>
            <a:headEnd type="none" w="med" len="med"/>
            <a:tailEnd type="none" w="med" len="med"/>
          </a:ln>
        </p:spPr>
      </p:cxnSp>
      <p:cxnSp>
        <p:nvCxnSpPr>
          <p:cNvPr id="903" name="Google Shape;903;p17"/>
          <p:cNvCxnSpPr>
            <a:stCxn id="899" idx="3"/>
            <a:endCxn id="897" idx="0"/>
          </p:cNvCxnSpPr>
          <p:nvPr/>
        </p:nvCxnSpPr>
        <p:spPr>
          <a:xfrm>
            <a:off x="5648025" y="2116550"/>
            <a:ext cx="1960800" cy="1098900"/>
          </a:xfrm>
          <a:prstGeom prst="bentConnector2">
            <a:avLst/>
          </a:prstGeom>
          <a:noFill/>
          <a:ln w="19050" cap="flat" cmpd="sng">
            <a:solidFill>
              <a:schemeClr val="accent2"/>
            </a:solidFill>
            <a:prstDash val="solid"/>
            <a:round/>
            <a:headEnd type="none" w="med" len="med"/>
            <a:tailEnd type="none" w="med" len="med"/>
          </a:ln>
        </p:spPr>
      </p:cxnSp>
      <p:grpSp>
        <p:nvGrpSpPr>
          <p:cNvPr id="904" name="Google Shape;904;p17"/>
          <p:cNvGrpSpPr/>
          <p:nvPr/>
        </p:nvGrpSpPr>
        <p:grpSpPr>
          <a:xfrm>
            <a:off x="4171920" y="1096836"/>
            <a:ext cx="924794" cy="716388"/>
            <a:chOff x="7672927" y="1351323"/>
            <a:chExt cx="560889" cy="434491"/>
          </a:xfrm>
        </p:grpSpPr>
        <p:sp>
          <p:nvSpPr>
            <p:cNvPr id="905" name="Google Shape;905;p17"/>
            <p:cNvSpPr/>
            <p:nvPr/>
          </p:nvSpPr>
          <p:spPr>
            <a:xfrm>
              <a:off x="7672927" y="1351323"/>
              <a:ext cx="560889" cy="434491"/>
            </a:xfrm>
            <a:custGeom>
              <a:avLst/>
              <a:gdLst/>
              <a:ahLst/>
              <a:cxnLst/>
              <a:rect l="l" t="t" r="r" b="b"/>
              <a:pathLst>
                <a:path w="7415" h="5744" extrusionOk="0">
                  <a:moveTo>
                    <a:pt x="5035" y="0"/>
                  </a:moveTo>
                  <a:cubicBezTo>
                    <a:pt x="4627" y="0"/>
                    <a:pt x="4215" y="119"/>
                    <a:pt x="3853" y="366"/>
                  </a:cubicBezTo>
                  <a:cubicBezTo>
                    <a:pt x="3842" y="377"/>
                    <a:pt x="3817" y="391"/>
                    <a:pt x="3806" y="402"/>
                  </a:cubicBezTo>
                  <a:cubicBezTo>
                    <a:pt x="3783" y="413"/>
                    <a:pt x="3772" y="424"/>
                    <a:pt x="3747" y="436"/>
                  </a:cubicBezTo>
                  <a:cubicBezTo>
                    <a:pt x="3736" y="447"/>
                    <a:pt x="3725" y="461"/>
                    <a:pt x="3702" y="472"/>
                  </a:cubicBezTo>
                  <a:cubicBezTo>
                    <a:pt x="3364" y="704"/>
                    <a:pt x="3107" y="1031"/>
                    <a:pt x="2945" y="1402"/>
                  </a:cubicBezTo>
                  <a:cubicBezTo>
                    <a:pt x="2758" y="1858"/>
                    <a:pt x="2747" y="2369"/>
                    <a:pt x="2898" y="2835"/>
                  </a:cubicBezTo>
                  <a:lnTo>
                    <a:pt x="2780" y="2916"/>
                  </a:lnTo>
                  <a:lnTo>
                    <a:pt x="2769" y="2916"/>
                  </a:lnTo>
                  <a:cubicBezTo>
                    <a:pt x="2710" y="2961"/>
                    <a:pt x="2666" y="3020"/>
                    <a:pt x="2641" y="3078"/>
                  </a:cubicBezTo>
                  <a:cubicBezTo>
                    <a:pt x="2641" y="3090"/>
                    <a:pt x="2629" y="3101"/>
                    <a:pt x="2629" y="3115"/>
                  </a:cubicBezTo>
                  <a:lnTo>
                    <a:pt x="163" y="4813"/>
                  </a:lnTo>
                  <a:cubicBezTo>
                    <a:pt x="104" y="4847"/>
                    <a:pt x="70" y="4905"/>
                    <a:pt x="34" y="4964"/>
                  </a:cubicBezTo>
                  <a:cubicBezTo>
                    <a:pt x="12" y="5045"/>
                    <a:pt x="1" y="5140"/>
                    <a:pt x="34" y="5232"/>
                  </a:cubicBezTo>
                  <a:cubicBezTo>
                    <a:pt x="56" y="5336"/>
                    <a:pt x="104" y="5419"/>
                    <a:pt x="140" y="5464"/>
                  </a:cubicBezTo>
                  <a:cubicBezTo>
                    <a:pt x="174" y="5523"/>
                    <a:pt x="232" y="5593"/>
                    <a:pt x="314" y="5651"/>
                  </a:cubicBezTo>
                  <a:cubicBezTo>
                    <a:pt x="406" y="5721"/>
                    <a:pt x="490" y="5744"/>
                    <a:pt x="571" y="5744"/>
                  </a:cubicBezTo>
                  <a:cubicBezTo>
                    <a:pt x="640" y="5744"/>
                    <a:pt x="710" y="5710"/>
                    <a:pt x="769" y="5674"/>
                  </a:cubicBezTo>
                  <a:lnTo>
                    <a:pt x="3236" y="3975"/>
                  </a:lnTo>
                  <a:cubicBezTo>
                    <a:pt x="3249" y="3977"/>
                    <a:pt x="3263" y="3978"/>
                    <a:pt x="3276" y="3978"/>
                  </a:cubicBezTo>
                  <a:cubicBezTo>
                    <a:pt x="3340" y="3978"/>
                    <a:pt x="3398" y="3956"/>
                    <a:pt x="3456" y="3917"/>
                  </a:cubicBezTo>
                  <a:lnTo>
                    <a:pt x="3585" y="3835"/>
                  </a:lnTo>
                  <a:cubicBezTo>
                    <a:pt x="3960" y="4137"/>
                    <a:pt x="4421" y="4292"/>
                    <a:pt x="4885" y="4292"/>
                  </a:cubicBezTo>
                  <a:cubicBezTo>
                    <a:pt x="5299" y="4292"/>
                    <a:pt x="5715" y="4169"/>
                    <a:pt x="6077" y="3917"/>
                  </a:cubicBezTo>
                  <a:cubicBezTo>
                    <a:pt x="6099" y="3905"/>
                    <a:pt x="6122" y="3883"/>
                    <a:pt x="6147" y="3869"/>
                  </a:cubicBezTo>
                  <a:cubicBezTo>
                    <a:pt x="6169" y="3847"/>
                    <a:pt x="6203" y="3835"/>
                    <a:pt x="6228" y="3813"/>
                  </a:cubicBezTo>
                  <a:cubicBezTo>
                    <a:pt x="7169" y="3159"/>
                    <a:pt x="7415" y="1858"/>
                    <a:pt x="6761" y="902"/>
                  </a:cubicBezTo>
                  <a:cubicBezTo>
                    <a:pt x="6357" y="316"/>
                    <a:pt x="5702" y="0"/>
                    <a:pt x="5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6" name="Google Shape;906;p17"/>
            <p:cNvSpPr/>
            <p:nvPr/>
          </p:nvSpPr>
          <p:spPr>
            <a:xfrm>
              <a:off x="7896517" y="1593747"/>
              <a:ext cx="24811" cy="32753"/>
            </a:xfrm>
            <a:custGeom>
              <a:avLst/>
              <a:gdLst/>
              <a:ahLst/>
              <a:cxnLst/>
              <a:rect l="l" t="t" r="r" b="b"/>
              <a:pathLst>
                <a:path w="328" h="433" extrusionOk="0">
                  <a:moveTo>
                    <a:pt x="20" y="0"/>
                  </a:moveTo>
                  <a:cubicBezTo>
                    <a:pt x="16" y="0"/>
                    <a:pt x="14" y="1"/>
                    <a:pt x="11" y="2"/>
                  </a:cubicBezTo>
                  <a:cubicBezTo>
                    <a:pt x="0" y="2"/>
                    <a:pt x="0" y="24"/>
                    <a:pt x="11" y="49"/>
                  </a:cubicBezTo>
                  <a:cubicBezTo>
                    <a:pt x="59" y="61"/>
                    <a:pt x="129" y="119"/>
                    <a:pt x="187" y="200"/>
                  </a:cubicBezTo>
                  <a:cubicBezTo>
                    <a:pt x="232" y="270"/>
                    <a:pt x="269" y="362"/>
                    <a:pt x="257" y="410"/>
                  </a:cubicBezTo>
                  <a:cubicBezTo>
                    <a:pt x="280" y="432"/>
                    <a:pt x="302" y="432"/>
                    <a:pt x="302" y="432"/>
                  </a:cubicBezTo>
                  <a:cubicBezTo>
                    <a:pt x="313" y="421"/>
                    <a:pt x="313" y="421"/>
                    <a:pt x="313" y="410"/>
                  </a:cubicBezTo>
                  <a:cubicBezTo>
                    <a:pt x="327" y="373"/>
                    <a:pt x="291" y="281"/>
                    <a:pt x="221" y="175"/>
                  </a:cubicBezTo>
                  <a:cubicBezTo>
                    <a:pt x="138" y="49"/>
                    <a:pt x="52" y="0"/>
                    <a:pt x="20"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7" name="Google Shape;907;p17"/>
            <p:cNvSpPr/>
            <p:nvPr/>
          </p:nvSpPr>
          <p:spPr>
            <a:xfrm>
              <a:off x="7901811" y="1573551"/>
              <a:ext cx="48411" cy="49319"/>
            </a:xfrm>
            <a:custGeom>
              <a:avLst/>
              <a:gdLst/>
              <a:ahLst/>
              <a:cxnLst/>
              <a:rect l="l" t="t" r="r" b="b"/>
              <a:pathLst>
                <a:path w="640" h="652" extrusionOk="0">
                  <a:moveTo>
                    <a:pt x="327" y="1"/>
                  </a:moveTo>
                  <a:lnTo>
                    <a:pt x="0" y="221"/>
                  </a:lnTo>
                  <a:cubicBezTo>
                    <a:pt x="59" y="258"/>
                    <a:pt x="140" y="328"/>
                    <a:pt x="187" y="409"/>
                  </a:cubicBezTo>
                  <a:cubicBezTo>
                    <a:pt x="257" y="501"/>
                    <a:pt x="291" y="596"/>
                    <a:pt x="291" y="652"/>
                  </a:cubicBezTo>
                  <a:lnTo>
                    <a:pt x="618" y="431"/>
                  </a:lnTo>
                  <a:cubicBezTo>
                    <a:pt x="640" y="420"/>
                    <a:pt x="629" y="316"/>
                    <a:pt x="537" y="177"/>
                  </a:cubicBezTo>
                  <a:cubicBezTo>
                    <a:pt x="489" y="118"/>
                    <a:pt x="442" y="59"/>
                    <a:pt x="408" y="37"/>
                  </a:cubicBezTo>
                  <a:cubicBezTo>
                    <a:pt x="361" y="1"/>
                    <a:pt x="338" y="1"/>
                    <a:pt x="327"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8" name="Google Shape;908;p17"/>
            <p:cNvSpPr/>
            <p:nvPr/>
          </p:nvSpPr>
          <p:spPr>
            <a:xfrm>
              <a:off x="7704620" y="1601538"/>
              <a:ext cx="207790" cy="155294"/>
            </a:xfrm>
            <a:custGeom>
              <a:avLst/>
              <a:gdLst/>
              <a:ahLst/>
              <a:cxnLst/>
              <a:rect l="l" t="t" r="r" b="b"/>
              <a:pathLst>
                <a:path w="2747" h="2053" extrusionOk="0">
                  <a:moveTo>
                    <a:pt x="2543" y="0"/>
                  </a:moveTo>
                  <a:cubicBezTo>
                    <a:pt x="2541" y="0"/>
                    <a:pt x="2539" y="1"/>
                    <a:pt x="2537" y="2"/>
                  </a:cubicBezTo>
                  <a:lnTo>
                    <a:pt x="1" y="1748"/>
                  </a:lnTo>
                  <a:cubicBezTo>
                    <a:pt x="1" y="1748"/>
                    <a:pt x="12" y="1762"/>
                    <a:pt x="23" y="1762"/>
                  </a:cubicBezTo>
                  <a:cubicBezTo>
                    <a:pt x="57" y="1796"/>
                    <a:pt x="93" y="1832"/>
                    <a:pt x="126" y="1877"/>
                  </a:cubicBezTo>
                  <a:cubicBezTo>
                    <a:pt x="163" y="1935"/>
                    <a:pt x="196" y="1994"/>
                    <a:pt x="196" y="2053"/>
                  </a:cubicBezTo>
                  <a:lnTo>
                    <a:pt x="2747" y="296"/>
                  </a:lnTo>
                  <a:cubicBezTo>
                    <a:pt x="2747" y="296"/>
                    <a:pt x="2747" y="226"/>
                    <a:pt x="2677" y="120"/>
                  </a:cubicBezTo>
                  <a:cubicBezTo>
                    <a:pt x="2615" y="38"/>
                    <a:pt x="2562" y="0"/>
                    <a:pt x="2543"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17"/>
            <p:cNvSpPr/>
            <p:nvPr/>
          </p:nvSpPr>
          <p:spPr>
            <a:xfrm>
              <a:off x="7699325" y="1736478"/>
              <a:ext cx="17625" cy="22920"/>
            </a:xfrm>
            <a:custGeom>
              <a:avLst/>
              <a:gdLst/>
              <a:ahLst/>
              <a:cxnLst/>
              <a:rect l="l" t="t" r="r" b="b"/>
              <a:pathLst>
                <a:path w="233" h="303" extrusionOk="0">
                  <a:moveTo>
                    <a:pt x="12" y="1"/>
                  </a:moveTo>
                  <a:cubicBezTo>
                    <a:pt x="12" y="1"/>
                    <a:pt x="1" y="12"/>
                    <a:pt x="12" y="59"/>
                  </a:cubicBezTo>
                  <a:cubicBezTo>
                    <a:pt x="23" y="93"/>
                    <a:pt x="46" y="140"/>
                    <a:pt x="82" y="174"/>
                  </a:cubicBezTo>
                  <a:cubicBezTo>
                    <a:pt x="104" y="221"/>
                    <a:pt x="141" y="258"/>
                    <a:pt x="174" y="280"/>
                  </a:cubicBezTo>
                  <a:cubicBezTo>
                    <a:pt x="196" y="302"/>
                    <a:pt x="222" y="302"/>
                    <a:pt x="222" y="302"/>
                  </a:cubicBezTo>
                  <a:cubicBezTo>
                    <a:pt x="233" y="280"/>
                    <a:pt x="222" y="210"/>
                    <a:pt x="152" y="129"/>
                  </a:cubicBezTo>
                  <a:cubicBezTo>
                    <a:pt x="127" y="82"/>
                    <a:pt x="93" y="48"/>
                    <a:pt x="57" y="23"/>
                  </a:cubicBezTo>
                  <a:cubicBezTo>
                    <a:pt x="34" y="1"/>
                    <a:pt x="12" y="1"/>
                    <a:pt x="1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17"/>
            <p:cNvSpPr/>
            <p:nvPr/>
          </p:nvSpPr>
          <p:spPr>
            <a:xfrm>
              <a:off x="7900072" y="1428400"/>
              <a:ext cx="45764" cy="143569"/>
            </a:xfrm>
            <a:custGeom>
              <a:avLst/>
              <a:gdLst/>
              <a:ahLst/>
              <a:cxnLst/>
              <a:rect l="l" t="t" r="r" b="b"/>
              <a:pathLst>
                <a:path w="605" h="1898" extrusionOk="0">
                  <a:moveTo>
                    <a:pt x="604" y="0"/>
                  </a:moveTo>
                  <a:cubicBezTo>
                    <a:pt x="127" y="501"/>
                    <a:pt x="1" y="1244"/>
                    <a:pt x="291" y="1897"/>
                  </a:cubicBezTo>
                  <a:lnTo>
                    <a:pt x="325" y="1886"/>
                  </a:lnTo>
                  <a:cubicBezTo>
                    <a:pt x="330" y="1875"/>
                    <a:pt x="343" y="1869"/>
                    <a:pt x="360" y="1869"/>
                  </a:cubicBezTo>
                  <a:cubicBezTo>
                    <a:pt x="381" y="1869"/>
                    <a:pt x="410" y="1878"/>
                    <a:pt x="442" y="1897"/>
                  </a:cubicBezTo>
                  <a:cubicBezTo>
                    <a:pt x="255" y="1548"/>
                    <a:pt x="196" y="1151"/>
                    <a:pt x="266" y="744"/>
                  </a:cubicBezTo>
                  <a:cubicBezTo>
                    <a:pt x="291" y="629"/>
                    <a:pt x="325" y="512"/>
                    <a:pt x="372" y="394"/>
                  </a:cubicBezTo>
                  <a:cubicBezTo>
                    <a:pt x="431" y="255"/>
                    <a:pt x="512" y="115"/>
                    <a:pt x="6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1" name="Google Shape;911;p17"/>
            <p:cNvSpPr/>
            <p:nvPr/>
          </p:nvSpPr>
          <p:spPr>
            <a:xfrm>
              <a:off x="7917620" y="1377646"/>
              <a:ext cx="274809" cy="264295"/>
            </a:xfrm>
            <a:custGeom>
              <a:avLst/>
              <a:gdLst/>
              <a:ahLst/>
              <a:cxnLst/>
              <a:rect l="l" t="t" r="r" b="b"/>
              <a:pathLst>
                <a:path w="3633" h="3494" extrusionOk="0">
                  <a:moveTo>
                    <a:pt x="1819" y="216"/>
                  </a:moveTo>
                  <a:cubicBezTo>
                    <a:pt x="1907" y="216"/>
                    <a:pt x="1996" y="223"/>
                    <a:pt x="2085" y="238"/>
                  </a:cubicBezTo>
                  <a:cubicBezTo>
                    <a:pt x="2479" y="322"/>
                    <a:pt x="2828" y="543"/>
                    <a:pt x="3063" y="881"/>
                  </a:cubicBezTo>
                  <a:cubicBezTo>
                    <a:pt x="3294" y="1216"/>
                    <a:pt x="3375" y="1624"/>
                    <a:pt x="3306" y="2021"/>
                  </a:cubicBezTo>
                  <a:cubicBezTo>
                    <a:pt x="3225" y="2429"/>
                    <a:pt x="3004" y="2767"/>
                    <a:pt x="2666" y="2999"/>
                  </a:cubicBezTo>
                  <a:cubicBezTo>
                    <a:pt x="2409" y="3175"/>
                    <a:pt x="2121" y="3272"/>
                    <a:pt x="1818" y="3272"/>
                  </a:cubicBezTo>
                  <a:cubicBezTo>
                    <a:pt x="1722" y="3272"/>
                    <a:pt x="1624" y="3262"/>
                    <a:pt x="1526" y="3242"/>
                  </a:cubicBezTo>
                  <a:cubicBezTo>
                    <a:pt x="1129" y="3172"/>
                    <a:pt x="780" y="2951"/>
                    <a:pt x="548" y="2613"/>
                  </a:cubicBezTo>
                  <a:cubicBezTo>
                    <a:pt x="314" y="2278"/>
                    <a:pt x="233" y="1870"/>
                    <a:pt x="302" y="1473"/>
                  </a:cubicBezTo>
                  <a:cubicBezTo>
                    <a:pt x="328" y="1370"/>
                    <a:pt x="350" y="1264"/>
                    <a:pt x="397" y="1172"/>
                  </a:cubicBezTo>
                  <a:cubicBezTo>
                    <a:pt x="501" y="892"/>
                    <a:pt x="688" y="658"/>
                    <a:pt x="931" y="484"/>
                  </a:cubicBezTo>
                  <a:cubicBezTo>
                    <a:pt x="1195" y="312"/>
                    <a:pt x="1503" y="216"/>
                    <a:pt x="1819" y="216"/>
                  </a:cubicBezTo>
                  <a:close/>
                  <a:moveTo>
                    <a:pt x="1804" y="0"/>
                  </a:moveTo>
                  <a:cubicBezTo>
                    <a:pt x="1463" y="0"/>
                    <a:pt x="1118" y="100"/>
                    <a:pt x="816" y="308"/>
                  </a:cubicBezTo>
                  <a:cubicBezTo>
                    <a:pt x="791" y="322"/>
                    <a:pt x="769" y="333"/>
                    <a:pt x="758" y="356"/>
                  </a:cubicBezTo>
                  <a:lnTo>
                    <a:pt x="733" y="367"/>
                  </a:lnTo>
                  <a:cubicBezTo>
                    <a:pt x="397" y="624"/>
                    <a:pt x="163" y="996"/>
                    <a:pt x="82" y="1426"/>
                  </a:cubicBezTo>
                  <a:cubicBezTo>
                    <a:pt x="1" y="1892"/>
                    <a:pt x="104" y="2348"/>
                    <a:pt x="361" y="2730"/>
                  </a:cubicBezTo>
                  <a:cubicBezTo>
                    <a:pt x="629" y="3116"/>
                    <a:pt x="1026" y="3381"/>
                    <a:pt x="1490" y="3465"/>
                  </a:cubicBezTo>
                  <a:cubicBezTo>
                    <a:pt x="1595" y="3484"/>
                    <a:pt x="1701" y="3493"/>
                    <a:pt x="1806" y="3493"/>
                  </a:cubicBezTo>
                  <a:cubicBezTo>
                    <a:pt x="2155" y="3493"/>
                    <a:pt x="2498" y="3390"/>
                    <a:pt x="2794" y="3186"/>
                  </a:cubicBezTo>
                  <a:cubicBezTo>
                    <a:pt x="3085" y="2987"/>
                    <a:pt x="3294" y="2708"/>
                    <a:pt x="3412" y="2404"/>
                  </a:cubicBezTo>
                  <a:cubicBezTo>
                    <a:pt x="3632" y="1881"/>
                    <a:pt x="3585" y="1264"/>
                    <a:pt x="3236" y="752"/>
                  </a:cubicBezTo>
                  <a:cubicBezTo>
                    <a:pt x="2897" y="262"/>
                    <a:pt x="2355" y="0"/>
                    <a:pt x="18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17"/>
            <p:cNvSpPr/>
            <p:nvPr/>
          </p:nvSpPr>
          <p:spPr>
            <a:xfrm>
              <a:off x="7938799" y="1398220"/>
              <a:ext cx="230785" cy="223145"/>
            </a:xfrm>
            <a:custGeom>
              <a:avLst/>
              <a:gdLst/>
              <a:ahLst/>
              <a:cxnLst/>
              <a:rect l="l" t="t" r="r" b="b"/>
              <a:pathLst>
                <a:path w="3051" h="2950" extrusionOk="0">
                  <a:moveTo>
                    <a:pt x="1523" y="1"/>
                  </a:moveTo>
                  <a:cubicBezTo>
                    <a:pt x="1227" y="1"/>
                    <a:pt x="936" y="88"/>
                    <a:pt x="687" y="260"/>
                  </a:cubicBezTo>
                  <a:cubicBezTo>
                    <a:pt x="360" y="480"/>
                    <a:pt x="140" y="819"/>
                    <a:pt x="70" y="1201"/>
                  </a:cubicBezTo>
                  <a:cubicBezTo>
                    <a:pt x="0" y="1598"/>
                    <a:pt x="81" y="1981"/>
                    <a:pt x="302" y="2308"/>
                  </a:cubicBezTo>
                  <a:cubicBezTo>
                    <a:pt x="536" y="2634"/>
                    <a:pt x="872" y="2855"/>
                    <a:pt x="1257" y="2925"/>
                  </a:cubicBezTo>
                  <a:cubicBezTo>
                    <a:pt x="1346" y="2941"/>
                    <a:pt x="1436" y="2949"/>
                    <a:pt x="1526" y="2949"/>
                  </a:cubicBezTo>
                  <a:cubicBezTo>
                    <a:pt x="1821" y="2949"/>
                    <a:pt x="2113" y="2862"/>
                    <a:pt x="2363" y="2690"/>
                  </a:cubicBezTo>
                  <a:cubicBezTo>
                    <a:pt x="2595" y="2528"/>
                    <a:pt x="2783" y="2296"/>
                    <a:pt x="2886" y="2039"/>
                  </a:cubicBezTo>
                  <a:cubicBezTo>
                    <a:pt x="2922" y="1947"/>
                    <a:pt x="2956" y="1841"/>
                    <a:pt x="2981" y="1738"/>
                  </a:cubicBezTo>
                  <a:cubicBezTo>
                    <a:pt x="3051" y="1352"/>
                    <a:pt x="2967" y="958"/>
                    <a:pt x="2735" y="631"/>
                  </a:cubicBezTo>
                  <a:cubicBezTo>
                    <a:pt x="2514" y="316"/>
                    <a:pt x="2176" y="95"/>
                    <a:pt x="1794" y="25"/>
                  </a:cubicBezTo>
                  <a:cubicBezTo>
                    <a:pt x="1704" y="9"/>
                    <a:pt x="1613" y="1"/>
                    <a:pt x="1523"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17"/>
            <p:cNvSpPr/>
            <p:nvPr/>
          </p:nvSpPr>
          <p:spPr>
            <a:xfrm>
              <a:off x="7949313" y="1599950"/>
              <a:ext cx="141905" cy="49848"/>
            </a:xfrm>
            <a:custGeom>
              <a:avLst/>
              <a:gdLst/>
              <a:ahLst/>
              <a:cxnLst/>
              <a:rect l="l" t="t" r="r" b="b"/>
              <a:pathLst>
                <a:path w="1876" h="659" extrusionOk="0">
                  <a:moveTo>
                    <a:pt x="48" y="1"/>
                  </a:moveTo>
                  <a:lnTo>
                    <a:pt x="48" y="1"/>
                  </a:lnTo>
                  <a:cubicBezTo>
                    <a:pt x="59" y="60"/>
                    <a:pt x="48" y="107"/>
                    <a:pt x="23" y="118"/>
                  </a:cubicBezTo>
                  <a:lnTo>
                    <a:pt x="1" y="141"/>
                  </a:lnTo>
                  <a:cubicBezTo>
                    <a:pt x="340" y="480"/>
                    <a:pt x="788" y="659"/>
                    <a:pt x="1241" y="659"/>
                  </a:cubicBezTo>
                  <a:cubicBezTo>
                    <a:pt x="1455" y="659"/>
                    <a:pt x="1670" y="619"/>
                    <a:pt x="1875" y="537"/>
                  </a:cubicBezTo>
                  <a:lnTo>
                    <a:pt x="1875" y="537"/>
                  </a:lnTo>
                  <a:cubicBezTo>
                    <a:pt x="1722" y="579"/>
                    <a:pt x="1561" y="600"/>
                    <a:pt x="1397" y="600"/>
                  </a:cubicBezTo>
                  <a:cubicBezTo>
                    <a:pt x="1286" y="600"/>
                    <a:pt x="1173" y="590"/>
                    <a:pt x="1060" y="571"/>
                  </a:cubicBezTo>
                  <a:cubicBezTo>
                    <a:pt x="663" y="501"/>
                    <a:pt x="302" y="303"/>
                    <a:pt x="48"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17"/>
            <p:cNvSpPr/>
            <p:nvPr/>
          </p:nvSpPr>
          <p:spPr>
            <a:xfrm>
              <a:off x="7935168" y="1393908"/>
              <a:ext cx="237820" cy="231239"/>
            </a:xfrm>
            <a:custGeom>
              <a:avLst/>
              <a:gdLst/>
              <a:ahLst/>
              <a:cxnLst/>
              <a:rect l="l" t="t" r="r" b="b"/>
              <a:pathLst>
                <a:path w="3144" h="3057" extrusionOk="0">
                  <a:moveTo>
                    <a:pt x="1571" y="58"/>
                  </a:moveTo>
                  <a:cubicBezTo>
                    <a:pt x="1661" y="58"/>
                    <a:pt x="1752" y="66"/>
                    <a:pt x="1842" y="82"/>
                  </a:cubicBezTo>
                  <a:cubicBezTo>
                    <a:pt x="2224" y="152"/>
                    <a:pt x="2562" y="373"/>
                    <a:pt x="2783" y="688"/>
                  </a:cubicBezTo>
                  <a:cubicBezTo>
                    <a:pt x="3015" y="1015"/>
                    <a:pt x="3099" y="1409"/>
                    <a:pt x="3029" y="1795"/>
                  </a:cubicBezTo>
                  <a:cubicBezTo>
                    <a:pt x="3004" y="1898"/>
                    <a:pt x="2970" y="2004"/>
                    <a:pt x="2934" y="2096"/>
                  </a:cubicBezTo>
                  <a:cubicBezTo>
                    <a:pt x="2831" y="2353"/>
                    <a:pt x="2643" y="2585"/>
                    <a:pt x="2411" y="2747"/>
                  </a:cubicBezTo>
                  <a:cubicBezTo>
                    <a:pt x="2161" y="2919"/>
                    <a:pt x="1869" y="3006"/>
                    <a:pt x="1574" y="3006"/>
                  </a:cubicBezTo>
                  <a:cubicBezTo>
                    <a:pt x="1484" y="3006"/>
                    <a:pt x="1394" y="2998"/>
                    <a:pt x="1305" y="2982"/>
                  </a:cubicBezTo>
                  <a:cubicBezTo>
                    <a:pt x="920" y="2912"/>
                    <a:pt x="584" y="2691"/>
                    <a:pt x="350" y="2365"/>
                  </a:cubicBezTo>
                  <a:cubicBezTo>
                    <a:pt x="129" y="2038"/>
                    <a:pt x="48" y="1655"/>
                    <a:pt x="118" y="1258"/>
                  </a:cubicBezTo>
                  <a:cubicBezTo>
                    <a:pt x="188" y="876"/>
                    <a:pt x="408" y="537"/>
                    <a:pt x="735" y="317"/>
                  </a:cubicBezTo>
                  <a:cubicBezTo>
                    <a:pt x="984" y="145"/>
                    <a:pt x="1275" y="58"/>
                    <a:pt x="1571" y="58"/>
                  </a:cubicBezTo>
                  <a:close/>
                  <a:moveTo>
                    <a:pt x="1587" y="1"/>
                  </a:moveTo>
                  <a:cubicBezTo>
                    <a:pt x="1271" y="1"/>
                    <a:pt x="963" y="97"/>
                    <a:pt x="699" y="269"/>
                  </a:cubicBezTo>
                  <a:cubicBezTo>
                    <a:pt x="456" y="443"/>
                    <a:pt x="269" y="677"/>
                    <a:pt x="165" y="957"/>
                  </a:cubicBezTo>
                  <a:cubicBezTo>
                    <a:pt x="118" y="1049"/>
                    <a:pt x="96" y="1155"/>
                    <a:pt x="70" y="1258"/>
                  </a:cubicBezTo>
                  <a:cubicBezTo>
                    <a:pt x="1" y="1655"/>
                    <a:pt x="82" y="2063"/>
                    <a:pt x="316" y="2398"/>
                  </a:cubicBezTo>
                  <a:cubicBezTo>
                    <a:pt x="548" y="2736"/>
                    <a:pt x="897" y="2957"/>
                    <a:pt x="1294" y="3027"/>
                  </a:cubicBezTo>
                  <a:cubicBezTo>
                    <a:pt x="1392" y="3047"/>
                    <a:pt x="1490" y="3057"/>
                    <a:pt x="1586" y="3057"/>
                  </a:cubicBezTo>
                  <a:cubicBezTo>
                    <a:pt x="1889" y="3057"/>
                    <a:pt x="2177" y="2960"/>
                    <a:pt x="2434" y="2784"/>
                  </a:cubicBezTo>
                  <a:cubicBezTo>
                    <a:pt x="2772" y="2552"/>
                    <a:pt x="2993" y="2214"/>
                    <a:pt x="3074" y="1806"/>
                  </a:cubicBezTo>
                  <a:cubicBezTo>
                    <a:pt x="3143" y="1409"/>
                    <a:pt x="3062" y="1001"/>
                    <a:pt x="2831" y="666"/>
                  </a:cubicBezTo>
                  <a:cubicBezTo>
                    <a:pt x="2596" y="328"/>
                    <a:pt x="2247" y="107"/>
                    <a:pt x="1853" y="23"/>
                  </a:cubicBezTo>
                  <a:cubicBezTo>
                    <a:pt x="1764" y="8"/>
                    <a:pt x="1675" y="1"/>
                    <a:pt x="158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5" name="Google Shape;915;p17"/>
            <p:cNvSpPr/>
            <p:nvPr/>
          </p:nvSpPr>
          <p:spPr>
            <a:xfrm>
              <a:off x="7695770" y="1373864"/>
              <a:ext cx="512478" cy="389105"/>
            </a:xfrm>
            <a:custGeom>
              <a:avLst/>
              <a:gdLst/>
              <a:ahLst/>
              <a:cxnLst/>
              <a:rect l="l" t="t" r="r" b="b"/>
              <a:pathLst>
                <a:path w="6775" h="5144" extrusionOk="0">
                  <a:moveTo>
                    <a:pt x="3305" y="721"/>
                  </a:moveTo>
                  <a:cubicBezTo>
                    <a:pt x="3213" y="836"/>
                    <a:pt x="3132" y="976"/>
                    <a:pt x="3073" y="1115"/>
                  </a:cubicBezTo>
                  <a:cubicBezTo>
                    <a:pt x="3026" y="1233"/>
                    <a:pt x="2992" y="1350"/>
                    <a:pt x="2967" y="1465"/>
                  </a:cubicBezTo>
                  <a:cubicBezTo>
                    <a:pt x="2897" y="1872"/>
                    <a:pt x="2956" y="2269"/>
                    <a:pt x="3143" y="2618"/>
                  </a:cubicBezTo>
                  <a:cubicBezTo>
                    <a:pt x="3111" y="2599"/>
                    <a:pt x="3082" y="2590"/>
                    <a:pt x="3061" y="2590"/>
                  </a:cubicBezTo>
                  <a:cubicBezTo>
                    <a:pt x="3044" y="2590"/>
                    <a:pt x="3031" y="2596"/>
                    <a:pt x="3026" y="2607"/>
                  </a:cubicBezTo>
                  <a:lnTo>
                    <a:pt x="2992" y="2618"/>
                  </a:lnTo>
                  <a:cubicBezTo>
                    <a:pt x="2702" y="1965"/>
                    <a:pt x="2828" y="1222"/>
                    <a:pt x="3305" y="721"/>
                  </a:cubicBezTo>
                  <a:close/>
                  <a:moveTo>
                    <a:pt x="3051" y="2641"/>
                  </a:moveTo>
                  <a:cubicBezTo>
                    <a:pt x="3062" y="2641"/>
                    <a:pt x="3085" y="2641"/>
                    <a:pt x="3132" y="2677"/>
                  </a:cubicBezTo>
                  <a:cubicBezTo>
                    <a:pt x="3166" y="2699"/>
                    <a:pt x="3213" y="2758"/>
                    <a:pt x="3261" y="2817"/>
                  </a:cubicBezTo>
                  <a:cubicBezTo>
                    <a:pt x="3353" y="2956"/>
                    <a:pt x="3364" y="3060"/>
                    <a:pt x="3342" y="3071"/>
                  </a:cubicBezTo>
                  <a:lnTo>
                    <a:pt x="3015" y="3292"/>
                  </a:lnTo>
                  <a:cubicBezTo>
                    <a:pt x="3015" y="3236"/>
                    <a:pt x="2981" y="3141"/>
                    <a:pt x="2911" y="3049"/>
                  </a:cubicBezTo>
                  <a:cubicBezTo>
                    <a:pt x="2864" y="2968"/>
                    <a:pt x="2783" y="2898"/>
                    <a:pt x="2724" y="2861"/>
                  </a:cubicBezTo>
                  <a:lnTo>
                    <a:pt x="3051" y="2641"/>
                  </a:lnTo>
                  <a:close/>
                  <a:moveTo>
                    <a:pt x="2674" y="2907"/>
                  </a:moveTo>
                  <a:cubicBezTo>
                    <a:pt x="2706" y="2907"/>
                    <a:pt x="2792" y="2956"/>
                    <a:pt x="2875" y="3082"/>
                  </a:cubicBezTo>
                  <a:cubicBezTo>
                    <a:pt x="2945" y="3188"/>
                    <a:pt x="2981" y="3280"/>
                    <a:pt x="2967" y="3317"/>
                  </a:cubicBezTo>
                  <a:cubicBezTo>
                    <a:pt x="2967" y="3328"/>
                    <a:pt x="2967" y="3328"/>
                    <a:pt x="2956" y="3339"/>
                  </a:cubicBezTo>
                  <a:cubicBezTo>
                    <a:pt x="2956" y="3339"/>
                    <a:pt x="2934" y="3339"/>
                    <a:pt x="2911" y="3317"/>
                  </a:cubicBezTo>
                  <a:cubicBezTo>
                    <a:pt x="2923" y="3269"/>
                    <a:pt x="2886" y="3177"/>
                    <a:pt x="2841" y="3107"/>
                  </a:cubicBezTo>
                  <a:cubicBezTo>
                    <a:pt x="2783" y="3026"/>
                    <a:pt x="2713" y="2968"/>
                    <a:pt x="2665" y="2956"/>
                  </a:cubicBezTo>
                  <a:cubicBezTo>
                    <a:pt x="2654" y="2931"/>
                    <a:pt x="2654" y="2909"/>
                    <a:pt x="2665" y="2909"/>
                  </a:cubicBezTo>
                  <a:cubicBezTo>
                    <a:pt x="2668" y="2908"/>
                    <a:pt x="2670" y="2907"/>
                    <a:pt x="2674" y="2907"/>
                  </a:cubicBezTo>
                  <a:close/>
                  <a:moveTo>
                    <a:pt x="4737" y="50"/>
                  </a:moveTo>
                  <a:cubicBezTo>
                    <a:pt x="5288" y="50"/>
                    <a:pt x="5830" y="312"/>
                    <a:pt x="6169" y="802"/>
                  </a:cubicBezTo>
                  <a:cubicBezTo>
                    <a:pt x="6518" y="1314"/>
                    <a:pt x="6565" y="1931"/>
                    <a:pt x="6345" y="2454"/>
                  </a:cubicBezTo>
                  <a:cubicBezTo>
                    <a:pt x="6227" y="2758"/>
                    <a:pt x="6018" y="3037"/>
                    <a:pt x="5727" y="3236"/>
                  </a:cubicBezTo>
                  <a:cubicBezTo>
                    <a:pt x="5431" y="3440"/>
                    <a:pt x="5088" y="3543"/>
                    <a:pt x="4739" y="3543"/>
                  </a:cubicBezTo>
                  <a:cubicBezTo>
                    <a:pt x="4634" y="3543"/>
                    <a:pt x="4528" y="3534"/>
                    <a:pt x="4423" y="3515"/>
                  </a:cubicBezTo>
                  <a:cubicBezTo>
                    <a:pt x="3959" y="3431"/>
                    <a:pt x="3562" y="3166"/>
                    <a:pt x="3294" y="2780"/>
                  </a:cubicBezTo>
                  <a:cubicBezTo>
                    <a:pt x="3037" y="2398"/>
                    <a:pt x="2934" y="1942"/>
                    <a:pt x="3015" y="1476"/>
                  </a:cubicBezTo>
                  <a:cubicBezTo>
                    <a:pt x="3096" y="1046"/>
                    <a:pt x="3330" y="674"/>
                    <a:pt x="3666" y="417"/>
                  </a:cubicBezTo>
                  <a:lnTo>
                    <a:pt x="3691" y="406"/>
                  </a:lnTo>
                  <a:cubicBezTo>
                    <a:pt x="3702" y="383"/>
                    <a:pt x="3724" y="372"/>
                    <a:pt x="3749" y="358"/>
                  </a:cubicBezTo>
                  <a:cubicBezTo>
                    <a:pt x="4051" y="150"/>
                    <a:pt x="4396" y="50"/>
                    <a:pt x="4737" y="50"/>
                  </a:cubicBezTo>
                  <a:close/>
                  <a:moveTo>
                    <a:pt x="3400" y="2990"/>
                  </a:moveTo>
                  <a:cubicBezTo>
                    <a:pt x="3654" y="3292"/>
                    <a:pt x="4015" y="3490"/>
                    <a:pt x="4412" y="3560"/>
                  </a:cubicBezTo>
                  <a:cubicBezTo>
                    <a:pt x="4525" y="3579"/>
                    <a:pt x="4638" y="3589"/>
                    <a:pt x="4749" y="3589"/>
                  </a:cubicBezTo>
                  <a:cubicBezTo>
                    <a:pt x="4913" y="3589"/>
                    <a:pt x="5074" y="3568"/>
                    <a:pt x="5227" y="3526"/>
                  </a:cubicBezTo>
                  <a:lnTo>
                    <a:pt x="5227" y="3526"/>
                  </a:lnTo>
                  <a:cubicBezTo>
                    <a:pt x="5022" y="3608"/>
                    <a:pt x="4807" y="3648"/>
                    <a:pt x="4593" y="3648"/>
                  </a:cubicBezTo>
                  <a:cubicBezTo>
                    <a:pt x="4140" y="3648"/>
                    <a:pt x="3692" y="3469"/>
                    <a:pt x="3353" y="3130"/>
                  </a:cubicBezTo>
                  <a:lnTo>
                    <a:pt x="3375" y="3107"/>
                  </a:lnTo>
                  <a:cubicBezTo>
                    <a:pt x="3400" y="3096"/>
                    <a:pt x="3411" y="3049"/>
                    <a:pt x="3400" y="2990"/>
                  </a:cubicBezTo>
                  <a:close/>
                  <a:moveTo>
                    <a:pt x="2660" y="3010"/>
                  </a:moveTo>
                  <a:cubicBezTo>
                    <a:pt x="2679" y="3010"/>
                    <a:pt x="2732" y="3048"/>
                    <a:pt x="2794" y="3130"/>
                  </a:cubicBezTo>
                  <a:cubicBezTo>
                    <a:pt x="2864" y="3236"/>
                    <a:pt x="2864" y="3306"/>
                    <a:pt x="2864" y="3306"/>
                  </a:cubicBezTo>
                  <a:lnTo>
                    <a:pt x="313" y="5063"/>
                  </a:lnTo>
                  <a:cubicBezTo>
                    <a:pt x="313" y="5004"/>
                    <a:pt x="280" y="4945"/>
                    <a:pt x="243" y="4887"/>
                  </a:cubicBezTo>
                  <a:cubicBezTo>
                    <a:pt x="210" y="4842"/>
                    <a:pt x="174" y="4806"/>
                    <a:pt x="140" y="4772"/>
                  </a:cubicBezTo>
                  <a:cubicBezTo>
                    <a:pt x="129" y="4772"/>
                    <a:pt x="118" y="4758"/>
                    <a:pt x="118" y="4758"/>
                  </a:cubicBezTo>
                  <a:lnTo>
                    <a:pt x="2654" y="3012"/>
                  </a:lnTo>
                  <a:cubicBezTo>
                    <a:pt x="2656" y="3011"/>
                    <a:pt x="2658" y="3010"/>
                    <a:pt x="2660" y="3010"/>
                  </a:cubicBezTo>
                  <a:close/>
                  <a:moveTo>
                    <a:pt x="59" y="4795"/>
                  </a:moveTo>
                  <a:cubicBezTo>
                    <a:pt x="59" y="4795"/>
                    <a:pt x="81" y="4795"/>
                    <a:pt x="104" y="4817"/>
                  </a:cubicBezTo>
                  <a:cubicBezTo>
                    <a:pt x="140" y="4842"/>
                    <a:pt x="174" y="4876"/>
                    <a:pt x="199" y="4923"/>
                  </a:cubicBezTo>
                  <a:cubicBezTo>
                    <a:pt x="269" y="5004"/>
                    <a:pt x="280" y="5074"/>
                    <a:pt x="269" y="5096"/>
                  </a:cubicBezTo>
                  <a:cubicBezTo>
                    <a:pt x="269" y="5096"/>
                    <a:pt x="243" y="5096"/>
                    <a:pt x="221" y="5074"/>
                  </a:cubicBezTo>
                  <a:cubicBezTo>
                    <a:pt x="188" y="5052"/>
                    <a:pt x="151" y="5015"/>
                    <a:pt x="129" y="4968"/>
                  </a:cubicBezTo>
                  <a:cubicBezTo>
                    <a:pt x="93" y="4934"/>
                    <a:pt x="70" y="4887"/>
                    <a:pt x="59" y="4853"/>
                  </a:cubicBezTo>
                  <a:cubicBezTo>
                    <a:pt x="48" y="4806"/>
                    <a:pt x="59" y="4795"/>
                    <a:pt x="59" y="4795"/>
                  </a:cubicBezTo>
                  <a:close/>
                  <a:moveTo>
                    <a:pt x="4728" y="0"/>
                  </a:moveTo>
                  <a:cubicBezTo>
                    <a:pt x="4376" y="0"/>
                    <a:pt x="4022" y="102"/>
                    <a:pt x="3713" y="314"/>
                  </a:cubicBezTo>
                  <a:lnTo>
                    <a:pt x="3654" y="372"/>
                  </a:lnTo>
                  <a:lnTo>
                    <a:pt x="3643" y="372"/>
                  </a:lnTo>
                  <a:cubicBezTo>
                    <a:pt x="3621" y="395"/>
                    <a:pt x="3596" y="406"/>
                    <a:pt x="3562" y="417"/>
                  </a:cubicBezTo>
                  <a:cubicBezTo>
                    <a:pt x="3272" y="626"/>
                    <a:pt x="3051" y="906"/>
                    <a:pt x="2923" y="1222"/>
                  </a:cubicBezTo>
                  <a:cubicBezTo>
                    <a:pt x="2735" y="1663"/>
                    <a:pt x="2735" y="2174"/>
                    <a:pt x="2956" y="2641"/>
                  </a:cubicBezTo>
                  <a:lnTo>
                    <a:pt x="2643" y="2861"/>
                  </a:lnTo>
                  <a:cubicBezTo>
                    <a:pt x="2632" y="2873"/>
                    <a:pt x="2618" y="2887"/>
                    <a:pt x="2618" y="2898"/>
                  </a:cubicBezTo>
                  <a:cubicBezTo>
                    <a:pt x="2607" y="2909"/>
                    <a:pt x="2607" y="2942"/>
                    <a:pt x="2607" y="2979"/>
                  </a:cubicBezTo>
                  <a:lnTo>
                    <a:pt x="34" y="4758"/>
                  </a:lnTo>
                  <a:cubicBezTo>
                    <a:pt x="23" y="4758"/>
                    <a:pt x="12" y="4772"/>
                    <a:pt x="12" y="4783"/>
                  </a:cubicBezTo>
                  <a:cubicBezTo>
                    <a:pt x="0" y="4795"/>
                    <a:pt x="0" y="4817"/>
                    <a:pt x="12" y="4864"/>
                  </a:cubicBezTo>
                  <a:cubicBezTo>
                    <a:pt x="23" y="4898"/>
                    <a:pt x="48" y="4957"/>
                    <a:pt x="81" y="5004"/>
                  </a:cubicBezTo>
                  <a:cubicBezTo>
                    <a:pt x="118" y="5052"/>
                    <a:pt x="151" y="5085"/>
                    <a:pt x="188" y="5121"/>
                  </a:cubicBezTo>
                  <a:cubicBezTo>
                    <a:pt x="215" y="5138"/>
                    <a:pt x="238" y="5144"/>
                    <a:pt x="256" y="5144"/>
                  </a:cubicBezTo>
                  <a:cubicBezTo>
                    <a:pt x="273" y="5144"/>
                    <a:pt x="285" y="5138"/>
                    <a:pt x="291" y="5133"/>
                  </a:cubicBezTo>
                  <a:lnTo>
                    <a:pt x="2875" y="3361"/>
                  </a:lnTo>
                  <a:cubicBezTo>
                    <a:pt x="2905" y="3380"/>
                    <a:pt x="2929" y="3386"/>
                    <a:pt x="2948" y="3386"/>
                  </a:cubicBezTo>
                  <a:cubicBezTo>
                    <a:pt x="2966" y="3386"/>
                    <a:pt x="2980" y="3381"/>
                    <a:pt x="2992" y="3375"/>
                  </a:cubicBezTo>
                  <a:lnTo>
                    <a:pt x="3305" y="3152"/>
                  </a:lnTo>
                  <a:cubicBezTo>
                    <a:pt x="3657" y="3510"/>
                    <a:pt x="4119" y="3695"/>
                    <a:pt x="4585" y="3695"/>
                  </a:cubicBezTo>
                  <a:cubicBezTo>
                    <a:pt x="4936" y="3695"/>
                    <a:pt x="5289" y="3590"/>
                    <a:pt x="5599" y="3375"/>
                  </a:cubicBezTo>
                  <a:cubicBezTo>
                    <a:pt x="5635" y="3361"/>
                    <a:pt x="5658" y="3339"/>
                    <a:pt x="5680" y="3328"/>
                  </a:cubicBezTo>
                  <a:cubicBezTo>
                    <a:pt x="5705" y="3306"/>
                    <a:pt x="5727" y="3292"/>
                    <a:pt x="5750" y="3269"/>
                  </a:cubicBezTo>
                  <a:cubicBezTo>
                    <a:pt x="6565" y="2711"/>
                    <a:pt x="6775" y="1593"/>
                    <a:pt x="6216" y="777"/>
                  </a:cubicBezTo>
                  <a:cubicBezTo>
                    <a:pt x="5869" y="273"/>
                    <a:pt x="5303" y="0"/>
                    <a:pt x="4728"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6" name="Google Shape;916;p17"/>
            <p:cNvSpPr/>
            <p:nvPr/>
          </p:nvSpPr>
          <p:spPr>
            <a:xfrm>
              <a:off x="7992427" y="1406237"/>
              <a:ext cx="123297" cy="80332"/>
            </a:xfrm>
            <a:custGeom>
              <a:avLst/>
              <a:gdLst/>
              <a:ahLst/>
              <a:cxnLst/>
              <a:rect l="l" t="t" r="r" b="b"/>
              <a:pathLst>
                <a:path w="1630" h="1062" extrusionOk="0">
                  <a:moveTo>
                    <a:pt x="816" y="0"/>
                  </a:moveTo>
                  <a:cubicBezTo>
                    <a:pt x="361" y="0"/>
                    <a:pt x="1" y="268"/>
                    <a:pt x="1" y="606"/>
                  </a:cubicBezTo>
                  <a:cubicBezTo>
                    <a:pt x="1" y="944"/>
                    <a:pt x="361" y="1062"/>
                    <a:pt x="816" y="1062"/>
                  </a:cubicBezTo>
                  <a:cubicBezTo>
                    <a:pt x="1258" y="1062"/>
                    <a:pt x="1629" y="944"/>
                    <a:pt x="1629" y="606"/>
                  </a:cubicBezTo>
                  <a:cubicBezTo>
                    <a:pt x="1629" y="268"/>
                    <a:pt x="1258" y="0"/>
                    <a:pt x="8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7" name="Google Shape;917;p17"/>
            <p:cNvSpPr/>
            <p:nvPr/>
          </p:nvSpPr>
          <p:spPr>
            <a:xfrm>
              <a:off x="7953775" y="1453436"/>
              <a:ext cx="44856" cy="50302"/>
            </a:xfrm>
            <a:custGeom>
              <a:avLst/>
              <a:gdLst/>
              <a:ahLst/>
              <a:cxnLst/>
              <a:rect l="l" t="t" r="r" b="b"/>
              <a:pathLst>
                <a:path w="593" h="665" extrusionOk="0">
                  <a:moveTo>
                    <a:pt x="315" y="0"/>
                  </a:moveTo>
                  <a:cubicBezTo>
                    <a:pt x="300" y="0"/>
                    <a:pt x="285" y="2"/>
                    <a:pt x="269" y="5"/>
                  </a:cubicBezTo>
                  <a:cubicBezTo>
                    <a:pt x="104" y="52"/>
                    <a:pt x="0" y="228"/>
                    <a:pt x="45" y="401"/>
                  </a:cubicBezTo>
                  <a:cubicBezTo>
                    <a:pt x="77" y="565"/>
                    <a:pt x="213" y="665"/>
                    <a:pt x="365" y="665"/>
                  </a:cubicBezTo>
                  <a:cubicBezTo>
                    <a:pt x="386" y="665"/>
                    <a:pt x="409" y="663"/>
                    <a:pt x="431" y="658"/>
                  </a:cubicBezTo>
                  <a:cubicBezTo>
                    <a:pt x="593" y="611"/>
                    <a:pt x="581" y="482"/>
                    <a:pt x="548" y="298"/>
                  </a:cubicBezTo>
                  <a:cubicBezTo>
                    <a:pt x="505" y="139"/>
                    <a:pt x="453" y="0"/>
                    <a:pt x="3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8"/>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923" name="Google Shape;923;p18"/>
          <p:cNvGrpSpPr/>
          <p:nvPr/>
        </p:nvGrpSpPr>
        <p:grpSpPr>
          <a:xfrm>
            <a:off x="1216725" y="1310602"/>
            <a:ext cx="1629300" cy="1294649"/>
            <a:chOff x="911925" y="3215352"/>
            <a:chExt cx="1629300" cy="1294649"/>
          </a:xfrm>
        </p:grpSpPr>
        <p:sp>
          <p:nvSpPr>
            <p:cNvPr id="924" name="Google Shape;924;p18"/>
            <p:cNvSpPr txBox="1"/>
            <p:nvPr/>
          </p:nvSpPr>
          <p:spPr>
            <a:xfrm>
              <a:off x="911925" y="3215352"/>
              <a:ext cx="1629300" cy="448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p:txBody>
        </p:sp>
        <p:sp>
          <p:nvSpPr>
            <p:cNvPr id="925" name="Google Shape;925;p18"/>
            <p:cNvSpPr txBox="1"/>
            <p:nvPr/>
          </p:nvSpPr>
          <p:spPr>
            <a:xfrm>
              <a:off x="911925" y="3663400"/>
              <a:ext cx="1629300" cy="8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grpSp>
      <p:grpSp>
        <p:nvGrpSpPr>
          <p:cNvPr id="926" name="Google Shape;926;p18"/>
          <p:cNvGrpSpPr/>
          <p:nvPr/>
        </p:nvGrpSpPr>
        <p:grpSpPr>
          <a:xfrm>
            <a:off x="1216715" y="3139152"/>
            <a:ext cx="1629300" cy="1294649"/>
            <a:chOff x="2740115" y="3215352"/>
            <a:chExt cx="1629300" cy="1294649"/>
          </a:xfrm>
        </p:grpSpPr>
        <p:sp>
          <p:nvSpPr>
            <p:cNvPr id="927" name="Google Shape;927;p18"/>
            <p:cNvSpPr txBox="1"/>
            <p:nvPr/>
          </p:nvSpPr>
          <p:spPr>
            <a:xfrm>
              <a:off x="2740115" y="3215352"/>
              <a:ext cx="1629300" cy="448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p:txBody>
        </p:sp>
        <p:sp>
          <p:nvSpPr>
            <p:cNvPr id="928" name="Google Shape;928;p18"/>
            <p:cNvSpPr txBox="1"/>
            <p:nvPr/>
          </p:nvSpPr>
          <p:spPr>
            <a:xfrm>
              <a:off x="2740115" y="3663400"/>
              <a:ext cx="1629300" cy="8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grpSp>
      <p:grpSp>
        <p:nvGrpSpPr>
          <p:cNvPr id="929" name="Google Shape;929;p18"/>
          <p:cNvGrpSpPr/>
          <p:nvPr/>
        </p:nvGrpSpPr>
        <p:grpSpPr>
          <a:xfrm>
            <a:off x="6489355" y="1310602"/>
            <a:ext cx="1629300" cy="1294649"/>
            <a:chOff x="4767130" y="3215352"/>
            <a:chExt cx="1629300" cy="1294649"/>
          </a:xfrm>
        </p:grpSpPr>
        <p:sp>
          <p:nvSpPr>
            <p:cNvPr id="930" name="Google Shape;930;p18"/>
            <p:cNvSpPr txBox="1"/>
            <p:nvPr/>
          </p:nvSpPr>
          <p:spPr>
            <a:xfrm>
              <a:off x="4767130" y="3215352"/>
              <a:ext cx="1629300" cy="448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sp>
          <p:nvSpPr>
            <p:cNvPr id="931" name="Google Shape;931;p18"/>
            <p:cNvSpPr txBox="1"/>
            <p:nvPr/>
          </p:nvSpPr>
          <p:spPr>
            <a:xfrm>
              <a:off x="4767130" y="3663400"/>
              <a:ext cx="1629300" cy="84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grpSp>
      <p:grpSp>
        <p:nvGrpSpPr>
          <p:cNvPr id="932" name="Google Shape;932;p18"/>
          <p:cNvGrpSpPr/>
          <p:nvPr/>
        </p:nvGrpSpPr>
        <p:grpSpPr>
          <a:xfrm>
            <a:off x="6489344" y="3139152"/>
            <a:ext cx="1629300" cy="1294649"/>
            <a:chOff x="6794144" y="3215352"/>
            <a:chExt cx="1629300" cy="1294649"/>
          </a:xfrm>
        </p:grpSpPr>
        <p:sp>
          <p:nvSpPr>
            <p:cNvPr id="933" name="Google Shape;933;p18"/>
            <p:cNvSpPr txBox="1"/>
            <p:nvPr/>
          </p:nvSpPr>
          <p:spPr>
            <a:xfrm>
              <a:off x="6794144" y="3215352"/>
              <a:ext cx="1629300" cy="448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Oceania</a:t>
              </a:r>
              <a:endParaRPr sz="2400" b="1">
                <a:solidFill>
                  <a:schemeClr val="dk1"/>
                </a:solidFill>
                <a:latin typeface="Chelsea Market"/>
                <a:ea typeface="Chelsea Market"/>
                <a:cs typeface="Chelsea Market"/>
                <a:sym typeface="Chelsea Market"/>
              </a:endParaRPr>
            </a:p>
          </p:txBody>
        </p:sp>
        <p:sp>
          <p:nvSpPr>
            <p:cNvPr id="934" name="Google Shape;934;p18"/>
            <p:cNvSpPr txBox="1"/>
            <p:nvPr/>
          </p:nvSpPr>
          <p:spPr>
            <a:xfrm>
              <a:off x="6794144" y="3663400"/>
              <a:ext cx="1629300" cy="84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Pluto is considered a dwarf planet</a:t>
              </a:r>
              <a:endParaRPr>
                <a:solidFill>
                  <a:schemeClr val="dk1"/>
                </a:solidFill>
                <a:latin typeface="Lato"/>
                <a:ea typeface="Lato"/>
                <a:cs typeface="Lato"/>
                <a:sym typeface="Lato"/>
              </a:endParaRPr>
            </a:p>
          </p:txBody>
        </p:sp>
      </p:grpSp>
      <p:grpSp>
        <p:nvGrpSpPr>
          <p:cNvPr id="935" name="Google Shape;935;p18"/>
          <p:cNvGrpSpPr/>
          <p:nvPr/>
        </p:nvGrpSpPr>
        <p:grpSpPr>
          <a:xfrm>
            <a:off x="3134360" y="2104842"/>
            <a:ext cx="2875618" cy="1531947"/>
            <a:chOff x="233350" y="949250"/>
            <a:chExt cx="7137300" cy="3802300"/>
          </a:xfrm>
        </p:grpSpPr>
        <p:sp>
          <p:nvSpPr>
            <p:cNvPr id="936" name="Google Shape;936;p1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7" name="Google Shape;937;p1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1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1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1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1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1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3" name="Google Shape;943;p1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4" name="Google Shape;944;p1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5" name="Google Shape;945;p1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6" name="Google Shape;946;p1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7" name="Google Shape;947;p1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8" name="Google Shape;948;p1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9" name="Google Shape;949;p1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0" name="Google Shape;950;p1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1" name="Google Shape;951;p1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2" name="Google Shape;952;p1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3" name="Google Shape;953;p1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4" name="Google Shape;954;p1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5" name="Google Shape;955;p1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6" name="Google Shape;956;p1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7" name="Google Shape;957;p1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8" name="Google Shape;958;p1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9" name="Google Shape;959;p1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0" name="Google Shape;960;p1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1" name="Google Shape;961;p1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2" name="Google Shape;962;p1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3" name="Google Shape;963;p1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4" name="Google Shape;964;p1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5" name="Google Shape;965;p1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6" name="Google Shape;966;p1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7" name="Google Shape;967;p1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1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1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1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1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2" name="Google Shape;972;p1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3" name="Google Shape;973;p1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4" name="Google Shape;974;p1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5" name="Google Shape;975;p1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6" name="Google Shape;976;p1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7" name="Google Shape;977;p1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8" name="Google Shape;978;p1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9" name="Google Shape;979;p1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0" name="Google Shape;980;p1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1" name="Google Shape;981;p1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2" name="Google Shape;982;p1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3" name="Google Shape;983;p1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1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5" name="Google Shape;985;p1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6" name="Google Shape;986;p1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87" name="Google Shape;987;p18"/>
          <p:cNvSpPr/>
          <p:nvPr/>
        </p:nvSpPr>
        <p:spPr>
          <a:xfrm>
            <a:off x="4106250" y="2041050"/>
            <a:ext cx="791400" cy="791400"/>
          </a:xfrm>
          <a:prstGeom prst="ellipse">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8" name="Google Shape;988;p18"/>
          <p:cNvSpPr/>
          <p:nvPr/>
        </p:nvSpPr>
        <p:spPr>
          <a:xfrm>
            <a:off x="2961675" y="2104850"/>
            <a:ext cx="1326900" cy="13269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9" name="Google Shape;989;p18"/>
          <p:cNvSpPr/>
          <p:nvPr/>
        </p:nvSpPr>
        <p:spPr>
          <a:xfrm>
            <a:off x="4176463" y="2750300"/>
            <a:ext cx="791400" cy="7914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0" name="Google Shape;990;p18"/>
          <p:cNvSpPr/>
          <p:nvPr/>
        </p:nvSpPr>
        <p:spPr>
          <a:xfrm>
            <a:off x="5106788" y="2640350"/>
            <a:ext cx="791400" cy="7914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991" name="Google Shape;991;p18"/>
          <p:cNvCxnSpPr>
            <a:stCxn id="924" idx="3"/>
            <a:endCxn id="988" idx="1"/>
          </p:cNvCxnSpPr>
          <p:nvPr/>
        </p:nvCxnSpPr>
        <p:spPr>
          <a:xfrm>
            <a:off x="2846025" y="1534702"/>
            <a:ext cx="309900" cy="764400"/>
          </a:xfrm>
          <a:prstGeom prst="curvedConnector2">
            <a:avLst/>
          </a:prstGeom>
          <a:noFill/>
          <a:ln w="19050" cap="flat" cmpd="sng">
            <a:solidFill>
              <a:schemeClr val="accent2"/>
            </a:solidFill>
            <a:prstDash val="solid"/>
            <a:round/>
            <a:headEnd type="none" w="med" len="med"/>
            <a:tailEnd type="none" w="med" len="med"/>
          </a:ln>
        </p:spPr>
      </p:cxnSp>
      <p:cxnSp>
        <p:nvCxnSpPr>
          <p:cNvPr id="992" name="Google Shape;992;p18"/>
          <p:cNvCxnSpPr>
            <a:stCxn id="987" idx="7"/>
            <a:endCxn id="930" idx="1"/>
          </p:cNvCxnSpPr>
          <p:nvPr/>
        </p:nvCxnSpPr>
        <p:spPr>
          <a:xfrm rot="-5400000">
            <a:off x="5324452" y="992048"/>
            <a:ext cx="622200" cy="1707600"/>
          </a:xfrm>
          <a:prstGeom prst="curvedConnector2">
            <a:avLst/>
          </a:prstGeom>
          <a:noFill/>
          <a:ln w="19050" cap="flat" cmpd="sng">
            <a:solidFill>
              <a:schemeClr val="accent5"/>
            </a:solidFill>
            <a:prstDash val="solid"/>
            <a:round/>
            <a:headEnd type="none" w="med" len="med"/>
            <a:tailEnd type="none" w="med" len="med"/>
          </a:ln>
        </p:spPr>
      </p:cxnSp>
      <p:cxnSp>
        <p:nvCxnSpPr>
          <p:cNvPr id="993" name="Google Shape;993;p18"/>
          <p:cNvCxnSpPr>
            <a:stCxn id="933" idx="1"/>
            <a:endCxn id="990" idx="6"/>
          </p:cNvCxnSpPr>
          <p:nvPr/>
        </p:nvCxnSpPr>
        <p:spPr>
          <a:xfrm rot="10800000">
            <a:off x="5898044" y="3035952"/>
            <a:ext cx="591300" cy="327300"/>
          </a:xfrm>
          <a:prstGeom prst="curvedConnector3">
            <a:avLst>
              <a:gd name="adj1" fmla="val 49988"/>
            </a:avLst>
          </a:prstGeom>
          <a:noFill/>
          <a:ln w="19050" cap="flat" cmpd="sng">
            <a:solidFill>
              <a:schemeClr val="accent6"/>
            </a:solidFill>
            <a:prstDash val="solid"/>
            <a:round/>
            <a:headEnd type="none" w="med" len="med"/>
            <a:tailEnd type="none" w="med" len="med"/>
          </a:ln>
        </p:spPr>
      </p:cxnSp>
      <p:cxnSp>
        <p:nvCxnSpPr>
          <p:cNvPr id="994" name="Google Shape;994;p18"/>
          <p:cNvCxnSpPr>
            <a:stCxn id="927" idx="3"/>
            <a:endCxn id="989" idx="4"/>
          </p:cNvCxnSpPr>
          <p:nvPr/>
        </p:nvCxnSpPr>
        <p:spPr>
          <a:xfrm>
            <a:off x="2846015" y="3363252"/>
            <a:ext cx="1726200" cy="178500"/>
          </a:xfrm>
          <a:prstGeom prst="curvedConnector4">
            <a:avLst>
              <a:gd name="adj1" fmla="val 38537"/>
              <a:gd name="adj2" fmla="val 233374"/>
            </a:avLst>
          </a:prstGeom>
          <a:noFill/>
          <a:ln w="19050" cap="flat" cmpd="sng">
            <a:solidFill>
              <a:schemeClr val="accent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19"/>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000" name="Google Shape;1000;p19"/>
          <p:cNvGrpSpPr/>
          <p:nvPr/>
        </p:nvGrpSpPr>
        <p:grpSpPr>
          <a:xfrm>
            <a:off x="1491813" y="1322627"/>
            <a:ext cx="1629300" cy="3187375"/>
            <a:chOff x="1491813" y="1322627"/>
            <a:chExt cx="1629300" cy="3187375"/>
          </a:xfrm>
        </p:grpSpPr>
        <p:sp>
          <p:nvSpPr>
            <p:cNvPr id="1001" name="Google Shape;1001;p19"/>
            <p:cNvSpPr txBox="1"/>
            <p:nvPr/>
          </p:nvSpPr>
          <p:spPr>
            <a:xfrm>
              <a:off x="1491813" y="18252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Oceans</a:t>
              </a:r>
              <a:endParaRPr sz="2400" b="1">
                <a:solidFill>
                  <a:schemeClr val="dk1"/>
                </a:solidFill>
                <a:latin typeface="Chelsea Market"/>
                <a:ea typeface="Chelsea Market"/>
                <a:cs typeface="Chelsea Market"/>
                <a:sym typeface="Chelsea Market"/>
              </a:endParaRPr>
            </a:p>
          </p:txBody>
        </p:sp>
        <p:sp>
          <p:nvSpPr>
            <p:cNvPr id="1002" name="Google Shape;1002;p19"/>
            <p:cNvSpPr txBox="1"/>
            <p:nvPr/>
          </p:nvSpPr>
          <p:spPr>
            <a:xfrm>
              <a:off x="1491813" y="227325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sp>
          <p:nvSpPr>
            <p:cNvPr id="1003" name="Google Shape;1003;p19"/>
            <p:cNvSpPr txBox="1"/>
            <p:nvPr/>
          </p:nvSpPr>
          <p:spPr>
            <a:xfrm>
              <a:off x="1491813" y="1322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01</a:t>
              </a:r>
              <a:endParaRPr sz="3000" b="1">
                <a:solidFill>
                  <a:schemeClr val="accent2"/>
                </a:solidFill>
                <a:latin typeface="Chelsea Market"/>
                <a:ea typeface="Chelsea Market"/>
                <a:cs typeface="Chelsea Market"/>
                <a:sym typeface="Chelsea Market"/>
              </a:endParaRPr>
            </a:p>
          </p:txBody>
        </p:sp>
        <p:sp>
          <p:nvSpPr>
            <p:cNvPr id="1004" name="Google Shape;1004;p19"/>
            <p:cNvSpPr txBox="1"/>
            <p:nvPr/>
          </p:nvSpPr>
          <p:spPr>
            <a:xfrm>
              <a:off x="1491813" y="40618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50%</a:t>
              </a:r>
              <a:endParaRPr sz="3000" b="1">
                <a:solidFill>
                  <a:schemeClr val="accent2"/>
                </a:solidFill>
                <a:latin typeface="Chelsea Market"/>
                <a:ea typeface="Chelsea Market"/>
                <a:cs typeface="Chelsea Market"/>
                <a:sym typeface="Chelsea Market"/>
              </a:endParaRPr>
            </a:p>
          </p:txBody>
        </p:sp>
      </p:grpSp>
      <p:grpSp>
        <p:nvGrpSpPr>
          <p:cNvPr id="1005" name="Google Shape;1005;p19"/>
          <p:cNvGrpSpPr/>
          <p:nvPr/>
        </p:nvGrpSpPr>
        <p:grpSpPr>
          <a:xfrm>
            <a:off x="3757352" y="1322627"/>
            <a:ext cx="1629300" cy="3187375"/>
            <a:chOff x="3757352" y="1322627"/>
            <a:chExt cx="1629300" cy="3187375"/>
          </a:xfrm>
        </p:grpSpPr>
        <p:sp>
          <p:nvSpPr>
            <p:cNvPr id="1006" name="Google Shape;1006;p19"/>
            <p:cNvSpPr txBox="1"/>
            <p:nvPr/>
          </p:nvSpPr>
          <p:spPr>
            <a:xfrm>
              <a:off x="3757352" y="18252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Forests</a:t>
              </a:r>
              <a:endParaRPr sz="2400" b="1">
                <a:solidFill>
                  <a:schemeClr val="dk1"/>
                </a:solidFill>
                <a:latin typeface="Chelsea Market"/>
                <a:ea typeface="Chelsea Market"/>
                <a:cs typeface="Chelsea Market"/>
                <a:sym typeface="Chelsea Market"/>
              </a:endParaRPr>
            </a:p>
          </p:txBody>
        </p:sp>
        <p:sp>
          <p:nvSpPr>
            <p:cNvPr id="1007" name="Google Shape;1007;p19"/>
            <p:cNvSpPr txBox="1"/>
            <p:nvPr/>
          </p:nvSpPr>
          <p:spPr>
            <a:xfrm>
              <a:off x="3757352" y="227325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008" name="Google Shape;1008;p19"/>
            <p:cNvSpPr txBox="1"/>
            <p:nvPr/>
          </p:nvSpPr>
          <p:spPr>
            <a:xfrm>
              <a:off x="3757352" y="1322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02</a:t>
              </a:r>
              <a:endParaRPr sz="3000" b="1">
                <a:solidFill>
                  <a:schemeClr val="accent5"/>
                </a:solidFill>
                <a:latin typeface="Chelsea Market"/>
                <a:ea typeface="Chelsea Market"/>
                <a:cs typeface="Chelsea Market"/>
                <a:sym typeface="Chelsea Market"/>
              </a:endParaRPr>
            </a:p>
          </p:txBody>
        </p:sp>
        <p:sp>
          <p:nvSpPr>
            <p:cNvPr id="1009" name="Google Shape;1009;p19"/>
            <p:cNvSpPr txBox="1"/>
            <p:nvPr/>
          </p:nvSpPr>
          <p:spPr>
            <a:xfrm>
              <a:off x="3757352" y="40618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30%</a:t>
              </a:r>
              <a:endParaRPr sz="3000" b="1">
                <a:solidFill>
                  <a:schemeClr val="accent5"/>
                </a:solidFill>
                <a:latin typeface="Chelsea Market"/>
                <a:ea typeface="Chelsea Market"/>
                <a:cs typeface="Chelsea Market"/>
                <a:sym typeface="Chelsea Market"/>
              </a:endParaRPr>
            </a:p>
          </p:txBody>
        </p:sp>
      </p:grpSp>
      <p:grpSp>
        <p:nvGrpSpPr>
          <p:cNvPr id="1010" name="Google Shape;1010;p19"/>
          <p:cNvGrpSpPr/>
          <p:nvPr/>
        </p:nvGrpSpPr>
        <p:grpSpPr>
          <a:xfrm>
            <a:off x="6022892" y="1322627"/>
            <a:ext cx="1629300" cy="3187375"/>
            <a:chOff x="6022892" y="1322627"/>
            <a:chExt cx="1629300" cy="3187375"/>
          </a:xfrm>
        </p:grpSpPr>
        <p:sp>
          <p:nvSpPr>
            <p:cNvPr id="1011" name="Google Shape;1011;p19"/>
            <p:cNvSpPr txBox="1"/>
            <p:nvPr/>
          </p:nvSpPr>
          <p:spPr>
            <a:xfrm>
              <a:off x="6022892" y="18252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Cities</a:t>
              </a:r>
              <a:endParaRPr sz="2400" b="1">
                <a:solidFill>
                  <a:schemeClr val="dk1"/>
                </a:solidFill>
                <a:latin typeface="Chelsea Market"/>
                <a:ea typeface="Chelsea Market"/>
                <a:cs typeface="Chelsea Market"/>
                <a:sym typeface="Chelsea Market"/>
              </a:endParaRPr>
            </a:p>
          </p:txBody>
        </p:sp>
        <p:sp>
          <p:nvSpPr>
            <p:cNvPr id="1012" name="Google Shape;1012;p19"/>
            <p:cNvSpPr txBox="1"/>
            <p:nvPr/>
          </p:nvSpPr>
          <p:spPr>
            <a:xfrm>
              <a:off x="6022892" y="2273250"/>
              <a:ext cx="1629300" cy="84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013" name="Google Shape;1013;p19"/>
            <p:cNvSpPr txBox="1"/>
            <p:nvPr/>
          </p:nvSpPr>
          <p:spPr>
            <a:xfrm>
              <a:off x="6022892" y="1322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6"/>
                  </a:solidFill>
                  <a:latin typeface="Chelsea Market"/>
                  <a:ea typeface="Chelsea Market"/>
                  <a:cs typeface="Chelsea Market"/>
                  <a:sym typeface="Chelsea Market"/>
                </a:rPr>
                <a:t>03</a:t>
              </a:r>
              <a:endParaRPr sz="3000" b="1">
                <a:solidFill>
                  <a:schemeClr val="accent6"/>
                </a:solidFill>
                <a:latin typeface="Chelsea Market"/>
                <a:ea typeface="Chelsea Market"/>
                <a:cs typeface="Chelsea Market"/>
                <a:sym typeface="Chelsea Market"/>
              </a:endParaRPr>
            </a:p>
          </p:txBody>
        </p:sp>
        <p:sp>
          <p:nvSpPr>
            <p:cNvPr id="1014" name="Google Shape;1014;p19"/>
            <p:cNvSpPr txBox="1"/>
            <p:nvPr/>
          </p:nvSpPr>
          <p:spPr>
            <a:xfrm>
              <a:off x="6022892" y="406180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6"/>
                  </a:solidFill>
                  <a:latin typeface="Chelsea Market"/>
                  <a:ea typeface="Chelsea Market"/>
                  <a:cs typeface="Chelsea Market"/>
                  <a:sym typeface="Chelsea Market"/>
                </a:rPr>
                <a:t>20%</a:t>
              </a:r>
              <a:endParaRPr sz="3000" b="1">
                <a:solidFill>
                  <a:schemeClr val="accent6"/>
                </a:solidFill>
                <a:latin typeface="Chelsea Market"/>
                <a:ea typeface="Chelsea Market"/>
                <a:cs typeface="Chelsea Market"/>
                <a:sym typeface="Chelsea Market"/>
              </a:endParaRPr>
            </a:p>
          </p:txBody>
        </p:sp>
      </p:grpSp>
      <p:sp>
        <p:nvSpPr>
          <p:cNvPr id="1015" name="Google Shape;1015;p19"/>
          <p:cNvSpPr/>
          <p:nvPr/>
        </p:nvSpPr>
        <p:spPr>
          <a:xfrm>
            <a:off x="1563525" y="3375471"/>
            <a:ext cx="14859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19"/>
          <p:cNvSpPr/>
          <p:nvPr/>
        </p:nvSpPr>
        <p:spPr>
          <a:xfrm>
            <a:off x="1563525" y="3375471"/>
            <a:ext cx="728700" cy="33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19"/>
          <p:cNvSpPr/>
          <p:nvPr/>
        </p:nvSpPr>
        <p:spPr>
          <a:xfrm>
            <a:off x="3829050" y="3375471"/>
            <a:ext cx="14859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19"/>
          <p:cNvSpPr/>
          <p:nvPr/>
        </p:nvSpPr>
        <p:spPr>
          <a:xfrm>
            <a:off x="3829050" y="3375475"/>
            <a:ext cx="491100" cy="331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19"/>
          <p:cNvSpPr/>
          <p:nvPr/>
        </p:nvSpPr>
        <p:spPr>
          <a:xfrm>
            <a:off x="6094575" y="3375471"/>
            <a:ext cx="14859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0" name="Google Shape;1020;p19"/>
          <p:cNvSpPr/>
          <p:nvPr/>
        </p:nvSpPr>
        <p:spPr>
          <a:xfrm>
            <a:off x="6094575" y="3375475"/>
            <a:ext cx="321300" cy="331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20"/>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026" name="Google Shape;1026;p20"/>
          <p:cNvGrpSpPr/>
          <p:nvPr/>
        </p:nvGrpSpPr>
        <p:grpSpPr>
          <a:xfrm>
            <a:off x="1642125" y="1402125"/>
            <a:ext cx="1935900" cy="3107875"/>
            <a:chOff x="1642125" y="1402125"/>
            <a:chExt cx="1935900" cy="3107875"/>
          </a:xfrm>
        </p:grpSpPr>
        <p:sp>
          <p:nvSpPr>
            <p:cNvPr id="1027" name="Google Shape;1027;p20"/>
            <p:cNvSpPr txBox="1"/>
            <p:nvPr/>
          </p:nvSpPr>
          <p:spPr>
            <a:xfrm>
              <a:off x="1642125" y="2731963"/>
              <a:ext cx="1935900" cy="448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Geography</a:t>
              </a:r>
              <a:endParaRPr sz="2400" b="1">
                <a:solidFill>
                  <a:schemeClr val="dk1"/>
                </a:solidFill>
                <a:latin typeface="Chelsea Market"/>
                <a:ea typeface="Chelsea Market"/>
                <a:cs typeface="Chelsea Market"/>
                <a:sym typeface="Chelsea Market"/>
              </a:endParaRPr>
            </a:p>
          </p:txBody>
        </p:sp>
        <p:sp>
          <p:nvSpPr>
            <p:cNvPr id="1028" name="Google Shape;1028;p20"/>
            <p:cNvSpPr txBox="1"/>
            <p:nvPr/>
          </p:nvSpPr>
          <p:spPr>
            <a:xfrm>
              <a:off x="1642125" y="3663400"/>
              <a:ext cx="1935900" cy="846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a gas giant and the biggest planet in the Solar System</a:t>
              </a:r>
              <a:endParaRPr>
                <a:solidFill>
                  <a:schemeClr val="dk1"/>
                </a:solidFill>
                <a:latin typeface="Lato"/>
                <a:ea typeface="Lato"/>
                <a:cs typeface="Lato"/>
                <a:sym typeface="Lato"/>
              </a:endParaRPr>
            </a:p>
          </p:txBody>
        </p:sp>
        <p:sp>
          <p:nvSpPr>
            <p:cNvPr id="1029" name="Google Shape;1029;p20"/>
            <p:cNvSpPr txBox="1"/>
            <p:nvPr/>
          </p:nvSpPr>
          <p:spPr>
            <a:xfrm>
              <a:off x="1642125" y="1402125"/>
              <a:ext cx="1935900" cy="846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 and the smallest one</a:t>
              </a:r>
              <a:endParaRPr>
                <a:solidFill>
                  <a:schemeClr val="dk1"/>
                </a:solidFill>
                <a:latin typeface="Lato"/>
                <a:ea typeface="Lato"/>
                <a:cs typeface="Lato"/>
                <a:sym typeface="Lato"/>
              </a:endParaRPr>
            </a:p>
          </p:txBody>
        </p:sp>
      </p:grpSp>
      <p:grpSp>
        <p:nvGrpSpPr>
          <p:cNvPr id="1030" name="Google Shape;1030;p20"/>
          <p:cNvGrpSpPr/>
          <p:nvPr/>
        </p:nvGrpSpPr>
        <p:grpSpPr>
          <a:xfrm>
            <a:off x="5751525" y="1402125"/>
            <a:ext cx="1935900" cy="3107875"/>
            <a:chOff x="5751525" y="1402125"/>
            <a:chExt cx="1935900" cy="3107875"/>
          </a:xfrm>
        </p:grpSpPr>
        <p:sp>
          <p:nvSpPr>
            <p:cNvPr id="1031" name="Google Shape;1031;p20"/>
            <p:cNvSpPr txBox="1"/>
            <p:nvPr/>
          </p:nvSpPr>
          <p:spPr>
            <a:xfrm>
              <a:off x="5751525" y="2731963"/>
              <a:ext cx="1935900" cy="448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Geology</a:t>
              </a:r>
              <a:endParaRPr sz="2400" b="1">
                <a:solidFill>
                  <a:schemeClr val="dk1"/>
                </a:solidFill>
                <a:latin typeface="Chelsea Market"/>
                <a:ea typeface="Chelsea Market"/>
                <a:cs typeface="Chelsea Market"/>
                <a:sym typeface="Chelsea Market"/>
              </a:endParaRPr>
            </a:p>
          </p:txBody>
        </p:sp>
        <p:sp>
          <p:nvSpPr>
            <p:cNvPr id="1032" name="Google Shape;1032;p20"/>
            <p:cNvSpPr txBox="1"/>
            <p:nvPr/>
          </p:nvSpPr>
          <p:spPr>
            <a:xfrm>
              <a:off x="5751525" y="3663400"/>
              <a:ext cx="1935900" cy="846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Earth is the only planet that harbors life in the Solar System</a:t>
              </a:r>
              <a:endParaRPr>
                <a:solidFill>
                  <a:schemeClr val="dk1"/>
                </a:solidFill>
                <a:latin typeface="Lato"/>
                <a:ea typeface="Lato"/>
                <a:cs typeface="Lato"/>
                <a:sym typeface="Lato"/>
              </a:endParaRPr>
            </a:p>
          </p:txBody>
        </p:sp>
        <p:sp>
          <p:nvSpPr>
            <p:cNvPr id="1033" name="Google Shape;1033;p20"/>
            <p:cNvSpPr txBox="1"/>
            <p:nvPr/>
          </p:nvSpPr>
          <p:spPr>
            <a:xfrm>
              <a:off x="5751525" y="1402125"/>
              <a:ext cx="1935900" cy="846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Venus has a beautiful name, but also very high temperatures</a:t>
              </a:r>
              <a:endParaRPr>
                <a:solidFill>
                  <a:schemeClr val="dk1"/>
                </a:solidFill>
                <a:latin typeface="Lato"/>
                <a:ea typeface="Lato"/>
                <a:cs typeface="Lato"/>
                <a:sym typeface="Lato"/>
              </a:endParaRPr>
            </a:p>
          </p:txBody>
        </p:sp>
      </p:grpSp>
      <p:cxnSp>
        <p:nvCxnSpPr>
          <p:cNvPr id="1034" name="Google Shape;1034;p20"/>
          <p:cNvCxnSpPr>
            <a:stCxn id="1029" idx="2"/>
            <a:endCxn id="1027" idx="0"/>
          </p:cNvCxnSpPr>
          <p:nvPr/>
        </p:nvCxnSpPr>
        <p:spPr>
          <a:xfrm>
            <a:off x="2610075" y="2248725"/>
            <a:ext cx="0" cy="483300"/>
          </a:xfrm>
          <a:prstGeom prst="straightConnector1">
            <a:avLst/>
          </a:prstGeom>
          <a:noFill/>
          <a:ln w="19050" cap="flat" cmpd="sng">
            <a:solidFill>
              <a:schemeClr val="accent2"/>
            </a:solidFill>
            <a:prstDash val="solid"/>
            <a:round/>
            <a:headEnd type="none" w="med" len="med"/>
            <a:tailEnd type="none" w="med" len="med"/>
          </a:ln>
        </p:spPr>
      </p:cxnSp>
      <p:cxnSp>
        <p:nvCxnSpPr>
          <p:cNvPr id="1035" name="Google Shape;1035;p20"/>
          <p:cNvCxnSpPr>
            <a:stCxn id="1027" idx="2"/>
            <a:endCxn id="1028" idx="0"/>
          </p:cNvCxnSpPr>
          <p:nvPr/>
        </p:nvCxnSpPr>
        <p:spPr>
          <a:xfrm>
            <a:off x="2610075" y="3180163"/>
            <a:ext cx="0" cy="483300"/>
          </a:xfrm>
          <a:prstGeom prst="straightConnector1">
            <a:avLst/>
          </a:prstGeom>
          <a:noFill/>
          <a:ln w="19050" cap="flat" cmpd="sng">
            <a:solidFill>
              <a:schemeClr val="accent2"/>
            </a:solidFill>
            <a:prstDash val="solid"/>
            <a:round/>
            <a:headEnd type="none" w="med" len="med"/>
            <a:tailEnd type="none" w="med" len="med"/>
          </a:ln>
        </p:spPr>
      </p:cxnSp>
      <p:cxnSp>
        <p:nvCxnSpPr>
          <p:cNvPr id="1036" name="Google Shape;1036;p20"/>
          <p:cNvCxnSpPr>
            <a:stCxn id="1033" idx="2"/>
            <a:endCxn id="1031" idx="0"/>
          </p:cNvCxnSpPr>
          <p:nvPr/>
        </p:nvCxnSpPr>
        <p:spPr>
          <a:xfrm>
            <a:off x="6719475" y="2248725"/>
            <a:ext cx="0" cy="483300"/>
          </a:xfrm>
          <a:prstGeom prst="straightConnector1">
            <a:avLst/>
          </a:prstGeom>
          <a:noFill/>
          <a:ln w="19050" cap="flat" cmpd="sng">
            <a:solidFill>
              <a:schemeClr val="accent2"/>
            </a:solidFill>
            <a:prstDash val="solid"/>
            <a:round/>
            <a:headEnd type="none" w="med" len="med"/>
            <a:tailEnd type="none" w="med" len="med"/>
          </a:ln>
        </p:spPr>
      </p:cxnSp>
      <p:cxnSp>
        <p:nvCxnSpPr>
          <p:cNvPr id="1037" name="Google Shape;1037;p20"/>
          <p:cNvCxnSpPr>
            <a:stCxn id="1031" idx="2"/>
            <a:endCxn id="1032" idx="0"/>
          </p:cNvCxnSpPr>
          <p:nvPr/>
        </p:nvCxnSpPr>
        <p:spPr>
          <a:xfrm>
            <a:off x="6719475" y="3180163"/>
            <a:ext cx="0" cy="483300"/>
          </a:xfrm>
          <a:prstGeom prst="straightConnector1">
            <a:avLst/>
          </a:prstGeom>
          <a:noFill/>
          <a:ln w="19050" cap="flat" cmpd="sng">
            <a:solidFill>
              <a:schemeClr val="accent2"/>
            </a:solidFill>
            <a:prstDash val="solid"/>
            <a:round/>
            <a:headEnd type="none" w="med" len="med"/>
            <a:tailEnd type="none" w="med" len="med"/>
          </a:ln>
        </p:spPr>
      </p:cxnSp>
      <p:sp>
        <p:nvSpPr>
          <p:cNvPr id="1038" name="Google Shape;1038;p20"/>
          <p:cNvSpPr/>
          <p:nvPr/>
        </p:nvSpPr>
        <p:spPr>
          <a:xfrm>
            <a:off x="4286475" y="2577775"/>
            <a:ext cx="756600" cy="75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vs</a:t>
            </a:r>
            <a:endParaRPr sz="2400" b="1">
              <a:solidFill>
                <a:schemeClr val="dk1"/>
              </a:solidFill>
              <a:latin typeface="Chelsea Market"/>
              <a:ea typeface="Chelsea Market"/>
              <a:cs typeface="Chelsea Market"/>
              <a:sym typeface="Chelsea Market"/>
            </a:endParaRPr>
          </a:p>
        </p:txBody>
      </p:sp>
      <p:cxnSp>
        <p:nvCxnSpPr>
          <p:cNvPr id="1039" name="Google Shape;1039;p20"/>
          <p:cNvCxnSpPr>
            <a:stCxn id="1027" idx="3"/>
            <a:endCxn id="1038" idx="1"/>
          </p:cNvCxnSpPr>
          <p:nvPr/>
        </p:nvCxnSpPr>
        <p:spPr>
          <a:xfrm>
            <a:off x="3578025" y="2956063"/>
            <a:ext cx="708300" cy="0"/>
          </a:xfrm>
          <a:prstGeom prst="straightConnector1">
            <a:avLst/>
          </a:prstGeom>
          <a:noFill/>
          <a:ln w="19050" cap="flat" cmpd="sng">
            <a:solidFill>
              <a:schemeClr val="accent2"/>
            </a:solidFill>
            <a:prstDash val="solid"/>
            <a:round/>
            <a:headEnd type="none" w="med" len="med"/>
            <a:tailEnd type="none" w="med" len="med"/>
          </a:ln>
        </p:spPr>
      </p:cxnSp>
      <p:cxnSp>
        <p:nvCxnSpPr>
          <p:cNvPr id="1040" name="Google Shape;1040;p20"/>
          <p:cNvCxnSpPr>
            <a:stCxn id="1038" idx="3"/>
            <a:endCxn id="1031" idx="1"/>
          </p:cNvCxnSpPr>
          <p:nvPr/>
        </p:nvCxnSpPr>
        <p:spPr>
          <a:xfrm>
            <a:off x="5043075" y="2956075"/>
            <a:ext cx="708600" cy="0"/>
          </a:xfrm>
          <a:prstGeom prst="straightConnector1">
            <a:avLst/>
          </a:prstGeom>
          <a:noFill/>
          <a:ln w="19050" cap="flat" cmpd="sng">
            <a:solidFill>
              <a:schemeClr val="accent2"/>
            </a:solidFill>
            <a:prstDash val="solid"/>
            <a:round/>
            <a:headEnd type="none" w="med" len="med"/>
            <a:tailEnd type="none" w="med" len="med"/>
          </a:ln>
        </p:spPr>
      </p:cxnSp>
      <p:grpSp>
        <p:nvGrpSpPr>
          <p:cNvPr id="1041" name="Google Shape;1041;p20"/>
          <p:cNvGrpSpPr/>
          <p:nvPr/>
        </p:nvGrpSpPr>
        <p:grpSpPr>
          <a:xfrm rot="829707">
            <a:off x="4070042" y="1396069"/>
            <a:ext cx="1189473" cy="1181520"/>
            <a:chOff x="4998985" y="3942801"/>
            <a:chExt cx="385809" cy="383242"/>
          </a:xfrm>
        </p:grpSpPr>
        <p:sp>
          <p:nvSpPr>
            <p:cNvPr id="1042" name="Google Shape;1042;p20"/>
            <p:cNvSpPr/>
            <p:nvPr/>
          </p:nvSpPr>
          <p:spPr>
            <a:xfrm>
              <a:off x="4998985" y="3942801"/>
              <a:ext cx="385809" cy="369781"/>
            </a:xfrm>
            <a:custGeom>
              <a:avLst/>
              <a:gdLst/>
              <a:ahLst/>
              <a:cxnLst/>
              <a:rect l="l" t="t" r="r" b="b"/>
              <a:pathLst>
                <a:path w="8136" h="7798" extrusionOk="0">
                  <a:moveTo>
                    <a:pt x="710" y="1884"/>
                  </a:moveTo>
                  <a:lnTo>
                    <a:pt x="710" y="1884"/>
                  </a:lnTo>
                  <a:cubicBezTo>
                    <a:pt x="732" y="1931"/>
                    <a:pt x="673" y="2082"/>
                    <a:pt x="615" y="2116"/>
                  </a:cubicBezTo>
                  <a:cubicBezTo>
                    <a:pt x="604" y="2046"/>
                    <a:pt x="651" y="1917"/>
                    <a:pt x="710" y="1884"/>
                  </a:cubicBezTo>
                  <a:close/>
                  <a:moveTo>
                    <a:pt x="475" y="2105"/>
                  </a:moveTo>
                  <a:lnTo>
                    <a:pt x="475" y="2105"/>
                  </a:lnTo>
                  <a:cubicBezTo>
                    <a:pt x="534" y="2163"/>
                    <a:pt x="500" y="2431"/>
                    <a:pt x="442" y="2476"/>
                  </a:cubicBezTo>
                  <a:cubicBezTo>
                    <a:pt x="430" y="2350"/>
                    <a:pt x="453" y="2233"/>
                    <a:pt x="475" y="2105"/>
                  </a:cubicBezTo>
                  <a:close/>
                  <a:moveTo>
                    <a:pt x="349" y="2803"/>
                  </a:moveTo>
                  <a:cubicBezTo>
                    <a:pt x="361" y="2803"/>
                    <a:pt x="361" y="2803"/>
                    <a:pt x="372" y="2814"/>
                  </a:cubicBezTo>
                  <a:cubicBezTo>
                    <a:pt x="361" y="2920"/>
                    <a:pt x="335" y="3024"/>
                    <a:pt x="324" y="3141"/>
                  </a:cubicBezTo>
                  <a:cubicBezTo>
                    <a:pt x="280" y="3093"/>
                    <a:pt x="302" y="2862"/>
                    <a:pt x="349" y="2803"/>
                  </a:cubicBezTo>
                  <a:close/>
                  <a:moveTo>
                    <a:pt x="7962" y="4049"/>
                  </a:moveTo>
                  <a:cubicBezTo>
                    <a:pt x="7996" y="4096"/>
                    <a:pt x="7973" y="4152"/>
                    <a:pt x="7962" y="4200"/>
                  </a:cubicBezTo>
                  <a:lnTo>
                    <a:pt x="7915" y="4189"/>
                  </a:lnTo>
                  <a:cubicBezTo>
                    <a:pt x="7926" y="4141"/>
                    <a:pt x="7926" y="4096"/>
                    <a:pt x="7937" y="4049"/>
                  </a:cubicBezTo>
                  <a:close/>
                  <a:moveTo>
                    <a:pt x="7973" y="4420"/>
                  </a:moveTo>
                  <a:cubicBezTo>
                    <a:pt x="7973" y="4479"/>
                    <a:pt x="7797" y="4747"/>
                    <a:pt x="7739" y="4758"/>
                  </a:cubicBezTo>
                  <a:cubicBezTo>
                    <a:pt x="7727" y="4700"/>
                    <a:pt x="7903" y="4432"/>
                    <a:pt x="7973" y="4420"/>
                  </a:cubicBezTo>
                  <a:close/>
                  <a:moveTo>
                    <a:pt x="4442" y="1"/>
                  </a:moveTo>
                  <a:cubicBezTo>
                    <a:pt x="4393" y="1"/>
                    <a:pt x="4344" y="4"/>
                    <a:pt x="4294" y="9"/>
                  </a:cubicBezTo>
                  <a:cubicBezTo>
                    <a:pt x="4154" y="20"/>
                    <a:pt x="4026" y="32"/>
                    <a:pt x="3897" y="46"/>
                  </a:cubicBezTo>
                  <a:cubicBezTo>
                    <a:pt x="3269" y="90"/>
                    <a:pt x="2665" y="266"/>
                    <a:pt x="2095" y="534"/>
                  </a:cubicBezTo>
                  <a:cubicBezTo>
                    <a:pt x="2059" y="546"/>
                    <a:pt x="2026" y="568"/>
                    <a:pt x="2012" y="604"/>
                  </a:cubicBezTo>
                  <a:cubicBezTo>
                    <a:pt x="1966" y="679"/>
                    <a:pt x="1950" y="705"/>
                    <a:pt x="1910" y="705"/>
                  </a:cubicBezTo>
                  <a:cubicBezTo>
                    <a:pt x="1889" y="705"/>
                    <a:pt x="1860" y="697"/>
                    <a:pt x="1816" y="685"/>
                  </a:cubicBezTo>
                  <a:cubicBezTo>
                    <a:pt x="1799" y="685"/>
                    <a:pt x="1779" y="680"/>
                    <a:pt x="1764" y="680"/>
                  </a:cubicBezTo>
                  <a:cubicBezTo>
                    <a:pt x="1756" y="680"/>
                    <a:pt x="1750" y="682"/>
                    <a:pt x="1746" y="685"/>
                  </a:cubicBezTo>
                  <a:cubicBezTo>
                    <a:pt x="1699" y="708"/>
                    <a:pt x="1651" y="755"/>
                    <a:pt x="1618" y="778"/>
                  </a:cubicBezTo>
                  <a:cubicBezTo>
                    <a:pt x="1548" y="836"/>
                    <a:pt x="1467" y="895"/>
                    <a:pt x="1397" y="954"/>
                  </a:cubicBezTo>
                  <a:cubicBezTo>
                    <a:pt x="1302" y="1023"/>
                    <a:pt x="1210" y="1104"/>
                    <a:pt x="1118" y="1174"/>
                  </a:cubicBezTo>
                  <a:cubicBezTo>
                    <a:pt x="1104" y="1197"/>
                    <a:pt x="1093" y="1219"/>
                    <a:pt x="1093" y="1244"/>
                  </a:cubicBezTo>
                  <a:cubicBezTo>
                    <a:pt x="1059" y="1303"/>
                    <a:pt x="1034" y="1359"/>
                    <a:pt x="1012" y="1417"/>
                  </a:cubicBezTo>
                  <a:cubicBezTo>
                    <a:pt x="993" y="1456"/>
                    <a:pt x="973" y="1473"/>
                    <a:pt x="950" y="1473"/>
                  </a:cubicBezTo>
                  <a:cubicBezTo>
                    <a:pt x="931" y="1473"/>
                    <a:pt x="909" y="1462"/>
                    <a:pt x="883" y="1442"/>
                  </a:cubicBezTo>
                  <a:cubicBezTo>
                    <a:pt x="849" y="1406"/>
                    <a:pt x="813" y="1373"/>
                    <a:pt x="768" y="1347"/>
                  </a:cubicBezTo>
                  <a:cubicBezTo>
                    <a:pt x="761" y="1342"/>
                    <a:pt x="747" y="1339"/>
                    <a:pt x="732" y="1339"/>
                  </a:cubicBezTo>
                  <a:cubicBezTo>
                    <a:pt x="718" y="1339"/>
                    <a:pt x="704" y="1342"/>
                    <a:pt x="699" y="1347"/>
                  </a:cubicBezTo>
                  <a:cubicBezTo>
                    <a:pt x="629" y="1428"/>
                    <a:pt x="523" y="1498"/>
                    <a:pt x="475" y="1616"/>
                  </a:cubicBezTo>
                  <a:cubicBezTo>
                    <a:pt x="335" y="2057"/>
                    <a:pt x="232" y="2512"/>
                    <a:pt x="140" y="2965"/>
                  </a:cubicBezTo>
                  <a:cubicBezTo>
                    <a:pt x="104" y="3163"/>
                    <a:pt x="70" y="3373"/>
                    <a:pt x="34" y="3571"/>
                  </a:cubicBezTo>
                  <a:cubicBezTo>
                    <a:pt x="0" y="3817"/>
                    <a:pt x="34" y="4060"/>
                    <a:pt x="81" y="4306"/>
                  </a:cubicBezTo>
                  <a:cubicBezTo>
                    <a:pt x="185" y="4725"/>
                    <a:pt x="266" y="5166"/>
                    <a:pt x="361" y="5585"/>
                  </a:cubicBezTo>
                  <a:cubicBezTo>
                    <a:pt x="383" y="5678"/>
                    <a:pt x="430" y="5773"/>
                    <a:pt x="475" y="5854"/>
                  </a:cubicBezTo>
                  <a:cubicBezTo>
                    <a:pt x="662" y="6167"/>
                    <a:pt x="908" y="6446"/>
                    <a:pt x="1151" y="6714"/>
                  </a:cubicBezTo>
                  <a:cubicBezTo>
                    <a:pt x="1243" y="6831"/>
                    <a:pt x="1327" y="6946"/>
                    <a:pt x="1383" y="7074"/>
                  </a:cubicBezTo>
                  <a:cubicBezTo>
                    <a:pt x="1442" y="7181"/>
                    <a:pt x="1500" y="7250"/>
                    <a:pt x="1607" y="7295"/>
                  </a:cubicBezTo>
                  <a:cubicBezTo>
                    <a:pt x="1967" y="7449"/>
                    <a:pt x="2339" y="7600"/>
                    <a:pt x="2710" y="7751"/>
                  </a:cubicBezTo>
                  <a:cubicBezTo>
                    <a:pt x="2780" y="7784"/>
                    <a:pt x="2875" y="7798"/>
                    <a:pt x="2956" y="7798"/>
                  </a:cubicBezTo>
                  <a:cubicBezTo>
                    <a:pt x="3353" y="7773"/>
                    <a:pt x="3747" y="7739"/>
                    <a:pt x="4143" y="7714"/>
                  </a:cubicBezTo>
                  <a:cubicBezTo>
                    <a:pt x="4526" y="7692"/>
                    <a:pt x="4900" y="7644"/>
                    <a:pt x="5272" y="7541"/>
                  </a:cubicBezTo>
                  <a:cubicBezTo>
                    <a:pt x="5562" y="7449"/>
                    <a:pt x="5867" y="7365"/>
                    <a:pt x="6110" y="7169"/>
                  </a:cubicBezTo>
                  <a:cubicBezTo>
                    <a:pt x="6202" y="7086"/>
                    <a:pt x="6297" y="7016"/>
                    <a:pt x="6389" y="6935"/>
                  </a:cubicBezTo>
                  <a:cubicBezTo>
                    <a:pt x="6459" y="6876"/>
                    <a:pt x="6529" y="6831"/>
                    <a:pt x="6621" y="6820"/>
                  </a:cubicBezTo>
                  <a:cubicBezTo>
                    <a:pt x="6680" y="6806"/>
                    <a:pt x="6727" y="6784"/>
                    <a:pt x="6775" y="6762"/>
                  </a:cubicBezTo>
                  <a:cubicBezTo>
                    <a:pt x="6797" y="6736"/>
                    <a:pt x="6820" y="6692"/>
                    <a:pt x="6820" y="6667"/>
                  </a:cubicBezTo>
                  <a:cubicBezTo>
                    <a:pt x="6808" y="6586"/>
                    <a:pt x="6831" y="6516"/>
                    <a:pt x="6889" y="6457"/>
                  </a:cubicBezTo>
                  <a:cubicBezTo>
                    <a:pt x="6948" y="6412"/>
                    <a:pt x="7007" y="6365"/>
                    <a:pt x="7065" y="6317"/>
                  </a:cubicBezTo>
                  <a:cubicBezTo>
                    <a:pt x="7088" y="6295"/>
                    <a:pt x="7124" y="6284"/>
                    <a:pt x="7135" y="6261"/>
                  </a:cubicBezTo>
                  <a:cubicBezTo>
                    <a:pt x="7205" y="6192"/>
                    <a:pt x="7264" y="6122"/>
                    <a:pt x="7308" y="6052"/>
                  </a:cubicBezTo>
                  <a:cubicBezTo>
                    <a:pt x="7345" y="6016"/>
                    <a:pt x="7356" y="5957"/>
                    <a:pt x="7367" y="5912"/>
                  </a:cubicBezTo>
                  <a:cubicBezTo>
                    <a:pt x="7378" y="5865"/>
                    <a:pt x="7378" y="5795"/>
                    <a:pt x="7415" y="5747"/>
                  </a:cubicBezTo>
                  <a:cubicBezTo>
                    <a:pt x="7448" y="5678"/>
                    <a:pt x="7507" y="5619"/>
                    <a:pt x="7554" y="5549"/>
                  </a:cubicBezTo>
                  <a:cubicBezTo>
                    <a:pt x="7613" y="5479"/>
                    <a:pt x="7658" y="5423"/>
                    <a:pt x="7705" y="5354"/>
                  </a:cubicBezTo>
                  <a:cubicBezTo>
                    <a:pt x="7753" y="5284"/>
                    <a:pt x="7786" y="5214"/>
                    <a:pt x="7834" y="5144"/>
                  </a:cubicBezTo>
                  <a:cubicBezTo>
                    <a:pt x="7903" y="5049"/>
                    <a:pt x="7948" y="4957"/>
                    <a:pt x="7973" y="4840"/>
                  </a:cubicBezTo>
                  <a:cubicBezTo>
                    <a:pt x="8054" y="4515"/>
                    <a:pt x="8113" y="4177"/>
                    <a:pt x="8113" y="3839"/>
                  </a:cubicBezTo>
                  <a:cubicBezTo>
                    <a:pt x="8135" y="3663"/>
                    <a:pt x="8113" y="3513"/>
                    <a:pt x="8054" y="3373"/>
                  </a:cubicBezTo>
                  <a:cubicBezTo>
                    <a:pt x="7878" y="2954"/>
                    <a:pt x="7705" y="2535"/>
                    <a:pt x="7554" y="2116"/>
                  </a:cubicBezTo>
                  <a:cubicBezTo>
                    <a:pt x="7484" y="1942"/>
                    <a:pt x="7389" y="1803"/>
                    <a:pt x="7275" y="1674"/>
                  </a:cubicBezTo>
                  <a:cubicBezTo>
                    <a:pt x="7099" y="1487"/>
                    <a:pt x="6926" y="1303"/>
                    <a:pt x="6750" y="1104"/>
                  </a:cubicBezTo>
                  <a:cubicBezTo>
                    <a:pt x="6727" y="1079"/>
                    <a:pt x="6705" y="1035"/>
                    <a:pt x="6680" y="998"/>
                  </a:cubicBezTo>
                  <a:cubicBezTo>
                    <a:pt x="6658" y="906"/>
                    <a:pt x="6610" y="870"/>
                    <a:pt x="6529" y="836"/>
                  </a:cubicBezTo>
                  <a:cubicBezTo>
                    <a:pt x="6470" y="814"/>
                    <a:pt x="6412" y="778"/>
                    <a:pt x="6367" y="744"/>
                  </a:cubicBezTo>
                  <a:cubicBezTo>
                    <a:pt x="6297" y="697"/>
                    <a:pt x="6227" y="627"/>
                    <a:pt x="6157" y="590"/>
                  </a:cubicBezTo>
                  <a:cubicBezTo>
                    <a:pt x="5808" y="440"/>
                    <a:pt x="5470" y="277"/>
                    <a:pt x="5121" y="149"/>
                  </a:cubicBezTo>
                  <a:cubicBezTo>
                    <a:pt x="4899" y="63"/>
                    <a:pt x="4677" y="1"/>
                    <a:pt x="4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3" name="Google Shape;1043;p20"/>
            <p:cNvSpPr/>
            <p:nvPr/>
          </p:nvSpPr>
          <p:spPr>
            <a:xfrm>
              <a:off x="5078981" y="4294271"/>
              <a:ext cx="51308" cy="31771"/>
            </a:xfrm>
            <a:custGeom>
              <a:avLst/>
              <a:gdLst/>
              <a:ahLst/>
              <a:cxnLst/>
              <a:rect l="l" t="t" r="r" b="b"/>
              <a:pathLst>
                <a:path w="1082" h="670" extrusionOk="0">
                  <a:moveTo>
                    <a:pt x="1" y="0"/>
                  </a:moveTo>
                  <a:lnTo>
                    <a:pt x="1" y="0"/>
                  </a:lnTo>
                  <a:cubicBezTo>
                    <a:pt x="199" y="280"/>
                    <a:pt x="501" y="408"/>
                    <a:pt x="744" y="618"/>
                  </a:cubicBezTo>
                  <a:cubicBezTo>
                    <a:pt x="758" y="629"/>
                    <a:pt x="780" y="629"/>
                    <a:pt x="802" y="640"/>
                  </a:cubicBezTo>
                  <a:cubicBezTo>
                    <a:pt x="822" y="660"/>
                    <a:pt x="842" y="670"/>
                    <a:pt x="862" y="670"/>
                  </a:cubicBezTo>
                  <a:cubicBezTo>
                    <a:pt x="889" y="670"/>
                    <a:pt x="916" y="652"/>
                    <a:pt x="942" y="618"/>
                  </a:cubicBezTo>
                  <a:cubicBezTo>
                    <a:pt x="990" y="559"/>
                    <a:pt x="1037" y="501"/>
                    <a:pt x="1082" y="442"/>
                  </a:cubicBezTo>
                  <a:cubicBezTo>
                    <a:pt x="721" y="291"/>
                    <a:pt x="361" y="151"/>
                    <a:pt x="1" y="0"/>
                  </a:cubicBezTo>
                  <a:close/>
                </a:path>
              </a:pathLst>
            </a:custGeom>
            <a:solidFill>
              <a:srgbClr val="FC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4" name="Google Shape;1044;p20"/>
            <p:cNvSpPr/>
            <p:nvPr/>
          </p:nvSpPr>
          <p:spPr>
            <a:xfrm>
              <a:off x="5365392" y="4152394"/>
              <a:ext cx="11713" cy="16075"/>
            </a:xfrm>
            <a:custGeom>
              <a:avLst/>
              <a:gdLst/>
              <a:ahLst/>
              <a:cxnLst/>
              <a:rect l="l" t="t" r="r" b="b"/>
              <a:pathLst>
                <a:path w="247" h="339" extrusionOk="0">
                  <a:moveTo>
                    <a:pt x="246" y="0"/>
                  </a:moveTo>
                  <a:lnTo>
                    <a:pt x="246" y="0"/>
                  </a:lnTo>
                  <a:cubicBezTo>
                    <a:pt x="176" y="12"/>
                    <a:pt x="0" y="280"/>
                    <a:pt x="12" y="338"/>
                  </a:cubicBezTo>
                  <a:cubicBezTo>
                    <a:pt x="70" y="327"/>
                    <a:pt x="246" y="59"/>
                    <a:pt x="246"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20"/>
            <p:cNvSpPr/>
            <p:nvPr/>
          </p:nvSpPr>
          <p:spPr>
            <a:xfrm>
              <a:off x="5019375" y="4042571"/>
              <a:ext cx="4932" cy="17688"/>
            </a:xfrm>
            <a:custGeom>
              <a:avLst/>
              <a:gdLst/>
              <a:ahLst/>
              <a:cxnLst/>
              <a:rect l="l" t="t" r="r" b="b"/>
              <a:pathLst>
                <a:path w="104" h="373" extrusionOk="0">
                  <a:moveTo>
                    <a:pt x="45" y="1"/>
                  </a:moveTo>
                  <a:lnTo>
                    <a:pt x="45" y="1"/>
                  </a:lnTo>
                  <a:cubicBezTo>
                    <a:pt x="23" y="129"/>
                    <a:pt x="0" y="246"/>
                    <a:pt x="12" y="372"/>
                  </a:cubicBezTo>
                  <a:cubicBezTo>
                    <a:pt x="70" y="327"/>
                    <a:pt x="104" y="59"/>
                    <a:pt x="4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20"/>
            <p:cNvSpPr/>
            <p:nvPr/>
          </p:nvSpPr>
          <p:spPr>
            <a:xfrm>
              <a:off x="5012215" y="4075669"/>
              <a:ext cx="4410" cy="16075"/>
            </a:xfrm>
            <a:custGeom>
              <a:avLst/>
              <a:gdLst/>
              <a:ahLst/>
              <a:cxnLst/>
              <a:rect l="l" t="t" r="r" b="b"/>
              <a:pathLst>
                <a:path w="93" h="339" extrusionOk="0">
                  <a:moveTo>
                    <a:pt x="70" y="1"/>
                  </a:moveTo>
                  <a:cubicBezTo>
                    <a:pt x="23" y="60"/>
                    <a:pt x="1" y="291"/>
                    <a:pt x="45" y="339"/>
                  </a:cubicBezTo>
                  <a:cubicBezTo>
                    <a:pt x="56" y="222"/>
                    <a:pt x="82" y="118"/>
                    <a:pt x="93" y="12"/>
                  </a:cubicBezTo>
                  <a:cubicBezTo>
                    <a:pt x="82" y="1"/>
                    <a:pt x="82" y="1"/>
                    <a:pt x="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7" name="Google Shape;1047;p20"/>
            <p:cNvSpPr/>
            <p:nvPr/>
          </p:nvSpPr>
          <p:spPr>
            <a:xfrm>
              <a:off x="5027579" y="4032091"/>
              <a:ext cx="6165" cy="11049"/>
            </a:xfrm>
            <a:custGeom>
              <a:avLst/>
              <a:gdLst/>
              <a:ahLst/>
              <a:cxnLst/>
              <a:rect l="l" t="t" r="r" b="b"/>
              <a:pathLst>
                <a:path w="130" h="233" extrusionOk="0">
                  <a:moveTo>
                    <a:pt x="107" y="1"/>
                  </a:moveTo>
                  <a:lnTo>
                    <a:pt x="107" y="1"/>
                  </a:lnTo>
                  <a:cubicBezTo>
                    <a:pt x="48" y="34"/>
                    <a:pt x="1" y="163"/>
                    <a:pt x="12" y="233"/>
                  </a:cubicBezTo>
                  <a:cubicBezTo>
                    <a:pt x="70" y="199"/>
                    <a:pt x="129" y="48"/>
                    <a:pt x="10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8" name="Google Shape;1048;p20"/>
            <p:cNvSpPr/>
            <p:nvPr/>
          </p:nvSpPr>
          <p:spPr>
            <a:xfrm>
              <a:off x="5374259" y="4134754"/>
              <a:ext cx="3888" cy="7208"/>
            </a:xfrm>
            <a:custGeom>
              <a:avLst/>
              <a:gdLst/>
              <a:ahLst/>
              <a:cxnLst/>
              <a:rect l="l" t="t" r="r" b="b"/>
              <a:pathLst>
                <a:path w="82" h="152" extrusionOk="0">
                  <a:moveTo>
                    <a:pt x="23" y="1"/>
                  </a:moveTo>
                  <a:cubicBezTo>
                    <a:pt x="12" y="48"/>
                    <a:pt x="12" y="93"/>
                    <a:pt x="1" y="141"/>
                  </a:cubicBezTo>
                  <a:lnTo>
                    <a:pt x="48" y="152"/>
                  </a:lnTo>
                  <a:cubicBezTo>
                    <a:pt x="59" y="104"/>
                    <a:pt x="82" y="48"/>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9" name="Google Shape;1049;p20"/>
            <p:cNvSpPr/>
            <p:nvPr/>
          </p:nvSpPr>
          <p:spPr>
            <a:xfrm>
              <a:off x="5006145" y="3957454"/>
              <a:ext cx="349912" cy="340428"/>
            </a:xfrm>
            <a:custGeom>
              <a:avLst/>
              <a:gdLst/>
              <a:ahLst/>
              <a:cxnLst/>
              <a:rect l="l" t="t" r="r" b="b"/>
              <a:pathLst>
                <a:path w="7379" h="7179" extrusionOk="0">
                  <a:moveTo>
                    <a:pt x="1838" y="807"/>
                  </a:moveTo>
                  <a:cubicBezTo>
                    <a:pt x="1838" y="818"/>
                    <a:pt x="1838" y="818"/>
                    <a:pt x="1849" y="829"/>
                  </a:cubicBezTo>
                  <a:cubicBezTo>
                    <a:pt x="1746" y="910"/>
                    <a:pt x="1651" y="1005"/>
                    <a:pt x="1548" y="1097"/>
                  </a:cubicBezTo>
                  <a:cubicBezTo>
                    <a:pt x="1548" y="1038"/>
                    <a:pt x="1757" y="829"/>
                    <a:pt x="1838" y="807"/>
                  </a:cubicBezTo>
                  <a:close/>
                  <a:moveTo>
                    <a:pt x="5110" y="840"/>
                  </a:moveTo>
                  <a:cubicBezTo>
                    <a:pt x="5168" y="865"/>
                    <a:pt x="5213" y="888"/>
                    <a:pt x="5261" y="924"/>
                  </a:cubicBezTo>
                  <a:cubicBezTo>
                    <a:pt x="5319" y="957"/>
                    <a:pt x="5308" y="1016"/>
                    <a:pt x="5249" y="1050"/>
                  </a:cubicBezTo>
                  <a:cubicBezTo>
                    <a:pt x="5168" y="1086"/>
                    <a:pt x="5073" y="1119"/>
                    <a:pt x="4981" y="1145"/>
                  </a:cubicBezTo>
                  <a:cubicBezTo>
                    <a:pt x="4961" y="1154"/>
                    <a:pt x="4941" y="1158"/>
                    <a:pt x="4920" y="1158"/>
                  </a:cubicBezTo>
                  <a:cubicBezTo>
                    <a:pt x="4871" y="1158"/>
                    <a:pt x="4821" y="1134"/>
                    <a:pt x="4772" y="1108"/>
                  </a:cubicBezTo>
                  <a:cubicBezTo>
                    <a:pt x="4738" y="1075"/>
                    <a:pt x="4738" y="994"/>
                    <a:pt x="4794" y="969"/>
                  </a:cubicBezTo>
                  <a:cubicBezTo>
                    <a:pt x="4889" y="910"/>
                    <a:pt x="4992" y="876"/>
                    <a:pt x="5110" y="840"/>
                  </a:cubicBezTo>
                  <a:close/>
                  <a:moveTo>
                    <a:pt x="6031" y="2370"/>
                  </a:moveTo>
                  <a:cubicBezTo>
                    <a:pt x="6042" y="2370"/>
                    <a:pt x="6054" y="2372"/>
                    <a:pt x="6065" y="2377"/>
                  </a:cubicBezTo>
                  <a:cubicBezTo>
                    <a:pt x="6205" y="2413"/>
                    <a:pt x="6286" y="2483"/>
                    <a:pt x="6286" y="2575"/>
                  </a:cubicBezTo>
                  <a:cubicBezTo>
                    <a:pt x="6261" y="2656"/>
                    <a:pt x="6275" y="2751"/>
                    <a:pt x="6191" y="2810"/>
                  </a:cubicBezTo>
                  <a:cubicBezTo>
                    <a:pt x="6168" y="2821"/>
                    <a:pt x="6157" y="2865"/>
                    <a:pt x="6146" y="2902"/>
                  </a:cubicBezTo>
                  <a:cubicBezTo>
                    <a:pt x="6124" y="2963"/>
                    <a:pt x="6087" y="3008"/>
                    <a:pt x="6030" y="3008"/>
                  </a:cubicBezTo>
                  <a:cubicBezTo>
                    <a:pt x="6023" y="3008"/>
                    <a:pt x="6015" y="3007"/>
                    <a:pt x="6006" y="3005"/>
                  </a:cubicBezTo>
                  <a:cubicBezTo>
                    <a:pt x="5937" y="3005"/>
                    <a:pt x="5900" y="2960"/>
                    <a:pt x="5889" y="2879"/>
                  </a:cubicBezTo>
                  <a:cubicBezTo>
                    <a:pt x="5878" y="2843"/>
                    <a:pt x="5867" y="2821"/>
                    <a:pt x="5842" y="2796"/>
                  </a:cubicBezTo>
                  <a:cubicBezTo>
                    <a:pt x="5772" y="2715"/>
                    <a:pt x="5772" y="2670"/>
                    <a:pt x="5830" y="2575"/>
                  </a:cubicBezTo>
                  <a:cubicBezTo>
                    <a:pt x="5867" y="2541"/>
                    <a:pt x="5889" y="2505"/>
                    <a:pt x="5911" y="2472"/>
                  </a:cubicBezTo>
                  <a:cubicBezTo>
                    <a:pt x="5941" y="2406"/>
                    <a:pt x="5984" y="2370"/>
                    <a:pt x="6031" y="2370"/>
                  </a:cubicBezTo>
                  <a:close/>
                  <a:moveTo>
                    <a:pt x="780" y="2751"/>
                  </a:moveTo>
                  <a:lnTo>
                    <a:pt x="780" y="2751"/>
                  </a:lnTo>
                  <a:cubicBezTo>
                    <a:pt x="757" y="2854"/>
                    <a:pt x="721" y="2960"/>
                    <a:pt x="698" y="3064"/>
                  </a:cubicBezTo>
                  <a:cubicBezTo>
                    <a:pt x="640" y="2994"/>
                    <a:pt x="698" y="2784"/>
                    <a:pt x="780" y="2751"/>
                  </a:cubicBezTo>
                  <a:close/>
                  <a:moveTo>
                    <a:pt x="1408" y="1259"/>
                  </a:moveTo>
                  <a:lnTo>
                    <a:pt x="1419" y="1273"/>
                  </a:lnTo>
                  <a:cubicBezTo>
                    <a:pt x="1408" y="1295"/>
                    <a:pt x="1397" y="1307"/>
                    <a:pt x="1386" y="1329"/>
                  </a:cubicBezTo>
                  <a:cubicBezTo>
                    <a:pt x="1199" y="1552"/>
                    <a:pt x="1037" y="1784"/>
                    <a:pt x="897" y="2027"/>
                  </a:cubicBezTo>
                  <a:cubicBezTo>
                    <a:pt x="743" y="2284"/>
                    <a:pt x="673" y="2564"/>
                    <a:pt x="617" y="2843"/>
                  </a:cubicBezTo>
                  <a:cubicBezTo>
                    <a:pt x="603" y="2913"/>
                    <a:pt x="592" y="2983"/>
                    <a:pt x="581" y="3041"/>
                  </a:cubicBezTo>
                  <a:cubicBezTo>
                    <a:pt x="570" y="3064"/>
                    <a:pt x="548" y="3075"/>
                    <a:pt x="534" y="3100"/>
                  </a:cubicBezTo>
                  <a:cubicBezTo>
                    <a:pt x="534" y="3075"/>
                    <a:pt x="522" y="3053"/>
                    <a:pt x="522" y="3030"/>
                  </a:cubicBezTo>
                  <a:cubicBezTo>
                    <a:pt x="617" y="2435"/>
                    <a:pt x="849" y="1913"/>
                    <a:pt x="1232" y="1446"/>
                  </a:cubicBezTo>
                  <a:cubicBezTo>
                    <a:pt x="1280" y="1388"/>
                    <a:pt x="1327" y="1329"/>
                    <a:pt x="1361" y="1284"/>
                  </a:cubicBezTo>
                  <a:cubicBezTo>
                    <a:pt x="1372" y="1273"/>
                    <a:pt x="1397" y="1259"/>
                    <a:pt x="1408" y="1259"/>
                  </a:cubicBezTo>
                  <a:close/>
                  <a:moveTo>
                    <a:pt x="4062" y="1703"/>
                  </a:moveTo>
                  <a:cubicBezTo>
                    <a:pt x="4143" y="1703"/>
                    <a:pt x="4224" y="1748"/>
                    <a:pt x="4305" y="1784"/>
                  </a:cubicBezTo>
                  <a:cubicBezTo>
                    <a:pt x="4445" y="1843"/>
                    <a:pt x="4584" y="1888"/>
                    <a:pt x="4702" y="2016"/>
                  </a:cubicBezTo>
                  <a:cubicBezTo>
                    <a:pt x="4749" y="2064"/>
                    <a:pt x="4794" y="2122"/>
                    <a:pt x="4841" y="2192"/>
                  </a:cubicBezTo>
                  <a:cubicBezTo>
                    <a:pt x="4878" y="2251"/>
                    <a:pt x="4934" y="2307"/>
                    <a:pt x="5004" y="2332"/>
                  </a:cubicBezTo>
                  <a:cubicBezTo>
                    <a:pt x="5073" y="2365"/>
                    <a:pt x="5143" y="2402"/>
                    <a:pt x="5213" y="2446"/>
                  </a:cubicBezTo>
                  <a:cubicBezTo>
                    <a:pt x="5400" y="2541"/>
                    <a:pt x="5470" y="2740"/>
                    <a:pt x="5411" y="2935"/>
                  </a:cubicBezTo>
                  <a:cubicBezTo>
                    <a:pt x="5378" y="3041"/>
                    <a:pt x="5367" y="3145"/>
                    <a:pt x="5400" y="3251"/>
                  </a:cubicBezTo>
                  <a:cubicBezTo>
                    <a:pt x="5492" y="3449"/>
                    <a:pt x="5481" y="3648"/>
                    <a:pt x="5448" y="3857"/>
                  </a:cubicBezTo>
                  <a:cubicBezTo>
                    <a:pt x="5378" y="4148"/>
                    <a:pt x="5330" y="4449"/>
                    <a:pt x="5272" y="4740"/>
                  </a:cubicBezTo>
                  <a:cubicBezTo>
                    <a:pt x="5261" y="4810"/>
                    <a:pt x="5227" y="4880"/>
                    <a:pt x="5180" y="4938"/>
                  </a:cubicBezTo>
                  <a:cubicBezTo>
                    <a:pt x="5004" y="5195"/>
                    <a:pt x="4819" y="5438"/>
                    <a:pt x="4632" y="5695"/>
                  </a:cubicBezTo>
                  <a:cubicBezTo>
                    <a:pt x="4540" y="5824"/>
                    <a:pt x="4422" y="5883"/>
                    <a:pt x="4272" y="5916"/>
                  </a:cubicBezTo>
                  <a:cubicBezTo>
                    <a:pt x="4256" y="5920"/>
                    <a:pt x="4240" y="5921"/>
                    <a:pt x="4225" y="5921"/>
                  </a:cubicBezTo>
                  <a:cubicBezTo>
                    <a:pt x="4138" y="5921"/>
                    <a:pt x="4063" y="5870"/>
                    <a:pt x="4003" y="5799"/>
                  </a:cubicBezTo>
                  <a:cubicBezTo>
                    <a:pt x="3864" y="5637"/>
                    <a:pt x="3702" y="5497"/>
                    <a:pt x="3621" y="5276"/>
                  </a:cubicBezTo>
                  <a:cubicBezTo>
                    <a:pt x="3573" y="5170"/>
                    <a:pt x="3514" y="5078"/>
                    <a:pt x="3445" y="4986"/>
                  </a:cubicBezTo>
                  <a:cubicBezTo>
                    <a:pt x="3375" y="4880"/>
                    <a:pt x="3375" y="4765"/>
                    <a:pt x="3364" y="4648"/>
                  </a:cubicBezTo>
                  <a:cubicBezTo>
                    <a:pt x="3341" y="4486"/>
                    <a:pt x="3316" y="4332"/>
                    <a:pt x="3294" y="4181"/>
                  </a:cubicBezTo>
                  <a:cubicBezTo>
                    <a:pt x="3294" y="4123"/>
                    <a:pt x="3257" y="4089"/>
                    <a:pt x="3202" y="4078"/>
                  </a:cubicBezTo>
                  <a:cubicBezTo>
                    <a:pt x="3143" y="4067"/>
                    <a:pt x="3084" y="4067"/>
                    <a:pt x="3026" y="4067"/>
                  </a:cubicBezTo>
                  <a:cubicBezTo>
                    <a:pt x="2987" y="4070"/>
                    <a:pt x="2948" y="4073"/>
                    <a:pt x="2909" y="4073"/>
                  </a:cubicBezTo>
                  <a:cubicBezTo>
                    <a:pt x="2820" y="4073"/>
                    <a:pt x="2734" y="4060"/>
                    <a:pt x="2654" y="4019"/>
                  </a:cubicBezTo>
                  <a:cubicBezTo>
                    <a:pt x="2607" y="3983"/>
                    <a:pt x="2548" y="3983"/>
                    <a:pt x="2489" y="3961"/>
                  </a:cubicBezTo>
                  <a:cubicBezTo>
                    <a:pt x="2433" y="3938"/>
                    <a:pt x="2364" y="3927"/>
                    <a:pt x="2305" y="3880"/>
                  </a:cubicBezTo>
                  <a:cubicBezTo>
                    <a:pt x="2129" y="3729"/>
                    <a:pt x="1989" y="3553"/>
                    <a:pt x="1930" y="3321"/>
                  </a:cubicBezTo>
                  <a:cubicBezTo>
                    <a:pt x="1908" y="3251"/>
                    <a:pt x="1919" y="3192"/>
                    <a:pt x="1944" y="3123"/>
                  </a:cubicBezTo>
                  <a:cubicBezTo>
                    <a:pt x="2014" y="2983"/>
                    <a:pt x="2048" y="2832"/>
                    <a:pt x="2059" y="2670"/>
                  </a:cubicBezTo>
                  <a:cubicBezTo>
                    <a:pt x="2070" y="2564"/>
                    <a:pt x="2118" y="2446"/>
                    <a:pt x="2176" y="2354"/>
                  </a:cubicBezTo>
                  <a:cubicBezTo>
                    <a:pt x="2305" y="2122"/>
                    <a:pt x="2514" y="1946"/>
                    <a:pt x="2757" y="1843"/>
                  </a:cubicBezTo>
                  <a:cubicBezTo>
                    <a:pt x="2852" y="1796"/>
                    <a:pt x="2978" y="1784"/>
                    <a:pt x="3084" y="1762"/>
                  </a:cubicBezTo>
                  <a:cubicBezTo>
                    <a:pt x="3084" y="1773"/>
                    <a:pt x="3084" y="1784"/>
                    <a:pt x="3095" y="1796"/>
                  </a:cubicBezTo>
                  <a:cubicBezTo>
                    <a:pt x="3246" y="1773"/>
                    <a:pt x="3397" y="1737"/>
                    <a:pt x="3551" y="1726"/>
                  </a:cubicBezTo>
                  <a:cubicBezTo>
                    <a:pt x="3713" y="1703"/>
                    <a:pt x="3886" y="1703"/>
                    <a:pt x="4062" y="1703"/>
                  </a:cubicBezTo>
                  <a:close/>
                  <a:moveTo>
                    <a:pt x="4960" y="6706"/>
                  </a:moveTo>
                  <a:cubicBezTo>
                    <a:pt x="4964" y="6706"/>
                    <a:pt x="4968" y="6706"/>
                    <a:pt x="4970" y="6707"/>
                  </a:cubicBezTo>
                  <a:cubicBezTo>
                    <a:pt x="4929" y="6757"/>
                    <a:pt x="4641" y="6843"/>
                    <a:pt x="4516" y="6843"/>
                  </a:cubicBezTo>
                  <a:cubicBezTo>
                    <a:pt x="4496" y="6843"/>
                    <a:pt x="4480" y="6840"/>
                    <a:pt x="4470" y="6835"/>
                  </a:cubicBezTo>
                  <a:cubicBezTo>
                    <a:pt x="4502" y="6803"/>
                    <a:pt x="4882" y="6706"/>
                    <a:pt x="4960" y="6706"/>
                  </a:cubicBezTo>
                  <a:close/>
                  <a:moveTo>
                    <a:pt x="4283" y="6860"/>
                  </a:moveTo>
                  <a:cubicBezTo>
                    <a:pt x="4283" y="6860"/>
                    <a:pt x="4294" y="6860"/>
                    <a:pt x="4305" y="6872"/>
                  </a:cubicBezTo>
                  <a:cubicBezTo>
                    <a:pt x="4294" y="6883"/>
                    <a:pt x="4283" y="6894"/>
                    <a:pt x="4272" y="6894"/>
                  </a:cubicBezTo>
                  <a:cubicBezTo>
                    <a:pt x="4191" y="6905"/>
                    <a:pt x="4096" y="6905"/>
                    <a:pt x="4015" y="6905"/>
                  </a:cubicBezTo>
                  <a:cubicBezTo>
                    <a:pt x="4003" y="6905"/>
                    <a:pt x="3992" y="6883"/>
                    <a:pt x="3981" y="6883"/>
                  </a:cubicBezTo>
                  <a:cubicBezTo>
                    <a:pt x="3992" y="6872"/>
                    <a:pt x="4003" y="6860"/>
                    <a:pt x="4015" y="6860"/>
                  </a:cubicBezTo>
                  <a:close/>
                  <a:moveTo>
                    <a:pt x="5040" y="6846"/>
                  </a:moveTo>
                  <a:cubicBezTo>
                    <a:pt x="5051" y="6846"/>
                    <a:pt x="5051" y="6860"/>
                    <a:pt x="5051" y="6872"/>
                  </a:cubicBezTo>
                  <a:cubicBezTo>
                    <a:pt x="5029" y="6883"/>
                    <a:pt x="5017" y="6894"/>
                    <a:pt x="4992" y="6905"/>
                  </a:cubicBezTo>
                  <a:cubicBezTo>
                    <a:pt x="4659" y="7005"/>
                    <a:pt x="4319" y="7058"/>
                    <a:pt x="3976" y="7058"/>
                  </a:cubicBezTo>
                  <a:cubicBezTo>
                    <a:pt x="3842" y="7058"/>
                    <a:pt x="3708" y="7050"/>
                    <a:pt x="3573" y="7034"/>
                  </a:cubicBezTo>
                  <a:cubicBezTo>
                    <a:pt x="3537" y="7034"/>
                    <a:pt x="3514" y="7022"/>
                    <a:pt x="3481" y="7011"/>
                  </a:cubicBezTo>
                  <a:lnTo>
                    <a:pt x="3481" y="6986"/>
                  </a:lnTo>
                  <a:cubicBezTo>
                    <a:pt x="3605" y="6996"/>
                    <a:pt x="3730" y="7005"/>
                    <a:pt x="3854" y="7005"/>
                  </a:cubicBezTo>
                  <a:cubicBezTo>
                    <a:pt x="3904" y="7005"/>
                    <a:pt x="3954" y="7003"/>
                    <a:pt x="4003" y="7000"/>
                  </a:cubicBezTo>
                  <a:cubicBezTo>
                    <a:pt x="4191" y="7000"/>
                    <a:pt x="4364" y="6986"/>
                    <a:pt x="4540" y="6953"/>
                  </a:cubicBezTo>
                  <a:cubicBezTo>
                    <a:pt x="4702" y="6930"/>
                    <a:pt x="4878" y="6883"/>
                    <a:pt x="5040" y="6846"/>
                  </a:cubicBezTo>
                  <a:close/>
                  <a:moveTo>
                    <a:pt x="3855" y="1"/>
                  </a:moveTo>
                  <a:cubicBezTo>
                    <a:pt x="2758" y="1"/>
                    <a:pt x="1412" y="587"/>
                    <a:pt x="710" y="1983"/>
                  </a:cubicBezTo>
                  <a:cubicBezTo>
                    <a:pt x="0" y="3391"/>
                    <a:pt x="360" y="4986"/>
                    <a:pt x="1187" y="5905"/>
                  </a:cubicBezTo>
                  <a:cubicBezTo>
                    <a:pt x="1220" y="5862"/>
                    <a:pt x="1266" y="5833"/>
                    <a:pt x="1315" y="5833"/>
                  </a:cubicBezTo>
                  <a:cubicBezTo>
                    <a:pt x="1334" y="5833"/>
                    <a:pt x="1353" y="5837"/>
                    <a:pt x="1372" y="5846"/>
                  </a:cubicBezTo>
                  <a:cubicBezTo>
                    <a:pt x="1467" y="5905"/>
                    <a:pt x="1570" y="5952"/>
                    <a:pt x="1651" y="6045"/>
                  </a:cubicBezTo>
                  <a:cubicBezTo>
                    <a:pt x="1687" y="6103"/>
                    <a:pt x="1746" y="6137"/>
                    <a:pt x="1805" y="6184"/>
                  </a:cubicBezTo>
                  <a:cubicBezTo>
                    <a:pt x="1849" y="6218"/>
                    <a:pt x="1897" y="6243"/>
                    <a:pt x="1956" y="6277"/>
                  </a:cubicBezTo>
                  <a:cubicBezTo>
                    <a:pt x="2025" y="6313"/>
                    <a:pt x="2095" y="6358"/>
                    <a:pt x="2176" y="6383"/>
                  </a:cubicBezTo>
                  <a:cubicBezTo>
                    <a:pt x="2280" y="6427"/>
                    <a:pt x="2386" y="6453"/>
                    <a:pt x="2489" y="6497"/>
                  </a:cubicBezTo>
                  <a:cubicBezTo>
                    <a:pt x="2527" y="6509"/>
                    <a:pt x="2562" y="6515"/>
                    <a:pt x="2596" y="6515"/>
                  </a:cubicBezTo>
                  <a:cubicBezTo>
                    <a:pt x="2636" y="6515"/>
                    <a:pt x="2675" y="6506"/>
                    <a:pt x="2713" y="6486"/>
                  </a:cubicBezTo>
                  <a:cubicBezTo>
                    <a:pt x="2736" y="6476"/>
                    <a:pt x="2759" y="6471"/>
                    <a:pt x="2780" y="6471"/>
                  </a:cubicBezTo>
                  <a:cubicBezTo>
                    <a:pt x="2849" y="6471"/>
                    <a:pt x="2897" y="6527"/>
                    <a:pt x="2897" y="6626"/>
                  </a:cubicBezTo>
                  <a:cubicBezTo>
                    <a:pt x="2897" y="6791"/>
                    <a:pt x="2933" y="6835"/>
                    <a:pt x="3084" y="6894"/>
                  </a:cubicBezTo>
                  <a:cubicBezTo>
                    <a:pt x="3165" y="6916"/>
                    <a:pt x="3213" y="6964"/>
                    <a:pt x="3224" y="7045"/>
                  </a:cubicBezTo>
                  <a:cubicBezTo>
                    <a:pt x="3224" y="7103"/>
                    <a:pt x="3246" y="7115"/>
                    <a:pt x="3294" y="7126"/>
                  </a:cubicBezTo>
                  <a:cubicBezTo>
                    <a:pt x="3502" y="7161"/>
                    <a:pt x="3710" y="7179"/>
                    <a:pt x="3917" y="7179"/>
                  </a:cubicBezTo>
                  <a:cubicBezTo>
                    <a:pt x="4208" y="7179"/>
                    <a:pt x="4497" y="7143"/>
                    <a:pt x="4783" y="7070"/>
                  </a:cubicBezTo>
                  <a:cubicBezTo>
                    <a:pt x="4970" y="7022"/>
                    <a:pt x="5143" y="6964"/>
                    <a:pt x="5319" y="6905"/>
                  </a:cubicBezTo>
                  <a:cubicBezTo>
                    <a:pt x="5308" y="6824"/>
                    <a:pt x="5319" y="6777"/>
                    <a:pt x="5378" y="6732"/>
                  </a:cubicBezTo>
                  <a:cubicBezTo>
                    <a:pt x="5459" y="6651"/>
                    <a:pt x="5551" y="6592"/>
                    <a:pt x="5632" y="6522"/>
                  </a:cubicBezTo>
                  <a:cubicBezTo>
                    <a:pt x="5691" y="6486"/>
                    <a:pt x="5727" y="6453"/>
                    <a:pt x="5749" y="6394"/>
                  </a:cubicBezTo>
                  <a:cubicBezTo>
                    <a:pt x="5772" y="6346"/>
                    <a:pt x="5819" y="6288"/>
                    <a:pt x="5856" y="6288"/>
                  </a:cubicBezTo>
                  <a:cubicBezTo>
                    <a:pt x="6018" y="6265"/>
                    <a:pt x="6146" y="6162"/>
                    <a:pt x="6297" y="6126"/>
                  </a:cubicBezTo>
                  <a:cubicBezTo>
                    <a:pt x="6331" y="6115"/>
                    <a:pt x="6344" y="6092"/>
                    <a:pt x="6367" y="6078"/>
                  </a:cubicBezTo>
                  <a:cubicBezTo>
                    <a:pt x="6367" y="6067"/>
                    <a:pt x="6367" y="6067"/>
                    <a:pt x="6356" y="6056"/>
                  </a:cubicBezTo>
                  <a:cubicBezTo>
                    <a:pt x="6322" y="6064"/>
                    <a:pt x="6283" y="6072"/>
                    <a:pt x="6242" y="6072"/>
                  </a:cubicBezTo>
                  <a:cubicBezTo>
                    <a:pt x="6225" y="6072"/>
                    <a:pt x="6208" y="6070"/>
                    <a:pt x="6191" y="6067"/>
                  </a:cubicBezTo>
                  <a:cubicBezTo>
                    <a:pt x="6099" y="6067"/>
                    <a:pt x="6051" y="5997"/>
                    <a:pt x="6099" y="5916"/>
                  </a:cubicBezTo>
                  <a:cubicBezTo>
                    <a:pt x="6135" y="5858"/>
                    <a:pt x="6146" y="5799"/>
                    <a:pt x="6121" y="5743"/>
                  </a:cubicBezTo>
                  <a:cubicBezTo>
                    <a:pt x="6076" y="5626"/>
                    <a:pt x="6099" y="5556"/>
                    <a:pt x="6216" y="5508"/>
                  </a:cubicBezTo>
                  <a:cubicBezTo>
                    <a:pt x="6286" y="5475"/>
                    <a:pt x="6367" y="5464"/>
                    <a:pt x="6437" y="5427"/>
                  </a:cubicBezTo>
                  <a:cubicBezTo>
                    <a:pt x="6470" y="5416"/>
                    <a:pt x="6507" y="5405"/>
                    <a:pt x="6540" y="5369"/>
                  </a:cubicBezTo>
                  <a:cubicBezTo>
                    <a:pt x="6568" y="5352"/>
                    <a:pt x="6594" y="5327"/>
                    <a:pt x="6620" y="5327"/>
                  </a:cubicBezTo>
                  <a:cubicBezTo>
                    <a:pt x="6629" y="5327"/>
                    <a:pt x="6637" y="5329"/>
                    <a:pt x="6646" y="5335"/>
                  </a:cubicBezTo>
                  <a:cubicBezTo>
                    <a:pt x="6680" y="5357"/>
                    <a:pt x="6716" y="5405"/>
                    <a:pt x="6727" y="5438"/>
                  </a:cubicBezTo>
                  <a:cubicBezTo>
                    <a:pt x="6738" y="5464"/>
                    <a:pt x="6738" y="5497"/>
                    <a:pt x="6738" y="5533"/>
                  </a:cubicBezTo>
                  <a:cubicBezTo>
                    <a:pt x="6750" y="5556"/>
                    <a:pt x="6764" y="5578"/>
                    <a:pt x="6775" y="5589"/>
                  </a:cubicBezTo>
                  <a:cubicBezTo>
                    <a:pt x="6797" y="5614"/>
                    <a:pt x="6819" y="5637"/>
                    <a:pt x="6845" y="5659"/>
                  </a:cubicBezTo>
                  <a:cubicBezTo>
                    <a:pt x="6845" y="5659"/>
                    <a:pt x="6856" y="5659"/>
                    <a:pt x="6856" y="5648"/>
                  </a:cubicBezTo>
                  <a:cubicBezTo>
                    <a:pt x="7099" y="5324"/>
                    <a:pt x="7275" y="4950"/>
                    <a:pt x="7378" y="4556"/>
                  </a:cubicBezTo>
                  <a:cubicBezTo>
                    <a:pt x="7378" y="4542"/>
                    <a:pt x="7378" y="4519"/>
                    <a:pt x="7367" y="4508"/>
                  </a:cubicBezTo>
                  <a:cubicBezTo>
                    <a:pt x="7322" y="4438"/>
                    <a:pt x="7297" y="4357"/>
                    <a:pt x="7297" y="4276"/>
                  </a:cubicBezTo>
                  <a:cubicBezTo>
                    <a:pt x="7297" y="4218"/>
                    <a:pt x="7275" y="4148"/>
                    <a:pt x="7264" y="4089"/>
                  </a:cubicBezTo>
                  <a:cubicBezTo>
                    <a:pt x="7264" y="4089"/>
                    <a:pt x="7252" y="4078"/>
                    <a:pt x="7238" y="4078"/>
                  </a:cubicBezTo>
                  <a:cubicBezTo>
                    <a:pt x="7203" y="4143"/>
                    <a:pt x="7151" y="4177"/>
                    <a:pt x="7084" y="4177"/>
                  </a:cubicBezTo>
                  <a:cubicBezTo>
                    <a:pt x="7066" y="4177"/>
                    <a:pt x="7048" y="4175"/>
                    <a:pt x="7029" y="4170"/>
                  </a:cubicBezTo>
                  <a:cubicBezTo>
                    <a:pt x="6987" y="4160"/>
                    <a:pt x="6951" y="4155"/>
                    <a:pt x="6914" y="4155"/>
                  </a:cubicBezTo>
                  <a:cubicBezTo>
                    <a:pt x="6869" y="4155"/>
                    <a:pt x="6825" y="4163"/>
                    <a:pt x="6775" y="4181"/>
                  </a:cubicBezTo>
                  <a:cubicBezTo>
                    <a:pt x="6749" y="4193"/>
                    <a:pt x="6724" y="4198"/>
                    <a:pt x="6701" y="4198"/>
                  </a:cubicBezTo>
                  <a:cubicBezTo>
                    <a:pt x="6627" y="4198"/>
                    <a:pt x="6568" y="4145"/>
                    <a:pt x="6540" y="4067"/>
                  </a:cubicBezTo>
                  <a:cubicBezTo>
                    <a:pt x="6518" y="3961"/>
                    <a:pt x="6495" y="3857"/>
                    <a:pt x="6470" y="3751"/>
                  </a:cubicBezTo>
                  <a:cubicBezTo>
                    <a:pt x="6437" y="3634"/>
                    <a:pt x="6425" y="3508"/>
                    <a:pt x="6437" y="3391"/>
                  </a:cubicBezTo>
                  <a:cubicBezTo>
                    <a:pt x="6437" y="3251"/>
                    <a:pt x="6448" y="3123"/>
                    <a:pt x="6437" y="2994"/>
                  </a:cubicBezTo>
                  <a:cubicBezTo>
                    <a:pt x="6437" y="2902"/>
                    <a:pt x="6470" y="2821"/>
                    <a:pt x="6529" y="2751"/>
                  </a:cubicBezTo>
                  <a:cubicBezTo>
                    <a:pt x="6599" y="2681"/>
                    <a:pt x="6657" y="2600"/>
                    <a:pt x="6705" y="2505"/>
                  </a:cubicBezTo>
                  <a:cubicBezTo>
                    <a:pt x="6764" y="2402"/>
                    <a:pt x="6750" y="2365"/>
                    <a:pt x="6657" y="2296"/>
                  </a:cubicBezTo>
                  <a:cubicBezTo>
                    <a:pt x="6565" y="2237"/>
                    <a:pt x="6459" y="2181"/>
                    <a:pt x="6356" y="2134"/>
                  </a:cubicBezTo>
                  <a:cubicBezTo>
                    <a:pt x="6238" y="2080"/>
                    <a:pt x="6170" y="2051"/>
                    <a:pt x="6109" y="2051"/>
                  </a:cubicBezTo>
                  <a:cubicBezTo>
                    <a:pt x="6037" y="2051"/>
                    <a:pt x="5975" y="2092"/>
                    <a:pt x="5856" y="2181"/>
                  </a:cubicBezTo>
                  <a:cubicBezTo>
                    <a:pt x="5819" y="2215"/>
                    <a:pt x="5761" y="2226"/>
                    <a:pt x="5702" y="2251"/>
                  </a:cubicBezTo>
                  <a:cubicBezTo>
                    <a:pt x="5680" y="2262"/>
                    <a:pt x="5632" y="2273"/>
                    <a:pt x="5610" y="2296"/>
                  </a:cubicBezTo>
                  <a:cubicBezTo>
                    <a:pt x="5582" y="2345"/>
                    <a:pt x="5536" y="2368"/>
                    <a:pt x="5488" y="2368"/>
                  </a:cubicBezTo>
                  <a:cubicBezTo>
                    <a:pt x="5478" y="2368"/>
                    <a:pt x="5469" y="2367"/>
                    <a:pt x="5459" y="2365"/>
                  </a:cubicBezTo>
                  <a:cubicBezTo>
                    <a:pt x="5389" y="2343"/>
                    <a:pt x="5378" y="2284"/>
                    <a:pt x="5367" y="2237"/>
                  </a:cubicBezTo>
                  <a:cubicBezTo>
                    <a:pt x="5353" y="2181"/>
                    <a:pt x="5342" y="2122"/>
                    <a:pt x="5319" y="2075"/>
                  </a:cubicBezTo>
                  <a:cubicBezTo>
                    <a:pt x="5261" y="1972"/>
                    <a:pt x="5272" y="1888"/>
                    <a:pt x="5378" y="1832"/>
                  </a:cubicBezTo>
                  <a:cubicBezTo>
                    <a:pt x="5451" y="1790"/>
                    <a:pt x="5537" y="1749"/>
                    <a:pt x="5626" y="1749"/>
                  </a:cubicBezTo>
                  <a:cubicBezTo>
                    <a:pt x="5663" y="1749"/>
                    <a:pt x="5701" y="1756"/>
                    <a:pt x="5738" y="1773"/>
                  </a:cubicBezTo>
                  <a:cubicBezTo>
                    <a:pt x="5754" y="1779"/>
                    <a:pt x="5767" y="1782"/>
                    <a:pt x="5778" y="1782"/>
                  </a:cubicBezTo>
                  <a:cubicBezTo>
                    <a:pt x="5810" y="1782"/>
                    <a:pt x="5829" y="1761"/>
                    <a:pt x="5856" y="1726"/>
                  </a:cubicBezTo>
                  <a:cubicBezTo>
                    <a:pt x="5948" y="1564"/>
                    <a:pt x="5959" y="1388"/>
                    <a:pt x="5925" y="1203"/>
                  </a:cubicBezTo>
                  <a:cubicBezTo>
                    <a:pt x="5889" y="1027"/>
                    <a:pt x="5819" y="888"/>
                    <a:pt x="5657" y="807"/>
                  </a:cubicBezTo>
                  <a:cubicBezTo>
                    <a:pt x="5509" y="735"/>
                    <a:pt x="5367" y="687"/>
                    <a:pt x="5218" y="687"/>
                  </a:cubicBezTo>
                  <a:cubicBezTo>
                    <a:pt x="5145" y="687"/>
                    <a:pt x="5070" y="699"/>
                    <a:pt x="4992" y="726"/>
                  </a:cubicBezTo>
                  <a:cubicBezTo>
                    <a:pt x="4900" y="748"/>
                    <a:pt x="4819" y="784"/>
                    <a:pt x="4724" y="795"/>
                  </a:cubicBezTo>
                  <a:cubicBezTo>
                    <a:pt x="4709" y="798"/>
                    <a:pt x="4694" y="800"/>
                    <a:pt x="4678" y="800"/>
                  </a:cubicBezTo>
                  <a:cubicBezTo>
                    <a:pt x="4634" y="800"/>
                    <a:pt x="4589" y="789"/>
                    <a:pt x="4562" y="770"/>
                  </a:cubicBezTo>
                  <a:cubicBezTo>
                    <a:pt x="4434" y="678"/>
                    <a:pt x="4319" y="586"/>
                    <a:pt x="4283" y="435"/>
                  </a:cubicBezTo>
                  <a:cubicBezTo>
                    <a:pt x="4272" y="399"/>
                    <a:pt x="4249" y="365"/>
                    <a:pt x="4224" y="351"/>
                  </a:cubicBezTo>
                  <a:cubicBezTo>
                    <a:pt x="4121" y="307"/>
                    <a:pt x="4096" y="225"/>
                    <a:pt x="4121" y="119"/>
                  </a:cubicBezTo>
                  <a:cubicBezTo>
                    <a:pt x="4121" y="86"/>
                    <a:pt x="4143" y="49"/>
                    <a:pt x="4154" y="16"/>
                  </a:cubicBezTo>
                  <a:cubicBezTo>
                    <a:pt x="4057" y="6"/>
                    <a:pt x="3957" y="1"/>
                    <a:pt x="3855"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0" name="Google Shape;1050;p20"/>
            <p:cNvSpPr/>
            <p:nvPr/>
          </p:nvSpPr>
          <p:spPr>
            <a:xfrm>
              <a:off x="5202602" y="3958165"/>
              <a:ext cx="161228" cy="209264"/>
            </a:xfrm>
            <a:custGeom>
              <a:avLst/>
              <a:gdLst/>
              <a:ahLst/>
              <a:cxnLst/>
              <a:rect l="l" t="t" r="r" b="b"/>
              <a:pathLst>
                <a:path w="3400" h="4413" extrusionOk="0">
                  <a:moveTo>
                    <a:pt x="313" y="172"/>
                  </a:moveTo>
                  <a:cubicBezTo>
                    <a:pt x="356" y="172"/>
                    <a:pt x="401" y="189"/>
                    <a:pt x="408" y="210"/>
                  </a:cubicBezTo>
                  <a:cubicBezTo>
                    <a:pt x="408" y="222"/>
                    <a:pt x="386" y="244"/>
                    <a:pt x="386" y="244"/>
                  </a:cubicBezTo>
                  <a:cubicBezTo>
                    <a:pt x="338" y="233"/>
                    <a:pt x="291" y="210"/>
                    <a:pt x="246" y="197"/>
                  </a:cubicBezTo>
                  <a:cubicBezTo>
                    <a:pt x="259" y="179"/>
                    <a:pt x="285" y="172"/>
                    <a:pt x="313" y="172"/>
                  </a:cubicBezTo>
                  <a:close/>
                  <a:moveTo>
                    <a:pt x="606" y="185"/>
                  </a:moveTo>
                  <a:lnTo>
                    <a:pt x="606" y="185"/>
                  </a:lnTo>
                  <a:cubicBezTo>
                    <a:pt x="617" y="280"/>
                    <a:pt x="595" y="350"/>
                    <a:pt x="548" y="431"/>
                  </a:cubicBezTo>
                  <a:cubicBezTo>
                    <a:pt x="511" y="373"/>
                    <a:pt x="548" y="233"/>
                    <a:pt x="606" y="185"/>
                  </a:cubicBezTo>
                  <a:close/>
                  <a:moveTo>
                    <a:pt x="1992" y="1130"/>
                  </a:moveTo>
                  <a:cubicBezTo>
                    <a:pt x="2025" y="1152"/>
                    <a:pt x="2062" y="1174"/>
                    <a:pt x="2095" y="1199"/>
                  </a:cubicBezTo>
                  <a:cubicBezTo>
                    <a:pt x="2084" y="1211"/>
                    <a:pt x="2084" y="1222"/>
                    <a:pt x="2073" y="1233"/>
                  </a:cubicBezTo>
                  <a:cubicBezTo>
                    <a:pt x="2037" y="1199"/>
                    <a:pt x="2003" y="1174"/>
                    <a:pt x="1978" y="1152"/>
                  </a:cubicBezTo>
                  <a:cubicBezTo>
                    <a:pt x="1978" y="1141"/>
                    <a:pt x="1992" y="1130"/>
                    <a:pt x="1992" y="1130"/>
                  </a:cubicBezTo>
                  <a:close/>
                  <a:moveTo>
                    <a:pt x="2690" y="3015"/>
                  </a:moveTo>
                  <a:lnTo>
                    <a:pt x="2690" y="3015"/>
                  </a:lnTo>
                  <a:cubicBezTo>
                    <a:pt x="2654" y="3130"/>
                    <a:pt x="2632" y="3225"/>
                    <a:pt x="2595" y="3339"/>
                  </a:cubicBezTo>
                  <a:cubicBezTo>
                    <a:pt x="2562" y="3258"/>
                    <a:pt x="2607" y="3074"/>
                    <a:pt x="2690" y="3015"/>
                  </a:cubicBezTo>
                  <a:close/>
                  <a:moveTo>
                    <a:pt x="2503" y="3549"/>
                  </a:moveTo>
                  <a:lnTo>
                    <a:pt x="2503" y="3549"/>
                  </a:lnTo>
                  <a:cubicBezTo>
                    <a:pt x="2562" y="3563"/>
                    <a:pt x="2632" y="3608"/>
                    <a:pt x="2643" y="3677"/>
                  </a:cubicBezTo>
                  <a:cubicBezTo>
                    <a:pt x="2573" y="3677"/>
                    <a:pt x="2503" y="3608"/>
                    <a:pt x="2503" y="3549"/>
                  </a:cubicBezTo>
                  <a:close/>
                  <a:moveTo>
                    <a:pt x="81" y="1"/>
                  </a:moveTo>
                  <a:cubicBezTo>
                    <a:pt x="0" y="57"/>
                    <a:pt x="11" y="222"/>
                    <a:pt x="92" y="280"/>
                  </a:cubicBezTo>
                  <a:cubicBezTo>
                    <a:pt x="129" y="303"/>
                    <a:pt x="176" y="336"/>
                    <a:pt x="187" y="384"/>
                  </a:cubicBezTo>
                  <a:cubicBezTo>
                    <a:pt x="221" y="523"/>
                    <a:pt x="327" y="616"/>
                    <a:pt x="430" y="699"/>
                  </a:cubicBezTo>
                  <a:cubicBezTo>
                    <a:pt x="457" y="716"/>
                    <a:pt x="495" y="726"/>
                    <a:pt x="532" y="726"/>
                  </a:cubicBezTo>
                  <a:cubicBezTo>
                    <a:pt x="545" y="726"/>
                    <a:pt x="558" y="725"/>
                    <a:pt x="570" y="722"/>
                  </a:cubicBezTo>
                  <a:cubicBezTo>
                    <a:pt x="665" y="711"/>
                    <a:pt x="746" y="674"/>
                    <a:pt x="838" y="652"/>
                  </a:cubicBezTo>
                  <a:cubicBezTo>
                    <a:pt x="896" y="633"/>
                    <a:pt x="962" y="613"/>
                    <a:pt x="1029" y="613"/>
                  </a:cubicBezTo>
                  <a:cubicBezTo>
                    <a:pt x="1043" y="613"/>
                    <a:pt x="1056" y="614"/>
                    <a:pt x="1070" y="616"/>
                  </a:cubicBezTo>
                  <a:cubicBezTo>
                    <a:pt x="1280" y="630"/>
                    <a:pt x="1478" y="699"/>
                    <a:pt x="1654" y="825"/>
                  </a:cubicBezTo>
                  <a:cubicBezTo>
                    <a:pt x="1724" y="873"/>
                    <a:pt x="1782" y="942"/>
                    <a:pt x="1794" y="1023"/>
                  </a:cubicBezTo>
                  <a:cubicBezTo>
                    <a:pt x="1816" y="1104"/>
                    <a:pt x="1827" y="1188"/>
                    <a:pt x="1852" y="1269"/>
                  </a:cubicBezTo>
                  <a:cubicBezTo>
                    <a:pt x="1908" y="1454"/>
                    <a:pt x="1852" y="1618"/>
                    <a:pt x="1746" y="1769"/>
                  </a:cubicBezTo>
                  <a:cubicBezTo>
                    <a:pt x="1721" y="1813"/>
                    <a:pt x="1689" y="1837"/>
                    <a:pt x="1649" y="1837"/>
                  </a:cubicBezTo>
                  <a:cubicBezTo>
                    <a:pt x="1636" y="1837"/>
                    <a:pt x="1621" y="1834"/>
                    <a:pt x="1606" y="1828"/>
                  </a:cubicBezTo>
                  <a:cubicBezTo>
                    <a:pt x="1566" y="1808"/>
                    <a:pt x="1528" y="1800"/>
                    <a:pt x="1490" y="1800"/>
                  </a:cubicBezTo>
                  <a:cubicBezTo>
                    <a:pt x="1418" y="1800"/>
                    <a:pt x="1349" y="1828"/>
                    <a:pt x="1280" y="1850"/>
                  </a:cubicBezTo>
                  <a:cubicBezTo>
                    <a:pt x="1210" y="1887"/>
                    <a:pt x="1187" y="1943"/>
                    <a:pt x="1210" y="2001"/>
                  </a:cubicBezTo>
                  <a:cubicBezTo>
                    <a:pt x="1235" y="2071"/>
                    <a:pt x="1257" y="2141"/>
                    <a:pt x="1280" y="2211"/>
                  </a:cubicBezTo>
                  <a:cubicBezTo>
                    <a:pt x="1294" y="2247"/>
                    <a:pt x="1316" y="2281"/>
                    <a:pt x="1338" y="2292"/>
                  </a:cubicBezTo>
                  <a:cubicBezTo>
                    <a:pt x="1363" y="2292"/>
                    <a:pt x="1397" y="2269"/>
                    <a:pt x="1419" y="2247"/>
                  </a:cubicBezTo>
                  <a:cubicBezTo>
                    <a:pt x="1456" y="2236"/>
                    <a:pt x="1489" y="2188"/>
                    <a:pt x="1525" y="2188"/>
                  </a:cubicBezTo>
                  <a:cubicBezTo>
                    <a:pt x="1595" y="2177"/>
                    <a:pt x="1654" y="2152"/>
                    <a:pt x="1699" y="2107"/>
                  </a:cubicBezTo>
                  <a:cubicBezTo>
                    <a:pt x="1735" y="2071"/>
                    <a:pt x="1782" y="2049"/>
                    <a:pt x="1827" y="2012"/>
                  </a:cubicBezTo>
                  <a:cubicBezTo>
                    <a:pt x="1869" y="1985"/>
                    <a:pt x="1916" y="1971"/>
                    <a:pt x="1967" y="1971"/>
                  </a:cubicBezTo>
                  <a:cubicBezTo>
                    <a:pt x="2000" y="1971"/>
                    <a:pt x="2036" y="1977"/>
                    <a:pt x="2073" y="1990"/>
                  </a:cubicBezTo>
                  <a:cubicBezTo>
                    <a:pt x="2201" y="2049"/>
                    <a:pt x="2341" y="2107"/>
                    <a:pt x="2467" y="2177"/>
                  </a:cubicBezTo>
                  <a:cubicBezTo>
                    <a:pt x="2526" y="2200"/>
                    <a:pt x="2573" y="2258"/>
                    <a:pt x="2621" y="2306"/>
                  </a:cubicBezTo>
                  <a:cubicBezTo>
                    <a:pt x="2665" y="2350"/>
                    <a:pt x="2676" y="2409"/>
                    <a:pt x="2643" y="2468"/>
                  </a:cubicBezTo>
                  <a:cubicBezTo>
                    <a:pt x="2595" y="2571"/>
                    <a:pt x="2537" y="2688"/>
                    <a:pt x="2445" y="2769"/>
                  </a:cubicBezTo>
                  <a:cubicBezTo>
                    <a:pt x="2386" y="2828"/>
                    <a:pt x="2364" y="2909"/>
                    <a:pt x="2364" y="2990"/>
                  </a:cubicBezTo>
                  <a:cubicBezTo>
                    <a:pt x="2364" y="3108"/>
                    <a:pt x="2352" y="3225"/>
                    <a:pt x="2352" y="3339"/>
                  </a:cubicBezTo>
                  <a:cubicBezTo>
                    <a:pt x="2364" y="3446"/>
                    <a:pt x="2364" y="3563"/>
                    <a:pt x="2386" y="3666"/>
                  </a:cubicBezTo>
                  <a:cubicBezTo>
                    <a:pt x="2397" y="3784"/>
                    <a:pt x="2433" y="3898"/>
                    <a:pt x="2467" y="4015"/>
                  </a:cubicBezTo>
                  <a:cubicBezTo>
                    <a:pt x="2486" y="4084"/>
                    <a:pt x="2523" y="4122"/>
                    <a:pt x="2578" y="4122"/>
                  </a:cubicBezTo>
                  <a:cubicBezTo>
                    <a:pt x="2598" y="4122"/>
                    <a:pt x="2619" y="4117"/>
                    <a:pt x="2643" y="4108"/>
                  </a:cubicBezTo>
                  <a:cubicBezTo>
                    <a:pt x="2688" y="4086"/>
                    <a:pt x="2733" y="4074"/>
                    <a:pt x="2778" y="4074"/>
                  </a:cubicBezTo>
                  <a:cubicBezTo>
                    <a:pt x="2803" y="4074"/>
                    <a:pt x="2828" y="4077"/>
                    <a:pt x="2852" y="4085"/>
                  </a:cubicBezTo>
                  <a:cubicBezTo>
                    <a:pt x="2882" y="4093"/>
                    <a:pt x="2908" y="4099"/>
                    <a:pt x="2933" y="4099"/>
                  </a:cubicBezTo>
                  <a:cubicBezTo>
                    <a:pt x="2976" y="4099"/>
                    <a:pt x="3013" y="4082"/>
                    <a:pt x="3051" y="4038"/>
                  </a:cubicBezTo>
                  <a:cubicBezTo>
                    <a:pt x="3066" y="4017"/>
                    <a:pt x="3087" y="4006"/>
                    <a:pt x="3108" y="4006"/>
                  </a:cubicBezTo>
                  <a:cubicBezTo>
                    <a:pt x="3131" y="4006"/>
                    <a:pt x="3153" y="4020"/>
                    <a:pt x="3165" y="4052"/>
                  </a:cubicBezTo>
                  <a:cubicBezTo>
                    <a:pt x="3190" y="4122"/>
                    <a:pt x="3202" y="4191"/>
                    <a:pt x="3224" y="4261"/>
                  </a:cubicBezTo>
                  <a:cubicBezTo>
                    <a:pt x="3235" y="4306"/>
                    <a:pt x="3235" y="4365"/>
                    <a:pt x="3249" y="4412"/>
                  </a:cubicBezTo>
                  <a:lnTo>
                    <a:pt x="3271" y="4412"/>
                  </a:lnTo>
                  <a:cubicBezTo>
                    <a:pt x="3271" y="4387"/>
                    <a:pt x="3283" y="4365"/>
                    <a:pt x="3283" y="4342"/>
                  </a:cubicBezTo>
                  <a:cubicBezTo>
                    <a:pt x="3375" y="3898"/>
                    <a:pt x="3400" y="3457"/>
                    <a:pt x="3330" y="3015"/>
                  </a:cubicBezTo>
                  <a:cubicBezTo>
                    <a:pt x="3179" y="2119"/>
                    <a:pt x="2760" y="1373"/>
                    <a:pt x="2062" y="803"/>
                  </a:cubicBezTo>
                  <a:cubicBezTo>
                    <a:pt x="1503" y="336"/>
                    <a:pt x="849" y="71"/>
                    <a:pt x="12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1" name="Google Shape;1051;p20"/>
            <p:cNvSpPr/>
            <p:nvPr/>
          </p:nvSpPr>
          <p:spPr>
            <a:xfrm>
              <a:off x="5063996" y="4236942"/>
              <a:ext cx="91758" cy="57378"/>
            </a:xfrm>
            <a:custGeom>
              <a:avLst/>
              <a:gdLst/>
              <a:ahLst/>
              <a:cxnLst/>
              <a:rect l="l" t="t" r="r" b="b"/>
              <a:pathLst>
                <a:path w="1935" h="1210" extrusionOk="0">
                  <a:moveTo>
                    <a:pt x="93" y="0"/>
                  </a:moveTo>
                  <a:cubicBezTo>
                    <a:pt x="62" y="0"/>
                    <a:pt x="36" y="17"/>
                    <a:pt x="1" y="58"/>
                  </a:cubicBezTo>
                  <a:cubicBezTo>
                    <a:pt x="526" y="651"/>
                    <a:pt x="1166" y="1036"/>
                    <a:pt x="1934" y="1209"/>
                  </a:cubicBezTo>
                  <a:cubicBezTo>
                    <a:pt x="1934" y="1128"/>
                    <a:pt x="1898" y="1081"/>
                    <a:pt x="1842" y="1059"/>
                  </a:cubicBezTo>
                  <a:cubicBezTo>
                    <a:pt x="1666" y="989"/>
                    <a:pt x="1618" y="919"/>
                    <a:pt x="1618" y="732"/>
                  </a:cubicBezTo>
                  <a:cubicBezTo>
                    <a:pt x="1618" y="672"/>
                    <a:pt x="1600" y="638"/>
                    <a:pt x="1558" y="638"/>
                  </a:cubicBezTo>
                  <a:cubicBezTo>
                    <a:pt x="1543" y="638"/>
                    <a:pt x="1525" y="642"/>
                    <a:pt x="1504" y="651"/>
                  </a:cubicBezTo>
                  <a:cubicBezTo>
                    <a:pt x="1463" y="669"/>
                    <a:pt x="1422" y="678"/>
                    <a:pt x="1382" y="678"/>
                  </a:cubicBezTo>
                  <a:cubicBezTo>
                    <a:pt x="1343" y="678"/>
                    <a:pt x="1304" y="669"/>
                    <a:pt x="1269" y="651"/>
                  </a:cubicBezTo>
                  <a:cubicBezTo>
                    <a:pt x="1177" y="628"/>
                    <a:pt x="1096" y="581"/>
                    <a:pt x="1004" y="570"/>
                  </a:cubicBezTo>
                  <a:cubicBezTo>
                    <a:pt x="794" y="522"/>
                    <a:pt x="641" y="371"/>
                    <a:pt x="456" y="279"/>
                  </a:cubicBezTo>
                  <a:lnTo>
                    <a:pt x="420" y="243"/>
                  </a:lnTo>
                  <a:cubicBezTo>
                    <a:pt x="361" y="151"/>
                    <a:pt x="269" y="81"/>
                    <a:pt x="166" y="22"/>
                  </a:cubicBezTo>
                  <a:cubicBezTo>
                    <a:pt x="137" y="8"/>
                    <a:pt x="114" y="0"/>
                    <a:pt x="9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2" name="Google Shape;1052;p20"/>
            <p:cNvSpPr/>
            <p:nvPr/>
          </p:nvSpPr>
          <p:spPr>
            <a:xfrm>
              <a:off x="5261117" y="4212711"/>
              <a:ext cx="66293" cy="70087"/>
            </a:xfrm>
            <a:custGeom>
              <a:avLst/>
              <a:gdLst/>
              <a:ahLst/>
              <a:cxnLst/>
              <a:rect l="l" t="t" r="r" b="b"/>
              <a:pathLst>
                <a:path w="1398" h="1478" extrusionOk="0">
                  <a:moveTo>
                    <a:pt x="1246" y="0"/>
                  </a:moveTo>
                  <a:cubicBezTo>
                    <a:pt x="1233" y="0"/>
                    <a:pt x="1218" y="7"/>
                    <a:pt x="1199" y="22"/>
                  </a:cubicBezTo>
                  <a:cubicBezTo>
                    <a:pt x="1163" y="55"/>
                    <a:pt x="1130" y="92"/>
                    <a:pt x="1082" y="103"/>
                  </a:cubicBezTo>
                  <a:cubicBezTo>
                    <a:pt x="1001" y="136"/>
                    <a:pt x="931" y="150"/>
                    <a:pt x="850" y="184"/>
                  </a:cubicBezTo>
                  <a:cubicBezTo>
                    <a:pt x="780" y="206"/>
                    <a:pt x="758" y="265"/>
                    <a:pt x="791" y="335"/>
                  </a:cubicBezTo>
                  <a:cubicBezTo>
                    <a:pt x="814" y="405"/>
                    <a:pt x="814" y="486"/>
                    <a:pt x="780" y="556"/>
                  </a:cubicBezTo>
                  <a:cubicBezTo>
                    <a:pt x="758" y="614"/>
                    <a:pt x="769" y="639"/>
                    <a:pt x="828" y="639"/>
                  </a:cubicBezTo>
                  <a:cubicBezTo>
                    <a:pt x="872" y="639"/>
                    <a:pt x="920" y="625"/>
                    <a:pt x="967" y="625"/>
                  </a:cubicBezTo>
                  <a:cubicBezTo>
                    <a:pt x="990" y="625"/>
                    <a:pt x="1023" y="639"/>
                    <a:pt x="1037" y="662"/>
                  </a:cubicBezTo>
                  <a:cubicBezTo>
                    <a:pt x="1048" y="684"/>
                    <a:pt x="1037" y="732"/>
                    <a:pt x="1012" y="743"/>
                  </a:cubicBezTo>
                  <a:cubicBezTo>
                    <a:pt x="967" y="779"/>
                    <a:pt x="920" y="801"/>
                    <a:pt x="861" y="824"/>
                  </a:cubicBezTo>
                  <a:cubicBezTo>
                    <a:pt x="814" y="849"/>
                    <a:pt x="758" y="871"/>
                    <a:pt x="710" y="894"/>
                  </a:cubicBezTo>
                  <a:cubicBezTo>
                    <a:pt x="641" y="919"/>
                    <a:pt x="582" y="930"/>
                    <a:pt x="523" y="963"/>
                  </a:cubicBezTo>
                  <a:cubicBezTo>
                    <a:pt x="490" y="975"/>
                    <a:pt x="442" y="1000"/>
                    <a:pt x="431" y="1033"/>
                  </a:cubicBezTo>
                  <a:cubicBezTo>
                    <a:pt x="409" y="1114"/>
                    <a:pt x="339" y="1162"/>
                    <a:pt x="269" y="1209"/>
                  </a:cubicBezTo>
                  <a:cubicBezTo>
                    <a:pt x="185" y="1268"/>
                    <a:pt x="115" y="1324"/>
                    <a:pt x="46" y="1394"/>
                  </a:cubicBezTo>
                  <a:cubicBezTo>
                    <a:pt x="23" y="1408"/>
                    <a:pt x="12" y="1441"/>
                    <a:pt x="1" y="1463"/>
                  </a:cubicBezTo>
                  <a:lnTo>
                    <a:pt x="12" y="1477"/>
                  </a:lnTo>
                  <a:cubicBezTo>
                    <a:pt x="34" y="1463"/>
                    <a:pt x="60" y="1463"/>
                    <a:pt x="82" y="1452"/>
                  </a:cubicBezTo>
                  <a:cubicBezTo>
                    <a:pt x="571" y="1220"/>
                    <a:pt x="979" y="894"/>
                    <a:pt x="1328" y="475"/>
                  </a:cubicBezTo>
                  <a:cubicBezTo>
                    <a:pt x="1361" y="430"/>
                    <a:pt x="1373" y="382"/>
                    <a:pt x="1398" y="324"/>
                  </a:cubicBezTo>
                  <a:cubicBezTo>
                    <a:pt x="1398" y="312"/>
                    <a:pt x="1387" y="276"/>
                    <a:pt x="1373" y="265"/>
                  </a:cubicBezTo>
                  <a:cubicBezTo>
                    <a:pt x="1317" y="231"/>
                    <a:pt x="1303" y="184"/>
                    <a:pt x="1303" y="125"/>
                  </a:cubicBezTo>
                  <a:cubicBezTo>
                    <a:pt x="1303" y="103"/>
                    <a:pt x="1303" y="67"/>
                    <a:pt x="1292" y="44"/>
                  </a:cubicBezTo>
                  <a:cubicBezTo>
                    <a:pt x="1278" y="16"/>
                    <a:pt x="1265" y="0"/>
                    <a:pt x="1246"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3" name="Google Shape;1053;p20"/>
            <p:cNvSpPr/>
            <p:nvPr/>
          </p:nvSpPr>
          <p:spPr>
            <a:xfrm>
              <a:off x="5099893" y="4040579"/>
              <a:ext cx="163409" cy="194375"/>
            </a:xfrm>
            <a:custGeom>
              <a:avLst/>
              <a:gdLst/>
              <a:ahLst/>
              <a:cxnLst/>
              <a:rect l="l" t="t" r="r" b="b"/>
              <a:pathLst>
                <a:path w="3446" h="4099" extrusionOk="0">
                  <a:moveTo>
                    <a:pt x="2714" y="1370"/>
                  </a:moveTo>
                  <a:cubicBezTo>
                    <a:pt x="2747" y="1381"/>
                    <a:pt x="2817" y="1520"/>
                    <a:pt x="2806" y="1568"/>
                  </a:cubicBezTo>
                  <a:cubicBezTo>
                    <a:pt x="2761" y="1557"/>
                    <a:pt x="2666" y="1428"/>
                    <a:pt x="2677" y="1392"/>
                  </a:cubicBezTo>
                  <a:cubicBezTo>
                    <a:pt x="2677" y="1381"/>
                    <a:pt x="2702" y="1370"/>
                    <a:pt x="2714" y="1370"/>
                  </a:cubicBezTo>
                  <a:close/>
                  <a:moveTo>
                    <a:pt x="317" y="1406"/>
                  </a:moveTo>
                  <a:lnTo>
                    <a:pt x="317" y="1406"/>
                  </a:lnTo>
                  <a:cubicBezTo>
                    <a:pt x="373" y="1476"/>
                    <a:pt x="420" y="1532"/>
                    <a:pt x="468" y="1590"/>
                  </a:cubicBezTo>
                  <a:cubicBezTo>
                    <a:pt x="387" y="1590"/>
                    <a:pt x="303" y="1487"/>
                    <a:pt x="317" y="1406"/>
                  </a:cubicBezTo>
                  <a:close/>
                  <a:moveTo>
                    <a:pt x="641" y="1557"/>
                  </a:moveTo>
                  <a:cubicBezTo>
                    <a:pt x="641" y="1568"/>
                    <a:pt x="652" y="1579"/>
                    <a:pt x="652" y="1590"/>
                  </a:cubicBezTo>
                  <a:cubicBezTo>
                    <a:pt x="630" y="1660"/>
                    <a:pt x="596" y="1730"/>
                    <a:pt x="571" y="1800"/>
                  </a:cubicBezTo>
                  <a:cubicBezTo>
                    <a:pt x="571" y="1811"/>
                    <a:pt x="560" y="1811"/>
                    <a:pt x="537" y="1836"/>
                  </a:cubicBezTo>
                  <a:lnTo>
                    <a:pt x="537" y="1730"/>
                  </a:lnTo>
                  <a:cubicBezTo>
                    <a:pt x="560" y="1671"/>
                    <a:pt x="571" y="1627"/>
                    <a:pt x="596" y="1579"/>
                  </a:cubicBezTo>
                  <a:cubicBezTo>
                    <a:pt x="607" y="1568"/>
                    <a:pt x="618" y="1568"/>
                    <a:pt x="641" y="1557"/>
                  </a:cubicBezTo>
                  <a:close/>
                  <a:moveTo>
                    <a:pt x="3063" y="1906"/>
                  </a:moveTo>
                  <a:lnTo>
                    <a:pt x="3063" y="1906"/>
                  </a:lnTo>
                  <a:cubicBezTo>
                    <a:pt x="3027" y="2009"/>
                    <a:pt x="3004" y="2115"/>
                    <a:pt x="2982" y="2219"/>
                  </a:cubicBezTo>
                  <a:cubicBezTo>
                    <a:pt x="2934" y="2160"/>
                    <a:pt x="2993" y="1928"/>
                    <a:pt x="3063" y="1906"/>
                  </a:cubicBezTo>
                  <a:close/>
                  <a:moveTo>
                    <a:pt x="2761" y="2406"/>
                  </a:moveTo>
                  <a:cubicBezTo>
                    <a:pt x="2783" y="2417"/>
                    <a:pt x="2806" y="2428"/>
                    <a:pt x="2831" y="2453"/>
                  </a:cubicBezTo>
                  <a:cubicBezTo>
                    <a:pt x="2831" y="2453"/>
                    <a:pt x="2842" y="2476"/>
                    <a:pt x="2853" y="2498"/>
                  </a:cubicBezTo>
                  <a:cubicBezTo>
                    <a:pt x="2817" y="2498"/>
                    <a:pt x="2806" y="2498"/>
                    <a:pt x="2795" y="2487"/>
                  </a:cubicBezTo>
                  <a:cubicBezTo>
                    <a:pt x="2772" y="2476"/>
                    <a:pt x="2761" y="2453"/>
                    <a:pt x="2736" y="2428"/>
                  </a:cubicBezTo>
                  <a:lnTo>
                    <a:pt x="2761" y="2406"/>
                  </a:lnTo>
                  <a:close/>
                  <a:moveTo>
                    <a:pt x="1909" y="0"/>
                  </a:moveTo>
                  <a:cubicBezTo>
                    <a:pt x="1770" y="0"/>
                    <a:pt x="1621" y="26"/>
                    <a:pt x="1479" y="43"/>
                  </a:cubicBezTo>
                  <a:cubicBezTo>
                    <a:pt x="1339" y="54"/>
                    <a:pt x="1188" y="79"/>
                    <a:pt x="1037" y="90"/>
                  </a:cubicBezTo>
                  <a:cubicBezTo>
                    <a:pt x="898" y="90"/>
                    <a:pt x="769" y="135"/>
                    <a:pt x="652" y="205"/>
                  </a:cubicBezTo>
                  <a:cubicBezTo>
                    <a:pt x="607" y="241"/>
                    <a:pt x="560" y="274"/>
                    <a:pt x="512" y="300"/>
                  </a:cubicBezTo>
                  <a:cubicBezTo>
                    <a:pt x="280" y="439"/>
                    <a:pt x="199" y="660"/>
                    <a:pt x="141" y="903"/>
                  </a:cubicBezTo>
                  <a:lnTo>
                    <a:pt x="141" y="928"/>
                  </a:lnTo>
                  <a:cubicBezTo>
                    <a:pt x="152" y="1090"/>
                    <a:pt x="93" y="1241"/>
                    <a:pt x="23" y="1392"/>
                  </a:cubicBezTo>
                  <a:cubicBezTo>
                    <a:pt x="12" y="1439"/>
                    <a:pt x="1" y="1498"/>
                    <a:pt x="12" y="1546"/>
                  </a:cubicBezTo>
                  <a:cubicBezTo>
                    <a:pt x="71" y="1789"/>
                    <a:pt x="233" y="1951"/>
                    <a:pt x="409" y="2104"/>
                  </a:cubicBezTo>
                  <a:cubicBezTo>
                    <a:pt x="442" y="2127"/>
                    <a:pt x="490" y="2138"/>
                    <a:pt x="526" y="2149"/>
                  </a:cubicBezTo>
                  <a:cubicBezTo>
                    <a:pt x="596" y="2160"/>
                    <a:pt x="666" y="2185"/>
                    <a:pt x="722" y="2208"/>
                  </a:cubicBezTo>
                  <a:cubicBezTo>
                    <a:pt x="806" y="2244"/>
                    <a:pt x="875" y="2255"/>
                    <a:pt x="945" y="2255"/>
                  </a:cubicBezTo>
                  <a:cubicBezTo>
                    <a:pt x="1049" y="2255"/>
                    <a:pt x="1141" y="2255"/>
                    <a:pt x="1236" y="2266"/>
                  </a:cubicBezTo>
                  <a:cubicBezTo>
                    <a:pt x="1328" y="2277"/>
                    <a:pt x="1364" y="2325"/>
                    <a:pt x="1375" y="2417"/>
                  </a:cubicBezTo>
                  <a:cubicBezTo>
                    <a:pt x="1387" y="2509"/>
                    <a:pt x="1398" y="2604"/>
                    <a:pt x="1409" y="2696"/>
                  </a:cubicBezTo>
                  <a:cubicBezTo>
                    <a:pt x="1420" y="2789"/>
                    <a:pt x="1445" y="2884"/>
                    <a:pt x="1468" y="2976"/>
                  </a:cubicBezTo>
                  <a:cubicBezTo>
                    <a:pt x="1479" y="3057"/>
                    <a:pt x="1515" y="3127"/>
                    <a:pt x="1537" y="3197"/>
                  </a:cubicBezTo>
                  <a:cubicBezTo>
                    <a:pt x="1585" y="3292"/>
                    <a:pt x="1644" y="3361"/>
                    <a:pt x="1677" y="3454"/>
                  </a:cubicBezTo>
                  <a:cubicBezTo>
                    <a:pt x="1747" y="3674"/>
                    <a:pt x="1923" y="3836"/>
                    <a:pt x="2063" y="4001"/>
                  </a:cubicBezTo>
                  <a:cubicBezTo>
                    <a:pt x="2110" y="4051"/>
                    <a:pt x="2167" y="4098"/>
                    <a:pt x="2241" y="4098"/>
                  </a:cubicBezTo>
                  <a:cubicBezTo>
                    <a:pt x="2255" y="4098"/>
                    <a:pt x="2269" y="4097"/>
                    <a:pt x="2283" y="4093"/>
                  </a:cubicBezTo>
                  <a:cubicBezTo>
                    <a:pt x="2423" y="4071"/>
                    <a:pt x="2526" y="4001"/>
                    <a:pt x="2621" y="3884"/>
                  </a:cubicBezTo>
                  <a:cubicBezTo>
                    <a:pt x="2795" y="3641"/>
                    <a:pt x="2971" y="3406"/>
                    <a:pt x="3144" y="3163"/>
                  </a:cubicBezTo>
                  <a:cubicBezTo>
                    <a:pt x="3191" y="3093"/>
                    <a:pt x="3225" y="3023"/>
                    <a:pt x="3236" y="2954"/>
                  </a:cubicBezTo>
                  <a:cubicBezTo>
                    <a:pt x="3306" y="2649"/>
                    <a:pt x="3353" y="2336"/>
                    <a:pt x="3412" y="2034"/>
                  </a:cubicBezTo>
                  <a:cubicBezTo>
                    <a:pt x="3446" y="1858"/>
                    <a:pt x="3434" y="1696"/>
                    <a:pt x="3376" y="1532"/>
                  </a:cubicBezTo>
                  <a:cubicBezTo>
                    <a:pt x="3331" y="1417"/>
                    <a:pt x="3342" y="1288"/>
                    <a:pt x="3376" y="1171"/>
                  </a:cubicBezTo>
                  <a:cubicBezTo>
                    <a:pt x="3390" y="1138"/>
                    <a:pt x="3401" y="1101"/>
                    <a:pt x="3401" y="1068"/>
                  </a:cubicBezTo>
                  <a:cubicBezTo>
                    <a:pt x="3390" y="939"/>
                    <a:pt x="3353" y="833"/>
                    <a:pt x="3236" y="777"/>
                  </a:cubicBezTo>
                  <a:cubicBezTo>
                    <a:pt x="3166" y="730"/>
                    <a:pt x="3085" y="682"/>
                    <a:pt x="3004" y="638"/>
                  </a:cubicBezTo>
                  <a:cubicBezTo>
                    <a:pt x="2923" y="601"/>
                    <a:pt x="2864" y="543"/>
                    <a:pt x="2817" y="473"/>
                  </a:cubicBezTo>
                  <a:cubicBezTo>
                    <a:pt x="2655" y="160"/>
                    <a:pt x="2353" y="54"/>
                    <a:pt x="2038" y="9"/>
                  </a:cubicBezTo>
                  <a:cubicBezTo>
                    <a:pt x="1996" y="3"/>
                    <a:pt x="1953" y="0"/>
                    <a:pt x="190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4" name="Google Shape;1054;p20"/>
            <p:cNvSpPr/>
            <p:nvPr/>
          </p:nvSpPr>
          <p:spPr>
            <a:xfrm>
              <a:off x="5282598" y="4072255"/>
              <a:ext cx="18873" cy="25133"/>
            </a:xfrm>
            <a:custGeom>
              <a:avLst/>
              <a:gdLst/>
              <a:ahLst/>
              <a:cxnLst/>
              <a:rect l="l" t="t" r="r" b="b"/>
              <a:pathLst>
                <a:path w="398" h="530" extrusionOk="0">
                  <a:moveTo>
                    <a:pt x="203" y="0"/>
                  </a:moveTo>
                  <a:cubicBezTo>
                    <a:pt x="174" y="0"/>
                    <a:pt x="158" y="25"/>
                    <a:pt x="140" y="51"/>
                  </a:cubicBezTo>
                  <a:cubicBezTo>
                    <a:pt x="107" y="95"/>
                    <a:pt x="81" y="154"/>
                    <a:pt x="48" y="190"/>
                  </a:cubicBezTo>
                  <a:cubicBezTo>
                    <a:pt x="0" y="249"/>
                    <a:pt x="26" y="282"/>
                    <a:pt x="59" y="330"/>
                  </a:cubicBezTo>
                  <a:cubicBezTo>
                    <a:pt x="81" y="363"/>
                    <a:pt x="107" y="400"/>
                    <a:pt x="107" y="433"/>
                  </a:cubicBezTo>
                  <a:cubicBezTo>
                    <a:pt x="118" y="481"/>
                    <a:pt x="118" y="528"/>
                    <a:pt x="176" y="528"/>
                  </a:cubicBezTo>
                  <a:cubicBezTo>
                    <a:pt x="182" y="529"/>
                    <a:pt x="188" y="530"/>
                    <a:pt x="193" y="530"/>
                  </a:cubicBezTo>
                  <a:cubicBezTo>
                    <a:pt x="237" y="530"/>
                    <a:pt x="247" y="487"/>
                    <a:pt x="257" y="444"/>
                  </a:cubicBezTo>
                  <a:cubicBezTo>
                    <a:pt x="269" y="411"/>
                    <a:pt x="291" y="363"/>
                    <a:pt x="316" y="330"/>
                  </a:cubicBezTo>
                  <a:cubicBezTo>
                    <a:pt x="350" y="271"/>
                    <a:pt x="386" y="224"/>
                    <a:pt x="397" y="190"/>
                  </a:cubicBezTo>
                  <a:cubicBezTo>
                    <a:pt x="397" y="62"/>
                    <a:pt x="316" y="39"/>
                    <a:pt x="246" y="14"/>
                  </a:cubicBezTo>
                  <a:cubicBezTo>
                    <a:pt x="229" y="5"/>
                    <a:pt x="215" y="0"/>
                    <a:pt x="20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5" name="Google Shape;1055;p20"/>
            <p:cNvSpPr/>
            <p:nvPr/>
          </p:nvSpPr>
          <p:spPr>
            <a:xfrm>
              <a:off x="5234088" y="4000178"/>
              <a:ext cx="21007" cy="9247"/>
            </a:xfrm>
            <a:custGeom>
              <a:avLst/>
              <a:gdLst/>
              <a:ahLst/>
              <a:cxnLst/>
              <a:rect l="l" t="t" r="r" b="b"/>
              <a:pathLst>
                <a:path w="443" h="195" extrusionOk="0">
                  <a:moveTo>
                    <a:pt x="299" y="1"/>
                  </a:moveTo>
                  <a:cubicBezTo>
                    <a:pt x="282" y="1"/>
                    <a:pt x="264" y="3"/>
                    <a:pt x="244" y="9"/>
                  </a:cubicBezTo>
                  <a:cubicBezTo>
                    <a:pt x="174" y="34"/>
                    <a:pt x="93" y="68"/>
                    <a:pt x="23" y="93"/>
                  </a:cubicBezTo>
                  <a:cubicBezTo>
                    <a:pt x="12" y="104"/>
                    <a:pt x="1" y="126"/>
                    <a:pt x="1" y="137"/>
                  </a:cubicBezTo>
                  <a:cubicBezTo>
                    <a:pt x="1" y="149"/>
                    <a:pt x="12" y="163"/>
                    <a:pt x="23" y="174"/>
                  </a:cubicBezTo>
                  <a:cubicBezTo>
                    <a:pt x="62" y="186"/>
                    <a:pt x="97" y="195"/>
                    <a:pt x="132" y="195"/>
                  </a:cubicBezTo>
                  <a:cubicBezTo>
                    <a:pt x="161" y="195"/>
                    <a:pt x="190" y="189"/>
                    <a:pt x="222" y="174"/>
                  </a:cubicBezTo>
                  <a:cubicBezTo>
                    <a:pt x="266" y="137"/>
                    <a:pt x="325" y="126"/>
                    <a:pt x="384" y="104"/>
                  </a:cubicBezTo>
                  <a:cubicBezTo>
                    <a:pt x="395" y="104"/>
                    <a:pt x="420" y="93"/>
                    <a:pt x="442" y="79"/>
                  </a:cubicBezTo>
                  <a:cubicBezTo>
                    <a:pt x="390" y="26"/>
                    <a:pt x="350" y="1"/>
                    <a:pt x="29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6" name="Google Shape;1056;p20"/>
            <p:cNvSpPr/>
            <p:nvPr/>
          </p:nvSpPr>
          <p:spPr>
            <a:xfrm>
              <a:off x="5006145" y="3954229"/>
              <a:ext cx="359301" cy="346735"/>
            </a:xfrm>
            <a:custGeom>
              <a:avLst/>
              <a:gdLst/>
              <a:ahLst/>
              <a:cxnLst/>
              <a:rect l="l" t="t" r="r" b="b"/>
              <a:pathLst>
                <a:path w="7577" h="7312" extrusionOk="0">
                  <a:moveTo>
                    <a:pt x="4272" y="84"/>
                  </a:moveTo>
                  <a:cubicBezTo>
                    <a:pt x="4992" y="154"/>
                    <a:pt x="5646" y="419"/>
                    <a:pt x="6205" y="886"/>
                  </a:cubicBezTo>
                  <a:cubicBezTo>
                    <a:pt x="6903" y="1456"/>
                    <a:pt x="7322" y="2202"/>
                    <a:pt x="7473" y="3098"/>
                  </a:cubicBezTo>
                  <a:cubicBezTo>
                    <a:pt x="7543" y="3540"/>
                    <a:pt x="7518" y="3981"/>
                    <a:pt x="7426" y="4425"/>
                  </a:cubicBezTo>
                  <a:cubicBezTo>
                    <a:pt x="7426" y="4448"/>
                    <a:pt x="7414" y="4470"/>
                    <a:pt x="7414" y="4495"/>
                  </a:cubicBezTo>
                  <a:lnTo>
                    <a:pt x="7392" y="4495"/>
                  </a:lnTo>
                  <a:cubicBezTo>
                    <a:pt x="7378" y="4448"/>
                    <a:pt x="7378" y="4389"/>
                    <a:pt x="7367" y="4344"/>
                  </a:cubicBezTo>
                  <a:cubicBezTo>
                    <a:pt x="7345" y="4274"/>
                    <a:pt x="7333" y="4205"/>
                    <a:pt x="7308" y="4135"/>
                  </a:cubicBezTo>
                  <a:cubicBezTo>
                    <a:pt x="7296" y="4103"/>
                    <a:pt x="7274" y="4089"/>
                    <a:pt x="7251" y="4089"/>
                  </a:cubicBezTo>
                  <a:cubicBezTo>
                    <a:pt x="7230" y="4089"/>
                    <a:pt x="7209" y="4100"/>
                    <a:pt x="7194" y="4121"/>
                  </a:cubicBezTo>
                  <a:cubicBezTo>
                    <a:pt x="7156" y="4165"/>
                    <a:pt x="7119" y="4182"/>
                    <a:pt x="7076" y="4182"/>
                  </a:cubicBezTo>
                  <a:cubicBezTo>
                    <a:pt x="7051" y="4182"/>
                    <a:pt x="7025" y="4176"/>
                    <a:pt x="6995" y="4168"/>
                  </a:cubicBezTo>
                  <a:cubicBezTo>
                    <a:pt x="6971" y="4160"/>
                    <a:pt x="6946" y="4157"/>
                    <a:pt x="6921" y="4157"/>
                  </a:cubicBezTo>
                  <a:cubicBezTo>
                    <a:pt x="6876" y="4157"/>
                    <a:pt x="6831" y="4169"/>
                    <a:pt x="6786" y="4191"/>
                  </a:cubicBezTo>
                  <a:cubicBezTo>
                    <a:pt x="6762" y="4200"/>
                    <a:pt x="6741" y="4205"/>
                    <a:pt x="6721" y="4205"/>
                  </a:cubicBezTo>
                  <a:cubicBezTo>
                    <a:pt x="6666" y="4205"/>
                    <a:pt x="6629" y="4167"/>
                    <a:pt x="6610" y="4098"/>
                  </a:cubicBezTo>
                  <a:cubicBezTo>
                    <a:pt x="6576" y="3981"/>
                    <a:pt x="6540" y="3867"/>
                    <a:pt x="6529" y="3749"/>
                  </a:cubicBezTo>
                  <a:cubicBezTo>
                    <a:pt x="6507" y="3646"/>
                    <a:pt x="6507" y="3529"/>
                    <a:pt x="6495" y="3422"/>
                  </a:cubicBezTo>
                  <a:cubicBezTo>
                    <a:pt x="6495" y="3308"/>
                    <a:pt x="6507" y="3191"/>
                    <a:pt x="6507" y="3073"/>
                  </a:cubicBezTo>
                  <a:cubicBezTo>
                    <a:pt x="6507" y="2992"/>
                    <a:pt x="6529" y="2911"/>
                    <a:pt x="6588" y="2852"/>
                  </a:cubicBezTo>
                  <a:cubicBezTo>
                    <a:pt x="6680" y="2771"/>
                    <a:pt x="6738" y="2654"/>
                    <a:pt x="6786" y="2551"/>
                  </a:cubicBezTo>
                  <a:cubicBezTo>
                    <a:pt x="6819" y="2492"/>
                    <a:pt x="6808" y="2433"/>
                    <a:pt x="6764" y="2389"/>
                  </a:cubicBezTo>
                  <a:cubicBezTo>
                    <a:pt x="6716" y="2341"/>
                    <a:pt x="6669" y="2283"/>
                    <a:pt x="6610" y="2260"/>
                  </a:cubicBezTo>
                  <a:cubicBezTo>
                    <a:pt x="6484" y="2190"/>
                    <a:pt x="6344" y="2132"/>
                    <a:pt x="6216" y="2073"/>
                  </a:cubicBezTo>
                  <a:cubicBezTo>
                    <a:pt x="6179" y="2060"/>
                    <a:pt x="6143" y="2054"/>
                    <a:pt x="6110" y="2054"/>
                  </a:cubicBezTo>
                  <a:cubicBezTo>
                    <a:pt x="6059" y="2054"/>
                    <a:pt x="6012" y="2068"/>
                    <a:pt x="5970" y="2095"/>
                  </a:cubicBezTo>
                  <a:cubicBezTo>
                    <a:pt x="5925" y="2132"/>
                    <a:pt x="5878" y="2154"/>
                    <a:pt x="5842" y="2190"/>
                  </a:cubicBezTo>
                  <a:cubicBezTo>
                    <a:pt x="5797" y="2235"/>
                    <a:pt x="5738" y="2260"/>
                    <a:pt x="5668" y="2271"/>
                  </a:cubicBezTo>
                  <a:cubicBezTo>
                    <a:pt x="5632" y="2271"/>
                    <a:pt x="5599" y="2319"/>
                    <a:pt x="5562" y="2330"/>
                  </a:cubicBezTo>
                  <a:cubicBezTo>
                    <a:pt x="5540" y="2352"/>
                    <a:pt x="5506" y="2375"/>
                    <a:pt x="5481" y="2375"/>
                  </a:cubicBezTo>
                  <a:cubicBezTo>
                    <a:pt x="5459" y="2364"/>
                    <a:pt x="5437" y="2330"/>
                    <a:pt x="5423" y="2294"/>
                  </a:cubicBezTo>
                  <a:cubicBezTo>
                    <a:pt x="5400" y="2224"/>
                    <a:pt x="5378" y="2154"/>
                    <a:pt x="5353" y="2084"/>
                  </a:cubicBezTo>
                  <a:cubicBezTo>
                    <a:pt x="5330" y="2026"/>
                    <a:pt x="5353" y="1970"/>
                    <a:pt x="5423" y="1933"/>
                  </a:cubicBezTo>
                  <a:cubicBezTo>
                    <a:pt x="5492" y="1911"/>
                    <a:pt x="5561" y="1883"/>
                    <a:pt x="5633" y="1883"/>
                  </a:cubicBezTo>
                  <a:cubicBezTo>
                    <a:pt x="5671" y="1883"/>
                    <a:pt x="5709" y="1891"/>
                    <a:pt x="5749" y="1911"/>
                  </a:cubicBezTo>
                  <a:cubicBezTo>
                    <a:pt x="5764" y="1917"/>
                    <a:pt x="5779" y="1920"/>
                    <a:pt x="5792" y="1920"/>
                  </a:cubicBezTo>
                  <a:cubicBezTo>
                    <a:pt x="5832" y="1920"/>
                    <a:pt x="5864" y="1896"/>
                    <a:pt x="5889" y="1852"/>
                  </a:cubicBezTo>
                  <a:cubicBezTo>
                    <a:pt x="5995" y="1701"/>
                    <a:pt x="6051" y="1537"/>
                    <a:pt x="5995" y="1352"/>
                  </a:cubicBezTo>
                  <a:cubicBezTo>
                    <a:pt x="5970" y="1271"/>
                    <a:pt x="5959" y="1187"/>
                    <a:pt x="5937" y="1106"/>
                  </a:cubicBezTo>
                  <a:cubicBezTo>
                    <a:pt x="5925" y="1025"/>
                    <a:pt x="5867" y="956"/>
                    <a:pt x="5797" y="908"/>
                  </a:cubicBezTo>
                  <a:cubicBezTo>
                    <a:pt x="5621" y="782"/>
                    <a:pt x="5423" y="713"/>
                    <a:pt x="5213" y="699"/>
                  </a:cubicBezTo>
                  <a:cubicBezTo>
                    <a:pt x="5199" y="697"/>
                    <a:pt x="5186" y="696"/>
                    <a:pt x="5172" y="696"/>
                  </a:cubicBezTo>
                  <a:cubicBezTo>
                    <a:pt x="5105" y="696"/>
                    <a:pt x="5039" y="716"/>
                    <a:pt x="4981" y="735"/>
                  </a:cubicBezTo>
                  <a:cubicBezTo>
                    <a:pt x="4889" y="757"/>
                    <a:pt x="4808" y="794"/>
                    <a:pt x="4713" y="805"/>
                  </a:cubicBezTo>
                  <a:cubicBezTo>
                    <a:pt x="4701" y="808"/>
                    <a:pt x="4688" y="809"/>
                    <a:pt x="4675" y="809"/>
                  </a:cubicBezTo>
                  <a:cubicBezTo>
                    <a:pt x="4638" y="809"/>
                    <a:pt x="4600" y="799"/>
                    <a:pt x="4573" y="782"/>
                  </a:cubicBezTo>
                  <a:cubicBezTo>
                    <a:pt x="4470" y="699"/>
                    <a:pt x="4364" y="606"/>
                    <a:pt x="4330" y="467"/>
                  </a:cubicBezTo>
                  <a:cubicBezTo>
                    <a:pt x="4319" y="419"/>
                    <a:pt x="4272" y="386"/>
                    <a:pt x="4235" y="363"/>
                  </a:cubicBezTo>
                  <a:cubicBezTo>
                    <a:pt x="4154" y="305"/>
                    <a:pt x="4143" y="140"/>
                    <a:pt x="4224" y="84"/>
                  </a:cubicBezTo>
                  <a:close/>
                  <a:moveTo>
                    <a:pt x="6623" y="5451"/>
                  </a:moveTo>
                  <a:cubicBezTo>
                    <a:pt x="6642" y="5451"/>
                    <a:pt x="6655" y="5467"/>
                    <a:pt x="6669" y="5495"/>
                  </a:cubicBezTo>
                  <a:cubicBezTo>
                    <a:pt x="6680" y="5518"/>
                    <a:pt x="6680" y="5554"/>
                    <a:pt x="6680" y="5576"/>
                  </a:cubicBezTo>
                  <a:cubicBezTo>
                    <a:pt x="6680" y="5635"/>
                    <a:pt x="6694" y="5682"/>
                    <a:pt x="6750" y="5716"/>
                  </a:cubicBezTo>
                  <a:cubicBezTo>
                    <a:pt x="6764" y="5727"/>
                    <a:pt x="6775" y="5763"/>
                    <a:pt x="6775" y="5775"/>
                  </a:cubicBezTo>
                  <a:cubicBezTo>
                    <a:pt x="6750" y="5833"/>
                    <a:pt x="6738" y="5881"/>
                    <a:pt x="6705" y="5926"/>
                  </a:cubicBezTo>
                  <a:cubicBezTo>
                    <a:pt x="6356" y="6345"/>
                    <a:pt x="5948" y="6671"/>
                    <a:pt x="5459" y="6903"/>
                  </a:cubicBezTo>
                  <a:cubicBezTo>
                    <a:pt x="5437" y="6914"/>
                    <a:pt x="5411" y="6914"/>
                    <a:pt x="5389" y="6928"/>
                  </a:cubicBezTo>
                  <a:lnTo>
                    <a:pt x="5378" y="6914"/>
                  </a:lnTo>
                  <a:cubicBezTo>
                    <a:pt x="5389" y="6892"/>
                    <a:pt x="5400" y="6859"/>
                    <a:pt x="5423" y="6845"/>
                  </a:cubicBezTo>
                  <a:cubicBezTo>
                    <a:pt x="5492" y="6775"/>
                    <a:pt x="5562" y="6719"/>
                    <a:pt x="5646" y="6660"/>
                  </a:cubicBezTo>
                  <a:cubicBezTo>
                    <a:pt x="5716" y="6613"/>
                    <a:pt x="5786" y="6565"/>
                    <a:pt x="5808" y="6484"/>
                  </a:cubicBezTo>
                  <a:cubicBezTo>
                    <a:pt x="5819" y="6451"/>
                    <a:pt x="5867" y="6426"/>
                    <a:pt x="5900" y="6414"/>
                  </a:cubicBezTo>
                  <a:cubicBezTo>
                    <a:pt x="5959" y="6381"/>
                    <a:pt x="6018" y="6370"/>
                    <a:pt x="6087" y="6345"/>
                  </a:cubicBezTo>
                  <a:cubicBezTo>
                    <a:pt x="6135" y="6322"/>
                    <a:pt x="6191" y="6300"/>
                    <a:pt x="6238" y="6275"/>
                  </a:cubicBezTo>
                  <a:cubicBezTo>
                    <a:pt x="6297" y="6252"/>
                    <a:pt x="6344" y="6230"/>
                    <a:pt x="6389" y="6194"/>
                  </a:cubicBezTo>
                  <a:cubicBezTo>
                    <a:pt x="6414" y="6183"/>
                    <a:pt x="6425" y="6135"/>
                    <a:pt x="6414" y="6113"/>
                  </a:cubicBezTo>
                  <a:cubicBezTo>
                    <a:pt x="6400" y="6090"/>
                    <a:pt x="6367" y="6076"/>
                    <a:pt x="6344" y="6076"/>
                  </a:cubicBezTo>
                  <a:cubicBezTo>
                    <a:pt x="6297" y="6076"/>
                    <a:pt x="6249" y="6090"/>
                    <a:pt x="6205" y="6090"/>
                  </a:cubicBezTo>
                  <a:cubicBezTo>
                    <a:pt x="6146" y="6090"/>
                    <a:pt x="6135" y="6065"/>
                    <a:pt x="6157" y="6007"/>
                  </a:cubicBezTo>
                  <a:cubicBezTo>
                    <a:pt x="6191" y="5937"/>
                    <a:pt x="6191" y="5856"/>
                    <a:pt x="6168" y="5786"/>
                  </a:cubicBezTo>
                  <a:cubicBezTo>
                    <a:pt x="6135" y="5716"/>
                    <a:pt x="6157" y="5657"/>
                    <a:pt x="6227" y="5635"/>
                  </a:cubicBezTo>
                  <a:cubicBezTo>
                    <a:pt x="6308" y="5601"/>
                    <a:pt x="6378" y="5587"/>
                    <a:pt x="6459" y="5554"/>
                  </a:cubicBezTo>
                  <a:cubicBezTo>
                    <a:pt x="6507" y="5543"/>
                    <a:pt x="6540" y="5506"/>
                    <a:pt x="6576" y="5473"/>
                  </a:cubicBezTo>
                  <a:cubicBezTo>
                    <a:pt x="6595" y="5458"/>
                    <a:pt x="6610" y="5451"/>
                    <a:pt x="6623" y="5451"/>
                  </a:cubicBezTo>
                  <a:close/>
                  <a:moveTo>
                    <a:pt x="1313" y="5962"/>
                  </a:moveTo>
                  <a:cubicBezTo>
                    <a:pt x="1334" y="5962"/>
                    <a:pt x="1357" y="5970"/>
                    <a:pt x="1386" y="5984"/>
                  </a:cubicBezTo>
                  <a:cubicBezTo>
                    <a:pt x="1489" y="6043"/>
                    <a:pt x="1581" y="6113"/>
                    <a:pt x="1640" y="6205"/>
                  </a:cubicBezTo>
                  <a:lnTo>
                    <a:pt x="1676" y="6241"/>
                  </a:lnTo>
                  <a:cubicBezTo>
                    <a:pt x="1861" y="6333"/>
                    <a:pt x="2014" y="6484"/>
                    <a:pt x="2224" y="6532"/>
                  </a:cubicBezTo>
                  <a:cubicBezTo>
                    <a:pt x="2316" y="6543"/>
                    <a:pt x="2397" y="6590"/>
                    <a:pt x="2489" y="6613"/>
                  </a:cubicBezTo>
                  <a:cubicBezTo>
                    <a:pt x="2524" y="6631"/>
                    <a:pt x="2563" y="6640"/>
                    <a:pt x="2602" y="6640"/>
                  </a:cubicBezTo>
                  <a:cubicBezTo>
                    <a:pt x="2642" y="6640"/>
                    <a:pt x="2683" y="6631"/>
                    <a:pt x="2724" y="6613"/>
                  </a:cubicBezTo>
                  <a:cubicBezTo>
                    <a:pt x="2745" y="6604"/>
                    <a:pt x="2763" y="6600"/>
                    <a:pt x="2778" y="6600"/>
                  </a:cubicBezTo>
                  <a:cubicBezTo>
                    <a:pt x="2820" y="6600"/>
                    <a:pt x="2838" y="6634"/>
                    <a:pt x="2838" y="6694"/>
                  </a:cubicBezTo>
                  <a:cubicBezTo>
                    <a:pt x="2838" y="6881"/>
                    <a:pt x="2886" y="6951"/>
                    <a:pt x="3062" y="7021"/>
                  </a:cubicBezTo>
                  <a:cubicBezTo>
                    <a:pt x="3118" y="7043"/>
                    <a:pt x="3154" y="7090"/>
                    <a:pt x="3154" y="7171"/>
                  </a:cubicBezTo>
                  <a:cubicBezTo>
                    <a:pt x="2386" y="6998"/>
                    <a:pt x="1746" y="6613"/>
                    <a:pt x="1221" y="6020"/>
                  </a:cubicBezTo>
                  <a:cubicBezTo>
                    <a:pt x="1256" y="5979"/>
                    <a:pt x="1282" y="5962"/>
                    <a:pt x="1313" y="5962"/>
                  </a:cubicBezTo>
                  <a:close/>
                  <a:moveTo>
                    <a:pt x="3855" y="69"/>
                  </a:moveTo>
                  <a:cubicBezTo>
                    <a:pt x="3957" y="69"/>
                    <a:pt x="4057" y="74"/>
                    <a:pt x="4154" y="84"/>
                  </a:cubicBezTo>
                  <a:cubicBezTo>
                    <a:pt x="4143" y="117"/>
                    <a:pt x="4121" y="154"/>
                    <a:pt x="4121" y="187"/>
                  </a:cubicBezTo>
                  <a:cubicBezTo>
                    <a:pt x="4096" y="293"/>
                    <a:pt x="4121" y="375"/>
                    <a:pt x="4224" y="419"/>
                  </a:cubicBezTo>
                  <a:cubicBezTo>
                    <a:pt x="4249" y="433"/>
                    <a:pt x="4272" y="467"/>
                    <a:pt x="4283" y="503"/>
                  </a:cubicBezTo>
                  <a:cubicBezTo>
                    <a:pt x="4319" y="654"/>
                    <a:pt x="4434" y="746"/>
                    <a:pt x="4562" y="838"/>
                  </a:cubicBezTo>
                  <a:cubicBezTo>
                    <a:pt x="4589" y="857"/>
                    <a:pt x="4634" y="868"/>
                    <a:pt x="4678" y="868"/>
                  </a:cubicBezTo>
                  <a:cubicBezTo>
                    <a:pt x="4694" y="868"/>
                    <a:pt x="4709" y="866"/>
                    <a:pt x="4724" y="863"/>
                  </a:cubicBezTo>
                  <a:cubicBezTo>
                    <a:pt x="4819" y="852"/>
                    <a:pt x="4900" y="816"/>
                    <a:pt x="4992" y="794"/>
                  </a:cubicBezTo>
                  <a:cubicBezTo>
                    <a:pt x="5070" y="767"/>
                    <a:pt x="5145" y="755"/>
                    <a:pt x="5218" y="755"/>
                  </a:cubicBezTo>
                  <a:cubicBezTo>
                    <a:pt x="5367" y="755"/>
                    <a:pt x="5509" y="803"/>
                    <a:pt x="5657" y="875"/>
                  </a:cubicBezTo>
                  <a:cubicBezTo>
                    <a:pt x="5819" y="956"/>
                    <a:pt x="5889" y="1095"/>
                    <a:pt x="5925" y="1271"/>
                  </a:cubicBezTo>
                  <a:cubicBezTo>
                    <a:pt x="5959" y="1456"/>
                    <a:pt x="5948" y="1632"/>
                    <a:pt x="5856" y="1794"/>
                  </a:cubicBezTo>
                  <a:cubicBezTo>
                    <a:pt x="5829" y="1829"/>
                    <a:pt x="5810" y="1850"/>
                    <a:pt x="5778" y="1850"/>
                  </a:cubicBezTo>
                  <a:cubicBezTo>
                    <a:pt x="5767" y="1850"/>
                    <a:pt x="5754" y="1847"/>
                    <a:pt x="5738" y="1841"/>
                  </a:cubicBezTo>
                  <a:cubicBezTo>
                    <a:pt x="5701" y="1824"/>
                    <a:pt x="5663" y="1817"/>
                    <a:pt x="5626" y="1817"/>
                  </a:cubicBezTo>
                  <a:cubicBezTo>
                    <a:pt x="5537" y="1817"/>
                    <a:pt x="5451" y="1858"/>
                    <a:pt x="5378" y="1900"/>
                  </a:cubicBezTo>
                  <a:cubicBezTo>
                    <a:pt x="5272" y="1956"/>
                    <a:pt x="5261" y="2040"/>
                    <a:pt x="5319" y="2143"/>
                  </a:cubicBezTo>
                  <a:cubicBezTo>
                    <a:pt x="5342" y="2190"/>
                    <a:pt x="5353" y="2249"/>
                    <a:pt x="5367" y="2305"/>
                  </a:cubicBezTo>
                  <a:cubicBezTo>
                    <a:pt x="5378" y="2352"/>
                    <a:pt x="5389" y="2411"/>
                    <a:pt x="5459" y="2433"/>
                  </a:cubicBezTo>
                  <a:cubicBezTo>
                    <a:pt x="5469" y="2435"/>
                    <a:pt x="5478" y="2436"/>
                    <a:pt x="5488" y="2436"/>
                  </a:cubicBezTo>
                  <a:cubicBezTo>
                    <a:pt x="5536" y="2436"/>
                    <a:pt x="5582" y="2413"/>
                    <a:pt x="5610" y="2364"/>
                  </a:cubicBezTo>
                  <a:cubicBezTo>
                    <a:pt x="5632" y="2341"/>
                    <a:pt x="5680" y="2330"/>
                    <a:pt x="5702" y="2319"/>
                  </a:cubicBezTo>
                  <a:cubicBezTo>
                    <a:pt x="5761" y="2294"/>
                    <a:pt x="5819" y="2283"/>
                    <a:pt x="5856" y="2249"/>
                  </a:cubicBezTo>
                  <a:cubicBezTo>
                    <a:pt x="5975" y="2160"/>
                    <a:pt x="6037" y="2119"/>
                    <a:pt x="6109" y="2119"/>
                  </a:cubicBezTo>
                  <a:cubicBezTo>
                    <a:pt x="6170" y="2119"/>
                    <a:pt x="6238" y="2148"/>
                    <a:pt x="6356" y="2202"/>
                  </a:cubicBezTo>
                  <a:cubicBezTo>
                    <a:pt x="6459" y="2249"/>
                    <a:pt x="6565" y="2305"/>
                    <a:pt x="6657" y="2364"/>
                  </a:cubicBezTo>
                  <a:cubicBezTo>
                    <a:pt x="6750" y="2433"/>
                    <a:pt x="6764" y="2470"/>
                    <a:pt x="6705" y="2573"/>
                  </a:cubicBezTo>
                  <a:cubicBezTo>
                    <a:pt x="6657" y="2668"/>
                    <a:pt x="6599" y="2749"/>
                    <a:pt x="6529" y="2819"/>
                  </a:cubicBezTo>
                  <a:cubicBezTo>
                    <a:pt x="6470" y="2889"/>
                    <a:pt x="6437" y="2970"/>
                    <a:pt x="6437" y="3062"/>
                  </a:cubicBezTo>
                  <a:cubicBezTo>
                    <a:pt x="6448" y="3191"/>
                    <a:pt x="6437" y="3319"/>
                    <a:pt x="6437" y="3459"/>
                  </a:cubicBezTo>
                  <a:cubicBezTo>
                    <a:pt x="6425" y="3576"/>
                    <a:pt x="6437" y="3702"/>
                    <a:pt x="6470" y="3819"/>
                  </a:cubicBezTo>
                  <a:cubicBezTo>
                    <a:pt x="6495" y="3925"/>
                    <a:pt x="6518" y="4029"/>
                    <a:pt x="6540" y="4135"/>
                  </a:cubicBezTo>
                  <a:cubicBezTo>
                    <a:pt x="6568" y="4213"/>
                    <a:pt x="6627" y="4266"/>
                    <a:pt x="6701" y="4266"/>
                  </a:cubicBezTo>
                  <a:cubicBezTo>
                    <a:pt x="6724" y="4266"/>
                    <a:pt x="6749" y="4261"/>
                    <a:pt x="6775" y="4249"/>
                  </a:cubicBezTo>
                  <a:cubicBezTo>
                    <a:pt x="6825" y="4231"/>
                    <a:pt x="6869" y="4223"/>
                    <a:pt x="6914" y="4223"/>
                  </a:cubicBezTo>
                  <a:cubicBezTo>
                    <a:pt x="6951" y="4223"/>
                    <a:pt x="6987" y="4228"/>
                    <a:pt x="7029" y="4238"/>
                  </a:cubicBezTo>
                  <a:cubicBezTo>
                    <a:pt x="7048" y="4243"/>
                    <a:pt x="7066" y="4245"/>
                    <a:pt x="7084" y="4245"/>
                  </a:cubicBezTo>
                  <a:cubicBezTo>
                    <a:pt x="7151" y="4245"/>
                    <a:pt x="7203" y="4211"/>
                    <a:pt x="7238" y="4146"/>
                  </a:cubicBezTo>
                  <a:cubicBezTo>
                    <a:pt x="7252" y="4146"/>
                    <a:pt x="7264" y="4157"/>
                    <a:pt x="7264" y="4157"/>
                  </a:cubicBezTo>
                  <a:cubicBezTo>
                    <a:pt x="7275" y="4216"/>
                    <a:pt x="7297" y="4286"/>
                    <a:pt x="7297" y="4344"/>
                  </a:cubicBezTo>
                  <a:cubicBezTo>
                    <a:pt x="7297" y="4425"/>
                    <a:pt x="7322" y="4506"/>
                    <a:pt x="7367" y="4576"/>
                  </a:cubicBezTo>
                  <a:cubicBezTo>
                    <a:pt x="7378" y="4587"/>
                    <a:pt x="7378" y="4610"/>
                    <a:pt x="7378" y="4624"/>
                  </a:cubicBezTo>
                  <a:cubicBezTo>
                    <a:pt x="7275" y="5018"/>
                    <a:pt x="7099" y="5392"/>
                    <a:pt x="6856" y="5716"/>
                  </a:cubicBezTo>
                  <a:cubicBezTo>
                    <a:pt x="6856" y="5727"/>
                    <a:pt x="6845" y="5727"/>
                    <a:pt x="6845" y="5727"/>
                  </a:cubicBezTo>
                  <a:cubicBezTo>
                    <a:pt x="6819" y="5705"/>
                    <a:pt x="6797" y="5682"/>
                    <a:pt x="6775" y="5657"/>
                  </a:cubicBezTo>
                  <a:cubicBezTo>
                    <a:pt x="6764" y="5646"/>
                    <a:pt x="6750" y="5624"/>
                    <a:pt x="6738" y="5601"/>
                  </a:cubicBezTo>
                  <a:cubicBezTo>
                    <a:pt x="6738" y="5565"/>
                    <a:pt x="6738" y="5532"/>
                    <a:pt x="6727" y="5506"/>
                  </a:cubicBezTo>
                  <a:cubicBezTo>
                    <a:pt x="6716" y="5473"/>
                    <a:pt x="6680" y="5425"/>
                    <a:pt x="6646" y="5403"/>
                  </a:cubicBezTo>
                  <a:cubicBezTo>
                    <a:pt x="6637" y="5397"/>
                    <a:pt x="6629" y="5395"/>
                    <a:pt x="6620" y="5395"/>
                  </a:cubicBezTo>
                  <a:cubicBezTo>
                    <a:pt x="6594" y="5395"/>
                    <a:pt x="6568" y="5420"/>
                    <a:pt x="6540" y="5437"/>
                  </a:cubicBezTo>
                  <a:cubicBezTo>
                    <a:pt x="6507" y="5473"/>
                    <a:pt x="6470" y="5484"/>
                    <a:pt x="6437" y="5495"/>
                  </a:cubicBezTo>
                  <a:cubicBezTo>
                    <a:pt x="6367" y="5532"/>
                    <a:pt x="6286" y="5543"/>
                    <a:pt x="6216" y="5576"/>
                  </a:cubicBezTo>
                  <a:cubicBezTo>
                    <a:pt x="6099" y="5624"/>
                    <a:pt x="6076" y="5694"/>
                    <a:pt x="6121" y="5811"/>
                  </a:cubicBezTo>
                  <a:cubicBezTo>
                    <a:pt x="6146" y="5867"/>
                    <a:pt x="6135" y="5926"/>
                    <a:pt x="6099" y="5984"/>
                  </a:cubicBezTo>
                  <a:cubicBezTo>
                    <a:pt x="6051" y="6065"/>
                    <a:pt x="6099" y="6135"/>
                    <a:pt x="6191" y="6135"/>
                  </a:cubicBezTo>
                  <a:cubicBezTo>
                    <a:pt x="6208" y="6138"/>
                    <a:pt x="6225" y="6140"/>
                    <a:pt x="6242" y="6140"/>
                  </a:cubicBezTo>
                  <a:cubicBezTo>
                    <a:pt x="6283" y="6140"/>
                    <a:pt x="6322" y="6132"/>
                    <a:pt x="6356" y="6124"/>
                  </a:cubicBezTo>
                  <a:cubicBezTo>
                    <a:pt x="6367" y="6135"/>
                    <a:pt x="6367" y="6135"/>
                    <a:pt x="6367" y="6146"/>
                  </a:cubicBezTo>
                  <a:cubicBezTo>
                    <a:pt x="6344" y="6160"/>
                    <a:pt x="6331" y="6183"/>
                    <a:pt x="6297" y="6194"/>
                  </a:cubicBezTo>
                  <a:cubicBezTo>
                    <a:pt x="6146" y="6230"/>
                    <a:pt x="6018" y="6333"/>
                    <a:pt x="5856" y="6356"/>
                  </a:cubicBezTo>
                  <a:cubicBezTo>
                    <a:pt x="5819" y="6356"/>
                    <a:pt x="5772" y="6414"/>
                    <a:pt x="5749" y="6462"/>
                  </a:cubicBezTo>
                  <a:cubicBezTo>
                    <a:pt x="5727" y="6521"/>
                    <a:pt x="5691" y="6554"/>
                    <a:pt x="5632" y="6590"/>
                  </a:cubicBezTo>
                  <a:cubicBezTo>
                    <a:pt x="5551" y="6660"/>
                    <a:pt x="5459" y="6719"/>
                    <a:pt x="5378" y="6800"/>
                  </a:cubicBezTo>
                  <a:cubicBezTo>
                    <a:pt x="5319" y="6845"/>
                    <a:pt x="5308" y="6892"/>
                    <a:pt x="5319" y="6973"/>
                  </a:cubicBezTo>
                  <a:cubicBezTo>
                    <a:pt x="5143" y="7032"/>
                    <a:pt x="4970" y="7090"/>
                    <a:pt x="4783" y="7138"/>
                  </a:cubicBezTo>
                  <a:cubicBezTo>
                    <a:pt x="4497" y="7211"/>
                    <a:pt x="4208" y="7247"/>
                    <a:pt x="3917" y="7247"/>
                  </a:cubicBezTo>
                  <a:cubicBezTo>
                    <a:pt x="3710" y="7247"/>
                    <a:pt x="3502" y="7229"/>
                    <a:pt x="3294" y="7194"/>
                  </a:cubicBezTo>
                  <a:cubicBezTo>
                    <a:pt x="3246" y="7183"/>
                    <a:pt x="3224" y="7171"/>
                    <a:pt x="3224" y="7113"/>
                  </a:cubicBezTo>
                  <a:cubicBezTo>
                    <a:pt x="3213" y="7032"/>
                    <a:pt x="3165" y="6984"/>
                    <a:pt x="3084" y="6962"/>
                  </a:cubicBezTo>
                  <a:cubicBezTo>
                    <a:pt x="2933" y="6903"/>
                    <a:pt x="2897" y="6859"/>
                    <a:pt x="2897" y="6694"/>
                  </a:cubicBezTo>
                  <a:cubicBezTo>
                    <a:pt x="2897" y="6595"/>
                    <a:pt x="2849" y="6539"/>
                    <a:pt x="2780" y="6539"/>
                  </a:cubicBezTo>
                  <a:cubicBezTo>
                    <a:pt x="2759" y="6539"/>
                    <a:pt x="2736" y="6544"/>
                    <a:pt x="2713" y="6554"/>
                  </a:cubicBezTo>
                  <a:cubicBezTo>
                    <a:pt x="2675" y="6574"/>
                    <a:pt x="2636" y="6583"/>
                    <a:pt x="2596" y="6583"/>
                  </a:cubicBezTo>
                  <a:cubicBezTo>
                    <a:pt x="2562" y="6583"/>
                    <a:pt x="2527" y="6577"/>
                    <a:pt x="2489" y="6565"/>
                  </a:cubicBezTo>
                  <a:cubicBezTo>
                    <a:pt x="2386" y="6521"/>
                    <a:pt x="2280" y="6495"/>
                    <a:pt x="2176" y="6451"/>
                  </a:cubicBezTo>
                  <a:cubicBezTo>
                    <a:pt x="2095" y="6426"/>
                    <a:pt x="2025" y="6381"/>
                    <a:pt x="1956" y="6345"/>
                  </a:cubicBezTo>
                  <a:cubicBezTo>
                    <a:pt x="1897" y="6311"/>
                    <a:pt x="1849" y="6286"/>
                    <a:pt x="1805" y="6252"/>
                  </a:cubicBezTo>
                  <a:cubicBezTo>
                    <a:pt x="1746" y="6205"/>
                    <a:pt x="1687" y="6171"/>
                    <a:pt x="1651" y="6113"/>
                  </a:cubicBezTo>
                  <a:cubicBezTo>
                    <a:pt x="1570" y="6020"/>
                    <a:pt x="1467" y="5973"/>
                    <a:pt x="1372" y="5914"/>
                  </a:cubicBezTo>
                  <a:cubicBezTo>
                    <a:pt x="1353" y="5905"/>
                    <a:pt x="1334" y="5901"/>
                    <a:pt x="1315" y="5901"/>
                  </a:cubicBezTo>
                  <a:cubicBezTo>
                    <a:pt x="1266" y="5901"/>
                    <a:pt x="1220" y="5930"/>
                    <a:pt x="1187" y="5973"/>
                  </a:cubicBezTo>
                  <a:cubicBezTo>
                    <a:pt x="360" y="5054"/>
                    <a:pt x="0" y="3459"/>
                    <a:pt x="710" y="2051"/>
                  </a:cubicBezTo>
                  <a:cubicBezTo>
                    <a:pt x="1412" y="655"/>
                    <a:pt x="2758" y="69"/>
                    <a:pt x="3855" y="69"/>
                  </a:cubicBezTo>
                  <a:close/>
                  <a:moveTo>
                    <a:pt x="3702" y="0"/>
                  </a:moveTo>
                  <a:cubicBezTo>
                    <a:pt x="3677" y="0"/>
                    <a:pt x="3665" y="14"/>
                    <a:pt x="3654" y="14"/>
                  </a:cubicBezTo>
                  <a:cubicBezTo>
                    <a:pt x="3107" y="48"/>
                    <a:pt x="2584" y="199"/>
                    <a:pt x="2118" y="478"/>
                  </a:cubicBezTo>
                  <a:cubicBezTo>
                    <a:pt x="1129" y="1062"/>
                    <a:pt x="522" y="1922"/>
                    <a:pt x="313" y="3051"/>
                  </a:cubicBezTo>
                  <a:cubicBezTo>
                    <a:pt x="291" y="3179"/>
                    <a:pt x="279" y="3308"/>
                    <a:pt x="268" y="3436"/>
                  </a:cubicBezTo>
                  <a:lnTo>
                    <a:pt x="268" y="3878"/>
                  </a:lnTo>
                  <a:cubicBezTo>
                    <a:pt x="268" y="3889"/>
                    <a:pt x="279" y="3911"/>
                    <a:pt x="279" y="3925"/>
                  </a:cubicBezTo>
                  <a:cubicBezTo>
                    <a:pt x="302" y="4355"/>
                    <a:pt x="408" y="4763"/>
                    <a:pt x="581" y="5146"/>
                  </a:cubicBezTo>
                  <a:cubicBezTo>
                    <a:pt x="1129" y="6311"/>
                    <a:pt x="2048" y="7021"/>
                    <a:pt x="3316" y="7264"/>
                  </a:cubicBezTo>
                  <a:cubicBezTo>
                    <a:pt x="3445" y="7289"/>
                    <a:pt x="3573" y="7300"/>
                    <a:pt x="3702" y="7311"/>
                  </a:cubicBezTo>
                  <a:lnTo>
                    <a:pt x="4143" y="7311"/>
                  </a:lnTo>
                  <a:cubicBezTo>
                    <a:pt x="4154" y="7311"/>
                    <a:pt x="4179" y="7300"/>
                    <a:pt x="4191" y="7300"/>
                  </a:cubicBezTo>
                  <a:cubicBezTo>
                    <a:pt x="4738" y="7264"/>
                    <a:pt x="5249" y="7113"/>
                    <a:pt x="5716" y="6845"/>
                  </a:cubicBezTo>
                  <a:cubicBezTo>
                    <a:pt x="6716" y="6264"/>
                    <a:pt x="7322" y="5392"/>
                    <a:pt x="7532" y="4249"/>
                  </a:cubicBezTo>
                  <a:cubicBezTo>
                    <a:pt x="7543" y="4135"/>
                    <a:pt x="7554" y="4006"/>
                    <a:pt x="7576" y="3878"/>
                  </a:cubicBezTo>
                  <a:lnTo>
                    <a:pt x="7576" y="3436"/>
                  </a:lnTo>
                  <a:cubicBezTo>
                    <a:pt x="7576" y="3411"/>
                    <a:pt x="7565" y="3400"/>
                    <a:pt x="7565" y="3378"/>
                  </a:cubicBezTo>
                  <a:cubicBezTo>
                    <a:pt x="7532" y="2959"/>
                    <a:pt x="7437" y="2562"/>
                    <a:pt x="7264" y="2179"/>
                  </a:cubicBezTo>
                  <a:cubicBezTo>
                    <a:pt x="6716" y="1003"/>
                    <a:pt x="5797" y="293"/>
                    <a:pt x="4515" y="48"/>
                  </a:cubicBezTo>
                  <a:cubicBezTo>
                    <a:pt x="4400" y="25"/>
                    <a:pt x="4272" y="14"/>
                    <a:pt x="4143"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7" name="Google Shape;1057;p20"/>
            <p:cNvSpPr/>
            <p:nvPr/>
          </p:nvSpPr>
          <p:spPr>
            <a:xfrm>
              <a:off x="5096621" y="4038208"/>
              <a:ext cx="170001" cy="200065"/>
            </a:xfrm>
            <a:custGeom>
              <a:avLst/>
              <a:gdLst/>
              <a:ahLst/>
              <a:cxnLst/>
              <a:rect l="l" t="t" r="r" b="b"/>
              <a:pathLst>
                <a:path w="3585" h="4219" extrusionOk="0">
                  <a:moveTo>
                    <a:pt x="1978" y="50"/>
                  </a:moveTo>
                  <a:cubicBezTo>
                    <a:pt x="2022" y="50"/>
                    <a:pt x="2065" y="53"/>
                    <a:pt x="2107" y="59"/>
                  </a:cubicBezTo>
                  <a:cubicBezTo>
                    <a:pt x="2422" y="104"/>
                    <a:pt x="2724" y="210"/>
                    <a:pt x="2886" y="523"/>
                  </a:cubicBezTo>
                  <a:cubicBezTo>
                    <a:pt x="2933" y="593"/>
                    <a:pt x="2992" y="651"/>
                    <a:pt x="3073" y="688"/>
                  </a:cubicBezTo>
                  <a:cubicBezTo>
                    <a:pt x="3154" y="732"/>
                    <a:pt x="3235" y="780"/>
                    <a:pt x="3305" y="827"/>
                  </a:cubicBezTo>
                  <a:cubicBezTo>
                    <a:pt x="3422" y="883"/>
                    <a:pt x="3459" y="989"/>
                    <a:pt x="3470" y="1118"/>
                  </a:cubicBezTo>
                  <a:cubicBezTo>
                    <a:pt x="3470" y="1151"/>
                    <a:pt x="3459" y="1188"/>
                    <a:pt x="3445" y="1221"/>
                  </a:cubicBezTo>
                  <a:cubicBezTo>
                    <a:pt x="3411" y="1338"/>
                    <a:pt x="3400" y="1467"/>
                    <a:pt x="3445" y="1582"/>
                  </a:cubicBezTo>
                  <a:cubicBezTo>
                    <a:pt x="3503" y="1746"/>
                    <a:pt x="3515" y="1908"/>
                    <a:pt x="3481" y="2084"/>
                  </a:cubicBezTo>
                  <a:cubicBezTo>
                    <a:pt x="3422" y="2386"/>
                    <a:pt x="3375" y="2699"/>
                    <a:pt x="3305" y="3004"/>
                  </a:cubicBezTo>
                  <a:cubicBezTo>
                    <a:pt x="3294" y="3073"/>
                    <a:pt x="3260" y="3143"/>
                    <a:pt x="3213" y="3213"/>
                  </a:cubicBezTo>
                  <a:cubicBezTo>
                    <a:pt x="3040" y="3456"/>
                    <a:pt x="2864" y="3691"/>
                    <a:pt x="2690" y="3934"/>
                  </a:cubicBezTo>
                  <a:cubicBezTo>
                    <a:pt x="2595" y="4051"/>
                    <a:pt x="2492" y="4121"/>
                    <a:pt x="2352" y="4143"/>
                  </a:cubicBezTo>
                  <a:cubicBezTo>
                    <a:pt x="2338" y="4147"/>
                    <a:pt x="2324" y="4148"/>
                    <a:pt x="2310" y="4148"/>
                  </a:cubicBezTo>
                  <a:cubicBezTo>
                    <a:pt x="2236" y="4148"/>
                    <a:pt x="2179" y="4101"/>
                    <a:pt x="2132" y="4051"/>
                  </a:cubicBezTo>
                  <a:cubicBezTo>
                    <a:pt x="1992" y="3886"/>
                    <a:pt x="1816" y="3724"/>
                    <a:pt x="1746" y="3504"/>
                  </a:cubicBezTo>
                  <a:cubicBezTo>
                    <a:pt x="1713" y="3411"/>
                    <a:pt x="1654" y="3342"/>
                    <a:pt x="1606" y="3247"/>
                  </a:cubicBezTo>
                  <a:cubicBezTo>
                    <a:pt x="1584" y="3177"/>
                    <a:pt x="1548" y="3107"/>
                    <a:pt x="1537" y="3026"/>
                  </a:cubicBezTo>
                  <a:cubicBezTo>
                    <a:pt x="1514" y="2934"/>
                    <a:pt x="1489" y="2839"/>
                    <a:pt x="1478" y="2746"/>
                  </a:cubicBezTo>
                  <a:cubicBezTo>
                    <a:pt x="1467" y="2654"/>
                    <a:pt x="1456" y="2559"/>
                    <a:pt x="1444" y="2467"/>
                  </a:cubicBezTo>
                  <a:cubicBezTo>
                    <a:pt x="1433" y="2375"/>
                    <a:pt x="1397" y="2327"/>
                    <a:pt x="1305" y="2316"/>
                  </a:cubicBezTo>
                  <a:cubicBezTo>
                    <a:pt x="1210" y="2305"/>
                    <a:pt x="1118" y="2305"/>
                    <a:pt x="1014" y="2305"/>
                  </a:cubicBezTo>
                  <a:cubicBezTo>
                    <a:pt x="944" y="2305"/>
                    <a:pt x="875" y="2294"/>
                    <a:pt x="791" y="2258"/>
                  </a:cubicBezTo>
                  <a:cubicBezTo>
                    <a:pt x="735" y="2235"/>
                    <a:pt x="665" y="2210"/>
                    <a:pt x="595" y="2199"/>
                  </a:cubicBezTo>
                  <a:cubicBezTo>
                    <a:pt x="559" y="2188"/>
                    <a:pt x="511" y="2177"/>
                    <a:pt x="478" y="2154"/>
                  </a:cubicBezTo>
                  <a:cubicBezTo>
                    <a:pt x="302" y="2001"/>
                    <a:pt x="140" y="1839"/>
                    <a:pt x="81" y="1596"/>
                  </a:cubicBezTo>
                  <a:cubicBezTo>
                    <a:pt x="70" y="1548"/>
                    <a:pt x="81" y="1489"/>
                    <a:pt x="92" y="1442"/>
                  </a:cubicBezTo>
                  <a:cubicBezTo>
                    <a:pt x="162" y="1291"/>
                    <a:pt x="221" y="1140"/>
                    <a:pt x="210" y="978"/>
                  </a:cubicBezTo>
                  <a:lnTo>
                    <a:pt x="210" y="953"/>
                  </a:lnTo>
                  <a:cubicBezTo>
                    <a:pt x="268" y="710"/>
                    <a:pt x="349" y="489"/>
                    <a:pt x="581" y="350"/>
                  </a:cubicBezTo>
                  <a:cubicBezTo>
                    <a:pt x="629" y="324"/>
                    <a:pt x="676" y="291"/>
                    <a:pt x="721" y="255"/>
                  </a:cubicBezTo>
                  <a:cubicBezTo>
                    <a:pt x="838" y="185"/>
                    <a:pt x="967" y="140"/>
                    <a:pt x="1106" y="140"/>
                  </a:cubicBezTo>
                  <a:cubicBezTo>
                    <a:pt x="1257" y="129"/>
                    <a:pt x="1408" y="104"/>
                    <a:pt x="1548" y="93"/>
                  </a:cubicBezTo>
                  <a:cubicBezTo>
                    <a:pt x="1690" y="76"/>
                    <a:pt x="1839" y="50"/>
                    <a:pt x="1978" y="50"/>
                  </a:cubicBezTo>
                  <a:close/>
                  <a:moveTo>
                    <a:pt x="2154" y="0"/>
                  </a:moveTo>
                  <a:cubicBezTo>
                    <a:pt x="1978" y="0"/>
                    <a:pt x="1805" y="0"/>
                    <a:pt x="1643" y="23"/>
                  </a:cubicBezTo>
                  <a:cubicBezTo>
                    <a:pt x="1489" y="34"/>
                    <a:pt x="1338" y="70"/>
                    <a:pt x="1187" y="93"/>
                  </a:cubicBezTo>
                  <a:cubicBezTo>
                    <a:pt x="1176" y="81"/>
                    <a:pt x="1176" y="70"/>
                    <a:pt x="1176" y="59"/>
                  </a:cubicBezTo>
                  <a:cubicBezTo>
                    <a:pt x="1070" y="81"/>
                    <a:pt x="944" y="93"/>
                    <a:pt x="849" y="140"/>
                  </a:cubicBezTo>
                  <a:cubicBezTo>
                    <a:pt x="606" y="243"/>
                    <a:pt x="397" y="419"/>
                    <a:pt x="268" y="651"/>
                  </a:cubicBezTo>
                  <a:cubicBezTo>
                    <a:pt x="210" y="743"/>
                    <a:pt x="162" y="861"/>
                    <a:pt x="151" y="967"/>
                  </a:cubicBezTo>
                  <a:cubicBezTo>
                    <a:pt x="140" y="1129"/>
                    <a:pt x="106" y="1280"/>
                    <a:pt x="36" y="1420"/>
                  </a:cubicBezTo>
                  <a:cubicBezTo>
                    <a:pt x="11" y="1489"/>
                    <a:pt x="0" y="1548"/>
                    <a:pt x="22" y="1618"/>
                  </a:cubicBezTo>
                  <a:cubicBezTo>
                    <a:pt x="81" y="1850"/>
                    <a:pt x="221" y="2026"/>
                    <a:pt x="397" y="2177"/>
                  </a:cubicBezTo>
                  <a:cubicBezTo>
                    <a:pt x="456" y="2224"/>
                    <a:pt x="525" y="2235"/>
                    <a:pt x="581" y="2258"/>
                  </a:cubicBezTo>
                  <a:cubicBezTo>
                    <a:pt x="640" y="2280"/>
                    <a:pt x="699" y="2280"/>
                    <a:pt x="746" y="2316"/>
                  </a:cubicBezTo>
                  <a:cubicBezTo>
                    <a:pt x="826" y="2357"/>
                    <a:pt x="912" y="2370"/>
                    <a:pt x="1001" y="2370"/>
                  </a:cubicBezTo>
                  <a:cubicBezTo>
                    <a:pt x="1040" y="2370"/>
                    <a:pt x="1079" y="2367"/>
                    <a:pt x="1118" y="2364"/>
                  </a:cubicBezTo>
                  <a:cubicBezTo>
                    <a:pt x="1176" y="2364"/>
                    <a:pt x="1235" y="2364"/>
                    <a:pt x="1294" y="2375"/>
                  </a:cubicBezTo>
                  <a:cubicBezTo>
                    <a:pt x="1349" y="2386"/>
                    <a:pt x="1386" y="2420"/>
                    <a:pt x="1386" y="2478"/>
                  </a:cubicBezTo>
                  <a:cubicBezTo>
                    <a:pt x="1408" y="2629"/>
                    <a:pt x="1433" y="2783"/>
                    <a:pt x="1456" y="2945"/>
                  </a:cubicBezTo>
                  <a:cubicBezTo>
                    <a:pt x="1467" y="3062"/>
                    <a:pt x="1467" y="3177"/>
                    <a:pt x="1537" y="3283"/>
                  </a:cubicBezTo>
                  <a:cubicBezTo>
                    <a:pt x="1606" y="3375"/>
                    <a:pt x="1665" y="3467"/>
                    <a:pt x="1713" y="3573"/>
                  </a:cubicBezTo>
                  <a:cubicBezTo>
                    <a:pt x="1794" y="3794"/>
                    <a:pt x="1956" y="3934"/>
                    <a:pt x="2095" y="4096"/>
                  </a:cubicBezTo>
                  <a:cubicBezTo>
                    <a:pt x="2155" y="4167"/>
                    <a:pt x="2230" y="4218"/>
                    <a:pt x="2317" y="4218"/>
                  </a:cubicBezTo>
                  <a:cubicBezTo>
                    <a:pt x="2332" y="4218"/>
                    <a:pt x="2348" y="4217"/>
                    <a:pt x="2364" y="4213"/>
                  </a:cubicBezTo>
                  <a:cubicBezTo>
                    <a:pt x="2514" y="4180"/>
                    <a:pt x="2632" y="4121"/>
                    <a:pt x="2724" y="3992"/>
                  </a:cubicBezTo>
                  <a:cubicBezTo>
                    <a:pt x="2911" y="3735"/>
                    <a:pt x="3096" y="3492"/>
                    <a:pt x="3272" y="3235"/>
                  </a:cubicBezTo>
                  <a:cubicBezTo>
                    <a:pt x="3319" y="3177"/>
                    <a:pt x="3353" y="3107"/>
                    <a:pt x="3364" y="3037"/>
                  </a:cubicBezTo>
                  <a:cubicBezTo>
                    <a:pt x="3422" y="2746"/>
                    <a:pt x="3470" y="2445"/>
                    <a:pt x="3540" y="2154"/>
                  </a:cubicBezTo>
                  <a:cubicBezTo>
                    <a:pt x="3573" y="1945"/>
                    <a:pt x="3584" y="1746"/>
                    <a:pt x="3492" y="1548"/>
                  </a:cubicBezTo>
                  <a:cubicBezTo>
                    <a:pt x="3459" y="1442"/>
                    <a:pt x="3470" y="1338"/>
                    <a:pt x="3503" y="1232"/>
                  </a:cubicBezTo>
                  <a:cubicBezTo>
                    <a:pt x="3562" y="1037"/>
                    <a:pt x="3492" y="838"/>
                    <a:pt x="3305" y="743"/>
                  </a:cubicBezTo>
                  <a:cubicBezTo>
                    <a:pt x="3235" y="699"/>
                    <a:pt x="3165" y="662"/>
                    <a:pt x="3096" y="629"/>
                  </a:cubicBezTo>
                  <a:cubicBezTo>
                    <a:pt x="3026" y="604"/>
                    <a:pt x="2970" y="548"/>
                    <a:pt x="2933" y="489"/>
                  </a:cubicBezTo>
                  <a:cubicBezTo>
                    <a:pt x="2886" y="419"/>
                    <a:pt x="2841" y="361"/>
                    <a:pt x="2794" y="313"/>
                  </a:cubicBezTo>
                  <a:cubicBezTo>
                    <a:pt x="2676" y="185"/>
                    <a:pt x="2537" y="140"/>
                    <a:pt x="2397" y="81"/>
                  </a:cubicBezTo>
                  <a:cubicBezTo>
                    <a:pt x="2316" y="45"/>
                    <a:pt x="2235" y="0"/>
                    <a:pt x="215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8" name="Google Shape;1058;p20"/>
            <p:cNvSpPr/>
            <p:nvPr/>
          </p:nvSpPr>
          <p:spPr>
            <a:xfrm>
              <a:off x="5030898" y="4017154"/>
              <a:ext cx="42583" cy="87348"/>
            </a:xfrm>
            <a:custGeom>
              <a:avLst/>
              <a:gdLst/>
              <a:ahLst/>
              <a:cxnLst/>
              <a:rect l="l" t="t" r="r" b="b"/>
              <a:pathLst>
                <a:path w="898" h="1842" extrusionOk="0">
                  <a:moveTo>
                    <a:pt x="886" y="0"/>
                  </a:moveTo>
                  <a:cubicBezTo>
                    <a:pt x="875" y="0"/>
                    <a:pt x="850" y="14"/>
                    <a:pt x="839" y="25"/>
                  </a:cubicBezTo>
                  <a:cubicBezTo>
                    <a:pt x="805" y="70"/>
                    <a:pt x="758" y="129"/>
                    <a:pt x="710" y="187"/>
                  </a:cubicBezTo>
                  <a:cubicBezTo>
                    <a:pt x="327" y="654"/>
                    <a:pt x="95" y="1176"/>
                    <a:pt x="0" y="1771"/>
                  </a:cubicBezTo>
                  <a:cubicBezTo>
                    <a:pt x="0" y="1794"/>
                    <a:pt x="12" y="1816"/>
                    <a:pt x="12" y="1841"/>
                  </a:cubicBezTo>
                  <a:cubicBezTo>
                    <a:pt x="26" y="1816"/>
                    <a:pt x="48" y="1805"/>
                    <a:pt x="59" y="1782"/>
                  </a:cubicBezTo>
                  <a:cubicBezTo>
                    <a:pt x="70" y="1724"/>
                    <a:pt x="81" y="1654"/>
                    <a:pt x="95" y="1584"/>
                  </a:cubicBezTo>
                  <a:cubicBezTo>
                    <a:pt x="151" y="1305"/>
                    <a:pt x="221" y="1025"/>
                    <a:pt x="375" y="768"/>
                  </a:cubicBezTo>
                  <a:cubicBezTo>
                    <a:pt x="515" y="525"/>
                    <a:pt x="677" y="293"/>
                    <a:pt x="864" y="70"/>
                  </a:cubicBezTo>
                  <a:cubicBezTo>
                    <a:pt x="875" y="48"/>
                    <a:pt x="886" y="36"/>
                    <a:pt x="897" y="14"/>
                  </a:cubicBezTo>
                  <a:lnTo>
                    <a:pt x="886"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9" name="Google Shape;1059;p20"/>
            <p:cNvSpPr/>
            <p:nvPr/>
          </p:nvSpPr>
          <p:spPr>
            <a:xfrm>
              <a:off x="5279800" y="4069837"/>
              <a:ext cx="24421" cy="30254"/>
            </a:xfrm>
            <a:custGeom>
              <a:avLst/>
              <a:gdLst/>
              <a:ahLst/>
              <a:cxnLst/>
              <a:rect l="l" t="t" r="r" b="b"/>
              <a:pathLst>
                <a:path w="515" h="638" extrusionOk="0">
                  <a:moveTo>
                    <a:pt x="262" y="51"/>
                  </a:moveTo>
                  <a:cubicBezTo>
                    <a:pt x="274" y="51"/>
                    <a:pt x="288" y="56"/>
                    <a:pt x="305" y="65"/>
                  </a:cubicBezTo>
                  <a:cubicBezTo>
                    <a:pt x="375" y="90"/>
                    <a:pt x="456" y="113"/>
                    <a:pt x="456" y="241"/>
                  </a:cubicBezTo>
                  <a:cubicBezTo>
                    <a:pt x="445" y="275"/>
                    <a:pt x="409" y="322"/>
                    <a:pt x="375" y="381"/>
                  </a:cubicBezTo>
                  <a:cubicBezTo>
                    <a:pt x="350" y="414"/>
                    <a:pt x="328" y="462"/>
                    <a:pt x="316" y="495"/>
                  </a:cubicBezTo>
                  <a:cubicBezTo>
                    <a:pt x="306" y="538"/>
                    <a:pt x="296" y="581"/>
                    <a:pt x="252" y="581"/>
                  </a:cubicBezTo>
                  <a:cubicBezTo>
                    <a:pt x="247" y="581"/>
                    <a:pt x="241" y="580"/>
                    <a:pt x="235" y="579"/>
                  </a:cubicBezTo>
                  <a:cubicBezTo>
                    <a:pt x="177" y="579"/>
                    <a:pt x="177" y="532"/>
                    <a:pt x="166" y="484"/>
                  </a:cubicBezTo>
                  <a:cubicBezTo>
                    <a:pt x="166" y="451"/>
                    <a:pt x="140" y="414"/>
                    <a:pt x="118" y="381"/>
                  </a:cubicBezTo>
                  <a:cubicBezTo>
                    <a:pt x="85" y="333"/>
                    <a:pt x="59" y="300"/>
                    <a:pt x="107" y="241"/>
                  </a:cubicBezTo>
                  <a:cubicBezTo>
                    <a:pt x="140" y="205"/>
                    <a:pt x="166" y="146"/>
                    <a:pt x="199" y="102"/>
                  </a:cubicBezTo>
                  <a:cubicBezTo>
                    <a:pt x="217" y="76"/>
                    <a:pt x="233" y="51"/>
                    <a:pt x="262" y="51"/>
                  </a:cubicBezTo>
                  <a:close/>
                  <a:moveTo>
                    <a:pt x="260" y="0"/>
                  </a:moveTo>
                  <a:cubicBezTo>
                    <a:pt x="213" y="0"/>
                    <a:pt x="170" y="36"/>
                    <a:pt x="140" y="102"/>
                  </a:cubicBezTo>
                  <a:cubicBezTo>
                    <a:pt x="118" y="135"/>
                    <a:pt x="96" y="171"/>
                    <a:pt x="59" y="205"/>
                  </a:cubicBezTo>
                  <a:cubicBezTo>
                    <a:pt x="1" y="300"/>
                    <a:pt x="1" y="345"/>
                    <a:pt x="71" y="426"/>
                  </a:cubicBezTo>
                  <a:cubicBezTo>
                    <a:pt x="96" y="451"/>
                    <a:pt x="107" y="473"/>
                    <a:pt x="118" y="509"/>
                  </a:cubicBezTo>
                  <a:cubicBezTo>
                    <a:pt x="129" y="590"/>
                    <a:pt x="166" y="635"/>
                    <a:pt x="235" y="635"/>
                  </a:cubicBezTo>
                  <a:cubicBezTo>
                    <a:pt x="244" y="637"/>
                    <a:pt x="252" y="638"/>
                    <a:pt x="259" y="638"/>
                  </a:cubicBezTo>
                  <a:cubicBezTo>
                    <a:pt x="316" y="638"/>
                    <a:pt x="353" y="593"/>
                    <a:pt x="375" y="532"/>
                  </a:cubicBezTo>
                  <a:cubicBezTo>
                    <a:pt x="386" y="495"/>
                    <a:pt x="397" y="451"/>
                    <a:pt x="420" y="440"/>
                  </a:cubicBezTo>
                  <a:cubicBezTo>
                    <a:pt x="504" y="381"/>
                    <a:pt x="490" y="286"/>
                    <a:pt x="515" y="205"/>
                  </a:cubicBezTo>
                  <a:cubicBezTo>
                    <a:pt x="515" y="113"/>
                    <a:pt x="434" y="43"/>
                    <a:pt x="294" y="7"/>
                  </a:cubicBezTo>
                  <a:cubicBezTo>
                    <a:pt x="283" y="2"/>
                    <a:pt x="271" y="0"/>
                    <a:pt x="2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0" name="Google Shape;1060;p20"/>
            <p:cNvSpPr/>
            <p:nvPr/>
          </p:nvSpPr>
          <p:spPr>
            <a:xfrm>
              <a:off x="5171163" y="4282085"/>
              <a:ext cx="74497" cy="10100"/>
            </a:xfrm>
            <a:custGeom>
              <a:avLst/>
              <a:gdLst/>
              <a:ahLst/>
              <a:cxnLst/>
              <a:rect l="l" t="t" r="r" b="b"/>
              <a:pathLst>
                <a:path w="1571" h="213" extrusionOk="0">
                  <a:moveTo>
                    <a:pt x="1560" y="0"/>
                  </a:moveTo>
                  <a:cubicBezTo>
                    <a:pt x="1398" y="37"/>
                    <a:pt x="1222" y="84"/>
                    <a:pt x="1060" y="107"/>
                  </a:cubicBezTo>
                  <a:cubicBezTo>
                    <a:pt x="884" y="140"/>
                    <a:pt x="711" y="154"/>
                    <a:pt x="523" y="154"/>
                  </a:cubicBezTo>
                  <a:cubicBezTo>
                    <a:pt x="474" y="157"/>
                    <a:pt x="424" y="159"/>
                    <a:pt x="374" y="159"/>
                  </a:cubicBezTo>
                  <a:cubicBezTo>
                    <a:pt x="250" y="159"/>
                    <a:pt x="125" y="150"/>
                    <a:pt x="1" y="140"/>
                  </a:cubicBezTo>
                  <a:lnTo>
                    <a:pt x="1" y="165"/>
                  </a:lnTo>
                  <a:cubicBezTo>
                    <a:pt x="34" y="176"/>
                    <a:pt x="57" y="188"/>
                    <a:pt x="93" y="188"/>
                  </a:cubicBezTo>
                  <a:cubicBezTo>
                    <a:pt x="228" y="204"/>
                    <a:pt x="362" y="212"/>
                    <a:pt x="496" y="212"/>
                  </a:cubicBezTo>
                  <a:cubicBezTo>
                    <a:pt x="839" y="212"/>
                    <a:pt x="1179" y="159"/>
                    <a:pt x="1512" y="59"/>
                  </a:cubicBezTo>
                  <a:cubicBezTo>
                    <a:pt x="1537" y="48"/>
                    <a:pt x="1549" y="37"/>
                    <a:pt x="1571" y="26"/>
                  </a:cubicBezTo>
                  <a:cubicBezTo>
                    <a:pt x="1571" y="14"/>
                    <a:pt x="1571" y="0"/>
                    <a:pt x="15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1" name="Google Shape;1061;p20"/>
            <p:cNvSpPr/>
            <p:nvPr/>
          </p:nvSpPr>
          <p:spPr>
            <a:xfrm>
              <a:off x="5230817" y="3997286"/>
              <a:ext cx="27598" cy="15127"/>
            </a:xfrm>
            <a:custGeom>
              <a:avLst/>
              <a:gdLst/>
              <a:ahLst/>
              <a:cxnLst/>
              <a:rect l="l" t="t" r="r" b="b"/>
              <a:pathLst>
                <a:path w="582" h="319" extrusionOk="0">
                  <a:moveTo>
                    <a:pt x="368" y="62"/>
                  </a:moveTo>
                  <a:cubicBezTo>
                    <a:pt x="419" y="62"/>
                    <a:pt x="459" y="87"/>
                    <a:pt x="511" y="140"/>
                  </a:cubicBezTo>
                  <a:cubicBezTo>
                    <a:pt x="489" y="154"/>
                    <a:pt x="464" y="165"/>
                    <a:pt x="453" y="165"/>
                  </a:cubicBezTo>
                  <a:cubicBezTo>
                    <a:pt x="394" y="187"/>
                    <a:pt x="335" y="198"/>
                    <a:pt x="291" y="235"/>
                  </a:cubicBezTo>
                  <a:cubicBezTo>
                    <a:pt x="259" y="250"/>
                    <a:pt x="230" y="256"/>
                    <a:pt x="201" y="256"/>
                  </a:cubicBezTo>
                  <a:cubicBezTo>
                    <a:pt x="166" y="256"/>
                    <a:pt x="131" y="247"/>
                    <a:pt x="92" y="235"/>
                  </a:cubicBezTo>
                  <a:cubicBezTo>
                    <a:pt x="81" y="224"/>
                    <a:pt x="70" y="210"/>
                    <a:pt x="70" y="198"/>
                  </a:cubicBezTo>
                  <a:cubicBezTo>
                    <a:pt x="70" y="187"/>
                    <a:pt x="81" y="165"/>
                    <a:pt x="92" y="154"/>
                  </a:cubicBezTo>
                  <a:cubicBezTo>
                    <a:pt x="162" y="129"/>
                    <a:pt x="243" y="95"/>
                    <a:pt x="313" y="70"/>
                  </a:cubicBezTo>
                  <a:cubicBezTo>
                    <a:pt x="333" y="64"/>
                    <a:pt x="351" y="62"/>
                    <a:pt x="368" y="62"/>
                  </a:cubicBezTo>
                  <a:close/>
                  <a:moveTo>
                    <a:pt x="372" y="0"/>
                  </a:moveTo>
                  <a:cubicBezTo>
                    <a:pt x="254" y="36"/>
                    <a:pt x="151" y="70"/>
                    <a:pt x="56" y="129"/>
                  </a:cubicBezTo>
                  <a:cubicBezTo>
                    <a:pt x="0" y="154"/>
                    <a:pt x="0" y="235"/>
                    <a:pt x="34" y="268"/>
                  </a:cubicBezTo>
                  <a:cubicBezTo>
                    <a:pt x="83" y="294"/>
                    <a:pt x="133" y="318"/>
                    <a:pt x="182" y="318"/>
                  </a:cubicBezTo>
                  <a:cubicBezTo>
                    <a:pt x="203" y="318"/>
                    <a:pt x="223" y="314"/>
                    <a:pt x="243" y="305"/>
                  </a:cubicBezTo>
                  <a:cubicBezTo>
                    <a:pt x="335" y="279"/>
                    <a:pt x="430" y="246"/>
                    <a:pt x="511" y="210"/>
                  </a:cubicBezTo>
                  <a:cubicBezTo>
                    <a:pt x="570" y="176"/>
                    <a:pt x="581" y="117"/>
                    <a:pt x="523" y="84"/>
                  </a:cubicBezTo>
                  <a:cubicBezTo>
                    <a:pt x="475" y="48"/>
                    <a:pt x="430" y="25"/>
                    <a:pt x="37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2" name="Google Shape;1062;p20"/>
            <p:cNvSpPr/>
            <p:nvPr/>
          </p:nvSpPr>
          <p:spPr>
            <a:xfrm>
              <a:off x="5218061" y="4275399"/>
              <a:ext cx="23757" cy="6544"/>
            </a:xfrm>
            <a:custGeom>
              <a:avLst/>
              <a:gdLst/>
              <a:ahLst/>
              <a:cxnLst/>
              <a:rect l="l" t="t" r="r" b="b"/>
              <a:pathLst>
                <a:path w="501" h="138" extrusionOk="0">
                  <a:moveTo>
                    <a:pt x="491" y="1"/>
                  </a:moveTo>
                  <a:cubicBezTo>
                    <a:pt x="413" y="1"/>
                    <a:pt x="33" y="98"/>
                    <a:pt x="1" y="130"/>
                  </a:cubicBezTo>
                  <a:cubicBezTo>
                    <a:pt x="11" y="135"/>
                    <a:pt x="27" y="138"/>
                    <a:pt x="47" y="138"/>
                  </a:cubicBezTo>
                  <a:cubicBezTo>
                    <a:pt x="172" y="138"/>
                    <a:pt x="460" y="52"/>
                    <a:pt x="501" y="2"/>
                  </a:cubicBezTo>
                  <a:cubicBezTo>
                    <a:pt x="499" y="1"/>
                    <a:pt x="495" y="1"/>
                    <a:pt x="4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3" name="Google Shape;1063;p20"/>
            <p:cNvSpPr/>
            <p:nvPr/>
          </p:nvSpPr>
          <p:spPr>
            <a:xfrm>
              <a:off x="5036446" y="4087856"/>
              <a:ext cx="6686" cy="14890"/>
            </a:xfrm>
            <a:custGeom>
              <a:avLst/>
              <a:gdLst/>
              <a:ahLst/>
              <a:cxnLst/>
              <a:rect l="l" t="t" r="r" b="b"/>
              <a:pathLst>
                <a:path w="141" h="314" extrusionOk="0">
                  <a:moveTo>
                    <a:pt x="141" y="1"/>
                  </a:moveTo>
                  <a:lnTo>
                    <a:pt x="141" y="1"/>
                  </a:lnTo>
                  <a:cubicBezTo>
                    <a:pt x="59" y="34"/>
                    <a:pt x="1" y="244"/>
                    <a:pt x="59" y="314"/>
                  </a:cubicBezTo>
                  <a:cubicBezTo>
                    <a:pt x="82" y="210"/>
                    <a:pt x="118" y="104"/>
                    <a:pt x="14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4" name="Google Shape;1064;p20"/>
            <p:cNvSpPr/>
            <p:nvPr/>
          </p:nvSpPr>
          <p:spPr>
            <a:xfrm>
              <a:off x="5079502" y="3995673"/>
              <a:ext cx="14368" cy="13847"/>
            </a:xfrm>
            <a:custGeom>
              <a:avLst/>
              <a:gdLst/>
              <a:ahLst/>
              <a:cxnLst/>
              <a:rect l="l" t="t" r="r" b="b"/>
              <a:pathLst>
                <a:path w="303" h="292" extrusionOk="0">
                  <a:moveTo>
                    <a:pt x="291" y="1"/>
                  </a:moveTo>
                  <a:cubicBezTo>
                    <a:pt x="210" y="23"/>
                    <a:pt x="1" y="232"/>
                    <a:pt x="1" y="291"/>
                  </a:cubicBezTo>
                  <a:cubicBezTo>
                    <a:pt x="104" y="199"/>
                    <a:pt x="199" y="104"/>
                    <a:pt x="302" y="23"/>
                  </a:cubicBezTo>
                  <a:cubicBezTo>
                    <a:pt x="291" y="12"/>
                    <a:pt x="291" y="12"/>
                    <a:pt x="2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5" name="Google Shape;1065;p20"/>
            <p:cNvSpPr/>
            <p:nvPr/>
          </p:nvSpPr>
          <p:spPr>
            <a:xfrm>
              <a:off x="5194920" y="4282749"/>
              <a:ext cx="15411" cy="2181"/>
            </a:xfrm>
            <a:custGeom>
              <a:avLst/>
              <a:gdLst/>
              <a:ahLst/>
              <a:cxnLst/>
              <a:rect l="l" t="t" r="r" b="b"/>
              <a:pathLst>
                <a:path w="325" h="46" extrusionOk="0">
                  <a:moveTo>
                    <a:pt x="34" y="0"/>
                  </a:moveTo>
                  <a:cubicBezTo>
                    <a:pt x="22" y="0"/>
                    <a:pt x="11" y="12"/>
                    <a:pt x="0" y="23"/>
                  </a:cubicBezTo>
                  <a:cubicBezTo>
                    <a:pt x="11" y="23"/>
                    <a:pt x="22" y="45"/>
                    <a:pt x="34" y="45"/>
                  </a:cubicBezTo>
                  <a:cubicBezTo>
                    <a:pt x="115" y="45"/>
                    <a:pt x="210" y="45"/>
                    <a:pt x="291" y="34"/>
                  </a:cubicBezTo>
                  <a:cubicBezTo>
                    <a:pt x="302" y="34"/>
                    <a:pt x="313" y="23"/>
                    <a:pt x="324" y="12"/>
                  </a:cubicBezTo>
                  <a:cubicBezTo>
                    <a:pt x="313" y="0"/>
                    <a:pt x="302" y="0"/>
                    <a:pt x="30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6" name="Google Shape;1066;p20"/>
            <p:cNvSpPr/>
            <p:nvPr/>
          </p:nvSpPr>
          <p:spPr>
            <a:xfrm>
              <a:off x="5324042" y="4101133"/>
              <a:ext cx="6165" cy="15411"/>
            </a:xfrm>
            <a:custGeom>
              <a:avLst/>
              <a:gdLst/>
              <a:ahLst/>
              <a:cxnLst/>
              <a:rect l="l" t="t" r="r" b="b"/>
              <a:pathLst>
                <a:path w="130" h="325" extrusionOk="0">
                  <a:moveTo>
                    <a:pt x="129" y="0"/>
                  </a:moveTo>
                  <a:cubicBezTo>
                    <a:pt x="46" y="59"/>
                    <a:pt x="1" y="243"/>
                    <a:pt x="34" y="324"/>
                  </a:cubicBezTo>
                  <a:cubicBezTo>
                    <a:pt x="71" y="210"/>
                    <a:pt x="93" y="115"/>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7" name="Google Shape;1067;p20"/>
            <p:cNvSpPr/>
            <p:nvPr/>
          </p:nvSpPr>
          <p:spPr>
            <a:xfrm>
              <a:off x="5226833" y="3966938"/>
              <a:ext cx="5074" cy="11713"/>
            </a:xfrm>
            <a:custGeom>
              <a:avLst/>
              <a:gdLst/>
              <a:ahLst/>
              <a:cxnLst/>
              <a:rect l="l" t="t" r="r" b="b"/>
              <a:pathLst>
                <a:path w="107" h="247" extrusionOk="0">
                  <a:moveTo>
                    <a:pt x="95" y="0"/>
                  </a:moveTo>
                  <a:lnTo>
                    <a:pt x="95" y="0"/>
                  </a:lnTo>
                  <a:cubicBezTo>
                    <a:pt x="37" y="48"/>
                    <a:pt x="0" y="188"/>
                    <a:pt x="37" y="246"/>
                  </a:cubicBezTo>
                  <a:cubicBezTo>
                    <a:pt x="84" y="165"/>
                    <a:pt x="106" y="95"/>
                    <a:pt x="9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8" name="Google Shape;1068;p20"/>
            <p:cNvSpPr/>
            <p:nvPr/>
          </p:nvSpPr>
          <p:spPr>
            <a:xfrm>
              <a:off x="5321292" y="4126408"/>
              <a:ext cx="6639" cy="6165"/>
            </a:xfrm>
            <a:custGeom>
              <a:avLst/>
              <a:gdLst/>
              <a:ahLst/>
              <a:cxnLst/>
              <a:rect l="l" t="t" r="r" b="b"/>
              <a:pathLst>
                <a:path w="140" h="130" extrusionOk="0">
                  <a:moveTo>
                    <a:pt x="0" y="1"/>
                  </a:moveTo>
                  <a:cubicBezTo>
                    <a:pt x="0" y="60"/>
                    <a:pt x="70" y="129"/>
                    <a:pt x="140" y="129"/>
                  </a:cubicBezTo>
                  <a:cubicBezTo>
                    <a:pt x="129" y="60"/>
                    <a:pt x="59" y="15"/>
                    <a:pt x="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9" name="Google Shape;1069;p20"/>
            <p:cNvSpPr/>
            <p:nvPr/>
          </p:nvSpPr>
          <p:spPr>
            <a:xfrm>
              <a:off x="5214220" y="3966274"/>
              <a:ext cx="7729" cy="3462"/>
            </a:xfrm>
            <a:custGeom>
              <a:avLst/>
              <a:gdLst/>
              <a:ahLst/>
              <a:cxnLst/>
              <a:rect l="l" t="t" r="r" b="b"/>
              <a:pathLst>
                <a:path w="163" h="73" extrusionOk="0">
                  <a:moveTo>
                    <a:pt x="68" y="1"/>
                  </a:moveTo>
                  <a:cubicBezTo>
                    <a:pt x="40" y="1"/>
                    <a:pt x="14" y="8"/>
                    <a:pt x="1" y="26"/>
                  </a:cubicBezTo>
                  <a:cubicBezTo>
                    <a:pt x="46" y="39"/>
                    <a:pt x="93" y="62"/>
                    <a:pt x="141" y="73"/>
                  </a:cubicBezTo>
                  <a:cubicBezTo>
                    <a:pt x="141" y="73"/>
                    <a:pt x="163" y="51"/>
                    <a:pt x="163" y="39"/>
                  </a:cubicBezTo>
                  <a:cubicBezTo>
                    <a:pt x="156" y="18"/>
                    <a:pt x="111" y="1"/>
                    <a:pt x="6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0" name="Google Shape;1070;p20"/>
            <p:cNvSpPr/>
            <p:nvPr/>
          </p:nvSpPr>
          <p:spPr>
            <a:xfrm>
              <a:off x="5296350" y="4011701"/>
              <a:ext cx="5643" cy="4932"/>
            </a:xfrm>
            <a:custGeom>
              <a:avLst/>
              <a:gdLst/>
              <a:ahLst/>
              <a:cxnLst/>
              <a:rect l="l" t="t" r="r" b="b"/>
              <a:pathLst>
                <a:path w="119" h="104" extrusionOk="0">
                  <a:moveTo>
                    <a:pt x="15" y="1"/>
                  </a:moveTo>
                  <a:cubicBezTo>
                    <a:pt x="15" y="1"/>
                    <a:pt x="1" y="12"/>
                    <a:pt x="1" y="23"/>
                  </a:cubicBezTo>
                  <a:cubicBezTo>
                    <a:pt x="26" y="45"/>
                    <a:pt x="60" y="70"/>
                    <a:pt x="96" y="104"/>
                  </a:cubicBezTo>
                  <a:cubicBezTo>
                    <a:pt x="107" y="93"/>
                    <a:pt x="107" y="82"/>
                    <a:pt x="118" y="70"/>
                  </a:cubicBezTo>
                  <a:cubicBezTo>
                    <a:pt x="85" y="45"/>
                    <a:pt x="48" y="23"/>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1" name="Google Shape;1071;p20"/>
            <p:cNvSpPr/>
            <p:nvPr/>
          </p:nvSpPr>
          <p:spPr>
            <a:xfrm>
              <a:off x="5125357" y="4114363"/>
              <a:ext cx="5453" cy="13325"/>
            </a:xfrm>
            <a:custGeom>
              <a:avLst/>
              <a:gdLst/>
              <a:ahLst/>
              <a:cxnLst/>
              <a:rect l="l" t="t" r="r" b="b"/>
              <a:pathLst>
                <a:path w="115" h="281" extrusionOk="0">
                  <a:moveTo>
                    <a:pt x="104" y="1"/>
                  </a:moveTo>
                  <a:cubicBezTo>
                    <a:pt x="81" y="12"/>
                    <a:pt x="70" y="12"/>
                    <a:pt x="59" y="23"/>
                  </a:cubicBezTo>
                  <a:cubicBezTo>
                    <a:pt x="34" y="71"/>
                    <a:pt x="23" y="115"/>
                    <a:pt x="0" y="174"/>
                  </a:cubicBezTo>
                  <a:lnTo>
                    <a:pt x="0" y="280"/>
                  </a:lnTo>
                  <a:cubicBezTo>
                    <a:pt x="23" y="255"/>
                    <a:pt x="34" y="255"/>
                    <a:pt x="34" y="244"/>
                  </a:cubicBezTo>
                  <a:cubicBezTo>
                    <a:pt x="59" y="174"/>
                    <a:pt x="93" y="104"/>
                    <a:pt x="115" y="34"/>
                  </a:cubicBezTo>
                  <a:cubicBezTo>
                    <a:pt x="115" y="23"/>
                    <a:pt x="104" y="12"/>
                    <a:pt x="10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2" name="Google Shape;1072;p20"/>
            <p:cNvSpPr/>
            <p:nvPr/>
          </p:nvSpPr>
          <p:spPr>
            <a:xfrm>
              <a:off x="5239020" y="4130913"/>
              <a:ext cx="6117" cy="14890"/>
            </a:xfrm>
            <a:custGeom>
              <a:avLst/>
              <a:gdLst/>
              <a:ahLst/>
              <a:cxnLst/>
              <a:rect l="l" t="t" r="r" b="b"/>
              <a:pathLst>
                <a:path w="129" h="314" extrusionOk="0">
                  <a:moveTo>
                    <a:pt x="129" y="1"/>
                  </a:moveTo>
                  <a:cubicBezTo>
                    <a:pt x="59" y="23"/>
                    <a:pt x="0" y="255"/>
                    <a:pt x="48" y="314"/>
                  </a:cubicBezTo>
                  <a:cubicBezTo>
                    <a:pt x="70" y="210"/>
                    <a:pt x="93" y="104"/>
                    <a:pt x="12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3" name="Google Shape;1073;p20"/>
            <p:cNvSpPr/>
            <p:nvPr/>
          </p:nvSpPr>
          <p:spPr>
            <a:xfrm>
              <a:off x="5226312" y="4105496"/>
              <a:ext cx="7160" cy="9437"/>
            </a:xfrm>
            <a:custGeom>
              <a:avLst/>
              <a:gdLst/>
              <a:ahLst/>
              <a:cxnLst/>
              <a:rect l="l" t="t" r="r" b="b"/>
              <a:pathLst>
                <a:path w="151" h="199" extrusionOk="0">
                  <a:moveTo>
                    <a:pt x="48" y="1"/>
                  </a:moveTo>
                  <a:cubicBezTo>
                    <a:pt x="36" y="1"/>
                    <a:pt x="11" y="12"/>
                    <a:pt x="11" y="23"/>
                  </a:cubicBezTo>
                  <a:cubicBezTo>
                    <a:pt x="0" y="59"/>
                    <a:pt x="95" y="188"/>
                    <a:pt x="140" y="199"/>
                  </a:cubicBezTo>
                  <a:cubicBezTo>
                    <a:pt x="151" y="151"/>
                    <a:pt x="81" y="12"/>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4" name="Google Shape;1074;p20"/>
            <p:cNvSpPr/>
            <p:nvPr/>
          </p:nvSpPr>
          <p:spPr>
            <a:xfrm>
              <a:off x="5114213" y="4107203"/>
              <a:ext cx="7872" cy="8820"/>
            </a:xfrm>
            <a:custGeom>
              <a:avLst/>
              <a:gdLst/>
              <a:ahLst/>
              <a:cxnLst/>
              <a:rect l="l" t="t" r="r" b="b"/>
              <a:pathLst>
                <a:path w="166" h="186" extrusionOk="0">
                  <a:moveTo>
                    <a:pt x="15" y="1"/>
                  </a:moveTo>
                  <a:cubicBezTo>
                    <a:pt x="1" y="82"/>
                    <a:pt x="85" y="185"/>
                    <a:pt x="166" y="185"/>
                  </a:cubicBezTo>
                  <a:cubicBezTo>
                    <a:pt x="118" y="127"/>
                    <a:pt x="71" y="71"/>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5" name="Google Shape;1075;p20"/>
            <p:cNvSpPr/>
            <p:nvPr/>
          </p:nvSpPr>
          <p:spPr>
            <a:xfrm>
              <a:off x="5229584" y="4154622"/>
              <a:ext cx="5643" cy="4457"/>
            </a:xfrm>
            <a:custGeom>
              <a:avLst/>
              <a:gdLst/>
              <a:ahLst/>
              <a:cxnLst/>
              <a:rect l="l" t="t" r="r" b="b"/>
              <a:pathLst>
                <a:path w="119" h="94" extrusionOk="0">
                  <a:moveTo>
                    <a:pt x="26" y="1"/>
                  </a:moveTo>
                  <a:lnTo>
                    <a:pt x="1" y="23"/>
                  </a:lnTo>
                  <a:cubicBezTo>
                    <a:pt x="26" y="48"/>
                    <a:pt x="37" y="71"/>
                    <a:pt x="60" y="82"/>
                  </a:cubicBezTo>
                  <a:cubicBezTo>
                    <a:pt x="71" y="93"/>
                    <a:pt x="82" y="93"/>
                    <a:pt x="118" y="93"/>
                  </a:cubicBezTo>
                  <a:cubicBezTo>
                    <a:pt x="107" y="71"/>
                    <a:pt x="96" y="48"/>
                    <a:pt x="96" y="48"/>
                  </a:cubicBezTo>
                  <a:cubicBezTo>
                    <a:pt x="71" y="23"/>
                    <a:pt x="48" y="12"/>
                    <a:pt x="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21"/>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081" name="Google Shape;1081;p21"/>
          <p:cNvGraphicFramePr/>
          <p:nvPr/>
        </p:nvGraphicFramePr>
        <p:xfrm>
          <a:off x="1121650" y="1201300"/>
          <a:ext cx="7305800" cy="3308700"/>
        </p:xfrm>
        <a:graphic>
          <a:graphicData uri="http://schemas.openxmlformats.org/drawingml/2006/table">
            <a:tbl>
              <a:tblPr>
                <a:noFill/>
                <a:tableStyleId>{D1BC66E7-A733-4C15-83E7-087EB3113AAD}</a:tableStyleId>
              </a:tblPr>
              <a:tblGrid>
                <a:gridCol w="3652900"/>
                <a:gridCol w="3652900"/>
              </a:tblGrid>
              <a:tr h="551450">
                <a:tc gridSpan="2">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Name the capital cities of these countries</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9525" cap="flat" cmpd="sng">
                      <a:solidFill>
                        <a:srgbClr val="141414">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tcPr>
                </a:tc>
                <a:tc hMerge="1">
                  <a:tcPr/>
                </a:tc>
              </a:tr>
              <a:tr h="551450">
                <a:tc>
                  <a:txBody>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Spain</a:t>
                      </a:r>
                      <a:endParaRPr sz="2400" b="1">
                        <a:solidFill>
                          <a:schemeClr val="accent2"/>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Madrid</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Germany</a:t>
                      </a:r>
                      <a:endParaRPr sz="2400" b="1">
                        <a:solidFill>
                          <a:schemeClr val="accent2"/>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Berlin</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Uganda</a:t>
                      </a:r>
                      <a:endParaRPr sz="2400" b="1">
                        <a:solidFill>
                          <a:schemeClr val="accent2"/>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XXX</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Mexico</a:t>
                      </a:r>
                      <a:endParaRPr sz="2400" b="1">
                        <a:solidFill>
                          <a:schemeClr val="accent2"/>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XXX</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Chile</a:t>
                      </a:r>
                      <a:endParaRPr sz="2400" b="1">
                        <a:solidFill>
                          <a:schemeClr val="accent2"/>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141414">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XXX</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141414">
                          <a:alpha val="0"/>
                        </a:srgbClr>
                      </a:solidFill>
                      <a:prstDash val="solid"/>
                      <a:round/>
                      <a:headEnd type="none" w="sm" len="sm"/>
                      <a:tailEnd type="none" w="sm" len="sm"/>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22"/>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087" name="Google Shape;1087;p22"/>
          <p:cNvGrpSpPr/>
          <p:nvPr/>
        </p:nvGrpSpPr>
        <p:grpSpPr>
          <a:xfrm>
            <a:off x="2634076" y="1219024"/>
            <a:ext cx="5589331" cy="1467253"/>
            <a:chOff x="2634076" y="1219024"/>
            <a:chExt cx="5589331" cy="1467253"/>
          </a:xfrm>
        </p:grpSpPr>
        <p:sp>
          <p:nvSpPr>
            <p:cNvPr id="1088" name="Google Shape;1088;p22"/>
            <p:cNvSpPr/>
            <p:nvPr/>
          </p:nvSpPr>
          <p:spPr>
            <a:xfrm>
              <a:off x="2634076" y="1675430"/>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p:txBody>
        </p:sp>
        <p:grpSp>
          <p:nvGrpSpPr>
            <p:cNvPr id="1089" name="Google Shape;1089;p22"/>
            <p:cNvGrpSpPr/>
            <p:nvPr/>
          </p:nvGrpSpPr>
          <p:grpSpPr>
            <a:xfrm>
              <a:off x="4565516" y="2132157"/>
              <a:ext cx="3657892" cy="554120"/>
              <a:chOff x="4565516" y="2132157"/>
              <a:chExt cx="3657892" cy="554120"/>
            </a:xfrm>
          </p:grpSpPr>
          <p:sp>
            <p:nvSpPr>
              <p:cNvPr id="1090" name="Google Shape;1090;p22"/>
              <p:cNvSpPr txBox="1"/>
              <p:nvPr/>
            </p:nvSpPr>
            <p:spPr>
              <a:xfrm>
                <a:off x="6198578" y="2132178"/>
                <a:ext cx="2024830" cy="554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p:txBody>
          </p:sp>
          <p:sp>
            <p:nvSpPr>
              <p:cNvPr id="1091" name="Google Shape;1091;p22"/>
              <p:cNvSpPr/>
              <p:nvPr/>
            </p:nvSpPr>
            <p:spPr>
              <a:xfrm>
                <a:off x="4565516" y="2132157"/>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Jupiter</a:t>
                </a:r>
                <a:endParaRPr sz="2400" b="1">
                  <a:solidFill>
                    <a:schemeClr val="dk1"/>
                  </a:solidFill>
                  <a:latin typeface="Chelsea Market"/>
                  <a:ea typeface="Chelsea Market"/>
                  <a:cs typeface="Chelsea Market"/>
                  <a:sym typeface="Chelsea Market"/>
                </a:endParaRPr>
              </a:p>
            </p:txBody>
          </p:sp>
        </p:grpSp>
        <p:grpSp>
          <p:nvGrpSpPr>
            <p:cNvPr id="1092" name="Google Shape;1092;p22"/>
            <p:cNvGrpSpPr/>
            <p:nvPr/>
          </p:nvGrpSpPr>
          <p:grpSpPr>
            <a:xfrm>
              <a:off x="4565516" y="1219024"/>
              <a:ext cx="3657892" cy="554150"/>
              <a:chOff x="4565516" y="1219024"/>
              <a:chExt cx="3657892" cy="554150"/>
            </a:xfrm>
          </p:grpSpPr>
          <p:sp>
            <p:nvSpPr>
              <p:cNvPr id="1093" name="Google Shape;1093;p22"/>
              <p:cNvSpPr txBox="1"/>
              <p:nvPr/>
            </p:nvSpPr>
            <p:spPr>
              <a:xfrm>
                <a:off x="6198578" y="1219074"/>
                <a:ext cx="2024830" cy="554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p:txBody>
          </p:sp>
          <p:sp>
            <p:nvSpPr>
              <p:cNvPr id="1094" name="Google Shape;1094;p22"/>
              <p:cNvSpPr/>
              <p:nvPr/>
            </p:nvSpPr>
            <p:spPr>
              <a:xfrm>
                <a:off x="4565516" y="1219024"/>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Neptune</a:t>
                </a:r>
                <a:endParaRPr sz="2400" b="1">
                  <a:solidFill>
                    <a:schemeClr val="dk1"/>
                  </a:solidFill>
                  <a:latin typeface="Chelsea Market"/>
                  <a:ea typeface="Chelsea Market"/>
                  <a:cs typeface="Chelsea Market"/>
                  <a:sym typeface="Chelsea Market"/>
                </a:endParaRPr>
              </a:p>
            </p:txBody>
          </p:sp>
        </p:grpSp>
      </p:grpSp>
      <p:grpSp>
        <p:nvGrpSpPr>
          <p:cNvPr id="1095" name="Google Shape;1095;p22"/>
          <p:cNvGrpSpPr/>
          <p:nvPr/>
        </p:nvGrpSpPr>
        <p:grpSpPr>
          <a:xfrm>
            <a:off x="2634076" y="3045025"/>
            <a:ext cx="5589331" cy="1464997"/>
            <a:chOff x="2634076" y="3045025"/>
            <a:chExt cx="5589331" cy="1464997"/>
          </a:xfrm>
        </p:grpSpPr>
        <p:sp>
          <p:nvSpPr>
            <p:cNvPr id="1096" name="Google Shape;1096;p22"/>
            <p:cNvSpPr/>
            <p:nvPr/>
          </p:nvSpPr>
          <p:spPr>
            <a:xfrm>
              <a:off x="2634076" y="3500413"/>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grpSp>
          <p:nvGrpSpPr>
            <p:cNvPr id="1097" name="Google Shape;1097;p22"/>
            <p:cNvGrpSpPr/>
            <p:nvPr/>
          </p:nvGrpSpPr>
          <p:grpSpPr>
            <a:xfrm>
              <a:off x="4565516" y="3045025"/>
              <a:ext cx="3657891" cy="554107"/>
              <a:chOff x="4565516" y="3045025"/>
              <a:chExt cx="3657891" cy="554107"/>
            </a:xfrm>
          </p:grpSpPr>
          <p:sp>
            <p:nvSpPr>
              <p:cNvPr id="1098" name="Google Shape;1098;p22"/>
              <p:cNvSpPr txBox="1"/>
              <p:nvPr/>
            </p:nvSpPr>
            <p:spPr>
              <a:xfrm>
                <a:off x="6198577" y="3045032"/>
                <a:ext cx="2024830" cy="554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099" name="Google Shape;1099;p22"/>
              <p:cNvSpPr/>
              <p:nvPr/>
            </p:nvSpPr>
            <p:spPr>
              <a:xfrm>
                <a:off x="4565516" y="3045025"/>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Mercury</a:t>
                </a:r>
                <a:endParaRPr sz="2400" b="1">
                  <a:solidFill>
                    <a:schemeClr val="dk1"/>
                  </a:solidFill>
                  <a:latin typeface="Chelsea Market"/>
                  <a:ea typeface="Chelsea Market"/>
                  <a:cs typeface="Chelsea Market"/>
                  <a:sym typeface="Chelsea Market"/>
                </a:endParaRPr>
              </a:p>
            </p:txBody>
          </p:sp>
        </p:grpSp>
        <p:grpSp>
          <p:nvGrpSpPr>
            <p:cNvPr id="1100" name="Google Shape;1100;p22"/>
            <p:cNvGrpSpPr/>
            <p:nvPr/>
          </p:nvGrpSpPr>
          <p:grpSpPr>
            <a:xfrm>
              <a:off x="4565516" y="3955886"/>
              <a:ext cx="3657892" cy="554136"/>
              <a:chOff x="4565516" y="3955886"/>
              <a:chExt cx="3657892" cy="554136"/>
            </a:xfrm>
          </p:grpSpPr>
          <p:sp>
            <p:nvSpPr>
              <p:cNvPr id="1101" name="Google Shape;1101;p22"/>
              <p:cNvSpPr txBox="1"/>
              <p:nvPr/>
            </p:nvSpPr>
            <p:spPr>
              <a:xfrm>
                <a:off x="6198578" y="3955922"/>
                <a:ext cx="2024830" cy="5541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102" name="Google Shape;1102;p22"/>
              <p:cNvSpPr/>
              <p:nvPr/>
            </p:nvSpPr>
            <p:spPr>
              <a:xfrm>
                <a:off x="4565516" y="3955886"/>
                <a:ext cx="1633061"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Venus</a:t>
                </a:r>
                <a:endParaRPr sz="2400" b="1">
                  <a:solidFill>
                    <a:schemeClr val="dk1"/>
                  </a:solidFill>
                  <a:latin typeface="Chelsea Market"/>
                  <a:ea typeface="Chelsea Market"/>
                  <a:cs typeface="Chelsea Market"/>
                  <a:sym typeface="Chelsea Market"/>
                </a:endParaRPr>
              </a:p>
            </p:txBody>
          </p:sp>
        </p:grpSp>
      </p:grpSp>
      <p:sp>
        <p:nvSpPr>
          <p:cNvPr id="1103" name="Google Shape;1103;p22"/>
          <p:cNvSpPr/>
          <p:nvPr/>
        </p:nvSpPr>
        <p:spPr>
          <a:xfrm>
            <a:off x="1090725" y="2587950"/>
            <a:ext cx="1946100" cy="5541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Geography</a:t>
            </a:r>
            <a:endParaRPr sz="2400" b="1">
              <a:solidFill>
                <a:schemeClr val="dk1"/>
              </a:solidFill>
              <a:latin typeface="Chelsea Market"/>
              <a:ea typeface="Chelsea Market"/>
              <a:cs typeface="Chelsea Market"/>
              <a:sym typeface="Chelsea Market"/>
            </a:endParaRPr>
          </a:p>
        </p:txBody>
      </p:sp>
      <p:cxnSp>
        <p:nvCxnSpPr>
          <p:cNvPr id="1104" name="Google Shape;1104;p22"/>
          <p:cNvCxnSpPr>
            <a:stCxn id="1103" idx="0"/>
            <a:endCxn id="1088" idx="1"/>
          </p:cNvCxnSpPr>
          <p:nvPr/>
        </p:nvCxnSpPr>
        <p:spPr>
          <a:xfrm rot="-5400000">
            <a:off x="2031225" y="1985100"/>
            <a:ext cx="635400" cy="570300"/>
          </a:xfrm>
          <a:prstGeom prst="bentConnector2">
            <a:avLst/>
          </a:prstGeom>
          <a:noFill/>
          <a:ln w="19050" cap="flat" cmpd="sng">
            <a:solidFill>
              <a:schemeClr val="accent2"/>
            </a:solidFill>
            <a:prstDash val="solid"/>
            <a:round/>
            <a:headEnd type="none" w="med" len="med"/>
            <a:tailEnd type="none" w="med" len="med"/>
          </a:ln>
        </p:spPr>
      </p:cxnSp>
      <p:cxnSp>
        <p:nvCxnSpPr>
          <p:cNvPr id="1105" name="Google Shape;1105;p22"/>
          <p:cNvCxnSpPr>
            <a:stCxn id="1103" idx="2"/>
            <a:endCxn id="1096" idx="1"/>
          </p:cNvCxnSpPr>
          <p:nvPr/>
        </p:nvCxnSpPr>
        <p:spPr>
          <a:xfrm rot="-5400000" flipH="1">
            <a:off x="2031225" y="3174600"/>
            <a:ext cx="635400" cy="570300"/>
          </a:xfrm>
          <a:prstGeom prst="bentConnector2">
            <a:avLst/>
          </a:prstGeom>
          <a:noFill/>
          <a:ln w="19050" cap="flat" cmpd="sng">
            <a:solidFill>
              <a:schemeClr val="accent5"/>
            </a:solidFill>
            <a:prstDash val="solid"/>
            <a:round/>
            <a:headEnd type="none" w="med" len="med"/>
            <a:tailEnd type="none" w="med" len="med"/>
          </a:ln>
        </p:spPr>
      </p:cxnSp>
      <p:cxnSp>
        <p:nvCxnSpPr>
          <p:cNvPr id="1106" name="Google Shape;1106;p22"/>
          <p:cNvCxnSpPr>
            <a:stCxn id="1088" idx="0"/>
            <a:endCxn id="1094" idx="1"/>
          </p:cNvCxnSpPr>
          <p:nvPr/>
        </p:nvCxnSpPr>
        <p:spPr>
          <a:xfrm rot="-5400000">
            <a:off x="3918307" y="1028330"/>
            <a:ext cx="179400" cy="1114800"/>
          </a:xfrm>
          <a:prstGeom prst="bentConnector2">
            <a:avLst/>
          </a:prstGeom>
          <a:noFill/>
          <a:ln w="19050" cap="flat" cmpd="sng">
            <a:solidFill>
              <a:schemeClr val="accent2"/>
            </a:solidFill>
            <a:prstDash val="solid"/>
            <a:round/>
            <a:headEnd type="none" w="med" len="med"/>
            <a:tailEnd type="none" w="med" len="med"/>
          </a:ln>
        </p:spPr>
      </p:cxnSp>
      <p:cxnSp>
        <p:nvCxnSpPr>
          <p:cNvPr id="1107" name="Google Shape;1107;p22"/>
          <p:cNvCxnSpPr>
            <a:stCxn id="1088" idx="2"/>
            <a:endCxn id="1091" idx="1"/>
          </p:cNvCxnSpPr>
          <p:nvPr/>
        </p:nvCxnSpPr>
        <p:spPr>
          <a:xfrm rot="-5400000" flipH="1">
            <a:off x="3918157" y="1761980"/>
            <a:ext cx="179700" cy="1114800"/>
          </a:xfrm>
          <a:prstGeom prst="bentConnector2">
            <a:avLst/>
          </a:prstGeom>
          <a:noFill/>
          <a:ln w="19050" cap="flat" cmpd="sng">
            <a:solidFill>
              <a:schemeClr val="accent2"/>
            </a:solidFill>
            <a:prstDash val="solid"/>
            <a:round/>
            <a:headEnd type="none" w="med" len="med"/>
            <a:tailEnd type="none" w="med" len="med"/>
          </a:ln>
        </p:spPr>
      </p:cxnSp>
      <p:cxnSp>
        <p:nvCxnSpPr>
          <p:cNvPr id="1108" name="Google Shape;1108;p22"/>
          <p:cNvCxnSpPr>
            <a:stCxn id="1096" idx="0"/>
            <a:endCxn id="1099" idx="1"/>
          </p:cNvCxnSpPr>
          <p:nvPr/>
        </p:nvCxnSpPr>
        <p:spPr>
          <a:xfrm rot="-5400000">
            <a:off x="3918907" y="2853913"/>
            <a:ext cx="178200" cy="1114800"/>
          </a:xfrm>
          <a:prstGeom prst="bentConnector2">
            <a:avLst/>
          </a:prstGeom>
          <a:noFill/>
          <a:ln w="19050" cap="flat" cmpd="sng">
            <a:solidFill>
              <a:schemeClr val="accent5"/>
            </a:solidFill>
            <a:prstDash val="solid"/>
            <a:round/>
            <a:headEnd type="none" w="med" len="med"/>
            <a:tailEnd type="none" w="med" len="med"/>
          </a:ln>
        </p:spPr>
      </p:cxnSp>
      <p:cxnSp>
        <p:nvCxnSpPr>
          <p:cNvPr id="1109" name="Google Shape;1109;p22"/>
          <p:cNvCxnSpPr>
            <a:stCxn id="1096" idx="2"/>
            <a:endCxn id="1102" idx="1"/>
          </p:cNvCxnSpPr>
          <p:nvPr/>
        </p:nvCxnSpPr>
        <p:spPr>
          <a:xfrm rot="-5400000" flipH="1">
            <a:off x="3918757" y="3586363"/>
            <a:ext cx="178500" cy="1114800"/>
          </a:xfrm>
          <a:prstGeom prst="bentConnector2">
            <a:avLst/>
          </a:prstGeom>
          <a:noFill/>
          <a:ln w="19050" cap="flat" cmpd="sng">
            <a:solidFill>
              <a:schemeClr val="accent5"/>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23"/>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115" name="Google Shape;1115;p23"/>
          <p:cNvGraphicFramePr/>
          <p:nvPr/>
        </p:nvGraphicFramePr>
        <p:xfrm>
          <a:off x="1070125" y="1307300"/>
          <a:ext cx="7239000" cy="3127900"/>
        </p:xfrm>
        <a:graphic>
          <a:graphicData uri="http://schemas.openxmlformats.org/drawingml/2006/table">
            <a:tbl>
              <a:tblPr>
                <a:noFill/>
                <a:tableStyleId>{D1BC66E7-A733-4C15-83E7-087EB3113AAD}</a:tableStyleId>
              </a:tblPr>
              <a:tblGrid>
                <a:gridCol w="2413000"/>
                <a:gridCol w="2413000"/>
                <a:gridCol w="2413000"/>
              </a:tblGrid>
              <a:tr h="781975">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Continent</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9525" cap="flat" cmpd="sng">
                      <a:solidFill>
                        <a:srgbClr val="272727">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Population</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9525" cap="flat" cmpd="sng">
                      <a:solidFill>
                        <a:srgbClr val="272727">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Area</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9525" cap="flat" cmpd="sng">
                      <a:solidFill>
                        <a:srgbClr val="272727">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r>
              <a:tr h="781975">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Asia</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3,261,050,390</a:t>
                      </a:r>
                      <a:endParaRPr>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31,033,131 km</a:t>
                      </a:r>
                      <a:r>
                        <a:rPr lang="en-GB" baseline="30000">
                          <a:solidFill>
                            <a:schemeClr val="dk1"/>
                          </a:solidFill>
                          <a:latin typeface="Lato"/>
                          <a:ea typeface="Lato"/>
                          <a:cs typeface="Lato"/>
                          <a:sym typeface="Lato"/>
                        </a:rPr>
                        <a:t>2</a:t>
                      </a:r>
                      <a:endParaRPr baseline="30000">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781975">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1,340,598,147</a:t>
                      </a:r>
                      <a:endParaRPr>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29,648,481 km</a:t>
                      </a:r>
                      <a:r>
                        <a:rPr lang="en-GB" baseline="30000">
                          <a:solidFill>
                            <a:schemeClr val="dk1"/>
                          </a:solidFill>
                          <a:latin typeface="Lato"/>
                          <a:ea typeface="Lato"/>
                          <a:cs typeface="Lato"/>
                          <a:sym typeface="Lato"/>
                        </a:rPr>
                        <a:t>2</a:t>
                      </a:r>
                      <a:endParaRPr>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781975">
                <a:tc>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9525" cap="flat" cmpd="sng">
                      <a:solidFill>
                        <a:srgbClr val="272727">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747,636,026</a:t>
                      </a:r>
                      <a:endParaRPr>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9525" cap="flat" cmpd="sng">
                      <a:solidFill>
                        <a:srgbClr val="272727">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22,134,900 km</a:t>
                      </a:r>
                      <a:r>
                        <a:rPr lang="en-GB" baseline="30000">
                          <a:solidFill>
                            <a:schemeClr val="dk1"/>
                          </a:solidFill>
                          <a:latin typeface="Lato"/>
                          <a:ea typeface="Lato"/>
                          <a:cs typeface="Lato"/>
                          <a:sym typeface="Lato"/>
                        </a:rPr>
                        <a:t>2</a:t>
                      </a:r>
                      <a:endParaRPr>
                        <a:solidFill>
                          <a:schemeClr val="dk1"/>
                        </a:solidFill>
                        <a:latin typeface="Lato"/>
                        <a:ea typeface="Lato"/>
                        <a:cs typeface="Lato"/>
                        <a:sym typeface="Lato"/>
                      </a:endParaRPr>
                    </a:p>
                  </a:txBody>
                  <a:tcPr marL="91425" marR="91425" marT="91425" marB="91425" anchor="ctr">
                    <a:lnL w="9525" cap="flat" cmpd="sng">
                      <a:solidFill>
                        <a:srgbClr val="272727">
                          <a:alpha val="0"/>
                        </a:srgbClr>
                      </a:solidFill>
                      <a:prstDash val="solid"/>
                      <a:round/>
                      <a:headEnd type="none" w="sm" len="sm"/>
                      <a:tailEnd type="none" w="sm" len="sm"/>
                    </a:lnL>
                    <a:lnR w="9525" cap="flat" cmpd="sng">
                      <a:solidFill>
                        <a:srgbClr val="272727">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9525" cap="flat" cmpd="sng">
                      <a:solidFill>
                        <a:srgbClr val="272727">
                          <a:alpha val="0"/>
                        </a:srgbClr>
                      </a:solidFill>
                      <a:prstDash val="solid"/>
                      <a:round/>
                      <a:headEnd type="none" w="sm" len="sm"/>
                      <a:tailEnd type="none" w="sm" len="sm"/>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24"/>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121" name="Google Shape;1121;p24"/>
          <p:cNvGrpSpPr/>
          <p:nvPr/>
        </p:nvGrpSpPr>
        <p:grpSpPr>
          <a:xfrm>
            <a:off x="1129700" y="2064138"/>
            <a:ext cx="7070625" cy="572738"/>
            <a:chOff x="1129700" y="2064138"/>
            <a:chExt cx="7070625" cy="572738"/>
          </a:xfrm>
        </p:grpSpPr>
        <p:sp>
          <p:nvSpPr>
            <p:cNvPr id="1122" name="Google Shape;1122;p24"/>
            <p:cNvSpPr txBox="1"/>
            <p:nvPr/>
          </p:nvSpPr>
          <p:spPr>
            <a:xfrm>
              <a:off x="1129700" y="2064175"/>
              <a:ext cx="1691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Asia</a:t>
              </a:r>
              <a:endParaRPr sz="2400" b="1">
                <a:solidFill>
                  <a:schemeClr val="dk1"/>
                </a:solidFill>
                <a:latin typeface="Chelsea Market"/>
                <a:ea typeface="Chelsea Market"/>
                <a:cs typeface="Chelsea Market"/>
                <a:sym typeface="Chelsea Market"/>
              </a:endParaRPr>
            </a:p>
          </p:txBody>
        </p:sp>
        <p:sp>
          <p:nvSpPr>
            <p:cNvPr id="1123" name="Google Shape;1123;p24"/>
            <p:cNvSpPr txBox="1"/>
            <p:nvPr/>
          </p:nvSpPr>
          <p:spPr>
            <a:xfrm>
              <a:off x="2821300" y="2064138"/>
              <a:ext cx="2287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sp>
          <p:nvSpPr>
            <p:cNvPr id="1124" name="Google Shape;1124;p24"/>
            <p:cNvSpPr txBox="1"/>
            <p:nvPr/>
          </p:nvSpPr>
          <p:spPr>
            <a:xfrm>
              <a:off x="7332725" y="2064173"/>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59%</a:t>
              </a:r>
              <a:endParaRPr sz="3000" b="1">
                <a:solidFill>
                  <a:schemeClr val="accent5"/>
                </a:solidFill>
                <a:latin typeface="Chelsea Market"/>
                <a:ea typeface="Chelsea Market"/>
                <a:cs typeface="Chelsea Market"/>
                <a:sym typeface="Chelsea Market"/>
              </a:endParaRPr>
            </a:p>
          </p:txBody>
        </p:sp>
      </p:grpSp>
      <p:grpSp>
        <p:nvGrpSpPr>
          <p:cNvPr id="1125" name="Google Shape;1125;p24"/>
          <p:cNvGrpSpPr/>
          <p:nvPr/>
        </p:nvGrpSpPr>
        <p:grpSpPr>
          <a:xfrm>
            <a:off x="1129700" y="2935700"/>
            <a:ext cx="7070625" cy="572724"/>
            <a:chOff x="1129700" y="2935700"/>
            <a:chExt cx="7070625" cy="572724"/>
          </a:xfrm>
        </p:grpSpPr>
        <p:sp>
          <p:nvSpPr>
            <p:cNvPr id="1126" name="Google Shape;1126;p24"/>
            <p:cNvSpPr txBox="1"/>
            <p:nvPr/>
          </p:nvSpPr>
          <p:spPr>
            <a:xfrm>
              <a:off x="1129700" y="2935720"/>
              <a:ext cx="1691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p:txBody>
        </p:sp>
        <p:sp>
          <p:nvSpPr>
            <p:cNvPr id="1127" name="Google Shape;1127;p24"/>
            <p:cNvSpPr txBox="1"/>
            <p:nvPr/>
          </p:nvSpPr>
          <p:spPr>
            <a:xfrm>
              <a:off x="2821300" y="2935700"/>
              <a:ext cx="2287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128" name="Google Shape;1128;p24"/>
            <p:cNvSpPr txBox="1"/>
            <p:nvPr/>
          </p:nvSpPr>
          <p:spPr>
            <a:xfrm>
              <a:off x="7332725" y="2935725"/>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18%</a:t>
              </a:r>
              <a:endParaRPr sz="3000" b="1">
                <a:solidFill>
                  <a:schemeClr val="accent2"/>
                </a:solidFill>
                <a:latin typeface="Chelsea Market"/>
                <a:ea typeface="Chelsea Market"/>
                <a:cs typeface="Chelsea Market"/>
                <a:sym typeface="Chelsea Market"/>
              </a:endParaRPr>
            </a:p>
          </p:txBody>
        </p:sp>
      </p:grpSp>
      <p:grpSp>
        <p:nvGrpSpPr>
          <p:cNvPr id="1129" name="Google Shape;1129;p24"/>
          <p:cNvGrpSpPr/>
          <p:nvPr/>
        </p:nvGrpSpPr>
        <p:grpSpPr>
          <a:xfrm>
            <a:off x="1129700" y="3807250"/>
            <a:ext cx="7070625" cy="572705"/>
            <a:chOff x="1129700" y="3807250"/>
            <a:chExt cx="7070625" cy="572705"/>
          </a:xfrm>
        </p:grpSpPr>
        <p:sp>
          <p:nvSpPr>
            <p:cNvPr id="1130" name="Google Shape;1130;p24"/>
            <p:cNvSpPr txBox="1"/>
            <p:nvPr/>
          </p:nvSpPr>
          <p:spPr>
            <a:xfrm>
              <a:off x="1129700" y="3807251"/>
              <a:ext cx="1691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sp>
          <p:nvSpPr>
            <p:cNvPr id="1131" name="Google Shape;1131;p24"/>
            <p:cNvSpPr txBox="1"/>
            <p:nvPr/>
          </p:nvSpPr>
          <p:spPr>
            <a:xfrm>
              <a:off x="2821300" y="3807250"/>
              <a:ext cx="2287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p:txBody>
        </p:sp>
        <p:sp>
          <p:nvSpPr>
            <p:cNvPr id="1132" name="Google Shape;1132;p24"/>
            <p:cNvSpPr txBox="1"/>
            <p:nvPr/>
          </p:nvSpPr>
          <p:spPr>
            <a:xfrm>
              <a:off x="7332725" y="3807255"/>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6"/>
                  </a:solidFill>
                  <a:latin typeface="Chelsea Market"/>
                  <a:ea typeface="Chelsea Market"/>
                  <a:cs typeface="Chelsea Market"/>
                  <a:sym typeface="Chelsea Market"/>
                </a:rPr>
                <a:t>9%</a:t>
              </a:r>
              <a:endParaRPr sz="3000" b="1">
                <a:solidFill>
                  <a:schemeClr val="accent6"/>
                </a:solidFill>
                <a:latin typeface="Chelsea Market"/>
                <a:ea typeface="Chelsea Market"/>
                <a:cs typeface="Chelsea Market"/>
                <a:sym typeface="Chelsea Market"/>
              </a:endParaRPr>
            </a:p>
          </p:txBody>
        </p:sp>
      </p:grpSp>
      <p:sp>
        <p:nvSpPr>
          <p:cNvPr id="1133" name="Google Shape;1133;p24"/>
          <p:cNvSpPr/>
          <p:nvPr/>
        </p:nvSpPr>
        <p:spPr>
          <a:xfrm>
            <a:off x="5255263" y="2180738"/>
            <a:ext cx="19308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4" name="Google Shape;1134;p24"/>
          <p:cNvSpPr/>
          <p:nvPr/>
        </p:nvSpPr>
        <p:spPr>
          <a:xfrm>
            <a:off x="5255283" y="2180750"/>
            <a:ext cx="1085700" cy="331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5" name="Google Shape;1135;p24"/>
          <p:cNvSpPr/>
          <p:nvPr/>
        </p:nvSpPr>
        <p:spPr>
          <a:xfrm>
            <a:off x="5255263" y="3056175"/>
            <a:ext cx="19308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6" name="Google Shape;1136;p24"/>
          <p:cNvSpPr/>
          <p:nvPr/>
        </p:nvSpPr>
        <p:spPr>
          <a:xfrm>
            <a:off x="5255267" y="3056175"/>
            <a:ext cx="342300" cy="331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7" name="Google Shape;1137;p24"/>
          <p:cNvSpPr/>
          <p:nvPr/>
        </p:nvSpPr>
        <p:spPr>
          <a:xfrm>
            <a:off x="5255263" y="3931575"/>
            <a:ext cx="1930800" cy="331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8" name="Google Shape;1138;p24"/>
          <p:cNvSpPr/>
          <p:nvPr/>
        </p:nvSpPr>
        <p:spPr>
          <a:xfrm>
            <a:off x="5255281" y="3931575"/>
            <a:ext cx="191700" cy="331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9" name="Google Shape;1139;p24"/>
          <p:cNvSpPr/>
          <p:nvPr/>
        </p:nvSpPr>
        <p:spPr>
          <a:xfrm>
            <a:off x="2646150" y="1273084"/>
            <a:ext cx="3851700" cy="4845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World population</a:t>
            </a:r>
            <a:endParaRPr sz="2400" b="1">
              <a:solidFill>
                <a:schemeClr val="dk1"/>
              </a:solidFill>
              <a:latin typeface="Chelsea Market"/>
              <a:ea typeface="Chelsea Market"/>
              <a:cs typeface="Chelsea Market"/>
              <a:sym typeface="Chelsea Marke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pic>
        <p:nvPicPr>
          <p:cNvPr id="1144" name="Google Shape;1144;p25" title="Gráfico">
            <a:hlinkClick r:id="rId1"/>
          </p:cNvPr>
          <p:cNvPicPr preferRelativeResize="0"/>
          <p:nvPr/>
        </p:nvPicPr>
        <p:blipFill>
          <a:blip r:embed="rId2"/>
          <a:stretch>
            <a:fillRect/>
          </a:stretch>
        </p:blipFill>
        <p:spPr>
          <a:xfrm>
            <a:off x="3101713" y="1624200"/>
            <a:ext cx="3131950" cy="2322800"/>
          </a:xfrm>
          <a:prstGeom prst="rect">
            <a:avLst/>
          </a:prstGeom>
          <a:noFill/>
          <a:ln>
            <a:noFill/>
          </a:ln>
        </p:spPr>
      </p:pic>
      <p:sp>
        <p:nvSpPr>
          <p:cNvPr id="1145" name="Google Shape;1145;p25"/>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146" name="Google Shape;1146;p25"/>
          <p:cNvGrpSpPr/>
          <p:nvPr/>
        </p:nvGrpSpPr>
        <p:grpSpPr>
          <a:xfrm>
            <a:off x="1064325" y="1310602"/>
            <a:ext cx="2697000" cy="1294649"/>
            <a:chOff x="1064325" y="1310602"/>
            <a:chExt cx="2697000" cy="1294649"/>
          </a:xfrm>
        </p:grpSpPr>
        <p:grpSp>
          <p:nvGrpSpPr>
            <p:cNvPr id="1147" name="Google Shape;1147;p25"/>
            <p:cNvGrpSpPr/>
            <p:nvPr/>
          </p:nvGrpSpPr>
          <p:grpSpPr>
            <a:xfrm>
              <a:off x="1064325" y="1310602"/>
              <a:ext cx="1629300" cy="1294649"/>
              <a:chOff x="911925" y="3215352"/>
              <a:chExt cx="1629300" cy="1294649"/>
            </a:xfrm>
          </p:grpSpPr>
          <p:sp>
            <p:nvSpPr>
              <p:cNvPr id="1148" name="Google Shape;1148;p25"/>
              <p:cNvSpPr txBox="1"/>
              <p:nvPr/>
            </p:nvSpPr>
            <p:spPr>
              <a:xfrm>
                <a:off x="911925" y="3215352"/>
                <a:ext cx="1629300" cy="448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p:txBody>
          </p:sp>
          <p:sp>
            <p:nvSpPr>
              <p:cNvPr id="1149" name="Google Shape;1149;p25"/>
              <p:cNvSpPr txBox="1"/>
              <p:nvPr/>
            </p:nvSpPr>
            <p:spPr>
              <a:xfrm>
                <a:off x="911925" y="3663400"/>
                <a:ext cx="1629300" cy="8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grpSp>
        <p:sp>
          <p:nvSpPr>
            <p:cNvPr id="1150" name="Google Shape;1150;p25"/>
            <p:cNvSpPr txBox="1"/>
            <p:nvPr/>
          </p:nvSpPr>
          <p:spPr>
            <a:xfrm>
              <a:off x="2693625" y="1733825"/>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10%</a:t>
              </a:r>
              <a:endParaRPr sz="3000" b="1">
                <a:solidFill>
                  <a:schemeClr val="accent2"/>
                </a:solidFill>
                <a:latin typeface="Chelsea Market"/>
                <a:ea typeface="Chelsea Market"/>
                <a:cs typeface="Chelsea Market"/>
                <a:sym typeface="Chelsea Market"/>
              </a:endParaRPr>
            </a:p>
          </p:txBody>
        </p:sp>
      </p:grpSp>
      <p:grpSp>
        <p:nvGrpSpPr>
          <p:cNvPr id="1151" name="Google Shape;1151;p25"/>
          <p:cNvGrpSpPr/>
          <p:nvPr/>
        </p:nvGrpSpPr>
        <p:grpSpPr>
          <a:xfrm>
            <a:off x="5574050" y="1310602"/>
            <a:ext cx="2697005" cy="1294649"/>
            <a:chOff x="5574050" y="1310602"/>
            <a:chExt cx="2697005" cy="1294649"/>
          </a:xfrm>
        </p:grpSpPr>
        <p:grpSp>
          <p:nvGrpSpPr>
            <p:cNvPr id="1152" name="Google Shape;1152;p25"/>
            <p:cNvGrpSpPr/>
            <p:nvPr/>
          </p:nvGrpSpPr>
          <p:grpSpPr>
            <a:xfrm>
              <a:off x="6641755" y="1310602"/>
              <a:ext cx="1629300" cy="1294649"/>
              <a:chOff x="4767130" y="3215352"/>
              <a:chExt cx="1629300" cy="1294649"/>
            </a:xfrm>
          </p:grpSpPr>
          <p:sp>
            <p:nvSpPr>
              <p:cNvPr id="1153" name="Google Shape;1153;p25"/>
              <p:cNvSpPr txBox="1"/>
              <p:nvPr/>
            </p:nvSpPr>
            <p:spPr>
              <a:xfrm>
                <a:off x="4767130" y="3215352"/>
                <a:ext cx="1629300" cy="448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sp>
            <p:nvSpPr>
              <p:cNvPr id="1154" name="Google Shape;1154;p25"/>
              <p:cNvSpPr txBox="1"/>
              <p:nvPr/>
            </p:nvSpPr>
            <p:spPr>
              <a:xfrm>
                <a:off x="4767130" y="3663400"/>
                <a:ext cx="1629300" cy="84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grpSp>
        <p:sp>
          <p:nvSpPr>
            <p:cNvPr id="1155" name="Google Shape;1155;p25"/>
            <p:cNvSpPr txBox="1"/>
            <p:nvPr/>
          </p:nvSpPr>
          <p:spPr>
            <a:xfrm>
              <a:off x="5574050" y="1733825"/>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20%</a:t>
              </a:r>
              <a:endParaRPr sz="3000" b="1">
                <a:solidFill>
                  <a:schemeClr val="accent5"/>
                </a:solidFill>
                <a:latin typeface="Chelsea Market"/>
                <a:ea typeface="Chelsea Market"/>
                <a:cs typeface="Chelsea Market"/>
                <a:sym typeface="Chelsea Market"/>
              </a:endParaRPr>
            </a:p>
          </p:txBody>
        </p:sp>
      </p:grpSp>
      <p:grpSp>
        <p:nvGrpSpPr>
          <p:cNvPr id="1156" name="Google Shape;1156;p25"/>
          <p:cNvGrpSpPr/>
          <p:nvPr/>
        </p:nvGrpSpPr>
        <p:grpSpPr>
          <a:xfrm>
            <a:off x="1064315" y="2872202"/>
            <a:ext cx="2697010" cy="1294649"/>
            <a:chOff x="1064315" y="2872202"/>
            <a:chExt cx="2697010" cy="1294649"/>
          </a:xfrm>
        </p:grpSpPr>
        <p:grpSp>
          <p:nvGrpSpPr>
            <p:cNvPr id="1157" name="Google Shape;1157;p25"/>
            <p:cNvGrpSpPr/>
            <p:nvPr/>
          </p:nvGrpSpPr>
          <p:grpSpPr>
            <a:xfrm>
              <a:off x="1064315" y="2872202"/>
              <a:ext cx="1629300" cy="1294649"/>
              <a:chOff x="2740115" y="3215352"/>
              <a:chExt cx="1629300" cy="1294649"/>
            </a:xfrm>
          </p:grpSpPr>
          <p:sp>
            <p:nvSpPr>
              <p:cNvPr id="1158" name="Google Shape;1158;p25"/>
              <p:cNvSpPr txBox="1"/>
              <p:nvPr/>
            </p:nvSpPr>
            <p:spPr>
              <a:xfrm>
                <a:off x="2740115" y="3215352"/>
                <a:ext cx="1629300" cy="448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p:txBody>
          </p:sp>
          <p:sp>
            <p:nvSpPr>
              <p:cNvPr id="1159" name="Google Shape;1159;p25"/>
              <p:cNvSpPr txBox="1"/>
              <p:nvPr/>
            </p:nvSpPr>
            <p:spPr>
              <a:xfrm>
                <a:off x="2740115" y="3663400"/>
                <a:ext cx="1629300" cy="8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grpSp>
        <p:sp>
          <p:nvSpPr>
            <p:cNvPr id="1160" name="Google Shape;1160;p25"/>
            <p:cNvSpPr txBox="1"/>
            <p:nvPr/>
          </p:nvSpPr>
          <p:spPr>
            <a:xfrm>
              <a:off x="2693625" y="3295425"/>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6"/>
                  </a:solidFill>
                  <a:latin typeface="Chelsea Market"/>
                  <a:ea typeface="Chelsea Market"/>
                  <a:cs typeface="Chelsea Market"/>
                  <a:sym typeface="Chelsea Market"/>
                </a:rPr>
                <a:t>40%</a:t>
              </a:r>
              <a:endParaRPr sz="3000" b="1">
                <a:solidFill>
                  <a:schemeClr val="accent6"/>
                </a:solidFill>
                <a:latin typeface="Chelsea Market"/>
                <a:ea typeface="Chelsea Market"/>
                <a:cs typeface="Chelsea Market"/>
                <a:sym typeface="Chelsea Market"/>
              </a:endParaRPr>
            </a:p>
          </p:txBody>
        </p:sp>
      </p:grpSp>
      <p:grpSp>
        <p:nvGrpSpPr>
          <p:cNvPr id="1161" name="Google Shape;1161;p25"/>
          <p:cNvGrpSpPr/>
          <p:nvPr/>
        </p:nvGrpSpPr>
        <p:grpSpPr>
          <a:xfrm>
            <a:off x="5574050" y="2872202"/>
            <a:ext cx="2696995" cy="1294649"/>
            <a:chOff x="5574050" y="2872202"/>
            <a:chExt cx="2696995" cy="1294649"/>
          </a:xfrm>
        </p:grpSpPr>
        <p:grpSp>
          <p:nvGrpSpPr>
            <p:cNvPr id="1162" name="Google Shape;1162;p25"/>
            <p:cNvGrpSpPr/>
            <p:nvPr/>
          </p:nvGrpSpPr>
          <p:grpSpPr>
            <a:xfrm>
              <a:off x="6641744" y="2872202"/>
              <a:ext cx="1629300" cy="1294649"/>
              <a:chOff x="6794144" y="3215352"/>
              <a:chExt cx="1629300" cy="1294649"/>
            </a:xfrm>
          </p:grpSpPr>
          <p:sp>
            <p:nvSpPr>
              <p:cNvPr id="1163" name="Google Shape;1163;p25"/>
              <p:cNvSpPr txBox="1"/>
              <p:nvPr/>
            </p:nvSpPr>
            <p:spPr>
              <a:xfrm>
                <a:off x="6794144" y="3215352"/>
                <a:ext cx="1629300" cy="448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Oceania</a:t>
                </a:r>
                <a:endParaRPr sz="2400" b="1">
                  <a:solidFill>
                    <a:schemeClr val="dk1"/>
                  </a:solidFill>
                  <a:latin typeface="Chelsea Market"/>
                  <a:ea typeface="Chelsea Market"/>
                  <a:cs typeface="Chelsea Market"/>
                  <a:sym typeface="Chelsea Market"/>
                </a:endParaRPr>
              </a:p>
            </p:txBody>
          </p:sp>
          <p:sp>
            <p:nvSpPr>
              <p:cNvPr id="1164" name="Google Shape;1164;p25"/>
              <p:cNvSpPr txBox="1"/>
              <p:nvPr/>
            </p:nvSpPr>
            <p:spPr>
              <a:xfrm>
                <a:off x="6794144" y="3663400"/>
                <a:ext cx="1629300" cy="8466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Pluto is considered a dwarf planet</a:t>
                </a:r>
                <a:endParaRPr>
                  <a:solidFill>
                    <a:schemeClr val="dk1"/>
                  </a:solidFill>
                  <a:latin typeface="Lato"/>
                  <a:ea typeface="Lato"/>
                  <a:cs typeface="Lato"/>
                  <a:sym typeface="Lato"/>
                </a:endParaRPr>
              </a:p>
            </p:txBody>
          </p:sp>
        </p:grpSp>
        <p:sp>
          <p:nvSpPr>
            <p:cNvPr id="1165" name="Google Shape;1165;p25"/>
            <p:cNvSpPr txBox="1"/>
            <p:nvPr/>
          </p:nvSpPr>
          <p:spPr>
            <a:xfrm>
              <a:off x="5574050" y="3295425"/>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1"/>
                  </a:solidFill>
                  <a:latin typeface="Chelsea Market"/>
                  <a:ea typeface="Chelsea Market"/>
                  <a:cs typeface="Chelsea Market"/>
                  <a:sym typeface="Chelsea Market"/>
                </a:rPr>
                <a:t>30%</a:t>
              </a:r>
              <a:endParaRPr sz="3000" b="1">
                <a:solidFill>
                  <a:schemeClr val="accent1"/>
                </a:solidFill>
                <a:latin typeface="Chelsea Market"/>
                <a:ea typeface="Chelsea Market"/>
                <a:cs typeface="Chelsea Market"/>
                <a:sym typeface="Chelsea Market"/>
              </a:endParaRPr>
            </a:p>
          </p:txBody>
        </p:sp>
      </p:grpSp>
      <p:sp>
        <p:nvSpPr>
          <p:cNvPr id="1166" name="Google Shape;1166;p25"/>
          <p:cNvSpPr txBox="1"/>
          <p:nvPr/>
        </p:nvSpPr>
        <p:spPr>
          <a:xfrm>
            <a:off x="1015825" y="4266650"/>
            <a:ext cx="7303500" cy="26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200">
                <a:solidFill>
                  <a:schemeClr val="dk1"/>
                </a:solidFill>
                <a:latin typeface="Lato"/>
                <a:ea typeface="Lato"/>
                <a:cs typeface="Lato"/>
                <a:sym typeface="Lato"/>
              </a:rPr>
              <a:t>Follow the link in the graph to modify its data and then paste the new one here. </a:t>
            </a:r>
            <a:r>
              <a:rPr lang="en-GB" sz="1200" b="1">
                <a:solidFill>
                  <a:schemeClr val="dk1"/>
                </a:solidFill>
                <a:uFill>
                  <a:noFill/>
                </a:uFill>
                <a:latin typeface="Lato"/>
                <a:ea typeface="Lato"/>
                <a:cs typeface="Lato"/>
                <a:sym typeface="Lato"/>
                <a:hlinkClick r:id="rId3"/>
              </a:rPr>
              <a:t>For more info, click here</a:t>
            </a:r>
            <a:endParaRPr sz="1200" b="1">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26"/>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sp>
        <p:nvSpPr>
          <p:cNvPr id="1172" name="Google Shape;1172;p26"/>
          <p:cNvSpPr/>
          <p:nvPr/>
        </p:nvSpPr>
        <p:spPr>
          <a:xfrm>
            <a:off x="3615093" y="1455700"/>
            <a:ext cx="2427000" cy="5100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Geography</a:t>
            </a:r>
            <a:endParaRPr sz="2400" b="1">
              <a:solidFill>
                <a:schemeClr val="dk1"/>
              </a:solidFill>
              <a:latin typeface="Chelsea Market"/>
              <a:ea typeface="Chelsea Market"/>
              <a:cs typeface="Chelsea Market"/>
              <a:sym typeface="Chelsea Market"/>
            </a:endParaRPr>
          </a:p>
        </p:txBody>
      </p:sp>
      <p:grpSp>
        <p:nvGrpSpPr>
          <p:cNvPr id="1173" name="Google Shape;1173;p26"/>
          <p:cNvGrpSpPr/>
          <p:nvPr/>
        </p:nvGrpSpPr>
        <p:grpSpPr>
          <a:xfrm>
            <a:off x="977218" y="2268627"/>
            <a:ext cx="2427600" cy="2241593"/>
            <a:chOff x="977218" y="2268627"/>
            <a:chExt cx="2427600" cy="2241593"/>
          </a:xfrm>
        </p:grpSpPr>
        <p:sp>
          <p:nvSpPr>
            <p:cNvPr id="1174" name="Google Shape;1174;p26"/>
            <p:cNvSpPr txBox="1"/>
            <p:nvPr/>
          </p:nvSpPr>
          <p:spPr>
            <a:xfrm>
              <a:off x="977218" y="3226820"/>
              <a:ext cx="2427600" cy="1283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175" name="Google Shape;1175;p26"/>
            <p:cNvSpPr/>
            <p:nvPr/>
          </p:nvSpPr>
          <p:spPr>
            <a:xfrm>
              <a:off x="977218" y="2793025"/>
              <a:ext cx="2427600" cy="5100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Location</a:t>
              </a:r>
              <a:endParaRPr sz="2400" b="1">
                <a:solidFill>
                  <a:schemeClr val="dk1"/>
                </a:solidFill>
                <a:latin typeface="Chelsea Market"/>
                <a:ea typeface="Chelsea Market"/>
                <a:cs typeface="Chelsea Market"/>
                <a:sym typeface="Chelsea Market"/>
              </a:endParaRPr>
            </a:p>
          </p:txBody>
        </p:sp>
        <p:sp>
          <p:nvSpPr>
            <p:cNvPr id="1176" name="Google Shape;1176;p26"/>
            <p:cNvSpPr txBox="1"/>
            <p:nvPr/>
          </p:nvSpPr>
          <p:spPr>
            <a:xfrm>
              <a:off x="1376763" y="2268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01</a:t>
              </a:r>
              <a:endParaRPr sz="3000" b="1">
                <a:solidFill>
                  <a:schemeClr val="accent2"/>
                </a:solidFill>
                <a:latin typeface="Chelsea Market"/>
                <a:ea typeface="Chelsea Market"/>
                <a:cs typeface="Chelsea Market"/>
                <a:sym typeface="Chelsea Market"/>
              </a:endParaRPr>
            </a:p>
          </p:txBody>
        </p:sp>
      </p:grpSp>
      <p:grpSp>
        <p:nvGrpSpPr>
          <p:cNvPr id="1177" name="Google Shape;1177;p26"/>
          <p:cNvGrpSpPr/>
          <p:nvPr/>
        </p:nvGrpSpPr>
        <p:grpSpPr>
          <a:xfrm>
            <a:off x="3608568" y="2268627"/>
            <a:ext cx="2433613" cy="2241599"/>
            <a:chOff x="3608568" y="2268627"/>
            <a:chExt cx="2433613" cy="2241599"/>
          </a:xfrm>
        </p:grpSpPr>
        <p:sp>
          <p:nvSpPr>
            <p:cNvPr id="1178" name="Google Shape;1178;p26"/>
            <p:cNvSpPr txBox="1"/>
            <p:nvPr/>
          </p:nvSpPr>
          <p:spPr>
            <a:xfrm>
              <a:off x="3614581" y="3226826"/>
              <a:ext cx="2427600" cy="1283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Saturn is a gas giant and has several rings</a:t>
              </a:r>
              <a:endParaRPr>
                <a:solidFill>
                  <a:schemeClr val="dk1"/>
                </a:solidFill>
                <a:latin typeface="Lato"/>
                <a:ea typeface="Lato"/>
                <a:cs typeface="Lato"/>
                <a:sym typeface="Lato"/>
              </a:endParaRPr>
            </a:p>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Despite being red, Mars is a cold place</a:t>
              </a:r>
              <a:endParaRPr>
                <a:solidFill>
                  <a:schemeClr val="dk1"/>
                </a:solidFill>
                <a:latin typeface="Lato"/>
                <a:ea typeface="Lato"/>
                <a:cs typeface="Lato"/>
                <a:sym typeface="Lato"/>
              </a:endParaRPr>
            </a:p>
          </p:txBody>
        </p:sp>
        <p:sp>
          <p:nvSpPr>
            <p:cNvPr id="1179" name="Google Shape;1179;p26"/>
            <p:cNvSpPr/>
            <p:nvPr/>
          </p:nvSpPr>
          <p:spPr>
            <a:xfrm>
              <a:off x="3608568" y="2793025"/>
              <a:ext cx="2427600" cy="5100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Place</a:t>
              </a:r>
              <a:endParaRPr sz="2400" b="1">
                <a:solidFill>
                  <a:schemeClr val="dk1"/>
                </a:solidFill>
                <a:latin typeface="Chelsea Market"/>
                <a:ea typeface="Chelsea Market"/>
                <a:cs typeface="Chelsea Market"/>
                <a:sym typeface="Chelsea Market"/>
              </a:endParaRPr>
            </a:p>
          </p:txBody>
        </p:sp>
        <p:sp>
          <p:nvSpPr>
            <p:cNvPr id="1180" name="Google Shape;1180;p26"/>
            <p:cNvSpPr txBox="1"/>
            <p:nvPr/>
          </p:nvSpPr>
          <p:spPr>
            <a:xfrm>
              <a:off x="4013938" y="2268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lt1"/>
                  </a:solidFill>
                  <a:latin typeface="Chelsea Market"/>
                  <a:ea typeface="Chelsea Market"/>
                  <a:cs typeface="Chelsea Market"/>
                  <a:sym typeface="Chelsea Market"/>
                </a:rPr>
                <a:t>02</a:t>
              </a:r>
              <a:endParaRPr sz="3000" b="1">
                <a:solidFill>
                  <a:schemeClr val="lt1"/>
                </a:solidFill>
                <a:latin typeface="Chelsea Market"/>
                <a:ea typeface="Chelsea Market"/>
                <a:cs typeface="Chelsea Market"/>
                <a:sym typeface="Chelsea Market"/>
              </a:endParaRPr>
            </a:p>
          </p:txBody>
        </p:sp>
      </p:grpSp>
      <p:grpSp>
        <p:nvGrpSpPr>
          <p:cNvPr id="1181" name="Google Shape;1181;p26"/>
          <p:cNvGrpSpPr/>
          <p:nvPr/>
        </p:nvGrpSpPr>
        <p:grpSpPr>
          <a:xfrm>
            <a:off x="6239918" y="2268627"/>
            <a:ext cx="2439650" cy="2241599"/>
            <a:chOff x="6239918" y="2268627"/>
            <a:chExt cx="2439650" cy="2241599"/>
          </a:xfrm>
        </p:grpSpPr>
        <p:sp>
          <p:nvSpPr>
            <p:cNvPr id="1182" name="Google Shape;1182;p26"/>
            <p:cNvSpPr txBox="1"/>
            <p:nvPr/>
          </p:nvSpPr>
          <p:spPr>
            <a:xfrm>
              <a:off x="6251969" y="3226826"/>
              <a:ext cx="2427600" cy="1283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Pluto is considered a dwarf planet</a:t>
              </a:r>
              <a:endParaRPr>
                <a:solidFill>
                  <a:schemeClr val="dk1"/>
                </a:solidFill>
                <a:latin typeface="Lato"/>
                <a:ea typeface="Lato"/>
                <a:cs typeface="Lato"/>
                <a:sym typeface="Lato"/>
              </a:endParaRPr>
            </a:p>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Earth is the third planet from the Sun</a:t>
              </a:r>
              <a:endParaRPr>
                <a:solidFill>
                  <a:schemeClr val="dk1"/>
                </a:solidFill>
                <a:latin typeface="Lato"/>
                <a:ea typeface="Lato"/>
                <a:cs typeface="Lato"/>
                <a:sym typeface="Lato"/>
              </a:endParaRPr>
            </a:p>
          </p:txBody>
        </p:sp>
        <p:sp>
          <p:nvSpPr>
            <p:cNvPr id="1183" name="Google Shape;1183;p26"/>
            <p:cNvSpPr/>
            <p:nvPr/>
          </p:nvSpPr>
          <p:spPr>
            <a:xfrm>
              <a:off x="6239918" y="2793025"/>
              <a:ext cx="2427600" cy="5100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Region</a:t>
              </a:r>
              <a:endParaRPr sz="2400" b="1">
                <a:solidFill>
                  <a:schemeClr val="dk1"/>
                </a:solidFill>
                <a:latin typeface="Chelsea Market"/>
                <a:ea typeface="Chelsea Market"/>
                <a:cs typeface="Chelsea Market"/>
                <a:sym typeface="Chelsea Market"/>
              </a:endParaRPr>
            </a:p>
          </p:txBody>
        </p:sp>
        <p:sp>
          <p:nvSpPr>
            <p:cNvPr id="1184" name="Google Shape;1184;p26"/>
            <p:cNvSpPr txBox="1"/>
            <p:nvPr/>
          </p:nvSpPr>
          <p:spPr>
            <a:xfrm>
              <a:off x="6651113" y="226862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03</a:t>
              </a:r>
              <a:endParaRPr sz="3000" b="1">
                <a:solidFill>
                  <a:schemeClr val="accent5"/>
                </a:solidFill>
                <a:latin typeface="Chelsea Market"/>
                <a:ea typeface="Chelsea Market"/>
                <a:cs typeface="Chelsea Market"/>
                <a:sym typeface="Chelsea Market"/>
              </a:endParaRPr>
            </a:p>
          </p:txBody>
        </p:sp>
      </p:grpSp>
      <p:cxnSp>
        <p:nvCxnSpPr>
          <p:cNvPr id="1185" name="Google Shape;1185;p26"/>
          <p:cNvCxnSpPr>
            <a:stCxn id="1172" idx="1"/>
            <a:endCxn id="1176" idx="0"/>
          </p:cNvCxnSpPr>
          <p:nvPr/>
        </p:nvCxnSpPr>
        <p:spPr>
          <a:xfrm flipH="1">
            <a:off x="2191293" y="1710700"/>
            <a:ext cx="1423800" cy="558000"/>
          </a:xfrm>
          <a:prstGeom prst="bentConnector2">
            <a:avLst/>
          </a:prstGeom>
          <a:noFill/>
          <a:ln w="19050" cap="flat" cmpd="sng">
            <a:solidFill>
              <a:schemeClr val="accent2"/>
            </a:solidFill>
            <a:prstDash val="solid"/>
            <a:round/>
            <a:headEnd type="none" w="med" len="med"/>
            <a:tailEnd type="none" w="med" len="med"/>
          </a:ln>
        </p:spPr>
      </p:cxnSp>
      <p:cxnSp>
        <p:nvCxnSpPr>
          <p:cNvPr id="1186" name="Google Shape;1186;p26"/>
          <p:cNvCxnSpPr>
            <a:stCxn id="1172" idx="2"/>
            <a:endCxn id="1180" idx="0"/>
          </p:cNvCxnSpPr>
          <p:nvPr/>
        </p:nvCxnSpPr>
        <p:spPr>
          <a:xfrm rot="-5400000" flipH="1">
            <a:off x="4677393" y="2116900"/>
            <a:ext cx="303000" cy="600"/>
          </a:xfrm>
          <a:prstGeom prst="bentConnector3">
            <a:avLst>
              <a:gd name="adj1" fmla="val 49991"/>
            </a:avLst>
          </a:prstGeom>
          <a:noFill/>
          <a:ln w="19050" cap="flat" cmpd="sng">
            <a:solidFill>
              <a:schemeClr val="accent2"/>
            </a:solidFill>
            <a:prstDash val="solid"/>
            <a:round/>
            <a:headEnd type="none" w="med" len="med"/>
            <a:tailEnd type="none" w="med" len="med"/>
          </a:ln>
        </p:spPr>
      </p:cxnSp>
      <p:cxnSp>
        <p:nvCxnSpPr>
          <p:cNvPr id="1187" name="Google Shape;1187;p26"/>
          <p:cNvCxnSpPr>
            <a:stCxn id="1172" idx="3"/>
            <a:endCxn id="1184" idx="0"/>
          </p:cNvCxnSpPr>
          <p:nvPr/>
        </p:nvCxnSpPr>
        <p:spPr>
          <a:xfrm>
            <a:off x="6042093" y="1710700"/>
            <a:ext cx="1423800" cy="558000"/>
          </a:xfrm>
          <a:prstGeom prst="bentConnector2">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27"/>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193" name="Google Shape;1193;p27"/>
          <p:cNvGraphicFramePr/>
          <p:nvPr/>
        </p:nvGraphicFramePr>
        <p:xfrm>
          <a:off x="1196675" y="1680589"/>
          <a:ext cx="7092800" cy="3000000"/>
        </p:xfrm>
        <a:graphic>
          <a:graphicData uri="http://schemas.openxmlformats.org/drawingml/2006/table">
            <a:tbl>
              <a:tblPr>
                <a:noFill/>
                <a:tableStyleId>{D1BC66E7-A733-4C15-83E7-087EB3113AAD}</a:tableStyleId>
              </a:tblPr>
              <a:tblGrid>
                <a:gridCol w="1773200"/>
                <a:gridCol w="1773200"/>
                <a:gridCol w="1773200"/>
                <a:gridCol w="1773200"/>
              </a:tblGrid>
              <a:tr h="686425">
                <a:tc>
                  <a:txBody>
                    <a:bodyPr/>
                    <a:lstStyle/>
                    <a:p>
                      <a:pPr marL="0" lvl="0" indent="0" algn="ctr" rtl="0">
                        <a:spcBef>
                          <a:spcPts val="0"/>
                        </a:spcBef>
                        <a:spcAft>
                          <a:spcPts val="0"/>
                        </a:spcAft>
                        <a:buNone/>
                      </a:pPr>
                      <a:endParaRPr sz="20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683F0F">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Morocco</a:t>
                      </a:r>
                      <a:endParaRPr sz="20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China</a:t>
                      </a:r>
                      <a:endParaRPr sz="20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USA</a:t>
                      </a:r>
                      <a:endParaRPr sz="20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B3A29A">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r>
              <a:tr h="686425">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Area</a:t>
                      </a:r>
                      <a:endParaRPr sz="2000" b="1">
                        <a:solidFill>
                          <a:schemeClr val="dk1"/>
                        </a:solidFill>
                        <a:latin typeface="Chelsea Market"/>
                        <a:ea typeface="Chelsea Market"/>
                        <a:cs typeface="Chelsea Market"/>
                        <a:sym typeface="Chelsea Market"/>
                      </a:endParaRPr>
                    </a:p>
                  </a:txBody>
                  <a:tcPr marL="182875" marR="182875" marT="91425" marB="91425" anchor="ctr">
                    <a:lnL w="19050" cap="flat" cmpd="sng">
                      <a:solidFill>
                        <a:srgbClr val="683F0F">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9,904,607</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1,439,323,776</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9,093,510</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686425">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Population</a:t>
                      </a:r>
                      <a:endParaRPr sz="2000" b="1">
                        <a:solidFill>
                          <a:schemeClr val="dk1"/>
                        </a:solidFill>
                        <a:latin typeface="Chelsea Market"/>
                        <a:ea typeface="Chelsea Market"/>
                        <a:cs typeface="Chelsea Market"/>
                        <a:sym typeface="Chelsea Market"/>
                      </a:endParaRPr>
                    </a:p>
                  </a:txBody>
                  <a:tcPr marL="182875" marR="182875" marT="91425" marB="91425" anchor="ctr">
                    <a:lnL w="19050" cap="flat" cmpd="sng">
                      <a:solidFill>
                        <a:srgbClr val="683F0F">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111,890 km</a:t>
                      </a:r>
                      <a:r>
                        <a:rPr lang="en-GB" baseline="30000">
                          <a:solidFill>
                            <a:schemeClr val="dk1"/>
                          </a:solidFill>
                          <a:latin typeface="Lato"/>
                          <a:ea typeface="Lato"/>
                          <a:cs typeface="Lato"/>
                          <a:sym typeface="Lato"/>
                        </a:rPr>
                        <a:t>2</a:t>
                      </a:r>
                      <a:endParaRPr baseline="30000">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9,388,211 km</a:t>
                      </a:r>
                      <a:r>
                        <a:rPr lang="en-GB" baseline="30000">
                          <a:solidFill>
                            <a:schemeClr val="dk1"/>
                          </a:solidFill>
                          <a:latin typeface="Lato"/>
                          <a:ea typeface="Lato"/>
                          <a:cs typeface="Lato"/>
                          <a:sym typeface="Lato"/>
                        </a:rPr>
                        <a:t>2</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37,742,154 km</a:t>
                      </a:r>
                      <a:r>
                        <a:rPr lang="en-GB" baseline="30000">
                          <a:solidFill>
                            <a:schemeClr val="dk1"/>
                          </a:solidFill>
                          <a:latin typeface="Lato"/>
                          <a:ea typeface="Lato"/>
                          <a:cs typeface="Lato"/>
                          <a:sym typeface="Lato"/>
                        </a:rPr>
                        <a:t>2</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770125">
                <a:tc>
                  <a:txBody>
                    <a:bodyPr/>
                    <a:lstStyle/>
                    <a:p>
                      <a:pPr marL="0" lvl="0" indent="0" algn="ctr" rtl="0">
                        <a:spcBef>
                          <a:spcPts val="0"/>
                        </a:spcBef>
                        <a:spcAft>
                          <a:spcPts val="0"/>
                        </a:spcAft>
                        <a:buNone/>
                      </a:pPr>
                      <a:r>
                        <a:rPr lang="en-GB" sz="2000" b="1">
                          <a:solidFill>
                            <a:schemeClr val="dk1"/>
                          </a:solidFill>
                          <a:latin typeface="Chelsea Market"/>
                          <a:ea typeface="Chelsea Market"/>
                          <a:cs typeface="Chelsea Market"/>
                          <a:sym typeface="Chelsea Market"/>
                        </a:rPr>
                        <a:t>Notes</a:t>
                      </a:r>
                      <a:endParaRPr sz="2000" b="1">
                        <a:solidFill>
                          <a:schemeClr val="dk1"/>
                        </a:solidFill>
                        <a:latin typeface="Chelsea Market"/>
                        <a:ea typeface="Chelsea Market"/>
                        <a:cs typeface="Chelsea Market"/>
                        <a:sym typeface="Chelsea Market"/>
                      </a:endParaRPr>
                    </a:p>
                  </a:txBody>
                  <a:tcPr marL="182875" marR="182875" marT="91425" marB="91425" anchor="ctr">
                    <a:lnL w="19050" cap="flat" cmpd="sng">
                      <a:solidFill>
                        <a:srgbClr val="683F0F">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cold</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B3A29A">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has a beautiful name</a:t>
                      </a:r>
                      <a:endParaRPr>
                        <a:solidFill>
                          <a:schemeClr val="dk1"/>
                        </a:solidFill>
                        <a:latin typeface="Lato"/>
                        <a:ea typeface="Lato"/>
                        <a:cs typeface="Lato"/>
                        <a:sym typeface="Lato"/>
                      </a:endParaRPr>
                    </a:p>
                  </a:txBody>
                  <a:tcPr marL="182875" marR="182875" marT="91425" marB="91425" anchor="ctr">
                    <a:lnL w="19050" cap="flat" cmpd="sng">
                      <a:solidFill>
                        <a:srgbClr val="B3A29A">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r>
            </a:tbl>
          </a:graphicData>
        </a:graphic>
      </p:graphicFrame>
      <p:grpSp>
        <p:nvGrpSpPr>
          <p:cNvPr id="1194" name="Google Shape;1194;p27"/>
          <p:cNvGrpSpPr/>
          <p:nvPr/>
        </p:nvGrpSpPr>
        <p:grpSpPr>
          <a:xfrm rot="829707">
            <a:off x="1795942" y="1309094"/>
            <a:ext cx="1189473" cy="1181520"/>
            <a:chOff x="4998985" y="3942801"/>
            <a:chExt cx="385809" cy="383242"/>
          </a:xfrm>
        </p:grpSpPr>
        <p:sp>
          <p:nvSpPr>
            <p:cNvPr id="1195" name="Google Shape;1195;p27"/>
            <p:cNvSpPr/>
            <p:nvPr/>
          </p:nvSpPr>
          <p:spPr>
            <a:xfrm>
              <a:off x="4998985" y="3942801"/>
              <a:ext cx="385809" cy="369781"/>
            </a:xfrm>
            <a:custGeom>
              <a:avLst/>
              <a:gdLst/>
              <a:ahLst/>
              <a:cxnLst/>
              <a:rect l="l" t="t" r="r" b="b"/>
              <a:pathLst>
                <a:path w="8136" h="7798" extrusionOk="0">
                  <a:moveTo>
                    <a:pt x="710" y="1884"/>
                  </a:moveTo>
                  <a:lnTo>
                    <a:pt x="710" y="1884"/>
                  </a:lnTo>
                  <a:cubicBezTo>
                    <a:pt x="732" y="1931"/>
                    <a:pt x="673" y="2082"/>
                    <a:pt x="615" y="2116"/>
                  </a:cubicBezTo>
                  <a:cubicBezTo>
                    <a:pt x="604" y="2046"/>
                    <a:pt x="651" y="1917"/>
                    <a:pt x="710" y="1884"/>
                  </a:cubicBezTo>
                  <a:close/>
                  <a:moveTo>
                    <a:pt x="475" y="2105"/>
                  </a:moveTo>
                  <a:lnTo>
                    <a:pt x="475" y="2105"/>
                  </a:lnTo>
                  <a:cubicBezTo>
                    <a:pt x="534" y="2163"/>
                    <a:pt x="500" y="2431"/>
                    <a:pt x="442" y="2476"/>
                  </a:cubicBezTo>
                  <a:cubicBezTo>
                    <a:pt x="430" y="2350"/>
                    <a:pt x="453" y="2233"/>
                    <a:pt x="475" y="2105"/>
                  </a:cubicBezTo>
                  <a:close/>
                  <a:moveTo>
                    <a:pt x="349" y="2803"/>
                  </a:moveTo>
                  <a:cubicBezTo>
                    <a:pt x="361" y="2803"/>
                    <a:pt x="361" y="2803"/>
                    <a:pt x="372" y="2814"/>
                  </a:cubicBezTo>
                  <a:cubicBezTo>
                    <a:pt x="361" y="2920"/>
                    <a:pt x="335" y="3024"/>
                    <a:pt x="324" y="3141"/>
                  </a:cubicBezTo>
                  <a:cubicBezTo>
                    <a:pt x="280" y="3093"/>
                    <a:pt x="302" y="2862"/>
                    <a:pt x="349" y="2803"/>
                  </a:cubicBezTo>
                  <a:close/>
                  <a:moveTo>
                    <a:pt x="7962" y="4049"/>
                  </a:moveTo>
                  <a:cubicBezTo>
                    <a:pt x="7996" y="4096"/>
                    <a:pt x="7973" y="4152"/>
                    <a:pt x="7962" y="4200"/>
                  </a:cubicBezTo>
                  <a:lnTo>
                    <a:pt x="7915" y="4189"/>
                  </a:lnTo>
                  <a:cubicBezTo>
                    <a:pt x="7926" y="4141"/>
                    <a:pt x="7926" y="4096"/>
                    <a:pt x="7937" y="4049"/>
                  </a:cubicBezTo>
                  <a:close/>
                  <a:moveTo>
                    <a:pt x="7973" y="4420"/>
                  </a:moveTo>
                  <a:cubicBezTo>
                    <a:pt x="7973" y="4479"/>
                    <a:pt x="7797" y="4747"/>
                    <a:pt x="7739" y="4758"/>
                  </a:cubicBezTo>
                  <a:cubicBezTo>
                    <a:pt x="7727" y="4700"/>
                    <a:pt x="7903" y="4432"/>
                    <a:pt x="7973" y="4420"/>
                  </a:cubicBezTo>
                  <a:close/>
                  <a:moveTo>
                    <a:pt x="4442" y="1"/>
                  </a:moveTo>
                  <a:cubicBezTo>
                    <a:pt x="4393" y="1"/>
                    <a:pt x="4344" y="4"/>
                    <a:pt x="4294" y="9"/>
                  </a:cubicBezTo>
                  <a:cubicBezTo>
                    <a:pt x="4154" y="20"/>
                    <a:pt x="4026" y="32"/>
                    <a:pt x="3897" y="46"/>
                  </a:cubicBezTo>
                  <a:cubicBezTo>
                    <a:pt x="3269" y="90"/>
                    <a:pt x="2665" y="266"/>
                    <a:pt x="2095" y="534"/>
                  </a:cubicBezTo>
                  <a:cubicBezTo>
                    <a:pt x="2059" y="546"/>
                    <a:pt x="2026" y="568"/>
                    <a:pt x="2012" y="604"/>
                  </a:cubicBezTo>
                  <a:cubicBezTo>
                    <a:pt x="1966" y="679"/>
                    <a:pt x="1950" y="705"/>
                    <a:pt x="1910" y="705"/>
                  </a:cubicBezTo>
                  <a:cubicBezTo>
                    <a:pt x="1889" y="705"/>
                    <a:pt x="1860" y="697"/>
                    <a:pt x="1816" y="685"/>
                  </a:cubicBezTo>
                  <a:cubicBezTo>
                    <a:pt x="1799" y="685"/>
                    <a:pt x="1779" y="680"/>
                    <a:pt x="1764" y="680"/>
                  </a:cubicBezTo>
                  <a:cubicBezTo>
                    <a:pt x="1756" y="680"/>
                    <a:pt x="1750" y="682"/>
                    <a:pt x="1746" y="685"/>
                  </a:cubicBezTo>
                  <a:cubicBezTo>
                    <a:pt x="1699" y="708"/>
                    <a:pt x="1651" y="755"/>
                    <a:pt x="1618" y="778"/>
                  </a:cubicBezTo>
                  <a:cubicBezTo>
                    <a:pt x="1548" y="836"/>
                    <a:pt x="1467" y="895"/>
                    <a:pt x="1397" y="954"/>
                  </a:cubicBezTo>
                  <a:cubicBezTo>
                    <a:pt x="1302" y="1023"/>
                    <a:pt x="1210" y="1104"/>
                    <a:pt x="1118" y="1174"/>
                  </a:cubicBezTo>
                  <a:cubicBezTo>
                    <a:pt x="1104" y="1197"/>
                    <a:pt x="1093" y="1219"/>
                    <a:pt x="1093" y="1244"/>
                  </a:cubicBezTo>
                  <a:cubicBezTo>
                    <a:pt x="1059" y="1303"/>
                    <a:pt x="1034" y="1359"/>
                    <a:pt x="1012" y="1417"/>
                  </a:cubicBezTo>
                  <a:cubicBezTo>
                    <a:pt x="993" y="1456"/>
                    <a:pt x="973" y="1473"/>
                    <a:pt x="950" y="1473"/>
                  </a:cubicBezTo>
                  <a:cubicBezTo>
                    <a:pt x="931" y="1473"/>
                    <a:pt x="909" y="1462"/>
                    <a:pt x="883" y="1442"/>
                  </a:cubicBezTo>
                  <a:cubicBezTo>
                    <a:pt x="849" y="1406"/>
                    <a:pt x="813" y="1373"/>
                    <a:pt x="768" y="1347"/>
                  </a:cubicBezTo>
                  <a:cubicBezTo>
                    <a:pt x="761" y="1342"/>
                    <a:pt x="747" y="1339"/>
                    <a:pt x="732" y="1339"/>
                  </a:cubicBezTo>
                  <a:cubicBezTo>
                    <a:pt x="718" y="1339"/>
                    <a:pt x="704" y="1342"/>
                    <a:pt x="699" y="1347"/>
                  </a:cubicBezTo>
                  <a:cubicBezTo>
                    <a:pt x="629" y="1428"/>
                    <a:pt x="523" y="1498"/>
                    <a:pt x="475" y="1616"/>
                  </a:cubicBezTo>
                  <a:cubicBezTo>
                    <a:pt x="335" y="2057"/>
                    <a:pt x="232" y="2512"/>
                    <a:pt x="140" y="2965"/>
                  </a:cubicBezTo>
                  <a:cubicBezTo>
                    <a:pt x="104" y="3163"/>
                    <a:pt x="70" y="3373"/>
                    <a:pt x="34" y="3571"/>
                  </a:cubicBezTo>
                  <a:cubicBezTo>
                    <a:pt x="0" y="3817"/>
                    <a:pt x="34" y="4060"/>
                    <a:pt x="81" y="4306"/>
                  </a:cubicBezTo>
                  <a:cubicBezTo>
                    <a:pt x="185" y="4725"/>
                    <a:pt x="266" y="5166"/>
                    <a:pt x="361" y="5585"/>
                  </a:cubicBezTo>
                  <a:cubicBezTo>
                    <a:pt x="383" y="5678"/>
                    <a:pt x="430" y="5773"/>
                    <a:pt x="475" y="5854"/>
                  </a:cubicBezTo>
                  <a:cubicBezTo>
                    <a:pt x="662" y="6167"/>
                    <a:pt x="908" y="6446"/>
                    <a:pt x="1151" y="6714"/>
                  </a:cubicBezTo>
                  <a:cubicBezTo>
                    <a:pt x="1243" y="6831"/>
                    <a:pt x="1327" y="6946"/>
                    <a:pt x="1383" y="7074"/>
                  </a:cubicBezTo>
                  <a:cubicBezTo>
                    <a:pt x="1442" y="7181"/>
                    <a:pt x="1500" y="7250"/>
                    <a:pt x="1607" y="7295"/>
                  </a:cubicBezTo>
                  <a:cubicBezTo>
                    <a:pt x="1967" y="7449"/>
                    <a:pt x="2339" y="7600"/>
                    <a:pt x="2710" y="7751"/>
                  </a:cubicBezTo>
                  <a:cubicBezTo>
                    <a:pt x="2780" y="7784"/>
                    <a:pt x="2875" y="7798"/>
                    <a:pt x="2956" y="7798"/>
                  </a:cubicBezTo>
                  <a:cubicBezTo>
                    <a:pt x="3353" y="7773"/>
                    <a:pt x="3747" y="7739"/>
                    <a:pt x="4143" y="7714"/>
                  </a:cubicBezTo>
                  <a:cubicBezTo>
                    <a:pt x="4526" y="7692"/>
                    <a:pt x="4900" y="7644"/>
                    <a:pt x="5272" y="7541"/>
                  </a:cubicBezTo>
                  <a:cubicBezTo>
                    <a:pt x="5562" y="7449"/>
                    <a:pt x="5867" y="7365"/>
                    <a:pt x="6110" y="7169"/>
                  </a:cubicBezTo>
                  <a:cubicBezTo>
                    <a:pt x="6202" y="7086"/>
                    <a:pt x="6297" y="7016"/>
                    <a:pt x="6389" y="6935"/>
                  </a:cubicBezTo>
                  <a:cubicBezTo>
                    <a:pt x="6459" y="6876"/>
                    <a:pt x="6529" y="6831"/>
                    <a:pt x="6621" y="6820"/>
                  </a:cubicBezTo>
                  <a:cubicBezTo>
                    <a:pt x="6680" y="6806"/>
                    <a:pt x="6727" y="6784"/>
                    <a:pt x="6775" y="6762"/>
                  </a:cubicBezTo>
                  <a:cubicBezTo>
                    <a:pt x="6797" y="6736"/>
                    <a:pt x="6820" y="6692"/>
                    <a:pt x="6820" y="6667"/>
                  </a:cubicBezTo>
                  <a:cubicBezTo>
                    <a:pt x="6808" y="6586"/>
                    <a:pt x="6831" y="6516"/>
                    <a:pt x="6889" y="6457"/>
                  </a:cubicBezTo>
                  <a:cubicBezTo>
                    <a:pt x="6948" y="6412"/>
                    <a:pt x="7007" y="6365"/>
                    <a:pt x="7065" y="6317"/>
                  </a:cubicBezTo>
                  <a:cubicBezTo>
                    <a:pt x="7088" y="6295"/>
                    <a:pt x="7124" y="6284"/>
                    <a:pt x="7135" y="6261"/>
                  </a:cubicBezTo>
                  <a:cubicBezTo>
                    <a:pt x="7205" y="6192"/>
                    <a:pt x="7264" y="6122"/>
                    <a:pt x="7308" y="6052"/>
                  </a:cubicBezTo>
                  <a:cubicBezTo>
                    <a:pt x="7345" y="6016"/>
                    <a:pt x="7356" y="5957"/>
                    <a:pt x="7367" y="5912"/>
                  </a:cubicBezTo>
                  <a:cubicBezTo>
                    <a:pt x="7378" y="5865"/>
                    <a:pt x="7378" y="5795"/>
                    <a:pt x="7415" y="5747"/>
                  </a:cubicBezTo>
                  <a:cubicBezTo>
                    <a:pt x="7448" y="5678"/>
                    <a:pt x="7507" y="5619"/>
                    <a:pt x="7554" y="5549"/>
                  </a:cubicBezTo>
                  <a:cubicBezTo>
                    <a:pt x="7613" y="5479"/>
                    <a:pt x="7658" y="5423"/>
                    <a:pt x="7705" y="5354"/>
                  </a:cubicBezTo>
                  <a:cubicBezTo>
                    <a:pt x="7753" y="5284"/>
                    <a:pt x="7786" y="5214"/>
                    <a:pt x="7834" y="5144"/>
                  </a:cubicBezTo>
                  <a:cubicBezTo>
                    <a:pt x="7903" y="5049"/>
                    <a:pt x="7948" y="4957"/>
                    <a:pt x="7973" y="4840"/>
                  </a:cubicBezTo>
                  <a:cubicBezTo>
                    <a:pt x="8054" y="4515"/>
                    <a:pt x="8113" y="4177"/>
                    <a:pt x="8113" y="3839"/>
                  </a:cubicBezTo>
                  <a:cubicBezTo>
                    <a:pt x="8135" y="3663"/>
                    <a:pt x="8113" y="3513"/>
                    <a:pt x="8054" y="3373"/>
                  </a:cubicBezTo>
                  <a:cubicBezTo>
                    <a:pt x="7878" y="2954"/>
                    <a:pt x="7705" y="2535"/>
                    <a:pt x="7554" y="2116"/>
                  </a:cubicBezTo>
                  <a:cubicBezTo>
                    <a:pt x="7484" y="1942"/>
                    <a:pt x="7389" y="1803"/>
                    <a:pt x="7275" y="1674"/>
                  </a:cubicBezTo>
                  <a:cubicBezTo>
                    <a:pt x="7099" y="1487"/>
                    <a:pt x="6926" y="1303"/>
                    <a:pt x="6750" y="1104"/>
                  </a:cubicBezTo>
                  <a:cubicBezTo>
                    <a:pt x="6727" y="1079"/>
                    <a:pt x="6705" y="1035"/>
                    <a:pt x="6680" y="998"/>
                  </a:cubicBezTo>
                  <a:cubicBezTo>
                    <a:pt x="6658" y="906"/>
                    <a:pt x="6610" y="870"/>
                    <a:pt x="6529" y="836"/>
                  </a:cubicBezTo>
                  <a:cubicBezTo>
                    <a:pt x="6470" y="814"/>
                    <a:pt x="6412" y="778"/>
                    <a:pt x="6367" y="744"/>
                  </a:cubicBezTo>
                  <a:cubicBezTo>
                    <a:pt x="6297" y="697"/>
                    <a:pt x="6227" y="627"/>
                    <a:pt x="6157" y="590"/>
                  </a:cubicBezTo>
                  <a:cubicBezTo>
                    <a:pt x="5808" y="440"/>
                    <a:pt x="5470" y="277"/>
                    <a:pt x="5121" y="149"/>
                  </a:cubicBezTo>
                  <a:cubicBezTo>
                    <a:pt x="4899" y="63"/>
                    <a:pt x="4677" y="1"/>
                    <a:pt x="4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27"/>
            <p:cNvSpPr/>
            <p:nvPr/>
          </p:nvSpPr>
          <p:spPr>
            <a:xfrm>
              <a:off x="5078981" y="4294271"/>
              <a:ext cx="51308" cy="31771"/>
            </a:xfrm>
            <a:custGeom>
              <a:avLst/>
              <a:gdLst/>
              <a:ahLst/>
              <a:cxnLst/>
              <a:rect l="l" t="t" r="r" b="b"/>
              <a:pathLst>
                <a:path w="1082" h="670" extrusionOk="0">
                  <a:moveTo>
                    <a:pt x="1" y="0"/>
                  </a:moveTo>
                  <a:lnTo>
                    <a:pt x="1" y="0"/>
                  </a:lnTo>
                  <a:cubicBezTo>
                    <a:pt x="199" y="280"/>
                    <a:pt x="501" y="408"/>
                    <a:pt x="744" y="618"/>
                  </a:cubicBezTo>
                  <a:cubicBezTo>
                    <a:pt x="758" y="629"/>
                    <a:pt x="780" y="629"/>
                    <a:pt x="802" y="640"/>
                  </a:cubicBezTo>
                  <a:cubicBezTo>
                    <a:pt x="822" y="660"/>
                    <a:pt x="842" y="670"/>
                    <a:pt x="862" y="670"/>
                  </a:cubicBezTo>
                  <a:cubicBezTo>
                    <a:pt x="889" y="670"/>
                    <a:pt x="916" y="652"/>
                    <a:pt x="942" y="618"/>
                  </a:cubicBezTo>
                  <a:cubicBezTo>
                    <a:pt x="990" y="559"/>
                    <a:pt x="1037" y="501"/>
                    <a:pt x="1082" y="442"/>
                  </a:cubicBezTo>
                  <a:cubicBezTo>
                    <a:pt x="721" y="291"/>
                    <a:pt x="361" y="151"/>
                    <a:pt x="1" y="0"/>
                  </a:cubicBezTo>
                  <a:close/>
                </a:path>
              </a:pathLst>
            </a:custGeom>
            <a:solidFill>
              <a:srgbClr val="FC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27"/>
            <p:cNvSpPr/>
            <p:nvPr/>
          </p:nvSpPr>
          <p:spPr>
            <a:xfrm>
              <a:off x="5365392" y="4152394"/>
              <a:ext cx="11713" cy="16075"/>
            </a:xfrm>
            <a:custGeom>
              <a:avLst/>
              <a:gdLst/>
              <a:ahLst/>
              <a:cxnLst/>
              <a:rect l="l" t="t" r="r" b="b"/>
              <a:pathLst>
                <a:path w="247" h="339" extrusionOk="0">
                  <a:moveTo>
                    <a:pt x="246" y="0"/>
                  </a:moveTo>
                  <a:lnTo>
                    <a:pt x="246" y="0"/>
                  </a:lnTo>
                  <a:cubicBezTo>
                    <a:pt x="176" y="12"/>
                    <a:pt x="0" y="280"/>
                    <a:pt x="12" y="338"/>
                  </a:cubicBezTo>
                  <a:cubicBezTo>
                    <a:pt x="70" y="327"/>
                    <a:pt x="246" y="59"/>
                    <a:pt x="246"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27"/>
            <p:cNvSpPr/>
            <p:nvPr/>
          </p:nvSpPr>
          <p:spPr>
            <a:xfrm>
              <a:off x="5019375" y="4042571"/>
              <a:ext cx="4932" cy="17688"/>
            </a:xfrm>
            <a:custGeom>
              <a:avLst/>
              <a:gdLst/>
              <a:ahLst/>
              <a:cxnLst/>
              <a:rect l="l" t="t" r="r" b="b"/>
              <a:pathLst>
                <a:path w="104" h="373" extrusionOk="0">
                  <a:moveTo>
                    <a:pt x="45" y="1"/>
                  </a:moveTo>
                  <a:lnTo>
                    <a:pt x="45" y="1"/>
                  </a:lnTo>
                  <a:cubicBezTo>
                    <a:pt x="23" y="129"/>
                    <a:pt x="0" y="246"/>
                    <a:pt x="12" y="372"/>
                  </a:cubicBezTo>
                  <a:cubicBezTo>
                    <a:pt x="70" y="327"/>
                    <a:pt x="104" y="59"/>
                    <a:pt x="4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9" name="Google Shape;1199;p27"/>
            <p:cNvSpPr/>
            <p:nvPr/>
          </p:nvSpPr>
          <p:spPr>
            <a:xfrm>
              <a:off x="5012215" y="4075669"/>
              <a:ext cx="4410" cy="16075"/>
            </a:xfrm>
            <a:custGeom>
              <a:avLst/>
              <a:gdLst/>
              <a:ahLst/>
              <a:cxnLst/>
              <a:rect l="l" t="t" r="r" b="b"/>
              <a:pathLst>
                <a:path w="93" h="339" extrusionOk="0">
                  <a:moveTo>
                    <a:pt x="70" y="1"/>
                  </a:moveTo>
                  <a:cubicBezTo>
                    <a:pt x="23" y="60"/>
                    <a:pt x="1" y="291"/>
                    <a:pt x="45" y="339"/>
                  </a:cubicBezTo>
                  <a:cubicBezTo>
                    <a:pt x="56" y="222"/>
                    <a:pt x="82" y="118"/>
                    <a:pt x="93" y="12"/>
                  </a:cubicBezTo>
                  <a:cubicBezTo>
                    <a:pt x="82" y="1"/>
                    <a:pt x="82" y="1"/>
                    <a:pt x="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0" name="Google Shape;1200;p27"/>
            <p:cNvSpPr/>
            <p:nvPr/>
          </p:nvSpPr>
          <p:spPr>
            <a:xfrm>
              <a:off x="5027579" y="4032091"/>
              <a:ext cx="6165" cy="11049"/>
            </a:xfrm>
            <a:custGeom>
              <a:avLst/>
              <a:gdLst/>
              <a:ahLst/>
              <a:cxnLst/>
              <a:rect l="l" t="t" r="r" b="b"/>
              <a:pathLst>
                <a:path w="130" h="233" extrusionOk="0">
                  <a:moveTo>
                    <a:pt x="107" y="1"/>
                  </a:moveTo>
                  <a:lnTo>
                    <a:pt x="107" y="1"/>
                  </a:lnTo>
                  <a:cubicBezTo>
                    <a:pt x="48" y="34"/>
                    <a:pt x="1" y="163"/>
                    <a:pt x="12" y="233"/>
                  </a:cubicBezTo>
                  <a:cubicBezTo>
                    <a:pt x="70" y="199"/>
                    <a:pt x="129" y="48"/>
                    <a:pt x="10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1" name="Google Shape;1201;p27"/>
            <p:cNvSpPr/>
            <p:nvPr/>
          </p:nvSpPr>
          <p:spPr>
            <a:xfrm>
              <a:off x="5374259" y="4134754"/>
              <a:ext cx="3888" cy="7208"/>
            </a:xfrm>
            <a:custGeom>
              <a:avLst/>
              <a:gdLst/>
              <a:ahLst/>
              <a:cxnLst/>
              <a:rect l="l" t="t" r="r" b="b"/>
              <a:pathLst>
                <a:path w="82" h="152" extrusionOk="0">
                  <a:moveTo>
                    <a:pt x="23" y="1"/>
                  </a:moveTo>
                  <a:cubicBezTo>
                    <a:pt x="12" y="48"/>
                    <a:pt x="12" y="93"/>
                    <a:pt x="1" y="141"/>
                  </a:cubicBezTo>
                  <a:lnTo>
                    <a:pt x="48" y="152"/>
                  </a:lnTo>
                  <a:cubicBezTo>
                    <a:pt x="59" y="104"/>
                    <a:pt x="82" y="48"/>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2" name="Google Shape;1202;p27"/>
            <p:cNvSpPr/>
            <p:nvPr/>
          </p:nvSpPr>
          <p:spPr>
            <a:xfrm>
              <a:off x="5006145" y="3957454"/>
              <a:ext cx="349912" cy="340428"/>
            </a:xfrm>
            <a:custGeom>
              <a:avLst/>
              <a:gdLst/>
              <a:ahLst/>
              <a:cxnLst/>
              <a:rect l="l" t="t" r="r" b="b"/>
              <a:pathLst>
                <a:path w="7379" h="7179" extrusionOk="0">
                  <a:moveTo>
                    <a:pt x="1838" y="807"/>
                  </a:moveTo>
                  <a:cubicBezTo>
                    <a:pt x="1838" y="818"/>
                    <a:pt x="1838" y="818"/>
                    <a:pt x="1849" y="829"/>
                  </a:cubicBezTo>
                  <a:cubicBezTo>
                    <a:pt x="1746" y="910"/>
                    <a:pt x="1651" y="1005"/>
                    <a:pt x="1548" y="1097"/>
                  </a:cubicBezTo>
                  <a:cubicBezTo>
                    <a:pt x="1548" y="1038"/>
                    <a:pt x="1757" y="829"/>
                    <a:pt x="1838" y="807"/>
                  </a:cubicBezTo>
                  <a:close/>
                  <a:moveTo>
                    <a:pt x="5110" y="840"/>
                  </a:moveTo>
                  <a:cubicBezTo>
                    <a:pt x="5168" y="865"/>
                    <a:pt x="5213" y="888"/>
                    <a:pt x="5261" y="924"/>
                  </a:cubicBezTo>
                  <a:cubicBezTo>
                    <a:pt x="5319" y="957"/>
                    <a:pt x="5308" y="1016"/>
                    <a:pt x="5249" y="1050"/>
                  </a:cubicBezTo>
                  <a:cubicBezTo>
                    <a:pt x="5168" y="1086"/>
                    <a:pt x="5073" y="1119"/>
                    <a:pt x="4981" y="1145"/>
                  </a:cubicBezTo>
                  <a:cubicBezTo>
                    <a:pt x="4961" y="1154"/>
                    <a:pt x="4941" y="1158"/>
                    <a:pt x="4920" y="1158"/>
                  </a:cubicBezTo>
                  <a:cubicBezTo>
                    <a:pt x="4871" y="1158"/>
                    <a:pt x="4821" y="1134"/>
                    <a:pt x="4772" y="1108"/>
                  </a:cubicBezTo>
                  <a:cubicBezTo>
                    <a:pt x="4738" y="1075"/>
                    <a:pt x="4738" y="994"/>
                    <a:pt x="4794" y="969"/>
                  </a:cubicBezTo>
                  <a:cubicBezTo>
                    <a:pt x="4889" y="910"/>
                    <a:pt x="4992" y="876"/>
                    <a:pt x="5110" y="840"/>
                  </a:cubicBezTo>
                  <a:close/>
                  <a:moveTo>
                    <a:pt x="6031" y="2370"/>
                  </a:moveTo>
                  <a:cubicBezTo>
                    <a:pt x="6042" y="2370"/>
                    <a:pt x="6054" y="2372"/>
                    <a:pt x="6065" y="2377"/>
                  </a:cubicBezTo>
                  <a:cubicBezTo>
                    <a:pt x="6205" y="2413"/>
                    <a:pt x="6286" y="2483"/>
                    <a:pt x="6286" y="2575"/>
                  </a:cubicBezTo>
                  <a:cubicBezTo>
                    <a:pt x="6261" y="2656"/>
                    <a:pt x="6275" y="2751"/>
                    <a:pt x="6191" y="2810"/>
                  </a:cubicBezTo>
                  <a:cubicBezTo>
                    <a:pt x="6168" y="2821"/>
                    <a:pt x="6157" y="2865"/>
                    <a:pt x="6146" y="2902"/>
                  </a:cubicBezTo>
                  <a:cubicBezTo>
                    <a:pt x="6124" y="2963"/>
                    <a:pt x="6087" y="3008"/>
                    <a:pt x="6030" y="3008"/>
                  </a:cubicBezTo>
                  <a:cubicBezTo>
                    <a:pt x="6023" y="3008"/>
                    <a:pt x="6015" y="3007"/>
                    <a:pt x="6006" y="3005"/>
                  </a:cubicBezTo>
                  <a:cubicBezTo>
                    <a:pt x="5937" y="3005"/>
                    <a:pt x="5900" y="2960"/>
                    <a:pt x="5889" y="2879"/>
                  </a:cubicBezTo>
                  <a:cubicBezTo>
                    <a:pt x="5878" y="2843"/>
                    <a:pt x="5867" y="2821"/>
                    <a:pt x="5842" y="2796"/>
                  </a:cubicBezTo>
                  <a:cubicBezTo>
                    <a:pt x="5772" y="2715"/>
                    <a:pt x="5772" y="2670"/>
                    <a:pt x="5830" y="2575"/>
                  </a:cubicBezTo>
                  <a:cubicBezTo>
                    <a:pt x="5867" y="2541"/>
                    <a:pt x="5889" y="2505"/>
                    <a:pt x="5911" y="2472"/>
                  </a:cubicBezTo>
                  <a:cubicBezTo>
                    <a:pt x="5941" y="2406"/>
                    <a:pt x="5984" y="2370"/>
                    <a:pt x="6031" y="2370"/>
                  </a:cubicBezTo>
                  <a:close/>
                  <a:moveTo>
                    <a:pt x="780" y="2751"/>
                  </a:moveTo>
                  <a:lnTo>
                    <a:pt x="780" y="2751"/>
                  </a:lnTo>
                  <a:cubicBezTo>
                    <a:pt x="757" y="2854"/>
                    <a:pt x="721" y="2960"/>
                    <a:pt x="698" y="3064"/>
                  </a:cubicBezTo>
                  <a:cubicBezTo>
                    <a:pt x="640" y="2994"/>
                    <a:pt x="698" y="2784"/>
                    <a:pt x="780" y="2751"/>
                  </a:cubicBezTo>
                  <a:close/>
                  <a:moveTo>
                    <a:pt x="1408" y="1259"/>
                  </a:moveTo>
                  <a:lnTo>
                    <a:pt x="1419" y="1273"/>
                  </a:lnTo>
                  <a:cubicBezTo>
                    <a:pt x="1408" y="1295"/>
                    <a:pt x="1397" y="1307"/>
                    <a:pt x="1386" y="1329"/>
                  </a:cubicBezTo>
                  <a:cubicBezTo>
                    <a:pt x="1199" y="1552"/>
                    <a:pt x="1037" y="1784"/>
                    <a:pt x="897" y="2027"/>
                  </a:cubicBezTo>
                  <a:cubicBezTo>
                    <a:pt x="743" y="2284"/>
                    <a:pt x="673" y="2564"/>
                    <a:pt x="617" y="2843"/>
                  </a:cubicBezTo>
                  <a:cubicBezTo>
                    <a:pt x="603" y="2913"/>
                    <a:pt x="592" y="2983"/>
                    <a:pt x="581" y="3041"/>
                  </a:cubicBezTo>
                  <a:cubicBezTo>
                    <a:pt x="570" y="3064"/>
                    <a:pt x="548" y="3075"/>
                    <a:pt x="534" y="3100"/>
                  </a:cubicBezTo>
                  <a:cubicBezTo>
                    <a:pt x="534" y="3075"/>
                    <a:pt x="522" y="3053"/>
                    <a:pt x="522" y="3030"/>
                  </a:cubicBezTo>
                  <a:cubicBezTo>
                    <a:pt x="617" y="2435"/>
                    <a:pt x="849" y="1913"/>
                    <a:pt x="1232" y="1446"/>
                  </a:cubicBezTo>
                  <a:cubicBezTo>
                    <a:pt x="1280" y="1388"/>
                    <a:pt x="1327" y="1329"/>
                    <a:pt x="1361" y="1284"/>
                  </a:cubicBezTo>
                  <a:cubicBezTo>
                    <a:pt x="1372" y="1273"/>
                    <a:pt x="1397" y="1259"/>
                    <a:pt x="1408" y="1259"/>
                  </a:cubicBezTo>
                  <a:close/>
                  <a:moveTo>
                    <a:pt x="4062" y="1703"/>
                  </a:moveTo>
                  <a:cubicBezTo>
                    <a:pt x="4143" y="1703"/>
                    <a:pt x="4224" y="1748"/>
                    <a:pt x="4305" y="1784"/>
                  </a:cubicBezTo>
                  <a:cubicBezTo>
                    <a:pt x="4445" y="1843"/>
                    <a:pt x="4584" y="1888"/>
                    <a:pt x="4702" y="2016"/>
                  </a:cubicBezTo>
                  <a:cubicBezTo>
                    <a:pt x="4749" y="2064"/>
                    <a:pt x="4794" y="2122"/>
                    <a:pt x="4841" y="2192"/>
                  </a:cubicBezTo>
                  <a:cubicBezTo>
                    <a:pt x="4878" y="2251"/>
                    <a:pt x="4934" y="2307"/>
                    <a:pt x="5004" y="2332"/>
                  </a:cubicBezTo>
                  <a:cubicBezTo>
                    <a:pt x="5073" y="2365"/>
                    <a:pt x="5143" y="2402"/>
                    <a:pt x="5213" y="2446"/>
                  </a:cubicBezTo>
                  <a:cubicBezTo>
                    <a:pt x="5400" y="2541"/>
                    <a:pt x="5470" y="2740"/>
                    <a:pt x="5411" y="2935"/>
                  </a:cubicBezTo>
                  <a:cubicBezTo>
                    <a:pt x="5378" y="3041"/>
                    <a:pt x="5367" y="3145"/>
                    <a:pt x="5400" y="3251"/>
                  </a:cubicBezTo>
                  <a:cubicBezTo>
                    <a:pt x="5492" y="3449"/>
                    <a:pt x="5481" y="3648"/>
                    <a:pt x="5448" y="3857"/>
                  </a:cubicBezTo>
                  <a:cubicBezTo>
                    <a:pt x="5378" y="4148"/>
                    <a:pt x="5330" y="4449"/>
                    <a:pt x="5272" y="4740"/>
                  </a:cubicBezTo>
                  <a:cubicBezTo>
                    <a:pt x="5261" y="4810"/>
                    <a:pt x="5227" y="4880"/>
                    <a:pt x="5180" y="4938"/>
                  </a:cubicBezTo>
                  <a:cubicBezTo>
                    <a:pt x="5004" y="5195"/>
                    <a:pt x="4819" y="5438"/>
                    <a:pt x="4632" y="5695"/>
                  </a:cubicBezTo>
                  <a:cubicBezTo>
                    <a:pt x="4540" y="5824"/>
                    <a:pt x="4422" y="5883"/>
                    <a:pt x="4272" y="5916"/>
                  </a:cubicBezTo>
                  <a:cubicBezTo>
                    <a:pt x="4256" y="5920"/>
                    <a:pt x="4240" y="5921"/>
                    <a:pt x="4225" y="5921"/>
                  </a:cubicBezTo>
                  <a:cubicBezTo>
                    <a:pt x="4138" y="5921"/>
                    <a:pt x="4063" y="5870"/>
                    <a:pt x="4003" y="5799"/>
                  </a:cubicBezTo>
                  <a:cubicBezTo>
                    <a:pt x="3864" y="5637"/>
                    <a:pt x="3702" y="5497"/>
                    <a:pt x="3621" y="5276"/>
                  </a:cubicBezTo>
                  <a:cubicBezTo>
                    <a:pt x="3573" y="5170"/>
                    <a:pt x="3514" y="5078"/>
                    <a:pt x="3445" y="4986"/>
                  </a:cubicBezTo>
                  <a:cubicBezTo>
                    <a:pt x="3375" y="4880"/>
                    <a:pt x="3375" y="4765"/>
                    <a:pt x="3364" y="4648"/>
                  </a:cubicBezTo>
                  <a:cubicBezTo>
                    <a:pt x="3341" y="4486"/>
                    <a:pt x="3316" y="4332"/>
                    <a:pt x="3294" y="4181"/>
                  </a:cubicBezTo>
                  <a:cubicBezTo>
                    <a:pt x="3294" y="4123"/>
                    <a:pt x="3257" y="4089"/>
                    <a:pt x="3202" y="4078"/>
                  </a:cubicBezTo>
                  <a:cubicBezTo>
                    <a:pt x="3143" y="4067"/>
                    <a:pt x="3084" y="4067"/>
                    <a:pt x="3026" y="4067"/>
                  </a:cubicBezTo>
                  <a:cubicBezTo>
                    <a:pt x="2987" y="4070"/>
                    <a:pt x="2948" y="4073"/>
                    <a:pt x="2909" y="4073"/>
                  </a:cubicBezTo>
                  <a:cubicBezTo>
                    <a:pt x="2820" y="4073"/>
                    <a:pt x="2734" y="4060"/>
                    <a:pt x="2654" y="4019"/>
                  </a:cubicBezTo>
                  <a:cubicBezTo>
                    <a:pt x="2607" y="3983"/>
                    <a:pt x="2548" y="3983"/>
                    <a:pt x="2489" y="3961"/>
                  </a:cubicBezTo>
                  <a:cubicBezTo>
                    <a:pt x="2433" y="3938"/>
                    <a:pt x="2364" y="3927"/>
                    <a:pt x="2305" y="3880"/>
                  </a:cubicBezTo>
                  <a:cubicBezTo>
                    <a:pt x="2129" y="3729"/>
                    <a:pt x="1989" y="3553"/>
                    <a:pt x="1930" y="3321"/>
                  </a:cubicBezTo>
                  <a:cubicBezTo>
                    <a:pt x="1908" y="3251"/>
                    <a:pt x="1919" y="3192"/>
                    <a:pt x="1944" y="3123"/>
                  </a:cubicBezTo>
                  <a:cubicBezTo>
                    <a:pt x="2014" y="2983"/>
                    <a:pt x="2048" y="2832"/>
                    <a:pt x="2059" y="2670"/>
                  </a:cubicBezTo>
                  <a:cubicBezTo>
                    <a:pt x="2070" y="2564"/>
                    <a:pt x="2118" y="2446"/>
                    <a:pt x="2176" y="2354"/>
                  </a:cubicBezTo>
                  <a:cubicBezTo>
                    <a:pt x="2305" y="2122"/>
                    <a:pt x="2514" y="1946"/>
                    <a:pt x="2757" y="1843"/>
                  </a:cubicBezTo>
                  <a:cubicBezTo>
                    <a:pt x="2852" y="1796"/>
                    <a:pt x="2978" y="1784"/>
                    <a:pt x="3084" y="1762"/>
                  </a:cubicBezTo>
                  <a:cubicBezTo>
                    <a:pt x="3084" y="1773"/>
                    <a:pt x="3084" y="1784"/>
                    <a:pt x="3095" y="1796"/>
                  </a:cubicBezTo>
                  <a:cubicBezTo>
                    <a:pt x="3246" y="1773"/>
                    <a:pt x="3397" y="1737"/>
                    <a:pt x="3551" y="1726"/>
                  </a:cubicBezTo>
                  <a:cubicBezTo>
                    <a:pt x="3713" y="1703"/>
                    <a:pt x="3886" y="1703"/>
                    <a:pt x="4062" y="1703"/>
                  </a:cubicBezTo>
                  <a:close/>
                  <a:moveTo>
                    <a:pt x="4960" y="6706"/>
                  </a:moveTo>
                  <a:cubicBezTo>
                    <a:pt x="4964" y="6706"/>
                    <a:pt x="4968" y="6706"/>
                    <a:pt x="4970" y="6707"/>
                  </a:cubicBezTo>
                  <a:cubicBezTo>
                    <a:pt x="4929" y="6757"/>
                    <a:pt x="4641" y="6843"/>
                    <a:pt x="4516" y="6843"/>
                  </a:cubicBezTo>
                  <a:cubicBezTo>
                    <a:pt x="4496" y="6843"/>
                    <a:pt x="4480" y="6840"/>
                    <a:pt x="4470" y="6835"/>
                  </a:cubicBezTo>
                  <a:cubicBezTo>
                    <a:pt x="4502" y="6803"/>
                    <a:pt x="4882" y="6706"/>
                    <a:pt x="4960" y="6706"/>
                  </a:cubicBezTo>
                  <a:close/>
                  <a:moveTo>
                    <a:pt x="4283" y="6860"/>
                  </a:moveTo>
                  <a:cubicBezTo>
                    <a:pt x="4283" y="6860"/>
                    <a:pt x="4294" y="6860"/>
                    <a:pt x="4305" y="6872"/>
                  </a:cubicBezTo>
                  <a:cubicBezTo>
                    <a:pt x="4294" y="6883"/>
                    <a:pt x="4283" y="6894"/>
                    <a:pt x="4272" y="6894"/>
                  </a:cubicBezTo>
                  <a:cubicBezTo>
                    <a:pt x="4191" y="6905"/>
                    <a:pt x="4096" y="6905"/>
                    <a:pt x="4015" y="6905"/>
                  </a:cubicBezTo>
                  <a:cubicBezTo>
                    <a:pt x="4003" y="6905"/>
                    <a:pt x="3992" y="6883"/>
                    <a:pt x="3981" y="6883"/>
                  </a:cubicBezTo>
                  <a:cubicBezTo>
                    <a:pt x="3992" y="6872"/>
                    <a:pt x="4003" y="6860"/>
                    <a:pt x="4015" y="6860"/>
                  </a:cubicBezTo>
                  <a:close/>
                  <a:moveTo>
                    <a:pt x="5040" y="6846"/>
                  </a:moveTo>
                  <a:cubicBezTo>
                    <a:pt x="5051" y="6846"/>
                    <a:pt x="5051" y="6860"/>
                    <a:pt x="5051" y="6872"/>
                  </a:cubicBezTo>
                  <a:cubicBezTo>
                    <a:pt x="5029" y="6883"/>
                    <a:pt x="5017" y="6894"/>
                    <a:pt x="4992" y="6905"/>
                  </a:cubicBezTo>
                  <a:cubicBezTo>
                    <a:pt x="4659" y="7005"/>
                    <a:pt x="4319" y="7058"/>
                    <a:pt x="3976" y="7058"/>
                  </a:cubicBezTo>
                  <a:cubicBezTo>
                    <a:pt x="3842" y="7058"/>
                    <a:pt x="3708" y="7050"/>
                    <a:pt x="3573" y="7034"/>
                  </a:cubicBezTo>
                  <a:cubicBezTo>
                    <a:pt x="3537" y="7034"/>
                    <a:pt x="3514" y="7022"/>
                    <a:pt x="3481" y="7011"/>
                  </a:cubicBezTo>
                  <a:lnTo>
                    <a:pt x="3481" y="6986"/>
                  </a:lnTo>
                  <a:cubicBezTo>
                    <a:pt x="3605" y="6996"/>
                    <a:pt x="3730" y="7005"/>
                    <a:pt x="3854" y="7005"/>
                  </a:cubicBezTo>
                  <a:cubicBezTo>
                    <a:pt x="3904" y="7005"/>
                    <a:pt x="3954" y="7003"/>
                    <a:pt x="4003" y="7000"/>
                  </a:cubicBezTo>
                  <a:cubicBezTo>
                    <a:pt x="4191" y="7000"/>
                    <a:pt x="4364" y="6986"/>
                    <a:pt x="4540" y="6953"/>
                  </a:cubicBezTo>
                  <a:cubicBezTo>
                    <a:pt x="4702" y="6930"/>
                    <a:pt x="4878" y="6883"/>
                    <a:pt x="5040" y="6846"/>
                  </a:cubicBezTo>
                  <a:close/>
                  <a:moveTo>
                    <a:pt x="3855" y="1"/>
                  </a:moveTo>
                  <a:cubicBezTo>
                    <a:pt x="2758" y="1"/>
                    <a:pt x="1412" y="587"/>
                    <a:pt x="710" y="1983"/>
                  </a:cubicBezTo>
                  <a:cubicBezTo>
                    <a:pt x="0" y="3391"/>
                    <a:pt x="360" y="4986"/>
                    <a:pt x="1187" y="5905"/>
                  </a:cubicBezTo>
                  <a:cubicBezTo>
                    <a:pt x="1220" y="5862"/>
                    <a:pt x="1266" y="5833"/>
                    <a:pt x="1315" y="5833"/>
                  </a:cubicBezTo>
                  <a:cubicBezTo>
                    <a:pt x="1334" y="5833"/>
                    <a:pt x="1353" y="5837"/>
                    <a:pt x="1372" y="5846"/>
                  </a:cubicBezTo>
                  <a:cubicBezTo>
                    <a:pt x="1467" y="5905"/>
                    <a:pt x="1570" y="5952"/>
                    <a:pt x="1651" y="6045"/>
                  </a:cubicBezTo>
                  <a:cubicBezTo>
                    <a:pt x="1687" y="6103"/>
                    <a:pt x="1746" y="6137"/>
                    <a:pt x="1805" y="6184"/>
                  </a:cubicBezTo>
                  <a:cubicBezTo>
                    <a:pt x="1849" y="6218"/>
                    <a:pt x="1897" y="6243"/>
                    <a:pt x="1956" y="6277"/>
                  </a:cubicBezTo>
                  <a:cubicBezTo>
                    <a:pt x="2025" y="6313"/>
                    <a:pt x="2095" y="6358"/>
                    <a:pt x="2176" y="6383"/>
                  </a:cubicBezTo>
                  <a:cubicBezTo>
                    <a:pt x="2280" y="6427"/>
                    <a:pt x="2386" y="6453"/>
                    <a:pt x="2489" y="6497"/>
                  </a:cubicBezTo>
                  <a:cubicBezTo>
                    <a:pt x="2527" y="6509"/>
                    <a:pt x="2562" y="6515"/>
                    <a:pt x="2596" y="6515"/>
                  </a:cubicBezTo>
                  <a:cubicBezTo>
                    <a:pt x="2636" y="6515"/>
                    <a:pt x="2675" y="6506"/>
                    <a:pt x="2713" y="6486"/>
                  </a:cubicBezTo>
                  <a:cubicBezTo>
                    <a:pt x="2736" y="6476"/>
                    <a:pt x="2759" y="6471"/>
                    <a:pt x="2780" y="6471"/>
                  </a:cubicBezTo>
                  <a:cubicBezTo>
                    <a:pt x="2849" y="6471"/>
                    <a:pt x="2897" y="6527"/>
                    <a:pt x="2897" y="6626"/>
                  </a:cubicBezTo>
                  <a:cubicBezTo>
                    <a:pt x="2897" y="6791"/>
                    <a:pt x="2933" y="6835"/>
                    <a:pt x="3084" y="6894"/>
                  </a:cubicBezTo>
                  <a:cubicBezTo>
                    <a:pt x="3165" y="6916"/>
                    <a:pt x="3213" y="6964"/>
                    <a:pt x="3224" y="7045"/>
                  </a:cubicBezTo>
                  <a:cubicBezTo>
                    <a:pt x="3224" y="7103"/>
                    <a:pt x="3246" y="7115"/>
                    <a:pt x="3294" y="7126"/>
                  </a:cubicBezTo>
                  <a:cubicBezTo>
                    <a:pt x="3502" y="7161"/>
                    <a:pt x="3710" y="7179"/>
                    <a:pt x="3917" y="7179"/>
                  </a:cubicBezTo>
                  <a:cubicBezTo>
                    <a:pt x="4208" y="7179"/>
                    <a:pt x="4497" y="7143"/>
                    <a:pt x="4783" y="7070"/>
                  </a:cubicBezTo>
                  <a:cubicBezTo>
                    <a:pt x="4970" y="7022"/>
                    <a:pt x="5143" y="6964"/>
                    <a:pt x="5319" y="6905"/>
                  </a:cubicBezTo>
                  <a:cubicBezTo>
                    <a:pt x="5308" y="6824"/>
                    <a:pt x="5319" y="6777"/>
                    <a:pt x="5378" y="6732"/>
                  </a:cubicBezTo>
                  <a:cubicBezTo>
                    <a:pt x="5459" y="6651"/>
                    <a:pt x="5551" y="6592"/>
                    <a:pt x="5632" y="6522"/>
                  </a:cubicBezTo>
                  <a:cubicBezTo>
                    <a:pt x="5691" y="6486"/>
                    <a:pt x="5727" y="6453"/>
                    <a:pt x="5749" y="6394"/>
                  </a:cubicBezTo>
                  <a:cubicBezTo>
                    <a:pt x="5772" y="6346"/>
                    <a:pt x="5819" y="6288"/>
                    <a:pt x="5856" y="6288"/>
                  </a:cubicBezTo>
                  <a:cubicBezTo>
                    <a:pt x="6018" y="6265"/>
                    <a:pt x="6146" y="6162"/>
                    <a:pt x="6297" y="6126"/>
                  </a:cubicBezTo>
                  <a:cubicBezTo>
                    <a:pt x="6331" y="6115"/>
                    <a:pt x="6344" y="6092"/>
                    <a:pt x="6367" y="6078"/>
                  </a:cubicBezTo>
                  <a:cubicBezTo>
                    <a:pt x="6367" y="6067"/>
                    <a:pt x="6367" y="6067"/>
                    <a:pt x="6356" y="6056"/>
                  </a:cubicBezTo>
                  <a:cubicBezTo>
                    <a:pt x="6322" y="6064"/>
                    <a:pt x="6283" y="6072"/>
                    <a:pt x="6242" y="6072"/>
                  </a:cubicBezTo>
                  <a:cubicBezTo>
                    <a:pt x="6225" y="6072"/>
                    <a:pt x="6208" y="6070"/>
                    <a:pt x="6191" y="6067"/>
                  </a:cubicBezTo>
                  <a:cubicBezTo>
                    <a:pt x="6099" y="6067"/>
                    <a:pt x="6051" y="5997"/>
                    <a:pt x="6099" y="5916"/>
                  </a:cubicBezTo>
                  <a:cubicBezTo>
                    <a:pt x="6135" y="5858"/>
                    <a:pt x="6146" y="5799"/>
                    <a:pt x="6121" y="5743"/>
                  </a:cubicBezTo>
                  <a:cubicBezTo>
                    <a:pt x="6076" y="5626"/>
                    <a:pt x="6099" y="5556"/>
                    <a:pt x="6216" y="5508"/>
                  </a:cubicBezTo>
                  <a:cubicBezTo>
                    <a:pt x="6286" y="5475"/>
                    <a:pt x="6367" y="5464"/>
                    <a:pt x="6437" y="5427"/>
                  </a:cubicBezTo>
                  <a:cubicBezTo>
                    <a:pt x="6470" y="5416"/>
                    <a:pt x="6507" y="5405"/>
                    <a:pt x="6540" y="5369"/>
                  </a:cubicBezTo>
                  <a:cubicBezTo>
                    <a:pt x="6568" y="5352"/>
                    <a:pt x="6594" y="5327"/>
                    <a:pt x="6620" y="5327"/>
                  </a:cubicBezTo>
                  <a:cubicBezTo>
                    <a:pt x="6629" y="5327"/>
                    <a:pt x="6637" y="5329"/>
                    <a:pt x="6646" y="5335"/>
                  </a:cubicBezTo>
                  <a:cubicBezTo>
                    <a:pt x="6680" y="5357"/>
                    <a:pt x="6716" y="5405"/>
                    <a:pt x="6727" y="5438"/>
                  </a:cubicBezTo>
                  <a:cubicBezTo>
                    <a:pt x="6738" y="5464"/>
                    <a:pt x="6738" y="5497"/>
                    <a:pt x="6738" y="5533"/>
                  </a:cubicBezTo>
                  <a:cubicBezTo>
                    <a:pt x="6750" y="5556"/>
                    <a:pt x="6764" y="5578"/>
                    <a:pt x="6775" y="5589"/>
                  </a:cubicBezTo>
                  <a:cubicBezTo>
                    <a:pt x="6797" y="5614"/>
                    <a:pt x="6819" y="5637"/>
                    <a:pt x="6845" y="5659"/>
                  </a:cubicBezTo>
                  <a:cubicBezTo>
                    <a:pt x="6845" y="5659"/>
                    <a:pt x="6856" y="5659"/>
                    <a:pt x="6856" y="5648"/>
                  </a:cubicBezTo>
                  <a:cubicBezTo>
                    <a:pt x="7099" y="5324"/>
                    <a:pt x="7275" y="4950"/>
                    <a:pt x="7378" y="4556"/>
                  </a:cubicBezTo>
                  <a:cubicBezTo>
                    <a:pt x="7378" y="4542"/>
                    <a:pt x="7378" y="4519"/>
                    <a:pt x="7367" y="4508"/>
                  </a:cubicBezTo>
                  <a:cubicBezTo>
                    <a:pt x="7322" y="4438"/>
                    <a:pt x="7297" y="4357"/>
                    <a:pt x="7297" y="4276"/>
                  </a:cubicBezTo>
                  <a:cubicBezTo>
                    <a:pt x="7297" y="4218"/>
                    <a:pt x="7275" y="4148"/>
                    <a:pt x="7264" y="4089"/>
                  </a:cubicBezTo>
                  <a:cubicBezTo>
                    <a:pt x="7264" y="4089"/>
                    <a:pt x="7252" y="4078"/>
                    <a:pt x="7238" y="4078"/>
                  </a:cubicBezTo>
                  <a:cubicBezTo>
                    <a:pt x="7203" y="4143"/>
                    <a:pt x="7151" y="4177"/>
                    <a:pt x="7084" y="4177"/>
                  </a:cubicBezTo>
                  <a:cubicBezTo>
                    <a:pt x="7066" y="4177"/>
                    <a:pt x="7048" y="4175"/>
                    <a:pt x="7029" y="4170"/>
                  </a:cubicBezTo>
                  <a:cubicBezTo>
                    <a:pt x="6987" y="4160"/>
                    <a:pt x="6951" y="4155"/>
                    <a:pt x="6914" y="4155"/>
                  </a:cubicBezTo>
                  <a:cubicBezTo>
                    <a:pt x="6869" y="4155"/>
                    <a:pt x="6825" y="4163"/>
                    <a:pt x="6775" y="4181"/>
                  </a:cubicBezTo>
                  <a:cubicBezTo>
                    <a:pt x="6749" y="4193"/>
                    <a:pt x="6724" y="4198"/>
                    <a:pt x="6701" y="4198"/>
                  </a:cubicBezTo>
                  <a:cubicBezTo>
                    <a:pt x="6627" y="4198"/>
                    <a:pt x="6568" y="4145"/>
                    <a:pt x="6540" y="4067"/>
                  </a:cubicBezTo>
                  <a:cubicBezTo>
                    <a:pt x="6518" y="3961"/>
                    <a:pt x="6495" y="3857"/>
                    <a:pt x="6470" y="3751"/>
                  </a:cubicBezTo>
                  <a:cubicBezTo>
                    <a:pt x="6437" y="3634"/>
                    <a:pt x="6425" y="3508"/>
                    <a:pt x="6437" y="3391"/>
                  </a:cubicBezTo>
                  <a:cubicBezTo>
                    <a:pt x="6437" y="3251"/>
                    <a:pt x="6448" y="3123"/>
                    <a:pt x="6437" y="2994"/>
                  </a:cubicBezTo>
                  <a:cubicBezTo>
                    <a:pt x="6437" y="2902"/>
                    <a:pt x="6470" y="2821"/>
                    <a:pt x="6529" y="2751"/>
                  </a:cubicBezTo>
                  <a:cubicBezTo>
                    <a:pt x="6599" y="2681"/>
                    <a:pt x="6657" y="2600"/>
                    <a:pt x="6705" y="2505"/>
                  </a:cubicBezTo>
                  <a:cubicBezTo>
                    <a:pt x="6764" y="2402"/>
                    <a:pt x="6750" y="2365"/>
                    <a:pt x="6657" y="2296"/>
                  </a:cubicBezTo>
                  <a:cubicBezTo>
                    <a:pt x="6565" y="2237"/>
                    <a:pt x="6459" y="2181"/>
                    <a:pt x="6356" y="2134"/>
                  </a:cubicBezTo>
                  <a:cubicBezTo>
                    <a:pt x="6238" y="2080"/>
                    <a:pt x="6170" y="2051"/>
                    <a:pt x="6109" y="2051"/>
                  </a:cubicBezTo>
                  <a:cubicBezTo>
                    <a:pt x="6037" y="2051"/>
                    <a:pt x="5975" y="2092"/>
                    <a:pt x="5856" y="2181"/>
                  </a:cubicBezTo>
                  <a:cubicBezTo>
                    <a:pt x="5819" y="2215"/>
                    <a:pt x="5761" y="2226"/>
                    <a:pt x="5702" y="2251"/>
                  </a:cubicBezTo>
                  <a:cubicBezTo>
                    <a:pt x="5680" y="2262"/>
                    <a:pt x="5632" y="2273"/>
                    <a:pt x="5610" y="2296"/>
                  </a:cubicBezTo>
                  <a:cubicBezTo>
                    <a:pt x="5582" y="2345"/>
                    <a:pt x="5536" y="2368"/>
                    <a:pt x="5488" y="2368"/>
                  </a:cubicBezTo>
                  <a:cubicBezTo>
                    <a:pt x="5478" y="2368"/>
                    <a:pt x="5469" y="2367"/>
                    <a:pt x="5459" y="2365"/>
                  </a:cubicBezTo>
                  <a:cubicBezTo>
                    <a:pt x="5389" y="2343"/>
                    <a:pt x="5378" y="2284"/>
                    <a:pt x="5367" y="2237"/>
                  </a:cubicBezTo>
                  <a:cubicBezTo>
                    <a:pt x="5353" y="2181"/>
                    <a:pt x="5342" y="2122"/>
                    <a:pt x="5319" y="2075"/>
                  </a:cubicBezTo>
                  <a:cubicBezTo>
                    <a:pt x="5261" y="1972"/>
                    <a:pt x="5272" y="1888"/>
                    <a:pt x="5378" y="1832"/>
                  </a:cubicBezTo>
                  <a:cubicBezTo>
                    <a:pt x="5451" y="1790"/>
                    <a:pt x="5537" y="1749"/>
                    <a:pt x="5626" y="1749"/>
                  </a:cubicBezTo>
                  <a:cubicBezTo>
                    <a:pt x="5663" y="1749"/>
                    <a:pt x="5701" y="1756"/>
                    <a:pt x="5738" y="1773"/>
                  </a:cubicBezTo>
                  <a:cubicBezTo>
                    <a:pt x="5754" y="1779"/>
                    <a:pt x="5767" y="1782"/>
                    <a:pt x="5778" y="1782"/>
                  </a:cubicBezTo>
                  <a:cubicBezTo>
                    <a:pt x="5810" y="1782"/>
                    <a:pt x="5829" y="1761"/>
                    <a:pt x="5856" y="1726"/>
                  </a:cubicBezTo>
                  <a:cubicBezTo>
                    <a:pt x="5948" y="1564"/>
                    <a:pt x="5959" y="1388"/>
                    <a:pt x="5925" y="1203"/>
                  </a:cubicBezTo>
                  <a:cubicBezTo>
                    <a:pt x="5889" y="1027"/>
                    <a:pt x="5819" y="888"/>
                    <a:pt x="5657" y="807"/>
                  </a:cubicBezTo>
                  <a:cubicBezTo>
                    <a:pt x="5509" y="735"/>
                    <a:pt x="5367" y="687"/>
                    <a:pt x="5218" y="687"/>
                  </a:cubicBezTo>
                  <a:cubicBezTo>
                    <a:pt x="5145" y="687"/>
                    <a:pt x="5070" y="699"/>
                    <a:pt x="4992" y="726"/>
                  </a:cubicBezTo>
                  <a:cubicBezTo>
                    <a:pt x="4900" y="748"/>
                    <a:pt x="4819" y="784"/>
                    <a:pt x="4724" y="795"/>
                  </a:cubicBezTo>
                  <a:cubicBezTo>
                    <a:pt x="4709" y="798"/>
                    <a:pt x="4694" y="800"/>
                    <a:pt x="4678" y="800"/>
                  </a:cubicBezTo>
                  <a:cubicBezTo>
                    <a:pt x="4634" y="800"/>
                    <a:pt x="4589" y="789"/>
                    <a:pt x="4562" y="770"/>
                  </a:cubicBezTo>
                  <a:cubicBezTo>
                    <a:pt x="4434" y="678"/>
                    <a:pt x="4319" y="586"/>
                    <a:pt x="4283" y="435"/>
                  </a:cubicBezTo>
                  <a:cubicBezTo>
                    <a:pt x="4272" y="399"/>
                    <a:pt x="4249" y="365"/>
                    <a:pt x="4224" y="351"/>
                  </a:cubicBezTo>
                  <a:cubicBezTo>
                    <a:pt x="4121" y="307"/>
                    <a:pt x="4096" y="225"/>
                    <a:pt x="4121" y="119"/>
                  </a:cubicBezTo>
                  <a:cubicBezTo>
                    <a:pt x="4121" y="86"/>
                    <a:pt x="4143" y="49"/>
                    <a:pt x="4154" y="16"/>
                  </a:cubicBezTo>
                  <a:cubicBezTo>
                    <a:pt x="4057" y="6"/>
                    <a:pt x="3957" y="1"/>
                    <a:pt x="3855"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27"/>
            <p:cNvSpPr/>
            <p:nvPr/>
          </p:nvSpPr>
          <p:spPr>
            <a:xfrm>
              <a:off x="5202602" y="3958165"/>
              <a:ext cx="161228" cy="209264"/>
            </a:xfrm>
            <a:custGeom>
              <a:avLst/>
              <a:gdLst/>
              <a:ahLst/>
              <a:cxnLst/>
              <a:rect l="l" t="t" r="r" b="b"/>
              <a:pathLst>
                <a:path w="3400" h="4413" extrusionOk="0">
                  <a:moveTo>
                    <a:pt x="313" y="172"/>
                  </a:moveTo>
                  <a:cubicBezTo>
                    <a:pt x="356" y="172"/>
                    <a:pt x="401" y="189"/>
                    <a:pt x="408" y="210"/>
                  </a:cubicBezTo>
                  <a:cubicBezTo>
                    <a:pt x="408" y="222"/>
                    <a:pt x="386" y="244"/>
                    <a:pt x="386" y="244"/>
                  </a:cubicBezTo>
                  <a:cubicBezTo>
                    <a:pt x="338" y="233"/>
                    <a:pt x="291" y="210"/>
                    <a:pt x="246" y="197"/>
                  </a:cubicBezTo>
                  <a:cubicBezTo>
                    <a:pt x="259" y="179"/>
                    <a:pt x="285" y="172"/>
                    <a:pt x="313" y="172"/>
                  </a:cubicBezTo>
                  <a:close/>
                  <a:moveTo>
                    <a:pt x="606" y="185"/>
                  </a:moveTo>
                  <a:lnTo>
                    <a:pt x="606" y="185"/>
                  </a:lnTo>
                  <a:cubicBezTo>
                    <a:pt x="617" y="280"/>
                    <a:pt x="595" y="350"/>
                    <a:pt x="548" y="431"/>
                  </a:cubicBezTo>
                  <a:cubicBezTo>
                    <a:pt x="511" y="373"/>
                    <a:pt x="548" y="233"/>
                    <a:pt x="606" y="185"/>
                  </a:cubicBezTo>
                  <a:close/>
                  <a:moveTo>
                    <a:pt x="1992" y="1130"/>
                  </a:moveTo>
                  <a:cubicBezTo>
                    <a:pt x="2025" y="1152"/>
                    <a:pt x="2062" y="1174"/>
                    <a:pt x="2095" y="1199"/>
                  </a:cubicBezTo>
                  <a:cubicBezTo>
                    <a:pt x="2084" y="1211"/>
                    <a:pt x="2084" y="1222"/>
                    <a:pt x="2073" y="1233"/>
                  </a:cubicBezTo>
                  <a:cubicBezTo>
                    <a:pt x="2037" y="1199"/>
                    <a:pt x="2003" y="1174"/>
                    <a:pt x="1978" y="1152"/>
                  </a:cubicBezTo>
                  <a:cubicBezTo>
                    <a:pt x="1978" y="1141"/>
                    <a:pt x="1992" y="1130"/>
                    <a:pt x="1992" y="1130"/>
                  </a:cubicBezTo>
                  <a:close/>
                  <a:moveTo>
                    <a:pt x="2690" y="3015"/>
                  </a:moveTo>
                  <a:lnTo>
                    <a:pt x="2690" y="3015"/>
                  </a:lnTo>
                  <a:cubicBezTo>
                    <a:pt x="2654" y="3130"/>
                    <a:pt x="2632" y="3225"/>
                    <a:pt x="2595" y="3339"/>
                  </a:cubicBezTo>
                  <a:cubicBezTo>
                    <a:pt x="2562" y="3258"/>
                    <a:pt x="2607" y="3074"/>
                    <a:pt x="2690" y="3015"/>
                  </a:cubicBezTo>
                  <a:close/>
                  <a:moveTo>
                    <a:pt x="2503" y="3549"/>
                  </a:moveTo>
                  <a:lnTo>
                    <a:pt x="2503" y="3549"/>
                  </a:lnTo>
                  <a:cubicBezTo>
                    <a:pt x="2562" y="3563"/>
                    <a:pt x="2632" y="3608"/>
                    <a:pt x="2643" y="3677"/>
                  </a:cubicBezTo>
                  <a:cubicBezTo>
                    <a:pt x="2573" y="3677"/>
                    <a:pt x="2503" y="3608"/>
                    <a:pt x="2503" y="3549"/>
                  </a:cubicBezTo>
                  <a:close/>
                  <a:moveTo>
                    <a:pt x="81" y="1"/>
                  </a:moveTo>
                  <a:cubicBezTo>
                    <a:pt x="0" y="57"/>
                    <a:pt x="11" y="222"/>
                    <a:pt x="92" y="280"/>
                  </a:cubicBezTo>
                  <a:cubicBezTo>
                    <a:pt x="129" y="303"/>
                    <a:pt x="176" y="336"/>
                    <a:pt x="187" y="384"/>
                  </a:cubicBezTo>
                  <a:cubicBezTo>
                    <a:pt x="221" y="523"/>
                    <a:pt x="327" y="616"/>
                    <a:pt x="430" y="699"/>
                  </a:cubicBezTo>
                  <a:cubicBezTo>
                    <a:pt x="457" y="716"/>
                    <a:pt x="495" y="726"/>
                    <a:pt x="532" y="726"/>
                  </a:cubicBezTo>
                  <a:cubicBezTo>
                    <a:pt x="545" y="726"/>
                    <a:pt x="558" y="725"/>
                    <a:pt x="570" y="722"/>
                  </a:cubicBezTo>
                  <a:cubicBezTo>
                    <a:pt x="665" y="711"/>
                    <a:pt x="746" y="674"/>
                    <a:pt x="838" y="652"/>
                  </a:cubicBezTo>
                  <a:cubicBezTo>
                    <a:pt x="896" y="633"/>
                    <a:pt x="962" y="613"/>
                    <a:pt x="1029" y="613"/>
                  </a:cubicBezTo>
                  <a:cubicBezTo>
                    <a:pt x="1043" y="613"/>
                    <a:pt x="1056" y="614"/>
                    <a:pt x="1070" y="616"/>
                  </a:cubicBezTo>
                  <a:cubicBezTo>
                    <a:pt x="1280" y="630"/>
                    <a:pt x="1478" y="699"/>
                    <a:pt x="1654" y="825"/>
                  </a:cubicBezTo>
                  <a:cubicBezTo>
                    <a:pt x="1724" y="873"/>
                    <a:pt x="1782" y="942"/>
                    <a:pt x="1794" y="1023"/>
                  </a:cubicBezTo>
                  <a:cubicBezTo>
                    <a:pt x="1816" y="1104"/>
                    <a:pt x="1827" y="1188"/>
                    <a:pt x="1852" y="1269"/>
                  </a:cubicBezTo>
                  <a:cubicBezTo>
                    <a:pt x="1908" y="1454"/>
                    <a:pt x="1852" y="1618"/>
                    <a:pt x="1746" y="1769"/>
                  </a:cubicBezTo>
                  <a:cubicBezTo>
                    <a:pt x="1721" y="1813"/>
                    <a:pt x="1689" y="1837"/>
                    <a:pt x="1649" y="1837"/>
                  </a:cubicBezTo>
                  <a:cubicBezTo>
                    <a:pt x="1636" y="1837"/>
                    <a:pt x="1621" y="1834"/>
                    <a:pt x="1606" y="1828"/>
                  </a:cubicBezTo>
                  <a:cubicBezTo>
                    <a:pt x="1566" y="1808"/>
                    <a:pt x="1528" y="1800"/>
                    <a:pt x="1490" y="1800"/>
                  </a:cubicBezTo>
                  <a:cubicBezTo>
                    <a:pt x="1418" y="1800"/>
                    <a:pt x="1349" y="1828"/>
                    <a:pt x="1280" y="1850"/>
                  </a:cubicBezTo>
                  <a:cubicBezTo>
                    <a:pt x="1210" y="1887"/>
                    <a:pt x="1187" y="1943"/>
                    <a:pt x="1210" y="2001"/>
                  </a:cubicBezTo>
                  <a:cubicBezTo>
                    <a:pt x="1235" y="2071"/>
                    <a:pt x="1257" y="2141"/>
                    <a:pt x="1280" y="2211"/>
                  </a:cubicBezTo>
                  <a:cubicBezTo>
                    <a:pt x="1294" y="2247"/>
                    <a:pt x="1316" y="2281"/>
                    <a:pt x="1338" y="2292"/>
                  </a:cubicBezTo>
                  <a:cubicBezTo>
                    <a:pt x="1363" y="2292"/>
                    <a:pt x="1397" y="2269"/>
                    <a:pt x="1419" y="2247"/>
                  </a:cubicBezTo>
                  <a:cubicBezTo>
                    <a:pt x="1456" y="2236"/>
                    <a:pt x="1489" y="2188"/>
                    <a:pt x="1525" y="2188"/>
                  </a:cubicBezTo>
                  <a:cubicBezTo>
                    <a:pt x="1595" y="2177"/>
                    <a:pt x="1654" y="2152"/>
                    <a:pt x="1699" y="2107"/>
                  </a:cubicBezTo>
                  <a:cubicBezTo>
                    <a:pt x="1735" y="2071"/>
                    <a:pt x="1782" y="2049"/>
                    <a:pt x="1827" y="2012"/>
                  </a:cubicBezTo>
                  <a:cubicBezTo>
                    <a:pt x="1869" y="1985"/>
                    <a:pt x="1916" y="1971"/>
                    <a:pt x="1967" y="1971"/>
                  </a:cubicBezTo>
                  <a:cubicBezTo>
                    <a:pt x="2000" y="1971"/>
                    <a:pt x="2036" y="1977"/>
                    <a:pt x="2073" y="1990"/>
                  </a:cubicBezTo>
                  <a:cubicBezTo>
                    <a:pt x="2201" y="2049"/>
                    <a:pt x="2341" y="2107"/>
                    <a:pt x="2467" y="2177"/>
                  </a:cubicBezTo>
                  <a:cubicBezTo>
                    <a:pt x="2526" y="2200"/>
                    <a:pt x="2573" y="2258"/>
                    <a:pt x="2621" y="2306"/>
                  </a:cubicBezTo>
                  <a:cubicBezTo>
                    <a:pt x="2665" y="2350"/>
                    <a:pt x="2676" y="2409"/>
                    <a:pt x="2643" y="2468"/>
                  </a:cubicBezTo>
                  <a:cubicBezTo>
                    <a:pt x="2595" y="2571"/>
                    <a:pt x="2537" y="2688"/>
                    <a:pt x="2445" y="2769"/>
                  </a:cubicBezTo>
                  <a:cubicBezTo>
                    <a:pt x="2386" y="2828"/>
                    <a:pt x="2364" y="2909"/>
                    <a:pt x="2364" y="2990"/>
                  </a:cubicBezTo>
                  <a:cubicBezTo>
                    <a:pt x="2364" y="3108"/>
                    <a:pt x="2352" y="3225"/>
                    <a:pt x="2352" y="3339"/>
                  </a:cubicBezTo>
                  <a:cubicBezTo>
                    <a:pt x="2364" y="3446"/>
                    <a:pt x="2364" y="3563"/>
                    <a:pt x="2386" y="3666"/>
                  </a:cubicBezTo>
                  <a:cubicBezTo>
                    <a:pt x="2397" y="3784"/>
                    <a:pt x="2433" y="3898"/>
                    <a:pt x="2467" y="4015"/>
                  </a:cubicBezTo>
                  <a:cubicBezTo>
                    <a:pt x="2486" y="4084"/>
                    <a:pt x="2523" y="4122"/>
                    <a:pt x="2578" y="4122"/>
                  </a:cubicBezTo>
                  <a:cubicBezTo>
                    <a:pt x="2598" y="4122"/>
                    <a:pt x="2619" y="4117"/>
                    <a:pt x="2643" y="4108"/>
                  </a:cubicBezTo>
                  <a:cubicBezTo>
                    <a:pt x="2688" y="4086"/>
                    <a:pt x="2733" y="4074"/>
                    <a:pt x="2778" y="4074"/>
                  </a:cubicBezTo>
                  <a:cubicBezTo>
                    <a:pt x="2803" y="4074"/>
                    <a:pt x="2828" y="4077"/>
                    <a:pt x="2852" y="4085"/>
                  </a:cubicBezTo>
                  <a:cubicBezTo>
                    <a:pt x="2882" y="4093"/>
                    <a:pt x="2908" y="4099"/>
                    <a:pt x="2933" y="4099"/>
                  </a:cubicBezTo>
                  <a:cubicBezTo>
                    <a:pt x="2976" y="4099"/>
                    <a:pt x="3013" y="4082"/>
                    <a:pt x="3051" y="4038"/>
                  </a:cubicBezTo>
                  <a:cubicBezTo>
                    <a:pt x="3066" y="4017"/>
                    <a:pt x="3087" y="4006"/>
                    <a:pt x="3108" y="4006"/>
                  </a:cubicBezTo>
                  <a:cubicBezTo>
                    <a:pt x="3131" y="4006"/>
                    <a:pt x="3153" y="4020"/>
                    <a:pt x="3165" y="4052"/>
                  </a:cubicBezTo>
                  <a:cubicBezTo>
                    <a:pt x="3190" y="4122"/>
                    <a:pt x="3202" y="4191"/>
                    <a:pt x="3224" y="4261"/>
                  </a:cubicBezTo>
                  <a:cubicBezTo>
                    <a:pt x="3235" y="4306"/>
                    <a:pt x="3235" y="4365"/>
                    <a:pt x="3249" y="4412"/>
                  </a:cubicBezTo>
                  <a:lnTo>
                    <a:pt x="3271" y="4412"/>
                  </a:lnTo>
                  <a:cubicBezTo>
                    <a:pt x="3271" y="4387"/>
                    <a:pt x="3283" y="4365"/>
                    <a:pt x="3283" y="4342"/>
                  </a:cubicBezTo>
                  <a:cubicBezTo>
                    <a:pt x="3375" y="3898"/>
                    <a:pt x="3400" y="3457"/>
                    <a:pt x="3330" y="3015"/>
                  </a:cubicBezTo>
                  <a:cubicBezTo>
                    <a:pt x="3179" y="2119"/>
                    <a:pt x="2760" y="1373"/>
                    <a:pt x="2062" y="803"/>
                  </a:cubicBezTo>
                  <a:cubicBezTo>
                    <a:pt x="1503" y="336"/>
                    <a:pt x="849" y="71"/>
                    <a:pt x="12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27"/>
            <p:cNvSpPr/>
            <p:nvPr/>
          </p:nvSpPr>
          <p:spPr>
            <a:xfrm>
              <a:off x="5063996" y="4236942"/>
              <a:ext cx="91758" cy="57378"/>
            </a:xfrm>
            <a:custGeom>
              <a:avLst/>
              <a:gdLst/>
              <a:ahLst/>
              <a:cxnLst/>
              <a:rect l="l" t="t" r="r" b="b"/>
              <a:pathLst>
                <a:path w="1935" h="1210" extrusionOk="0">
                  <a:moveTo>
                    <a:pt x="93" y="0"/>
                  </a:moveTo>
                  <a:cubicBezTo>
                    <a:pt x="62" y="0"/>
                    <a:pt x="36" y="17"/>
                    <a:pt x="1" y="58"/>
                  </a:cubicBezTo>
                  <a:cubicBezTo>
                    <a:pt x="526" y="651"/>
                    <a:pt x="1166" y="1036"/>
                    <a:pt x="1934" y="1209"/>
                  </a:cubicBezTo>
                  <a:cubicBezTo>
                    <a:pt x="1934" y="1128"/>
                    <a:pt x="1898" y="1081"/>
                    <a:pt x="1842" y="1059"/>
                  </a:cubicBezTo>
                  <a:cubicBezTo>
                    <a:pt x="1666" y="989"/>
                    <a:pt x="1618" y="919"/>
                    <a:pt x="1618" y="732"/>
                  </a:cubicBezTo>
                  <a:cubicBezTo>
                    <a:pt x="1618" y="672"/>
                    <a:pt x="1600" y="638"/>
                    <a:pt x="1558" y="638"/>
                  </a:cubicBezTo>
                  <a:cubicBezTo>
                    <a:pt x="1543" y="638"/>
                    <a:pt x="1525" y="642"/>
                    <a:pt x="1504" y="651"/>
                  </a:cubicBezTo>
                  <a:cubicBezTo>
                    <a:pt x="1463" y="669"/>
                    <a:pt x="1422" y="678"/>
                    <a:pt x="1382" y="678"/>
                  </a:cubicBezTo>
                  <a:cubicBezTo>
                    <a:pt x="1343" y="678"/>
                    <a:pt x="1304" y="669"/>
                    <a:pt x="1269" y="651"/>
                  </a:cubicBezTo>
                  <a:cubicBezTo>
                    <a:pt x="1177" y="628"/>
                    <a:pt x="1096" y="581"/>
                    <a:pt x="1004" y="570"/>
                  </a:cubicBezTo>
                  <a:cubicBezTo>
                    <a:pt x="794" y="522"/>
                    <a:pt x="641" y="371"/>
                    <a:pt x="456" y="279"/>
                  </a:cubicBezTo>
                  <a:lnTo>
                    <a:pt x="420" y="243"/>
                  </a:lnTo>
                  <a:cubicBezTo>
                    <a:pt x="361" y="151"/>
                    <a:pt x="269" y="81"/>
                    <a:pt x="166" y="22"/>
                  </a:cubicBezTo>
                  <a:cubicBezTo>
                    <a:pt x="137" y="8"/>
                    <a:pt x="114" y="0"/>
                    <a:pt x="9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27"/>
            <p:cNvSpPr/>
            <p:nvPr/>
          </p:nvSpPr>
          <p:spPr>
            <a:xfrm>
              <a:off x="5261117" y="4212711"/>
              <a:ext cx="66293" cy="70087"/>
            </a:xfrm>
            <a:custGeom>
              <a:avLst/>
              <a:gdLst/>
              <a:ahLst/>
              <a:cxnLst/>
              <a:rect l="l" t="t" r="r" b="b"/>
              <a:pathLst>
                <a:path w="1398" h="1478" extrusionOk="0">
                  <a:moveTo>
                    <a:pt x="1246" y="0"/>
                  </a:moveTo>
                  <a:cubicBezTo>
                    <a:pt x="1233" y="0"/>
                    <a:pt x="1218" y="7"/>
                    <a:pt x="1199" y="22"/>
                  </a:cubicBezTo>
                  <a:cubicBezTo>
                    <a:pt x="1163" y="55"/>
                    <a:pt x="1130" y="92"/>
                    <a:pt x="1082" y="103"/>
                  </a:cubicBezTo>
                  <a:cubicBezTo>
                    <a:pt x="1001" y="136"/>
                    <a:pt x="931" y="150"/>
                    <a:pt x="850" y="184"/>
                  </a:cubicBezTo>
                  <a:cubicBezTo>
                    <a:pt x="780" y="206"/>
                    <a:pt x="758" y="265"/>
                    <a:pt x="791" y="335"/>
                  </a:cubicBezTo>
                  <a:cubicBezTo>
                    <a:pt x="814" y="405"/>
                    <a:pt x="814" y="486"/>
                    <a:pt x="780" y="556"/>
                  </a:cubicBezTo>
                  <a:cubicBezTo>
                    <a:pt x="758" y="614"/>
                    <a:pt x="769" y="639"/>
                    <a:pt x="828" y="639"/>
                  </a:cubicBezTo>
                  <a:cubicBezTo>
                    <a:pt x="872" y="639"/>
                    <a:pt x="920" y="625"/>
                    <a:pt x="967" y="625"/>
                  </a:cubicBezTo>
                  <a:cubicBezTo>
                    <a:pt x="990" y="625"/>
                    <a:pt x="1023" y="639"/>
                    <a:pt x="1037" y="662"/>
                  </a:cubicBezTo>
                  <a:cubicBezTo>
                    <a:pt x="1048" y="684"/>
                    <a:pt x="1037" y="732"/>
                    <a:pt x="1012" y="743"/>
                  </a:cubicBezTo>
                  <a:cubicBezTo>
                    <a:pt x="967" y="779"/>
                    <a:pt x="920" y="801"/>
                    <a:pt x="861" y="824"/>
                  </a:cubicBezTo>
                  <a:cubicBezTo>
                    <a:pt x="814" y="849"/>
                    <a:pt x="758" y="871"/>
                    <a:pt x="710" y="894"/>
                  </a:cubicBezTo>
                  <a:cubicBezTo>
                    <a:pt x="641" y="919"/>
                    <a:pt x="582" y="930"/>
                    <a:pt x="523" y="963"/>
                  </a:cubicBezTo>
                  <a:cubicBezTo>
                    <a:pt x="490" y="975"/>
                    <a:pt x="442" y="1000"/>
                    <a:pt x="431" y="1033"/>
                  </a:cubicBezTo>
                  <a:cubicBezTo>
                    <a:pt x="409" y="1114"/>
                    <a:pt x="339" y="1162"/>
                    <a:pt x="269" y="1209"/>
                  </a:cubicBezTo>
                  <a:cubicBezTo>
                    <a:pt x="185" y="1268"/>
                    <a:pt x="115" y="1324"/>
                    <a:pt x="46" y="1394"/>
                  </a:cubicBezTo>
                  <a:cubicBezTo>
                    <a:pt x="23" y="1408"/>
                    <a:pt x="12" y="1441"/>
                    <a:pt x="1" y="1463"/>
                  </a:cubicBezTo>
                  <a:lnTo>
                    <a:pt x="12" y="1477"/>
                  </a:lnTo>
                  <a:cubicBezTo>
                    <a:pt x="34" y="1463"/>
                    <a:pt x="60" y="1463"/>
                    <a:pt x="82" y="1452"/>
                  </a:cubicBezTo>
                  <a:cubicBezTo>
                    <a:pt x="571" y="1220"/>
                    <a:pt x="979" y="894"/>
                    <a:pt x="1328" y="475"/>
                  </a:cubicBezTo>
                  <a:cubicBezTo>
                    <a:pt x="1361" y="430"/>
                    <a:pt x="1373" y="382"/>
                    <a:pt x="1398" y="324"/>
                  </a:cubicBezTo>
                  <a:cubicBezTo>
                    <a:pt x="1398" y="312"/>
                    <a:pt x="1387" y="276"/>
                    <a:pt x="1373" y="265"/>
                  </a:cubicBezTo>
                  <a:cubicBezTo>
                    <a:pt x="1317" y="231"/>
                    <a:pt x="1303" y="184"/>
                    <a:pt x="1303" y="125"/>
                  </a:cubicBezTo>
                  <a:cubicBezTo>
                    <a:pt x="1303" y="103"/>
                    <a:pt x="1303" y="67"/>
                    <a:pt x="1292" y="44"/>
                  </a:cubicBezTo>
                  <a:cubicBezTo>
                    <a:pt x="1278" y="16"/>
                    <a:pt x="1265" y="0"/>
                    <a:pt x="1246"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27"/>
            <p:cNvSpPr/>
            <p:nvPr/>
          </p:nvSpPr>
          <p:spPr>
            <a:xfrm>
              <a:off x="5099893" y="4040579"/>
              <a:ext cx="163409" cy="194375"/>
            </a:xfrm>
            <a:custGeom>
              <a:avLst/>
              <a:gdLst/>
              <a:ahLst/>
              <a:cxnLst/>
              <a:rect l="l" t="t" r="r" b="b"/>
              <a:pathLst>
                <a:path w="3446" h="4099" extrusionOk="0">
                  <a:moveTo>
                    <a:pt x="2714" y="1370"/>
                  </a:moveTo>
                  <a:cubicBezTo>
                    <a:pt x="2747" y="1381"/>
                    <a:pt x="2817" y="1520"/>
                    <a:pt x="2806" y="1568"/>
                  </a:cubicBezTo>
                  <a:cubicBezTo>
                    <a:pt x="2761" y="1557"/>
                    <a:pt x="2666" y="1428"/>
                    <a:pt x="2677" y="1392"/>
                  </a:cubicBezTo>
                  <a:cubicBezTo>
                    <a:pt x="2677" y="1381"/>
                    <a:pt x="2702" y="1370"/>
                    <a:pt x="2714" y="1370"/>
                  </a:cubicBezTo>
                  <a:close/>
                  <a:moveTo>
                    <a:pt x="317" y="1406"/>
                  </a:moveTo>
                  <a:lnTo>
                    <a:pt x="317" y="1406"/>
                  </a:lnTo>
                  <a:cubicBezTo>
                    <a:pt x="373" y="1476"/>
                    <a:pt x="420" y="1532"/>
                    <a:pt x="468" y="1590"/>
                  </a:cubicBezTo>
                  <a:cubicBezTo>
                    <a:pt x="387" y="1590"/>
                    <a:pt x="303" y="1487"/>
                    <a:pt x="317" y="1406"/>
                  </a:cubicBezTo>
                  <a:close/>
                  <a:moveTo>
                    <a:pt x="641" y="1557"/>
                  </a:moveTo>
                  <a:cubicBezTo>
                    <a:pt x="641" y="1568"/>
                    <a:pt x="652" y="1579"/>
                    <a:pt x="652" y="1590"/>
                  </a:cubicBezTo>
                  <a:cubicBezTo>
                    <a:pt x="630" y="1660"/>
                    <a:pt x="596" y="1730"/>
                    <a:pt x="571" y="1800"/>
                  </a:cubicBezTo>
                  <a:cubicBezTo>
                    <a:pt x="571" y="1811"/>
                    <a:pt x="560" y="1811"/>
                    <a:pt x="537" y="1836"/>
                  </a:cubicBezTo>
                  <a:lnTo>
                    <a:pt x="537" y="1730"/>
                  </a:lnTo>
                  <a:cubicBezTo>
                    <a:pt x="560" y="1671"/>
                    <a:pt x="571" y="1627"/>
                    <a:pt x="596" y="1579"/>
                  </a:cubicBezTo>
                  <a:cubicBezTo>
                    <a:pt x="607" y="1568"/>
                    <a:pt x="618" y="1568"/>
                    <a:pt x="641" y="1557"/>
                  </a:cubicBezTo>
                  <a:close/>
                  <a:moveTo>
                    <a:pt x="3063" y="1906"/>
                  </a:moveTo>
                  <a:lnTo>
                    <a:pt x="3063" y="1906"/>
                  </a:lnTo>
                  <a:cubicBezTo>
                    <a:pt x="3027" y="2009"/>
                    <a:pt x="3004" y="2115"/>
                    <a:pt x="2982" y="2219"/>
                  </a:cubicBezTo>
                  <a:cubicBezTo>
                    <a:pt x="2934" y="2160"/>
                    <a:pt x="2993" y="1928"/>
                    <a:pt x="3063" y="1906"/>
                  </a:cubicBezTo>
                  <a:close/>
                  <a:moveTo>
                    <a:pt x="2761" y="2406"/>
                  </a:moveTo>
                  <a:cubicBezTo>
                    <a:pt x="2783" y="2417"/>
                    <a:pt x="2806" y="2428"/>
                    <a:pt x="2831" y="2453"/>
                  </a:cubicBezTo>
                  <a:cubicBezTo>
                    <a:pt x="2831" y="2453"/>
                    <a:pt x="2842" y="2476"/>
                    <a:pt x="2853" y="2498"/>
                  </a:cubicBezTo>
                  <a:cubicBezTo>
                    <a:pt x="2817" y="2498"/>
                    <a:pt x="2806" y="2498"/>
                    <a:pt x="2795" y="2487"/>
                  </a:cubicBezTo>
                  <a:cubicBezTo>
                    <a:pt x="2772" y="2476"/>
                    <a:pt x="2761" y="2453"/>
                    <a:pt x="2736" y="2428"/>
                  </a:cubicBezTo>
                  <a:lnTo>
                    <a:pt x="2761" y="2406"/>
                  </a:lnTo>
                  <a:close/>
                  <a:moveTo>
                    <a:pt x="1909" y="0"/>
                  </a:moveTo>
                  <a:cubicBezTo>
                    <a:pt x="1770" y="0"/>
                    <a:pt x="1621" y="26"/>
                    <a:pt x="1479" y="43"/>
                  </a:cubicBezTo>
                  <a:cubicBezTo>
                    <a:pt x="1339" y="54"/>
                    <a:pt x="1188" y="79"/>
                    <a:pt x="1037" y="90"/>
                  </a:cubicBezTo>
                  <a:cubicBezTo>
                    <a:pt x="898" y="90"/>
                    <a:pt x="769" y="135"/>
                    <a:pt x="652" y="205"/>
                  </a:cubicBezTo>
                  <a:cubicBezTo>
                    <a:pt x="607" y="241"/>
                    <a:pt x="560" y="274"/>
                    <a:pt x="512" y="300"/>
                  </a:cubicBezTo>
                  <a:cubicBezTo>
                    <a:pt x="280" y="439"/>
                    <a:pt x="199" y="660"/>
                    <a:pt x="141" y="903"/>
                  </a:cubicBezTo>
                  <a:lnTo>
                    <a:pt x="141" y="928"/>
                  </a:lnTo>
                  <a:cubicBezTo>
                    <a:pt x="152" y="1090"/>
                    <a:pt x="93" y="1241"/>
                    <a:pt x="23" y="1392"/>
                  </a:cubicBezTo>
                  <a:cubicBezTo>
                    <a:pt x="12" y="1439"/>
                    <a:pt x="1" y="1498"/>
                    <a:pt x="12" y="1546"/>
                  </a:cubicBezTo>
                  <a:cubicBezTo>
                    <a:pt x="71" y="1789"/>
                    <a:pt x="233" y="1951"/>
                    <a:pt x="409" y="2104"/>
                  </a:cubicBezTo>
                  <a:cubicBezTo>
                    <a:pt x="442" y="2127"/>
                    <a:pt x="490" y="2138"/>
                    <a:pt x="526" y="2149"/>
                  </a:cubicBezTo>
                  <a:cubicBezTo>
                    <a:pt x="596" y="2160"/>
                    <a:pt x="666" y="2185"/>
                    <a:pt x="722" y="2208"/>
                  </a:cubicBezTo>
                  <a:cubicBezTo>
                    <a:pt x="806" y="2244"/>
                    <a:pt x="875" y="2255"/>
                    <a:pt x="945" y="2255"/>
                  </a:cubicBezTo>
                  <a:cubicBezTo>
                    <a:pt x="1049" y="2255"/>
                    <a:pt x="1141" y="2255"/>
                    <a:pt x="1236" y="2266"/>
                  </a:cubicBezTo>
                  <a:cubicBezTo>
                    <a:pt x="1328" y="2277"/>
                    <a:pt x="1364" y="2325"/>
                    <a:pt x="1375" y="2417"/>
                  </a:cubicBezTo>
                  <a:cubicBezTo>
                    <a:pt x="1387" y="2509"/>
                    <a:pt x="1398" y="2604"/>
                    <a:pt x="1409" y="2696"/>
                  </a:cubicBezTo>
                  <a:cubicBezTo>
                    <a:pt x="1420" y="2789"/>
                    <a:pt x="1445" y="2884"/>
                    <a:pt x="1468" y="2976"/>
                  </a:cubicBezTo>
                  <a:cubicBezTo>
                    <a:pt x="1479" y="3057"/>
                    <a:pt x="1515" y="3127"/>
                    <a:pt x="1537" y="3197"/>
                  </a:cubicBezTo>
                  <a:cubicBezTo>
                    <a:pt x="1585" y="3292"/>
                    <a:pt x="1644" y="3361"/>
                    <a:pt x="1677" y="3454"/>
                  </a:cubicBezTo>
                  <a:cubicBezTo>
                    <a:pt x="1747" y="3674"/>
                    <a:pt x="1923" y="3836"/>
                    <a:pt x="2063" y="4001"/>
                  </a:cubicBezTo>
                  <a:cubicBezTo>
                    <a:pt x="2110" y="4051"/>
                    <a:pt x="2167" y="4098"/>
                    <a:pt x="2241" y="4098"/>
                  </a:cubicBezTo>
                  <a:cubicBezTo>
                    <a:pt x="2255" y="4098"/>
                    <a:pt x="2269" y="4097"/>
                    <a:pt x="2283" y="4093"/>
                  </a:cubicBezTo>
                  <a:cubicBezTo>
                    <a:pt x="2423" y="4071"/>
                    <a:pt x="2526" y="4001"/>
                    <a:pt x="2621" y="3884"/>
                  </a:cubicBezTo>
                  <a:cubicBezTo>
                    <a:pt x="2795" y="3641"/>
                    <a:pt x="2971" y="3406"/>
                    <a:pt x="3144" y="3163"/>
                  </a:cubicBezTo>
                  <a:cubicBezTo>
                    <a:pt x="3191" y="3093"/>
                    <a:pt x="3225" y="3023"/>
                    <a:pt x="3236" y="2954"/>
                  </a:cubicBezTo>
                  <a:cubicBezTo>
                    <a:pt x="3306" y="2649"/>
                    <a:pt x="3353" y="2336"/>
                    <a:pt x="3412" y="2034"/>
                  </a:cubicBezTo>
                  <a:cubicBezTo>
                    <a:pt x="3446" y="1858"/>
                    <a:pt x="3434" y="1696"/>
                    <a:pt x="3376" y="1532"/>
                  </a:cubicBezTo>
                  <a:cubicBezTo>
                    <a:pt x="3331" y="1417"/>
                    <a:pt x="3342" y="1288"/>
                    <a:pt x="3376" y="1171"/>
                  </a:cubicBezTo>
                  <a:cubicBezTo>
                    <a:pt x="3390" y="1138"/>
                    <a:pt x="3401" y="1101"/>
                    <a:pt x="3401" y="1068"/>
                  </a:cubicBezTo>
                  <a:cubicBezTo>
                    <a:pt x="3390" y="939"/>
                    <a:pt x="3353" y="833"/>
                    <a:pt x="3236" y="777"/>
                  </a:cubicBezTo>
                  <a:cubicBezTo>
                    <a:pt x="3166" y="730"/>
                    <a:pt x="3085" y="682"/>
                    <a:pt x="3004" y="638"/>
                  </a:cubicBezTo>
                  <a:cubicBezTo>
                    <a:pt x="2923" y="601"/>
                    <a:pt x="2864" y="543"/>
                    <a:pt x="2817" y="473"/>
                  </a:cubicBezTo>
                  <a:cubicBezTo>
                    <a:pt x="2655" y="160"/>
                    <a:pt x="2353" y="54"/>
                    <a:pt x="2038" y="9"/>
                  </a:cubicBezTo>
                  <a:cubicBezTo>
                    <a:pt x="1996" y="3"/>
                    <a:pt x="1953" y="0"/>
                    <a:pt x="190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27"/>
            <p:cNvSpPr/>
            <p:nvPr/>
          </p:nvSpPr>
          <p:spPr>
            <a:xfrm>
              <a:off x="5282598" y="4072255"/>
              <a:ext cx="18873" cy="25133"/>
            </a:xfrm>
            <a:custGeom>
              <a:avLst/>
              <a:gdLst/>
              <a:ahLst/>
              <a:cxnLst/>
              <a:rect l="l" t="t" r="r" b="b"/>
              <a:pathLst>
                <a:path w="398" h="530" extrusionOk="0">
                  <a:moveTo>
                    <a:pt x="203" y="0"/>
                  </a:moveTo>
                  <a:cubicBezTo>
                    <a:pt x="174" y="0"/>
                    <a:pt x="158" y="25"/>
                    <a:pt x="140" y="51"/>
                  </a:cubicBezTo>
                  <a:cubicBezTo>
                    <a:pt x="107" y="95"/>
                    <a:pt x="81" y="154"/>
                    <a:pt x="48" y="190"/>
                  </a:cubicBezTo>
                  <a:cubicBezTo>
                    <a:pt x="0" y="249"/>
                    <a:pt x="26" y="282"/>
                    <a:pt x="59" y="330"/>
                  </a:cubicBezTo>
                  <a:cubicBezTo>
                    <a:pt x="81" y="363"/>
                    <a:pt x="107" y="400"/>
                    <a:pt x="107" y="433"/>
                  </a:cubicBezTo>
                  <a:cubicBezTo>
                    <a:pt x="118" y="481"/>
                    <a:pt x="118" y="528"/>
                    <a:pt x="176" y="528"/>
                  </a:cubicBezTo>
                  <a:cubicBezTo>
                    <a:pt x="182" y="529"/>
                    <a:pt x="188" y="530"/>
                    <a:pt x="193" y="530"/>
                  </a:cubicBezTo>
                  <a:cubicBezTo>
                    <a:pt x="237" y="530"/>
                    <a:pt x="247" y="487"/>
                    <a:pt x="257" y="444"/>
                  </a:cubicBezTo>
                  <a:cubicBezTo>
                    <a:pt x="269" y="411"/>
                    <a:pt x="291" y="363"/>
                    <a:pt x="316" y="330"/>
                  </a:cubicBezTo>
                  <a:cubicBezTo>
                    <a:pt x="350" y="271"/>
                    <a:pt x="386" y="224"/>
                    <a:pt x="397" y="190"/>
                  </a:cubicBezTo>
                  <a:cubicBezTo>
                    <a:pt x="397" y="62"/>
                    <a:pt x="316" y="39"/>
                    <a:pt x="246" y="14"/>
                  </a:cubicBezTo>
                  <a:cubicBezTo>
                    <a:pt x="229" y="5"/>
                    <a:pt x="215" y="0"/>
                    <a:pt x="20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8" name="Google Shape;1208;p27"/>
            <p:cNvSpPr/>
            <p:nvPr/>
          </p:nvSpPr>
          <p:spPr>
            <a:xfrm>
              <a:off x="5234088" y="4000178"/>
              <a:ext cx="21007" cy="9247"/>
            </a:xfrm>
            <a:custGeom>
              <a:avLst/>
              <a:gdLst/>
              <a:ahLst/>
              <a:cxnLst/>
              <a:rect l="l" t="t" r="r" b="b"/>
              <a:pathLst>
                <a:path w="443" h="195" extrusionOk="0">
                  <a:moveTo>
                    <a:pt x="299" y="1"/>
                  </a:moveTo>
                  <a:cubicBezTo>
                    <a:pt x="282" y="1"/>
                    <a:pt x="264" y="3"/>
                    <a:pt x="244" y="9"/>
                  </a:cubicBezTo>
                  <a:cubicBezTo>
                    <a:pt x="174" y="34"/>
                    <a:pt x="93" y="68"/>
                    <a:pt x="23" y="93"/>
                  </a:cubicBezTo>
                  <a:cubicBezTo>
                    <a:pt x="12" y="104"/>
                    <a:pt x="1" y="126"/>
                    <a:pt x="1" y="137"/>
                  </a:cubicBezTo>
                  <a:cubicBezTo>
                    <a:pt x="1" y="149"/>
                    <a:pt x="12" y="163"/>
                    <a:pt x="23" y="174"/>
                  </a:cubicBezTo>
                  <a:cubicBezTo>
                    <a:pt x="62" y="186"/>
                    <a:pt x="97" y="195"/>
                    <a:pt x="132" y="195"/>
                  </a:cubicBezTo>
                  <a:cubicBezTo>
                    <a:pt x="161" y="195"/>
                    <a:pt x="190" y="189"/>
                    <a:pt x="222" y="174"/>
                  </a:cubicBezTo>
                  <a:cubicBezTo>
                    <a:pt x="266" y="137"/>
                    <a:pt x="325" y="126"/>
                    <a:pt x="384" y="104"/>
                  </a:cubicBezTo>
                  <a:cubicBezTo>
                    <a:pt x="395" y="104"/>
                    <a:pt x="420" y="93"/>
                    <a:pt x="442" y="79"/>
                  </a:cubicBezTo>
                  <a:cubicBezTo>
                    <a:pt x="390" y="26"/>
                    <a:pt x="350" y="1"/>
                    <a:pt x="29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9" name="Google Shape;1209;p27"/>
            <p:cNvSpPr/>
            <p:nvPr/>
          </p:nvSpPr>
          <p:spPr>
            <a:xfrm>
              <a:off x="5006145" y="3954229"/>
              <a:ext cx="359301" cy="346735"/>
            </a:xfrm>
            <a:custGeom>
              <a:avLst/>
              <a:gdLst/>
              <a:ahLst/>
              <a:cxnLst/>
              <a:rect l="l" t="t" r="r" b="b"/>
              <a:pathLst>
                <a:path w="7577" h="7312" extrusionOk="0">
                  <a:moveTo>
                    <a:pt x="4272" y="84"/>
                  </a:moveTo>
                  <a:cubicBezTo>
                    <a:pt x="4992" y="154"/>
                    <a:pt x="5646" y="419"/>
                    <a:pt x="6205" y="886"/>
                  </a:cubicBezTo>
                  <a:cubicBezTo>
                    <a:pt x="6903" y="1456"/>
                    <a:pt x="7322" y="2202"/>
                    <a:pt x="7473" y="3098"/>
                  </a:cubicBezTo>
                  <a:cubicBezTo>
                    <a:pt x="7543" y="3540"/>
                    <a:pt x="7518" y="3981"/>
                    <a:pt x="7426" y="4425"/>
                  </a:cubicBezTo>
                  <a:cubicBezTo>
                    <a:pt x="7426" y="4448"/>
                    <a:pt x="7414" y="4470"/>
                    <a:pt x="7414" y="4495"/>
                  </a:cubicBezTo>
                  <a:lnTo>
                    <a:pt x="7392" y="4495"/>
                  </a:lnTo>
                  <a:cubicBezTo>
                    <a:pt x="7378" y="4448"/>
                    <a:pt x="7378" y="4389"/>
                    <a:pt x="7367" y="4344"/>
                  </a:cubicBezTo>
                  <a:cubicBezTo>
                    <a:pt x="7345" y="4274"/>
                    <a:pt x="7333" y="4205"/>
                    <a:pt x="7308" y="4135"/>
                  </a:cubicBezTo>
                  <a:cubicBezTo>
                    <a:pt x="7296" y="4103"/>
                    <a:pt x="7274" y="4089"/>
                    <a:pt x="7251" y="4089"/>
                  </a:cubicBezTo>
                  <a:cubicBezTo>
                    <a:pt x="7230" y="4089"/>
                    <a:pt x="7209" y="4100"/>
                    <a:pt x="7194" y="4121"/>
                  </a:cubicBezTo>
                  <a:cubicBezTo>
                    <a:pt x="7156" y="4165"/>
                    <a:pt x="7119" y="4182"/>
                    <a:pt x="7076" y="4182"/>
                  </a:cubicBezTo>
                  <a:cubicBezTo>
                    <a:pt x="7051" y="4182"/>
                    <a:pt x="7025" y="4176"/>
                    <a:pt x="6995" y="4168"/>
                  </a:cubicBezTo>
                  <a:cubicBezTo>
                    <a:pt x="6971" y="4160"/>
                    <a:pt x="6946" y="4157"/>
                    <a:pt x="6921" y="4157"/>
                  </a:cubicBezTo>
                  <a:cubicBezTo>
                    <a:pt x="6876" y="4157"/>
                    <a:pt x="6831" y="4169"/>
                    <a:pt x="6786" y="4191"/>
                  </a:cubicBezTo>
                  <a:cubicBezTo>
                    <a:pt x="6762" y="4200"/>
                    <a:pt x="6741" y="4205"/>
                    <a:pt x="6721" y="4205"/>
                  </a:cubicBezTo>
                  <a:cubicBezTo>
                    <a:pt x="6666" y="4205"/>
                    <a:pt x="6629" y="4167"/>
                    <a:pt x="6610" y="4098"/>
                  </a:cubicBezTo>
                  <a:cubicBezTo>
                    <a:pt x="6576" y="3981"/>
                    <a:pt x="6540" y="3867"/>
                    <a:pt x="6529" y="3749"/>
                  </a:cubicBezTo>
                  <a:cubicBezTo>
                    <a:pt x="6507" y="3646"/>
                    <a:pt x="6507" y="3529"/>
                    <a:pt x="6495" y="3422"/>
                  </a:cubicBezTo>
                  <a:cubicBezTo>
                    <a:pt x="6495" y="3308"/>
                    <a:pt x="6507" y="3191"/>
                    <a:pt x="6507" y="3073"/>
                  </a:cubicBezTo>
                  <a:cubicBezTo>
                    <a:pt x="6507" y="2992"/>
                    <a:pt x="6529" y="2911"/>
                    <a:pt x="6588" y="2852"/>
                  </a:cubicBezTo>
                  <a:cubicBezTo>
                    <a:pt x="6680" y="2771"/>
                    <a:pt x="6738" y="2654"/>
                    <a:pt x="6786" y="2551"/>
                  </a:cubicBezTo>
                  <a:cubicBezTo>
                    <a:pt x="6819" y="2492"/>
                    <a:pt x="6808" y="2433"/>
                    <a:pt x="6764" y="2389"/>
                  </a:cubicBezTo>
                  <a:cubicBezTo>
                    <a:pt x="6716" y="2341"/>
                    <a:pt x="6669" y="2283"/>
                    <a:pt x="6610" y="2260"/>
                  </a:cubicBezTo>
                  <a:cubicBezTo>
                    <a:pt x="6484" y="2190"/>
                    <a:pt x="6344" y="2132"/>
                    <a:pt x="6216" y="2073"/>
                  </a:cubicBezTo>
                  <a:cubicBezTo>
                    <a:pt x="6179" y="2060"/>
                    <a:pt x="6143" y="2054"/>
                    <a:pt x="6110" y="2054"/>
                  </a:cubicBezTo>
                  <a:cubicBezTo>
                    <a:pt x="6059" y="2054"/>
                    <a:pt x="6012" y="2068"/>
                    <a:pt x="5970" y="2095"/>
                  </a:cubicBezTo>
                  <a:cubicBezTo>
                    <a:pt x="5925" y="2132"/>
                    <a:pt x="5878" y="2154"/>
                    <a:pt x="5842" y="2190"/>
                  </a:cubicBezTo>
                  <a:cubicBezTo>
                    <a:pt x="5797" y="2235"/>
                    <a:pt x="5738" y="2260"/>
                    <a:pt x="5668" y="2271"/>
                  </a:cubicBezTo>
                  <a:cubicBezTo>
                    <a:pt x="5632" y="2271"/>
                    <a:pt x="5599" y="2319"/>
                    <a:pt x="5562" y="2330"/>
                  </a:cubicBezTo>
                  <a:cubicBezTo>
                    <a:pt x="5540" y="2352"/>
                    <a:pt x="5506" y="2375"/>
                    <a:pt x="5481" y="2375"/>
                  </a:cubicBezTo>
                  <a:cubicBezTo>
                    <a:pt x="5459" y="2364"/>
                    <a:pt x="5437" y="2330"/>
                    <a:pt x="5423" y="2294"/>
                  </a:cubicBezTo>
                  <a:cubicBezTo>
                    <a:pt x="5400" y="2224"/>
                    <a:pt x="5378" y="2154"/>
                    <a:pt x="5353" y="2084"/>
                  </a:cubicBezTo>
                  <a:cubicBezTo>
                    <a:pt x="5330" y="2026"/>
                    <a:pt x="5353" y="1970"/>
                    <a:pt x="5423" y="1933"/>
                  </a:cubicBezTo>
                  <a:cubicBezTo>
                    <a:pt x="5492" y="1911"/>
                    <a:pt x="5561" y="1883"/>
                    <a:pt x="5633" y="1883"/>
                  </a:cubicBezTo>
                  <a:cubicBezTo>
                    <a:pt x="5671" y="1883"/>
                    <a:pt x="5709" y="1891"/>
                    <a:pt x="5749" y="1911"/>
                  </a:cubicBezTo>
                  <a:cubicBezTo>
                    <a:pt x="5764" y="1917"/>
                    <a:pt x="5779" y="1920"/>
                    <a:pt x="5792" y="1920"/>
                  </a:cubicBezTo>
                  <a:cubicBezTo>
                    <a:pt x="5832" y="1920"/>
                    <a:pt x="5864" y="1896"/>
                    <a:pt x="5889" y="1852"/>
                  </a:cubicBezTo>
                  <a:cubicBezTo>
                    <a:pt x="5995" y="1701"/>
                    <a:pt x="6051" y="1537"/>
                    <a:pt x="5995" y="1352"/>
                  </a:cubicBezTo>
                  <a:cubicBezTo>
                    <a:pt x="5970" y="1271"/>
                    <a:pt x="5959" y="1187"/>
                    <a:pt x="5937" y="1106"/>
                  </a:cubicBezTo>
                  <a:cubicBezTo>
                    <a:pt x="5925" y="1025"/>
                    <a:pt x="5867" y="956"/>
                    <a:pt x="5797" y="908"/>
                  </a:cubicBezTo>
                  <a:cubicBezTo>
                    <a:pt x="5621" y="782"/>
                    <a:pt x="5423" y="713"/>
                    <a:pt x="5213" y="699"/>
                  </a:cubicBezTo>
                  <a:cubicBezTo>
                    <a:pt x="5199" y="697"/>
                    <a:pt x="5186" y="696"/>
                    <a:pt x="5172" y="696"/>
                  </a:cubicBezTo>
                  <a:cubicBezTo>
                    <a:pt x="5105" y="696"/>
                    <a:pt x="5039" y="716"/>
                    <a:pt x="4981" y="735"/>
                  </a:cubicBezTo>
                  <a:cubicBezTo>
                    <a:pt x="4889" y="757"/>
                    <a:pt x="4808" y="794"/>
                    <a:pt x="4713" y="805"/>
                  </a:cubicBezTo>
                  <a:cubicBezTo>
                    <a:pt x="4701" y="808"/>
                    <a:pt x="4688" y="809"/>
                    <a:pt x="4675" y="809"/>
                  </a:cubicBezTo>
                  <a:cubicBezTo>
                    <a:pt x="4638" y="809"/>
                    <a:pt x="4600" y="799"/>
                    <a:pt x="4573" y="782"/>
                  </a:cubicBezTo>
                  <a:cubicBezTo>
                    <a:pt x="4470" y="699"/>
                    <a:pt x="4364" y="606"/>
                    <a:pt x="4330" y="467"/>
                  </a:cubicBezTo>
                  <a:cubicBezTo>
                    <a:pt x="4319" y="419"/>
                    <a:pt x="4272" y="386"/>
                    <a:pt x="4235" y="363"/>
                  </a:cubicBezTo>
                  <a:cubicBezTo>
                    <a:pt x="4154" y="305"/>
                    <a:pt x="4143" y="140"/>
                    <a:pt x="4224" y="84"/>
                  </a:cubicBezTo>
                  <a:close/>
                  <a:moveTo>
                    <a:pt x="6623" y="5451"/>
                  </a:moveTo>
                  <a:cubicBezTo>
                    <a:pt x="6642" y="5451"/>
                    <a:pt x="6655" y="5467"/>
                    <a:pt x="6669" y="5495"/>
                  </a:cubicBezTo>
                  <a:cubicBezTo>
                    <a:pt x="6680" y="5518"/>
                    <a:pt x="6680" y="5554"/>
                    <a:pt x="6680" y="5576"/>
                  </a:cubicBezTo>
                  <a:cubicBezTo>
                    <a:pt x="6680" y="5635"/>
                    <a:pt x="6694" y="5682"/>
                    <a:pt x="6750" y="5716"/>
                  </a:cubicBezTo>
                  <a:cubicBezTo>
                    <a:pt x="6764" y="5727"/>
                    <a:pt x="6775" y="5763"/>
                    <a:pt x="6775" y="5775"/>
                  </a:cubicBezTo>
                  <a:cubicBezTo>
                    <a:pt x="6750" y="5833"/>
                    <a:pt x="6738" y="5881"/>
                    <a:pt x="6705" y="5926"/>
                  </a:cubicBezTo>
                  <a:cubicBezTo>
                    <a:pt x="6356" y="6345"/>
                    <a:pt x="5948" y="6671"/>
                    <a:pt x="5459" y="6903"/>
                  </a:cubicBezTo>
                  <a:cubicBezTo>
                    <a:pt x="5437" y="6914"/>
                    <a:pt x="5411" y="6914"/>
                    <a:pt x="5389" y="6928"/>
                  </a:cubicBezTo>
                  <a:lnTo>
                    <a:pt x="5378" y="6914"/>
                  </a:lnTo>
                  <a:cubicBezTo>
                    <a:pt x="5389" y="6892"/>
                    <a:pt x="5400" y="6859"/>
                    <a:pt x="5423" y="6845"/>
                  </a:cubicBezTo>
                  <a:cubicBezTo>
                    <a:pt x="5492" y="6775"/>
                    <a:pt x="5562" y="6719"/>
                    <a:pt x="5646" y="6660"/>
                  </a:cubicBezTo>
                  <a:cubicBezTo>
                    <a:pt x="5716" y="6613"/>
                    <a:pt x="5786" y="6565"/>
                    <a:pt x="5808" y="6484"/>
                  </a:cubicBezTo>
                  <a:cubicBezTo>
                    <a:pt x="5819" y="6451"/>
                    <a:pt x="5867" y="6426"/>
                    <a:pt x="5900" y="6414"/>
                  </a:cubicBezTo>
                  <a:cubicBezTo>
                    <a:pt x="5959" y="6381"/>
                    <a:pt x="6018" y="6370"/>
                    <a:pt x="6087" y="6345"/>
                  </a:cubicBezTo>
                  <a:cubicBezTo>
                    <a:pt x="6135" y="6322"/>
                    <a:pt x="6191" y="6300"/>
                    <a:pt x="6238" y="6275"/>
                  </a:cubicBezTo>
                  <a:cubicBezTo>
                    <a:pt x="6297" y="6252"/>
                    <a:pt x="6344" y="6230"/>
                    <a:pt x="6389" y="6194"/>
                  </a:cubicBezTo>
                  <a:cubicBezTo>
                    <a:pt x="6414" y="6183"/>
                    <a:pt x="6425" y="6135"/>
                    <a:pt x="6414" y="6113"/>
                  </a:cubicBezTo>
                  <a:cubicBezTo>
                    <a:pt x="6400" y="6090"/>
                    <a:pt x="6367" y="6076"/>
                    <a:pt x="6344" y="6076"/>
                  </a:cubicBezTo>
                  <a:cubicBezTo>
                    <a:pt x="6297" y="6076"/>
                    <a:pt x="6249" y="6090"/>
                    <a:pt x="6205" y="6090"/>
                  </a:cubicBezTo>
                  <a:cubicBezTo>
                    <a:pt x="6146" y="6090"/>
                    <a:pt x="6135" y="6065"/>
                    <a:pt x="6157" y="6007"/>
                  </a:cubicBezTo>
                  <a:cubicBezTo>
                    <a:pt x="6191" y="5937"/>
                    <a:pt x="6191" y="5856"/>
                    <a:pt x="6168" y="5786"/>
                  </a:cubicBezTo>
                  <a:cubicBezTo>
                    <a:pt x="6135" y="5716"/>
                    <a:pt x="6157" y="5657"/>
                    <a:pt x="6227" y="5635"/>
                  </a:cubicBezTo>
                  <a:cubicBezTo>
                    <a:pt x="6308" y="5601"/>
                    <a:pt x="6378" y="5587"/>
                    <a:pt x="6459" y="5554"/>
                  </a:cubicBezTo>
                  <a:cubicBezTo>
                    <a:pt x="6507" y="5543"/>
                    <a:pt x="6540" y="5506"/>
                    <a:pt x="6576" y="5473"/>
                  </a:cubicBezTo>
                  <a:cubicBezTo>
                    <a:pt x="6595" y="5458"/>
                    <a:pt x="6610" y="5451"/>
                    <a:pt x="6623" y="5451"/>
                  </a:cubicBezTo>
                  <a:close/>
                  <a:moveTo>
                    <a:pt x="1313" y="5962"/>
                  </a:moveTo>
                  <a:cubicBezTo>
                    <a:pt x="1334" y="5962"/>
                    <a:pt x="1357" y="5970"/>
                    <a:pt x="1386" y="5984"/>
                  </a:cubicBezTo>
                  <a:cubicBezTo>
                    <a:pt x="1489" y="6043"/>
                    <a:pt x="1581" y="6113"/>
                    <a:pt x="1640" y="6205"/>
                  </a:cubicBezTo>
                  <a:lnTo>
                    <a:pt x="1676" y="6241"/>
                  </a:lnTo>
                  <a:cubicBezTo>
                    <a:pt x="1861" y="6333"/>
                    <a:pt x="2014" y="6484"/>
                    <a:pt x="2224" y="6532"/>
                  </a:cubicBezTo>
                  <a:cubicBezTo>
                    <a:pt x="2316" y="6543"/>
                    <a:pt x="2397" y="6590"/>
                    <a:pt x="2489" y="6613"/>
                  </a:cubicBezTo>
                  <a:cubicBezTo>
                    <a:pt x="2524" y="6631"/>
                    <a:pt x="2563" y="6640"/>
                    <a:pt x="2602" y="6640"/>
                  </a:cubicBezTo>
                  <a:cubicBezTo>
                    <a:pt x="2642" y="6640"/>
                    <a:pt x="2683" y="6631"/>
                    <a:pt x="2724" y="6613"/>
                  </a:cubicBezTo>
                  <a:cubicBezTo>
                    <a:pt x="2745" y="6604"/>
                    <a:pt x="2763" y="6600"/>
                    <a:pt x="2778" y="6600"/>
                  </a:cubicBezTo>
                  <a:cubicBezTo>
                    <a:pt x="2820" y="6600"/>
                    <a:pt x="2838" y="6634"/>
                    <a:pt x="2838" y="6694"/>
                  </a:cubicBezTo>
                  <a:cubicBezTo>
                    <a:pt x="2838" y="6881"/>
                    <a:pt x="2886" y="6951"/>
                    <a:pt x="3062" y="7021"/>
                  </a:cubicBezTo>
                  <a:cubicBezTo>
                    <a:pt x="3118" y="7043"/>
                    <a:pt x="3154" y="7090"/>
                    <a:pt x="3154" y="7171"/>
                  </a:cubicBezTo>
                  <a:cubicBezTo>
                    <a:pt x="2386" y="6998"/>
                    <a:pt x="1746" y="6613"/>
                    <a:pt x="1221" y="6020"/>
                  </a:cubicBezTo>
                  <a:cubicBezTo>
                    <a:pt x="1256" y="5979"/>
                    <a:pt x="1282" y="5962"/>
                    <a:pt x="1313" y="5962"/>
                  </a:cubicBezTo>
                  <a:close/>
                  <a:moveTo>
                    <a:pt x="3855" y="69"/>
                  </a:moveTo>
                  <a:cubicBezTo>
                    <a:pt x="3957" y="69"/>
                    <a:pt x="4057" y="74"/>
                    <a:pt x="4154" y="84"/>
                  </a:cubicBezTo>
                  <a:cubicBezTo>
                    <a:pt x="4143" y="117"/>
                    <a:pt x="4121" y="154"/>
                    <a:pt x="4121" y="187"/>
                  </a:cubicBezTo>
                  <a:cubicBezTo>
                    <a:pt x="4096" y="293"/>
                    <a:pt x="4121" y="375"/>
                    <a:pt x="4224" y="419"/>
                  </a:cubicBezTo>
                  <a:cubicBezTo>
                    <a:pt x="4249" y="433"/>
                    <a:pt x="4272" y="467"/>
                    <a:pt x="4283" y="503"/>
                  </a:cubicBezTo>
                  <a:cubicBezTo>
                    <a:pt x="4319" y="654"/>
                    <a:pt x="4434" y="746"/>
                    <a:pt x="4562" y="838"/>
                  </a:cubicBezTo>
                  <a:cubicBezTo>
                    <a:pt x="4589" y="857"/>
                    <a:pt x="4634" y="868"/>
                    <a:pt x="4678" y="868"/>
                  </a:cubicBezTo>
                  <a:cubicBezTo>
                    <a:pt x="4694" y="868"/>
                    <a:pt x="4709" y="866"/>
                    <a:pt x="4724" y="863"/>
                  </a:cubicBezTo>
                  <a:cubicBezTo>
                    <a:pt x="4819" y="852"/>
                    <a:pt x="4900" y="816"/>
                    <a:pt x="4992" y="794"/>
                  </a:cubicBezTo>
                  <a:cubicBezTo>
                    <a:pt x="5070" y="767"/>
                    <a:pt x="5145" y="755"/>
                    <a:pt x="5218" y="755"/>
                  </a:cubicBezTo>
                  <a:cubicBezTo>
                    <a:pt x="5367" y="755"/>
                    <a:pt x="5509" y="803"/>
                    <a:pt x="5657" y="875"/>
                  </a:cubicBezTo>
                  <a:cubicBezTo>
                    <a:pt x="5819" y="956"/>
                    <a:pt x="5889" y="1095"/>
                    <a:pt x="5925" y="1271"/>
                  </a:cubicBezTo>
                  <a:cubicBezTo>
                    <a:pt x="5959" y="1456"/>
                    <a:pt x="5948" y="1632"/>
                    <a:pt x="5856" y="1794"/>
                  </a:cubicBezTo>
                  <a:cubicBezTo>
                    <a:pt x="5829" y="1829"/>
                    <a:pt x="5810" y="1850"/>
                    <a:pt x="5778" y="1850"/>
                  </a:cubicBezTo>
                  <a:cubicBezTo>
                    <a:pt x="5767" y="1850"/>
                    <a:pt x="5754" y="1847"/>
                    <a:pt x="5738" y="1841"/>
                  </a:cubicBezTo>
                  <a:cubicBezTo>
                    <a:pt x="5701" y="1824"/>
                    <a:pt x="5663" y="1817"/>
                    <a:pt x="5626" y="1817"/>
                  </a:cubicBezTo>
                  <a:cubicBezTo>
                    <a:pt x="5537" y="1817"/>
                    <a:pt x="5451" y="1858"/>
                    <a:pt x="5378" y="1900"/>
                  </a:cubicBezTo>
                  <a:cubicBezTo>
                    <a:pt x="5272" y="1956"/>
                    <a:pt x="5261" y="2040"/>
                    <a:pt x="5319" y="2143"/>
                  </a:cubicBezTo>
                  <a:cubicBezTo>
                    <a:pt x="5342" y="2190"/>
                    <a:pt x="5353" y="2249"/>
                    <a:pt x="5367" y="2305"/>
                  </a:cubicBezTo>
                  <a:cubicBezTo>
                    <a:pt x="5378" y="2352"/>
                    <a:pt x="5389" y="2411"/>
                    <a:pt x="5459" y="2433"/>
                  </a:cubicBezTo>
                  <a:cubicBezTo>
                    <a:pt x="5469" y="2435"/>
                    <a:pt x="5478" y="2436"/>
                    <a:pt x="5488" y="2436"/>
                  </a:cubicBezTo>
                  <a:cubicBezTo>
                    <a:pt x="5536" y="2436"/>
                    <a:pt x="5582" y="2413"/>
                    <a:pt x="5610" y="2364"/>
                  </a:cubicBezTo>
                  <a:cubicBezTo>
                    <a:pt x="5632" y="2341"/>
                    <a:pt x="5680" y="2330"/>
                    <a:pt x="5702" y="2319"/>
                  </a:cubicBezTo>
                  <a:cubicBezTo>
                    <a:pt x="5761" y="2294"/>
                    <a:pt x="5819" y="2283"/>
                    <a:pt x="5856" y="2249"/>
                  </a:cubicBezTo>
                  <a:cubicBezTo>
                    <a:pt x="5975" y="2160"/>
                    <a:pt x="6037" y="2119"/>
                    <a:pt x="6109" y="2119"/>
                  </a:cubicBezTo>
                  <a:cubicBezTo>
                    <a:pt x="6170" y="2119"/>
                    <a:pt x="6238" y="2148"/>
                    <a:pt x="6356" y="2202"/>
                  </a:cubicBezTo>
                  <a:cubicBezTo>
                    <a:pt x="6459" y="2249"/>
                    <a:pt x="6565" y="2305"/>
                    <a:pt x="6657" y="2364"/>
                  </a:cubicBezTo>
                  <a:cubicBezTo>
                    <a:pt x="6750" y="2433"/>
                    <a:pt x="6764" y="2470"/>
                    <a:pt x="6705" y="2573"/>
                  </a:cubicBezTo>
                  <a:cubicBezTo>
                    <a:pt x="6657" y="2668"/>
                    <a:pt x="6599" y="2749"/>
                    <a:pt x="6529" y="2819"/>
                  </a:cubicBezTo>
                  <a:cubicBezTo>
                    <a:pt x="6470" y="2889"/>
                    <a:pt x="6437" y="2970"/>
                    <a:pt x="6437" y="3062"/>
                  </a:cubicBezTo>
                  <a:cubicBezTo>
                    <a:pt x="6448" y="3191"/>
                    <a:pt x="6437" y="3319"/>
                    <a:pt x="6437" y="3459"/>
                  </a:cubicBezTo>
                  <a:cubicBezTo>
                    <a:pt x="6425" y="3576"/>
                    <a:pt x="6437" y="3702"/>
                    <a:pt x="6470" y="3819"/>
                  </a:cubicBezTo>
                  <a:cubicBezTo>
                    <a:pt x="6495" y="3925"/>
                    <a:pt x="6518" y="4029"/>
                    <a:pt x="6540" y="4135"/>
                  </a:cubicBezTo>
                  <a:cubicBezTo>
                    <a:pt x="6568" y="4213"/>
                    <a:pt x="6627" y="4266"/>
                    <a:pt x="6701" y="4266"/>
                  </a:cubicBezTo>
                  <a:cubicBezTo>
                    <a:pt x="6724" y="4266"/>
                    <a:pt x="6749" y="4261"/>
                    <a:pt x="6775" y="4249"/>
                  </a:cubicBezTo>
                  <a:cubicBezTo>
                    <a:pt x="6825" y="4231"/>
                    <a:pt x="6869" y="4223"/>
                    <a:pt x="6914" y="4223"/>
                  </a:cubicBezTo>
                  <a:cubicBezTo>
                    <a:pt x="6951" y="4223"/>
                    <a:pt x="6987" y="4228"/>
                    <a:pt x="7029" y="4238"/>
                  </a:cubicBezTo>
                  <a:cubicBezTo>
                    <a:pt x="7048" y="4243"/>
                    <a:pt x="7066" y="4245"/>
                    <a:pt x="7084" y="4245"/>
                  </a:cubicBezTo>
                  <a:cubicBezTo>
                    <a:pt x="7151" y="4245"/>
                    <a:pt x="7203" y="4211"/>
                    <a:pt x="7238" y="4146"/>
                  </a:cubicBezTo>
                  <a:cubicBezTo>
                    <a:pt x="7252" y="4146"/>
                    <a:pt x="7264" y="4157"/>
                    <a:pt x="7264" y="4157"/>
                  </a:cubicBezTo>
                  <a:cubicBezTo>
                    <a:pt x="7275" y="4216"/>
                    <a:pt x="7297" y="4286"/>
                    <a:pt x="7297" y="4344"/>
                  </a:cubicBezTo>
                  <a:cubicBezTo>
                    <a:pt x="7297" y="4425"/>
                    <a:pt x="7322" y="4506"/>
                    <a:pt x="7367" y="4576"/>
                  </a:cubicBezTo>
                  <a:cubicBezTo>
                    <a:pt x="7378" y="4587"/>
                    <a:pt x="7378" y="4610"/>
                    <a:pt x="7378" y="4624"/>
                  </a:cubicBezTo>
                  <a:cubicBezTo>
                    <a:pt x="7275" y="5018"/>
                    <a:pt x="7099" y="5392"/>
                    <a:pt x="6856" y="5716"/>
                  </a:cubicBezTo>
                  <a:cubicBezTo>
                    <a:pt x="6856" y="5727"/>
                    <a:pt x="6845" y="5727"/>
                    <a:pt x="6845" y="5727"/>
                  </a:cubicBezTo>
                  <a:cubicBezTo>
                    <a:pt x="6819" y="5705"/>
                    <a:pt x="6797" y="5682"/>
                    <a:pt x="6775" y="5657"/>
                  </a:cubicBezTo>
                  <a:cubicBezTo>
                    <a:pt x="6764" y="5646"/>
                    <a:pt x="6750" y="5624"/>
                    <a:pt x="6738" y="5601"/>
                  </a:cubicBezTo>
                  <a:cubicBezTo>
                    <a:pt x="6738" y="5565"/>
                    <a:pt x="6738" y="5532"/>
                    <a:pt x="6727" y="5506"/>
                  </a:cubicBezTo>
                  <a:cubicBezTo>
                    <a:pt x="6716" y="5473"/>
                    <a:pt x="6680" y="5425"/>
                    <a:pt x="6646" y="5403"/>
                  </a:cubicBezTo>
                  <a:cubicBezTo>
                    <a:pt x="6637" y="5397"/>
                    <a:pt x="6629" y="5395"/>
                    <a:pt x="6620" y="5395"/>
                  </a:cubicBezTo>
                  <a:cubicBezTo>
                    <a:pt x="6594" y="5395"/>
                    <a:pt x="6568" y="5420"/>
                    <a:pt x="6540" y="5437"/>
                  </a:cubicBezTo>
                  <a:cubicBezTo>
                    <a:pt x="6507" y="5473"/>
                    <a:pt x="6470" y="5484"/>
                    <a:pt x="6437" y="5495"/>
                  </a:cubicBezTo>
                  <a:cubicBezTo>
                    <a:pt x="6367" y="5532"/>
                    <a:pt x="6286" y="5543"/>
                    <a:pt x="6216" y="5576"/>
                  </a:cubicBezTo>
                  <a:cubicBezTo>
                    <a:pt x="6099" y="5624"/>
                    <a:pt x="6076" y="5694"/>
                    <a:pt x="6121" y="5811"/>
                  </a:cubicBezTo>
                  <a:cubicBezTo>
                    <a:pt x="6146" y="5867"/>
                    <a:pt x="6135" y="5926"/>
                    <a:pt x="6099" y="5984"/>
                  </a:cubicBezTo>
                  <a:cubicBezTo>
                    <a:pt x="6051" y="6065"/>
                    <a:pt x="6099" y="6135"/>
                    <a:pt x="6191" y="6135"/>
                  </a:cubicBezTo>
                  <a:cubicBezTo>
                    <a:pt x="6208" y="6138"/>
                    <a:pt x="6225" y="6140"/>
                    <a:pt x="6242" y="6140"/>
                  </a:cubicBezTo>
                  <a:cubicBezTo>
                    <a:pt x="6283" y="6140"/>
                    <a:pt x="6322" y="6132"/>
                    <a:pt x="6356" y="6124"/>
                  </a:cubicBezTo>
                  <a:cubicBezTo>
                    <a:pt x="6367" y="6135"/>
                    <a:pt x="6367" y="6135"/>
                    <a:pt x="6367" y="6146"/>
                  </a:cubicBezTo>
                  <a:cubicBezTo>
                    <a:pt x="6344" y="6160"/>
                    <a:pt x="6331" y="6183"/>
                    <a:pt x="6297" y="6194"/>
                  </a:cubicBezTo>
                  <a:cubicBezTo>
                    <a:pt x="6146" y="6230"/>
                    <a:pt x="6018" y="6333"/>
                    <a:pt x="5856" y="6356"/>
                  </a:cubicBezTo>
                  <a:cubicBezTo>
                    <a:pt x="5819" y="6356"/>
                    <a:pt x="5772" y="6414"/>
                    <a:pt x="5749" y="6462"/>
                  </a:cubicBezTo>
                  <a:cubicBezTo>
                    <a:pt x="5727" y="6521"/>
                    <a:pt x="5691" y="6554"/>
                    <a:pt x="5632" y="6590"/>
                  </a:cubicBezTo>
                  <a:cubicBezTo>
                    <a:pt x="5551" y="6660"/>
                    <a:pt x="5459" y="6719"/>
                    <a:pt x="5378" y="6800"/>
                  </a:cubicBezTo>
                  <a:cubicBezTo>
                    <a:pt x="5319" y="6845"/>
                    <a:pt x="5308" y="6892"/>
                    <a:pt x="5319" y="6973"/>
                  </a:cubicBezTo>
                  <a:cubicBezTo>
                    <a:pt x="5143" y="7032"/>
                    <a:pt x="4970" y="7090"/>
                    <a:pt x="4783" y="7138"/>
                  </a:cubicBezTo>
                  <a:cubicBezTo>
                    <a:pt x="4497" y="7211"/>
                    <a:pt x="4208" y="7247"/>
                    <a:pt x="3917" y="7247"/>
                  </a:cubicBezTo>
                  <a:cubicBezTo>
                    <a:pt x="3710" y="7247"/>
                    <a:pt x="3502" y="7229"/>
                    <a:pt x="3294" y="7194"/>
                  </a:cubicBezTo>
                  <a:cubicBezTo>
                    <a:pt x="3246" y="7183"/>
                    <a:pt x="3224" y="7171"/>
                    <a:pt x="3224" y="7113"/>
                  </a:cubicBezTo>
                  <a:cubicBezTo>
                    <a:pt x="3213" y="7032"/>
                    <a:pt x="3165" y="6984"/>
                    <a:pt x="3084" y="6962"/>
                  </a:cubicBezTo>
                  <a:cubicBezTo>
                    <a:pt x="2933" y="6903"/>
                    <a:pt x="2897" y="6859"/>
                    <a:pt x="2897" y="6694"/>
                  </a:cubicBezTo>
                  <a:cubicBezTo>
                    <a:pt x="2897" y="6595"/>
                    <a:pt x="2849" y="6539"/>
                    <a:pt x="2780" y="6539"/>
                  </a:cubicBezTo>
                  <a:cubicBezTo>
                    <a:pt x="2759" y="6539"/>
                    <a:pt x="2736" y="6544"/>
                    <a:pt x="2713" y="6554"/>
                  </a:cubicBezTo>
                  <a:cubicBezTo>
                    <a:pt x="2675" y="6574"/>
                    <a:pt x="2636" y="6583"/>
                    <a:pt x="2596" y="6583"/>
                  </a:cubicBezTo>
                  <a:cubicBezTo>
                    <a:pt x="2562" y="6583"/>
                    <a:pt x="2527" y="6577"/>
                    <a:pt x="2489" y="6565"/>
                  </a:cubicBezTo>
                  <a:cubicBezTo>
                    <a:pt x="2386" y="6521"/>
                    <a:pt x="2280" y="6495"/>
                    <a:pt x="2176" y="6451"/>
                  </a:cubicBezTo>
                  <a:cubicBezTo>
                    <a:pt x="2095" y="6426"/>
                    <a:pt x="2025" y="6381"/>
                    <a:pt x="1956" y="6345"/>
                  </a:cubicBezTo>
                  <a:cubicBezTo>
                    <a:pt x="1897" y="6311"/>
                    <a:pt x="1849" y="6286"/>
                    <a:pt x="1805" y="6252"/>
                  </a:cubicBezTo>
                  <a:cubicBezTo>
                    <a:pt x="1746" y="6205"/>
                    <a:pt x="1687" y="6171"/>
                    <a:pt x="1651" y="6113"/>
                  </a:cubicBezTo>
                  <a:cubicBezTo>
                    <a:pt x="1570" y="6020"/>
                    <a:pt x="1467" y="5973"/>
                    <a:pt x="1372" y="5914"/>
                  </a:cubicBezTo>
                  <a:cubicBezTo>
                    <a:pt x="1353" y="5905"/>
                    <a:pt x="1334" y="5901"/>
                    <a:pt x="1315" y="5901"/>
                  </a:cubicBezTo>
                  <a:cubicBezTo>
                    <a:pt x="1266" y="5901"/>
                    <a:pt x="1220" y="5930"/>
                    <a:pt x="1187" y="5973"/>
                  </a:cubicBezTo>
                  <a:cubicBezTo>
                    <a:pt x="360" y="5054"/>
                    <a:pt x="0" y="3459"/>
                    <a:pt x="710" y="2051"/>
                  </a:cubicBezTo>
                  <a:cubicBezTo>
                    <a:pt x="1412" y="655"/>
                    <a:pt x="2758" y="69"/>
                    <a:pt x="3855" y="69"/>
                  </a:cubicBezTo>
                  <a:close/>
                  <a:moveTo>
                    <a:pt x="3702" y="0"/>
                  </a:moveTo>
                  <a:cubicBezTo>
                    <a:pt x="3677" y="0"/>
                    <a:pt x="3665" y="14"/>
                    <a:pt x="3654" y="14"/>
                  </a:cubicBezTo>
                  <a:cubicBezTo>
                    <a:pt x="3107" y="48"/>
                    <a:pt x="2584" y="199"/>
                    <a:pt x="2118" y="478"/>
                  </a:cubicBezTo>
                  <a:cubicBezTo>
                    <a:pt x="1129" y="1062"/>
                    <a:pt x="522" y="1922"/>
                    <a:pt x="313" y="3051"/>
                  </a:cubicBezTo>
                  <a:cubicBezTo>
                    <a:pt x="291" y="3179"/>
                    <a:pt x="279" y="3308"/>
                    <a:pt x="268" y="3436"/>
                  </a:cubicBezTo>
                  <a:lnTo>
                    <a:pt x="268" y="3878"/>
                  </a:lnTo>
                  <a:cubicBezTo>
                    <a:pt x="268" y="3889"/>
                    <a:pt x="279" y="3911"/>
                    <a:pt x="279" y="3925"/>
                  </a:cubicBezTo>
                  <a:cubicBezTo>
                    <a:pt x="302" y="4355"/>
                    <a:pt x="408" y="4763"/>
                    <a:pt x="581" y="5146"/>
                  </a:cubicBezTo>
                  <a:cubicBezTo>
                    <a:pt x="1129" y="6311"/>
                    <a:pt x="2048" y="7021"/>
                    <a:pt x="3316" y="7264"/>
                  </a:cubicBezTo>
                  <a:cubicBezTo>
                    <a:pt x="3445" y="7289"/>
                    <a:pt x="3573" y="7300"/>
                    <a:pt x="3702" y="7311"/>
                  </a:cubicBezTo>
                  <a:lnTo>
                    <a:pt x="4143" y="7311"/>
                  </a:lnTo>
                  <a:cubicBezTo>
                    <a:pt x="4154" y="7311"/>
                    <a:pt x="4179" y="7300"/>
                    <a:pt x="4191" y="7300"/>
                  </a:cubicBezTo>
                  <a:cubicBezTo>
                    <a:pt x="4738" y="7264"/>
                    <a:pt x="5249" y="7113"/>
                    <a:pt x="5716" y="6845"/>
                  </a:cubicBezTo>
                  <a:cubicBezTo>
                    <a:pt x="6716" y="6264"/>
                    <a:pt x="7322" y="5392"/>
                    <a:pt x="7532" y="4249"/>
                  </a:cubicBezTo>
                  <a:cubicBezTo>
                    <a:pt x="7543" y="4135"/>
                    <a:pt x="7554" y="4006"/>
                    <a:pt x="7576" y="3878"/>
                  </a:cubicBezTo>
                  <a:lnTo>
                    <a:pt x="7576" y="3436"/>
                  </a:lnTo>
                  <a:cubicBezTo>
                    <a:pt x="7576" y="3411"/>
                    <a:pt x="7565" y="3400"/>
                    <a:pt x="7565" y="3378"/>
                  </a:cubicBezTo>
                  <a:cubicBezTo>
                    <a:pt x="7532" y="2959"/>
                    <a:pt x="7437" y="2562"/>
                    <a:pt x="7264" y="2179"/>
                  </a:cubicBezTo>
                  <a:cubicBezTo>
                    <a:pt x="6716" y="1003"/>
                    <a:pt x="5797" y="293"/>
                    <a:pt x="4515" y="48"/>
                  </a:cubicBezTo>
                  <a:cubicBezTo>
                    <a:pt x="4400" y="25"/>
                    <a:pt x="4272" y="14"/>
                    <a:pt x="4143"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0" name="Google Shape;1210;p27"/>
            <p:cNvSpPr/>
            <p:nvPr/>
          </p:nvSpPr>
          <p:spPr>
            <a:xfrm>
              <a:off x="5096621" y="4038208"/>
              <a:ext cx="170001" cy="200065"/>
            </a:xfrm>
            <a:custGeom>
              <a:avLst/>
              <a:gdLst/>
              <a:ahLst/>
              <a:cxnLst/>
              <a:rect l="l" t="t" r="r" b="b"/>
              <a:pathLst>
                <a:path w="3585" h="4219" extrusionOk="0">
                  <a:moveTo>
                    <a:pt x="1978" y="50"/>
                  </a:moveTo>
                  <a:cubicBezTo>
                    <a:pt x="2022" y="50"/>
                    <a:pt x="2065" y="53"/>
                    <a:pt x="2107" y="59"/>
                  </a:cubicBezTo>
                  <a:cubicBezTo>
                    <a:pt x="2422" y="104"/>
                    <a:pt x="2724" y="210"/>
                    <a:pt x="2886" y="523"/>
                  </a:cubicBezTo>
                  <a:cubicBezTo>
                    <a:pt x="2933" y="593"/>
                    <a:pt x="2992" y="651"/>
                    <a:pt x="3073" y="688"/>
                  </a:cubicBezTo>
                  <a:cubicBezTo>
                    <a:pt x="3154" y="732"/>
                    <a:pt x="3235" y="780"/>
                    <a:pt x="3305" y="827"/>
                  </a:cubicBezTo>
                  <a:cubicBezTo>
                    <a:pt x="3422" y="883"/>
                    <a:pt x="3459" y="989"/>
                    <a:pt x="3470" y="1118"/>
                  </a:cubicBezTo>
                  <a:cubicBezTo>
                    <a:pt x="3470" y="1151"/>
                    <a:pt x="3459" y="1188"/>
                    <a:pt x="3445" y="1221"/>
                  </a:cubicBezTo>
                  <a:cubicBezTo>
                    <a:pt x="3411" y="1338"/>
                    <a:pt x="3400" y="1467"/>
                    <a:pt x="3445" y="1582"/>
                  </a:cubicBezTo>
                  <a:cubicBezTo>
                    <a:pt x="3503" y="1746"/>
                    <a:pt x="3515" y="1908"/>
                    <a:pt x="3481" y="2084"/>
                  </a:cubicBezTo>
                  <a:cubicBezTo>
                    <a:pt x="3422" y="2386"/>
                    <a:pt x="3375" y="2699"/>
                    <a:pt x="3305" y="3004"/>
                  </a:cubicBezTo>
                  <a:cubicBezTo>
                    <a:pt x="3294" y="3073"/>
                    <a:pt x="3260" y="3143"/>
                    <a:pt x="3213" y="3213"/>
                  </a:cubicBezTo>
                  <a:cubicBezTo>
                    <a:pt x="3040" y="3456"/>
                    <a:pt x="2864" y="3691"/>
                    <a:pt x="2690" y="3934"/>
                  </a:cubicBezTo>
                  <a:cubicBezTo>
                    <a:pt x="2595" y="4051"/>
                    <a:pt x="2492" y="4121"/>
                    <a:pt x="2352" y="4143"/>
                  </a:cubicBezTo>
                  <a:cubicBezTo>
                    <a:pt x="2338" y="4147"/>
                    <a:pt x="2324" y="4148"/>
                    <a:pt x="2310" y="4148"/>
                  </a:cubicBezTo>
                  <a:cubicBezTo>
                    <a:pt x="2236" y="4148"/>
                    <a:pt x="2179" y="4101"/>
                    <a:pt x="2132" y="4051"/>
                  </a:cubicBezTo>
                  <a:cubicBezTo>
                    <a:pt x="1992" y="3886"/>
                    <a:pt x="1816" y="3724"/>
                    <a:pt x="1746" y="3504"/>
                  </a:cubicBezTo>
                  <a:cubicBezTo>
                    <a:pt x="1713" y="3411"/>
                    <a:pt x="1654" y="3342"/>
                    <a:pt x="1606" y="3247"/>
                  </a:cubicBezTo>
                  <a:cubicBezTo>
                    <a:pt x="1584" y="3177"/>
                    <a:pt x="1548" y="3107"/>
                    <a:pt x="1537" y="3026"/>
                  </a:cubicBezTo>
                  <a:cubicBezTo>
                    <a:pt x="1514" y="2934"/>
                    <a:pt x="1489" y="2839"/>
                    <a:pt x="1478" y="2746"/>
                  </a:cubicBezTo>
                  <a:cubicBezTo>
                    <a:pt x="1467" y="2654"/>
                    <a:pt x="1456" y="2559"/>
                    <a:pt x="1444" y="2467"/>
                  </a:cubicBezTo>
                  <a:cubicBezTo>
                    <a:pt x="1433" y="2375"/>
                    <a:pt x="1397" y="2327"/>
                    <a:pt x="1305" y="2316"/>
                  </a:cubicBezTo>
                  <a:cubicBezTo>
                    <a:pt x="1210" y="2305"/>
                    <a:pt x="1118" y="2305"/>
                    <a:pt x="1014" y="2305"/>
                  </a:cubicBezTo>
                  <a:cubicBezTo>
                    <a:pt x="944" y="2305"/>
                    <a:pt x="875" y="2294"/>
                    <a:pt x="791" y="2258"/>
                  </a:cubicBezTo>
                  <a:cubicBezTo>
                    <a:pt x="735" y="2235"/>
                    <a:pt x="665" y="2210"/>
                    <a:pt x="595" y="2199"/>
                  </a:cubicBezTo>
                  <a:cubicBezTo>
                    <a:pt x="559" y="2188"/>
                    <a:pt x="511" y="2177"/>
                    <a:pt x="478" y="2154"/>
                  </a:cubicBezTo>
                  <a:cubicBezTo>
                    <a:pt x="302" y="2001"/>
                    <a:pt x="140" y="1839"/>
                    <a:pt x="81" y="1596"/>
                  </a:cubicBezTo>
                  <a:cubicBezTo>
                    <a:pt x="70" y="1548"/>
                    <a:pt x="81" y="1489"/>
                    <a:pt x="92" y="1442"/>
                  </a:cubicBezTo>
                  <a:cubicBezTo>
                    <a:pt x="162" y="1291"/>
                    <a:pt x="221" y="1140"/>
                    <a:pt x="210" y="978"/>
                  </a:cubicBezTo>
                  <a:lnTo>
                    <a:pt x="210" y="953"/>
                  </a:lnTo>
                  <a:cubicBezTo>
                    <a:pt x="268" y="710"/>
                    <a:pt x="349" y="489"/>
                    <a:pt x="581" y="350"/>
                  </a:cubicBezTo>
                  <a:cubicBezTo>
                    <a:pt x="629" y="324"/>
                    <a:pt x="676" y="291"/>
                    <a:pt x="721" y="255"/>
                  </a:cubicBezTo>
                  <a:cubicBezTo>
                    <a:pt x="838" y="185"/>
                    <a:pt x="967" y="140"/>
                    <a:pt x="1106" y="140"/>
                  </a:cubicBezTo>
                  <a:cubicBezTo>
                    <a:pt x="1257" y="129"/>
                    <a:pt x="1408" y="104"/>
                    <a:pt x="1548" y="93"/>
                  </a:cubicBezTo>
                  <a:cubicBezTo>
                    <a:pt x="1690" y="76"/>
                    <a:pt x="1839" y="50"/>
                    <a:pt x="1978" y="50"/>
                  </a:cubicBezTo>
                  <a:close/>
                  <a:moveTo>
                    <a:pt x="2154" y="0"/>
                  </a:moveTo>
                  <a:cubicBezTo>
                    <a:pt x="1978" y="0"/>
                    <a:pt x="1805" y="0"/>
                    <a:pt x="1643" y="23"/>
                  </a:cubicBezTo>
                  <a:cubicBezTo>
                    <a:pt x="1489" y="34"/>
                    <a:pt x="1338" y="70"/>
                    <a:pt x="1187" y="93"/>
                  </a:cubicBezTo>
                  <a:cubicBezTo>
                    <a:pt x="1176" y="81"/>
                    <a:pt x="1176" y="70"/>
                    <a:pt x="1176" y="59"/>
                  </a:cubicBezTo>
                  <a:cubicBezTo>
                    <a:pt x="1070" y="81"/>
                    <a:pt x="944" y="93"/>
                    <a:pt x="849" y="140"/>
                  </a:cubicBezTo>
                  <a:cubicBezTo>
                    <a:pt x="606" y="243"/>
                    <a:pt x="397" y="419"/>
                    <a:pt x="268" y="651"/>
                  </a:cubicBezTo>
                  <a:cubicBezTo>
                    <a:pt x="210" y="743"/>
                    <a:pt x="162" y="861"/>
                    <a:pt x="151" y="967"/>
                  </a:cubicBezTo>
                  <a:cubicBezTo>
                    <a:pt x="140" y="1129"/>
                    <a:pt x="106" y="1280"/>
                    <a:pt x="36" y="1420"/>
                  </a:cubicBezTo>
                  <a:cubicBezTo>
                    <a:pt x="11" y="1489"/>
                    <a:pt x="0" y="1548"/>
                    <a:pt x="22" y="1618"/>
                  </a:cubicBezTo>
                  <a:cubicBezTo>
                    <a:pt x="81" y="1850"/>
                    <a:pt x="221" y="2026"/>
                    <a:pt x="397" y="2177"/>
                  </a:cubicBezTo>
                  <a:cubicBezTo>
                    <a:pt x="456" y="2224"/>
                    <a:pt x="525" y="2235"/>
                    <a:pt x="581" y="2258"/>
                  </a:cubicBezTo>
                  <a:cubicBezTo>
                    <a:pt x="640" y="2280"/>
                    <a:pt x="699" y="2280"/>
                    <a:pt x="746" y="2316"/>
                  </a:cubicBezTo>
                  <a:cubicBezTo>
                    <a:pt x="826" y="2357"/>
                    <a:pt x="912" y="2370"/>
                    <a:pt x="1001" y="2370"/>
                  </a:cubicBezTo>
                  <a:cubicBezTo>
                    <a:pt x="1040" y="2370"/>
                    <a:pt x="1079" y="2367"/>
                    <a:pt x="1118" y="2364"/>
                  </a:cubicBezTo>
                  <a:cubicBezTo>
                    <a:pt x="1176" y="2364"/>
                    <a:pt x="1235" y="2364"/>
                    <a:pt x="1294" y="2375"/>
                  </a:cubicBezTo>
                  <a:cubicBezTo>
                    <a:pt x="1349" y="2386"/>
                    <a:pt x="1386" y="2420"/>
                    <a:pt x="1386" y="2478"/>
                  </a:cubicBezTo>
                  <a:cubicBezTo>
                    <a:pt x="1408" y="2629"/>
                    <a:pt x="1433" y="2783"/>
                    <a:pt x="1456" y="2945"/>
                  </a:cubicBezTo>
                  <a:cubicBezTo>
                    <a:pt x="1467" y="3062"/>
                    <a:pt x="1467" y="3177"/>
                    <a:pt x="1537" y="3283"/>
                  </a:cubicBezTo>
                  <a:cubicBezTo>
                    <a:pt x="1606" y="3375"/>
                    <a:pt x="1665" y="3467"/>
                    <a:pt x="1713" y="3573"/>
                  </a:cubicBezTo>
                  <a:cubicBezTo>
                    <a:pt x="1794" y="3794"/>
                    <a:pt x="1956" y="3934"/>
                    <a:pt x="2095" y="4096"/>
                  </a:cubicBezTo>
                  <a:cubicBezTo>
                    <a:pt x="2155" y="4167"/>
                    <a:pt x="2230" y="4218"/>
                    <a:pt x="2317" y="4218"/>
                  </a:cubicBezTo>
                  <a:cubicBezTo>
                    <a:pt x="2332" y="4218"/>
                    <a:pt x="2348" y="4217"/>
                    <a:pt x="2364" y="4213"/>
                  </a:cubicBezTo>
                  <a:cubicBezTo>
                    <a:pt x="2514" y="4180"/>
                    <a:pt x="2632" y="4121"/>
                    <a:pt x="2724" y="3992"/>
                  </a:cubicBezTo>
                  <a:cubicBezTo>
                    <a:pt x="2911" y="3735"/>
                    <a:pt x="3096" y="3492"/>
                    <a:pt x="3272" y="3235"/>
                  </a:cubicBezTo>
                  <a:cubicBezTo>
                    <a:pt x="3319" y="3177"/>
                    <a:pt x="3353" y="3107"/>
                    <a:pt x="3364" y="3037"/>
                  </a:cubicBezTo>
                  <a:cubicBezTo>
                    <a:pt x="3422" y="2746"/>
                    <a:pt x="3470" y="2445"/>
                    <a:pt x="3540" y="2154"/>
                  </a:cubicBezTo>
                  <a:cubicBezTo>
                    <a:pt x="3573" y="1945"/>
                    <a:pt x="3584" y="1746"/>
                    <a:pt x="3492" y="1548"/>
                  </a:cubicBezTo>
                  <a:cubicBezTo>
                    <a:pt x="3459" y="1442"/>
                    <a:pt x="3470" y="1338"/>
                    <a:pt x="3503" y="1232"/>
                  </a:cubicBezTo>
                  <a:cubicBezTo>
                    <a:pt x="3562" y="1037"/>
                    <a:pt x="3492" y="838"/>
                    <a:pt x="3305" y="743"/>
                  </a:cubicBezTo>
                  <a:cubicBezTo>
                    <a:pt x="3235" y="699"/>
                    <a:pt x="3165" y="662"/>
                    <a:pt x="3096" y="629"/>
                  </a:cubicBezTo>
                  <a:cubicBezTo>
                    <a:pt x="3026" y="604"/>
                    <a:pt x="2970" y="548"/>
                    <a:pt x="2933" y="489"/>
                  </a:cubicBezTo>
                  <a:cubicBezTo>
                    <a:pt x="2886" y="419"/>
                    <a:pt x="2841" y="361"/>
                    <a:pt x="2794" y="313"/>
                  </a:cubicBezTo>
                  <a:cubicBezTo>
                    <a:pt x="2676" y="185"/>
                    <a:pt x="2537" y="140"/>
                    <a:pt x="2397" y="81"/>
                  </a:cubicBezTo>
                  <a:cubicBezTo>
                    <a:pt x="2316" y="45"/>
                    <a:pt x="2235" y="0"/>
                    <a:pt x="215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27"/>
            <p:cNvSpPr/>
            <p:nvPr/>
          </p:nvSpPr>
          <p:spPr>
            <a:xfrm>
              <a:off x="5030898" y="4017154"/>
              <a:ext cx="42583" cy="87348"/>
            </a:xfrm>
            <a:custGeom>
              <a:avLst/>
              <a:gdLst/>
              <a:ahLst/>
              <a:cxnLst/>
              <a:rect l="l" t="t" r="r" b="b"/>
              <a:pathLst>
                <a:path w="898" h="1842" extrusionOk="0">
                  <a:moveTo>
                    <a:pt x="886" y="0"/>
                  </a:moveTo>
                  <a:cubicBezTo>
                    <a:pt x="875" y="0"/>
                    <a:pt x="850" y="14"/>
                    <a:pt x="839" y="25"/>
                  </a:cubicBezTo>
                  <a:cubicBezTo>
                    <a:pt x="805" y="70"/>
                    <a:pt x="758" y="129"/>
                    <a:pt x="710" y="187"/>
                  </a:cubicBezTo>
                  <a:cubicBezTo>
                    <a:pt x="327" y="654"/>
                    <a:pt x="95" y="1176"/>
                    <a:pt x="0" y="1771"/>
                  </a:cubicBezTo>
                  <a:cubicBezTo>
                    <a:pt x="0" y="1794"/>
                    <a:pt x="12" y="1816"/>
                    <a:pt x="12" y="1841"/>
                  </a:cubicBezTo>
                  <a:cubicBezTo>
                    <a:pt x="26" y="1816"/>
                    <a:pt x="48" y="1805"/>
                    <a:pt x="59" y="1782"/>
                  </a:cubicBezTo>
                  <a:cubicBezTo>
                    <a:pt x="70" y="1724"/>
                    <a:pt x="81" y="1654"/>
                    <a:pt x="95" y="1584"/>
                  </a:cubicBezTo>
                  <a:cubicBezTo>
                    <a:pt x="151" y="1305"/>
                    <a:pt x="221" y="1025"/>
                    <a:pt x="375" y="768"/>
                  </a:cubicBezTo>
                  <a:cubicBezTo>
                    <a:pt x="515" y="525"/>
                    <a:pt x="677" y="293"/>
                    <a:pt x="864" y="70"/>
                  </a:cubicBezTo>
                  <a:cubicBezTo>
                    <a:pt x="875" y="48"/>
                    <a:pt x="886" y="36"/>
                    <a:pt x="897" y="14"/>
                  </a:cubicBezTo>
                  <a:lnTo>
                    <a:pt x="886"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2" name="Google Shape;1212;p27"/>
            <p:cNvSpPr/>
            <p:nvPr/>
          </p:nvSpPr>
          <p:spPr>
            <a:xfrm>
              <a:off x="5279800" y="4069837"/>
              <a:ext cx="24421" cy="30254"/>
            </a:xfrm>
            <a:custGeom>
              <a:avLst/>
              <a:gdLst/>
              <a:ahLst/>
              <a:cxnLst/>
              <a:rect l="l" t="t" r="r" b="b"/>
              <a:pathLst>
                <a:path w="515" h="638" extrusionOk="0">
                  <a:moveTo>
                    <a:pt x="262" y="51"/>
                  </a:moveTo>
                  <a:cubicBezTo>
                    <a:pt x="274" y="51"/>
                    <a:pt x="288" y="56"/>
                    <a:pt x="305" y="65"/>
                  </a:cubicBezTo>
                  <a:cubicBezTo>
                    <a:pt x="375" y="90"/>
                    <a:pt x="456" y="113"/>
                    <a:pt x="456" y="241"/>
                  </a:cubicBezTo>
                  <a:cubicBezTo>
                    <a:pt x="445" y="275"/>
                    <a:pt x="409" y="322"/>
                    <a:pt x="375" y="381"/>
                  </a:cubicBezTo>
                  <a:cubicBezTo>
                    <a:pt x="350" y="414"/>
                    <a:pt x="328" y="462"/>
                    <a:pt x="316" y="495"/>
                  </a:cubicBezTo>
                  <a:cubicBezTo>
                    <a:pt x="306" y="538"/>
                    <a:pt x="296" y="581"/>
                    <a:pt x="252" y="581"/>
                  </a:cubicBezTo>
                  <a:cubicBezTo>
                    <a:pt x="247" y="581"/>
                    <a:pt x="241" y="580"/>
                    <a:pt x="235" y="579"/>
                  </a:cubicBezTo>
                  <a:cubicBezTo>
                    <a:pt x="177" y="579"/>
                    <a:pt x="177" y="532"/>
                    <a:pt x="166" y="484"/>
                  </a:cubicBezTo>
                  <a:cubicBezTo>
                    <a:pt x="166" y="451"/>
                    <a:pt x="140" y="414"/>
                    <a:pt x="118" y="381"/>
                  </a:cubicBezTo>
                  <a:cubicBezTo>
                    <a:pt x="85" y="333"/>
                    <a:pt x="59" y="300"/>
                    <a:pt x="107" y="241"/>
                  </a:cubicBezTo>
                  <a:cubicBezTo>
                    <a:pt x="140" y="205"/>
                    <a:pt x="166" y="146"/>
                    <a:pt x="199" y="102"/>
                  </a:cubicBezTo>
                  <a:cubicBezTo>
                    <a:pt x="217" y="76"/>
                    <a:pt x="233" y="51"/>
                    <a:pt x="262" y="51"/>
                  </a:cubicBezTo>
                  <a:close/>
                  <a:moveTo>
                    <a:pt x="260" y="0"/>
                  </a:moveTo>
                  <a:cubicBezTo>
                    <a:pt x="213" y="0"/>
                    <a:pt x="170" y="36"/>
                    <a:pt x="140" y="102"/>
                  </a:cubicBezTo>
                  <a:cubicBezTo>
                    <a:pt x="118" y="135"/>
                    <a:pt x="96" y="171"/>
                    <a:pt x="59" y="205"/>
                  </a:cubicBezTo>
                  <a:cubicBezTo>
                    <a:pt x="1" y="300"/>
                    <a:pt x="1" y="345"/>
                    <a:pt x="71" y="426"/>
                  </a:cubicBezTo>
                  <a:cubicBezTo>
                    <a:pt x="96" y="451"/>
                    <a:pt x="107" y="473"/>
                    <a:pt x="118" y="509"/>
                  </a:cubicBezTo>
                  <a:cubicBezTo>
                    <a:pt x="129" y="590"/>
                    <a:pt x="166" y="635"/>
                    <a:pt x="235" y="635"/>
                  </a:cubicBezTo>
                  <a:cubicBezTo>
                    <a:pt x="244" y="637"/>
                    <a:pt x="252" y="638"/>
                    <a:pt x="259" y="638"/>
                  </a:cubicBezTo>
                  <a:cubicBezTo>
                    <a:pt x="316" y="638"/>
                    <a:pt x="353" y="593"/>
                    <a:pt x="375" y="532"/>
                  </a:cubicBezTo>
                  <a:cubicBezTo>
                    <a:pt x="386" y="495"/>
                    <a:pt x="397" y="451"/>
                    <a:pt x="420" y="440"/>
                  </a:cubicBezTo>
                  <a:cubicBezTo>
                    <a:pt x="504" y="381"/>
                    <a:pt x="490" y="286"/>
                    <a:pt x="515" y="205"/>
                  </a:cubicBezTo>
                  <a:cubicBezTo>
                    <a:pt x="515" y="113"/>
                    <a:pt x="434" y="43"/>
                    <a:pt x="294" y="7"/>
                  </a:cubicBezTo>
                  <a:cubicBezTo>
                    <a:pt x="283" y="2"/>
                    <a:pt x="271" y="0"/>
                    <a:pt x="2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3" name="Google Shape;1213;p27"/>
            <p:cNvSpPr/>
            <p:nvPr/>
          </p:nvSpPr>
          <p:spPr>
            <a:xfrm>
              <a:off x="5171163" y="4282085"/>
              <a:ext cx="74497" cy="10100"/>
            </a:xfrm>
            <a:custGeom>
              <a:avLst/>
              <a:gdLst/>
              <a:ahLst/>
              <a:cxnLst/>
              <a:rect l="l" t="t" r="r" b="b"/>
              <a:pathLst>
                <a:path w="1571" h="213" extrusionOk="0">
                  <a:moveTo>
                    <a:pt x="1560" y="0"/>
                  </a:moveTo>
                  <a:cubicBezTo>
                    <a:pt x="1398" y="37"/>
                    <a:pt x="1222" y="84"/>
                    <a:pt x="1060" y="107"/>
                  </a:cubicBezTo>
                  <a:cubicBezTo>
                    <a:pt x="884" y="140"/>
                    <a:pt x="711" y="154"/>
                    <a:pt x="523" y="154"/>
                  </a:cubicBezTo>
                  <a:cubicBezTo>
                    <a:pt x="474" y="157"/>
                    <a:pt x="424" y="159"/>
                    <a:pt x="374" y="159"/>
                  </a:cubicBezTo>
                  <a:cubicBezTo>
                    <a:pt x="250" y="159"/>
                    <a:pt x="125" y="150"/>
                    <a:pt x="1" y="140"/>
                  </a:cubicBezTo>
                  <a:lnTo>
                    <a:pt x="1" y="165"/>
                  </a:lnTo>
                  <a:cubicBezTo>
                    <a:pt x="34" y="176"/>
                    <a:pt x="57" y="188"/>
                    <a:pt x="93" y="188"/>
                  </a:cubicBezTo>
                  <a:cubicBezTo>
                    <a:pt x="228" y="204"/>
                    <a:pt x="362" y="212"/>
                    <a:pt x="496" y="212"/>
                  </a:cubicBezTo>
                  <a:cubicBezTo>
                    <a:pt x="839" y="212"/>
                    <a:pt x="1179" y="159"/>
                    <a:pt x="1512" y="59"/>
                  </a:cubicBezTo>
                  <a:cubicBezTo>
                    <a:pt x="1537" y="48"/>
                    <a:pt x="1549" y="37"/>
                    <a:pt x="1571" y="26"/>
                  </a:cubicBezTo>
                  <a:cubicBezTo>
                    <a:pt x="1571" y="14"/>
                    <a:pt x="1571" y="0"/>
                    <a:pt x="15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4" name="Google Shape;1214;p27"/>
            <p:cNvSpPr/>
            <p:nvPr/>
          </p:nvSpPr>
          <p:spPr>
            <a:xfrm>
              <a:off x="5230817" y="3997286"/>
              <a:ext cx="27598" cy="15127"/>
            </a:xfrm>
            <a:custGeom>
              <a:avLst/>
              <a:gdLst/>
              <a:ahLst/>
              <a:cxnLst/>
              <a:rect l="l" t="t" r="r" b="b"/>
              <a:pathLst>
                <a:path w="582" h="319" extrusionOk="0">
                  <a:moveTo>
                    <a:pt x="368" y="62"/>
                  </a:moveTo>
                  <a:cubicBezTo>
                    <a:pt x="419" y="62"/>
                    <a:pt x="459" y="87"/>
                    <a:pt x="511" y="140"/>
                  </a:cubicBezTo>
                  <a:cubicBezTo>
                    <a:pt x="489" y="154"/>
                    <a:pt x="464" y="165"/>
                    <a:pt x="453" y="165"/>
                  </a:cubicBezTo>
                  <a:cubicBezTo>
                    <a:pt x="394" y="187"/>
                    <a:pt x="335" y="198"/>
                    <a:pt x="291" y="235"/>
                  </a:cubicBezTo>
                  <a:cubicBezTo>
                    <a:pt x="259" y="250"/>
                    <a:pt x="230" y="256"/>
                    <a:pt x="201" y="256"/>
                  </a:cubicBezTo>
                  <a:cubicBezTo>
                    <a:pt x="166" y="256"/>
                    <a:pt x="131" y="247"/>
                    <a:pt x="92" y="235"/>
                  </a:cubicBezTo>
                  <a:cubicBezTo>
                    <a:pt x="81" y="224"/>
                    <a:pt x="70" y="210"/>
                    <a:pt x="70" y="198"/>
                  </a:cubicBezTo>
                  <a:cubicBezTo>
                    <a:pt x="70" y="187"/>
                    <a:pt x="81" y="165"/>
                    <a:pt x="92" y="154"/>
                  </a:cubicBezTo>
                  <a:cubicBezTo>
                    <a:pt x="162" y="129"/>
                    <a:pt x="243" y="95"/>
                    <a:pt x="313" y="70"/>
                  </a:cubicBezTo>
                  <a:cubicBezTo>
                    <a:pt x="333" y="64"/>
                    <a:pt x="351" y="62"/>
                    <a:pt x="368" y="62"/>
                  </a:cubicBezTo>
                  <a:close/>
                  <a:moveTo>
                    <a:pt x="372" y="0"/>
                  </a:moveTo>
                  <a:cubicBezTo>
                    <a:pt x="254" y="36"/>
                    <a:pt x="151" y="70"/>
                    <a:pt x="56" y="129"/>
                  </a:cubicBezTo>
                  <a:cubicBezTo>
                    <a:pt x="0" y="154"/>
                    <a:pt x="0" y="235"/>
                    <a:pt x="34" y="268"/>
                  </a:cubicBezTo>
                  <a:cubicBezTo>
                    <a:pt x="83" y="294"/>
                    <a:pt x="133" y="318"/>
                    <a:pt x="182" y="318"/>
                  </a:cubicBezTo>
                  <a:cubicBezTo>
                    <a:pt x="203" y="318"/>
                    <a:pt x="223" y="314"/>
                    <a:pt x="243" y="305"/>
                  </a:cubicBezTo>
                  <a:cubicBezTo>
                    <a:pt x="335" y="279"/>
                    <a:pt x="430" y="246"/>
                    <a:pt x="511" y="210"/>
                  </a:cubicBezTo>
                  <a:cubicBezTo>
                    <a:pt x="570" y="176"/>
                    <a:pt x="581" y="117"/>
                    <a:pt x="523" y="84"/>
                  </a:cubicBezTo>
                  <a:cubicBezTo>
                    <a:pt x="475" y="48"/>
                    <a:pt x="430" y="25"/>
                    <a:pt x="37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5" name="Google Shape;1215;p27"/>
            <p:cNvSpPr/>
            <p:nvPr/>
          </p:nvSpPr>
          <p:spPr>
            <a:xfrm>
              <a:off x="5218061" y="4275399"/>
              <a:ext cx="23757" cy="6544"/>
            </a:xfrm>
            <a:custGeom>
              <a:avLst/>
              <a:gdLst/>
              <a:ahLst/>
              <a:cxnLst/>
              <a:rect l="l" t="t" r="r" b="b"/>
              <a:pathLst>
                <a:path w="501" h="138" extrusionOk="0">
                  <a:moveTo>
                    <a:pt x="491" y="1"/>
                  </a:moveTo>
                  <a:cubicBezTo>
                    <a:pt x="413" y="1"/>
                    <a:pt x="33" y="98"/>
                    <a:pt x="1" y="130"/>
                  </a:cubicBezTo>
                  <a:cubicBezTo>
                    <a:pt x="11" y="135"/>
                    <a:pt x="27" y="138"/>
                    <a:pt x="47" y="138"/>
                  </a:cubicBezTo>
                  <a:cubicBezTo>
                    <a:pt x="172" y="138"/>
                    <a:pt x="460" y="52"/>
                    <a:pt x="501" y="2"/>
                  </a:cubicBezTo>
                  <a:cubicBezTo>
                    <a:pt x="499" y="1"/>
                    <a:pt x="495" y="1"/>
                    <a:pt x="4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6" name="Google Shape;1216;p27"/>
            <p:cNvSpPr/>
            <p:nvPr/>
          </p:nvSpPr>
          <p:spPr>
            <a:xfrm>
              <a:off x="5036446" y="4087856"/>
              <a:ext cx="6686" cy="14890"/>
            </a:xfrm>
            <a:custGeom>
              <a:avLst/>
              <a:gdLst/>
              <a:ahLst/>
              <a:cxnLst/>
              <a:rect l="l" t="t" r="r" b="b"/>
              <a:pathLst>
                <a:path w="141" h="314" extrusionOk="0">
                  <a:moveTo>
                    <a:pt x="141" y="1"/>
                  </a:moveTo>
                  <a:lnTo>
                    <a:pt x="141" y="1"/>
                  </a:lnTo>
                  <a:cubicBezTo>
                    <a:pt x="59" y="34"/>
                    <a:pt x="1" y="244"/>
                    <a:pt x="59" y="314"/>
                  </a:cubicBezTo>
                  <a:cubicBezTo>
                    <a:pt x="82" y="210"/>
                    <a:pt x="118" y="104"/>
                    <a:pt x="14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7" name="Google Shape;1217;p27"/>
            <p:cNvSpPr/>
            <p:nvPr/>
          </p:nvSpPr>
          <p:spPr>
            <a:xfrm>
              <a:off x="5079502" y="3995673"/>
              <a:ext cx="14368" cy="13847"/>
            </a:xfrm>
            <a:custGeom>
              <a:avLst/>
              <a:gdLst/>
              <a:ahLst/>
              <a:cxnLst/>
              <a:rect l="l" t="t" r="r" b="b"/>
              <a:pathLst>
                <a:path w="303" h="292" extrusionOk="0">
                  <a:moveTo>
                    <a:pt x="291" y="1"/>
                  </a:moveTo>
                  <a:cubicBezTo>
                    <a:pt x="210" y="23"/>
                    <a:pt x="1" y="232"/>
                    <a:pt x="1" y="291"/>
                  </a:cubicBezTo>
                  <a:cubicBezTo>
                    <a:pt x="104" y="199"/>
                    <a:pt x="199" y="104"/>
                    <a:pt x="302" y="23"/>
                  </a:cubicBezTo>
                  <a:cubicBezTo>
                    <a:pt x="291" y="12"/>
                    <a:pt x="291" y="12"/>
                    <a:pt x="2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8" name="Google Shape;1218;p27"/>
            <p:cNvSpPr/>
            <p:nvPr/>
          </p:nvSpPr>
          <p:spPr>
            <a:xfrm>
              <a:off x="5194920" y="4282749"/>
              <a:ext cx="15411" cy="2181"/>
            </a:xfrm>
            <a:custGeom>
              <a:avLst/>
              <a:gdLst/>
              <a:ahLst/>
              <a:cxnLst/>
              <a:rect l="l" t="t" r="r" b="b"/>
              <a:pathLst>
                <a:path w="325" h="46" extrusionOk="0">
                  <a:moveTo>
                    <a:pt x="34" y="0"/>
                  </a:moveTo>
                  <a:cubicBezTo>
                    <a:pt x="22" y="0"/>
                    <a:pt x="11" y="12"/>
                    <a:pt x="0" y="23"/>
                  </a:cubicBezTo>
                  <a:cubicBezTo>
                    <a:pt x="11" y="23"/>
                    <a:pt x="22" y="45"/>
                    <a:pt x="34" y="45"/>
                  </a:cubicBezTo>
                  <a:cubicBezTo>
                    <a:pt x="115" y="45"/>
                    <a:pt x="210" y="45"/>
                    <a:pt x="291" y="34"/>
                  </a:cubicBezTo>
                  <a:cubicBezTo>
                    <a:pt x="302" y="34"/>
                    <a:pt x="313" y="23"/>
                    <a:pt x="324" y="12"/>
                  </a:cubicBezTo>
                  <a:cubicBezTo>
                    <a:pt x="313" y="0"/>
                    <a:pt x="302" y="0"/>
                    <a:pt x="30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9" name="Google Shape;1219;p27"/>
            <p:cNvSpPr/>
            <p:nvPr/>
          </p:nvSpPr>
          <p:spPr>
            <a:xfrm>
              <a:off x="5324042" y="4101133"/>
              <a:ext cx="6165" cy="15411"/>
            </a:xfrm>
            <a:custGeom>
              <a:avLst/>
              <a:gdLst/>
              <a:ahLst/>
              <a:cxnLst/>
              <a:rect l="l" t="t" r="r" b="b"/>
              <a:pathLst>
                <a:path w="130" h="325" extrusionOk="0">
                  <a:moveTo>
                    <a:pt x="129" y="0"/>
                  </a:moveTo>
                  <a:cubicBezTo>
                    <a:pt x="46" y="59"/>
                    <a:pt x="1" y="243"/>
                    <a:pt x="34" y="324"/>
                  </a:cubicBezTo>
                  <a:cubicBezTo>
                    <a:pt x="71" y="210"/>
                    <a:pt x="93" y="115"/>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27"/>
            <p:cNvSpPr/>
            <p:nvPr/>
          </p:nvSpPr>
          <p:spPr>
            <a:xfrm>
              <a:off x="5226833" y="3966938"/>
              <a:ext cx="5074" cy="11713"/>
            </a:xfrm>
            <a:custGeom>
              <a:avLst/>
              <a:gdLst/>
              <a:ahLst/>
              <a:cxnLst/>
              <a:rect l="l" t="t" r="r" b="b"/>
              <a:pathLst>
                <a:path w="107" h="247" extrusionOk="0">
                  <a:moveTo>
                    <a:pt x="95" y="0"/>
                  </a:moveTo>
                  <a:lnTo>
                    <a:pt x="95" y="0"/>
                  </a:lnTo>
                  <a:cubicBezTo>
                    <a:pt x="37" y="48"/>
                    <a:pt x="0" y="188"/>
                    <a:pt x="37" y="246"/>
                  </a:cubicBezTo>
                  <a:cubicBezTo>
                    <a:pt x="84" y="165"/>
                    <a:pt x="106" y="95"/>
                    <a:pt x="9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27"/>
            <p:cNvSpPr/>
            <p:nvPr/>
          </p:nvSpPr>
          <p:spPr>
            <a:xfrm>
              <a:off x="5321292" y="4126408"/>
              <a:ext cx="6639" cy="6165"/>
            </a:xfrm>
            <a:custGeom>
              <a:avLst/>
              <a:gdLst/>
              <a:ahLst/>
              <a:cxnLst/>
              <a:rect l="l" t="t" r="r" b="b"/>
              <a:pathLst>
                <a:path w="140" h="130" extrusionOk="0">
                  <a:moveTo>
                    <a:pt x="0" y="1"/>
                  </a:moveTo>
                  <a:cubicBezTo>
                    <a:pt x="0" y="60"/>
                    <a:pt x="70" y="129"/>
                    <a:pt x="140" y="129"/>
                  </a:cubicBezTo>
                  <a:cubicBezTo>
                    <a:pt x="129" y="60"/>
                    <a:pt x="59" y="15"/>
                    <a:pt x="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2" name="Google Shape;1222;p27"/>
            <p:cNvSpPr/>
            <p:nvPr/>
          </p:nvSpPr>
          <p:spPr>
            <a:xfrm>
              <a:off x="5214220" y="3966274"/>
              <a:ext cx="7729" cy="3462"/>
            </a:xfrm>
            <a:custGeom>
              <a:avLst/>
              <a:gdLst/>
              <a:ahLst/>
              <a:cxnLst/>
              <a:rect l="l" t="t" r="r" b="b"/>
              <a:pathLst>
                <a:path w="163" h="73" extrusionOk="0">
                  <a:moveTo>
                    <a:pt x="68" y="1"/>
                  </a:moveTo>
                  <a:cubicBezTo>
                    <a:pt x="40" y="1"/>
                    <a:pt x="14" y="8"/>
                    <a:pt x="1" y="26"/>
                  </a:cubicBezTo>
                  <a:cubicBezTo>
                    <a:pt x="46" y="39"/>
                    <a:pt x="93" y="62"/>
                    <a:pt x="141" y="73"/>
                  </a:cubicBezTo>
                  <a:cubicBezTo>
                    <a:pt x="141" y="73"/>
                    <a:pt x="163" y="51"/>
                    <a:pt x="163" y="39"/>
                  </a:cubicBezTo>
                  <a:cubicBezTo>
                    <a:pt x="156" y="18"/>
                    <a:pt x="111" y="1"/>
                    <a:pt x="6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3" name="Google Shape;1223;p27"/>
            <p:cNvSpPr/>
            <p:nvPr/>
          </p:nvSpPr>
          <p:spPr>
            <a:xfrm>
              <a:off x="5296350" y="4011701"/>
              <a:ext cx="5643" cy="4932"/>
            </a:xfrm>
            <a:custGeom>
              <a:avLst/>
              <a:gdLst/>
              <a:ahLst/>
              <a:cxnLst/>
              <a:rect l="l" t="t" r="r" b="b"/>
              <a:pathLst>
                <a:path w="119" h="104" extrusionOk="0">
                  <a:moveTo>
                    <a:pt x="15" y="1"/>
                  </a:moveTo>
                  <a:cubicBezTo>
                    <a:pt x="15" y="1"/>
                    <a:pt x="1" y="12"/>
                    <a:pt x="1" y="23"/>
                  </a:cubicBezTo>
                  <a:cubicBezTo>
                    <a:pt x="26" y="45"/>
                    <a:pt x="60" y="70"/>
                    <a:pt x="96" y="104"/>
                  </a:cubicBezTo>
                  <a:cubicBezTo>
                    <a:pt x="107" y="93"/>
                    <a:pt x="107" y="82"/>
                    <a:pt x="118" y="70"/>
                  </a:cubicBezTo>
                  <a:cubicBezTo>
                    <a:pt x="85" y="45"/>
                    <a:pt x="48" y="23"/>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4" name="Google Shape;1224;p27"/>
            <p:cNvSpPr/>
            <p:nvPr/>
          </p:nvSpPr>
          <p:spPr>
            <a:xfrm>
              <a:off x="5125357" y="4114363"/>
              <a:ext cx="5453" cy="13325"/>
            </a:xfrm>
            <a:custGeom>
              <a:avLst/>
              <a:gdLst/>
              <a:ahLst/>
              <a:cxnLst/>
              <a:rect l="l" t="t" r="r" b="b"/>
              <a:pathLst>
                <a:path w="115" h="281" extrusionOk="0">
                  <a:moveTo>
                    <a:pt x="104" y="1"/>
                  </a:moveTo>
                  <a:cubicBezTo>
                    <a:pt x="81" y="12"/>
                    <a:pt x="70" y="12"/>
                    <a:pt x="59" y="23"/>
                  </a:cubicBezTo>
                  <a:cubicBezTo>
                    <a:pt x="34" y="71"/>
                    <a:pt x="23" y="115"/>
                    <a:pt x="0" y="174"/>
                  </a:cubicBezTo>
                  <a:lnTo>
                    <a:pt x="0" y="280"/>
                  </a:lnTo>
                  <a:cubicBezTo>
                    <a:pt x="23" y="255"/>
                    <a:pt x="34" y="255"/>
                    <a:pt x="34" y="244"/>
                  </a:cubicBezTo>
                  <a:cubicBezTo>
                    <a:pt x="59" y="174"/>
                    <a:pt x="93" y="104"/>
                    <a:pt x="115" y="34"/>
                  </a:cubicBezTo>
                  <a:cubicBezTo>
                    <a:pt x="115" y="23"/>
                    <a:pt x="104" y="12"/>
                    <a:pt x="10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27"/>
            <p:cNvSpPr/>
            <p:nvPr/>
          </p:nvSpPr>
          <p:spPr>
            <a:xfrm>
              <a:off x="5239020" y="4130913"/>
              <a:ext cx="6117" cy="14890"/>
            </a:xfrm>
            <a:custGeom>
              <a:avLst/>
              <a:gdLst/>
              <a:ahLst/>
              <a:cxnLst/>
              <a:rect l="l" t="t" r="r" b="b"/>
              <a:pathLst>
                <a:path w="129" h="314" extrusionOk="0">
                  <a:moveTo>
                    <a:pt x="129" y="1"/>
                  </a:moveTo>
                  <a:cubicBezTo>
                    <a:pt x="59" y="23"/>
                    <a:pt x="0" y="255"/>
                    <a:pt x="48" y="314"/>
                  </a:cubicBezTo>
                  <a:cubicBezTo>
                    <a:pt x="70" y="210"/>
                    <a:pt x="93" y="104"/>
                    <a:pt x="12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6" name="Google Shape;1226;p27"/>
            <p:cNvSpPr/>
            <p:nvPr/>
          </p:nvSpPr>
          <p:spPr>
            <a:xfrm>
              <a:off x="5226312" y="4105496"/>
              <a:ext cx="7160" cy="9437"/>
            </a:xfrm>
            <a:custGeom>
              <a:avLst/>
              <a:gdLst/>
              <a:ahLst/>
              <a:cxnLst/>
              <a:rect l="l" t="t" r="r" b="b"/>
              <a:pathLst>
                <a:path w="151" h="199" extrusionOk="0">
                  <a:moveTo>
                    <a:pt x="48" y="1"/>
                  </a:moveTo>
                  <a:cubicBezTo>
                    <a:pt x="36" y="1"/>
                    <a:pt x="11" y="12"/>
                    <a:pt x="11" y="23"/>
                  </a:cubicBezTo>
                  <a:cubicBezTo>
                    <a:pt x="0" y="59"/>
                    <a:pt x="95" y="188"/>
                    <a:pt x="140" y="199"/>
                  </a:cubicBezTo>
                  <a:cubicBezTo>
                    <a:pt x="151" y="151"/>
                    <a:pt x="81" y="12"/>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7" name="Google Shape;1227;p27"/>
            <p:cNvSpPr/>
            <p:nvPr/>
          </p:nvSpPr>
          <p:spPr>
            <a:xfrm>
              <a:off x="5114213" y="4107203"/>
              <a:ext cx="7872" cy="8820"/>
            </a:xfrm>
            <a:custGeom>
              <a:avLst/>
              <a:gdLst/>
              <a:ahLst/>
              <a:cxnLst/>
              <a:rect l="l" t="t" r="r" b="b"/>
              <a:pathLst>
                <a:path w="166" h="186" extrusionOk="0">
                  <a:moveTo>
                    <a:pt x="15" y="1"/>
                  </a:moveTo>
                  <a:cubicBezTo>
                    <a:pt x="1" y="82"/>
                    <a:pt x="85" y="185"/>
                    <a:pt x="166" y="185"/>
                  </a:cubicBezTo>
                  <a:cubicBezTo>
                    <a:pt x="118" y="127"/>
                    <a:pt x="71" y="71"/>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8" name="Google Shape;1228;p27"/>
            <p:cNvSpPr/>
            <p:nvPr/>
          </p:nvSpPr>
          <p:spPr>
            <a:xfrm>
              <a:off x="5229584" y="4154622"/>
              <a:ext cx="5643" cy="4457"/>
            </a:xfrm>
            <a:custGeom>
              <a:avLst/>
              <a:gdLst/>
              <a:ahLst/>
              <a:cxnLst/>
              <a:rect l="l" t="t" r="r" b="b"/>
              <a:pathLst>
                <a:path w="119" h="94" extrusionOk="0">
                  <a:moveTo>
                    <a:pt x="26" y="1"/>
                  </a:moveTo>
                  <a:lnTo>
                    <a:pt x="1" y="23"/>
                  </a:lnTo>
                  <a:cubicBezTo>
                    <a:pt x="26" y="48"/>
                    <a:pt x="37" y="71"/>
                    <a:pt x="60" y="82"/>
                  </a:cubicBezTo>
                  <a:cubicBezTo>
                    <a:pt x="71" y="93"/>
                    <a:pt x="82" y="93"/>
                    <a:pt x="118" y="93"/>
                  </a:cubicBezTo>
                  <a:cubicBezTo>
                    <a:pt x="107" y="71"/>
                    <a:pt x="96" y="48"/>
                    <a:pt x="96" y="48"/>
                  </a:cubicBezTo>
                  <a:cubicBezTo>
                    <a:pt x="71" y="23"/>
                    <a:pt x="48" y="12"/>
                    <a:pt x="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29" name="Google Shape;1229;p27"/>
          <p:cNvGrpSpPr/>
          <p:nvPr/>
        </p:nvGrpSpPr>
        <p:grpSpPr>
          <a:xfrm>
            <a:off x="1196670" y="1295749"/>
            <a:ext cx="924794" cy="716388"/>
            <a:chOff x="7672927" y="1351323"/>
            <a:chExt cx="560889" cy="434491"/>
          </a:xfrm>
        </p:grpSpPr>
        <p:sp>
          <p:nvSpPr>
            <p:cNvPr id="1230" name="Google Shape;1230;p27"/>
            <p:cNvSpPr/>
            <p:nvPr/>
          </p:nvSpPr>
          <p:spPr>
            <a:xfrm>
              <a:off x="7672927" y="1351323"/>
              <a:ext cx="560889" cy="434491"/>
            </a:xfrm>
            <a:custGeom>
              <a:avLst/>
              <a:gdLst/>
              <a:ahLst/>
              <a:cxnLst/>
              <a:rect l="l" t="t" r="r" b="b"/>
              <a:pathLst>
                <a:path w="7415" h="5744" extrusionOk="0">
                  <a:moveTo>
                    <a:pt x="5035" y="0"/>
                  </a:moveTo>
                  <a:cubicBezTo>
                    <a:pt x="4627" y="0"/>
                    <a:pt x="4215" y="119"/>
                    <a:pt x="3853" y="366"/>
                  </a:cubicBezTo>
                  <a:cubicBezTo>
                    <a:pt x="3842" y="377"/>
                    <a:pt x="3817" y="391"/>
                    <a:pt x="3806" y="402"/>
                  </a:cubicBezTo>
                  <a:cubicBezTo>
                    <a:pt x="3783" y="413"/>
                    <a:pt x="3772" y="424"/>
                    <a:pt x="3747" y="436"/>
                  </a:cubicBezTo>
                  <a:cubicBezTo>
                    <a:pt x="3736" y="447"/>
                    <a:pt x="3725" y="461"/>
                    <a:pt x="3702" y="472"/>
                  </a:cubicBezTo>
                  <a:cubicBezTo>
                    <a:pt x="3364" y="704"/>
                    <a:pt x="3107" y="1031"/>
                    <a:pt x="2945" y="1402"/>
                  </a:cubicBezTo>
                  <a:cubicBezTo>
                    <a:pt x="2758" y="1858"/>
                    <a:pt x="2747" y="2369"/>
                    <a:pt x="2898" y="2835"/>
                  </a:cubicBezTo>
                  <a:lnTo>
                    <a:pt x="2780" y="2916"/>
                  </a:lnTo>
                  <a:lnTo>
                    <a:pt x="2769" y="2916"/>
                  </a:lnTo>
                  <a:cubicBezTo>
                    <a:pt x="2710" y="2961"/>
                    <a:pt x="2666" y="3020"/>
                    <a:pt x="2641" y="3078"/>
                  </a:cubicBezTo>
                  <a:cubicBezTo>
                    <a:pt x="2641" y="3090"/>
                    <a:pt x="2629" y="3101"/>
                    <a:pt x="2629" y="3115"/>
                  </a:cubicBezTo>
                  <a:lnTo>
                    <a:pt x="163" y="4813"/>
                  </a:lnTo>
                  <a:cubicBezTo>
                    <a:pt x="104" y="4847"/>
                    <a:pt x="70" y="4905"/>
                    <a:pt x="34" y="4964"/>
                  </a:cubicBezTo>
                  <a:cubicBezTo>
                    <a:pt x="12" y="5045"/>
                    <a:pt x="1" y="5140"/>
                    <a:pt x="34" y="5232"/>
                  </a:cubicBezTo>
                  <a:cubicBezTo>
                    <a:pt x="56" y="5336"/>
                    <a:pt x="104" y="5419"/>
                    <a:pt x="140" y="5464"/>
                  </a:cubicBezTo>
                  <a:cubicBezTo>
                    <a:pt x="174" y="5523"/>
                    <a:pt x="232" y="5593"/>
                    <a:pt x="314" y="5651"/>
                  </a:cubicBezTo>
                  <a:cubicBezTo>
                    <a:pt x="406" y="5721"/>
                    <a:pt x="490" y="5744"/>
                    <a:pt x="571" y="5744"/>
                  </a:cubicBezTo>
                  <a:cubicBezTo>
                    <a:pt x="640" y="5744"/>
                    <a:pt x="710" y="5710"/>
                    <a:pt x="769" y="5674"/>
                  </a:cubicBezTo>
                  <a:lnTo>
                    <a:pt x="3236" y="3975"/>
                  </a:lnTo>
                  <a:cubicBezTo>
                    <a:pt x="3249" y="3977"/>
                    <a:pt x="3263" y="3978"/>
                    <a:pt x="3276" y="3978"/>
                  </a:cubicBezTo>
                  <a:cubicBezTo>
                    <a:pt x="3340" y="3978"/>
                    <a:pt x="3398" y="3956"/>
                    <a:pt x="3456" y="3917"/>
                  </a:cubicBezTo>
                  <a:lnTo>
                    <a:pt x="3585" y="3835"/>
                  </a:lnTo>
                  <a:cubicBezTo>
                    <a:pt x="3960" y="4137"/>
                    <a:pt x="4421" y="4292"/>
                    <a:pt x="4885" y="4292"/>
                  </a:cubicBezTo>
                  <a:cubicBezTo>
                    <a:pt x="5299" y="4292"/>
                    <a:pt x="5715" y="4169"/>
                    <a:pt x="6077" y="3917"/>
                  </a:cubicBezTo>
                  <a:cubicBezTo>
                    <a:pt x="6099" y="3905"/>
                    <a:pt x="6122" y="3883"/>
                    <a:pt x="6147" y="3869"/>
                  </a:cubicBezTo>
                  <a:cubicBezTo>
                    <a:pt x="6169" y="3847"/>
                    <a:pt x="6203" y="3835"/>
                    <a:pt x="6228" y="3813"/>
                  </a:cubicBezTo>
                  <a:cubicBezTo>
                    <a:pt x="7169" y="3159"/>
                    <a:pt x="7415" y="1858"/>
                    <a:pt x="6761" y="902"/>
                  </a:cubicBezTo>
                  <a:cubicBezTo>
                    <a:pt x="6357" y="316"/>
                    <a:pt x="5702" y="0"/>
                    <a:pt x="5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1" name="Google Shape;1231;p27"/>
            <p:cNvSpPr/>
            <p:nvPr/>
          </p:nvSpPr>
          <p:spPr>
            <a:xfrm>
              <a:off x="7896517" y="1593747"/>
              <a:ext cx="24811" cy="32753"/>
            </a:xfrm>
            <a:custGeom>
              <a:avLst/>
              <a:gdLst/>
              <a:ahLst/>
              <a:cxnLst/>
              <a:rect l="l" t="t" r="r" b="b"/>
              <a:pathLst>
                <a:path w="328" h="433" extrusionOk="0">
                  <a:moveTo>
                    <a:pt x="20" y="0"/>
                  </a:moveTo>
                  <a:cubicBezTo>
                    <a:pt x="16" y="0"/>
                    <a:pt x="14" y="1"/>
                    <a:pt x="11" y="2"/>
                  </a:cubicBezTo>
                  <a:cubicBezTo>
                    <a:pt x="0" y="2"/>
                    <a:pt x="0" y="24"/>
                    <a:pt x="11" y="49"/>
                  </a:cubicBezTo>
                  <a:cubicBezTo>
                    <a:pt x="59" y="61"/>
                    <a:pt x="129" y="119"/>
                    <a:pt x="187" y="200"/>
                  </a:cubicBezTo>
                  <a:cubicBezTo>
                    <a:pt x="232" y="270"/>
                    <a:pt x="269" y="362"/>
                    <a:pt x="257" y="410"/>
                  </a:cubicBezTo>
                  <a:cubicBezTo>
                    <a:pt x="280" y="432"/>
                    <a:pt x="302" y="432"/>
                    <a:pt x="302" y="432"/>
                  </a:cubicBezTo>
                  <a:cubicBezTo>
                    <a:pt x="313" y="421"/>
                    <a:pt x="313" y="421"/>
                    <a:pt x="313" y="410"/>
                  </a:cubicBezTo>
                  <a:cubicBezTo>
                    <a:pt x="327" y="373"/>
                    <a:pt x="291" y="281"/>
                    <a:pt x="221" y="175"/>
                  </a:cubicBezTo>
                  <a:cubicBezTo>
                    <a:pt x="138" y="49"/>
                    <a:pt x="52" y="0"/>
                    <a:pt x="20"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2" name="Google Shape;1232;p27"/>
            <p:cNvSpPr/>
            <p:nvPr/>
          </p:nvSpPr>
          <p:spPr>
            <a:xfrm>
              <a:off x="7901811" y="1573551"/>
              <a:ext cx="48411" cy="49319"/>
            </a:xfrm>
            <a:custGeom>
              <a:avLst/>
              <a:gdLst/>
              <a:ahLst/>
              <a:cxnLst/>
              <a:rect l="l" t="t" r="r" b="b"/>
              <a:pathLst>
                <a:path w="640" h="652" extrusionOk="0">
                  <a:moveTo>
                    <a:pt x="327" y="1"/>
                  </a:moveTo>
                  <a:lnTo>
                    <a:pt x="0" y="221"/>
                  </a:lnTo>
                  <a:cubicBezTo>
                    <a:pt x="59" y="258"/>
                    <a:pt x="140" y="328"/>
                    <a:pt x="187" y="409"/>
                  </a:cubicBezTo>
                  <a:cubicBezTo>
                    <a:pt x="257" y="501"/>
                    <a:pt x="291" y="596"/>
                    <a:pt x="291" y="652"/>
                  </a:cubicBezTo>
                  <a:lnTo>
                    <a:pt x="618" y="431"/>
                  </a:lnTo>
                  <a:cubicBezTo>
                    <a:pt x="640" y="420"/>
                    <a:pt x="629" y="316"/>
                    <a:pt x="537" y="177"/>
                  </a:cubicBezTo>
                  <a:cubicBezTo>
                    <a:pt x="489" y="118"/>
                    <a:pt x="442" y="59"/>
                    <a:pt x="408" y="37"/>
                  </a:cubicBezTo>
                  <a:cubicBezTo>
                    <a:pt x="361" y="1"/>
                    <a:pt x="338" y="1"/>
                    <a:pt x="327"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3" name="Google Shape;1233;p27"/>
            <p:cNvSpPr/>
            <p:nvPr/>
          </p:nvSpPr>
          <p:spPr>
            <a:xfrm>
              <a:off x="7704620" y="1601538"/>
              <a:ext cx="207790" cy="155294"/>
            </a:xfrm>
            <a:custGeom>
              <a:avLst/>
              <a:gdLst/>
              <a:ahLst/>
              <a:cxnLst/>
              <a:rect l="l" t="t" r="r" b="b"/>
              <a:pathLst>
                <a:path w="2747" h="2053" extrusionOk="0">
                  <a:moveTo>
                    <a:pt x="2543" y="0"/>
                  </a:moveTo>
                  <a:cubicBezTo>
                    <a:pt x="2541" y="0"/>
                    <a:pt x="2539" y="1"/>
                    <a:pt x="2537" y="2"/>
                  </a:cubicBezTo>
                  <a:lnTo>
                    <a:pt x="1" y="1748"/>
                  </a:lnTo>
                  <a:cubicBezTo>
                    <a:pt x="1" y="1748"/>
                    <a:pt x="12" y="1762"/>
                    <a:pt x="23" y="1762"/>
                  </a:cubicBezTo>
                  <a:cubicBezTo>
                    <a:pt x="57" y="1796"/>
                    <a:pt x="93" y="1832"/>
                    <a:pt x="126" y="1877"/>
                  </a:cubicBezTo>
                  <a:cubicBezTo>
                    <a:pt x="163" y="1935"/>
                    <a:pt x="196" y="1994"/>
                    <a:pt x="196" y="2053"/>
                  </a:cubicBezTo>
                  <a:lnTo>
                    <a:pt x="2747" y="296"/>
                  </a:lnTo>
                  <a:cubicBezTo>
                    <a:pt x="2747" y="296"/>
                    <a:pt x="2747" y="226"/>
                    <a:pt x="2677" y="120"/>
                  </a:cubicBezTo>
                  <a:cubicBezTo>
                    <a:pt x="2615" y="38"/>
                    <a:pt x="2562" y="0"/>
                    <a:pt x="2543"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4" name="Google Shape;1234;p27"/>
            <p:cNvSpPr/>
            <p:nvPr/>
          </p:nvSpPr>
          <p:spPr>
            <a:xfrm>
              <a:off x="7699325" y="1736478"/>
              <a:ext cx="17625" cy="22920"/>
            </a:xfrm>
            <a:custGeom>
              <a:avLst/>
              <a:gdLst/>
              <a:ahLst/>
              <a:cxnLst/>
              <a:rect l="l" t="t" r="r" b="b"/>
              <a:pathLst>
                <a:path w="233" h="303" extrusionOk="0">
                  <a:moveTo>
                    <a:pt x="12" y="1"/>
                  </a:moveTo>
                  <a:cubicBezTo>
                    <a:pt x="12" y="1"/>
                    <a:pt x="1" y="12"/>
                    <a:pt x="12" y="59"/>
                  </a:cubicBezTo>
                  <a:cubicBezTo>
                    <a:pt x="23" y="93"/>
                    <a:pt x="46" y="140"/>
                    <a:pt x="82" y="174"/>
                  </a:cubicBezTo>
                  <a:cubicBezTo>
                    <a:pt x="104" y="221"/>
                    <a:pt x="141" y="258"/>
                    <a:pt x="174" y="280"/>
                  </a:cubicBezTo>
                  <a:cubicBezTo>
                    <a:pt x="196" y="302"/>
                    <a:pt x="222" y="302"/>
                    <a:pt x="222" y="302"/>
                  </a:cubicBezTo>
                  <a:cubicBezTo>
                    <a:pt x="233" y="280"/>
                    <a:pt x="222" y="210"/>
                    <a:pt x="152" y="129"/>
                  </a:cubicBezTo>
                  <a:cubicBezTo>
                    <a:pt x="127" y="82"/>
                    <a:pt x="93" y="48"/>
                    <a:pt x="57" y="23"/>
                  </a:cubicBezTo>
                  <a:cubicBezTo>
                    <a:pt x="34" y="1"/>
                    <a:pt x="12" y="1"/>
                    <a:pt x="1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5" name="Google Shape;1235;p27"/>
            <p:cNvSpPr/>
            <p:nvPr/>
          </p:nvSpPr>
          <p:spPr>
            <a:xfrm>
              <a:off x="7900072" y="1428400"/>
              <a:ext cx="45764" cy="143569"/>
            </a:xfrm>
            <a:custGeom>
              <a:avLst/>
              <a:gdLst/>
              <a:ahLst/>
              <a:cxnLst/>
              <a:rect l="l" t="t" r="r" b="b"/>
              <a:pathLst>
                <a:path w="605" h="1898" extrusionOk="0">
                  <a:moveTo>
                    <a:pt x="604" y="0"/>
                  </a:moveTo>
                  <a:cubicBezTo>
                    <a:pt x="127" y="501"/>
                    <a:pt x="1" y="1244"/>
                    <a:pt x="291" y="1897"/>
                  </a:cubicBezTo>
                  <a:lnTo>
                    <a:pt x="325" y="1886"/>
                  </a:lnTo>
                  <a:cubicBezTo>
                    <a:pt x="330" y="1875"/>
                    <a:pt x="343" y="1869"/>
                    <a:pt x="360" y="1869"/>
                  </a:cubicBezTo>
                  <a:cubicBezTo>
                    <a:pt x="381" y="1869"/>
                    <a:pt x="410" y="1878"/>
                    <a:pt x="442" y="1897"/>
                  </a:cubicBezTo>
                  <a:cubicBezTo>
                    <a:pt x="255" y="1548"/>
                    <a:pt x="196" y="1151"/>
                    <a:pt x="266" y="744"/>
                  </a:cubicBezTo>
                  <a:cubicBezTo>
                    <a:pt x="291" y="629"/>
                    <a:pt x="325" y="512"/>
                    <a:pt x="372" y="394"/>
                  </a:cubicBezTo>
                  <a:cubicBezTo>
                    <a:pt x="431" y="255"/>
                    <a:pt x="512" y="115"/>
                    <a:pt x="6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6" name="Google Shape;1236;p27"/>
            <p:cNvSpPr/>
            <p:nvPr/>
          </p:nvSpPr>
          <p:spPr>
            <a:xfrm>
              <a:off x="7917620" y="1377646"/>
              <a:ext cx="274809" cy="264295"/>
            </a:xfrm>
            <a:custGeom>
              <a:avLst/>
              <a:gdLst/>
              <a:ahLst/>
              <a:cxnLst/>
              <a:rect l="l" t="t" r="r" b="b"/>
              <a:pathLst>
                <a:path w="3633" h="3494" extrusionOk="0">
                  <a:moveTo>
                    <a:pt x="1819" y="216"/>
                  </a:moveTo>
                  <a:cubicBezTo>
                    <a:pt x="1907" y="216"/>
                    <a:pt x="1996" y="223"/>
                    <a:pt x="2085" y="238"/>
                  </a:cubicBezTo>
                  <a:cubicBezTo>
                    <a:pt x="2479" y="322"/>
                    <a:pt x="2828" y="543"/>
                    <a:pt x="3063" y="881"/>
                  </a:cubicBezTo>
                  <a:cubicBezTo>
                    <a:pt x="3294" y="1216"/>
                    <a:pt x="3375" y="1624"/>
                    <a:pt x="3306" y="2021"/>
                  </a:cubicBezTo>
                  <a:cubicBezTo>
                    <a:pt x="3225" y="2429"/>
                    <a:pt x="3004" y="2767"/>
                    <a:pt x="2666" y="2999"/>
                  </a:cubicBezTo>
                  <a:cubicBezTo>
                    <a:pt x="2409" y="3175"/>
                    <a:pt x="2121" y="3272"/>
                    <a:pt x="1818" y="3272"/>
                  </a:cubicBezTo>
                  <a:cubicBezTo>
                    <a:pt x="1722" y="3272"/>
                    <a:pt x="1624" y="3262"/>
                    <a:pt x="1526" y="3242"/>
                  </a:cubicBezTo>
                  <a:cubicBezTo>
                    <a:pt x="1129" y="3172"/>
                    <a:pt x="780" y="2951"/>
                    <a:pt x="548" y="2613"/>
                  </a:cubicBezTo>
                  <a:cubicBezTo>
                    <a:pt x="314" y="2278"/>
                    <a:pt x="233" y="1870"/>
                    <a:pt x="302" y="1473"/>
                  </a:cubicBezTo>
                  <a:cubicBezTo>
                    <a:pt x="328" y="1370"/>
                    <a:pt x="350" y="1264"/>
                    <a:pt x="397" y="1172"/>
                  </a:cubicBezTo>
                  <a:cubicBezTo>
                    <a:pt x="501" y="892"/>
                    <a:pt x="688" y="658"/>
                    <a:pt x="931" y="484"/>
                  </a:cubicBezTo>
                  <a:cubicBezTo>
                    <a:pt x="1195" y="312"/>
                    <a:pt x="1503" y="216"/>
                    <a:pt x="1819" y="216"/>
                  </a:cubicBezTo>
                  <a:close/>
                  <a:moveTo>
                    <a:pt x="1804" y="0"/>
                  </a:moveTo>
                  <a:cubicBezTo>
                    <a:pt x="1463" y="0"/>
                    <a:pt x="1118" y="100"/>
                    <a:pt x="816" y="308"/>
                  </a:cubicBezTo>
                  <a:cubicBezTo>
                    <a:pt x="791" y="322"/>
                    <a:pt x="769" y="333"/>
                    <a:pt x="758" y="356"/>
                  </a:cubicBezTo>
                  <a:lnTo>
                    <a:pt x="733" y="367"/>
                  </a:lnTo>
                  <a:cubicBezTo>
                    <a:pt x="397" y="624"/>
                    <a:pt x="163" y="996"/>
                    <a:pt x="82" y="1426"/>
                  </a:cubicBezTo>
                  <a:cubicBezTo>
                    <a:pt x="1" y="1892"/>
                    <a:pt x="104" y="2348"/>
                    <a:pt x="361" y="2730"/>
                  </a:cubicBezTo>
                  <a:cubicBezTo>
                    <a:pt x="629" y="3116"/>
                    <a:pt x="1026" y="3381"/>
                    <a:pt x="1490" y="3465"/>
                  </a:cubicBezTo>
                  <a:cubicBezTo>
                    <a:pt x="1595" y="3484"/>
                    <a:pt x="1701" y="3493"/>
                    <a:pt x="1806" y="3493"/>
                  </a:cubicBezTo>
                  <a:cubicBezTo>
                    <a:pt x="2155" y="3493"/>
                    <a:pt x="2498" y="3390"/>
                    <a:pt x="2794" y="3186"/>
                  </a:cubicBezTo>
                  <a:cubicBezTo>
                    <a:pt x="3085" y="2987"/>
                    <a:pt x="3294" y="2708"/>
                    <a:pt x="3412" y="2404"/>
                  </a:cubicBezTo>
                  <a:cubicBezTo>
                    <a:pt x="3632" y="1881"/>
                    <a:pt x="3585" y="1264"/>
                    <a:pt x="3236" y="752"/>
                  </a:cubicBezTo>
                  <a:cubicBezTo>
                    <a:pt x="2897" y="262"/>
                    <a:pt x="2355" y="0"/>
                    <a:pt x="180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27"/>
            <p:cNvSpPr/>
            <p:nvPr/>
          </p:nvSpPr>
          <p:spPr>
            <a:xfrm>
              <a:off x="7938799" y="1398220"/>
              <a:ext cx="230785" cy="223145"/>
            </a:xfrm>
            <a:custGeom>
              <a:avLst/>
              <a:gdLst/>
              <a:ahLst/>
              <a:cxnLst/>
              <a:rect l="l" t="t" r="r" b="b"/>
              <a:pathLst>
                <a:path w="3051" h="2950" extrusionOk="0">
                  <a:moveTo>
                    <a:pt x="1523" y="1"/>
                  </a:moveTo>
                  <a:cubicBezTo>
                    <a:pt x="1227" y="1"/>
                    <a:pt x="936" y="88"/>
                    <a:pt x="687" y="260"/>
                  </a:cubicBezTo>
                  <a:cubicBezTo>
                    <a:pt x="360" y="480"/>
                    <a:pt x="140" y="819"/>
                    <a:pt x="70" y="1201"/>
                  </a:cubicBezTo>
                  <a:cubicBezTo>
                    <a:pt x="0" y="1598"/>
                    <a:pt x="81" y="1981"/>
                    <a:pt x="302" y="2308"/>
                  </a:cubicBezTo>
                  <a:cubicBezTo>
                    <a:pt x="536" y="2634"/>
                    <a:pt x="872" y="2855"/>
                    <a:pt x="1257" y="2925"/>
                  </a:cubicBezTo>
                  <a:cubicBezTo>
                    <a:pt x="1346" y="2941"/>
                    <a:pt x="1436" y="2949"/>
                    <a:pt x="1526" y="2949"/>
                  </a:cubicBezTo>
                  <a:cubicBezTo>
                    <a:pt x="1821" y="2949"/>
                    <a:pt x="2113" y="2862"/>
                    <a:pt x="2363" y="2690"/>
                  </a:cubicBezTo>
                  <a:cubicBezTo>
                    <a:pt x="2595" y="2528"/>
                    <a:pt x="2783" y="2296"/>
                    <a:pt x="2886" y="2039"/>
                  </a:cubicBezTo>
                  <a:cubicBezTo>
                    <a:pt x="2922" y="1947"/>
                    <a:pt x="2956" y="1841"/>
                    <a:pt x="2981" y="1738"/>
                  </a:cubicBezTo>
                  <a:cubicBezTo>
                    <a:pt x="3051" y="1352"/>
                    <a:pt x="2967" y="958"/>
                    <a:pt x="2735" y="631"/>
                  </a:cubicBezTo>
                  <a:cubicBezTo>
                    <a:pt x="2514" y="316"/>
                    <a:pt x="2176" y="95"/>
                    <a:pt x="1794" y="25"/>
                  </a:cubicBezTo>
                  <a:cubicBezTo>
                    <a:pt x="1704" y="9"/>
                    <a:pt x="1613" y="1"/>
                    <a:pt x="1523"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8" name="Google Shape;1238;p27"/>
            <p:cNvSpPr/>
            <p:nvPr/>
          </p:nvSpPr>
          <p:spPr>
            <a:xfrm>
              <a:off x="7949313" y="1599950"/>
              <a:ext cx="141905" cy="49848"/>
            </a:xfrm>
            <a:custGeom>
              <a:avLst/>
              <a:gdLst/>
              <a:ahLst/>
              <a:cxnLst/>
              <a:rect l="l" t="t" r="r" b="b"/>
              <a:pathLst>
                <a:path w="1876" h="659" extrusionOk="0">
                  <a:moveTo>
                    <a:pt x="48" y="1"/>
                  </a:moveTo>
                  <a:lnTo>
                    <a:pt x="48" y="1"/>
                  </a:lnTo>
                  <a:cubicBezTo>
                    <a:pt x="59" y="60"/>
                    <a:pt x="48" y="107"/>
                    <a:pt x="23" y="118"/>
                  </a:cubicBezTo>
                  <a:lnTo>
                    <a:pt x="1" y="141"/>
                  </a:lnTo>
                  <a:cubicBezTo>
                    <a:pt x="340" y="480"/>
                    <a:pt x="788" y="659"/>
                    <a:pt x="1241" y="659"/>
                  </a:cubicBezTo>
                  <a:cubicBezTo>
                    <a:pt x="1455" y="659"/>
                    <a:pt x="1670" y="619"/>
                    <a:pt x="1875" y="537"/>
                  </a:cubicBezTo>
                  <a:lnTo>
                    <a:pt x="1875" y="537"/>
                  </a:lnTo>
                  <a:cubicBezTo>
                    <a:pt x="1722" y="579"/>
                    <a:pt x="1561" y="600"/>
                    <a:pt x="1397" y="600"/>
                  </a:cubicBezTo>
                  <a:cubicBezTo>
                    <a:pt x="1286" y="600"/>
                    <a:pt x="1173" y="590"/>
                    <a:pt x="1060" y="571"/>
                  </a:cubicBezTo>
                  <a:cubicBezTo>
                    <a:pt x="663" y="501"/>
                    <a:pt x="302" y="303"/>
                    <a:pt x="48"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9" name="Google Shape;1239;p27"/>
            <p:cNvSpPr/>
            <p:nvPr/>
          </p:nvSpPr>
          <p:spPr>
            <a:xfrm>
              <a:off x="7935168" y="1393908"/>
              <a:ext cx="237820" cy="231239"/>
            </a:xfrm>
            <a:custGeom>
              <a:avLst/>
              <a:gdLst/>
              <a:ahLst/>
              <a:cxnLst/>
              <a:rect l="l" t="t" r="r" b="b"/>
              <a:pathLst>
                <a:path w="3144" h="3057" extrusionOk="0">
                  <a:moveTo>
                    <a:pt x="1571" y="58"/>
                  </a:moveTo>
                  <a:cubicBezTo>
                    <a:pt x="1661" y="58"/>
                    <a:pt x="1752" y="66"/>
                    <a:pt x="1842" y="82"/>
                  </a:cubicBezTo>
                  <a:cubicBezTo>
                    <a:pt x="2224" y="152"/>
                    <a:pt x="2562" y="373"/>
                    <a:pt x="2783" y="688"/>
                  </a:cubicBezTo>
                  <a:cubicBezTo>
                    <a:pt x="3015" y="1015"/>
                    <a:pt x="3099" y="1409"/>
                    <a:pt x="3029" y="1795"/>
                  </a:cubicBezTo>
                  <a:cubicBezTo>
                    <a:pt x="3004" y="1898"/>
                    <a:pt x="2970" y="2004"/>
                    <a:pt x="2934" y="2096"/>
                  </a:cubicBezTo>
                  <a:cubicBezTo>
                    <a:pt x="2831" y="2353"/>
                    <a:pt x="2643" y="2585"/>
                    <a:pt x="2411" y="2747"/>
                  </a:cubicBezTo>
                  <a:cubicBezTo>
                    <a:pt x="2161" y="2919"/>
                    <a:pt x="1869" y="3006"/>
                    <a:pt x="1574" y="3006"/>
                  </a:cubicBezTo>
                  <a:cubicBezTo>
                    <a:pt x="1484" y="3006"/>
                    <a:pt x="1394" y="2998"/>
                    <a:pt x="1305" y="2982"/>
                  </a:cubicBezTo>
                  <a:cubicBezTo>
                    <a:pt x="920" y="2912"/>
                    <a:pt x="584" y="2691"/>
                    <a:pt x="350" y="2365"/>
                  </a:cubicBezTo>
                  <a:cubicBezTo>
                    <a:pt x="129" y="2038"/>
                    <a:pt x="48" y="1655"/>
                    <a:pt x="118" y="1258"/>
                  </a:cubicBezTo>
                  <a:cubicBezTo>
                    <a:pt x="188" y="876"/>
                    <a:pt x="408" y="537"/>
                    <a:pt x="735" y="317"/>
                  </a:cubicBezTo>
                  <a:cubicBezTo>
                    <a:pt x="984" y="145"/>
                    <a:pt x="1275" y="58"/>
                    <a:pt x="1571" y="58"/>
                  </a:cubicBezTo>
                  <a:close/>
                  <a:moveTo>
                    <a:pt x="1587" y="1"/>
                  </a:moveTo>
                  <a:cubicBezTo>
                    <a:pt x="1271" y="1"/>
                    <a:pt x="963" y="97"/>
                    <a:pt x="699" y="269"/>
                  </a:cubicBezTo>
                  <a:cubicBezTo>
                    <a:pt x="456" y="443"/>
                    <a:pt x="269" y="677"/>
                    <a:pt x="165" y="957"/>
                  </a:cubicBezTo>
                  <a:cubicBezTo>
                    <a:pt x="118" y="1049"/>
                    <a:pt x="96" y="1155"/>
                    <a:pt x="70" y="1258"/>
                  </a:cubicBezTo>
                  <a:cubicBezTo>
                    <a:pt x="1" y="1655"/>
                    <a:pt x="82" y="2063"/>
                    <a:pt x="316" y="2398"/>
                  </a:cubicBezTo>
                  <a:cubicBezTo>
                    <a:pt x="548" y="2736"/>
                    <a:pt x="897" y="2957"/>
                    <a:pt x="1294" y="3027"/>
                  </a:cubicBezTo>
                  <a:cubicBezTo>
                    <a:pt x="1392" y="3047"/>
                    <a:pt x="1490" y="3057"/>
                    <a:pt x="1586" y="3057"/>
                  </a:cubicBezTo>
                  <a:cubicBezTo>
                    <a:pt x="1889" y="3057"/>
                    <a:pt x="2177" y="2960"/>
                    <a:pt x="2434" y="2784"/>
                  </a:cubicBezTo>
                  <a:cubicBezTo>
                    <a:pt x="2772" y="2552"/>
                    <a:pt x="2993" y="2214"/>
                    <a:pt x="3074" y="1806"/>
                  </a:cubicBezTo>
                  <a:cubicBezTo>
                    <a:pt x="3143" y="1409"/>
                    <a:pt x="3062" y="1001"/>
                    <a:pt x="2831" y="666"/>
                  </a:cubicBezTo>
                  <a:cubicBezTo>
                    <a:pt x="2596" y="328"/>
                    <a:pt x="2247" y="107"/>
                    <a:pt x="1853" y="23"/>
                  </a:cubicBezTo>
                  <a:cubicBezTo>
                    <a:pt x="1764" y="8"/>
                    <a:pt x="1675" y="1"/>
                    <a:pt x="158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27"/>
            <p:cNvSpPr/>
            <p:nvPr/>
          </p:nvSpPr>
          <p:spPr>
            <a:xfrm>
              <a:off x="7695770" y="1373864"/>
              <a:ext cx="512478" cy="389105"/>
            </a:xfrm>
            <a:custGeom>
              <a:avLst/>
              <a:gdLst/>
              <a:ahLst/>
              <a:cxnLst/>
              <a:rect l="l" t="t" r="r" b="b"/>
              <a:pathLst>
                <a:path w="6775" h="5144" extrusionOk="0">
                  <a:moveTo>
                    <a:pt x="3305" y="721"/>
                  </a:moveTo>
                  <a:cubicBezTo>
                    <a:pt x="3213" y="836"/>
                    <a:pt x="3132" y="976"/>
                    <a:pt x="3073" y="1115"/>
                  </a:cubicBezTo>
                  <a:cubicBezTo>
                    <a:pt x="3026" y="1233"/>
                    <a:pt x="2992" y="1350"/>
                    <a:pt x="2967" y="1465"/>
                  </a:cubicBezTo>
                  <a:cubicBezTo>
                    <a:pt x="2897" y="1872"/>
                    <a:pt x="2956" y="2269"/>
                    <a:pt x="3143" y="2618"/>
                  </a:cubicBezTo>
                  <a:cubicBezTo>
                    <a:pt x="3111" y="2599"/>
                    <a:pt x="3082" y="2590"/>
                    <a:pt x="3061" y="2590"/>
                  </a:cubicBezTo>
                  <a:cubicBezTo>
                    <a:pt x="3044" y="2590"/>
                    <a:pt x="3031" y="2596"/>
                    <a:pt x="3026" y="2607"/>
                  </a:cubicBezTo>
                  <a:lnTo>
                    <a:pt x="2992" y="2618"/>
                  </a:lnTo>
                  <a:cubicBezTo>
                    <a:pt x="2702" y="1965"/>
                    <a:pt x="2828" y="1222"/>
                    <a:pt x="3305" y="721"/>
                  </a:cubicBezTo>
                  <a:close/>
                  <a:moveTo>
                    <a:pt x="3051" y="2641"/>
                  </a:moveTo>
                  <a:cubicBezTo>
                    <a:pt x="3062" y="2641"/>
                    <a:pt x="3085" y="2641"/>
                    <a:pt x="3132" y="2677"/>
                  </a:cubicBezTo>
                  <a:cubicBezTo>
                    <a:pt x="3166" y="2699"/>
                    <a:pt x="3213" y="2758"/>
                    <a:pt x="3261" y="2817"/>
                  </a:cubicBezTo>
                  <a:cubicBezTo>
                    <a:pt x="3353" y="2956"/>
                    <a:pt x="3364" y="3060"/>
                    <a:pt x="3342" y="3071"/>
                  </a:cubicBezTo>
                  <a:lnTo>
                    <a:pt x="3015" y="3292"/>
                  </a:lnTo>
                  <a:cubicBezTo>
                    <a:pt x="3015" y="3236"/>
                    <a:pt x="2981" y="3141"/>
                    <a:pt x="2911" y="3049"/>
                  </a:cubicBezTo>
                  <a:cubicBezTo>
                    <a:pt x="2864" y="2968"/>
                    <a:pt x="2783" y="2898"/>
                    <a:pt x="2724" y="2861"/>
                  </a:cubicBezTo>
                  <a:lnTo>
                    <a:pt x="3051" y="2641"/>
                  </a:lnTo>
                  <a:close/>
                  <a:moveTo>
                    <a:pt x="2674" y="2907"/>
                  </a:moveTo>
                  <a:cubicBezTo>
                    <a:pt x="2706" y="2907"/>
                    <a:pt x="2792" y="2956"/>
                    <a:pt x="2875" y="3082"/>
                  </a:cubicBezTo>
                  <a:cubicBezTo>
                    <a:pt x="2945" y="3188"/>
                    <a:pt x="2981" y="3280"/>
                    <a:pt x="2967" y="3317"/>
                  </a:cubicBezTo>
                  <a:cubicBezTo>
                    <a:pt x="2967" y="3328"/>
                    <a:pt x="2967" y="3328"/>
                    <a:pt x="2956" y="3339"/>
                  </a:cubicBezTo>
                  <a:cubicBezTo>
                    <a:pt x="2956" y="3339"/>
                    <a:pt x="2934" y="3339"/>
                    <a:pt x="2911" y="3317"/>
                  </a:cubicBezTo>
                  <a:cubicBezTo>
                    <a:pt x="2923" y="3269"/>
                    <a:pt x="2886" y="3177"/>
                    <a:pt x="2841" y="3107"/>
                  </a:cubicBezTo>
                  <a:cubicBezTo>
                    <a:pt x="2783" y="3026"/>
                    <a:pt x="2713" y="2968"/>
                    <a:pt x="2665" y="2956"/>
                  </a:cubicBezTo>
                  <a:cubicBezTo>
                    <a:pt x="2654" y="2931"/>
                    <a:pt x="2654" y="2909"/>
                    <a:pt x="2665" y="2909"/>
                  </a:cubicBezTo>
                  <a:cubicBezTo>
                    <a:pt x="2668" y="2908"/>
                    <a:pt x="2670" y="2907"/>
                    <a:pt x="2674" y="2907"/>
                  </a:cubicBezTo>
                  <a:close/>
                  <a:moveTo>
                    <a:pt x="4737" y="50"/>
                  </a:moveTo>
                  <a:cubicBezTo>
                    <a:pt x="5288" y="50"/>
                    <a:pt x="5830" y="312"/>
                    <a:pt x="6169" y="802"/>
                  </a:cubicBezTo>
                  <a:cubicBezTo>
                    <a:pt x="6518" y="1314"/>
                    <a:pt x="6565" y="1931"/>
                    <a:pt x="6345" y="2454"/>
                  </a:cubicBezTo>
                  <a:cubicBezTo>
                    <a:pt x="6227" y="2758"/>
                    <a:pt x="6018" y="3037"/>
                    <a:pt x="5727" y="3236"/>
                  </a:cubicBezTo>
                  <a:cubicBezTo>
                    <a:pt x="5431" y="3440"/>
                    <a:pt x="5088" y="3543"/>
                    <a:pt x="4739" y="3543"/>
                  </a:cubicBezTo>
                  <a:cubicBezTo>
                    <a:pt x="4634" y="3543"/>
                    <a:pt x="4528" y="3534"/>
                    <a:pt x="4423" y="3515"/>
                  </a:cubicBezTo>
                  <a:cubicBezTo>
                    <a:pt x="3959" y="3431"/>
                    <a:pt x="3562" y="3166"/>
                    <a:pt x="3294" y="2780"/>
                  </a:cubicBezTo>
                  <a:cubicBezTo>
                    <a:pt x="3037" y="2398"/>
                    <a:pt x="2934" y="1942"/>
                    <a:pt x="3015" y="1476"/>
                  </a:cubicBezTo>
                  <a:cubicBezTo>
                    <a:pt x="3096" y="1046"/>
                    <a:pt x="3330" y="674"/>
                    <a:pt x="3666" y="417"/>
                  </a:cubicBezTo>
                  <a:lnTo>
                    <a:pt x="3691" y="406"/>
                  </a:lnTo>
                  <a:cubicBezTo>
                    <a:pt x="3702" y="383"/>
                    <a:pt x="3724" y="372"/>
                    <a:pt x="3749" y="358"/>
                  </a:cubicBezTo>
                  <a:cubicBezTo>
                    <a:pt x="4051" y="150"/>
                    <a:pt x="4396" y="50"/>
                    <a:pt x="4737" y="50"/>
                  </a:cubicBezTo>
                  <a:close/>
                  <a:moveTo>
                    <a:pt x="3400" y="2990"/>
                  </a:moveTo>
                  <a:cubicBezTo>
                    <a:pt x="3654" y="3292"/>
                    <a:pt x="4015" y="3490"/>
                    <a:pt x="4412" y="3560"/>
                  </a:cubicBezTo>
                  <a:cubicBezTo>
                    <a:pt x="4525" y="3579"/>
                    <a:pt x="4638" y="3589"/>
                    <a:pt x="4749" y="3589"/>
                  </a:cubicBezTo>
                  <a:cubicBezTo>
                    <a:pt x="4913" y="3589"/>
                    <a:pt x="5074" y="3568"/>
                    <a:pt x="5227" y="3526"/>
                  </a:cubicBezTo>
                  <a:lnTo>
                    <a:pt x="5227" y="3526"/>
                  </a:lnTo>
                  <a:cubicBezTo>
                    <a:pt x="5022" y="3608"/>
                    <a:pt x="4807" y="3648"/>
                    <a:pt x="4593" y="3648"/>
                  </a:cubicBezTo>
                  <a:cubicBezTo>
                    <a:pt x="4140" y="3648"/>
                    <a:pt x="3692" y="3469"/>
                    <a:pt x="3353" y="3130"/>
                  </a:cubicBezTo>
                  <a:lnTo>
                    <a:pt x="3375" y="3107"/>
                  </a:lnTo>
                  <a:cubicBezTo>
                    <a:pt x="3400" y="3096"/>
                    <a:pt x="3411" y="3049"/>
                    <a:pt x="3400" y="2990"/>
                  </a:cubicBezTo>
                  <a:close/>
                  <a:moveTo>
                    <a:pt x="2660" y="3010"/>
                  </a:moveTo>
                  <a:cubicBezTo>
                    <a:pt x="2679" y="3010"/>
                    <a:pt x="2732" y="3048"/>
                    <a:pt x="2794" y="3130"/>
                  </a:cubicBezTo>
                  <a:cubicBezTo>
                    <a:pt x="2864" y="3236"/>
                    <a:pt x="2864" y="3306"/>
                    <a:pt x="2864" y="3306"/>
                  </a:cubicBezTo>
                  <a:lnTo>
                    <a:pt x="313" y="5063"/>
                  </a:lnTo>
                  <a:cubicBezTo>
                    <a:pt x="313" y="5004"/>
                    <a:pt x="280" y="4945"/>
                    <a:pt x="243" y="4887"/>
                  </a:cubicBezTo>
                  <a:cubicBezTo>
                    <a:pt x="210" y="4842"/>
                    <a:pt x="174" y="4806"/>
                    <a:pt x="140" y="4772"/>
                  </a:cubicBezTo>
                  <a:cubicBezTo>
                    <a:pt x="129" y="4772"/>
                    <a:pt x="118" y="4758"/>
                    <a:pt x="118" y="4758"/>
                  </a:cubicBezTo>
                  <a:lnTo>
                    <a:pt x="2654" y="3012"/>
                  </a:lnTo>
                  <a:cubicBezTo>
                    <a:pt x="2656" y="3011"/>
                    <a:pt x="2658" y="3010"/>
                    <a:pt x="2660" y="3010"/>
                  </a:cubicBezTo>
                  <a:close/>
                  <a:moveTo>
                    <a:pt x="59" y="4795"/>
                  </a:moveTo>
                  <a:cubicBezTo>
                    <a:pt x="59" y="4795"/>
                    <a:pt x="81" y="4795"/>
                    <a:pt x="104" y="4817"/>
                  </a:cubicBezTo>
                  <a:cubicBezTo>
                    <a:pt x="140" y="4842"/>
                    <a:pt x="174" y="4876"/>
                    <a:pt x="199" y="4923"/>
                  </a:cubicBezTo>
                  <a:cubicBezTo>
                    <a:pt x="269" y="5004"/>
                    <a:pt x="280" y="5074"/>
                    <a:pt x="269" y="5096"/>
                  </a:cubicBezTo>
                  <a:cubicBezTo>
                    <a:pt x="269" y="5096"/>
                    <a:pt x="243" y="5096"/>
                    <a:pt x="221" y="5074"/>
                  </a:cubicBezTo>
                  <a:cubicBezTo>
                    <a:pt x="188" y="5052"/>
                    <a:pt x="151" y="5015"/>
                    <a:pt x="129" y="4968"/>
                  </a:cubicBezTo>
                  <a:cubicBezTo>
                    <a:pt x="93" y="4934"/>
                    <a:pt x="70" y="4887"/>
                    <a:pt x="59" y="4853"/>
                  </a:cubicBezTo>
                  <a:cubicBezTo>
                    <a:pt x="48" y="4806"/>
                    <a:pt x="59" y="4795"/>
                    <a:pt x="59" y="4795"/>
                  </a:cubicBezTo>
                  <a:close/>
                  <a:moveTo>
                    <a:pt x="4728" y="0"/>
                  </a:moveTo>
                  <a:cubicBezTo>
                    <a:pt x="4376" y="0"/>
                    <a:pt x="4022" y="102"/>
                    <a:pt x="3713" y="314"/>
                  </a:cubicBezTo>
                  <a:lnTo>
                    <a:pt x="3654" y="372"/>
                  </a:lnTo>
                  <a:lnTo>
                    <a:pt x="3643" y="372"/>
                  </a:lnTo>
                  <a:cubicBezTo>
                    <a:pt x="3621" y="395"/>
                    <a:pt x="3596" y="406"/>
                    <a:pt x="3562" y="417"/>
                  </a:cubicBezTo>
                  <a:cubicBezTo>
                    <a:pt x="3272" y="626"/>
                    <a:pt x="3051" y="906"/>
                    <a:pt x="2923" y="1222"/>
                  </a:cubicBezTo>
                  <a:cubicBezTo>
                    <a:pt x="2735" y="1663"/>
                    <a:pt x="2735" y="2174"/>
                    <a:pt x="2956" y="2641"/>
                  </a:cubicBezTo>
                  <a:lnTo>
                    <a:pt x="2643" y="2861"/>
                  </a:lnTo>
                  <a:cubicBezTo>
                    <a:pt x="2632" y="2873"/>
                    <a:pt x="2618" y="2887"/>
                    <a:pt x="2618" y="2898"/>
                  </a:cubicBezTo>
                  <a:cubicBezTo>
                    <a:pt x="2607" y="2909"/>
                    <a:pt x="2607" y="2942"/>
                    <a:pt x="2607" y="2979"/>
                  </a:cubicBezTo>
                  <a:lnTo>
                    <a:pt x="34" y="4758"/>
                  </a:lnTo>
                  <a:cubicBezTo>
                    <a:pt x="23" y="4758"/>
                    <a:pt x="12" y="4772"/>
                    <a:pt x="12" y="4783"/>
                  </a:cubicBezTo>
                  <a:cubicBezTo>
                    <a:pt x="0" y="4795"/>
                    <a:pt x="0" y="4817"/>
                    <a:pt x="12" y="4864"/>
                  </a:cubicBezTo>
                  <a:cubicBezTo>
                    <a:pt x="23" y="4898"/>
                    <a:pt x="48" y="4957"/>
                    <a:pt x="81" y="5004"/>
                  </a:cubicBezTo>
                  <a:cubicBezTo>
                    <a:pt x="118" y="5052"/>
                    <a:pt x="151" y="5085"/>
                    <a:pt x="188" y="5121"/>
                  </a:cubicBezTo>
                  <a:cubicBezTo>
                    <a:pt x="215" y="5138"/>
                    <a:pt x="238" y="5144"/>
                    <a:pt x="256" y="5144"/>
                  </a:cubicBezTo>
                  <a:cubicBezTo>
                    <a:pt x="273" y="5144"/>
                    <a:pt x="285" y="5138"/>
                    <a:pt x="291" y="5133"/>
                  </a:cubicBezTo>
                  <a:lnTo>
                    <a:pt x="2875" y="3361"/>
                  </a:lnTo>
                  <a:cubicBezTo>
                    <a:pt x="2905" y="3380"/>
                    <a:pt x="2929" y="3386"/>
                    <a:pt x="2948" y="3386"/>
                  </a:cubicBezTo>
                  <a:cubicBezTo>
                    <a:pt x="2966" y="3386"/>
                    <a:pt x="2980" y="3381"/>
                    <a:pt x="2992" y="3375"/>
                  </a:cubicBezTo>
                  <a:lnTo>
                    <a:pt x="3305" y="3152"/>
                  </a:lnTo>
                  <a:cubicBezTo>
                    <a:pt x="3657" y="3510"/>
                    <a:pt x="4119" y="3695"/>
                    <a:pt x="4585" y="3695"/>
                  </a:cubicBezTo>
                  <a:cubicBezTo>
                    <a:pt x="4936" y="3695"/>
                    <a:pt x="5289" y="3590"/>
                    <a:pt x="5599" y="3375"/>
                  </a:cubicBezTo>
                  <a:cubicBezTo>
                    <a:pt x="5635" y="3361"/>
                    <a:pt x="5658" y="3339"/>
                    <a:pt x="5680" y="3328"/>
                  </a:cubicBezTo>
                  <a:cubicBezTo>
                    <a:pt x="5705" y="3306"/>
                    <a:pt x="5727" y="3292"/>
                    <a:pt x="5750" y="3269"/>
                  </a:cubicBezTo>
                  <a:cubicBezTo>
                    <a:pt x="6565" y="2711"/>
                    <a:pt x="6775" y="1593"/>
                    <a:pt x="6216" y="777"/>
                  </a:cubicBezTo>
                  <a:cubicBezTo>
                    <a:pt x="5869" y="273"/>
                    <a:pt x="5303" y="0"/>
                    <a:pt x="4728"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27"/>
            <p:cNvSpPr/>
            <p:nvPr/>
          </p:nvSpPr>
          <p:spPr>
            <a:xfrm>
              <a:off x="7992427" y="1406237"/>
              <a:ext cx="123297" cy="80332"/>
            </a:xfrm>
            <a:custGeom>
              <a:avLst/>
              <a:gdLst/>
              <a:ahLst/>
              <a:cxnLst/>
              <a:rect l="l" t="t" r="r" b="b"/>
              <a:pathLst>
                <a:path w="1630" h="1062" extrusionOk="0">
                  <a:moveTo>
                    <a:pt x="816" y="0"/>
                  </a:moveTo>
                  <a:cubicBezTo>
                    <a:pt x="361" y="0"/>
                    <a:pt x="1" y="268"/>
                    <a:pt x="1" y="606"/>
                  </a:cubicBezTo>
                  <a:cubicBezTo>
                    <a:pt x="1" y="944"/>
                    <a:pt x="361" y="1062"/>
                    <a:pt x="816" y="1062"/>
                  </a:cubicBezTo>
                  <a:cubicBezTo>
                    <a:pt x="1258" y="1062"/>
                    <a:pt x="1629" y="944"/>
                    <a:pt x="1629" y="606"/>
                  </a:cubicBezTo>
                  <a:cubicBezTo>
                    <a:pt x="1629" y="268"/>
                    <a:pt x="1258" y="0"/>
                    <a:pt x="8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2" name="Google Shape;1242;p27"/>
            <p:cNvSpPr/>
            <p:nvPr/>
          </p:nvSpPr>
          <p:spPr>
            <a:xfrm>
              <a:off x="7953775" y="1453436"/>
              <a:ext cx="44856" cy="50302"/>
            </a:xfrm>
            <a:custGeom>
              <a:avLst/>
              <a:gdLst/>
              <a:ahLst/>
              <a:cxnLst/>
              <a:rect l="l" t="t" r="r" b="b"/>
              <a:pathLst>
                <a:path w="593" h="665" extrusionOk="0">
                  <a:moveTo>
                    <a:pt x="315" y="0"/>
                  </a:moveTo>
                  <a:cubicBezTo>
                    <a:pt x="300" y="0"/>
                    <a:pt x="285" y="2"/>
                    <a:pt x="269" y="5"/>
                  </a:cubicBezTo>
                  <a:cubicBezTo>
                    <a:pt x="104" y="52"/>
                    <a:pt x="0" y="228"/>
                    <a:pt x="45" y="401"/>
                  </a:cubicBezTo>
                  <a:cubicBezTo>
                    <a:pt x="77" y="565"/>
                    <a:pt x="213" y="665"/>
                    <a:pt x="365" y="665"/>
                  </a:cubicBezTo>
                  <a:cubicBezTo>
                    <a:pt x="386" y="665"/>
                    <a:pt x="409" y="663"/>
                    <a:pt x="431" y="658"/>
                  </a:cubicBezTo>
                  <a:cubicBezTo>
                    <a:pt x="593" y="611"/>
                    <a:pt x="581" y="482"/>
                    <a:pt x="548" y="298"/>
                  </a:cubicBezTo>
                  <a:cubicBezTo>
                    <a:pt x="505" y="139"/>
                    <a:pt x="453" y="0"/>
                    <a:pt x="3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47" name="Google Shape;1247;p28"/>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248" name="Google Shape;1248;p28"/>
          <p:cNvGrpSpPr/>
          <p:nvPr/>
        </p:nvGrpSpPr>
        <p:grpSpPr>
          <a:xfrm>
            <a:off x="3363725" y="1407788"/>
            <a:ext cx="5060275" cy="572738"/>
            <a:chOff x="3363725" y="1407788"/>
            <a:chExt cx="5060275" cy="572738"/>
          </a:xfrm>
        </p:grpSpPr>
        <p:sp>
          <p:nvSpPr>
            <p:cNvPr id="1249" name="Google Shape;1249;p28"/>
            <p:cNvSpPr txBox="1"/>
            <p:nvPr/>
          </p:nvSpPr>
          <p:spPr>
            <a:xfrm>
              <a:off x="4219600" y="1407825"/>
              <a:ext cx="1917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Cultural</a:t>
              </a:r>
              <a:endParaRPr sz="2400" b="1">
                <a:solidFill>
                  <a:schemeClr val="dk1"/>
                </a:solidFill>
                <a:latin typeface="Chelsea Market"/>
                <a:ea typeface="Chelsea Market"/>
                <a:cs typeface="Chelsea Market"/>
                <a:sym typeface="Chelsea Market"/>
              </a:endParaRPr>
            </a:p>
          </p:txBody>
        </p:sp>
        <p:sp>
          <p:nvSpPr>
            <p:cNvPr id="1250" name="Google Shape;1250;p28"/>
            <p:cNvSpPr txBox="1"/>
            <p:nvPr/>
          </p:nvSpPr>
          <p:spPr>
            <a:xfrm>
              <a:off x="6136800" y="1407788"/>
              <a:ext cx="2287200" cy="572700"/>
            </a:xfrm>
            <a:prstGeom prst="rect">
              <a:avLst/>
            </a:prstGeom>
            <a:noFill/>
            <a:ln>
              <a:noFill/>
            </a:ln>
          </p:spPr>
          <p:txBody>
            <a:bodyPr spcFirstLastPara="1" wrap="square" lIns="91425" tIns="91425" rIns="91425" bIns="91425" anchor="t" anchorCtr="0">
              <a:noAutofit/>
            </a:bodyPr>
            <a:lstStyle/>
            <a:p>
              <a:pPr marL="0" marR="0" lvl="0" indent="0" algn="r"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sp>
          <p:nvSpPr>
            <p:cNvPr id="1251" name="Google Shape;1251;p28"/>
            <p:cNvSpPr txBox="1"/>
            <p:nvPr/>
          </p:nvSpPr>
          <p:spPr>
            <a:xfrm>
              <a:off x="3363725" y="1407823"/>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01</a:t>
              </a:r>
              <a:endParaRPr sz="3000" b="1">
                <a:solidFill>
                  <a:schemeClr val="accent5"/>
                </a:solidFill>
                <a:latin typeface="Chelsea Market"/>
                <a:ea typeface="Chelsea Market"/>
                <a:cs typeface="Chelsea Market"/>
                <a:sym typeface="Chelsea Market"/>
              </a:endParaRPr>
            </a:p>
          </p:txBody>
        </p:sp>
      </p:grpSp>
      <p:grpSp>
        <p:nvGrpSpPr>
          <p:cNvPr id="1252" name="Google Shape;1252;p28"/>
          <p:cNvGrpSpPr/>
          <p:nvPr/>
        </p:nvGrpSpPr>
        <p:grpSpPr>
          <a:xfrm>
            <a:off x="3363725" y="2507950"/>
            <a:ext cx="5060275" cy="572724"/>
            <a:chOff x="3363725" y="2507950"/>
            <a:chExt cx="5060275" cy="572724"/>
          </a:xfrm>
        </p:grpSpPr>
        <p:sp>
          <p:nvSpPr>
            <p:cNvPr id="1253" name="Google Shape;1253;p28"/>
            <p:cNvSpPr txBox="1"/>
            <p:nvPr/>
          </p:nvSpPr>
          <p:spPr>
            <a:xfrm>
              <a:off x="4219600" y="2507969"/>
              <a:ext cx="1917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Economic</a:t>
              </a:r>
              <a:endParaRPr sz="2400" b="1">
                <a:solidFill>
                  <a:schemeClr val="dk1"/>
                </a:solidFill>
                <a:latin typeface="Chelsea Market"/>
                <a:ea typeface="Chelsea Market"/>
                <a:cs typeface="Chelsea Market"/>
                <a:sym typeface="Chelsea Market"/>
              </a:endParaRPr>
            </a:p>
          </p:txBody>
        </p:sp>
        <p:sp>
          <p:nvSpPr>
            <p:cNvPr id="1254" name="Google Shape;1254;p28"/>
            <p:cNvSpPr txBox="1"/>
            <p:nvPr/>
          </p:nvSpPr>
          <p:spPr>
            <a:xfrm>
              <a:off x="6136800" y="2507950"/>
              <a:ext cx="2287200" cy="572700"/>
            </a:xfrm>
            <a:prstGeom prst="rect">
              <a:avLst/>
            </a:prstGeom>
            <a:noFill/>
            <a:ln>
              <a:noFill/>
            </a:ln>
          </p:spPr>
          <p:txBody>
            <a:bodyPr spcFirstLastPara="1" wrap="square" lIns="91425" tIns="91425" rIns="91425" bIns="91425" anchor="t" anchorCtr="0">
              <a:noAutofit/>
            </a:bodyPr>
            <a:lstStyle/>
            <a:p>
              <a:pPr marL="0" marR="0" lvl="0" indent="0" algn="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255" name="Google Shape;1255;p28"/>
            <p:cNvSpPr txBox="1"/>
            <p:nvPr/>
          </p:nvSpPr>
          <p:spPr>
            <a:xfrm>
              <a:off x="3363725" y="2507975"/>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02</a:t>
              </a:r>
              <a:endParaRPr sz="3000" b="1">
                <a:solidFill>
                  <a:schemeClr val="accent2"/>
                </a:solidFill>
                <a:latin typeface="Chelsea Market"/>
                <a:ea typeface="Chelsea Market"/>
                <a:cs typeface="Chelsea Market"/>
                <a:sym typeface="Chelsea Market"/>
              </a:endParaRPr>
            </a:p>
          </p:txBody>
        </p:sp>
      </p:grpSp>
      <p:grpSp>
        <p:nvGrpSpPr>
          <p:cNvPr id="1256" name="Google Shape;1256;p28"/>
          <p:cNvGrpSpPr/>
          <p:nvPr/>
        </p:nvGrpSpPr>
        <p:grpSpPr>
          <a:xfrm>
            <a:off x="3363725" y="3608100"/>
            <a:ext cx="5060275" cy="572705"/>
            <a:chOff x="3363725" y="3608100"/>
            <a:chExt cx="5060275" cy="572705"/>
          </a:xfrm>
        </p:grpSpPr>
        <p:sp>
          <p:nvSpPr>
            <p:cNvPr id="1257" name="Google Shape;1257;p28"/>
            <p:cNvSpPr txBox="1"/>
            <p:nvPr/>
          </p:nvSpPr>
          <p:spPr>
            <a:xfrm>
              <a:off x="4219600" y="3608100"/>
              <a:ext cx="1917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Historical</a:t>
              </a:r>
              <a:endParaRPr sz="2400" b="1">
                <a:solidFill>
                  <a:schemeClr val="dk1"/>
                </a:solidFill>
                <a:latin typeface="Chelsea Market"/>
                <a:ea typeface="Chelsea Market"/>
                <a:cs typeface="Chelsea Market"/>
                <a:sym typeface="Chelsea Market"/>
              </a:endParaRPr>
            </a:p>
          </p:txBody>
        </p:sp>
        <p:sp>
          <p:nvSpPr>
            <p:cNvPr id="1258" name="Google Shape;1258;p28"/>
            <p:cNvSpPr txBox="1"/>
            <p:nvPr/>
          </p:nvSpPr>
          <p:spPr>
            <a:xfrm>
              <a:off x="6136800" y="3608100"/>
              <a:ext cx="2287200" cy="572700"/>
            </a:xfrm>
            <a:prstGeom prst="rect">
              <a:avLst/>
            </a:prstGeom>
            <a:noFill/>
            <a:ln>
              <a:noFill/>
            </a:ln>
          </p:spPr>
          <p:txBody>
            <a:bodyPr spcFirstLastPara="1" wrap="square" lIns="91425" tIns="91425" rIns="91425" bIns="91425" anchor="t" anchorCtr="0">
              <a:noAutofit/>
            </a:bodyPr>
            <a:lstStyle/>
            <a:p>
              <a:pPr marL="0" marR="0" lvl="0" indent="0" algn="r" rtl="0">
                <a:lnSpc>
                  <a:spcPct val="115000"/>
                </a:lnSpc>
                <a:spcBef>
                  <a:spcPts val="0"/>
                </a:spcBef>
                <a:spcAft>
                  <a:spcPts val="0"/>
                </a:spcAft>
                <a:buNone/>
              </a:pPr>
              <a:r>
                <a:rPr lang="en-GB">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p:txBody>
        </p:sp>
        <p:sp>
          <p:nvSpPr>
            <p:cNvPr id="1259" name="Google Shape;1259;p28"/>
            <p:cNvSpPr txBox="1"/>
            <p:nvPr/>
          </p:nvSpPr>
          <p:spPr>
            <a:xfrm>
              <a:off x="3363725" y="3608105"/>
              <a:ext cx="8676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6"/>
                  </a:solidFill>
                  <a:latin typeface="Chelsea Market"/>
                  <a:ea typeface="Chelsea Market"/>
                  <a:cs typeface="Chelsea Market"/>
                  <a:sym typeface="Chelsea Market"/>
                </a:rPr>
                <a:t>03</a:t>
              </a:r>
              <a:endParaRPr sz="3000" b="1">
                <a:solidFill>
                  <a:schemeClr val="accent6"/>
                </a:solidFill>
                <a:latin typeface="Chelsea Market"/>
                <a:ea typeface="Chelsea Market"/>
                <a:cs typeface="Chelsea Market"/>
                <a:sym typeface="Chelsea Market"/>
              </a:endParaRPr>
            </a:p>
          </p:txBody>
        </p:sp>
      </p:grpSp>
      <p:sp>
        <p:nvSpPr>
          <p:cNvPr id="1260" name="Google Shape;1260;p28"/>
          <p:cNvSpPr txBox="1"/>
          <p:nvPr/>
        </p:nvSpPr>
        <p:spPr>
          <a:xfrm>
            <a:off x="1087500" y="2363225"/>
            <a:ext cx="1917300" cy="862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World geography</a:t>
            </a:r>
            <a:endParaRPr sz="2400" b="1">
              <a:solidFill>
                <a:schemeClr val="accent1"/>
              </a:solidFill>
              <a:latin typeface="Chelsea Market"/>
              <a:ea typeface="Chelsea Market"/>
              <a:cs typeface="Chelsea Market"/>
              <a:sym typeface="Chelsea Market"/>
            </a:endParaRPr>
          </a:p>
        </p:txBody>
      </p:sp>
      <p:cxnSp>
        <p:nvCxnSpPr>
          <p:cNvPr id="1261" name="Google Shape;1261;p28"/>
          <p:cNvCxnSpPr>
            <a:stCxn id="1251" idx="1"/>
            <a:endCxn id="1260" idx="0"/>
          </p:cNvCxnSpPr>
          <p:nvPr/>
        </p:nvCxnSpPr>
        <p:spPr>
          <a:xfrm flipH="1">
            <a:off x="2046125" y="1694173"/>
            <a:ext cx="1317600" cy="669000"/>
          </a:xfrm>
          <a:prstGeom prst="bentConnector2">
            <a:avLst/>
          </a:prstGeom>
          <a:noFill/>
          <a:ln w="19050" cap="flat" cmpd="sng">
            <a:solidFill>
              <a:schemeClr val="accent2"/>
            </a:solidFill>
            <a:prstDash val="solid"/>
            <a:round/>
            <a:headEnd type="none" w="med" len="med"/>
            <a:tailEnd type="none" w="med" len="med"/>
          </a:ln>
        </p:spPr>
      </p:cxnSp>
      <p:cxnSp>
        <p:nvCxnSpPr>
          <p:cNvPr id="1262" name="Google Shape;1262;p28"/>
          <p:cNvCxnSpPr>
            <a:stCxn id="1260" idx="3"/>
            <a:endCxn id="1255" idx="1"/>
          </p:cNvCxnSpPr>
          <p:nvPr/>
        </p:nvCxnSpPr>
        <p:spPr>
          <a:xfrm>
            <a:off x="3004800" y="2794325"/>
            <a:ext cx="358800" cy="600"/>
          </a:xfrm>
          <a:prstGeom prst="bentConnector3">
            <a:avLst>
              <a:gd name="adj1" fmla="val 50017"/>
            </a:avLst>
          </a:prstGeom>
          <a:noFill/>
          <a:ln w="19050" cap="flat" cmpd="sng">
            <a:solidFill>
              <a:schemeClr val="accent2"/>
            </a:solidFill>
            <a:prstDash val="solid"/>
            <a:round/>
            <a:headEnd type="none" w="med" len="med"/>
            <a:tailEnd type="none" w="med" len="med"/>
          </a:ln>
        </p:spPr>
      </p:cxnSp>
      <p:cxnSp>
        <p:nvCxnSpPr>
          <p:cNvPr id="1263" name="Google Shape;1263;p28"/>
          <p:cNvCxnSpPr>
            <a:stCxn id="1260" idx="2"/>
            <a:endCxn id="1259" idx="1"/>
          </p:cNvCxnSpPr>
          <p:nvPr/>
        </p:nvCxnSpPr>
        <p:spPr>
          <a:xfrm rot="-5400000" flipH="1">
            <a:off x="2370450" y="2901125"/>
            <a:ext cx="669000" cy="1317600"/>
          </a:xfrm>
          <a:prstGeom prst="bentConnector2">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29"/>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269" name="Google Shape;1269;p29"/>
          <p:cNvGrpSpPr/>
          <p:nvPr/>
        </p:nvGrpSpPr>
        <p:grpSpPr>
          <a:xfrm>
            <a:off x="1477025" y="1290110"/>
            <a:ext cx="2432400" cy="3219890"/>
            <a:chOff x="1477025" y="1290110"/>
            <a:chExt cx="2432400" cy="3219890"/>
          </a:xfrm>
        </p:grpSpPr>
        <p:sp>
          <p:nvSpPr>
            <p:cNvPr id="1270" name="Google Shape;1270;p29"/>
            <p:cNvSpPr txBox="1"/>
            <p:nvPr/>
          </p:nvSpPr>
          <p:spPr>
            <a:xfrm>
              <a:off x="1839300" y="3039425"/>
              <a:ext cx="1708200" cy="456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sp>
          <p:nvSpPr>
            <p:cNvPr id="1271" name="Google Shape;1271;p29"/>
            <p:cNvSpPr txBox="1"/>
            <p:nvPr/>
          </p:nvSpPr>
          <p:spPr>
            <a:xfrm>
              <a:off x="1477025" y="3419200"/>
              <a:ext cx="2432400" cy="10908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272" name="Google Shape;1272;p29"/>
            <p:cNvSpPr txBox="1"/>
            <p:nvPr/>
          </p:nvSpPr>
          <p:spPr>
            <a:xfrm>
              <a:off x="2198425" y="1290110"/>
              <a:ext cx="987000" cy="456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60%</a:t>
              </a:r>
              <a:endParaRPr sz="2400" b="1">
                <a:solidFill>
                  <a:schemeClr val="accent5"/>
                </a:solidFill>
                <a:latin typeface="Chelsea Market"/>
                <a:ea typeface="Chelsea Market"/>
                <a:cs typeface="Chelsea Market"/>
                <a:sym typeface="Chelsea Market"/>
              </a:endParaRPr>
            </a:p>
          </p:txBody>
        </p:sp>
      </p:grpSp>
      <p:grpSp>
        <p:nvGrpSpPr>
          <p:cNvPr id="1273" name="Google Shape;1273;p29"/>
          <p:cNvGrpSpPr/>
          <p:nvPr/>
        </p:nvGrpSpPr>
        <p:grpSpPr>
          <a:xfrm>
            <a:off x="5542900" y="1290110"/>
            <a:ext cx="2432400" cy="3219890"/>
            <a:chOff x="5542900" y="1290110"/>
            <a:chExt cx="2432400" cy="3219890"/>
          </a:xfrm>
        </p:grpSpPr>
        <p:sp>
          <p:nvSpPr>
            <p:cNvPr id="1274" name="Google Shape;1274;p29"/>
            <p:cNvSpPr txBox="1"/>
            <p:nvPr/>
          </p:nvSpPr>
          <p:spPr>
            <a:xfrm>
              <a:off x="5902725" y="3039400"/>
              <a:ext cx="1708200" cy="456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p:txBody>
        </p:sp>
        <p:sp>
          <p:nvSpPr>
            <p:cNvPr id="1275" name="Google Shape;1275;p29"/>
            <p:cNvSpPr txBox="1"/>
            <p:nvPr/>
          </p:nvSpPr>
          <p:spPr>
            <a:xfrm>
              <a:off x="5542900" y="3419200"/>
              <a:ext cx="2432400" cy="10908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Pluto is considered a dwarf planet</a:t>
              </a:r>
              <a:endParaRPr>
                <a:solidFill>
                  <a:schemeClr val="dk1"/>
                </a:solidFill>
                <a:latin typeface="Lato"/>
                <a:ea typeface="Lato"/>
                <a:cs typeface="Lato"/>
                <a:sym typeface="Lato"/>
              </a:endParaRPr>
            </a:p>
            <a:p>
              <a:pPr marL="457200" marR="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Earth is the third planet from the Sun</a:t>
              </a:r>
              <a:endParaRPr>
                <a:solidFill>
                  <a:schemeClr val="dk1"/>
                </a:solidFill>
                <a:latin typeface="Lato"/>
                <a:ea typeface="Lato"/>
                <a:cs typeface="Lato"/>
                <a:sym typeface="Lato"/>
              </a:endParaRPr>
            </a:p>
          </p:txBody>
        </p:sp>
        <p:sp>
          <p:nvSpPr>
            <p:cNvPr id="1276" name="Google Shape;1276;p29"/>
            <p:cNvSpPr txBox="1"/>
            <p:nvPr/>
          </p:nvSpPr>
          <p:spPr>
            <a:xfrm>
              <a:off x="6265625" y="1290110"/>
              <a:ext cx="987000" cy="456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40%</a:t>
              </a:r>
              <a:endParaRPr sz="2400" b="1">
                <a:solidFill>
                  <a:schemeClr val="accent2"/>
                </a:solidFill>
                <a:latin typeface="Chelsea Market"/>
                <a:ea typeface="Chelsea Market"/>
                <a:cs typeface="Chelsea Market"/>
                <a:sym typeface="Chelsea Market"/>
              </a:endParaRPr>
            </a:p>
          </p:txBody>
        </p:sp>
      </p:grpSp>
      <p:sp>
        <p:nvSpPr>
          <p:cNvPr id="1277" name="Google Shape;1277;p29"/>
          <p:cNvSpPr/>
          <p:nvPr/>
        </p:nvSpPr>
        <p:spPr>
          <a:xfrm>
            <a:off x="4362875" y="2125475"/>
            <a:ext cx="726900" cy="5178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vs</a:t>
            </a:r>
            <a:endParaRPr sz="2400" b="1">
              <a:solidFill>
                <a:schemeClr val="dk1"/>
              </a:solidFill>
              <a:latin typeface="Chelsea Market"/>
              <a:ea typeface="Chelsea Market"/>
              <a:cs typeface="Chelsea Market"/>
              <a:sym typeface="Chelsea Market"/>
            </a:endParaRPr>
          </a:p>
        </p:txBody>
      </p:sp>
      <p:sp>
        <p:nvSpPr>
          <p:cNvPr id="1278" name="Google Shape;1278;p29"/>
          <p:cNvSpPr/>
          <p:nvPr/>
        </p:nvSpPr>
        <p:spPr>
          <a:xfrm>
            <a:off x="2186832" y="1865632"/>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279" name="Google Shape;1279;p29"/>
          <p:cNvSpPr/>
          <p:nvPr/>
        </p:nvSpPr>
        <p:spPr>
          <a:xfrm rot="5400000">
            <a:off x="2136150" y="1814950"/>
            <a:ext cx="1114500" cy="1114500"/>
          </a:xfrm>
          <a:prstGeom prst="blockArc">
            <a:avLst>
              <a:gd name="adj1" fmla="val 10800000"/>
              <a:gd name="adj2" fmla="val 2000975"/>
              <a:gd name="adj3" fmla="val 1880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280" name="Google Shape;1280;p29"/>
          <p:cNvSpPr/>
          <p:nvPr/>
        </p:nvSpPr>
        <p:spPr>
          <a:xfrm>
            <a:off x="6252532" y="1865632"/>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281" name="Google Shape;1281;p29"/>
          <p:cNvSpPr/>
          <p:nvPr/>
        </p:nvSpPr>
        <p:spPr>
          <a:xfrm rot="5400000">
            <a:off x="6201850" y="1814950"/>
            <a:ext cx="1114500" cy="1114500"/>
          </a:xfrm>
          <a:prstGeom prst="blockArc">
            <a:avLst>
              <a:gd name="adj1" fmla="val 10800000"/>
              <a:gd name="adj2" fmla="val 20166754"/>
              <a:gd name="adj3" fmla="val 194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cxnSp>
        <p:nvCxnSpPr>
          <p:cNvPr id="1282" name="Google Shape;1282;p29"/>
          <p:cNvCxnSpPr>
            <a:stCxn id="1277" idx="1"/>
            <a:endCxn id="1270" idx="3"/>
          </p:cNvCxnSpPr>
          <p:nvPr/>
        </p:nvCxnSpPr>
        <p:spPr>
          <a:xfrm flipH="1">
            <a:off x="3547475" y="2384375"/>
            <a:ext cx="815400" cy="883200"/>
          </a:xfrm>
          <a:prstGeom prst="bentConnector3">
            <a:avLst>
              <a:gd name="adj1" fmla="val 49999"/>
            </a:avLst>
          </a:prstGeom>
          <a:noFill/>
          <a:ln w="19050" cap="flat" cmpd="sng">
            <a:solidFill>
              <a:schemeClr val="accent2"/>
            </a:solidFill>
            <a:prstDash val="solid"/>
            <a:round/>
            <a:headEnd type="none" w="med" len="med"/>
            <a:tailEnd type="none" w="med" len="med"/>
          </a:ln>
        </p:spPr>
      </p:cxnSp>
      <p:cxnSp>
        <p:nvCxnSpPr>
          <p:cNvPr id="1283" name="Google Shape;1283;p29"/>
          <p:cNvCxnSpPr>
            <a:stCxn id="1277" idx="3"/>
            <a:endCxn id="1274" idx="1"/>
          </p:cNvCxnSpPr>
          <p:nvPr/>
        </p:nvCxnSpPr>
        <p:spPr>
          <a:xfrm>
            <a:off x="5089775" y="2384375"/>
            <a:ext cx="813000" cy="882900"/>
          </a:xfrm>
          <a:prstGeom prst="bentConnector3">
            <a:avLst>
              <a:gd name="adj1" fmla="val 49997"/>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30"/>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289" name="Google Shape;1289;p30"/>
          <p:cNvGraphicFramePr/>
          <p:nvPr/>
        </p:nvGraphicFramePr>
        <p:xfrm>
          <a:off x="1584725" y="1448800"/>
          <a:ext cx="3000000" cy="3000000"/>
        </p:xfrm>
        <a:graphic>
          <a:graphicData uri="http://schemas.openxmlformats.org/drawingml/2006/table">
            <a:tbl>
              <a:tblPr>
                <a:noFill/>
                <a:tableStyleId>{D1BC66E7-A733-4C15-83E7-087EB3113AAD}</a:tableStyleId>
              </a:tblPr>
              <a:tblGrid>
                <a:gridCol w="688775"/>
                <a:gridCol w="2301750"/>
              </a:tblGrid>
              <a:tr h="578150">
                <a:tc gridSpan="2">
                  <a:txBody>
                    <a:bodyPr/>
                    <a:lstStyle/>
                    <a:p>
                      <a:pPr marL="0" lvl="0" indent="0" algn="l" rtl="0">
                        <a:spcBef>
                          <a:spcPts val="0"/>
                        </a:spcBef>
                        <a:spcAft>
                          <a:spcPts val="0"/>
                        </a:spcAft>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683F0F">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hMerge="1">
                  <a:tcPr/>
                </a:tc>
              </a:tr>
              <a:tr h="609575">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Individualism</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Extroversion</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Fear death</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Money driven</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r>
            </a:tbl>
          </a:graphicData>
        </a:graphic>
      </p:graphicFrame>
      <p:graphicFrame>
        <p:nvGraphicFramePr>
          <p:cNvPr id="1290" name="Google Shape;1290;p30"/>
          <p:cNvGraphicFramePr/>
          <p:nvPr/>
        </p:nvGraphicFramePr>
        <p:xfrm>
          <a:off x="5178350" y="1448800"/>
          <a:ext cx="3000000" cy="3000000"/>
        </p:xfrm>
        <a:graphic>
          <a:graphicData uri="http://schemas.openxmlformats.org/drawingml/2006/table">
            <a:tbl>
              <a:tblPr>
                <a:noFill/>
                <a:tableStyleId>{D1BC66E7-A733-4C15-83E7-087EB3113AAD}</a:tableStyleId>
              </a:tblPr>
              <a:tblGrid>
                <a:gridCol w="688775"/>
                <a:gridCol w="2301750"/>
              </a:tblGrid>
              <a:tr h="578150">
                <a:tc gridSpan="2">
                  <a:txBody>
                    <a:bodyPr/>
                    <a:lstStyle/>
                    <a:p>
                      <a:pPr marL="0" lvl="0" indent="0" algn="l" rtl="0">
                        <a:spcBef>
                          <a:spcPts val="0"/>
                        </a:spcBef>
                        <a:spcAft>
                          <a:spcPts val="0"/>
                        </a:spcAft>
                        <a:buNone/>
                      </a:pPr>
                      <a:r>
                        <a:rPr lang="en-GB" sz="2400" b="1">
                          <a:solidFill>
                            <a:schemeClr val="dk1"/>
                          </a:solidFill>
                          <a:latin typeface="Chelsea Market"/>
                          <a:ea typeface="Chelsea Market"/>
                          <a:cs typeface="Chelsea Market"/>
                          <a:sym typeface="Chelsea Market"/>
                        </a:rPr>
                        <a:t>Asia</a:t>
                      </a:r>
                      <a:endParaRPr sz="24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683F0F">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rgbClr val="683F0F">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hMerge="1">
                  <a:tcPr/>
                </a:tc>
              </a:tr>
              <a:tr h="609575">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Collectivism</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Introversion</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Face death</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578150">
                <a:tc>
                  <a:txBody>
                    <a:bodyPr/>
                    <a:lstStyle/>
                    <a:p>
                      <a:pPr marL="0" lvl="0" indent="0" algn="l" rtl="0">
                        <a:spcBef>
                          <a:spcPts val="0"/>
                        </a:spcBef>
                        <a:spcAft>
                          <a:spcPts val="0"/>
                        </a:spcAft>
                        <a:buNone/>
                      </a:pPr>
                      <a:endParaRPr>
                        <a:solidFill>
                          <a:schemeClr val="dk1"/>
                        </a:solidFill>
                        <a:latin typeface="Lato"/>
                        <a:ea typeface="Lato"/>
                        <a:cs typeface="Lato"/>
                        <a:sym typeface="Lato"/>
                      </a:endParaRPr>
                    </a:p>
                  </a:txBody>
                  <a:tcPr marL="91425" marR="91425" marT="91425" marB="91425" anchor="ctr">
                    <a:lnL w="19050" cap="flat" cmpd="sng">
                      <a:solidFill>
                        <a:srgbClr val="683F0F">
                          <a:alpha val="0"/>
                        </a:srgbClr>
                      </a:solidFill>
                      <a:prstDash val="solid"/>
                      <a:round/>
                      <a:headEnd type="none" w="sm" len="sm"/>
                      <a:tailEnd type="none" w="sm" len="sm"/>
                    </a:lnL>
                    <a:lnR w="9525" cap="flat" cmpd="sng">
                      <a:solidFill>
                        <a:srgbClr val="D8BC88">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GB">
                          <a:solidFill>
                            <a:schemeClr val="dk1"/>
                          </a:solidFill>
                          <a:latin typeface="Lato"/>
                          <a:ea typeface="Lato"/>
                          <a:cs typeface="Lato"/>
                          <a:sym typeface="Lato"/>
                        </a:rPr>
                        <a:t>Community driven</a:t>
                      </a:r>
                      <a:endParaRPr>
                        <a:solidFill>
                          <a:schemeClr val="dk1"/>
                        </a:solidFill>
                        <a:latin typeface="Lato"/>
                        <a:ea typeface="Lato"/>
                        <a:cs typeface="Lato"/>
                        <a:sym typeface="Lato"/>
                      </a:endParaRPr>
                    </a:p>
                  </a:txBody>
                  <a:tcPr marL="91425" marR="91425" marT="91425" marB="91425" anchor="ctr">
                    <a:lnL w="9525" cap="flat" cmpd="sng">
                      <a:solidFill>
                        <a:srgbClr val="D8BC88">
                          <a:alpha val="0"/>
                        </a:srgbClr>
                      </a:solidFill>
                      <a:prstDash val="solid"/>
                      <a:round/>
                      <a:headEnd type="none" w="sm" len="sm"/>
                      <a:tailEnd type="none" w="sm" len="sm"/>
                    </a:lnL>
                    <a:lnR w="19050" cap="flat" cmpd="sng">
                      <a:solidFill>
                        <a:srgbClr val="683F0F">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683F0F">
                          <a:alpha val="0"/>
                        </a:srgbClr>
                      </a:solidFill>
                      <a:prstDash val="solid"/>
                      <a:round/>
                      <a:headEnd type="none" w="sm" len="sm"/>
                      <a:tailEnd type="none" w="sm" len="sm"/>
                    </a:lnB>
                  </a:tcPr>
                </a:tc>
              </a:tr>
            </a:tbl>
          </a:graphicData>
        </a:graphic>
      </p:graphicFrame>
      <p:grpSp>
        <p:nvGrpSpPr>
          <p:cNvPr id="1291" name="Google Shape;1291;p30"/>
          <p:cNvGrpSpPr/>
          <p:nvPr/>
        </p:nvGrpSpPr>
        <p:grpSpPr>
          <a:xfrm>
            <a:off x="1767926" y="2154417"/>
            <a:ext cx="339253" cy="339253"/>
            <a:chOff x="1492675" y="4992125"/>
            <a:chExt cx="481825" cy="481825"/>
          </a:xfrm>
        </p:grpSpPr>
        <p:sp>
          <p:nvSpPr>
            <p:cNvPr id="1292" name="Google Shape;1292;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293" name="Google Shape;1293;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294" name="Google Shape;1294;p30"/>
          <p:cNvGrpSpPr/>
          <p:nvPr/>
        </p:nvGrpSpPr>
        <p:grpSpPr>
          <a:xfrm>
            <a:off x="1767926" y="2740255"/>
            <a:ext cx="339253" cy="339253"/>
            <a:chOff x="1492675" y="4992125"/>
            <a:chExt cx="481825" cy="481825"/>
          </a:xfrm>
        </p:grpSpPr>
        <p:sp>
          <p:nvSpPr>
            <p:cNvPr id="1295" name="Google Shape;1295;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296" name="Google Shape;1296;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297" name="Google Shape;1297;p30"/>
          <p:cNvGrpSpPr/>
          <p:nvPr/>
        </p:nvGrpSpPr>
        <p:grpSpPr>
          <a:xfrm>
            <a:off x="1767926" y="3326080"/>
            <a:ext cx="339253" cy="339253"/>
            <a:chOff x="1492675" y="4992125"/>
            <a:chExt cx="481825" cy="481825"/>
          </a:xfrm>
        </p:grpSpPr>
        <p:sp>
          <p:nvSpPr>
            <p:cNvPr id="1298" name="Google Shape;1298;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299" name="Google Shape;1299;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300" name="Google Shape;1300;p30"/>
          <p:cNvGrpSpPr/>
          <p:nvPr/>
        </p:nvGrpSpPr>
        <p:grpSpPr>
          <a:xfrm>
            <a:off x="1767926" y="3911905"/>
            <a:ext cx="339253" cy="339253"/>
            <a:chOff x="1492675" y="4992125"/>
            <a:chExt cx="481825" cy="481825"/>
          </a:xfrm>
        </p:grpSpPr>
        <p:sp>
          <p:nvSpPr>
            <p:cNvPr id="1301" name="Google Shape;1301;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302" name="Google Shape;1302;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303" name="Google Shape;1303;p30"/>
          <p:cNvGrpSpPr/>
          <p:nvPr/>
        </p:nvGrpSpPr>
        <p:grpSpPr>
          <a:xfrm>
            <a:off x="5361546" y="2154417"/>
            <a:ext cx="339253" cy="339253"/>
            <a:chOff x="1492675" y="4992125"/>
            <a:chExt cx="481825" cy="481825"/>
          </a:xfrm>
        </p:grpSpPr>
        <p:sp>
          <p:nvSpPr>
            <p:cNvPr id="1304" name="Google Shape;1304;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305" name="Google Shape;1305;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306" name="Google Shape;1306;p30"/>
          <p:cNvGrpSpPr/>
          <p:nvPr/>
        </p:nvGrpSpPr>
        <p:grpSpPr>
          <a:xfrm>
            <a:off x="5361546" y="2740255"/>
            <a:ext cx="339253" cy="339253"/>
            <a:chOff x="1492675" y="4992125"/>
            <a:chExt cx="481825" cy="481825"/>
          </a:xfrm>
        </p:grpSpPr>
        <p:sp>
          <p:nvSpPr>
            <p:cNvPr id="1307" name="Google Shape;1307;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308" name="Google Shape;1308;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309" name="Google Shape;1309;p30"/>
          <p:cNvGrpSpPr/>
          <p:nvPr/>
        </p:nvGrpSpPr>
        <p:grpSpPr>
          <a:xfrm>
            <a:off x="5361546" y="3326080"/>
            <a:ext cx="339253" cy="339253"/>
            <a:chOff x="1492675" y="4992125"/>
            <a:chExt cx="481825" cy="481825"/>
          </a:xfrm>
        </p:grpSpPr>
        <p:sp>
          <p:nvSpPr>
            <p:cNvPr id="1310" name="Google Shape;1310;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311" name="Google Shape;1311;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grpSp>
        <p:nvGrpSpPr>
          <p:cNvPr id="1312" name="Google Shape;1312;p30"/>
          <p:cNvGrpSpPr/>
          <p:nvPr/>
        </p:nvGrpSpPr>
        <p:grpSpPr>
          <a:xfrm>
            <a:off x="5361546" y="3911905"/>
            <a:ext cx="339253" cy="339253"/>
            <a:chOff x="1492675" y="4992125"/>
            <a:chExt cx="481825" cy="481825"/>
          </a:xfrm>
        </p:grpSpPr>
        <p:sp>
          <p:nvSpPr>
            <p:cNvPr id="1313" name="Google Shape;1313;p30"/>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sp>
          <p:nvSpPr>
            <p:cNvPr id="1314" name="Google Shape;1314;p30"/>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33333"/>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8"/>
        <p:cNvGrpSpPr/>
        <p:nvPr/>
      </p:nvGrpSpPr>
      <p:grpSpPr>
        <a:xfrm>
          <a:off x="0" y="0"/>
          <a:ext cx="0" cy="0"/>
          <a:chOff x="0" y="0"/>
          <a:chExt cx="0" cy="0"/>
        </a:xfrm>
      </p:grpSpPr>
      <p:sp>
        <p:nvSpPr>
          <p:cNvPr id="1319" name="Google Shape;1319;p31"/>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320" name="Google Shape;1320;p31"/>
          <p:cNvGrpSpPr/>
          <p:nvPr/>
        </p:nvGrpSpPr>
        <p:grpSpPr>
          <a:xfrm>
            <a:off x="1400691" y="1407823"/>
            <a:ext cx="3009391" cy="2743375"/>
            <a:chOff x="6644304" y="3073628"/>
            <a:chExt cx="576302" cy="511871"/>
          </a:xfrm>
        </p:grpSpPr>
        <p:sp>
          <p:nvSpPr>
            <p:cNvPr id="1321" name="Google Shape;1321;p31"/>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22" name="Google Shape;1322;p31"/>
            <p:cNvGrpSpPr/>
            <p:nvPr/>
          </p:nvGrpSpPr>
          <p:grpSpPr>
            <a:xfrm>
              <a:off x="6712169" y="3085440"/>
              <a:ext cx="481622" cy="494913"/>
              <a:chOff x="6712169" y="3085440"/>
              <a:chExt cx="481622" cy="494913"/>
            </a:xfrm>
          </p:grpSpPr>
          <p:sp>
            <p:nvSpPr>
              <p:cNvPr id="1323" name="Google Shape;1323;p31"/>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4" name="Google Shape;1324;p31"/>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5" name="Google Shape;1325;p31"/>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6" name="Google Shape;1326;p31"/>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7" name="Google Shape;1327;p31"/>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28" name="Google Shape;1328;p31"/>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9" name="Google Shape;1329;p31"/>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0" name="Google Shape;1330;p31"/>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31" name="Google Shape;1331;p31"/>
          <p:cNvGrpSpPr/>
          <p:nvPr/>
        </p:nvGrpSpPr>
        <p:grpSpPr>
          <a:xfrm>
            <a:off x="4704313" y="1407825"/>
            <a:ext cx="3039000" cy="992988"/>
            <a:chOff x="4704313" y="1407825"/>
            <a:chExt cx="3039000" cy="992988"/>
          </a:xfrm>
        </p:grpSpPr>
        <p:sp>
          <p:nvSpPr>
            <p:cNvPr id="1332" name="Google Shape;1332;p31"/>
            <p:cNvSpPr txBox="1"/>
            <p:nvPr/>
          </p:nvSpPr>
          <p:spPr>
            <a:xfrm>
              <a:off x="5456113" y="1407825"/>
              <a:ext cx="22872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Jupiter</a:t>
              </a:r>
              <a:endParaRPr sz="2400" b="1">
                <a:solidFill>
                  <a:schemeClr val="dk1"/>
                </a:solidFill>
                <a:latin typeface="Chelsea Market"/>
                <a:ea typeface="Chelsea Market"/>
                <a:cs typeface="Chelsea Market"/>
                <a:sym typeface="Chelsea Market"/>
              </a:endParaRPr>
            </a:p>
          </p:txBody>
        </p:sp>
        <p:sp>
          <p:nvSpPr>
            <p:cNvPr id="1333" name="Google Shape;1333;p31"/>
            <p:cNvSpPr txBox="1"/>
            <p:nvPr/>
          </p:nvSpPr>
          <p:spPr>
            <a:xfrm>
              <a:off x="5456113" y="1828113"/>
              <a:ext cx="2287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sp>
          <p:nvSpPr>
            <p:cNvPr id="1334" name="Google Shape;1334;p31"/>
            <p:cNvSpPr txBox="1"/>
            <p:nvPr/>
          </p:nvSpPr>
          <p:spPr>
            <a:xfrm>
              <a:off x="4704313" y="1407825"/>
              <a:ext cx="7518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01</a:t>
              </a:r>
              <a:endParaRPr sz="3000" b="1">
                <a:solidFill>
                  <a:schemeClr val="accent2"/>
                </a:solidFill>
                <a:latin typeface="Chelsea Market"/>
                <a:ea typeface="Chelsea Market"/>
                <a:cs typeface="Chelsea Market"/>
                <a:sym typeface="Chelsea Market"/>
              </a:endParaRPr>
            </a:p>
          </p:txBody>
        </p:sp>
      </p:grpSp>
      <p:grpSp>
        <p:nvGrpSpPr>
          <p:cNvPr id="1335" name="Google Shape;1335;p31"/>
          <p:cNvGrpSpPr/>
          <p:nvPr/>
        </p:nvGrpSpPr>
        <p:grpSpPr>
          <a:xfrm>
            <a:off x="4704313" y="3299299"/>
            <a:ext cx="3039000" cy="993001"/>
            <a:chOff x="4704313" y="3299299"/>
            <a:chExt cx="3039000" cy="993001"/>
          </a:xfrm>
        </p:grpSpPr>
        <p:sp>
          <p:nvSpPr>
            <p:cNvPr id="1336" name="Google Shape;1336;p31"/>
            <p:cNvSpPr txBox="1"/>
            <p:nvPr/>
          </p:nvSpPr>
          <p:spPr>
            <a:xfrm>
              <a:off x="5456113" y="3299299"/>
              <a:ext cx="22872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Mercury</a:t>
              </a:r>
              <a:endParaRPr sz="2400" b="1">
                <a:solidFill>
                  <a:schemeClr val="dk1"/>
                </a:solidFill>
                <a:latin typeface="Chelsea Market"/>
                <a:ea typeface="Chelsea Market"/>
                <a:cs typeface="Chelsea Market"/>
                <a:sym typeface="Chelsea Market"/>
              </a:endParaRPr>
            </a:p>
          </p:txBody>
        </p:sp>
        <p:sp>
          <p:nvSpPr>
            <p:cNvPr id="1337" name="Google Shape;1337;p31"/>
            <p:cNvSpPr txBox="1"/>
            <p:nvPr/>
          </p:nvSpPr>
          <p:spPr>
            <a:xfrm>
              <a:off x="5456113" y="3719600"/>
              <a:ext cx="22872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338" name="Google Shape;1338;p31"/>
            <p:cNvSpPr txBox="1"/>
            <p:nvPr/>
          </p:nvSpPr>
          <p:spPr>
            <a:xfrm>
              <a:off x="4704313" y="3299300"/>
              <a:ext cx="7518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02</a:t>
              </a:r>
              <a:endParaRPr sz="3000" b="1">
                <a:solidFill>
                  <a:schemeClr val="accent2"/>
                </a:solidFill>
                <a:latin typeface="Chelsea Market"/>
                <a:ea typeface="Chelsea Market"/>
                <a:cs typeface="Chelsea Market"/>
                <a:sym typeface="Chelsea Market"/>
              </a:endParaRPr>
            </a:p>
          </p:txBody>
        </p:sp>
      </p:grpSp>
      <p:cxnSp>
        <p:nvCxnSpPr>
          <p:cNvPr id="1339" name="Google Shape;1339;p31"/>
          <p:cNvCxnSpPr>
            <a:stCxn id="1334" idx="1"/>
            <a:endCxn id="1340" idx="0"/>
          </p:cNvCxnSpPr>
          <p:nvPr/>
        </p:nvCxnSpPr>
        <p:spPr>
          <a:xfrm flipH="1">
            <a:off x="2272513" y="1694175"/>
            <a:ext cx="2431800" cy="455100"/>
          </a:xfrm>
          <a:prstGeom prst="bentConnector2">
            <a:avLst/>
          </a:prstGeom>
          <a:noFill/>
          <a:ln w="19050" cap="flat" cmpd="sng">
            <a:solidFill>
              <a:schemeClr val="accent2"/>
            </a:solidFill>
            <a:prstDash val="solid"/>
            <a:round/>
            <a:headEnd type="none" w="med" len="med"/>
            <a:tailEnd type="none" w="med" len="med"/>
          </a:ln>
        </p:spPr>
      </p:cxnSp>
      <p:sp>
        <p:nvSpPr>
          <p:cNvPr id="1340" name="Google Shape;1340;p31"/>
          <p:cNvSpPr/>
          <p:nvPr/>
        </p:nvSpPr>
        <p:spPr>
          <a:xfrm>
            <a:off x="2121513" y="2149350"/>
            <a:ext cx="301800" cy="30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31"/>
          <p:cNvSpPr/>
          <p:nvPr/>
        </p:nvSpPr>
        <p:spPr>
          <a:xfrm>
            <a:off x="3134288" y="3090350"/>
            <a:ext cx="301800" cy="30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342" name="Google Shape;1342;p31"/>
          <p:cNvCxnSpPr>
            <a:stCxn id="1338" idx="1"/>
            <a:endCxn id="1341" idx="4"/>
          </p:cNvCxnSpPr>
          <p:nvPr/>
        </p:nvCxnSpPr>
        <p:spPr>
          <a:xfrm rot="10800000">
            <a:off x="3285313" y="3392150"/>
            <a:ext cx="1419000" cy="193500"/>
          </a:xfrm>
          <a:prstGeom prst="bentConnector2">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sp>
        <p:nvSpPr>
          <p:cNvPr id="1347" name="Google Shape;1347;p32"/>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348" name="Google Shape;1348;p32"/>
          <p:cNvGrpSpPr/>
          <p:nvPr/>
        </p:nvGrpSpPr>
        <p:grpSpPr>
          <a:xfrm>
            <a:off x="2834985" y="1215545"/>
            <a:ext cx="3474438" cy="1850960"/>
            <a:chOff x="233350" y="949250"/>
            <a:chExt cx="7137300" cy="3802300"/>
          </a:xfrm>
        </p:grpSpPr>
        <p:sp>
          <p:nvSpPr>
            <p:cNvPr id="1349" name="Google Shape;1349;p3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0" name="Google Shape;1350;p3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3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3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3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3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5" name="Google Shape;1355;p3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6" name="Google Shape;1356;p3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3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3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9" name="Google Shape;1359;p3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0" name="Google Shape;1360;p3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1" name="Google Shape;1361;p3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2" name="Google Shape;1362;p3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3" name="Google Shape;1363;p3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3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3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3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3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3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9" name="Google Shape;1369;p3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0" name="Google Shape;1370;p3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3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3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3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4" name="Google Shape;1374;p3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5" name="Google Shape;1375;p3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3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3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3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9" name="Google Shape;1379;p3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3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3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3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3" name="Google Shape;1383;p3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3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5" name="Google Shape;1385;p3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6" name="Google Shape;1386;p3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3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3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9" name="Google Shape;1389;p3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0" name="Google Shape;1390;p3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3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3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3" name="Google Shape;1393;p3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4" name="Google Shape;1394;p3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3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3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7" name="Google Shape;1397;p3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8" name="Google Shape;1398;p3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9" name="Google Shape;1399;p3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0" name="Google Shape;1400;p32"/>
          <p:cNvGrpSpPr/>
          <p:nvPr/>
        </p:nvGrpSpPr>
        <p:grpSpPr>
          <a:xfrm>
            <a:off x="1034613" y="3153877"/>
            <a:ext cx="1629313" cy="1356074"/>
            <a:chOff x="1034613" y="3153877"/>
            <a:chExt cx="1629313" cy="1356074"/>
          </a:xfrm>
        </p:grpSpPr>
        <p:sp>
          <p:nvSpPr>
            <p:cNvPr id="1401" name="Google Shape;1401;p32"/>
            <p:cNvSpPr txBox="1"/>
            <p:nvPr/>
          </p:nvSpPr>
          <p:spPr>
            <a:xfrm>
              <a:off x="1034613" y="358025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Jupiter</a:t>
              </a:r>
              <a:endParaRPr sz="2400" b="1">
                <a:solidFill>
                  <a:schemeClr val="dk1"/>
                </a:solidFill>
                <a:latin typeface="Chelsea Market"/>
                <a:ea typeface="Chelsea Market"/>
                <a:cs typeface="Chelsea Market"/>
                <a:sym typeface="Chelsea Market"/>
              </a:endParaRPr>
            </a:p>
          </p:txBody>
        </p:sp>
        <p:sp>
          <p:nvSpPr>
            <p:cNvPr id="1402" name="Google Shape;1402;p32"/>
            <p:cNvSpPr txBox="1"/>
            <p:nvPr/>
          </p:nvSpPr>
          <p:spPr>
            <a:xfrm>
              <a:off x="1034625" y="3952250"/>
              <a:ext cx="1629300" cy="557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p:txBody>
        </p:sp>
        <p:sp>
          <p:nvSpPr>
            <p:cNvPr id="1403" name="Google Shape;1403;p32"/>
            <p:cNvSpPr txBox="1"/>
            <p:nvPr/>
          </p:nvSpPr>
          <p:spPr>
            <a:xfrm>
              <a:off x="1034613" y="315387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01</a:t>
              </a:r>
              <a:endParaRPr sz="3000" b="1">
                <a:solidFill>
                  <a:schemeClr val="accent2"/>
                </a:solidFill>
                <a:latin typeface="Chelsea Market"/>
                <a:ea typeface="Chelsea Market"/>
                <a:cs typeface="Chelsea Market"/>
                <a:sym typeface="Chelsea Market"/>
              </a:endParaRPr>
            </a:p>
          </p:txBody>
        </p:sp>
      </p:grpSp>
      <p:grpSp>
        <p:nvGrpSpPr>
          <p:cNvPr id="1404" name="Google Shape;1404;p32"/>
          <p:cNvGrpSpPr/>
          <p:nvPr/>
        </p:nvGrpSpPr>
        <p:grpSpPr>
          <a:xfrm>
            <a:off x="3757352" y="3153877"/>
            <a:ext cx="1629311" cy="1356074"/>
            <a:chOff x="3757352" y="3153877"/>
            <a:chExt cx="1629311" cy="1356074"/>
          </a:xfrm>
        </p:grpSpPr>
        <p:sp>
          <p:nvSpPr>
            <p:cNvPr id="1405" name="Google Shape;1405;p32"/>
            <p:cNvSpPr txBox="1"/>
            <p:nvPr/>
          </p:nvSpPr>
          <p:spPr>
            <a:xfrm>
              <a:off x="3757352" y="358025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Mercury</a:t>
              </a:r>
              <a:endParaRPr sz="2400" b="1">
                <a:solidFill>
                  <a:schemeClr val="dk1"/>
                </a:solidFill>
                <a:latin typeface="Chelsea Market"/>
                <a:ea typeface="Chelsea Market"/>
                <a:cs typeface="Chelsea Market"/>
                <a:sym typeface="Chelsea Market"/>
              </a:endParaRPr>
            </a:p>
          </p:txBody>
        </p:sp>
        <p:sp>
          <p:nvSpPr>
            <p:cNvPr id="1406" name="Google Shape;1406;p32"/>
            <p:cNvSpPr txBox="1"/>
            <p:nvPr/>
          </p:nvSpPr>
          <p:spPr>
            <a:xfrm>
              <a:off x="3757363" y="3952250"/>
              <a:ext cx="1629300" cy="557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sp>
          <p:nvSpPr>
            <p:cNvPr id="1407" name="Google Shape;1407;p32"/>
            <p:cNvSpPr txBox="1"/>
            <p:nvPr/>
          </p:nvSpPr>
          <p:spPr>
            <a:xfrm>
              <a:off x="3757352" y="315387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02</a:t>
              </a:r>
              <a:endParaRPr sz="3000" b="1">
                <a:solidFill>
                  <a:schemeClr val="accent5"/>
                </a:solidFill>
                <a:latin typeface="Chelsea Market"/>
                <a:ea typeface="Chelsea Market"/>
                <a:cs typeface="Chelsea Market"/>
                <a:sym typeface="Chelsea Market"/>
              </a:endParaRPr>
            </a:p>
          </p:txBody>
        </p:sp>
      </p:grpSp>
      <p:grpSp>
        <p:nvGrpSpPr>
          <p:cNvPr id="1408" name="Google Shape;1408;p32"/>
          <p:cNvGrpSpPr/>
          <p:nvPr/>
        </p:nvGrpSpPr>
        <p:grpSpPr>
          <a:xfrm>
            <a:off x="6480092" y="3153877"/>
            <a:ext cx="1629309" cy="1356074"/>
            <a:chOff x="6480092" y="3153877"/>
            <a:chExt cx="1629309" cy="1356074"/>
          </a:xfrm>
        </p:grpSpPr>
        <p:sp>
          <p:nvSpPr>
            <p:cNvPr id="1409" name="Google Shape;1409;p32"/>
            <p:cNvSpPr txBox="1"/>
            <p:nvPr/>
          </p:nvSpPr>
          <p:spPr>
            <a:xfrm>
              <a:off x="6480092" y="3580252"/>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Venus</a:t>
              </a:r>
              <a:endParaRPr sz="2400" b="1">
                <a:solidFill>
                  <a:schemeClr val="dk1"/>
                </a:solidFill>
                <a:latin typeface="Chelsea Market"/>
                <a:ea typeface="Chelsea Market"/>
                <a:cs typeface="Chelsea Market"/>
                <a:sym typeface="Chelsea Market"/>
              </a:endParaRPr>
            </a:p>
          </p:txBody>
        </p:sp>
        <p:sp>
          <p:nvSpPr>
            <p:cNvPr id="1410" name="Google Shape;1410;p32"/>
            <p:cNvSpPr txBox="1"/>
            <p:nvPr/>
          </p:nvSpPr>
          <p:spPr>
            <a:xfrm>
              <a:off x="6480101" y="3952250"/>
              <a:ext cx="1629300" cy="557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has a beautiful name</a:t>
              </a:r>
              <a:endParaRPr>
                <a:solidFill>
                  <a:schemeClr val="dk1"/>
                </a:solidFill>
                <a:latin typeface="Lato"/>
                <a:ea typeface="Lato"/>
                <a:cs typeface="Lato"/>
                <a:sym typeface="Lato"/>
              </a:endParaRPr>
            </a:p>
          </p:txBody>
        </p:sp>
        <p:sp>
          <p:nvSpPr>
            <p:cNvPr id="1411" name="Google Shape;1411;p32"/>
            <p:cNvSpPr txBox="1"/>
            <p:nvPr/>
          </p:nvSpPr>
          <p:spPr>
            <a:xfrm>
              <a:off x="6480092" y="3153877"/>
              <a:ext cx="16293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1"/>
                  </a:solidFill>
                  <a:latin typeface="Chelsea Market"/>
                  <a:ea typeface="Chelsea Market"/>
                  <a:cs typeface="Chelsea Market"/>
                  <a:sym typeface="Chelsea Market"/>
                </a:rPr>
                <a:t>03</a:t>
              </a:r>
              <a:endParaRPr sz="3000" b="1">
                <a:solidFill>
                  <a:schemeClr val="accent1"/>
                </a:solidFill>
                <a:latin typeface="Chelsea Market"/>
                <a:ea typeface="Chelsea Market"/>
                <a:cs typeface="Chelsea Market"/>
                <a:sym typeface="Chelsea Market"/>
              </a:endParaRPr>
            </a:p>
          </p:txBody>
        </p:sp>
      </p:grpSp>
      <p:cxnSp>
        <p:nvCxnSpPr>
          <p:cNvPr id="1412" name="Google Shape;1412;p32"/>
          <p:cNvCxnSpPr>
            <a:stCxn id="1403" idx="0"/>
            <a:endCxn id="1413" idx="2"/>
          </p:cNvCxnSpPr>
          <p:nvPr/>
        </p:nvCxnSpPr>
        <p:spPr>
          <a:xfrm rot="-5400000">
            <a:off x="1761813" y="1724827"/>
            <a:ext cx="1516500" cy="1341600"/>
          </a:xfrm>
          <a:prstGeom prst="bentConnector2">
            <a:avLst/>
          </a:prstGeom>
          <a:noFill/>
          <a:ln w="19050" cap="flat" cmpd="sng">
            <a:solidFill>
              <a:schemeClr val="accent2"/>
            </a:solidFill>
            <a:prstDash val="solid"/>
            <a:round/>
            <a:headEnd type="none" w="med" len="med"/>
            <a:tailEnd type="none" w="med" len="med"/>
          </a:ln>
        </p:spPr>
      </p:cxnSp>
      <p:sp>
        <p:nvSpPr>
          <p:cNvPr id="1413" name="Google Shape;1413;p32"/>
          <p:cNvSpPr/>
          <p:nvPr/>
        </p:nvSpPr>
        <p:spPr>
          <a:xfrm>
            <a:off x="3190838" y="1486350"/>
            <a:ext cx="301800" cy="301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32"/>
          <p:cNvSpPr/>
          <p:nvPr/>
        </p:nvSpPr>
        <p:spPr>
          <a:xfrm>
            <a:off x="4421088" y="1934838"/>
            <a:ext cx="301800" cy="301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15" name="Google Shape;1415;p32"/>
          <p:cNvCxnSpPr>
            <a:stCxn id="1407" idx="0"/>
            <a:endCxn id="1414" idx="4"/>
          </p:cNvCxnSpPr>
          <p:nvPr/>
        </p:nvCxnSpPr>
        <p:spPr>
          <a:xfrm rot="-5400000">
            <a:off x="4113752" y="2695027"/>
            <a:ext cx="917100" cy="600"/>
          </a:xfrm>
          <a:prstGeom prst="bentConnector3">
            <a:avLst>
              <a:gd name="adj1" fmla="val 50008"/>
            </a:avLst>
          </a:prstGeom>
          <a:noFill/>
          <a:ln w="19050" cap="flat" cmpd="sng">
            <a:solidFill>
              <a:schemeClr val="accent5"/>
            </a:solidFill>
            <a:prstDash val="solid"/>
            <a:round/>
            <a:headEnd type="none" w="med" len="med"/>
            <a:tailEnd type="none" w="med" len="med"/>
          </a:ln>
        </p:spPr>
      </p:cxnSp>
      <p:sp>
        <p:nvSpPr>
          <p:cNvPr id="1416" name="Google Shape;1416;p32"/>
          <p:cNvSpPr/>
          <p:nvPr/>
        </p:nvSpPr>
        <p:spPr>
          <a:xfrm>
            <a:off x="5386638" y="1486338"/>
            <a:ext cx="301800" cy="301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17" name="Google Shape;1417;p32"/>
          <p:cNvCxnSpPr>
            <a:stCxn id="1416" idx="6"/>
            <a:endCxn id="1411" idx="0"/>
          </p:cNvCxnSpPr>
          <p:nvPr/>
        </p:nvCxnSpPr>
        <p:spPr>
          <a:xfrm>
            <a:off x="5688438" y="1637238"/>
            <a:ext cx="1606200" cy="1516500"/>
          </a:xfrm>
          <a:prstGeom prst="bentConnector2">
            <a:avLst/>
          </a:prstGeom>
          <a:noFill/>
          <a:ln w="19050" cap="flat" cmpd="sng">
            <a:solidFill>
              <a:schemeClr val="accent1"/>
            </a:solidFill>
            <a:prstDash val="solid"/>
            <a:round/>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p33"/>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sp>
        <p:nvSpPr>
          <p:cNvPr id="1423" name="Google Shape;1423;p33"/>
          <p:cNvSpPr txBox="1"/>
          <p:nvPr/>
        </p:nvSpPr>
        <p:spPr>
          <a:xfrm>
            <a:off x="1015825" y="4266650"/>
            <a:ext cx="7303500" cy="26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200">
                <a:solidFill>
                  <a:schemeClr val="dk1"/>
                </a:solidFill>
                <a:latin typeface="Lato"/>
                <a:ea typeface="Lato"/>
                <a:cs typeface="Lato"/>
                <a:sym typeface="Lato"/>
              </a:rPr>
              <a:t>Follow the link in the graph to modify its data and then paste the new one here. </a:t>
            </a:r>
            <a:r>
              <a:rPr lang="en-GB" sz="1200" b="1">
                <a:solidFill>
                  <a:schemeClr val="dk1"/>
                </a:solidFill>
                <a:uFill>
                  <a:noFill/>
                </a:uFill>
                <a:latin typeface="Lato"/>
                <a:ea typeface="Lato"/>
                <a:cs typeface="Lato"/>
                <a:sym typeface="Lato"/>
                <a:hlinkClick r:id="rId1"/>
              </a:rPr>
              <a:t>For more info, click here</a:t>
            </a:r>
            <a:endParaRPr sz="1200" b="1">
              <a:solidFill>
                <a:schemeClr val="dk1"/>
              </a:solidFill>
              <a:latin typeface="Lato"/>
              <a:ea typeface="Lato"/>
              <a:cs typeface="Lato"/>
              <a:sym typeface="Lato"/>
            </a:endParaRPr>
          </a:p>
        </p:txBody>
      </p:sp>
      <p:grpSp>
        <p:nvGrpSpPr>
          <p:cNvPr id="1424" name="Google Shape;1424;p33"/>
          <p:cNvGrpSpPr/>
          <p:nvPr/>
        </p:nvGrpSpPr>
        <p:grpSpPr>
          <a:xfrm>
            <a:off x="7356300" y="1594825"/>
            <a:ext cx="1067700" cy="1955957"/>
            <a:chOff x="7356300" y="1594825"/>
            <a:chExt cx="1067700" cy="1955957"/>
          </a:xfrm>
        </p:grpSpPr>
        <p:sp>
          <p:nvSpPr>
            <p:cNvPr id="1425" name="Google Shape;1425;p33"/>
            <p:cNvSpPr txBox="1"/>
            <p:nvPr/>
          </p:nvSpPr>
          <p:spPr>
            <a:xfrm>
              <a:off x="7356300" y="1594825"/>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2"/>
                  </a:solidFill>
                  <a:latin typeface="Chelsea Market"/>
                  <a:ea typeface="Chelsea Market"/>
                  <a:cs typeface="Chelsea Market"/>
                  <a:sym typeface="Chelsea Market"/>
                </a:rPr>
                <a:t>90%</a:t>
              </a:r>
              <a:endParaRPr sz="3000" b="1">
                <a:solidFill>
                  <a:schemeClr val="accent2"/>
                </a:solidFill>
                <a:latin typeface="Chelsea Market"/>
                <a:ea typeface="Chelsea Market"/>
                <a:cs typeface="Chelsea Market"/>
                <a:sym typeface="Chelsea Market"/>
              </a:endParaRPr>
            </a:p>
          </p:txBody>
        </p:sp>
        <p:sp>
          <p:nvSpPr>
            <p:cNvPr id="1426" name="Google Shape;1426;p33"/>
            <p:cNvSpPr txBox="1"/>
            <p:nvPr/>
          </p:nvSpPr>
          <p:spPr>
            <a:xfrm>
              <a:off x="7356300" y="3102582"/>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1"/>
                  </a:solidFill>
                  <a:latin typeface="Chelsea Market"/>
                  <a:ea typeface="Chelsea Market"/>
                  <a:cs typeface="Chelsea Market"/>
                  <a:sym typeface="Chelsea Market"/>
                </a:rPr>
                <a:t>70%</a:t>
              </a:r>
              <a:endParaRPr sz="3000" b="1">
                <a:solidFill>
                  <a:schemeClr val="accent1"/>
                </a:solidFill>
                <a:latin typeface="Chelsea Market"/>
                <a:ea typeface="Chelsea Market"/>
                <a:cs typeface="Chelsea Market"/>
                <a:sym typeface="Chelsea Market"/>
              </a:endParaRPr>
            </a:p>
          </p:txBody>
        </p:sp>
        <p:sp>
          <p:nvSpPr>
            <p:cNvPr id="1427" name="Google Shape;1427;p33"/>
            <p:cNvSpPr txBox="1"/>
            <p:nvPr/>
          </p:nvSpPr>
          <p:spPr>
            <a:xfrm>
              <a:off x="7356300" y="2348707"/>
              <a:ext cx="10677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3000" b="1">
                  <a:solidFill>
                    <a:schemeClr val="accent5"/>
                  </a:solidFill>
                  <a:latin typeface="Chelsea Market"/>
                  <a:ea typeface="Chelsea Market"/>
                  <a:cs typeface="Chelsea Market"/>
                  <a:sym typeface="Chelsea Market"/>
                </a:rPr>
                <a:t>50%</a:t>
              </a:r>
              <a:endParaRPr sz="3000" b="1">
                <a:solidFill>
                  <a:schemeClr val="accent5"/>
                </a:solidFill>
                <a:latin typeface="Chelsea Market"/>
                <a:ea typeface="Chelsea Market"/>
                <a:cs typeface="Chelsea Market"/>
                <a:sym typeface="Chelsea Market"/>
              </a:endParaRPr>
            </a:p>
          </p:txBody>
        </p:sp>
      </p:grpSp>
      <p:grpSp>
        <p:nvGrpSpPr>
          <p:cNvPr id="1428" name="Google Shape;1428;p33"/>
          <p:cNvGrpSpPr/>
          <p:nvPr/>
        </p:nvGrpSpPr>
        <p:grpSpPr>
          <a:xfrm>
            <a:off x="1219875" y="1402425"/>
            <a:ext cx="1883706" cy="744601"/>
            <a:chOff x="1015825" y="1402425"/>
            <a:chExt cx="1883706" cy="744601"/>
          </a:xfrm>
        </p:grpSpPr>
        <p:sp>
          <p:nvSpPr>
            <p:cNvPr id="1429" name="Google Shape;1429;p33"/>
            <p:cNvSpPr txBox="1"/>
            <p:nvPr/>
          </p:nvSpPr>
          <p:spPr>
            <a:xfrm>
              <a:off x="1015831" y="1402425"/>
              <a:ext cx="1883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Africa</a:t>
              </a:r>
              <a:endParaRPr sz="2400" b="1">
                <a:solidFill>
                  <a:schemeClr val="accent2"/>
                </a:solidFill>
                <a:latin typeface="Chelsea Market"/>
                <a:ea typeface="Chelsea Market"/>
                <a:cs typeface="Chelsea Market"/>
                <a:sym typeface="Chelsea Market"/>
              </a:endParaRPr>
            </a:p>
          </p:txBody>
        </p:sp>
        <p:sp>
          <p:nvSpPr>
            <p:cNvPr id="1430" name="Google Shape;1430;p33"/>
            <p:cNvSpPr txBox="1"/>
            <p:nvPr/>
          </p:nvSpPr>
          <p:spPr>
            <a:xfrm>
              <a:off x="1015825" y="1822726"/>
              <a:ext cx="1883700" cy="324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Jupiter is big</a:t>
              </a:r>
              <a:endParaRPr>
                <a:solidFill>
                  <a:schemeClr val="dk1"/>
                </a:solidFill>
                <a:latin typeface="Lato"/>
                <a:ea typeface="Lato"/>
                <a:cs typeface="Lato"/>
                <a:sym typeface="Lato"/>
              </a:endParaRPr>
            </a:p>
          </p:txBody>
        </p:sp>
      </p:grpSp>
      <p:grpSp>
        <p:nvGrpSpPr>
          <p:cNvPr id="1431" name="Google Shape;1431;p33"/>
          <p:cNvGrpSpPr/>
          <p:nvPr/>
        </p:nvGrpSpPr>
        <p:grpSpPr>
          <a:xfrm>
            <a:off x="1219875" y="2269797"/>
            <a:ext cx="1883706" cy="744630"/>
            <a:chOff x="1015825" y="2502568"/>
            <a:chExt cx="1883706" cy="744630"/>
          </a:xfrm>
        </p:grpSpPr>
        <p:sp>
          <p:nvSpPr>
            <p:cNvPr id="1432" name="Google Shape;1432;p33"/>
            <p:cNvSpPr txBox="1"/>
            <p:nvPr/>
          </p:nvSpPr>
          <p:spPr>
            <a:xfrm>
              <a:off x="1015831" y="2502568"/>
              <a:ext cx="1883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Americas</a:t>
              </a:r>
              <a:endParaRPr sz="2400" b="1">
                <a:solidFill>
                  <a:schemeClr val="accent5"/>
                </a:solidFill>
                <a:latin typeface="Chelsea Market"/>
                <a:ea typeface="Chelsea Market"/>
                <a:cs typeface="Chelsea Market"/>
                <a:sym typeface="Chelsea Market"/>
              </a:endParaRPr>
            </a:p>
          </p:txBody>
        </p:sp>
        <p:sp>
          <p:nvSpPr>
            <p:cNvPr id="1433" name="Google Shape;1433;p33"/>
            <p:cNvSpPr txBox="1"/>
            <p:nvPr/>
          </p:nvSpPr>
          <p:spPr>
            <a:xfrm>
              <a:off x="1015825" y="2922898"/>
              <a:ext cx="1883700" cy="324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small</a:t>
              </a:r>
              <a:endParaRPr>
                <a:solidFill>
                  <a:schemeClr val="dk1"/>
                </a:solidFill>
                <a:latin typeface="Lato"/>
                <a:ea typeface="Lato"/>
                <a:cs typeface="Lato"/>
                <a:sym typeface="Lato"/>
              </a:endParaRPr>
            </a:p>
          </p:txBody>
        </p:sp>
      </p:grpSp>
      <p:grpSp>
        <p:nvGrpSpPr>
          <p:cNvPr id="1434" name="Google Shape;1434;p33"/>
          <p:cNvGrpSpPr/>
          <p:nvPr/>
        </p:nvGrpSpPr>
        <p:grpSpPr>
          <a:xfrm>
            <a:off x="1219875" y="3137198"/>
            <a:ext cx="1883706" cy="744652"/>
            <a:chOff x="1015825" y="3384598"/>
            <a:chExt cx="1883706" cy="744652"/>
          </a:xfrm>
        </p:grpSpPr>
        <p:sp>
          <p:nvSpPr>
            <p:cNvPr id="1435" name="Google Shape;1435;p33"/>
            <p:cNvSpPr txBox="1"/>
            <p:nvPr/>
          </p:nvSpPr>
          <p:spPr>
            <a:xfrm>
              <a:off x="1015831" y="3384598"/>
              <a:ext cx="18837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Europe</a:t>
              </a:r>
              <a:endParaRPr sz="2400" b="1">
                <a:solidFill>
                  <a:schemeClr val="accent1"/>
                </a:solidFill>
                <a:latin typeface="Chelsea Market"/>
                <a:ea typeface="Chelsea Market"/>
                <a:cs typeface="Chelsea Market"/>
                <a:sym typeface="Chelsea Market"/>
              </a:endParaRPr>
            </a:p>
          </p:txBody>
        </p:sp>
        <p:sp>
          <p:nvSpPr>
            <p:cNvPr id="1436" name="Google Shape;1436;p33"/>
            <p:cNvSpPr txBox="1"/>
            <p:nvPr/>
          </p:nvSpPr>
          <p:spPr>
            <a:xfrm>
              <a:off x="1015825" y="3804950"/>
              <a:ext cx="1883700" cy="324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Saturn has rings</a:t>
              </a:r>
              <a:endParaRPr>
                <a:solidFill>
                  <a:schemeClr val="dk1"/>
                </a:solidFill>
                <a:latin typeface="Lato"/>
                <a:ea typeface="Lato"/>
                <a:cs typeface="Lato"/>
                <a:sym typeface="Lato"/>
              </a:endParaRPr>
            </a:p>
          </p:txBody>
        </p:sp>
      </p:grpSp>
      <p:pic>
        <p:nvPicPr>
          <p:cNvPr id="1437" name="Google Shape;1437;p33" title="Gráfico">
            <a:hlinkClick r:id="rId2"/>
          </p:cNvPr>
          <p:cNvPicPr preferRelativeResize="0"/>
          <p:nvPr/>
        </p:nvPicPr>
        <p:blipFill>
          <a:blip r:embed="rId3"/>
          <a:stretch>
            <a:fillRect/>
          </a:stretch>
        </p:blipFill>
        <p:spPr>
          <a:xfrm>
            <a:off x="3103575" y="1156475"/>
            <a:ext cx="4241799" cy="2971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34"/>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443" name="Google Shape;1443;p34"/>
          <p:cNvGraphicFramePr/>
          <p:nvPr/>
        </p:nvGraphicFramePr>
        <p:xfrm>
          <a:off x="1141850" y="1320175"/>
          <a:ext cx="7295075" cy="3017375"/>
        </p:xfrm>
        <a:graphic>
          <a:graphicData uri="http://schemas.openxmlformats.org/drawingml/2006/table">
            <a:tbl>
              <a:tblPr>
                <a:noFill/>
                <a:tableStyleId>{D1BC66E7-A733-4C15-83E7-087EB3113AAD}</a:tableStyleId>
              </a:tblPr>
              <a:tblGrid>
                <a:gridCol w="2259500"/>
                <a:gridCol w="1678525"/>
                <a:gridCol w="1678525"/>
                <a:gridCol w="1678525"/>
              </a:tblGrid>
              <a:tr h="548600">
                <a:tc>
                  <a:txBody>
                    <a:bodyPr/>
                    <a:lstStyle/>
                    <a:p>
                      <a:pPr marL="0" lvl="0" indent="0" algn="ctr"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Geography</a:t>
                      </a:r>
                      <a:endParaRPr sz="2400" b="1">
                        <a:solidFill>
                          <a:schemeClr val="accent2"/>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28575" cap="flat" cmpd="sng">
                      <a:solidFill>
                        <a:srgbClr val="FEF4D4">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Asia</a:t>
                      </a:r>
                      <a:endParaRPr sz="2400" b="1">
                        <a:solidFill>
                          <a:schemeClr val="accent5"/>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28575" cap="flat" cmpd="sng">
                      <a:solidFill>
                        <a:srgbClr val="FEF4D4">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400" b="1">
                          <a:solidFill>
                            <a:schemeClr val="accent6"/>
                          </a:solidFill>
                          <a:latin typeface="Chelsea Market"/>
                          <a:ea typeface="Chelsea Market"/>
                          <a:cs typeface="Chelsea Market"/>
                          <a:sym typeface="Chelsea Market"/>
                        </a:rPr>
                        <a:t>Americas</a:t>
                      </a:r>
                      <a:endParaRPr sz="2400" b="1">
                        <a:solidFill>
                          <a:schemeClr val="accent6"/>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28575" cap="flat" cmpd="sng">
                      <a:solidFill>
                        <a:srgbClr val="FEF4D4">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400" b="1">
                          <a:solidFill>
                            <a:schemeClr val="lt1"/>
                          </a:solidFill>
                          <a:latin typeface="Chelsea Market"/>
                          <a:ea typeface="Chelsea Market"/>
                          <a:cs typeface="Chelsea Market"/>
                          <a:sym typeface="Chelsea Market"/>
                        </a:rPr>
                        <a:t>Europe</a:t>
                      </a:r>
                      <a:endParaRPr sz="2400" b="1">
                        <a:solidFill>
                          <a:schemeClr val="lt1"/>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28575" cap="flat" cmpd="sng">
                      <a:solidFill>
                        <a:srgbClr val="FEF4D4">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r>
              <a:tr h="822925">
                <a:tc>
                  <a:txBody>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History</a:t>
                      </a:r>
                      <a:endParaRPr sz="2400" b="1">
                        <a:solidFill>
                          <a:schemeClr val="dk1"/>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The Sun is the star at the center of the Solar System</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822925">
                <a:tc>
                  <a:txBody>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Tradition</a:t>
                      </a:r>
                      <a:endParaRPr sz="2400" b="1">
                        <a:solidFill>
                          <a:schemeClr val="dk1"/>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actually a very cold place</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Earth is the third planet from the Sun and has life</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822925">
                <a:tc>
                  <a:txBody>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Language</a:t>
                      </a:r>
                      <a:endParaRPr sz="2400" b="1">
                        <a:solidFill>
                          <a:schemeClr val="dk1"/>
                        </a:solidFill>
                        <a:latin typeface="Chelsea Market"/>
                        <a:ea typeface="Chelsea Market"/>
                        <a:cs typeface="Chelsea Market"/>
                        <a:sym typeface="Chelsea Market"/>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28575" cap="flat" cmpd="sng">
                      <a:solidFill>
                        <a:srgbClr val="FEF4D4">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28575" cap="flat" cmpd="sng">
                      <a:solidFill>
                        <a:srgbClr val="FEF4D4">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Uranus is the seventh planet from the Sun</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28575" cap="flat" cmpd="sng">
                      <a:solidFill>
                        <a:srgbClr val="FEF4D4">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The Moon is a natural satellite of the Earth</a:t>
                      </a:r>
                      <a:endParaRPr>
                        <a:solidFill>
                          <a:schemeClr val="dk1"/>
                        </a:solidFill>
                        <a:latin typeface="Lato"/>
                        <a:ea typeface="Lato"/>
                        <a:cs typeface="Lato"/>
                        <a:sym typeface="Lato"/>
                      </a:endParaRPr>
                    </a:p>
                  </a:txBody>
                  <a:tcPr marL="91425" marR="91425" marT="91425" marB="91425" anchor="ctr">
                    <a:lnL w="28575" cap="flat" cmpd="sng">
                      <a:solidFill>
                        <a:srgbClr val="FEF4D4">
                          <a:alpha val="0"/>
                        </a:srgbClr>
                      </a:solidFill>
                      <a:prstDash val="solid"/>
                      <a:round/>
                      <a:headEnd type="none" w="sm" len="sm"/>
                      <a:tailEnd type="none" w="sm" len="sm"/>
                    </a:lnL>
                    <a:lnR w="28575" cap="flat" cmpd="sng">
                      <a:solidFill>
                        <a:srgbClr val="FEF4D4">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28575" cap="flat" cmpd="sng">
                      <a:solidFill>
                        <a:srgbClr val="FEF4D4">
                          <a:alpha val="0"/>
                        </a:srgbClr>
                      </a:solidFill>
                      <a:prstDash val="solid"/>
                      <a:round/>
                      <a:headEnd type="none" w="sm" len="sm"/>
                      <a:tailEnd type="none" w="sm" len="sm"/>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sp>
        <p:nvSpPr>
          <p:cNvPr id="1448" name="Google Shape;1448;p35"/>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449" name="Google Shape;1449;p35"/>
          <p:cNvGrpSpPr/>
          <p:nvPr/>
        </p:nvGrpSpPr>
        <p:grpSpPr>
          <a:xfrm>
            <a:off x="994475" y="1572100"/>
            <a:ext cx="3551400" cy="529800"/>
            <a:chOff x="994475" y="1572100"/>
            <a:chExt cx="3551400" cy="529800"/>
          </a:xfrm>
        </p:grpSpPr>
        <p:sp>
          <p:nvSpPr>
            <p:cNvPr id="1450" name="Google Shape;1450;p35"/>
            <p:cNvSpPr txBox="1"/>
            <p:nvPr/>
          </p:nvSpPr>
          <p:spPr>
            <a:xfrm>
              <a:off x="2448575" y="1572100"/>
              <a:ext cx="2097300" cy="529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Despite being red, Mars is a cold place</a:t>
              </a:r>
              <a:endParaRPr>
                <a:solidFill>
                  <a:schemeClr val="dk1"/>
                </a:solidFill>
                <a:latin typeface="Lato"/>
                <a:ea typeface="Lato"/>
                <a:cs typeface="Lato"/>
                <a:sym typeface="Lato"/>
              </a:endParaRPr>
            </a:p>
          </p:txBody>
        </p:sp>
        <p:sp>
          <p:nvSpPr>
            <p:cNvPr id="1451" name="Google Shape;1451;p35"/>
            <p:cNvSpPr txBox="1"/>
            <p:nvPr/>
          </p:nvSpPr>
          <p:spPr>
            <a:xfrm>
              <a:off x="994475" y="1646500"/>
              <a:ext cx="1008900" cy="381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2xxx</a:t>
              </a:r>
              <a:endParaRPr sz="2400" b="1">
                <a:solidFill>
                  <a:schemeClr val="accent2"/>
                </a:solidFill>
                <a:latin typeface="Chelsea Market"/>
                <a:ea typeface="Chelsea Market"/>
                <a:cs typeface="Chelsea Market"/>
                <a:sym typeface="Chelsea Market"/>
              </a:endParaRPr>
            </a:p>
          </p:txBody>
        </p:sp>
      </p:grpSp>
      <p:grpSp>
        <p:nvGrpSpPr>
          <p:cNvPr id="1452" name="Google Shape;1452;p35"/>
          <p:cNvGrpSpPr/>
          <p:nvPr/>
        </p:nvGrpSpPr>
        <p:grpSpPr>
          <a:xfrm>
            <a:off x="994475" y="2421037"/>
            <a:ext cx="3551408" cy="572400"/>
            <a:chOff x="994475" y="2421037"/>
            <a:chExt cx="3551408" cy="572400"/>
          </a:xfrm>
        </p:grpSpPr>
        <p:sp>
          <p:nvSpPr>
            <p:cNvPr id="1453" name="Google Shape;1453;p35"/>
            <p:cNvSpPr txBox="1"/>
            <p:nvPr/>
          </p:nvSpPr>
          <p:spPr>
            <a:xfrm>
              <a:off x="2448583" y="2421037"/>
              <a:ext cx="2097300" cy="572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the smallest planet of them all</a:t>
              </a:r>
              <a:endParaRPr>
                <a:solidFill>
                  <a:schemeClr val="dk1"/>
                </a:solidFill>
                <a:latin typeface="Lato"/>
                <a:ea typeface="Lato"/>
                <a:cs typeface="Lato"/>
                <a:sym typeface="Lato"/>
              </a:endParaRPr>
            </a:p>
          </p:txBody>
        </p:sp>
        <p:sp>
          <p:nvSpPr>
            <p:cNvPr id="1454" name="Google Shape;1454;p35"/>
            <p:cNvSpPr txBox="1"/>
            <p:nvPr/>
          </p:nvSpPr>
          <p:spPr>
            <a:xfrm>
              <a:off x="994475" y="2516738"/>
              <a:ext cx="1008900" cy="381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2xxx</a:t>
              </a:r>
              <a:endParaRPr sz="2400" b="1">
                <a:solidFill>
                  <a:schemeClr val="accent5"/>
                </a:solidFill>
                <a:latin typeface="Chelsea Market"/>
                <a:ea typeface="Chelsea Market"/>
                <a:cs typeface="Chelsea Market"/>
                <a:sym typeface="Chelsea Market"/>
              </a:endParaRPr>
            </a:p>
          </p:txBody>
        </p:sp>
      </p:grpSp>
      <p:grpSp>
        <p:nvGrpSpPr>
          <p:cNvPr id="1455" name="Google Shape;1455;p35"/>
          <p:cNvGrpSpPr/>
          <p:nvPr/>
        </p:nvGrpSpPr>
        <p:grpSpPr>
          <a:xfrm>
            <a:off x="994475" y="3312574"/>
            <a:ext cx="3551408" cy="572400"/>
            <a:chOff x="994475" y="3312574"/>
            <a:chExt cx="3551408" cy="572400"/>
          </a:xfrm>
        </p:grpSpPr>
        <p:sp>
          <p:nvSpPr>
            <p:cNvPr id="1456" name="Google Shape;1456;p35"/>
            <p:cNvSpPr txBox="1"/>
            <p:nvPr/>
          </p:nvSpPr>
          <p:spPr>
            <a:xfrm>
              <a:off x="2448583" y="3312574"/>
              <a:ext cx="2097300" cy="572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Saturn is composed of hydrogen and helium</a:t>
              </a:r>
              <a:endParaRPr>
                <a:solidFill>
                  <a:schemeClr val="dk1"/>
                </a:solidFill>
                <a:latin typeface="Lato"/>
                <a:ea typeface="Lato"/>
                <a:cs typeface="Lato"/>
                <a:sym typeface="Lato"/>
              </a:endParaRPr>
            </a:p>
          </p:txBody>
        </p:sp>
        <p:sp>
          <p:nvSpPr>
            <p:cNvPr id="1457" name="Google Shape;1457;p35"/>
            <p:cNvSpPr txBox="1"/>
            <p:nvPr/>
          </p:nvSpPr>
          <p:spPr>
            <a:xfrm>
              <a:off x="994475" y="3408274"/>
              <a:ext cx="1008900" cy="3810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2xxx</a:t>
              </a:r>
              <a:endParaRPr sz="2400" b="1">
                <a:solidFill>
                  <a:schemeClr val="accent1"/>
                </a:solidFill>
                <a:latin typeface="Chelsea Market"/>
                <a:ea typeface="Chelsea Market"/>
                <a:cs typeface="Chelsea Market"/>
                <a:sym typeface="Chelsea Market"/>
              </a:endParaRPr>
            </a:p>
          </p:txBody>
        </p:sp>
      </p:grpSp>
      <p:cxnSp>
        <p:nvCxnSpPr>
          <p:cNvPr id="1458" name="Google Shape;1458;p35"/>
          <p:cNvCxnSpPr>
            <a:stCxn id="1459" idx="4"/>
          </p:cNvCxnSpPr>
          <p:nvPr/>
        </p:nvCxnSpPr>
        <p:spPr>
          <a:xfrm>
            <a:off x="2203275" y="1937050"/>
            <a:ext cx="0" cy="2565000"/>
          </a:xfrm>
          <a:prstGeom prst="straightConnector1">
            <a:avLst/>
          </a:prstGeom>
          <a:noFill/>
          <a:ln w="19050" cap="flat" cmpd="sng">
            <a:solidFill>
              <a:schemeClr val="accent2"/>
            </a:solidFill>
            <a:prstDash val="dash"/>
            <a:round/>
            <a:headEnd type="none" w="med" len="med"/>
            <a:tailEnd type="none" w="med" len="med"/>
          </a:ln>
        </p:spPr>
      </p:cxnSp>
      <p:sp>
        <p:nvSpPr>
          <p:cNvPr id="1459" name="Google Shape;1459;p35"/>
          <p:cNvSpPr/>
          <p:nvPr/>
        </p:nvSpPr>
        <p:spPr>
          <a:xfrm>
            <a:off x="2103225" y="1736950"/>
            <a:ext cx="200100" cy="20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0" name="Google Shape;1460;p35"/>
          <p:cNvSpPr/>
          <p:nvPr/>
        </p:nvSpPr>
        <p:spPr>
          <a:xfrm>
            <a:off x="2103225" y="2607185"/>
            <a:ext cx="200100" cy="20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1" name="Google Shape;1461;p35"/>
          <p:cNvSpPr/>
          <p:nvPr/>
        </p:nvSpPr>
        <p:spPr>
          <a:xfrm>
            <a:off x="2103225" y="3498718"/>
            <a:ext cx="200100" cy="200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462" name="Google Shape;1462;p35"/>
          <p:cNvGrpSpPr/>
          <p:nvPr/>
        </p:nvGrpSpPr>
        <p:grpSpPr>
          <a:xfrm>
            <a:off x="4691123" y="1712946"/>
            <a:ext cx="3732808" cy="1988603"/>
            <a:chOff x="233350" y="949250"/>
            <a:chExt cx="7137300" cy="3802300"/>
          </a:xfrm>
        </p:grpSpPr>
        <p:sp>
          <p:nvSpPr>
            <p:cNvPr id="1463" name="Google Shape;1463;p35"/>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4" name="Google Shape;1464;p35"/>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5" name="Google Shape;1465;p35"/>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6" name="Google Shape;1466;p35"/>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7" name="Google Shape;1467;p35"/>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8" name="Google Shape;1468;p35"/>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9" name="Google Shape;1469;p35"/>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0" name="Google Shape;1470;p35"/>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1" name="Google Shape;1471;p35"/>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2" name="Google Shape;1472;p35"/>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3" name="Google Shape;1473;p35"/>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4" name="Google Shape;1474;p35"/>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5" name="Google Shape;1475;p35"/>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6" name="Google Shape;1476;p35"/>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7" name="Google Shape;1477;p35"/>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8" name="Google Shape;1478;p35"/>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9" name="Google Shape;1479;p35"/>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0" name="Google Shape;1480;p35"/>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1" name="Google Shape;1481;p35"/>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2" name="Google Shape;1482;p35"/>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3" name="Google Shape;1483;p35"/>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4" name="Google Shape;1484;p35"/>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5" name="Google Shape;1485;p35"/>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35"/>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35"/>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35"/>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5"/>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5"/>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35"/>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2" name="Google Shape;1492;p35"/>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35"/>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5"/>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5"/>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35"/>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35"/>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35"/>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35"/>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35"/>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35"/>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35"/>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5"/>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5"/>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5"/>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5"/>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35"/>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35"/>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5"/>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5"/>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5"/>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5"/>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5"/>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14" name="Google Shape;1514;p35"/>
          <p:cNvSpPr/>
          <p:nvPr/>
        </p:nvSpPr>
        <p:spPr>
          <a:xfrm>
            <a:off x="5150825" y="2027500"/>
            <a:ext cx="200100" cy="20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35"/>
          <p:cNvSpPr/>
          <p:nvPr/>
        </p:nvSpPr>
        <p:spPr>
          <a:xfrm>
            <a:off x="5589250" y="2993435"/>
            <a:ext cx="200100" cy="2001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35"/>
          <p:cNvSpPr/>
          <p:nvPr/>
        </p:nvSpPr>
        <p:spPr>
          <a:xfrm>
            <a:off x="6508875" y="2607168"/>
            <a:ext cx="200100" cy="200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sp>
        <p:nvSpPr>
          <p:cNvPr id="1521" name="Google Shape;1521;p36"/>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sp>
        <p:nvSpPr>
          <p:cNvPr id="1522" name="Google Shape;1522;p36"/>
          <p:cNvSpPr txBox="1"/>
          <p:nvPr/>
        </p:nvSpPr>
        <p:spPr>
          <a:xfrm>
            <a:off x="1015825" y="4266650"/>
            <a:ext cx="7303500" cy="26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200">
                <a:solidFill>
                  <a:schemeClr val="dk1"/>
                </a:solidFill>
                <a:latin typeface="Lato"/>
                <a:ea typeface="Lato"/>
                <a:cs typeface="Lato"/>
                <a:sym typeface="Lato"/>
              </a:rPr>
              <a:t>Follow the link in the graph to modify its data and then paste the new one here. </a:t>
            </a:r>
            <a:r>
              <a:rPr lang="en-GB" sz="1200" b="1">
                <a:solidFill>
                  <a:schemeClr val="dk1"/>
                </a:solidFill>
                <a:uFill>
                  <a:noFill/>
                </a:uFill>
                <a:latin typeface="Lato"/>
                <a:ea typeface="Lato"/>
                <a:cs typeface="Lato"/>
                <a:sym typeface="Lato"/>
                <a:hlinkClick r:id="rId1"/>
              </a:rPr>
              <a:t>For more info, click here</a:t>
            </a:r>
            <a:endParaRPr sz="1200" b="1">
              <a:solidFill>
                <a:schemeClr val="dk1"/>
              </a:solidFill>
              <a:latin typeface="Lato"/>
              <a:ea typeface="Lato"/>
              <a:cs typeface="Lato"/>
              <a:sym typeface="Lato"/>
            </a:endParaRPr>
          </a:p>
        </p:txBody>
      </p:sp>
      <p:pic>
        <p:nvPicPr>
          <p:cNvPr id="1523" name="Google Shape;1523;p36" title="Gráfico">
            <a:hlinkClick r:id="rId2"/>
          </p:cNvPr>
          <p:cNvPicPr preferRelativeResize="0"/>
          <p:nvPr/>
        </p:nvPicPr>
        <p:blipFill>
          <a:blip r:embed="rId3"/>
          <a:stretch>
            <a:fillRect/>
          </a:stretch>
        </p:blipFill>
        <p:spPr>
          <a:xfrm>
            <a:off x="5243912" y="1195875"/>
            <a:ext cx="2967251" cy="2944249"/>
          </a:xfrm>
          <a:prstGeom prst="rect">
            <a:avLst/>
          </a:prstGeom>
          <a:noFill/>
          <a:ln>
            <a:noFill/>
          </a:ln>
        </p:spPr>
      </p:pic>
      <p:grpSp>
        <p:nvGrpSpPr>
          <p:cNvPr id="1524" name="Google Shape;1524;p36"/>
          <p:cNvGrpSpPr/>
          <p:nvPr/>
        </p:nvGrpSpPr>
        <p:grpSpPr>
          <a:xfrm>
            <a:off x="6209491" y="2179448"/>
            <a:ext cx="1035705" cy="1028774"/>
            <a:chOff x="4998985" y="3942801"/>
            <a:chExt cx="385809" cy="383242"/>
          </a:xfrm>
        </p:grpSpPr>
        <p:sp>
          <p:nvSpPr>
            <p:cNvPr id="1525" name="Google Shape;1525;p36"/>
            <p:cNvSpPr/>
            <p:nvPr/>
          </p:nvSpPr>
          <p:spPr>
            <a:xfrm>
              <a:off x="4998985" y="3942801"/>
              <a:ext cx="385809" cy="369781"/>
            </a:xfrm>
            <a:custGeom>
              <a:avLst/>
              <a:gdLst/>
              <a:ahLst/>
              <a:cxnLst/>
              <a:rect l="l" t="t" r="r" b="b"/>
              <a:pathLst>
                <a:path w="8136" h="7798" extrusionOk="0">
                  <a:moveTo>
                    <a:pt x="710" y="1884"/>
                  </a:moveTo>
                  <a:lnTo>
                    <a:pt x="710" y="1884"/>
                  </a:lnTo>
                  <a:cubicBezTo>
                    <a:pt x="732" y="1931"/>
                    <a:pt x="673" y="2082"/>
                    <a:pt x="615" y="2116"/>
                  </a:cubicBezTo>
                  <a:cubicBezTo>
                    <a:pt x="604" y="2046"/>
                    <a:pt x="651" y="1917"/>
                    <a:pt x="710" y="1884"/>
                  </a:cubicBezTo>
                  <a:close/>
                  <a:moveTo>
                    <a:pt x="475" y="2105"/>
                  </a:moveTo>
                  <a:lnTo>
                    <a:pt x="475" y="2105"/>
                  </a:lnTo>
                  <a:cubicBezTo>
                    <a:pt x="534" y="2163"/>
                    <a:pt x="500" y="2431"/>
                    <a:pt x="442" y="2476"/>
                  </a:cubicBezTo>
                  <a:cubicBezTo>
                    <a:pt x="430" y="2350"/>
                    <a:pt x="453" y="2233"/>
                    <a:pt x="475" y="2105"/>
                  </a:cubicBezTo>
                  <a:close/>
                  <a:moveTo>
                    <a:pt x="349" y="2803"/>
                  </a:moveTo>
                  <a:cubicBezTo>
                    <a:pt x="361" y="2803"/>
                    <a:pt x="361" y="2803"/>
                    <a:pt x="372" y="2814"/>
                  </a:cubicBezTo>
                  <a:cubicBezTo>
                    <a:pt x="361" y="2920"/>
                    <a:pt x="335" y="3024"/>
                    <a:pt x="324" y="3141"/>
                  </a:cubicBezTo>
                  <a:cubicBezTo>
                    <a:pt x="280" y="3093"/>
                    <a:pt x="302" y="2862"/>
                    <a:pt x="349" y="2803"/>
                  </a:cubicBezTo>
                  <a:close/>
                  <a:moveTo>
                    <a:pt x="7962" y="4049"/>
                  </a:moveTo>
                  <a:cubicBezTo>
                    <a:pt x="7996" y="4096"/>
                    <a:pt x="7973" y="4152"/>
                    <a:pt x="7962" y="4200"/>
                  </a:cubicBezTo>
                  <a:lnTo>
                    <a:pt x="7915" y="4189"/>
                  </a:lnTo>
                  <a:cubicBezTo>
                    <a:pt x="7926" y="4141"/>
                    <a:pt x="7926" y="4096"/>
                    <a:pt x="7937" y="4049"/>
                  </a:cubicBezTo>
                  <a:close/>
                  <a:moveTo>
                    <a:pt x="7973" y="4420"/>
                  </a:moveTo>
                  <a:cubicBezTo>
                    <a:pt x="7973" y="4479"/>
                    <a:pt x="7797" y="4747"/>
                    <a:pt x="7739" y="4758"/>
                  </a:cubicBezTo>
                  <a:cubicBezTo>
                    <a:pt x="7727" y="4700"/>
                    <a:pt x="7903" y="4432"/>
                    <a:pt x="7973" y="4420"/>
                  </a:cubicBezTo>
                  <a:close/>
                  <a:moveTo>
                    <a:pt x="4442" y="1"/>
                  </a:moveTo>
                  <a:cubicBezTo>
                    <a:pt x="4393" y="1"/>
                    <a:pt x="4344" y="4"/>
                    <a:pt x="4294" y="9"/>
                  </a:cubicBezTo>
                  <a:cubicBezTo>
                    <a:pt x="4154" y="20"/>
                    <a:pt x="4026" y="32"/>
                    <a:pt x="3897" y="46"/>
                  </a:cubicBezTo>
                  <a:cubicBezTo>
                    <a:pt x="3269" y="90"/>
                    <a:pt x="2665" y="266"/>
                    <a:pt x="2095" y="534"/>
                  </a:cubicBezTo>
                  <a:cubicBezTo>
                    <a:pt x="2059" y="546"/>
                    <a:pt x="2026" y="568"/>
                    <a:pt x="2012" y="604"/>
                  </a:cubicBezTo>
                  <a:cubicBezTo>
                    <a:pt x="1966" y="679"/>
                    <a:pt x="1950" y="705"/>
                    <a:pt x="1910" y="705"/>
                  </a:cubicBezTo>
                  <a:cubicBezTo>
                    <a:pt x="1889" y="705"/>
                    <a:pt x="1860" y="697"/>
                    <a:pt x="1816" y="685"/>
                  </a:cubicBezTo>
                  <a:cubicBezTo>
                    <a:pt x="1799" y="685"/>
                    <a:pt x="1779" y="680"/>
                    <a:pt x="1764" y="680"/>
                  </a:cubicBezTo>
                  <a:cubicBezTo>
                    <a:pt x="1756" y="680"/>
                    <a:pt x="1750" y="682"/>
                    <a:pt x="1746" y="685"/>
                  </a:cubicBezTo>
                  <a:cubicBezTo>
                    <a:pt x="1699" y="708"/>
                    <a:pt x="1651" y="755"/>
                    <a:pt x="1618" y="778"/>
                  </a:cubicBezTo>
                  <a:cubicBezTo>
                    <a:pt x="1548" y="836"/>
                    <a:pt x="1467" y="895"/>
                    <a:pt x="1397" y="954"/>
                  </a:cubicBezTo>
                  <a:cubicBezTo>
                    <a:pt x="1302" y="1023"/>
                    <a:pt x="1210" y="1104"/>
                    <a:pt x="1118" y="1174"/>
                  </a:cubicBezTo>
                  <a:cubicBezTo>
                    <a:pt x="1104" y="1197"/>
                    <a:pt x="1093" y="1219"/>
                    <a:pt x="1093" y="1244"/>
                  </a:cubicBezTo>
                  <a:cubicBezTo>
                    <a:pt x="1059" y="1303"/>
                    <a:pt x="1034" y="1359"/>
                    <a:pt x="1012" y="1417"/>
                  </a:cubicBezTo>
                  <a:cubicBezTo>
                    <a:pt x="993" y="1456"/>
                    <a:pt x="973" y="1473"/>
                    <a:pt x="950" y="1473"/>
                  </a:cubicBezTo>
                  <a:cubicBezTo>
                    <a:pt x="931" y="1473"/>
                    <a:pt x="909" y="1462"/>
                    <a:pt x="883" y="1442"/>
                  </a:cubicBezTo>
                  <a:cubicBezTo>
                    <a:pt x="849" y="1406"/>
                    <a:pt x="813" y="1373"/>
                    <a:pt x="768" y="1347"/>
                  </a:cubicBezTo>
                  <a:cubicBezTo>
                    <a:pt x="761" y="1342"/>
                    <a:pt x="747" y="1339"/>
                    <a:pt x="732" y="1339"/>
                  </a:cubicBezTo>
                  <a:cubicBezTo>
                    <a:pt x="718" y="1339"/>
                    <a:pt x="704" y="1342"/>
                    <a:pt x="699" y="1347"/>
                  </a:cubicBezTo>
                  <a:cubicBezTo>
                    <a:pt x="629" y="1428"/>
                    <a:pt x="523" y="1498"/>
                    <a:pt x="475" y="1616"/>
                  </a:cubicBezTo>
                  <a:cubicBezTo>
                    <a:pt x="335" y="2057"/>
                    <a:pt x="232" y="2512"/>
                    <a:pt x="140" y="2965"/>
                  </a:cubicBezTo>
                  <a:cubicBezTo>
                    <a:pt x="104" y="3163"/>
                    <a:pt x="70" y="3373"/>
                    <a:pt x="34" y="3571"/>
                  </a:cubicBezTo>
                  <a:cubicBezTo>
                    <a:pt x="0" y="3817"/>
                    <a:pt x="34" y="4060"/>
                    <a:pt x="81" y="4306"/>
                  </a:cubicBezTo>
                  <a:cubicBezTo>
                    <a:pt x="185" y="4725"/>
                    <a:pt x="266" y="5166"/>
                    <a:pt x="361" y="5585"/>
                  </a:cubicBezTo>
                  <a:cubicBezTo>
                    <a:pt x="383" y="5678"/>
                    <a:pt x="430" y="5773"/>
                    <a:pt x="475" y="5854"/>
                  </a:cubicBezTo>
                  <a:cubicBezTo>
                    <a:pt x="662" y="6167"/>
                    <a:pt x="908" y="6446"/>
                    <a:pt x="1151" y="6714"/>
                  </a:cubicBezTo>
                  <a:cubicBezTo>
                    <a:pt x="1243" y="6831"/>
                    <a:pt x="1327" y="6946"/>
                    <a:pt x="1383" y="7074"/>
                  </a:cubicBezTo>
                  <a:cubicBezTo>
                    <a:pt x="1442" y="7181"/>
                    <a:pt x="1500" y="7250"/>
                    <a:pt x="1607" y="7295"/>
                  </a:cubicBezTo>
                  <a:cubicBezTo>
                    <a:pt x="1967" y="7449"/>
                    <a:pt x="2339" y="7600"/>
                    <a:pt x="2710" y="7751"/>
                  </a:cubicBezTo>
                  <a:cubicBezTo>
                    <a:pt x="2780" y="7784"/>
                    <a:pt x="2875" y="7798"/>
                    <a:pt x="2956" y="7798"/>
                  </a:cubicBezTo>
                  <a:cubicBezTo>
                    <a:pt x="3353" y="7773"/>
                    <a:pt x="3747" y="7739"/>
                    <a:pt x="4143" y="7714"/>
                  </a:cubicBezTo>
                  <a:cubicBezTo>
                    <a:pt x="4526" y="7692"/>
                    <a:pt x="4900" y="7644"/>
                    <a:pt x="5272" y="7541"/>
                  </a:cubicBezTo>
                  <a:cubicBezTo>
                    <a:pt x="5562" y="7449"/>
                    <a:pt x="5867" y="7365"/>
                    <a:pt x="6110" y="7169"/>
                  </a:cubicBezTo>
                  <a:cubicBezTo>
                    <a:pt x="6202" y="7086"/>
                    <a:pt x="6297" y="7016"/>
                    <a:pt x="6389" y="6935"/>
                  </a:cubicBezTo>
                  <a:cubicBezTo>
                    <a:pt x="6459" y="6876"/>
                    <a:pt x="6529" y="6831"/>
                    <a:pt x="6621" y="6820"/>
                  </a:cubicBezTo>
                  <a:cubicBezTo>
                    <a:pt x="6680" y="6806"/>
                    <a:pt x="6727" y="6784"/>
                    <a:pt x="6775" y="6762"/>
                  </a:cubicBezTo>
                  <a:cubicBezTo>
                    <a:pt x="6797" y="6736"/>
                    <a:pt x="6820" y="6692"/>
                    <a:pt x="6820" y="6667"/>
                  </a:cubicBezTo>
                  <a:cubicBezTo>
                    <a:pt x="6808" y="6586"/>
                    <a:pt x="6831" y="6516"/>
                    <a:pt x="6889" y="6457"/>
                  </a:cubicBezTo>
                  <a:cubicBezTo>
                    <a:pt x="6948" y="6412"/>
                    <a:pt x="7007" y="6365"/>
                    <a:pt x="7065" y="6317"/>
                  </a:cubicBezTo>
                  <a:cubicBezTo>
                    <a:pt x="7088" y="6295"/>
                    <a:pt x="7124" y="6284"/>
                    <a:pt x="7135" y="6261"/>
                  </a:cubicBezTo>
                  <a:cubicBezTo>
                    <a:pt x="7205" y="6192"/>
                    <a:pt x="7264" y="6122"/>
                    <a:pt x="7308" y="6052"/>
                  </a:cubicBezTo>
                  <a:cubicBezTo>
                    <a:pt x="7345" y="6016"/>
                    <a:pt x="7356" y="5957"/>
                    <a:pt x="7367" y="5912"/>
                  </a:cubicBezTo>
                  <a:cubicBezTo>
                    <a:pt x="7378" y="5865"/>
                    <a:pt x="7378" y="5795"/>
                    <a:pt x="7415" y="5747"/>
                  </a:cubicBezTo>
                  <a:cubicBezTo>
                    <a:pt x="7448" y="5678"/>
                    <a:pt x="7507" y="5619"/>
                    <a:pt x="7554" y="5549"/>
                  </a:cubicBezTo>
                  <a:cubicBezTo>
                    <a:pt x="7613" y="5479"/>
                    <a:pt x="7658" y="5423"/>
                    <a:pt x="7705" y="5354"/>
                  </a:cubicBezTo>
                  <a:cubicBezTo>
                    <a:pt x="7753" y="5284"/>
                    <a:pt x="7786" y="5214"/>
                    <a:pt x="7834" y="5144"/>
                  </a:cubicBezTo>
                  <a:cubicBezTo>
                    <a:pt x="7903" y="5049"/>
                    <a:pt x="7948" y="4957"/>
                    <a:pt x="7973" y="4840"/>
                  </a:cubicBezTo>
                  <a:cubicBezTo>
                    <a:pt x="8054" y="4515"/>
                    <a:pt x="8113" y="4177"/>
                    <a:pt x="8113" y="3839"/>
                  </a:cubicBezTo>
                  <a:cubicBezTo>
                    <a:pt x="8135" y="3663"/>
                    <a:pt x="8113" y="3513"/>
                    <a:pt x="8054" y="3373"/>
                  </a:cubicBezTo>
                  <a:cubicBezTo>
                    <a:pt x="7878" y="2954"/>
                    <a:pt x="7705" y="2535"/>
                    <a:pt x="7554" y="2116"/>
                  </a:cubicBezTo>
                  <a:cubicBezTo>
                    <a:pt x="7484" y="1942"/>
                    <a:pt x="7389" y="1803"/>
                    <a:pt x="7275" y="1674"/>
                  </a:cubicBezTo>
                  <a:cubicBezTo>
                    <a:pt x="7099" y="1487"/>
                    <a:pt x="6926" y="1303"/>
                    <a:pt x="6750" y="1104"/>
                  </a:cubicBezTo>
                  <a:cubicBezTo>
                    <a:pt x="6727" y="1079"/>
                    <a:pt x="6705" y="1035"/>
                    <a:pt x="6680" y="998"/>
                  </a:cubicBezTo>
                  <a:cubicBezTo>
                    <a:pt x="6658" y="906"/>
                    <a:pt x="6610" y="870"/>
                    <a:pt x="6529" y="836"/>
                  </a:cubicBezTo>
                  <a:cubicBezTo>
                    <a:pt x="6470" y="814"/>
                    <a:pt x="6412" y="778"/>
                    <a:pt x="6367" y="744"/>
                  </a:cubicBezTo>
                  <a:cubicBezTo>
                    <a:pt x="6297" y="697"/>
                    <a:pt x="6227" y="627"/>
                    <a:pt x="6157" y="590"/>
                  </a:cubicBezTo>
                  <a:cubicBezTo>
                    <a:pt x="5808" y="440"/>
                    <a:pt x="5470" y="277"/>
                    <a:pt x="5121" y="149"/>
                  </a:cubicBezTo>
                  <a:cubicBezTo>
                    <a:pt x="4899" y="63"/>
                    <a:pt x="4677" y="1"/>
                    <a:pt x="4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36"/>
            <p:cNvSpPr/>
            <p:nvPr/>
          </p:nvSpPr>
          <p:spPr>
            <a:xfrm>
              <a:off x="5078981" y="4294271"/>
              <a:ext cx="51308" cy="31771"/>
            </a:xfrm>
            <a:custGeom>
              <a:avLst/>
              <a:gdLst/>
              <a:ahLst/>
              <a:cxnLst/>
              <a:rect l="l" t="t" r="r" b="b"/>
              <a:pathLst>
                <a:path w="1082" h="670" extrusionOk="0">
                  <a:moveTo>
                    <a:pt x="1" y="0"/>
                  </a:moveTo>
                  <a:lnTo>
                    <a:pt x="1" y="0"/>
                  </a:lnTo>
                  <a:cubicBezTo>
                    <a:pt x="199" y="280"/>
                    <a:pt x="501" y="408"/>
                    <a:pt x="744" y="618"/>
                  </a:cubicBezTo>
                  <a:cubicBezTo>
                    <a:pt x="758" y="629"/>
                    <a:pt x="780" y="629"/>
                    <a:pt x="802" y="640"/>
                  </a:cubicBezTo>
                  <a:cubicBezTo>
                    <a:pt x="822" y="660"/>
                    <a:pt x="842" y="670"/>
                    <a:pt x="862" y="670"/>
                  </a:cubicBezTo>
                  <a:cubicBezTo>
                    <a:pt x="889" y="670"/>
                    <a:pt x="916" y="652"/>
                    <a:pt x="942" y="618"/>
                  </a:cubicBezTo>
                  <a:cubicBezTo>
                    <a:pt x="990" y="559"/>
                    <a:pt x="1037" y="501"/>
                    <a:pt x="1082" y="442"/>
                  </a:cubicBezTo>
                  <a:cubicBezTo>
                    <a:pt x="721" y="291"/>
                    <a:pt x="361" y="151"/>
                    <a:pt x="1" y="0"/>
                  </a:cubicBezTo>
                  <a:close/>
                </a:path>
              </a:pathLst>
            </a:custGeom>
            <a:solidFill>
              <a:srgbClr val="FC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36"/>
            <p:cNvSpPr/>
            <p:nvPr/>
          </p:nvSpPr>
          <p:spPr>
            <a:xfrm>
              <a:off x="5365392" y="4152394"/>
              <a:ext cx="11713" cy="16075"/>
            </a:xfrm>
            <a:custGeom>
              <a:avLst/>
              <a:gdLst/>
              <a:ahLst/>
              <a:cxnLst/>
              <a:rect l="l" t="t" r="r" b="b"/>
              <a:pathLst>
                <a:path w="247" h="339" extrusionOk="0">
                  <a:moveTo>
                    <a:pt x="246" y="0"/>
                  </a:moveTo>
                  <a:lnTo>
                    <a:pt x="246" y="0"/>
                  </a:lnTo>
                  <a:cubicBezTo>
                    <a:pt x="176" y="12"/>
                    <a:pt x="0" y="280"/>
                    <a:pt x="12" y="338"/>
                  </a:cubicBezTo>
                  <a:cubicBezTo>
                    <a:pt x="70" y="327"/>
                    <a:pt x="246" y="59"/>
                    <a:pt x="246"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36"/>
            <p:cNvSpPr/>
            <p:nvPr/>
          </p:nvSpPr>
          <p:spPr>
            <a:xfrm>
              <a:off x="5019375" y="4042571"/>
              <a:ext cx="4932" cy="17688"/>
            </a:xfrm>
            <a:custGeom>
              <a:avLst/>
              <a:gdLst/>
              <a:ahLst/>
              <a:cxnLst/>
              <a:rect l="l" t="t" r="r" b="b"/>
              <a:pathLst>
                <a:path w="104" h="373" extrusionOk="0">
                  <a:moveTo>
                    <a:pt x="45" y="1"/>
                  </a:moveTo>
                  <a:lnTo>
                    <a:pt x="45" y="1"/>
                  </a:lnTo>
                  <a:cubicBezTo>
                    <a:pt x="23" y="129"/>
                    <a:pt x="0" y="246"/>
                    <a:pt x="12" y="372"/>
                  </a:cubicBezTo>
                  <a:cubicBezTo>
                    <a:pt x="70" y="327"/>
                    <a:pt x="104" y="59"/>
                    <a:pt x="4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36"/>
            <p:cNvSpPr/>
            <p:nvPr/>
          </p:nvSpPr>
          <p:spPr>
            <a:xfrm>
              <a:off x="5012215" y="4075669"/>
              <a:ext cx="4410" cy="16075"/>
            </a:xfrm>
            <a:custGeom>
              <a:avLst/>
              <a:gdLst/>
              <a:ahLst/>
              <a:cxnLst/>
              <a:rect l="l" t="t" r="r" b="b"/>
              <a:pathLst>
                <a:path w="93" h="339" extrusionOk="0">
                  <a:moveTo>
                    <a:pt x="70" y="1"/>
                  </a:moveTo>
                  <a:cubicBezTo>
                    <a:pt x="23" y="60"/>
                    <a:pt x="1" y="291"/>
                    <a:pt x="45" y="339"/>
                  </a:cubicBezTo>
                  <a:cubicBezTo>
                    <a:pt x="56" y="222"/>
                    <a:pt x="82" y="118"/>
                    <a:pt x="93" y="12"/>
                  </a:cubicBezTo>
                  <a:cubicBezTo>
                    <a:pt x="82" y="1"/>
                    <a:pt x="82" y="1"/>
                    <a:pt x="7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36"/>
            <p:cNvSpPr/>
            <p:nvPr/>
          </p:nvSpPr>
          <p:spPr>
            <a:xfrm>
              <a:off x="5027579" y="4032091"/>
              <a:ext cx="6165" cy="11049"/>
            </a:xfrm>
            <a:custGeom>
              <a:avLst/>
              <a:gdLst/>
              <a:ahLst/>
              <a:cxnLst/>
              <a:rect l="l" t="t" r="r" b="b"/>
              <a:pathLst>
                <a:path w="130" h="233" extrusionOk="0">
                  <a:moveTo>
                    <a:pt x="107" y="1"/>
                  </a:moveTo>
                  <a:lnTo>
                    <a:pt x="107" y="1"/>
                  </a:lnTo>
                  <a:cubicBezTo>
                    <a:pt x="48" y="34"/>
                    <a:pt x="1" y="163"/>
                    <a:pt x="12" y="233"/>
                  </a:cubicBezTo>
                  <a:cubicBezTo>
                    <a:pt x="70" y="199"/>
                    <a:pt x="129" y="48"/>
                    <a:pt x="10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36"/>
            <p:cNvSpPr/>
            <p:nvPr/>
          </p:nvSpPr>
          <p:spPr>
            <a:xfrm>
              <a:off x="5374259" y="4134754"/>
              <a:ext cx="3888" cy="7208"/>
            </a:xfrm>
            <a:custGeom>
              <a:avLst/>
              <a:gdLst/>
              <a:ahLst/>
              <a:cxnLst/>
              <a:rect l="l" t="t" r="r" b="b"/>
              <a:pathLst>
                <a:path w="82" h="152" extrusionOk="0">
                  <a:moveTo>
                    <a:pt x="23" y="1"/>
                  </a:moveTo>
                  <a:cubicBezTo>
                    <a:pt x="12" y="48"/>
                    <a:pt x="12" y="93"/>
                    <a:pt x="1" y="141"/>
                  </a:cubicBezTo>
                  <a:lnTo>
                    <a:pt x="48" y="152"/>
                  </a:lnTo>
                  <a:cubicBezTo>
                    <a:pt x="59" y="104"/>
                    <a:pt x="82" y="48"/>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36"/>
            <p:cNvSpPr/>
            <p:nvPr/>
          </p:nvSpPr>
          <p:spPr>
            <a:xfrm>
              <a:off x="5006145" y="3957454"/>
              <a:ext cx="349912" cy="340428"/>
            </a:xfrm>
            <a:custGeom>
              <a:avLst/>
              <a:gdLst/>
              <a:ahLst/>
              <a:cxnLst/>
              <a:rect l="l" t="t" r="r" b="b"/>
              <a:pathLst>
                <a:path w="7379" h="7179" extrusionOk="0">
                  <a:moveTo>
                    <a:pt x="1838" y="807"/>
                  </a:moveTo>
                  <a:cubicBezTo>
                    <a:pt x="1838" y="818"/>
                    <a:pt x="1838" y="818"/>
                    <a:pt x="1849" y="829"/>
                  </a:cubicBezTo>
                  <a:cubicBezTo>
                    <a:pt x="1746" y="910"/>
                    <a:pt x="1651" y="1005"/>
                    <a:pt x="1548" y="1097"/>
                  </a:cubicBezTo>
                  <a:cubicBezTo>
                    <a:pt x="1548" y="1038"/>
                    <a:pt x="1757" y="829"/>
                    <a:pt x="1838" y="807"/>
                  </a:cubicBezTo>
                  <a:close/>
                  <a:moveTo>
                    <a:pt x="5110" y="840"/>
                  </a:moveTo>
                  <a:cubicBezTo>
                    <a:pt x="5168" y="865"/>
                    <a:pt x="5213" y="888"/>
                    <a:pt x="5261" y="924"/>
                  </a:cubicBezTo>
                  <a:cubicBezTo>
                    <a:pt x="5319" y="957"/>
                    <a:pt x="5308" y="1016"/>
                    <a:pt x="5249" y="1050"/>
                  </a:cubicBezTo>
                  <a:cubicBezTo>
                    <a:pt x="5168" y="1086"/>
                    <a:pt x="5073" y="1119"/>
                    <a:pt x="4981" y="1145"/>
                  </a:cubicBezTo>
                  <a:cubicBezTo>
                    <a:pt x="4961" y="1154"/>
                    <a:pt x="4941" y="1158"/>
                    <a:pt x="4920" y="1158"/>
                  </a:cubicBezTo>
                  <a:cubicBezTo>
                    <a:pt x="4871" y="1158"/>
                    <a:pt x="4821" y="1134"/>
                    <a:pt x="4772" y="1108"/>
                  </a:cubicBezTo>
                  <a:cubicBezTo>
                    <a:pt x="4738" y="1075"/>
                    <a:pt x="4738" y="994"/>
                    <a:pt x="4794" y="969"/>
                  </a:cubicBezTo>
                  <a:cubicBezTo>
                    <a:pt x="4889" y="910"/>
                    <a:pt x="4992" y="876"/>
                    <a:pt x="5110" y="840"/>
                  </a:cubicBezTo>
                  <a:close/>
                  <a:moveTo>
                    <a:pt x="6031" y="2370"/>
                  </a:moveTo>
                  <a:cubicBezTo>
                    <a:pt x="6042" y="2370"/>
                    <a:pt x="6054" y="2372"/>
                    <a:pt x="6065" y="2377"/>
                  </a:cubicBezTo>
                  <a:cubicBezTo>
                    <a:pt x="6205" y="2413"/>
                    <a:pt x="6286" y="2483"/>
                    <a:pt x="6286" y="2575"/>
                  </a:cubicBezTo>
                  <a:cubicBezTo>
                    <a:pt x="6261" y="2656"/>
                    <a:pt x="6275" y="2751"/>
                    <a:pt x="6191" y="2810"/>
                  </a:cubicBezTo>
                  <a:cubicBezTo>
                    <a:pt x="6168" y="2821"/>
                    <a:pt x="6157" y="2865"/>
                    <a:pt x="6146" y="2902"/>
                  </a:cubicBezTo>
                  <a:cubicBezTo>
                    <a:pt x="6124" y="2963"/>
                    <a:pt x="6087" y="3008"/>
                    <a:pt x="6030" y="3008"/>
                  </a:cubicBezTo>
                  <a:cubicBezTo>
                    <a:pt x="6023" y="3008"/>
                    <a:pt x="6015" y="3007"/>
                    <a:pt x="6006" y="3005"/>
                  </a:cubicBezTo>
                  <a:cubicBezTo>
                    <a:pt x="5937" y="3005"/>
                    <a:pt x="5900" y="2960"/>
                    <a:pt x="5889" y="2879"/>
                  </a:cubicBezTo>
                  <a:cubicBezTo>
                    <a:pt x="5878" y="2843"/>
                    <a:pt x="5867" y="2821"/>
                    <a:pt x="5842" y="2796"/>
                  </a:cubicBezTo>
                  <a:cubicBezTo>
                    <a:pt x="5772" y="2715"/>
                    <a:pt x="5772" y="2670"/>
                    <a:pt x="5830" y="2575"/>
                  </a:cubicBezTo>
                  <a:cubicBezTo>
                    <a:pt x="5867" y="2541"/>
                    <a:pt x="5889" y="2505"/>
                    <a:pt x="5911" y="2472"/>
                  </a:cubicBezTo>
                  <a:cubicBezTo>
                    <a:pt x="5941" y="2406"/>
                    <a:pt x="5984" y="2370"/>
                    <a:pt x="6031" y="2370"/>
                  </a:cubicBezTo>
                  <a:close/>
                  <a:moveTo>
                    <a:pt x="780" y="2751"/>
                  </a:moveTo>
                  <a:lnTo>
                    <a:pt x="780" y="2751"/>
                  </a:lnTo>
                  <a:cubicBezTo>
                    <a:pt x="757" y="2854"/>
                    <a:pt x="721" y="2960"/>
                    <a:pt x="698" y="3064"/>
                  </a:cubicBezTo>
                  <a:cubicBezTo>
                    <a:pt x="640" y="2994"/>
                    <a:pt x="698" y="2784"/>
                    <a:pt x="780" y="2751"/>
                  </a:cubicBezTo>
                  <a:close/>
                  <a:moveTo>
                    <a:pt x="1408" y="1259"/>
                  </a:moveTo>
                  <a:lnTo>
                    <a:pt x="1419" y="1273"/>
                  </a:lnTo>
                  <a:cubicBezTo>
                    <a:pt x="1408" y="1295"/>
                    <a:pt x="1397" y="1307"/>
                    <a:pt x="1386" y="1329"/>
                  </a:cubicBezTo>
                  <a:cubicBezTo>
                    <a:pt x="1199" y="1552"/>
                    <a:pt x="1037" y="1784"/>
                    <a:pt x="897" y="2027"/>
                  </a:cubicBezTo>
                  <a:cubicBezTo>
                    <a:pt x="743" y="2284"/>
                    <a:pt x="673" y="2564"/>
                    <a:pt x="617" y="2843"/>
                  </a:cubicBezTo>
                  <a:cubicBezTo>
                    <a:pt x="603" y="2913"/>
                    <a:pt x="592" y="2983"/>
                    <a:pt x="581" y="3041"/>
                  </a:cubicBezTo>
                  <a:cubicBezTo>
                    <a:pt x="570" y="3064"/>
                    <a:pt x="548" y="3075"/>
                    <a:pt x="534" y="3100"/>
                  </a:cubicBezTo>
                  <a:cubicBezTo>
                    <a:pt x="534" y="3075"/>
                    <a:pt x="522" y="3053"/>
                    <a:pt x="522" y="3030"/>
                  </a:cubicBezTo>
                  <a:cubicBezTo>
                    <a:pt x="617" y="2435"/>
                    <a:pt x="849" y="1913"/>
                    <a:pt x="1232" y="1446"/>
                  </a:cubicBezTo>
                  <a:cubicBezTo>
                    <a:pt x="1280" y="1388"/>
                    <a:pt x="1327" y="1329"/>
                    <a:pt x="1361" y="1284"/>
                  </a:cubicBezTo>
                  <a:cubicBezTo>
                    <a:pt x="1372" y="1273"/>
                    <a:pt x="1397" y="1259"/>
                    <a:pt x="1408" y="1259"/>
                  </a:cubicBezTo>
                  <a:close/>
                  <a:moveTo>
                    <a:pt x="4062" y="1703"/>
                  </a:moveTo>
                  <a:cubicBezTo>
                    <a:pt x="4143" y="1703"/>
                    <a:pt x="4224" y="1748"/>
                    <a:pt x="4305" y="1784"/>
                  </a:cubicBezTo>
                  <a:cubicBezTo>
                    <a:pt x="4445" y="1843"/>
                    <a:pt x="4584" y="1888"/>
                    <a:pt x="4702" y="2016"/>
                  </a:cubicBezTo>
                  <a:cubicBezTo>
                    <a:pt x="4749" y="2064"/>
                    <a:pt x="4794" y="2122"/>
                    <a:pt x="4841" y="2192"/>
                  </a:cubicBezTo>
                  <a:cubicBezTo>
                    <a:pt x="4878" y="2251"/>
                    <a:pt x="4934" y="2307"/>
                    <a:pt x="5004" y="2332"/>
                  </a:cubicBezTo>
                  <a:cubicBezTo>
                    <a:pt x="5073" y="2365"/>
                    <a:pt x="5143" y="2402"/>
                    <a:pt x="5213" y="2446"/>
                  </a:cubicBezTo>
                  <a:cubicBezTo>
                    <a:pt x="5400" y="2541"/>
                    <a:pt x="5470" y="2740"/>
                    <a:pt x="5411" y="2935"/>
                  </a:cubicBezTo>
                  <a:cubicBezTo>
                    <a:pt x="5378" y="3041"/>
                    <a:pt x="5367" y="3145"/>
                    <a:pt x="5400" y="3251"/>
                  </a:cubicBezTo>
                  <a:cubicBezTo>
                    <a:pt x="5492" y="3449"/>
                    <a:pt x="5481" y="3648"/>
                    <a:pt x="5448" y="3857"/>
                  </a:cubicBezTo>
                  <a:cubicBezTo>
                    <a:pt x="5378" y="4148"/>
                    <a:pt x="5330" y="4449"/>
                    <a:pt x="5272" y="4740"/>
                  </a:cubicBezTo>
                  <a:cubicBezTo>
                    <a:pt x="5261" y="4810"/>
                    <a:pt x="5227" y="4880"/>
                    <a:pt x="5180" y="4938"/>
                  </a:cubicBezTo>
                  <a:cubicBezTo>
                    <a:pt x="5004" y="5195"/>
                    <a:pt x="4819" y="5438"/>
                    <a:pt x="4632" y="5695"/>
                  </a:cubicBezTo>
                  <a:cubicBezTo>
                    <a:pt x="4540" y="5824"/>
                    <a:pt x="4422" y="5883"/>
                    <a:pt x="4272" y="5916"/>
                  </a:cubicBezTo>
                  <a:cubicBezTo>
                    <a:pt x="4256" y="5920"/>
                    <a:pt x="4240" y="5921"/>
                    <a:pt x="4225" y="5921"/>
                  </a:cubicBezTo>
                  <a:cubicBezTo>
                    <a:pt x="4138" y="5921"/>
                    <a:pt x="4063" y="5870"/>
                    <a:pt x="4003" y="5799"/>
                  </a:cubicBezTo>
                  <a:cubicBezTo>
                    <a:pt x="3864" y="5637"/>
                    <a:pt x="3702" y="5497"/>
                    <a:pt x="3621" y="5276"/>
                  </a:cubicBezTo>
                  <a:cubicBezTo>
                    <a:pt x="3573" y="5170"/>
                    <a:pt x="3514" y="5078"/>
                    <a:pt x="3445" y="4986"/>
                  </a:cubicBezTo>
                  <a:cubicBezTo>
                    <a:pt x="3375" y="4880"/>
                    <a:pt x="3375" y="4765"/>
                    <a:pt x="3364" y="4648"/>
                  </a:cubicBezTo>
                  <a:cubicBezTo>
                    <a:pt x="3341" y="4486"/>
                    <a:pt x="3316" y="4332"/>
                    <a:pt x="3294" y="4181"/>
                  </a:cubicBezTo>
                  <a:cubicBezTo>
                    <a:pt x="3294" y="4123"/>
                    <a:pt x="3257" y="4089"/>
                    <a:pt x="3202" y="4078"/>
                  </a:cubicBezTo>
                  <a:cubicBezTo>
                    <a:pt x="3143" y="4067"/>
                    <a:pt x="3084" y="4067"/>
                    <a:pt x="3026" y="4067"/>
                  </a:cubicBezTo>
                  <a:cubicBezTo>
                    <a:pt x="2987" y="4070"/>
                    <a:pt x="2948" y="4073"/>
                    <a:pt x="2909" y="4073"/>
                  </a:cubicBezTo>
                  <a:cubicBezTo>
                    <a:pt x="2820" y="4073"/>
                    <a:pt x="2734" y="4060"/>
                    <a:pt x="2654" y="4019"/>
                  </a:cubicBezTo>
                  <a:cubicBezTo>
                    <a:pt x="2607" y="3983"/>
                    <a:pt x="2548" y="3983"/>
                    <a:pt x="2489" y="3961"/>
                  </a:cubicBezTo>
                  <a:cubicBezTo>
                    <a:pt x="2433" y="3938"/>
                    <a:pt x="2364" y="3927"/>
                    <a:pt x="2305" y="3880"/>
                  </a:cubicBezTo>
                  <a:cubicBezTo>
                    <a:pt x="2129" y="3729"/>
                    <a:pt x="1989" y="3553"/>
                    <a:pt x="1930" y="3321"/>
                  </a:cubicBezTo>
                  <a:cubicBezTo>
                    <a:pt x="1908" y="3251"/>
                    <a:pt x="1919" y="3192"/>
                    <a:pt x="1944" y="3123"/>
                  </a:cubicBezTo>
                  <a:cubicBezTo>
                    <a:pt x="2014" y="2983"/>
                    <a:pt x="2048" y="2832"/>
                    <a:pt x="2059" y="2670"/>
                  </a:cubicBezTo>
                  <a:cubicBezTo>
                    <a:pt x="2070" y="2564"/>
                    <a:pt x="2118" y="2446"/>
                    <a:pt x="2176" y="2354"/>
                  </a:cubicBezTo>
                  <a:cubicBezTo>
                    <a:pt x="2305" y="2122"/>
                    <a:pt x="2514" y="1946"/>
                    <a:pt x="2757" y="1843"/>
                  </a:cubicBezTo>
                  <a:cubicBezTo>
                    <a:pt x="2852" y="1796"/>
                    <a:pt x="2978" y="1784"/>
                    <a:pt x="3084" y="1762"/>
                  </a:cubicBezTo>
                  <a:cubicBezTo>
                    <a:pt x="3084" y="1773"/>
                    <a:pt x="3084" y="1784"/>
                    <a:pt x="3095" y="1796"/>
                  </a:cubicBezTo>
                  <a:cubicBezTo>
                    <a:pt x="3246" y="1773"/>
                    <a:pt x="3397" y="1737"/>
                    <a:pt x="3551" y="1726"/>
                  </a:cubicBezTo>
                  <a:cubicBezTo>
                    <a:pt x="3713" y="1703"/>
                    <a:pt x="3886" y="1703"/>
                    <a:pt x="4062" y="1703"/>
                  </a:cubicBezTo>
                  <a:close/>
                  <a:moveTo>
                    <a:pt x="4960" y="6706"/>
                  </a:moveTo>
                  <a:cubicBezTo>
                    <a:pt x="4964" y="6706"/>
                    <a:pt x="4968" y="6706"/>
                    <a:pt x="4970" y="6707"/>
                  </a:cubicBezTo>
                  <a:cubicBezTo>
                    <a:pt x="4929" y="6757"/>
                    <a:pt x="4641" y="6843"/>
                    <a:pt x="4516" y="6843"/>
                  </a:cubicBezTo>
                  <a:cubicBezTo>
                    <a:pt x="4496" y="6843"/>
                    <a:pt x="4480" y="6840"/>
                    <a:pt x="4470" y="6835"/>
                  </a:cubicBezTo>
                  <a:cubicBezTo>
                    <a:pt x="4502" y="6803"/>
                    <a:pt x="4882" y="6706"/>
                    <a:pt x="4960" y="6706"/>
                  </a:cubicBezTo>
                  <a:close/>
                  <a:moveTo>
                    <a:pt x="4283" y="6860"/>
                  </a:moveTo>
                  <a:cubicBezTo>
                    <a:pt x="4283" y="6860"/>
                    <a:pt x="4294" y="6860"/>
                    <a:pt x="4305" y="6872"/>
                  </a:cubicBezTo>
                  <a:cubicBezTo>
                    <a:pt x="4294" y="6883"/>
                    <a:pt x="4283" y="6894"/>
                    <a:pt x="4272" y="6894"/>
                  </a:cubicBezTo>
                  <a:cubicBezTo>
                    <a:pt x="4191" y="6905"/>
                    <a:pt x="4096" y="6905"/>
                    <a:pt x="4015" y="6905"/>
                  </a:cubicBezTo>
                  <a:cubicBezTo>
                    <a:pt x="4003" y="6905"/>
                    <a:pt x="3992" y="6883"/>
                    <a:pt x="3981" y="6883"/>
                  </a:cubicBezTo>
                  <a:cubicBezTo>
                    <a:pt x="3992" y="6872"/>
                    <a:pt x="4003" y="6860"/>
                    <a:pt x="4015" y="6860"/>
                  </a:cubicBezTo>
                  <a:close/>
                  <a:moveTo>
                    <a:pt x="5040" y="6846"/>
                  </a:moveTo>
                  <a:cubicBezTo>
                    <a:pt x="5051" y="6846"/>
                    <a:pt x="5051" y="6860"/>
                    <a:pt x="5051" y="6872"/>
                  </a:cubicBezTo>
                  <a:cubicBezTo>
                    <a:pt x="5029" y="6883"/>
                    <a:pt x="5017" y="6894"/>
                    <a:pt x="4992" y="6905"/>
                  </a:cubicBezTo>
                  <a:cubicBezTo>
                    <a:pt x="4659" y="7005"/>
                    <a:pt x="4319" y="7058"/>
                    <a:pt x="3976" y="7058"/>
                  </a:cubicBezTo>
                  <a:cubicBezTo>
                    <a:pt x="3842" y="7058"/>
                    <a:pt x="3708" y="7050"/>
                    <a:pt x="3573" y="7034"/>
                  </a:cubicBezTo>
                  <a:cubicBezTo>
                    <a:pt x="3537" y="7034"/>
                    <a:pt x="3514" y="7022"/>
                    <a:pt x="3481" y="7011"/>
                  </a:cubicBezTo>
                  <a:lnTo>
                    <a:pt x="3481" y="6986"/>
                  </a:lnTo>
                  <a:cubicBezTo>
                    <a:pt x="3605" y="6996"/>
                    <a:pt x="3730" y="7005"/>
                    <a:pt x="3854" y="7005"/>
                  </a:cubicBezTo>
                  <a:cubicBezTo>
                    <a:pt x="3904" y="7005"/>
                    <a:pt x="3954" y="7003"/>
                    <a:pt x="4003" y="7000"/>
                  </a:cubicBezTo>
                  <a:cubicBezTo>
                    <a:pt x="4191" y="7000"/>
                    <a:pt x="4364" y="6986"/>
                    <a:pt x="4540" y="6953"/>
                  </a:cubicBezTo>
                  <a:cubicBezTo>
                    <a:pt x="4702" y="6930"/>
                    <a:pt x="4878" y="6883"/>
                    <a:pt x="5040" y="6846"/>
                  </a:cubicBezTo>
                  <a:close/>
                  <a:moveTo>
                    <a:pt x="3855" y="1"/>
                  </a:moveTo>
                  <a:cubicBezTo>
                    <a:pt x="2758" y="1"/>
                    <a:pt x="1412" y="587"/>
                    <a:pt x="710" y="1983"/>
                  </a:cubicBezTo>
                  <a:cubicBezTo>
                    <a:pt x="0" y="3391"/>
                    <a:pt x="360" y="4986"/>
                    <a:pt x="1187" y="5905"/>
                  </a:cubicBezTo>
                  <a:cubicBezTo>
                    <a:pt x="1220" y="5862"/>
                    <a:pt x="1266" y="5833"/>
                    <a:pt x="1315" y="5833"/>
                  </a:cubicBezTo>
                  <a:cubicBezTo>
                    <a:pt x="1334" y="5833"/>
                    <a:pt x="1353" y="5837"/>
                    <a:pt x="1372" y="5846"/>
                  </a:cubicBezTo>
                  <a:cubicBezTo>
                    <a:pt x="1467" y="5905"/>
                    <a:pt x="1570" y="5952"/>
                    <a:pt x="1651" y="6045"/>
                  </a:cubicBezTo>
                  <a:cubicBezTo>
                    <a:pt x="1687" y="6103"/>
                    <a:pt x="1746" y="6137"/>
                    <a:pt x="1805" y="6184"/>
                  </a:cubicBezTo>
                  <a:cubicBezTo>
                    <a:pt x="1849" y="6218"/>
                    <a:pt x="1897" y="6243"/>
                    <a:pt x="1956" y="6277"/>
                  </a:cubicBezTo>
                  <a:cubicBezTo>
                    <a:pt x="2025" y="6313"/>
                    <a:pt x="2095" y="6358"/>
                    <a:pt x="2176" y="6383"/>
                  </a:cubicBezTo>
                  <a:cubicBezTo>
                    <a:pt x="2280" y="6427"/>
                    <a:pt x="2386" y="6453"/>
                    <a:pt x="2489" y="6497"/>
                  </a:cubicBezTo>
                  <a:cubicBezTo>
                    <a:pt x="2527" y="6509"/>
                    <a:pt x="2562" y="6515"/>
                    <a:pt x="2596" y="6515"/>
                  </a:cubicBezTo>
                  <a:cubicBezTo>
                    <a:pt x="2636" y="6515"/>
                    <a:pt x="2675" y="6506"/>
                    <a:pt x="2713" y="6486"/>
                  </a:cubicBezTo>
                  <a:cubicBezTo>
                    <a:pt x="2736" y="6476"/>
                    <a:pt x="2759" y="6471"/>
                    <a:pt x="2780" y="6471"/>
                  </a:cubicBezTo>
                  <a:cubicBezTo>
                    <a:pt x="2849" y="6471"/>
                    <a:pt x="2897" y="6527"/>
                    <a:pt x="2897" y="6626"/>
                  </a:cubicBezTo>
                  <a:cubicBezTo>
                    <a:pt x="2897" y="6791"/>
                    <a:pt x="2933" y="6835"/>
                    <a:pt x="3084" y="6894"/>
                  </a:cubicBezTo>
                  <a:cubicBezTo>
                    <a:pt x="3165" y="6916"/>
                    <a:pt x="3213" y="6964"/>
                    <a:pt x="3224" y="7045"/>
                  </a:cubicBezTo>
                  <a:cubicBezTo>
                    <a:pt x="3224" y="7103"/>
                    <a:pt x="3246" y="7115"/>
                    <a:pt x="3294" y="7126"/>
                  </a:cubicBezTo>
                  <a:cubicBezTo>
                    <a:pt x="3502" y="7161"/>
                    <a:pt x="3710" y="7179"/>
                    <a:pt x="3917" y="7179"/>
                  </a:cubicBezTo>
                  <a:cubicBezTo>
                    <a:pt x="4208" y="7179"/>
                    <a:pt x="4497" y="7143"/>
                    <a:pt x="4783" y="7070"/>
                  </a:cubicBezTo>
                  <a:cubicBezTo>
                    <a:pt x="4970" y="7022"/>
                    <a:pt x="5143" y="6964"/>
                    <a:pt x="5319" y="6905"/>
                  </a:cubicBezTo>
                  <a:cubicBezTo>
                    <a:pt x="5308" y="6824"/>
                    <a:pt x="5319" y="6777"/>
                    <a:pt x="5378" y="6732"/>
                  </a:cubicBezTo>
                  <a:cubicBezTo>
                    <a:pt x="5459" y="6651"/>
                    <a:pt x="5551" y="6592"/>
                    <a:pt x="5632" y="6522"/>
                  </a:cubicBezTo>
                  <a:cubicBezTo>
                    <a:pt x="5691" y="6486"/>
                    <a:pt x="5727" y="6453"/>
                    <a:pt x="5749" y="6394"/>
                  </a:cubicBezTo>
                  <a:cubicBezTo>
                    <a:pt x="5772" y="6346"/>
                    <a:pt x="5819" y="6288"/>
                    <a:pt x="5856" y="6288"/>
                  </a:cubicBezTo>
                  <a:cubicBezTo>
                    <a:pt x="6018" y="6265"/>
                    <a:pt x="6146" y="6162"/>
                    <a:pt x="6297" y="6126"/>
                  </a:cubicBezTo>
                  <a:cubicBezTo>
                    <a:pt x="6331" y="6115"/>
                    <a:pt x="6344" y="6092"/>
                    <a:pt x="6367" y="6078"/>
                  </a:cubicBezTo>
                  <a:cubicBezTo>
                    <a:pt x="6367" y="6067"/>
                    <a:pt x="6367" y="6067"/>
                    <a:pt x="6356" y="6056"/>
                  </a:cubicBezTo>
                  <a:cubicBezTo>
                    <a:pt x="6322" y="6064"/>
                    <a:pt x="6283" y="6072"/>
                    <a:pt x="6242" y="6072"/>
                  </a:cubicBezTo>
                  <a:cubicBezTo>
                    <a:pt x="6225" y="6072"/>
                    <a:pt x="6208" y="6070"/>
                    <a:pt x="6191" y="6067"/>
                  </a:cubicBezTo>
                  <a:cubicBezTo>
                    <a:pt x="6099" y="6067"/>
                    <a:pt x="6051" y="5997"/>
                    <a:pt x="6099" y="5916"/>
                  </a:cubicBezTo>
                  <a:cubicBezTo>
                    <a:pt x="6135" y="5858"/>
                    <a:pt x="6146" y="5799"/>
                    <a:pt x="6121" y="5743"/>
                  </a:cubicBezTo>
                  <a:cubicBezTo>
                    <a:pt x="6076" y="5626"/>
                    <a:pt x="6099" y="5556"/>
                    <a:pt x="6216" y="5508"/>
                  </a:cubicBezTo>
                  <a:cubicBezTo>
                    <a:pt x="6286" y="5475"/>
                    <a:pt x="6367" y="5464"/>
                    <a:pt x="6437" y="5427"/>
                  </a:cubicBezTo>
                  <a:cubicBezTo>
                    <a:pt x="6470" y="5416"/>
                    <a:pt x="6507" y="5405"/>
                    <a:pt x="6540" y="5369"/>
                  </a:cubicBezTo>
                  <a:cubicBezTo>
                    <a:pt x="6568" y="5352"/>
                    <a:pt x="6594" y="5327"/>
                    <a:pt x="6620" y="5327"/>
                  </a:cubicBezTo>
                  <a:cubicBezTo>
                    <a:pt x="6629" y="5327"/>
                    <a:pt x="6637" y="5329"/>
                    <a:pt x="6646" y="5335"/>
                  </a:cubicBezTo>
                  <a:cubicBezTo>
                    <a:pt x="6680" y="5357"/>
                    <a:pt x="6716" y="5405"/>
                    <a:pt x="6727" y="5438"/>
                  </a:cubicBezTo>
                  <a:cubicBezTo>
                    <a:pt x="6738" y="5464"/>
                    <a:pt x="6738" y="5497"/>
                    <a:pt x="6738" y="5533"/>
                  </a:cubicBezTo>
                  <a:cubicBezTo>
                    <a:pt x="6750" y="5556"/>
                    <a:pt x="6764" y="5578"/>
                    <a:pt x="6775" y="5589"/>
                  </a:cubicBezTo>
                  <a:cubicBezTo>
                    <a:pt x="6797" y="5614"/>
                    <a:pt x="6819" y="5637"/>
                    <a:pt x="6845" y="5659"/>
                  </a:cubicBezTo>
                  <a:cubicBezTo>
                    <a:pt x="6845" y="5659"/>
                    <a:pt x="6856" y="5659"/>
                    <a:pt x="6856" y="5648"/>
                  </a:cubicBezTo>
                  <a:cubicBezTo>
                    <a:pt x="7099" y="5324"/>
                    <a:pt x="7275" y="4950"/>
                    <a:pt x="7378" y="4556"/>
                  </a:cubicBezTo>
                  <a:cubicBezTo>
                    <a:pt x="7378" y="4542"/>
                    <a:pt x="7378" y="4519"/>
                    <a:pt x="7367" y="4508"/>
                  </a:cubicBezTo>
                  <a:cubicBezTo>
                    <a:pt x="7322" y="4438"/>
                    <a:pt x="7297" y="4357"/>
                    <a:pt x="7297" y="4276"/>
                  </a:cubicBezTo>
                  <a:cubicBezTo>
                    <a:pt x="7297" y="4218"/>
                    <a:pt x="7275" y="4148"/>
                    <a:pt x="7264" y="4089"/>
                  </a:cubicBezTo>
                  <a:cubicBezTo>
                    <a:pt x="7264" y="4089"/>
                    <a:pt x="7252" y="4078"/>
                    <a:pt x="7238" y="4078"/>
                  </a:cubicBezTo>
                  <a:cubicBezTo>
                    <a:pt x="7203" y="4143"/>
                    <a:pt x="7151" y="4177"/>
                    <a:pt x="7084" y="4177"/>
                  </a:cubicBezTo>
                  <a:cubicBezTo>
                    <a:pt x="7066" y="4177"/>
                    <a:pt x="7048" y="4175"/>
                    <a:pt x="7029" y="4170"/>
                  </a:cubicBezTo>
                  <a:cubicBezTo>
                    <a:pt x="6987" y="4160"/>
                    <a:pt x="6951" y="4155"/>
                    <a:pt x="6914" y="4155"/>
                  </a:cubicBezTo>
                  <a:cubicBezTo>
                    <a:pt x="6869" y="4155"/>
                    <a:pt x="6825" y="4163"/>
                    <a:pt x="6775" y="4181"/>
                  </a:cubicBezTo>
                  <a:cubicBezTo>
                    <a:pt x="6749" y="4193"/>
                    <a:pt x="6724" y="4198"/>
                    <a:pt x="6701" y="4198"/>
                  </a:cubicBezTo>
                  <a:cubicBezTo>
                    <a:pt x="6627" y="4198"/>
                    <a:pt x="6568" y="4145"/>
                    <a:pt x="6540" y="4067"/>
                  </a:cubicBezTo>
                  <a:cubicBezTo>
                    <a:pt x="6518" y="3961"/>
                    <a:pt x="6495" y="3857"/>
                    <a:pt x="6470" y="3751"/>
                  </a:cubicBezTo>
                  <a:cubicBezTo>
                    <a:pt x="6437" y="3634"/>
                    <a:pt x="6425" y="3508"/>
                    <a:pt x="6437" y="3391"/>
                  </a:cubicBezTo>
                  <a:cubicBezTo>
                    <a:pt x="6437" y="3251"/>
                    <a:pt x="6448" y="3123"/>
                    <a:pt x="6437" y="2994"/>
                  </a:cubicBezTo>
                  <a:cubicBezTo>
                    <a:pt x="6437" y="2902"/>
                    <a:pt x="6470" y="2821"/>
                    <a:pt x="6529" y="2751"/>
                  </a:cubicBezTo>
                  <a:cubicBezTo>
                    <a:pt x="6599" y="2681"/>
                    <a:pt x="6657" y="2600"/>
                    <a:pt x="6705" y="2505"/>
                  </a:cubicBezTo>
                  <a:cubicBezTo>
                    <a:pt x="6764" y="2402"/>
                    <a:pt x="6750" y="2365"/>
                    <a:pt x="6657" y="2296"/>
                  </a:cubicBezTo>
                  <a:cubicBezTo>
                    <a:pt x="6565" y="2237"/>
                    <a:pt x="6459" y="2181"/>
                    <a:pt x="6356" y="2134"/>
                  </a:cubicBezTo>
                  <a:cubicBezTo>
                    <a:pt x="6238" y="2080"/>
                    <a:pt x="6170" y="2051"/>
                    <a:pt x="6109" y="2051"/>
                  </a:cubicBezTo>
                  <a:cubicBezTo>
                    <a:pt x="6037" y="2051"/>
                    <a:pt x="5975" y="2092"/>
                    <a:pt x="5856" y="2181"/>
                  </a:cubicBezTo>
                  <a:cubicBezTo>
                    <a:pt x="5819" y="2215"/>
                    <a:pt x="5761" y="2226"/>
                    <a:pt x="5702" y="2251"/>
                  </a:cubicBezTo>
                  <a:cubicBezTo>
                    <a:pt x="5680" y="2262"/>
                    <a:pt x="5632" y="2273"/>
                    <a:pt x="5610" y="2296"/>
                  </a:cubicBezTo>
                  <a:cubicBezTo>
                    <a:pt x="5582" y="2345"/>
                    <a:pt x="5536" y="2368"/>
                    <a:pt x="5488" y="2368"/>
                  </a:cubicBezTo>
                  <a:cubicBezTo>
                    <a:pt x="5478" y="2368"/>
                    <a:pt x="5469" y="2367"/>
                    <a:pt x="5459" y="2365"/>
                  </a:cubicBezTo>
                  <a:cubicBezTo>
                    <a:pt x="5389" y="2343"/>
                    <a:pt x="5378" y="2284"/>
                    <a:pt x="5367" y="2237"/>
                  </a:cubicBezTo>
                  <a:cubicBezTo>
                    <a:pt x="5353" y="2181"/>
                    <a:pt x="5342" y="2122"/>
                    <a:pt x="5319" y="2075"/>
                  </a:cubicBezTo>
                  <a:cubicBezTo>
                    <a:pt x="5261" y="1972"/>
                    <a:pt x="5272" y="1888"/>
                    <a:pt x="5378" y="1832"/>
                  </a:cubicBezTo>
                  <a:cubicBezTo>
                    <a:pt x="5451" y="1790"/>
                    <a:pt x="5537" y="1749"/>
                    <a:pt x="5626" y="1749"/>
                  </a:cubicBezTo>
                  <a:cubicBezTo>
                    <a:pt x="5663" y="1749"/>
                    <a:pt x="5701" y="1756"/>
                    <a:pt x="5738" y="1773"/>
                  </a:cubicBezTo>
                  <a:cubicBezTo>
                    <a:pt x="5754" y="1779"/>
                    <a:pt x="5767" y="1782"/>
                    <a:pt x="5778" y="1782"/>
                  </a:cubicBezTo>
                  <a:cubicBezTo>
                    <a:pt x="5810" y="1782"/>
                    <a:pt x="5829" y="1761"/>
                    <a:pt x="5856" y="1726"/>
                  </a:cubicBezTo>
                  <a:cubicBezTo>
                    <a:pt x="5948" y="1564"/>
                    <a:pt x="5959" y="1388"/>
                    <a:pt x="5925" y="1203"/>
                  </a:cubicBezTo>
                  <a:cubicBezTo>
                    <a:pt x="5889" y="1027"/>
                    <a:pt x="5819" y="888"/>
                    <a:pt x="5657" y="807"/>
                  </a:cubicBezTo>
                  <a:cubicBezTo>
                    <a:pt x="5509" y="735"/>
                    <a:pt x="5367" y="687"/>
                    <a:pt x="5218" y="687"/>
                  </a:cubicBezTo>
                  <a:cubicBezTo>
                    <a:pt x="5145" y="687"/>
                    <a:pt x="5070" y="699"/>
                    <a:pt x="4992" y="726"/>
                  </a:cubicBezTo>
                  <a:cubicBezTo>
                    <a:pt x="4900" y="748"/>
                    <a:pt x="4819" y="784"/>
                    <a:pt x="4724" y="795"/>
                  </a:cubicBezTo>
                  <a:cubicBezTo>
                    <a:pt x="4709" y="798"/>
                    <a:pt x="4694" y="800"/>
                    <a:pt x="4678" y="800"/>
                  </a:cubicBezTo>
                  <a:cubicBezTo>
                    <a:pt x="4634" y="800"/>
                    <a:pt x="4589" y="789"/>
                    <a:pt x="4562" y="770"/>
                  </a:cubicBezTo>
                  <a:cubicBezTo>
                    <a:pt x="4434" y="678"/>
                    <a:pt x="4319" y="586"/>
                    <a:pt x="4283" y="435"/>
                  </a:cubicBezTo>
                  <a:cubicBezTo>
                    <a:pt x="4272" y="399"/>
                    <a:pt x="4249" y="365"/>
                    <a:pt x="4224" y="351"/>
                  </a:cubicBezTo>
                  <a:cubicBezTo>
                    <a:pt x="4121" y="307"/>
                    <a:pt x="4096" y="225"/>
                    <a:pt x="4121" y="119"/>
                  </a:cubicBezTo>
                  <a:cubicBezTo>
                    <a:pt x="4121" y="86"/>
                    <a:pt x="4143" y="49"/>
                    <a:pt x="4154" y="16"/>
                  </a:cubicBezTo>
                  <a:cubicBezTo>
                    <a:pt x="4057" y="6"/>
                    <a:pt x="3957" y="1"/>
                    <a:pt x="3855" y="1"/>
                  </a:cubicBezTo>
                  <a:close/>
                </a:path>
              </a:pathLst>
            </a:custGeom>
            <a:solidFill>
              <a:srgbClr val="B8E8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36"/>
            <p:cNvSpPr/>
            <p:nvPr/>
          </p:nvSpPr>
          <p:spPr>
            <a:xfrm>
              <a:off x="5202602" y="3958165"/>
              <a:ext cx="161228" cy="209264"/>
            </a:xfrm>
            <a:custGeom>
              <a:avLst/>
              <a:gdLst/>
              <a:ahLst/>
              <a:cxnLst/>
              <a:rect l="l" t="t" r="r" b="b"/>
              <a:pathLst>
                <a:path w="3400" h="4413" extrusionOk="0">
                  <a:moveTo>
                    <a:pt x="313" y="172"/>
                  </a:moveTo>
                  <a:cubicBezTo>
                    <a:pt x="356" y="172"/>
                    <a:pt x="401" y="189"/>
                    <a:pt x="408" y="210"/>
                  </a:cubicBezTo>
                  <a:cubicBezTo>
                    <a:pt x="408" y="222"/>
                    <a:pt x="386" y="244"/>
                    <a:pt x="386" y="244"/>
                  </a:cubicBezTo>
                  <a:cubicBezTo>
                    <a:pt x="338" y="233"/>
                    <a:pt x="291" y="210"/>
                    <a:pt x="246" y="197"/>
                  </a:cubicBezTo>
                  <a:cubicBezTo>
                    <a:pt x="259" y="179"/>
                    <a:pt x="285" y="172"/>
                    <a:pt x="313" y="172"/>
                  </a:cubicBezTo>
                  <a:close/>
                  <a:moveTo>
                    <a:pt x="606" y="185"/>
                  </a:moveTo>
                  <a:lnTo>
                    <a:pt x="606" y="185"/>
                  </a:lnTo>
                  <a:cubicBezTo>
                    <a:pt x="617" y="280"/>
                    <a:pt x="595" y="350"/>
                    <a:pt x="548" y="431"/>
                  </a:cubicBezTo>
                  <a:cubicBezTo>
                    <a:pt x="511" y="373"/>
                    <a:pt x="548" y="233"/>
                    <a:pt x="606" y="185"/>
                  </a:cubicBezTo>
                  <a:close/>
                  <a:moveTo>
                    <a:pt x="1992" y="1130"/>
                  </a:moveTo>
                  <a:cubicBezTo>
                    <a:pt x="2025" y="1152"/>
                    <a:pt x="2062" y="1174"/>
                    <a:pt x="2095" y="1199"/>
                  </a:cubicBezTo>
                  <a:cubicBezTo>
                    <a:pt x="2084" y="1211"/>
                    <a:pt x="2084" y="1222"/>
                    <a:pt x="2073" y="1233"/>
                  </a:cubicBezTo>
                  <a:cubicBezTo>
                    <a:pt x="2037" y="1199"/>
                    <a:pt x="2003" y="1174"/>
                    <a:pt x="1978" y="1152"/>
                  </a:cubicBezTo>
                  <a:cubicBezTo>
                    <a:pt x="1978" y="1141"/>
                    <a:pt x="1992" y="1130"/>
                    <a:pt x="1992" y="1130"/>
                  </a:cubicBezTo>
                  <a:close/>
                  <a:moveTo>
                    <a:pt x="2690" y="3015"/>
                  </a:moveTo>
                  <a:lnTo>
                    <a:pt x="2690" y="3015"/>
                  </a:lnTo>
                  <a:cubicBezTo>
                    <a:pt x="2654" y="3130"/>
                    <a:pt x="2632" y="3225"/>
                    <a:pt x="2595" y="3339"/>
                  </a:cubicBezTo>
                  <a:cubicBezTo>
                    <a:pt x="2562" y="3258"/>
                    <a:pt x="2607" y="3074"/>
                    <a:pt x="2690" y="3015"/>
                  </a:cubicBezTo>
                  <a:close/>
                  <a:moveTo>
                    <a:pt x="2503" y="3549"/>
                  </a:moveTo>
                  <a:lnTo>
                    <a:pt x="2503" y="3549"/>
                  </a:lnTo>
                  <a:cubicBezTo>
                    <a:pt x="2562" y="3563"/>
                    <a:pt x="2632" y="3608"/>
                    <a:pt x="2643" y="3677"/>
                  </a:cubicBezTo>
                  <a:cubicBezTo>
                    <a:pt x="2573" y="3677"/>
                    <a:pt x="2503" y="3608"/>
                    <a:pt x="2503" y="3549"/>
                  </a:cubicBezTo>
                  <a:close/>
                  <a:moveTo>
                    <a:pt x="81" y="1"/>
                  </a:moveTo>
                  <a:cubicBezTo>
                    <a:pt x="0" y="57"/>
                    <a:pt x="11" y="222"/>
                    <a:pt x="92" y="280"/>
                  </a:cubicBezTo>
                  <a:cubicBezTo>
                    <a:pt x="129" y="303"/>
                    <a:pt x="176" y="336"/>
                    <a:pt x="187" y="384"/>
                  </a:cubicBezTo>
                  <a:cubicBezTo>
                    <a:pt x="221" y="523"/>
                    <a:pt x="327" y="616"/>
                    <a:pt x="430" y="699"/>
                  </a:cubicBezTo>
                  <a:cubicBezTo>
                    <a:pt x="457" y="716"/>
                    <a:pt x="495" y="726"/>
                    <a:pt x="532" y="726"/>
                  </a:cubicBezTo>
                  <a:cubicBezTo>
                    <a:pt x="545" y="726"/>
                    <a:pt x="558" y="725"/>
                    <a:pt x="570" y="722"/>
                  </a:cubicBezTo>
                  <a:cubicBezTo>
                    <a:pt x="665" y="711"/>
                    <a:pt x="746" y="674"/>
                    <a:pt x="838" y="652"/>
                  </a:cubicBezTo>
                  <a:cubicBezTo>
                    <a:pt x="896" y="633"/>
                    <a:pt x="962" y="613"/>
                    <a:pt x="1029" y="613"/>
                  </a:cubicBezTo>
                  <a:cubicBezTo>
                    <a:pt x="1043" y="613"/>
                    <a:pt x="1056" y="614"/>
                    <a:pt x="1070" y="616"/>
                  </a:cubicBezTo>
                  <a:cubicBezTo>
                    <a:pt x="1280" y="630"/>
                    <a:pt x="1478" y="699"/>
                    <a:pt x="1654" y="825"/>
                  </a:cubicBezTo>
                  <a:cubicBezTo>
                    <a:pt x="1724" y="873"/>
                    <a:pt x="1782" y="942"/>
                    <a:pt x="1794" y="1023"/>
                  </a:cubicBezTo>
                  <a:cubicBezTo>
                    <a:pt x="1816" y="1104"/>
                    <a:pt x="1827" y="1188"/>
                    <a:pt x="1852" y="1269"/>
                  </a:cubicBezTo>
                  <a:cubicBezTo>
                    <a:pt x="1908" y="1454"/>
                    <a:pt x="1852" y="1618"/>
                    <a:pt x="1746" y="1769"/>
                  </a:cubicBezTo>
                  <a:cubicBezTo>
                    <a:pt x="1721" y="1813"/>
                    <a:pt x="1689" y="1837"/>
                    <a:pt x="1649" y="1837"/>
                  </a:cubicBezTo>
                  <a:cubicBezTo>
                    <a:pt x="1636" y="1837"/>
                    <a:pt x="1621" y="1834"/>
                    <a:pt x="1606" y="1828"/>
                  </a:cubicBezTo>
                  <a:cubicBezTo>
                    <a:pt x="1566" y="1808"/>
                    <a:pt x="1528" y="1800"/>
                    <a:pt x="1490" y="1800"/>
                  </a:cubicBezTo>
                  <a:cubicBezTo>
                    <a:pt x="1418" y="1800"/>
                    <a:pt x="1349" y="1828"/>
                    <a:pt x="1280" y="1850"/>
                  </a:cubicBezTo>
                  <a:cubicBezTo>
                    <a:pt x="1210" y="1887"/>
                    <a:pt x="1187" y="1943"/>
                    <a:pt x="1210" y="2001"/>
                  </a:cubicBezTo>
                  <a:cubicBezTo>
                    <a:pt x="1235" y="2071"/>
                    <a:pt x="1257" y="2141"/>
                    <a:pt x="1280" y="2211"/>
                  </a:cubicBezTo>
                  <a:cubicBezTo>
                    <a:pt x="1294" y="2247"/>
                    <a:pt x="1316" y="2281"/>
                    <a:pt x="1338" y="2292"/>
                  </a:cubicBezTo>
                  <a:cubicBezTo>
                    <a:pt x="1363" y="2292"/>
                    <a:pt x="1397" y="2269"/>
                    <a:pt x="1419" y="2247"/>
                  </a:cubicBezTo>
                  <a:cubicBezTo>
                    <a:pt x="1456" y="2236"/>
                    <a:pt x="1489" y="2188"/>
                    <a:pt x="1525" y="2188"/>
                  </a:cubicBezTo>
                  <a:cubicBezTo>
                    <a:pt x="1595" y="2177"/>
                    <a:pt x="1654" y="2152"/>
                    <a:pt x="1699" y="2107"/>
                  </a:cubicBezTo>
                  <a:cubicBezTo>
                    <a:pt x="1735" y="2071"/>
                    <a:pt x="1782" y="2049"/>
                    <a:pt x="1827" y="2012"/>
                  </a:cubicBezTo>
                  <a:cubicBezTo>
                    <a:pt x="1869" y="1985"/>
                    <a:pt x="1916" y="1971"/>
                    <a:pt x="1967" y="1971"/>
                  </a:cubicBezTo>
                  <a:cubicBezTo>
                    <a:pt x="2000" y="1971"/>
                    <a:pt x="2036" y="1977"/>
                    <a:pt x="2073" y="1990"/>
                  </a:cubicBezTo>
                  <a:cubicBezTo>
                    <a:pt x="2201" y="2049"/>
                    <a:pt x="2341" y="2107"/>
                    <a:pt x="2467" y="2177"/>
                  </a:cubicBezTo>
                  <a:cubicBezTo>
                    <a:pt x="2526" y="2200"/>
                    <a:pt x="2573" y="2258"/>
                    <a:pt x="2621" y="2306"/>
                  </a:cubicBezTo>
                  <a:cubicBezTo>
                    <a:pt x="2665" y="2350"/>
                    <a:pt x="2676" y="2409"/>
                    <a:pt x="2643" y="2468"/>
                  </a:cubicBezTo>
                  <a:cubicBezTo>
                    <a:pt x="2595" y="2571"/>
                    <a:pt x="2537" y="2688"/>
                    <a:pt x="2445" y="2769"/>
                  </a:cubicBezTo>
                  <a:cubicBezTo>
                    <a:pt x="2386" y="2828"/>
                    <a:pt x="2364" y="2909"/>
                    <a:pt x="2364" y="2990"/>
                  </a:cubicBezTo>
                  <a:cubicBezTo>
                    <a:pt x="2364" y="3108"/>
                    <a:pt x="2352" y="3225"/>
                    <a:pt x="2352" y="3339"/>
                  </a:cubicBezTo>
                  <a:cubicBezTo>
                    <a:pt x="2364" y="3446"/>
                    <a:pt x="2364" y="3563"/>
                    <a:pt x="2386" y="3666"/>
                  </a:cubicBezTo>
                  <a:cubicBezTo>
                    <a:pt x="2397" y="3784"/>
                    <a:pt x="2433" y="3898"/>
                    <a:pt x="2467" y="4015"/>
                  </a:cubicBezTo>
                  <a:cubicBezTo>
                    <a:pt x="2486" y="4084"/>
                    <a:pt x="2523" y="4122"/>
                    <a:pt x="2578" y="4122"/>
                  </a:cubicBezTo>
                  <a:cubicBezTo>
                    <a:pt x="2598" y="4122"/>
                    <a:pt x="2619" y="4117"/>
                    <a:pt x="2643" y="4108"/>
                  </a:cubicBezTo>
                  <a:cubicBezTo>
                    <a:pt x="2688" y="4086"/>
                    <a:pt x="2733" y="4074"/>
                    <a:pt x="2778" y="4074"/>
                  </a:cubicBezTo>
                  <a:cubicBezTo>
                    <a:pt x="2803" y="4074"/>
                    <a:pt x="2828" y="4077"/>
                    <a:pt x="2852" y="4085"/>
                  </a:cubicBezTo>
                  <a:cubicBezTo>
                    <a:pt x="2882" y="4093"/>
                    <a:pt x="2908" y="4099"/>
                    <a:pt x="2933" y="4099"/>
                  </a:cubicBezTo>
                  <a:cubicBezTo>
                    <a:pt x="2976" y="4099"/>
                    <a:pt x="3013" y="4082"/>
                    <a:pt x="3051" y="4038"/>
                  </a:cubicBezTo>
                  <a:cubicBezTo>
                    <a:pt x="3066" y="4017"/>
                    <a:pt x="3087" y="4006"/>
                    <a:pt x="3108" y="4006"/>
                  </a:cubicBezTo>
                  <a:cubicBezTo>
                    <a:pt x="3131" y="4006"/>
                    <a:pt x="3153" y="4020"/>
                    <a:pt x="3165" y="4052"/>
                  </a:cubicBezTo>
                  <a:cubicBezTo>
                    <a:pt x="3190" y="4122"/>
                    <a:pt x="3202" y="4191"/>
                    <a:pt x="3224" y="4261"/>
                  </a:cubicBezTo>
                  <a:cubicBezTo>
                    <a:pt x="3235" y="4306"/>
                    <a:pt x="3235" y="4365"/>
                    <a:pt x="3249" y="4412"/>
                  </a:cubicBezTo>
                  <a:lnTo>
                    <a:pt x="3271" y="4412"/>
                  </a:lnTo>
                  <a:cubicBezTo>
                    <a:pt x="3271" y="4387"/>
                    <a:pt x="3283" y="4365"/>
                    <a:pt x="3283" y="4342"/>
                  </a:cubicBezTo>
                  <a:cubicBezTo>
                    <a:pt x="3375" y="3898"/>
                    <a:pt x="3400" y="3457"/>
                    <a:pt x="3330" y="3015"/>
                  </a:cubicBezTo>
                  <a:cubicBezTo>
                    <a:pt x="3179" y="2119"/>
                    <a:pt x="2760" y="1373"/>
                    <a:pt x="2062" y="803"/>
                  </a:cubicBezTo>
                  <a:cubicBezTo>
                    <a:pt x="1503" y="336"/>
                    <a:pt x="849" y="71"/>
                    <a:pt x="12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36"/>
            <p:cNvSpPr/>
            <p:nvPr/>
          </p:nvSpPr>
          <p:spPr>
            <a:xfrm>
              <a:off x="5063996" y="4236942"/>
              <a:ext cx="91758" cy="57378"/>
            </a:xfrm>
            <a:custGeom>
              <a:avLst/>
              <a:gdLst/>
              <a:ahLst/>
              <a:cxnLst/>
              <a:rect l="l" t="t" r="r" b="b"/>
              <a:pathLst>
                <a:path w="1935" h="1210" extrusionOk="0">
                  <a:moveTo>
                    <a:pt x="93" y="0"/>
                  </a:moveTo>
                  <a:cubicBezTo>
                    <a:pt x="62" y="0"/>
                    <a:pt x="36" y="17"/>
                    <a:pt x="1" y="58"/>
                  </a:cubicBezTo>
                  <a:cubicBezTo>
                    <a:pt x="526" y="651"/>
                    <a:pt x="1166" y="1036"/>
                    <a:pt x="1934" y="1209"/>
                  </a:cubicBezTo>
                  <a:cubicBezTo>
                    <a:pt x="1934" y="1128"/>
                    <a:pt x="1898" y="1081"/>
                    <a:pt x="1842" y="1059"/>
                  </a:cubicBezTo>
                  <a:cubicBezTo>
                    <a:pt x="1666" y="989"/>
                    <a:pt x="1618" y="919"/>
                    <a:pt x="1618" y="732"/>
                  </a:cubicBezTo>
                  <a:cubicBezTo>
                    <a:pt x="1618" y="672"/>
                    <a:pt x="1600" y="638"/>
                    <a:pt x="1558" y="638"/>
                  </a:cubicBezTo>
                  <a:cubicBezTo>
                    <a:pt x="1543" y="638"/>
                    <a:pt x="1525" y="642"/>
                    <a:pt x="1504" y="651"/>
                  </a:cubicBezTo>
                  <a:cubicBezTo>
                    <a:pt x="1463" y="669"/>
                    <a:pt x="1422" y="678"/>
                    <a:pt x="1382" y="678"/>
                  </a:cubicBezTo>
                  <a:cubicBezTo>
                    <a:pt x="1343" y="678"/>
                    <a:pt x="1304" y="669"/>
                    <a:pt x="1269" y="651"/>
                  </a:cubicBezTo>
                  <a:cubicBezTo>
                    <a:pt x="1177" y="628"/>
                    <a:pt x="1096" y="581"/>
                    <a:pt x="1004" y="570"/>
                  </a:cubicBezTo>
                  <a:cubicBezTo>
                    <a:pt x="794" y="522"/>
                    <a:pt x="641" y="371"/>
                    <a:pt x="456" y="279"/>
                  </a:cubicBezTo>
                  <a:lnTo>
                    <a:pt x="420" y="243"/>
                  </a:lnTo>
                  <a:cubicBezTo>
                    <a:pt x="361" y="151"/>
                    <a:pt x="269" y="81"/>
                    <a:pt x="166" y="22"/>
                  </a:cubicBezTo>
                  <a:cubicBezTo>
                    <a:pt x="137" y="8"/>
                    <a:pt x="114" y="0"/>
                    <a:pt x="9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36"/>
            <p:cNvSpPr/>
            <p:nvPr/>
          </p:nvSpPr>
          <p:spPr>
            <a:xfrm>
              <a:off x="5261117" y="4212711"/>
              <a:ext cx="66293" cy="70087"/>
            </a:xfrm>
            <a:custGeom>
              <a:avLst/>
              <a:gdLst/>
              <a:ahLst/>
              <a:cxnLst/>
              <a:rect l="l" t="t" r="r" b="b"/>
              <a:pathLst>
                <a:path w="1398" h="1478" extrusionOk="0">
                  <a:moveTo>
                    <a:pt x="1246" y="0"/>
                  </a:moveTo>
                  <a:cubicBezTo>
                    <a:pt x="1233" y="0"/>
                    <a:pt x="1218" y="7"/>
                    <a:pt x="1199" y="22"/>
                  </a:cubicBezTo>
                  <a:cubicBezTo>
                    <a:pt x="1163" y="55"/>
                    <a:pt x="1130" y="92"/>
                    <a:pt x="1082" y="103"/>
                  </a:cubicBezTo>
                  <a:cubicBezTo>
                    <a:pt x="1001" y="136"/>
                    <a:pt x="931" y="150"/>
                    <a:pt x="850" y="184"/>
                  </a:cubicBezTo>
                  <a:cubicBezTo>
                    <a:pt x="780" y="206"/>
                    <a:pt x="758" y="265"/>
                    <a:pt x="791" y="335"/>
                  </a:cubicBezTo>
                  <a:cubicBezTo>
                    <a:pt x="814" y="405"/>
                    <a:pt x="814" y="486"/>
                    <a:pt x="780" y="556"/>
                  </a:cubicBezTo>
                  <a:cubicBezTo>
                    <a:pt x="758" y="614"/>
                    <a:pt x="769" y="639"/>
                    <a:pt x="828" y="639"/>
                  </a:cubicBezTo>
                  <a:cubicBezTo>
                    <a:pt x="872" y="639"/>
                    <a:pt x="920" y="625"/>
                    <a:pt x="967" y="625"/>
                  </a:cubicBezTo>
                  <a:cubicBezTo>
                    <a:pt x="990" y="625"/>
                    <a:pt x="1023" y="639"/>
                    <a:pt x="1037" y="662"/>
                  </a:cubicBezTo>
                  <a:cubicBezTo>
                    <a:pt x="1048" y="684"/>
                    <a:pt x="1037" y="732"/>
                    <a:pt x="1012" y="743"/>
                  </a:cubicBezTo>
                  <a:cubicBezTo>
                    <a:pt x="967" y="779"/>
                    <a:pt x="920" y="801"/>
                    <a:pt x="861" y="824"/>
                  </a:cubicBezTo>
                  <a:cubicBezTo>
                    <a:pt x="814" y="849"/>
                    <a:pt x="758" y="871"/>
                    <a:pt x="710" y="894"/>
                  </a:cubicBezTo>
                  <a:cubicBezTo>
                    <a:pt x="641" y="919"/>
                    <a:pt x="582" y="930"/>
                    <a:pt x="523" y="963"/>
                  </a:cubicBezTo>
                  <a:cubicBezTo>
                    <a:pt x="490" y="975"/>
                    <a:pt x="442" y="1000"/>
                    <a:pt x="431" y="1033"/>
                  </a:cubicBezTo>
                  <a:cubicBezTo>
                    <a:pt x="409" y="1114"/>
                    <a:pt x="339" y="1162"/>
                    <a:pt x="269" y="1209"/>
                  </a:cubicBezTo>
                  <a:cubicBezTo>
                    <a:pt x="185" y="1268"/>
                    <a:pt x="115" y="1324"/>
                    <a:pt x="46" y="1394"/>
                  </a:cubicBezTo>
                  <a:cubicBezTo>
                    <a:pt x="23" y="1408"/>
                    <a:pt x="12" y="1441"/>
                    <a:pt x="1" y="1463"/>
                  </a:cubicBezTo>
                  <a:lnTo>
                    <a:pt x="12" y="1477"/>
                  </a:lnTo>
                  <a:cubicBezTo>
                    <a:pt x="34" y="1463"/>
                    <a:pt x="60" y="1463"/>
                    <a:pt x="82" y="1452"/>
                  </a:cubicBezTo>
                  <a:cubicBezTo>
                    <a:pt x="571" y="1220"/>
                    <a:pt x="979" y="894"/>
                    <a:pt x="1328" y="475"/>
                  </a:cubicBezTo>
                  <a:cubicBezTo>
                    <a:pt x="1361" y="430"/>
                    <a:pt x="1373" y="382"/>
                    <a:pt x="1398" y="324"/>
                  </a:cubicBezTo>
                  <a:cubicBezTo>
                    <a:pt x="1398" y="312"/>
                    <a:pt x="1387" y="276"/>
                    <a:pt x="1373" y="265"/>
                  </a:cubicBezTo>
                  <a:cubicBezTo>
                    <a:pt x="1317" y="231"/>
                    <a:pt x="1303" y="184"/>
                    <a:pt x="1303" y="125"/>
                  </a:cubicBezTo>
                  <a:cubicBezTo>
                    <a:pt x="1303" y="103"/>
                    <a:pt x="1303" y="67"/>
                    <a:pt x="1292" y="44"/>
                  </a:cubicBezTo>
                  <a:cubicBezTo>
                    <a:pt x="1278" y="16"/>
                    <a:pt x="1265" y="0"/>
                    <a:pt x="1246"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6"/>
            <p:cNvSpPr/>
            <p:nvPr/>
          </p:nvSpPr>
          <p:spPr>
            <a:xfrm>
              <a:off x="5099893" y="4040579"/>
              <a:ext cx="163409" cy="194375"/>
            </a:xfrm>
            <a:custGeom>
              <a:avLst/>
              <a:gdLst/>
              <a:ahLst/>
              <a:cxnLst/>
              <a:rect l="l" t="t" r="r" b="b"/>
              <a:pathLst>
                <a:path w="3446" h="4099" extrusionOk="0">
                  <a:moveTo>
                    <a:pt x="2714" y="1370"/>
                  </a:moveTo>
                  <a:cubicBezTo>
                    <a:pt x="2747" y="1381"/>
                    <a:pt x="2817" y="1520"/>
                    <a:pt x="2806" y="1568"/>
                  </a:cubicBezTo>
                  <a:cubicBezTo>
                    <a:pt x="2761" y="1557"/>
                    <a:pt x="2666" y="1428"/>
                    <a:pt x="2677" y="1392"/>
                  </a:cubicBezTo>
                  <a:cubicBezTo>
                    <a:pt x="2677" y="1381"/>
                    <a:pt x="2702" y="1370"/>
                    <a:pt x="2714" y="1370"/>
                  </a:cubicBezTo>
                  <a:close/>
                  <a:moveTo>
                    <a:pt x="317" y="1406"/>
                  </a:moveTo>
                  <a:lnTo>
                    <a:pt x="317" y="1406"/>
                  </a:lnTo>
                  <a:cubicBezTo>
                    <a:pt x="373" y="1476"/>
                    <a:pt x="420" y="1532"/>
                    <a:pt x="468" y="1590"/>
                  </a:cubicBezTo>
                  <a:cubicBezTo>
                    <a:pt x="387" y="1590"/>
                    <a:pt x="303" y="1487"/>
                    <a:pt x="317" y="1406"/>
                  </a:cubicBezTo>
                  <a:close/>
                  <a:moveTo>
                    <a:pt x="641" y="1557"/>
                  </a:moveTo>
                  <a:cubicBezTo>
                    <a:pt x="641" y="1568"/>
                    <a:pt x="652" y="1579"/>
                    <a:pt x="652" y="1590"/>
                  </a:cubicBezTo>
                  <a:cubicBezTo>
                    <a:pt x="630" y="1660"/>
                    <a:pt x="596" y="1730"/>
                    <a:pt x="571" y="1800"/>
                  </a:cubicBezTo>
                  <a:cubicBezTo>
                    <a:pt x="571" y="1811"/>
                    <a:pt x="560" y="1811"/>
                    <a:pt x="537" y="1836"/>
                  </a:cubicBezTo>
                  <a:lnTo>
                    <a:pt x="537" y="1730"/>
                  </a:lnTo>
                  <a:cubicBezTo>
                    <a:pt x="560" y="1671"/>
                    <a:pt x="571" y="1627"/>
                    <a:pt x="596" y="1579"/>
                  </a:cubicBezTo>
                  <a:cubicBezTo>
                    <a:pt x="607" y="1568"/>
                    <a:pt x="618" y="1568"/>
                    <a:pt x="641" y="1557"/>
                  </a:cubicBezTo>
                  <a:close/>
                  <a:moveTo>
                    <a:pt x="3063" y="1906"/>
                  </a:moveTo>
                  <a:lnTo>
                    <a:pt x="3063" y="1906"/>
                  </a:lnTo>
                  <a:cubicBezTo>
                    <a:pt x="3027" y="2009"/>
                    <a:pt x="3004" y="2115"/>
                    <a:pt x="2982" y="2219"/>
                  </a:cubicBezTo>
                  <a:cubicBezTo>
                    <a:pt x="2934" y="2160"/>
                    <a:pt x="2993" y="1928"/>
                    <a:pt x="3063" y="1906"/>
                  </a:cubicBezTo>
                  <a:close/>
                  <a:moveTo>
                    <a:pt x="2761" y="2406"/>
                  </a:moveTo>
                  <a:cubicBezTo>
                    <a:pt x="2783" y="2417"/>
                    <a:pt x="2806" y="2428"/>
                    <a:pt x="2831" y="2453"/>
                  </a:cubicBezTo>
                  <a:cubicBezTo>
                    <a:pt x="2831" y="2453"/>
                    <a:pt x="2842" y="2476"/>
                    <a:pt x="2853" y="2498"/>
                  </a:cubicBezTo>
                  <a:cubicBezTo>
                    <a:pt x="2817" y="2498"/>
                    <a:pt x="2806" y="2498"/>
                    <a:pt x="2795" y="2487"/>
                  </a:cubicBezTo>
                  <a:cubicBezTo>
                    <a:pt x="2772" y="2476"/>
                    <a:pt x="2761" y="2453"/>
                    <a:pt x="2736" y="2428"/>
                  </a:cubicBezTo>
                  <a:lnTo>
                    <a:pt x="2761" y="2406"/>
                  </a:lnTo>
                  <a:close/>
                  <a:moveTo>
                    <a:pt x="1909" y="0"/>
                  </a:moveTo>
                  <a:cubicBezTo>
                    <a:pt x="1770" y="0"/>
                    <a:pt x="1621" y="26"/>
                    <a:pt x="1479" y="43"/>
                  </a:cubicBezTo>
                  <a:cubicBezTo>
                    <a:pt x="1339" y="54"/>
                    <a:pt x="1188" y="79"/>
                    <a:pt x="1037" y="90"/>
                  </a:cubicBezTo>
                  <a:cubicBezTo>
                    <a:pt x="898" y="90"/>
                    <a:pt x="769" y="135"/>
                    <a:pt x="652" y="205"/>
                  </a:cubicBezTo>
                  <a:cubicBezTo>
                    <a:pt x="607" y="241"/>
                    <a:pt x="560" y="274"/>
                    <a:pt x="512" y="300"/>
                  </a:cubicBezTo>
                  <a:cubicBezTo>
                    <a:pt x="280" y="439"/>
                    <a:pt x="199" y="660"/>
                    <a:pt x="141" y="903"/>
                  </a:cubicBezTo>
                  <a:lnTo>
                    <a:pt x="141" y="928"/>
                  </a:lnTo>
                  <a:cubicBezTo>
                    <a:pt x="152" y="1090"/>
                    <a:pt x="93" y="1241"/>
                    <a:pt x="23" y="1392"/>
                  </a:cubicBezTo>
                  <a:cubicBezTo>
                    <a:pt x="12" y="1439"/>
                    <a:pt x="1" y="1498"/>
                    <a:pt x="12" y="1546"/>
                  </a:cubicBezTo>
                  <a:cubicBezTo>
                    <a:pt x="71" y="1789"/>
                    <a:pt x="233" y="1951"/>
                    <a:pt x="409" y="2104"/>
                  </a:cubicBezTo>
                  <a:cubicBezTo>
                    <a:pt x="442" y="2127"/>
                    <a:pt x="490" y="2138"/>
                    <a:pt x="526" y="2149"/>
                  </a:cubicBezTo>
                  <a:cubicBezTo>
                    <a:pt x="596" y="2160"/>
                    <a:pt x="666" y="2185"/>
                    <a:pt x="722" y="2208"/>
                  </a:cubicBezTo>
                  <a:cubicBezTo>
                    <a:pt x="806" y="2244"/>
                    <a:pt x="875" y="2255"/>
                    <a:pt x="945" y="2255"/>
                  </a:cubicBezTo>
                  <a:cubicBezTo>
                    <a:pt x="1049" y="2255"/>
                    <a:pt x="1141" y="2255"/>
                    <a:pt x="1236" y="2266"/>
                  </a:cubicBezTo>
                  <a:cubicBezTo>
                    <a:pt x="1328" y="2277"/>
                    <a:pt x="1364" y="2325"/>
                    <a:pt x="1375" y="2417"/>
                  </a:cubicBezTo>
                  <a:cubicBezTo>
                    <a:pt x="1387" y="2509"/>
                    <a:pt x="1398" y="2604"/>
                    <a:pt x="1409" y="2696"/>
                  </a:cubicBezTo>
                  <a:cubicBezTo>
                    <a:pt x="1420" y="2789"/>
                    <a:pt x="1445" y="2884"/>
                    <a:pt x="1468" y="2976"/>
                  </a:cubicBezTo>
                  <a:cubicBezTo>
                    <a:pt x="1479" y="3057"/>
                    <a:pt x="1515" y="3127"/>
                    <a:pt x="1537" y="3197"/>
                  </a:cubicBezTo>
                  <a:cubicBezTo>
                    <a:pt x="1585" y="3292"/>
                    <a:pt x="1644" y="3361"/>
                    <a:pt x="1677" y="3454"/>
                  </a:cubicBezTo>
                  <a:cubicBezTo>
                    <a:pt x="1747" y="3674"/>
                    <a:pt x="1923" y="3836"/>
                    <a:pt x="2063" y="4001"/>
                  </a:cubicBezTo>
                  <a:cubicBezTo>
                    <a:pt x="2110" y="4051"/>
                    <a:pt x="2167" y="4098"/>
                    <a:pt x="2241" y="4098"/>
                  </a:cubicBezTo>
                  <a:cubicBezTo>
                    <a:pt x="2255" y="4098"/>
                    <a:pt x="2269" y="4097"/>
                    <a:pt x="2283" y="4093"/>
                  </a:cubicBezTo>
                  <a:cubicBezTo>
                    <a:pt x="2423" y="4071"/>
                    <a:pt x="2526" y="4001"/>
                    <a:pt x="2621" y="3884"/>
                  </a:cubicBezTo>
                  <a:cubicBezTo>
                    <a:pt x="2795" y="3641"/>
                    <a:pt x="2971" y="3406"/>
                    <a:pt x="3144" y="3163"/>
                  </a:cubicBezTo>
                  <a:cubicBezTo>
                    <a:pt x="3191" y="3093"/>
                    <a:pt x="3225" y="3023"/>
                    <a:pt x="3236" y="2954"/>
                  </a:cubicBezTo>
                  <a:cubicBezTo>
                    <a:pt x="3306" y="2649"/>
                    <a:pt x="3353" y="2336"/>
                    <a:pt x="3412" y="2034"/>
                  </a:cubicBezTo>
                  <a:cubicBezTo>
                    <a:pt x="3446" y="1858"/>
                    <a:pt x="3434" y="1696"/>
                    <a:pt x="3376" y="1532"/>
                  </a:cubicBezTo>
                  <a:cubicBezTo>
                    <a:pt x="3331" y="1417"/>
                    <a:pt x="3342" y="1288"/>
                    <a:pt x="3376" y="1171"/>
                  </a:cubicBezTo>
                  <a:cubicBezTo>
                    <a:pt x="3390" y="1138"/>
                    <a:pt x="3401" y="1101"/>
                    <a:pt x="3401" y="1068"/>
                  </a:cubicBezTo>
                  <a:cubicBezTo>
                    <a:pt x="3390" y="939"/>
                    <a:pt x="3353" y="833"/>
                    <a:pt x="3236" y="777"/>
                  </a:cubicBezTo>
                  <a:cubicBezTo>
                    <a:pt x="3166" y="730"/>
                    <a:pt x="3085" y="682"/>
                    <a:pt x="3004" y="638"/>
                  </a:cubicBezTo>
                  <a:cubicBezTo>
                    <a:pt x="2923" y="601"/>
                    <a:pt x="2864" y="543"/>
                    <a:pt x="2817" y="473"/>
                  </a:cubicBezTo>
                  <a:cubicBezTo>
                    <a:pt x="2655" y="160"/>
                    <a:pt x="2353" y="54"/>
                    <a:pt x="2038" y="9"/>
                  </a:cubicBezTo>
                  <a:cubicBezTo>
                    <a:pt x="1996" y="3"/>
                    <a:pt x="1953" y="0"/>
                    <a:pt x="190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36"/>
            <p:cNvSpPr/>
            <p:nvPr/>
          </p:nvSpPr>
          <p:spPr>
            <a:xfrm>
              <a:off x="5282598" y="4072255"/>
              <a:ext cx="18873" cy="25133"/>
            </a:xfrm>
            <a:custGeom>
              <a:avLst/>
              <a:gdLst/>
              <a:ahLst/>
              <a:cxnLst/>
              <a:rect l="l" t="t" r="r" b="b"/>
              <a:pathLst>
                <a:path w="398" h="530" extrusionOk="0">
                  <a:moveTo>
                    <a:pt x="203" y="0"/>
                  </a:moveTo>
                  <a:cubicBezTo>
                    <a:pt x="174" y="0"/>
                    <a:pt x="158" y="25"/>
                    <a:pt x="140" y="51"/>
                  </a:cubicBezTo>
                  <a:cubicBezTo>
                    <a:pt x="107" y="95"/>
                    <a:pt x="81" y="154"/>
                    <a:pt x="48" y="190"/>
                  </a:cubicBezTo>
                  <a:cubicBezTo>
                    <a:pt x="0" y="249"/>
                    <a:pt x="26" y="282"/>
                    <a:pt x="59" y="330"/>
                  </a:cubicBezTo>
                  <a:cubicBezTo>
                    <a:pt x="81" y="363"/>
                    <a:pt x="107" y="400"/>
                    <a:pt x="107" y="433"/>
                  </a:cubicBezTo>
                  <a:cubicBezTo>
                    <a:pt x="118" y="481"/>
                    <a:pt x="118" y="528"/>
                    <a:pt x="176" y="528"/>
                  </a:cubicBezTo>
                  <a:cubicBezTo>
                    <a:pt x="182" y="529"/>
                    <a:pt x="188" y="530"/>
                    <a:pt x="193" y="530"/>
                  </a:cubicBezTo>
                  <a:cubicBezTo>
                    <a:pt x="237" y="530"/>
                    <a:pt x="247" y="487"/>
                    <a:pt x="257" y="444"/>
                  </a:cubicBezTo>
                  <a:cubicBezTo>
                    <a:pt x="269" y="411"/>
                    <a:pt x="291" y="363"/>
                    <a:pt x="316" y="330"/>
                  </a:cubicBezTo>
                  <a:cubicBezTo>
                    <a:pt x="350" y="271"/>
                    <a:pt x="386" y="224"/>
                    <a:pt x="397" y="190"/>
                  </a:cubicBezTo>
                  <a:cubicBezTo>
                    <a:pt x="397" y="62"/>
                    <a:pt x="316" y="39"/>
                    <a:pt x="246" y="14"/>
                  </a:cubicBezTo>
                  <a:cubicBezTo>
                    <a:pt x="229" y="5"/>
                    <a:pt x="215" y="0"/>
                    <a:pt x="20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36"/>
            <p:cNvSpPr/>
            <p:nvPr/>
          </p:nvSpPr>
          <p:spPr>
            <a:xfrm>
              <a:off x="5234088" y="4000178"/>
              <a:ext cx="21007" cy="9247"/>
            </a:xfrm>
            <a:custGeom>
              <a:avLst/>
              <a:gdLst/>
              <a:ahLst/>
              <a:cxnLst/>
              <a:rect l="l" t="t" r="r" b="b"/>
              <a:pathLst>
                <a:path w="443" h="195" extrusionOk="0">
                  <a:moveTo>
                    <a:pt x="299" y="1"/>
                  </a:moveTo>
                  <a:cubicBezTo>
                    <a:pt x="282" y="1"/>
                    <a:pt x="264" y="3"/>
                    <a:pt x="244" y="9"/>
                  </a:cubicBezTo>
                  <a:cubicBezTo>
                    <a:pt x="174" y="34"/>
                    <a:pt x="93" y="68"/>
                    <a:pt x="23" y="93"/>
                  </a:cubicBezTo>
                  <a:cubicBezTo>
                    <a:pt x="12" y="104"/>
                    <a:pt x="1" y="126"/>
                    <a:pt x="1" y="137"/>
                  </a:cubicBezTo>
                  <a:cubicBezTo>
                    <a:pt x="1" y="149"/>
                    <a:pt x="12" y="163"/>
                    <a:pt x="23" y="174"/>
                  </a:cubicBezTo>
                  <a:cubicBezTo>
                    <a:pt x="62" y="186"/>
                    <a:pt x="97" y="195"/>
                    <a:pt x="132" y="195"/>
                  </a:cubicBezTo>
                  <a:cubicBezTo>
                    <a:pt x="161" y="195"/>
                    <a:pt x="190" y="189"/>
                    <a:pt x="222" y="174"/>
                  </a:cubicBezTo>
                  <a:cubicBezTo>
                    <a:pt x="266" y="137"/>
                    <a:pt x="325" y="126"/>
                    <a:pt x="384" y="104"/>
                  </a:cubicBezTo>
                  <a:cubicBezTo>
                    <a:pt x="395" y="104"/>
                    <a:pt x="420" y="93"/>
                    <a:pt x="442" y="79"/>
                  </a:cubicBezTo>
                  <a:cubicBezTo>
                    <a:pt x="390" y="26"/>
                    <a:pt x="350" y="1"/>
                    <a:pt x="299"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36"/>
            <p:cNvSpPr/>
            <p:nvPr/>
          </p:nvSpPr>
          <p:spPr>
            <a:xfrm>
              <a:off x="5006145" y="3954229"/>
              <a:ext cx="359301" cy="346735"/>
            </a:xfrm>
            <a:custGeom>
              <a:avLst/>
              <a:gdLst/>
              <a:ahLst/>
              <a:cxnLst/>
              <a:rect l="l" t="t" r="r" b="b"/>
              <a:pathLst>
                <a:path w="7577" h="7312" extrusionOk="0">
                  <a:moveTo>
                    <a:pt x="4272" y="84"/>
                  </a:moveTo>
                  <a:cubicBezTo>
                    <a:pt x="4992" y="154"/>
                    <a:pt x="5646" y="419"/>
                    <a:pt x="6205" y="886"/>
                  </a:cubicBezTo>
                  <a:cubicBezTo>
                    <a:pt x="6903" y="1456"/>
                    <a:pt x="7322" y="2202"/>
                    <a:pt x="7473" y="3098"/>
                  </a:cubicBezTo>
                  <a:cubicBezTo>
                    <a:pt x="7543" y="3540"/>
                    <a:pt x="7518" y="3981"/>
                    <a:pt x="7426" y="4425"/>
                  </a:cubicBezTo>
                  <a:cubicBezTo>
                    <a:pt x="7426" y="4448"/>
                    <a:pt x="7414" y="4470"/>
                    <a:pt x="7414" y="4495"/>
                  </a:cubicBezTo>
                  <a:lnTo>
                    <a:pt x="7392" y="4495"/>
                  </a:lnTo>
                  <a:cubicBezTo>
                    <a:pt x="7378" y="4448"/>
                    <a:pt x="7378" y="4389"/>
                    <a:pt x="7367" y="4344"/>
                  </a:cubicBezTo>
                  <a:cubicBezTo>
                    <a:pt x="7345" y="4274"/>
                    <a:pt x="7333" y="4205"/>
                    <a:pt x="7308" y="4135"/>
                  </a:cubicBezTo>
                  <a:cubicBezTo>
                    <a:pt x="7296" y="4103"/>
                    <a:pt x="7274" y="4089"/>
                    <a:pt x="7251" y="4089"/>
                  </a:cubicBezTo>
                  <a:cubicBezTo>
                    <a:pt x="7230" y="4089"/>
                    <a:pt x="7209" y="4100"/>
                    <a:pt x="7194" y="4121"/>
                  </a:cubicBezTo>
                  <a:cubicBezTo>
                    <a:pt x="7156" y="4165"/>
                    <a:pt x="7119" y="4182"/>
                    <a:pt x="7076" y="4182"/>
                  </a:cubicBezTo>
                  <a:cubicBezTo>
                    <a:pt x="7051" y="4182"/>
                    <a:pt x="7025" y="4176"/>
                    <a:pt x="6995" y="4168"/>
                  </a:cubicBezTo>
                  <a:cubicBezTo>
                    <a:pt x="6971" y="4160"/>
                    <a:pt x="6946" y="4157"/>
                    <a:pt x="6921" y="4157"/>
                  </a:cubicBezTo>
                  <a:cubicBezTo>
                    <a:pt x="6876" y="4157"/>
                    <a:pt x="6831" y="4169"/>
                    <a:pt x="6786" y="4191"/>
                  </a:cubicBezTo>
                  <a:cubicBezTo>
                    <a:pt x="6762" y="4200"/>
                    <a:pt x="6741" y="4205"/>
                    <a:pt x="6721" y="4205"/>
                  </a:cubicBezTo>
                  <a:cubicBezTo>
                    <a:pt x="6666" y="4205"/>
                    <a:pt x="6629" y="4167"/>
                    <a:pt x="6610" y="4098"/>
                  </a:cubicBezTo>
                  <a:cubicBezTo>
                    <a:pt x="6576" y="3981"/>
                    <a:pt x="6540" y="3867"/>
                    <a:pt x="6529" y="3749"/>
                  </a:cubicBezTo>
                  <a:cubicBezTo>
                    <a:pt x="6507" y="3646"/>
                    <a:pt x="6507" y="3529"/>
                    <a:pt x="6495" y="3422"/>
                  </a:cubicBezTo>
                  <a:cubicBezTo>
                    <a:pt x="6495" y="3308"/>
                    <a:pt x="6507" y="3191"/>
                    <a:pt x="6507" y="3073"/>
                  </a:cubicBezTo>
                  <a:cubicBezTo>
                    <a:pt x="6507" y="2992"/>
                    <a:pt x="6529" y="2911"/>
                    <a:pt x="6588" y="2852"/>
                  </a:cubicBezTo>
                  <a:cubicBezTo>
                    <a:pt x="6680" y="2771"/>
                    <a:pt x="6738" y="2654"/>
                    <a:pt x="6786" y="2551"/>
                  </a:cubicBezTo>
                  <a:cubicBezTo>
                    <a:pt x="6819" y="2492"/>
                    <a:pt x="6808" y="2433"/>
                    <a:pt x="6764" y="2389"/>
                  </a:cubicBezTo>
                  <a:cubicBezTo>
                    <a:pt x="6716" y="2341"/>
                    <a:pt x="6669" y="2283"/>
                    <a:pt x="6610" y="2260"/>
                  </a:cubicBezTo>
                  <a:cubicBezTo>
                    <a:pt x="6484" y="2190"/>
                    <a:pt x="6344" y="2132"/>
                    <a:pt x="6216" y="2073"/>
                  </a:cubicBezTo>
                  <a:cubicBezTo>
                    <a:pt x="6179" y="2060"/>
                    <a:pt x="6143" y="2054"/>
                    <a:pt x="6110" y="2054"/>
                  </a:cubicBezTo>
                  <a:cubicBezTo>
                    <a:pt x="6059" y="2054"/>
                    <a:pt x="6012" y="2068"/>
                    <a:pt x="5970" y="2095"/>
                  </a:cubicBezTo>
                  <a:cubicBezTo>
                    <a:pt x="5925" y="2132"/>
                    <a:pt x="5878" y="2154"/>
                    <a:pt x="5842" y="2190"/>
                  </a:cubicBezTo>
                  <a:cubicBezTo>
                    <a:pt x="5797" y="2235"/>
                    <a:pt x="5738" y="2260"/>
                    <a:pt x="5668" y="2271"/>
                  </a:cubicBezTo>
                  <a:cubicBezTo>
                    <a:pt x="5632" y="2271"/>
                    <a:pt x="5599" y="2319"/>
                    <a:pt x="5562" y="2330"/>
                  </a:cubicBezTo>
                  <a:cubicBezTo>
                    <a:pt x="5540" y="2352"/>
                    <a:pt x="5506" y="2375"/>
                    <a:pt x="5481" y="2375"/>
                  </a:cubicBezTo>
                  <a:cubicBezTo>
                    <a:pt x="5459" y="2364"/>
                    <a:pt x="5437" y="2330"/>
                    <a:pt x="5423" y="2294"/>
                  </a:cubicBezTo>
                  <a:cubicBezTo>
                    <a:pt x="5400" y="2224"/>
                    <a:pt x="5378" y="2154"/>
                    <a:pt x="5353" y="2084"/>
                  </a:cubicBezTo>
                  <a:cubicBezTo>
                    <a:pt x="5330" y="2026"/>
                    <a:pt x="5353" y="1970"/>
                    <a:pt x="5423" y="1933"/>
                  </a:cubicBezTo>
                  <a:cubicBezTo>
                    <a:pt x="5492" y="1911"/>
                    <a:pt x="5561" y="1883"/>
                    <a:pt x="5633" y="1883"/>
                  </a:cubicBezTo>
                  <a:cubicBezTo>
                    <a:pt x="5671" y="1883"/>
                    <a:pt x="5709" y="1891"/>
                    <a:pt x="5749" y="1911"/>
                  </a:cubicBezTo>
                  <a:cubicBezTo>
                    <a:pt x="5764" y="1917"/>
                    <a:pt x="5779" y="1920"/>
                    <a:pt x="5792" y="1920"/>
                  </a:cubicBezTo>
                  <a:cubicBezTo>
                    <a:pt x="5832" y="1920"/>
                    <a:pt x="5864" y="1896"/>
                    <a:pt x="5889" y="1852"/>
                  </a:cubicBezTo>
                  <a:cubicBezTo>
                    <a:pt x="5995" y="1701"/>
                    <a:pt x="6051" y="1537"/>
                    <a:pt x="5995" y="1352"/>
                  </a:cubicBezTo>
                  <a:cubicBezTo>
                    <a:pt x="5970" y="1271"/>
                    <a:pt x="5959" y="1187"/>
                    <a:pt x="5937" y="1106"/>
                  </a:cubicBezTo>
                  <a:cubicBezTo>
                    <a:pt x="5925" y="1025"/>
                    <a:pt x="5867" y="956"/>
                    <a:pt x="5797" y="908"/>
                  </a:cubicBezTo>
                  <a:cubicBezTo>
                    <a:pt x="5621" y="782"/>
                    <a:pt x="5423" y="713"/>
                    <a:pt x="5213" y="699"/>
                  </a:cubicBezTo>
                  <a:cubicBezTo>
                    <a:pt x="5199" y="697"/>
                    <a:pt x="5186" y="696"/>
                    <a:pt x="5172" y="696"/>
                  </a:cubicBezTo>
                  <a:cubicBezTo>
                    <a:pt x="5105" y="696"/>
                    <a:pt x="5039" y="716"/>
                    <a:pt x="4981" y="735"/>
                  </a:cubicBezTo>
                  <a:cubicBezTo>
                    <a:pt x="4889" y="757"/>
                    <a:pt x="4808" y="794"/>
                    <a:pt x="4713" y="805"/>
                  </a:cubicBezTo>
                  <a:cubicBezTo>
                    <a:pt x="4701" y="808"/>
                    <a:pt x="4688" y="809"/>
                    <a:pt x="4675" y="809"/>
                  </a:cubicBezTo>
                  <a:cubicBezTo>
                    <a:pt x="4638" y="809"/>
                    <a:pt x="4600" y="799"/>
                    <a:pt x="4573" y="782"/>
                  </a:cubicBezTo>
                  <a:cubicBezTo>
                    <a:pt x="4470" y="699"/>
                    <a:pt x="4364" y="606"/>
                    <a:pt x="4330" y="467"/>
                  </a:cubicBezTo>
                  <a:cubicBezTo>
                    <a:pt x="4319" y="419"/>
                    <a:pt x="4272" y="386"/>
                    <a:pt x="4235" y="363"/>
                  </a:cubicBezTo>
                  <a:cubicBezTo>
                    <a:pt x="4154" y="305"/>
                    <a:pt x="4143" y="140"/>
                    <a:pt x="4224" y="84"/>
                  </a:cubicBezTo>
                  <a:close/>
                  <a:moveTo>
                    <a:pt x="6623" y="5451"/>
                  </a:moveTo>
                  <a:cubicBezTo>
                    <a:pt x="6642" y="5451"/>
                    <a:pt x="6655" y="5467"/>
                    <a:pt x="6669" y="5495"/>
                  </a:cubicBezTo>
                  <a:cubicBezTo>
                    <a:pt x="6680" y="5518"/>
                    <a:pt x="6680" y="5554"/>
                    <a:pt x="6680" y="5576"/>
                  </a:cubicBezTo>
                  <a:cubicBezTo>
                    <a:pt x="6680" y="5635"/>
                    <a:pt x="6694" y="5682"/>
                    <a:pt x="6750" y="5716"/>
                  </a:cubicBezTo>
                  <a:cubicBezTo>
                    <a:pt x="6764" y="5727"/>
                    <a:pt x="6775" y="5763"/>
                    <a:pt x="6775" y="5775"/>
                  </a:cubicBezTo>
                  <a:cubicBezTo>
                    <a:pt x="6750" y="5833"/>
                    <a:pt x="6738" y="5881"/>
                    <a:pt x="6705" y="5926"/>
                  </a:cubicBezTo>
                  <a:cubicBezTo>
                    <a:pt x="6356" y="6345"/>
                    <a:pt x="5948" y="6671"/>
                    <a:pt x="5459" y="6903"/>
                  </a:cubicBezTo>
                  <a:cubicBezTo>
                    <a:pt x="5437" y="6914"/>
                    <a:pt x="5411" y="6914"/>
                    <a:pt x="5389" y="6928"/>
                  </a:cubicBezTo>
                  <a:lnTo>
                    <a:pt x="5378" y="6914"/>
                  </a:lnTo>
                  <a:cubicBezTo>
                    <a:pt x="5389" y="6892"/>
                    <a:pt x="5400" y="6859"/>
                    <a:pt x="5423" y="6845"/>
                  </a:cubicBezTo>
                  <a:cubicBezTo>
                    <a:pt x="5492" y="6775"/>
                    <a:pt x="5562" y="6719"/>
                    <a:pt x="5646" y="6660"/>
                  </a:cubicBezTo>
                  <a:cubicBezTo>
                    <a:pt x="5716" y="6613"/>
                    <a:pt x="5786" y="6565"/>
                    <a:pt x="5808" y="6484"/>
                  </a:cubicBezTo>
                  <a:cubicBezTo>
                    <a:pt x="5819" y="6451"/>
                    <a:pt x="5867" y="6426"/>
                    <a:pt x="5900" y="6414"/>
                  </a:cubicBezTo>
                  <a:cubicBezTo>
                    <a:pt x="5959" y="6381"/>
                    <a:pt x="6018" y="6370"/>
                    <a:pt x="6087" y="6345"/>
                  </a:cubicBezTo>
                  <a:cubicBezTo>
                    <a:pt x="6135" y="6322"/>
                    <a:pt x="6191" y="6300"/>
                    <a:pt x="6238" y="6275"/>
                  </a:cubicBezTo>
                  <a:cubicBezTo>
                    <a:pt x="6297" y="6252"/>
                    <a:pt x="6344" y="6230"/>
                    <a:pt x="6389" y="6194"/>
                  </a:cubicBezTo>
                  <a:cubicBezTo>
                    <a:pt x="6414" y="6183"/>
                    <a:pt x="6425" y="6135"/>
                    <a:pt x="6414" y="6113"/>
                  </a:cubicBezTo>
                  <a:cubicBezTo>
                    <a:pt x="6400" y="6090"/>
                    <a:pt x="6367" y="6076"/>
                    <a:pt x="6344" y="6076"/>
                  </a:cubicBezTo>
                  <a:cubicBezTo>
                    <a:pt x="6297" y="6076"/>
                    <a:pt x="6249" y="6090"/>
                    <a:pt x="6205" y="6090"/>
                  </a:cubicBezTo>
                  <a:cubicBezTo>
                    <a:pt x="6146" y="6090"/>
                    <a:pt x="6135" y="6065"/>
                    <a:pt x="6157" y="6007"/>
                  </a:cubicBezTo>
                  <a:cubicBezTo>
                    <a:pt x="6191" y="5937"/>
                    <a:pt x="6191" y="5856"/>
                    <a:pt x="6168" y="5786"/>
                  </a:cubicBezTo>
                  <a:cubicBezTo>
                    <a:pt x="6135" y="5716"/>
                    <a:pt x="6157" y="5657"/>
                    <a:pt x="6227" y="5635"/>
                  </a:cubicBezTo>
                  <a:cubicBezTo>
                    <a:pt x="6308" y="5601"/>
                    <a:pt x="6378" y="5587"/>
                    <a:pt x="6459" y="5554"/>
                  </a:cubicBezTo>
                  <a:cubicBezTo>
                    <a:pt x="6507" y="5543"/>
                    <a:pt x="6540" y="5506"/>
                    <a:pt x="6576" y="5473"/>
                  </a:cubicBezTo>
                  <a:cubicBezTo>
                    <a:pt x="6595" y="5458"/>
                    <a:pt x="6610" y="5451"/>
                    <a:pt x="6623" y="5451"/>
                  </a:cubicBezTo>
                  <a:close/>
                  <a:moveTo>
                    <a:pt x="1313" y="5962"/>
                  </a:moveTo>
                  <a:cubicBezTo>
                    <a:pt x="1334" y="5962"/>
                    <a:pt x="1357" y="5970"/>
                    <a:pt x="1386" y="5984"/>
                  </a:cubicBezTo>
                  <a:cubicBezTo>
                    <a:pt x="1489" y="6043"/>
                    <a:pt x="1581" y="6113"/>
                    <a:pt x="1640" y="6205"/>
                  </a:cubicBezTo>
                  <a:lnTo>
                    <a:pt x="1676" y="6241"/>
                  </a:lnTo>
                  <a:cubicBezTo>
                    <a:pt x="1861" y="6333"/>
                    <a:pt x="2014" y="6484"/>
                    <a:pt x="2224" y="6532"/>
                  </a:cubicBezTo>
                  <a:cubicBezTo>
                    <a:pt x="2316" y="6543"/>
                    <a:pt x="2397" y="6590"/>
                    <a:pt x="2489" y="6613"/>
                  </a:cubicBezTo>
                  <a:cubicBezTo>
                    <a:pt x="2524" y="6631"/>
                    <a:pt x="2563" y="6640"/>
                    <a:pt x="2602" y="6640"/>
                  </a:cubicBezTo>
                  <a:cubicBezTo>
                    <a:pt x="2642" y="6640"/>
                    <a:pt x="2683" y="6631"/>
                    <a:pt x="2724" y="6613"/>
                  </a:cubicBezTo>
                  <a:cubicBezTo>
                    <a:pt x="2745" y="6604"/>
                    <a:pt x="2763" y="6600"/>
                    <a:pt x="2778" y="6600"/>
                  </a:cubicBezTo>
                  <a:cubicBezTo>
                    <a:pt x="2820" y="6600"/>
                    <a:pt x="2838" y="6634"/>
                    <a:pt x="2838" y="6694"/>
                  </a:cubicBezTo>
                  <a:cubicBezTo>
                    <a:pt x="2838" y="6881"/>
                    <a:pt x="2886" y="6951"/>
                    <a:pt x="3062" y="7021"/>
                  </a:cubicBezTo>
                  <a:cubicBezTo>
                    <a:pt x="3118" y="7043"/>
                    <a:pt x="3154" y="7090"/>
                    <a:pt x="3154" y="7171"/>
                  </a:cubicBezTo>
                  <a:cubicBezTo>
                    <a:pt x="2386" y="6998"/>
                    <a:pt x="1746" y="6613"/>
                    <a:pt x="1221" y="6020"/>
                  </a:cubicBezTo>
                  <a:cubicBezTo>
                    <a:pt x="1256" y="5979"/>
                    <a:pt x="1282" y="5962"/>
                    <a:pt x="1313" y="5962"/>
                  </a:cubicBezTo>
                  <a:close/>
                  <a:moveTo>
                    <a:pt x="3855" y="69"/>
                  </a:moveTo>
                  <a:cubicBezTo>
                    <a:pt x="3957" y="69"/>
                    <a:pt x="4057" y="74"/>
                    <a:pt x="4154" y="84"/>
                  </a:cubicBezTo>
                  <a:cubicBezTo>
                    <a:pt x="4143" y="117"/>
                    <a:pt x="4121" y="154"/>
                    <a:pt x="4121" y="187"/>
                  </a:cubicBezTo>
                  <a:cubicBezTo>
                    <a:pt x="4096" y="293"/>
                    <a:pt x="4121" y="375"/>
                    <a:pt x="4224" y="419"/>
                  </a:cubicBezTo>
                  <a:cubicBezTo>
                    <a:pt x="4249" y="433"/>
                    <a:pt x="4272" y="467"/>
                    <a:pt x="4283" y="503"/>
                  </a:cubicBezTo>
                  <a:cubicBezTo>
                    <a:pt x="4319" y="654"/>
                    <a:pt x="4434" y="746"/>
                    <a:pt x="4562" y="838"/>
                  </a:cubicBezTo>
                  <a:cubicBezTo>
                    <a:pt x="4589" y="857"/>
                    <a:pt x="4634" y="868"/>
                    <a:pt x="4678" y="868"/>
                  </a:cubicBezTo>
                  <a:cubicBezTo>
                    <a:pt x="4694" y="868"/>
                    <a:pt x="4709" y="866"/>
                    <a:pt x="4724" y="863"/>
                  </a:cubicBezTo>
                  <a:cubicBezTo>
                    <a:pt x="4819" y="852"/>
                    <a:pt x="4900" y="816"/>
                    <a:pt x="4992" y="794"/>
                  </a:cubicBezTo>
                  <a:cubicBezTo>
                    <a:pt x="5070" y="767"/>
                    <a:pt x="5145" y="755"/>
                    <a:pt x="5218" y="755"/>
                  </a:cubicBezTo>
                  <a:cubicBezTo>
                    <a:pt x="5367" y="755"/>
                    <a:pt x="5509" y="803"/>
                    <a:pt x="5657" y="875"/>
                  </a:cubicBezTo>
                  <a:cubicBezTo>
                    <a:pt x="5819" y="956"/>
                    <a:pt x="5889" y="1095"/>
                    <a:pt x="5925" y="1271"/>
                  </a:cubicBezTo>
                  <a:cubicBezTo>
                    <a:pt x="5959" y="1456"/>
                    <a:pt x="5948" y="1632"/>
                    <a:pt x="5856" y="1794"/>
                  </a:cubicBezTo>
                  <a:cubicBezTo>
                    <a:pt x="5829" y="1829"/>
                    <a:pt x="5810" y="1850"/>
                    <a:pt x="5778" y="1850"/>
                  </a:cubicBezTo>
                  <a:cubicBezTo>
                    <a:pt x="5767" y="1850"/>
                    <a:pt x="5754" y="1847"/>
                    <a:pt x="5738" y="1841"/>
                  </a:cubicBezTo>
                  <a:cubicBezTo>
                    <a:pt x="5701" y="1824"/>
                    <a:pt x="5663" y="1817"/>
                    <a:pt x="5626" y="1817"/>
                  </a:cubicBezTo>
                  <a:cubicBezTo>
                    <a:pt x="5537" y="1817"/>
                    <a:pt x="5451" y="1858"/>
                    <a:pt x="5378" y="1900"/>
                  </a:cubicBezTo>
                  <a:cubicBezTo>
                    <a:pt x="5272" y="1956"/>
                    <a:pt x="5261" y="2040"/>
                    <a:pt x="5319" y="2143"/>
                  </a:cubicBezTo>
                  <a:cubicBezTo>
                    <a:pt x="5342" y="2190"/>
                    <a:pt x="5353" y="2249"/>
                    <a:pt x="5367" y="2305"/>
                  </a:cubicBezTo>
                  <a:cubicBezTo>
                    <a:pt x="5378" y="2352"/>
                    <a:pt x="5389" y="2411"/>
                    <a:pt x="5459" y="2433"/>
                  </a:cubicBezTo>
                  <a:cubicBezTo>
                    <a:pt x="5469" y="2435"/>
                    <a:pt x="5478" y="2436"/>
                    <a:pt x="5488" y="2436"/>
                  </a:cubicBezTo>
                  <a:cubicBezTo>
                    <a:pt x="5536" y="2436"/>
                    <a:pt x="5582" y="2413"/>
                    <a:pt x="5610" y="2364"/>
                  </a:cubicBezTo>
                  <a:cubicBezTo>
                    <a:pt x="5632" y="2341"/>
                    <a:pt x="5680" y="2330"/>
                    <a:pt x="5702" y="2319"/>
                  </a:cubicBezTo>
                  <a:cubicBezTo>
                    <a:pt x="5761" y="2294"/>
                    <a:pt x="5819" y="2283"/>
                    <a:pt x="5856" y="2249"/>
                  </a:cubicBezTo>
                  <a:cubicBezTo>
                    <a:pt x="5975" y="2160"/>
                    <a:pt x="6037" y="2119"/>
                    <a:pt x="6109" y="2119"/>
                  </a:cubicBezTo>
                  <a:cubicBezTo>
                    <a:pt x="6170" y="2119"/>
                    <a:pt x="6238" y="2148"/>
                    <a:pt x="6356" y="2202"/>
                  </a:cubicBezTo>
                  <a:cubicBezTo>
                    <a:pt x="6459" y="2249"/>
                    <a:pt x="6565" y="2305"/>
                    <a:pt x="6657" y="2364"/>
                  </a:cubicBezTo>
                  <a:cubicBezTo>
                    <a:pt x="6750" y="2433"/>
                    <a:pt x="6764" y="2470"/>
                    <a:pt x="6705" y="2573"/>
                  </a:cubicBezTo>
                  <a:cubicBezTo>
                    <a:pt x="6657" y="2668"/>
                    <a:pt x="6599" y="2749"/>
                    <a:pt x="6529" y="2819"/>
                  </a:cubicBezTo>
                  <a:cubicBezTo>
                    <a:pt x="6470" y="2889"/>
                    <a:pt x="6437" y="2970"/>
                    <a:pt x="6437" y="3062"/>
                  </a:cubicBezTo>
                  <a:cubicBezTo>
                    <a:pt x="6448" y="3191"/>
                    <a:pt x="6437" y="3319"/>
                    <a:pt x="6437" y="3459"/>
                  </a:cubicBezTo>
                  <a:cubicBezTo>
                    <a:pt x="6425" y="3576"/>
                    <a:pt x="6437" y="3702"/>
                    <a:pt x="6470" y="3819"/>
                  </a:cubicBezTo>
                  <a:cubicBezTo>
                    <a:pt x="6495" y="3925"/>
                    <a:pt x="6518" y="4029"/>
                    <a:pt x="6540" y="4135"/>
                  </a:cubicBezTo>
                  <a:cubicBezTo>
                    <a:pt x="6568" y="4213"/>
                    <a:pt x="6627" y="4266"/>
                    <a:pt x="6701" y="4266"/>
                  </a:cubicBezTo>
                  <a:cubicBezTo>
                    <a:pt x="6724" y="4266"/>
                    <a:pt x="6749" y="4261"/>
                    <a:pt x="6775" y="4249"/>
                  </a:cubicBezTo>
                  <a:cubicBezTo>
                    <a:pt x="6825" y="4231"/>
                    <a:pt x="6869" y="4223"/>
                    <a:pt x="6914" y="4223"/>
                  </a:cubicBezTo>
                  <a:cubicBezTo>
                    <a:pt x="6951" y="4223"/>
                    <a:pt x="6987" y="4228"/>
                    <a:pt x="7029" y="4238"/>
                  </a:cubicBezTo>
                  <a:cubicBezTo>
                    <a:pt x="7048" y="4243"/>
                    <a:pt x="7066" y="4245"/>
                    <a:pt x="7084" y="4245"/>
                  </a:cubicBezTo>
                  <a:cubicBezTo>
                    <a:pt x="7151" y="4245"/>
                    <a:pt x="7203" y="4211"/>
                    <a:pt x="7238" y="4146"/>
                  </a:cubicBezTo>
                  <a:cubicBezTo>
                    <a:pt x="7252" y="4146"/>
                    <a:pt x="7264" y="4157"/>
                    <a:pt x="7264" y="4157"/>
                  </a:cubicBezTo>
                  <a:cubicBezTo>
                    <a:pt x="7275" y="4216"/>
                    <a:pt x="7297" y="4286"/>
                    <a:pt x="7297" y="4344"/>
                  </a:cubicBezTo>
                  <a:cubicBezTo>
                    <a:pt x="7297" y="4425"/>
                    <a:pt x="7322" y="4506"/>
                    <a:pt x="7367" y="4576"/>
                  </a:cubicBezTo>
                  <a:cubicBezTo>
                    <a:pt x="7378" y="4587"/>
                    <a:pt x="7378" y="4610"/>
                    <a:pt x="7378" y="4624"/>
                  </a:cubicBezTo>
                  <a:cubicBezTo>
                    <a:pt x="7275" y="5018"/>
                    <a:pt x="7099" y="5392"/>
                    <a:pt x="6856" y="5716"/>
                  </a:cubicBezTo>
                  <a:cubicBezTo>
                    <a:pt x="6856" y="5727"/>
                    <a:pt x="6845" y="5727"/>
                    <a:pt x="6845" y="5727"/>
                  </a:cubicBezTo>
                  <a:cubicBezTo>
                    <a:pt x="6819" y="5705"/>
                    <a:pt x="6797" y="5682"/>
                    <a:pt x="6775" y="5657"/>
                  </a:cubicBezTo>
                  <a:cubicBezTo>
                    <a:pt x="6764" y="5646"/>
                    <a:pt x="6750" y="5624"/>
                    <a:pt x="6738" y="5601"/>
                  </a:cubicBezTo>
                  <a:cubicBezTo>
                    <a:pt x="6738" y="5565"/>
                    <a:pt x="6738" y="5532"/>
                    <a:pt x="6727" y="5506"/>
                  </a:cubicBezTo>
                  <a:cubicBezTo>
                    <a:pt x="6716" y="5473"/>
                    <a:pt x="6680" y="5425"/>
                    <a:pt x="6646" y="5403"/>
                  </a:cubicBezTo>
                  <a:cubicBezTo>
                    <a:pt x="6637" y="5397"/>
                    <a:pt x="6629" y="5395"/>
                    <a:pt x="6620" y="5395"/>
                  </a:cubicBezTo>
                  <a:cubicBezTo>
                    <a:pt x="6594" y="5395"/>
                    <a:pt x="6568" y="5420"/>
                    <a:pt x="6540" y="5437"/>
                  </a:cubicBezTo>
                  <a:cubicBezTo>
                    <a:pt x="6507" y="5473"/>
                    <a:pt x="6470" y="5484"/>
                    <a:pt x="6437" y="5495"/>
                  </a:cubicBezTo>
                  <a:cubicBezTo>
                    <a:pt x="6367" y="5532"/>
                    <a:pt x="6286" y="5543"/>
                    <a:pt x="6216" y="5576"/>
                  </a:cubicBezTo>
                  <a:cubicBezTo>
                    <a:pt x="6099" y="5624"/>
                    <a:pt x="6076" y="5694"/>
                    <a:pt x="6121" y="5811"/>
                  </a:cubicBezTo>
                  <a:cubicBezTo>
                    <a:pt x="6146" y="5867"/>
                    <a:pt x="6135" y="5926"/>
                    <a:pt x="6099" y="5984"/>
                  </a:cubicBezTo>
                  <a:cubicBezTo>
                    <a:pt x="6051" y="6065"/>
                    <a:pt x="6099" y="6135"/>
                    <a:pt x="6191" y="6135"/>
                  </a:cubicBezTo>
                  <a:cubicBezTo>
                    <a:pt x="6208" y="6138"/>
                    <a:pt x="6225" y="6140"/>
                    <a:pt x="6242" y="6140"/>
                  </a:cubicBezTo>
                  <a:cubicBezTo>
                    <a:pt x="6283" y="6140"/>
                    <a:pt x="6322" y="6132"/>
                    <a:pt x="6356" y="6124"/>
                  </a:cubicBezTo>
                  <a:cubicBezTo>
                    <a:pt x="6367" y="6135"/>
                    <a:pt x="6367" y="6135"/>
                    <a:pt x="6367" y="6146"/>
                  </a:cubicBezTo>
                  <a:cubicBezTo>
                    <a:pt x="6344" y="6160"/>
                    <a:pt x="6331" y="6183"/>
                    <a:pt x="6297" y="6194"/>
                  </a:cubicBezTo>
                  <a:cubicBezTo>
                    <a:pt x="6146" y="6230"/>
                    <a:pt x="6018" y="6333"/>
                    <a:pt x="5856" y="6356"/>
                  </a:cubicBezTo>
                  <a:cubicBezTo>
                    <a:pt x="5819" y="6356"/>
                    <a:pt x="5772" y="6414"/>
                    <a:pt x="5749" y="6462"/>
                  </a:cubicBezTo>
                  <a:cubicBezTo>
                    <a:pt x="5727" y="6521"/>
                    <a:pt x="5691" y="6554"/>
                    <a:pt x="5632" y="6590"/>
                  </a:cubicBezTo>
                  <a:cubicBezTo>
                    <a:pt x="5551" y="6660"/>
                    <a:pt x="5459" y="6719"/>
                    <a:pt x="5378" y="6800"/>
                  </a:cubicBezTo>
                  <a:cubicBezTo>
                    <a:pt x="5319" y="6845"/>
                    <a:pt x="5308" y="6892"/>
                    <a:pt x="5319" y="6973"/>
                  </a:cubicBezTo>
                  <a:cubicBezTo>
                    <a:pt x="5143" y="7032"/>
                    <a:pt x="4970" y="7090"/>
                    <a:pt x="4783" y="7138"/>
                  </a:cubicBezTo>
                  <a:cubicBezTo>
                    <a:pt x="4497" y="7211"/>
                    <a:pt x="4208" y="7247"/>
                    <a:pt x="3917" y="7247"/>
                  </a:cubicBezTo>
                  <a:cubicBezTo>
                    <a:pt x="3710" y="7247"/>
                    <a:pt x="3502" y="7229"/>
                    <a:pt x="3294" y="7194"/>
                  </a:cubicBezTo>
                  <a:cubicBezTo>
                    <a:pt x="3246" y="7183"/>
                    <a:pt x="3224" y="7171"/>
                    <a:pt x="3224" y="7113"/>
                  </a:cubicBezTo>
                  <a:cubicBezTo>
                    <a:pt x="3213" y="7032"/>
                    <a:pt x="3165" y="6984"/>
                    <a:pt x="3084" y="6962"/>
                  </a:cubicBezTo>
                  <a:cubicBezTo>
                    <a:pt x="2933" y="6903"/>
                    <a:pt x="2897" y="6859"/>
                    <a:pt x="2897" y="6694"/>
                  </a:cubicBezTo>
                  <a:cubicBezTo>
                    <a:pt x="2897" y="6595"/>
                    <a:pt x="2849" y="6539"/>
                    <a:pt x="2780" y="6539"/>
                  </a:cubicBezTo>
                  <a:cubicBezTo>
                    <a:pt x="2759" y="6539"/>
                    <a:pt x="2736" y="6544"/>
                    <a:pt x="2713" y="6554"/>
                  </a:cubicBezTo>
                  <a:cubicBezTo>
                    <a:pt x="2675" y="6574"/>
                    <a:pt x="2636" y="6583"/>
                    <a:pt x="2596" y="6583"/>
                  </a:cubicBezTo>
                  <a:cubicBezTo>
                    <a:pt x="2562" y="6583"/>
                    <a:pt x="2527" y="6577"/>
                    <a:pt x="2489" y="6565"/>
                  </a:cubicBezTo>
                  <a:cubicBezTo>
                    <a:pt x="2386" y="6521"/>
                    <a:pt x="2280" y="6495"/>
                    <a:pt x="2176" y="6451"/>
                  </a:cubicBezTo>
                  <a:cubicBezTo>
                    <a:pt x="2095" y="6426"/>
                    <a:pt x="2025" y="6381"/>
                    <a:pt x="1956" y="6345"/>
                  </a:cubicBezTo>
                  <a:cubicBezTo>
                    <a:pt x="1897" y="6311"/>
                    <a:pt x="1849" y="6286"/>
                    <a:pt x="1805" y="6252"/>
                  </a:cubicBezTo>
                  <a:cubicBezTo>
                    <a:pt x="1746" y="6205"/>
                    <a:pt x="1687" y="6171"/>
                    <a:pt x="1651" y="6113"/>
                  </a:cubicBezTo>
                  <a:cubicBezTo>
                    <a:pt x="1570" y="6020"/>
                    <a:pt x="1467" y="5973"/>
                    <a:pt x="1372" y="5914"/>
                  </a:cubicBezTo>
                  <a:cubicBezTo>
                    <a:pt x="1353" y="5905"/>
                    <a:pt x="1334" y="5901"/>
                    <a:pt x="1315" y="5901"/>
                  </a:cubicBezTo>
                  <a:cubicBezTo>
                    <a:pt x="1266" y="5901"/>
                    <a:pt x="1220" y="5930"/>
                    <a:pt x="1187" y="5973"/>
                  </a:cubicBezTo>
                  <a:cubicBezTo>
                    <a:pt x="360" y="5054"/>
                    <a:pt x="0" y="3459"/>
                    <a:pt x="710" y="2051"/>
                  </a:cubicBezTo>
                  <a:cubicBezTo>
                    <a:pt x="1412" y="655"/>
                    <a:pt x="2758" y="69"/>
                    <a:pt x="3855" y="69"/>
                  </a:cubicBezTo>
                  <a:close/>
                  <a:moveTo>
                    <a:pt x="3702" y="0"/>
                  </a:moveTo>
                  <a:cubicBezTo>
                    <a:pt x="3677" y="0"/>
                    <a:pt x="3665" y="14"/>
                    <a:pt x="3654" y="14"/>
                  </a:cubicBezTo>
                  <a:cubicBezTo>
                    <a:pt x="3107" y="48"/>
                    <a:pt x="2584" y="199"/>
                    <a:pt x="2118" y="478"/>
                  </a:cubicBezTo>
                  <a:cubicBezTo>
                    <a:pt x="1129" y="1062"/>
                    <a:pt x="522" y="1922"/>
                    <a:pt x="313" y="3051"/>
                  </a:cubicBezTo>
                  <a:cubicBezTo>
                    <a:pt x="291" y="3179"/>
                    <a:pt x="279" y="3308"/>
                    <a:pt x="268" y="3436"/>
                  </a:cubicBezTo>
                  <a:lnTo>
                    <a:pt x="268" y="3878"/>
                  </a:lnTo>
                  <a:cubicBezTo>
                    <a:pt x="268" y="3889"/>
                    <a:pt x="279" y="3911"/>
                    <a:pt x="279" y="3925"/>
                  </a:cubicBezTo>
                  <a:cubicBezTo>
                    <a:pt x="302" y="4355"/>
                    <a:pt x="408" y="4763"/>
                    <a:pt x="581" y="5146"/>
                  </a:cubicBezTo>
                  <a:cubicBezTo>
                    <a:pt x="1129" y="6311"/>
                    <a:pt x="2048" y="7021"/>
                    <a:pt x="3316" y="7264"/>
                  </a:cubicBezTo>
                  <a:cubicBezTo>
                    <a:pt x="3445" y="7289"/>
                    <a:pt x="3573" y="7300"/>
                    <a:pt x="3702" y="7311"/>
                  </a:cubicBezTo>
                  <a:lnTo>
                    <a:pt x="4143" y="7311"/>
                  </a:lnTo>
                  <a:cubicBezTo>
                    <a:pt x="4154" y="7311"/>
                    <a:pt x="4179" y="7300"/>
                    <a:pt x="4191" y="7300"/>
                  </a:cubicBezTo>
                  <a:cubicBezTo>
                    <a:pt x="4738" y="7264"/>
                    <a:pt x="5249" y="7113"/>
                    <a:pt x="5716" y="6845"/>
                  </a:cubicBezTo>
                  <a:cubicBezTo>
                    <a:pt x="6716" y="6264"/>
                    <a:pt x="7322" y="5392"/>
                    <a:pt x="7532" y="4249"/>
                  </a:cubicBezTo>
                  <a:cubicBezTo>
                    <a:pt x="7543" y="4135"/>
                    <a:pt x="7554" y="4006"/>
                    <a:pt x="7576" y="3878"/>
                  </a:cubicBezTo>
                  <a:lnTo>
                    <a:pt x="7576" y="3436"/>
                  </a:lnTo>
                  <a:cubicBezTo>
                    <a:pt x="7576" y="3411"/>
                    <a:pt x="7565" y="3400"/>
                    <a:pt x="7565" y="3378"/>
                  </a:cubicBezTo>
                  <a:cubicBezTo>
                    <a:pt x="7532" y="2959"/>
                    <a:pt x="7437" y="2562"/>
                    <a:pt x="7264" y="2179"/>
                  </a:cubicBezTo>
                  <a:cubicBezTo>
                    <a:pt x="6716" y="1003"/>
                    <a:pt x="5797" y="293"/>
                    <a:pt x="4515" y="48"/>
                  </a:cubicBezTo>
                  <a:cubicBezTo>
                    <a:pt x="4400" y="25"/>
                    <a:pt x="4272" y="14"/>
                    <a:pt x="4143"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36"/>
            <p:cNvSpPr/>
            <p:nvPr/>
          </p:nvSpPr>
          <p:spPr>
            <a:xfrm>
              <a:off x="5096621" y="4038208"/>
              <a:ext cx="170001" cy="200065"/>
            </a:xfrm>
            <a:custGeom>
              <a:avLst/>
              <a:gdLst/>
              <a:ahLst/>
              <a:cxnLst/>
              <a:rect l="l" t="t" r="r" b="b"/>
              <a:pathLst>
                <a:path w="3585" h="4219" extrusionOk="0">
                  <a:moveTo>
                    <a:pt x="1978" y="50"/>
                  </a:moveTo>
                  <a:cubicBezTo>
                    <a:pt x="2022" y="50"/>
                    <a:pt x="2065" y="53"/>
                    <a:pt x="2107" y="59"/>
                  </a:cubicBezTo>
                  <a:cubicBezTo>
                    <a:pt x="2422" y="104"/>
                    <a:pt x="2724" y="210"/>
                    <a:pt x="2886" y="523"/>
                  </a:cubicBezTo>
                  <a:cubicBezTo>
                    <a:pt x="2933" y="593"/>
                    <a:pt x="2992" y="651"/>
                    <a:pt x="3073" y="688"/>
                  </a:cubicBezTo>
                  <a:cubicBezTo>
                    <a:pt x="3154" y="732"/>
                    <a:pt x="3235" y="780"/>
                    <a:pt x="3305" y="827"/>
                  </a:cubicBezTo>
                  <a:cubicBezTo>
                    <a:pt x="3422" y="883"/>
                    <a:pt x="3459" y="989"/>
                    <a:pt x="3470" y="1118"/>
                  </a:cubicBezTo>
                  <a:cubicBezTo>
                    <a:pt x="3470" y="1151"/>
                    <a:pt x="3459" y="1188"/>
                    <a:pt x="3445" y="1221"/>
                  </a:cubicBezTo>
                  <a:cubicBezTo>
                    <a:pt x="3411" y="1338"/>
                    <a:pt x="3400" y="1467"/>
                    <a:pt x="3445" y="1582"/>
                  </a:cubicBezTo>
                  <a:cubicBezTo>
                    <a:pt x="3503" y="1746"/>
                    <a:pt x="3515" y="1908"/>
                    <a:pt x="3481" y="2084"/>
                  </a:cubicBezTo>
                  <a:cubicBezTo>
                    <a:pt x="3422" y="2386"/>
                    <a:pt x="3375" y="2699"/>
                    <a:pt x="3305" y="3004"/>
                  </a:cubicBezTo>
                  <a:cubicBezTo>
                    <a:pt x="3294" y="3073"/>
                    <a:pt x="3260" y="3143"/>
                    <a:pt x="3213" y="3213"/>
                  </a:cubicBezTo>
                  <a:cubicBezTo>
                    <a:pt x="3040" y="3456"/>
                    <a:pt x="2864" y="3691"/>
                    <a:pt x="2690" y="3934"/>
                  </a:cubicBezTo>
                  <a:cubicBezTo>
                    <a:pt x="2595" y="4051"/>
                    <a:pt x="2492" y="4121"/>
                    <a:pt x="2352" y="4143"/>
                  </a:cubicBezTo>
                  <a:cubicBezTo>
                    <a:pt x="2338" y="4147"/>
                    <a:pt x="2324" y="4148"/>
                    <a:pt x="2310" y="4148"/>
                  </a:cubicBezTo>
                  <a:cubicBezTo>
                    <a:pt x="2236" y="4148"/>
                    <a:pt x="2179" y="4101"/>
                    <a:pt x="2132" y="4051"/>
                  </a:cubicBezTo>
                  <a:cubicBezTo>
                    <a:pt x="1992" y="3886"/>
                    <a:pt x="1816" y="3724"/>
                    <a:pt x="1746" y="3504"/>
                  </a:cubicBezTo>
                  <a:cubicBezTo>
                    <a:pt x="1713" y="3411"/>
                    <a:pt x="1654" y="3342"/>
                    <a:pt x="1606" y="3247"/>
                  </a:cubicBezTo>
                  <a:cubicBezTo>
                    <a:pt x="1584" y="3177"/>
                    <a:pt x="1548" y="3107"/>
                    <a:pt x="1537" y="3026"/>
                  </a:cubicBezTo>
                  <a:cubicBezTo>
                    <a:pt x="1514" y="2934"/>
                    <a:pt x="1489" y="2839"/>
                    <a:pt x="1478" y="2746"/>
                  </a:cubicBezTo>
                  <a:cubicBezTo>
                    <a:pt x="1467" y="2654"/>
                    <a:pt x="1456" y="2559"/>
                    <a:pt x="1444" y="2467"/>
                  </a:cubicBezTo>
                  <a:cubicBezTo>
                    <a:pt x="1433" y="2375"/>
                    <a:pt x="1397" y="2327"/>
                    <a:pt x="1305" y="2316"/>
                  </a:cubicBezTo>
                  <a:cubicBezTo>
                    <a:pt x="1210" y="2305"/>
                    <a:pt x="1118" y="2305"/>
                    <a:pt x="1014" y="2305"/>
                  </a:cubicBezTo>
                  <a:cubicBezTo>
                    <a:pt x="944" y="2305"/>
                    <a:pt x="875" y="2294"/>
                    <a:pt x="791" y="2258"/>
                  </a:cubicBezTo>
                  <a:cubicBezTo>
                    <a:pt x="735" y="2235"/>
                    <a:pt x="665" y="2210"/>
                    <a:pt x="595" y="2199"/>
                  </a:cubicBezTo>
                  <a:cubicBezTo>
                    <a:pt x="559" y="2188"/>
                    <a:pt x="511" y="2177"/>
                    <a:pt x="478" y="2154"/>
                  </a:cubicBezTo>
                  <a:cubicBezTo>
                    <a:pt x="302" y="2001"/>
                    <a:pt x="140" y="1839"/>
                    <a:pt x="81" y="1596"/>
                  </a:cubicBezTo>
                  <a:cubicBezTo>
                    <a:pt x="70" y="1548"/>
                    <a:pt x="81" y="1489"/>
                    <a:pt x="92" y="1442"/>
                  </a:cubicBezTo>
                  <a:cubicBezTo>
                    <a:pt x="162" y="1291"/>
                    <a:pt x="221" y="1140"/>
                    <a:pt x="210" y="978"/>
                  </a:cubicBezTo>
                  <a:lnTo>
                    <a:pt x="210" y="953"/>
                  </a:lnTo>
                  <a:cubicBezTo>
                    <a:pt x="268" y="710"/>
                    <a:pt x="349" y="489"/>
                    <a:pt x="581" y="350"/>
                  </a:cubicBezTo>
                  <a:cubicBezTo>
                    <a:pt x="629" y="324"/>
                    <a:pt x="676" y="291"/>
                    <a:pt x="721" y="255"/>
                  </a:cubicBezTo>
                  <a:cubicBezTo>
                    <a:pt x="838" y="185"/>
                    <a:pt x="967" y="140"/>
                    <a:pt x="1106" y="140"/>
                  </a:cubicBezTo>
                  <a:cubicBezTo>
                    <a:pt x="1257" y="129"/>
                    <a:pt x="1408" y="104"/>
                    <a:pt x="1548" y="93"/>
                  </a:cubicBezTo>
                  <a:cubicBezTo>
                    <a:pt x="1690" y="76"/>
                    <a:pt x="1839" y="50"/>
                    <a:pt x="1978" y="50"/>
                  </a:cubicBezTo>
                  <a:close/>
                  <a:moveTo>
                    <a:pt x="2154" y="0"/>
                  </a:moveTo>
                  <a:cubicBezTo>
                    <a:pt x="1978" y="0"/>
                    <a:pt x="1805" y="0"/>
                    <a:pt x="1643" y="23"/>
                  </a:cubicBezTo>
                  <a:cubicBezTo>
                    <a:pt x="1489" y="34"/>
                    <a:pt x="1338" y="70"/>
                    <a:pt x="1187" y="93"/>
                  </a:cubicBezTo>
                  <a:cubicBezTo>
                    <a:pt x="1176" y="81"/>
                    <a:pt x="1176" y="70"/>
                    <a:pt x="1176" y="59"/>
                  </a:cubicBezTo>
                  <a:cubicBezTo>
                    <a:pt x="1070" y="81"/>
                    <a:pt x="944" y="93"/>
                    <a:pt x="849" y="140"/>
                  </a:cubicBezTo>
                  <a:cubicBezTo>
                    <a:pt x="606" y="243"/>
                    <a:pt x="397" y="419"/>
                    <a:pt x="268" y="651"/>
                  </a:cubicBezTo>
                  <a:cubicBezTo>
                    <a:pt x="210" y="743"/>
                    <a:pt x="162" y="861"/>
                    <a:pt x="151" y="967"/>
                  </a:cubicBezTo>
                  <a:cubicBezTo>
                    <a:pt x="140" y="1129"/>
                    <a:pt x="106" y="1280"/>
                    <a:pt x="36" y="1420"/>
                  </a:cubicBezTo>
                  <a:cubicBezTo>
                    <a:pt x="11" y="1489"/>
                    <a:pt x="0" y="1548"/>
                    <a:pt x="22" y="1618"/>
                  </a:cubicBezTo>
                  <a:cubicBezTo>
                    <a:pt x="81" y="1850"/>
                    <a:pt x="221" y="2026"/>
                    <a:pt x="397" y="2177"/>
                  </a:cubicBezTo>
                  <a:cubicBezTo>
                    <a:pt x="456" y="2224"/>
                    <a:pt x="525" y="2235"/>
                    <a:pt x="581" y="2258"/>
                  </a:cubicBezTo>
                  <a:cubicBezTo>
                    <a:pt x="640" y="2280"/>
                    <a:pt x="699" y="2280"/>
                    <a:pt x="746" y="2316"/>
                  </a:cubicBezTo>
                  <a:cubicBezTo>
                    <a:pt x="826" y="2357"/>
                    <a:pt x="912" y="2370"/>
                    <a:pt x="1001" y="2370"/>
                  </a:cubicBezTo>
                  <a:cubicBezTo>
                    <a:pt x="1040" y="2370"/>
                    <a:pt x="1079" y="2367"/>
                    <a:pt x="1118" y="2364"/>
                  </a:cubicBezTo>
                  <a:cubicBezTo>
                    <a:pt x="1176" y="2364"/>
                    <a:pt x="1235" y="2364"/>
                    <a:pt x="1294" y="2375"/>
                  </a:cubicBezTo>
                  <a:cubicBezTo>
                    <a:pt x="1349" y="2386"/>
                    <a:pt x="1386" y="2420"/>
                    <a:pt x="1386" y="2478"/>
                  </a:cubicBezTo>
                  <a:cubicBezTo>
                    <a:pt x="1408" y="2629"/>
                    <a:pt x="1433" y="2783"/>
                    <a:pt x="1456" y="2945"/>
                  </a:cubicBezTo>
                  <a:cubicBezTo>
                    <a:pt x="1467" y="3062"/>
                    <a:pt x="1467" y="3177"/>
                    <a:pt x="1537" y="3283"/>
                  </a:cubicBezTo>
                  <a:cubicBezTo>
                    <a:pt x="1606" y="3375"/>
                    <a:pt x="1665" y="3467"/>
                    <a:pt x="1713" y="3573"/>
                  </a:cubicBezTo>
                  <a:cubicBezTo>
                    <a:pt x="1794" y="3794"/>
                    <a:pt x="1956" y="3934"/>
                    <a:pt x="2095" y="4096"/>
                  </a:cubicBezTo>
                  <a:cubicBezTo>
                    <a:pt x="2155" y="4167"/>
                    <a:pt x="2230" y="4218"/>
                    <a:pt x="2317" y="4218"/>
                  </a:cubicBezTo>
                  <a:cubicBezTo>
                    <a:pt x="2332" y="4218"/>
                    <a:pt x="2348" y="4217"/>
                    <a:pt x="2364" y="4213"/>
                  </a:cubicBezTo>
                  <a:cubicBezTo>
                    <a:pt x="2514" y="4180"/>
                    <a:pt x="2632" y="4121"/>
                    <a:pt x="2724" y="3992"/>
                  </a:cubicBezTo>
                  <a:cubicBezTo>
                    <a:pt x="2911" y="3735"/>
                    <a:pt x="3096" y="3492"/>
                    <a:pt x="3272" y="3235"/>
                  </a:cubicBezTo>
                  <a:cubicBezTo>
                    <a:pt x="3319" y="3177"/>
                    <a:pt x="3353" y="3107"/>
                    <a:pt x="3364" y="3037"/>
                  </a:cubicBezTo>
                  <a:cubicBezTo>
                    <a:pt x="3422" y="2746"/>
                    <a:pt x="3470" y="2445"/>
                    <a:pt x="3540" y="2154"/>
                  </a:cubicBezTo>
                  <a:cubicBezTo>
                    <a:pt x="3573" y="1945"/>
                    <a:pt x="3584" y="1746"/>
                    <a:pt x="3492" y="1548"/>
                  </a:cubicBezTo>
                  <a:cubicBezTo>
                    <a:pt x="3459" y="1442"/>
                    <a:pt x="3470" y="1338"/>
                    <a:pt x="3503" y="1232"/>
                  </a:cubicBezTo>
                  <a:cubicBezTo>
                    <a:pt x="3562" y="1037"/>
                    <a:pt x="3492" y="838"/>
                    <a:pt x="3305" y="743"/>
                  </a:cubicBezTo>
                  <a:cubicBezTo>
                    <a:pt x="3235" y="699"/>
                    <a:pt x="3165" y="662"/>
                    <a:pt x="3096" y="629"/>
                  </a:cubicBezTo>
                  <a:cubicBezTo>
                    <a:pt x="3026" y="604"/>
                    <a:pt x="2970" y="548"/>
                    <a:pt x="2933" y="489"/>
                  </a:cubicBezTo>
                  <a:cubicBezTo>
                    <a:pt x="2886" y="419"/>
                    <a:pt x="2841" y="361"/>
                    <a:pt x="2794" y="313"/>
                  </a:cubicBezTo>
                  <a:cubicBezTo>
                    <a:pt x="2676" y="185"/>
                    <a:pt x="2537" y="140"/>
                    <a:pt x="2397" y="81"/>
                  </a:cubicBezTo>
                  <a:cubicBezTo>
                    <a:pt x="2316" y="45"/>
                    <a:pt x="2235" y="0"/>
                    <a:pt x="215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36"/>
            <p:cNvSpPr/>
            <p:nvPr/>
          </p:nvSpPr>
          <p:spPr>
            <a:xfrm>
              <a:off x="5030898" y="4017154"/>
              <a:ext cx="42583" cy="87348"/>
            </a:xfrm>
            <a:custGeom>
              <a:avLst/>
              <a:gdLst/>
              <a:ahLst/>
              <a:cxnLst/>
              <a:rect l="l" t="t" r="r" b="b"/>
              <a:pathLst>
                <a:path w="898" h="1842" extrusionOk="0">
                  <a:moveTo>
                    <a:pt x="886" y="0"/>
                  </a:moveTo>
                  <a:cubicBezTo>
                    <a:pt x="875" y="0"/>
                    <a:pt x="850" y="14"/>
                    <a:pt x="839" y="25"/>
                  </a:cubicBezTo>
                  <a:cubicBezTo>
                    <a:pt x="805" y="70"/>
                    <a:pt x="758" y="129"/>
                    <a:pt x="710" y="187"/>
                  </a:cubicBezTo>
                  <a:cubicBezTo>
                    <a:pt x="327" y="654"/>
                    <a:pt x="95" y="1176"/>
                    <a:pt x="0" y="1771"/>
                  </a:cubicBezTo>
                  <a:cubicBezTo>
                    <a:pt x="0" y="1794"/>
                    <a:pt x="12" y="1816"/>
                    <a:pt x="12" y="1841"/>
                  </a:cubicBezTo>
                  <a:cubicBezTo>
                    <a:pt x="26" y="1816"/>
                    <a:pt x="48" y="1805"/>
                    <a:pt x="59" y="1782"/>
                  </a:cubicBezTo>
                  <a:cubicBezTo>
                    <a:pt x="70" y="1724"/>
                    <a:pt x="81" y="1654"/>
                    <a:pt x="95" y="1584"/>
                  </a:cubicBezTo>
                  <a:cubicBezTo>
                    <a:pt x="151" y="1305"/>
                    <a:pt x="221" y="1025"/>
                    <a:pt x="375" y="768"/>
                  </a:cubicBezTo>
                  <a:cubicBezTo>
                    <a:pt x="515" y="525"/>
                    <a:pt x="677" y="293"/>
                    <a:pt x="864" y="70"/>
                  </a:cubicBezTo>
                  <a:cubicBezTo>
                    <a:pt x="875" y="48"/>
                    <a:pt x="886" y="36"/>
                    <a:pt x="897" y="14"/>
                  </a:cubicBezTo>
                  <a:lnTo>
                    <a:pt x="886" y="0"/>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36"/>
            <p:cNvSpPr/>
            <p:nvPr/>
          </p:nvSpPr>
          <p:spPr>
            <a:xfrm>
              <a:off x="5279800" y="4069837"/>
              <a:ext cx="24421" cy="30254"/>
            </a:xfrm>
            <a:custGeom>
              <a:avLst/>
              <a:gdLst/>
              <a:ahLst/>
              <a:cxnLst/>
              <a:rect l="l" t="t" r="r" b="b"/>
              <a:pathLst>
                <a:path w="515" h="638" extrusionOk="0">
                  <a:moveTo>
                    <a:pt x="262" y="51"/>
                  </a:moveTo>
                  <a:cubicBezTo>
                    <a:pt x="274" y="51"/>
                    <a:pt x="288" y="56"/>
                    <a:pt x="305" y="65"/>
                  </a:cubicBezTo>
                  <a:cubicBezTo>
                    <a:pt x="375" y="90"/>
                    <a:pt x="456" y="113"/>
                    <a:pt x="456" y="241"/>
                  </a:cubicBezTo>
                  <a:cubicBezTo>
                    <a:pt x="445" y="275"/>
                    <a:pt x="409" y="322"/>
                    <a:pt x="375" y="381"/>
                  </a:cubicBezTo>
                  <a:cubicBezTo>
                    <a:pt x="350" y="414"/>
                    <a:pt x="328" y="462"/>
                    <a:pt x="316" y="495"/>
                  </a:cubicBezTo>
                  <a:cubicBezTo>
                    <a:pt x="306" y="538"/>
                    <a:pt x="296" y="581"/>
                    <a:pt x="252" y="581"/>
                  </a:cubicBezTo>
                  <a:cubicBezTo>
                    <a:pt x="247" y="581"/>
                    <a:pt x="241" y="580"/>
                    <a:pt x="235" y="579"/>
                  </a:cubicBezTo>
                  <a:cubicBezTo>
                    <a:pt x="177" y="579"/>
                    <a:pt x="177" y="532"/>
                    <a:pt x="166" y="484"/>
                  </a:cubicBezTo>
                  <a:cubicBezTo>
                    <a:pt x="166" y="451"/>
                    <a:pt x="140" y="414"/>
                    <a:pt x="118" y="381"/>
                  </a:cubicBezTo>
                  <a:cubicBezTo>
                    <a:pt x="85" y="333"/>
                    <a:pt x="59" y="300"/>
                    <a:pt x="107" y="241"/>
                  </a:cubicBezTo>
                  <a:cubicBezTo>
                    <a:pt x="140" y="205"/>
                    <a:pt x="166" y="146"/>
                    <a:pt x="199" y="102"/>
                  </a:cubicBezTo>
                  <a:cubicBezTo>
                    <a:pt x="217" y="76"/>
                    <a:pt x="233" y="51"/>
                    <a:pt x="262" y="51"/>
                  </a:cubicBezTo>
                  <a:close/>
                  <a:moveTo>
                    <a:pt x="260" y="0"/>
                  </a:moveTo>
                  <a:cubicBezTo>
                    <a:pt x="213" y="0"/>
                    <a:pt x="170" y="36"/>
                    <a:pt x="140" y="102"/>
                  </a:cubicBezTo>
                  <a:cubicBezTo>
                    <a:pt x="118" y="135"/>
                    <a:pt x="96" y="171"/>
                    <a:pt x="59" y="205"/>
                  </a:cubicBezTo>
                  <a:cubicBezTo>
                    <a:pt x="1" y="300"/>
                    <a:pt x="1" y="345"/>
                    <a:pt x="71" y="426"/>
                  </a:cubicBezTo>
                  <a:cubicBezTo>
                    <a:pt x="96" y="451"/>
                    <a:pt x="107" y="473"/>
                    <a:pt x="118" y="509"/>
                  </a:cubicBezTo>
                  <a:cubicBezTo>
                    <a:pt x="129" y="590"/>
                    <a:pt x="166" y="635"/>
                    <a:pt x="235" y="635"/>
                  </a:cubicBezTo>
                  <a:cubicBezTo>
                    <a:pt x="244" y="637"/>
                    <a:pt x="252" y="638"/>
                    <a:pt x="259" y="638"/>
                  </a:cubicBezTo>
                  <a:cubicBezTo>
                    <a:pt x="316" y="638"/>
                    <a:pt x="353" y="593"/>
                    <a:pt x="375" y="532"/>
                  </a:cubicBezTo>
                  <a:cubicBezTo>
                    <a:pt x="386" y="495"/>
                    <a:pt x="397" y="451"/>
                    <a:pt x="420" y="440"/>
                  </a:cubicBezTo>
                  <a:cubicBezTo>
                    <a:pt x="504" y="381"/>
                    <a:pt x="490" y="286"/>
                    <a:pt x="515" y="205"/>
                  </a:cubicBezTo>
                  <a:cubicBezTo>
                    <a:pt x="515" y="113"/>
                    <a:pt x="434" y="43"/>
                    <a:pt x="294" y="7"/>
                  </a:cubicBezTo>
                  <a:cubicBezTo>
                    <a:pt x="283" y="2"/>
                    <a:pt x="271" y="0"/>
                    <a:pt x="2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36"/>
            <p:cNvSpPr/>
            <p:nvPr/>
          </p:nvSpPr>
          <p:spPr>
            <a:xfrm>
              <a:off x="5171163" y="4282085"/>
              <a:ext cx="74497" cy="10100"/>
            </a:xfrm>
            <a:custGeom>
              <a:avLst/>
              <a:gdLst/>
              <a:ahLst/>
              <a:cxnLst/>
              <a:rect l="l" t="t" r="r" b="b"/>
              <a:pathLst>
                <a:path w="1571" h="213" extrusionOk="0">
                  <a:moveTo>
                    <a:pt x="1560" y="0"/>
                  </a:moveTo>
                  <a:cubicBezTo>
                    <a:pt x="1398" y="37"/>
                    <a:pt x="1222" y="84"/>
                    <a:pt x="1060" y="107"/>
                  </a:cubicBezTo>
                  <a:cubicBezTo>
                    <a:pt x="884" y="140"/>
                    <a:pt x="711" y="154"/>
                    <a:pt x="523" y="154"/>
                  </a:cubicBezTo>
                  <a:cubicBezTo>
                    <a:pt x="474" y="157"/>
                    <a:pt x="424" y="159"/>
                    <a:pt x="374" y="159"/>
                  </a:cubicBezTo>
                  <a:cubicBezTo>
                    <a:pt x="250" y="159"/>
                    <a:pt x="125" y="150"/>
                    <a:pt x="1" y="140"/>
                  </a:cubicBezTo>
                  <a:lnTo>
                    <a:pt x="1" y="165"/>
                  </a:lnTo>
                  <a:cubicBezTo>
                    <a:pt x="34" y="176"/>
                    <a:pt x="57" y="188"/>
                    <a:pt x="93" y="188"/>
                  </a:cubicBezTo>
                  <a:cubicBezTo>
                    <a:pt x="228" y="204"/>
                    <a:pt x="362" y="212"/>
                    <a:pt x="496" y="212"/>
                  </a:cubicBezTo>
                  <a:cubicBezTo>
                    <a:pt x="839" y="212"/>
                    <a:pt x="1179" y="159"/>
                    <a:pt x="1512" y="59"/>
                  </a:cubicBezTo>
                  <a:cubicBezTo>
                    <a:pt x="1537" y="48"/>
                    <a:pt x="1549" y="37"/>
                    <a:pt x="1571" y="26"/>
                  </a:cubicBezTo>
                  <a:cubicBezTo>
                    <a:pt x="1571" y="14"/>
                    <a:pt x="1571" y="0"/>
                    <a:pt x="156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36"/>
            <p:cNvSpPr/>
            <p:nvPr/>
          </p:nvSpPr>
          <p:spPr>
            <a:xfrm>
              <a:off x="5230817" y="3997286"/>
              <a:ext cx="27598" cy="15127"/>
            </a:xfrm>
            <a:custGeom>
              <a:avLst/>
              <a:gdLst/>
              <a:ahLst/>
              <a:cxnLst/>
              <a:rect l="l" t="t" r="r" b="b"/>
              <a:pathLst>
                <a:path w="582" h="319" extrusionOk="0">
                  <a:moveTo>
                    <a:pt x="368" y="62"/>
                  </a:moveTo>
                  <a:cubicBezTo>
                    <a:pt x="419" y="62"/>
                    <a:pt x="459" y="87"/>
                    <a:pt x="511" y="140"/>
                  </a:cubicBezTo>
                  <a:cubicBezTo>
                    <a:pt x="489" y="154"/>
                    <a:pt x="464" y="165"/>
                    <a:pt x="453" y="165"/>
                  </a:cubicBezTo>
                  <a:cubicBezTo>
                    <a:pt x="394" y="187"/>
                    <a:pt x="335" y="198"/>
                    <a:pt x="291" y="235"/>
                  </a:cubicBezTo>
                  <a:cubicBezTo>
                    <a:pt x="259" y="250"/>
                    <a:pt x="230" y="256"/>
                    <a:pt x="201" y="256"/>
                  </a:cubicBezTo>
                  <a:cubicBezTo>
                    <a:pt x="166" y="256"/>
                    <a:pt x="131" y="247"/>
                    <a:pt x="92" y="235"/>
                  </a:cubicBezTo>
                  <a:cubicBezTo>
                    <a:pt x="81" y="224"/>
                    <a:pt x="70" y="210"/>
                    <a:pt x="70" y="198"/>
                  </a:cubicBezTo>
                  <a:cubicBezTo>
                    <a:pt x="70" y="187"/>
                    <a:pt x="81" y="165"/>
                    <a:pt x="92" y="154"/>
                  </a:cubicBezTo>
                  <a:cubicBezTo>
                    <a:pt x="162" y="129"/>
                    <a:pt x="243" y="95"/>
                    <a:pt x="313" y="70"/>
                  </a:cubicBezTo>
                  <a:cubicBezTo>
                    <a:pt x="333" y="64"/>
                    <a:pt x="351" y="62"/>
                    <a:pt x="368" y="62"/>
                  </a:cubicBezTo>
                  <a:close/>
                  <a:moveTo>
                    <a:pt x="372" y="0"/>
                  </a:moveTo>
                  <a:cubicBezTo>
                    <a:pt x="254" y="36"/>
                    <a:pt x="151" y="70"/>
                    <a:pt x="56" y="129"/>
                  </a:cubicBezTo>
                  <a:cubicBezTo>
                    <a:pt x="0" y="154"/>
                    <a:pt x="0" y="235"/>
                    <a:pt x="34" y="268"/>
                  </a:cubicBezTo>
                  <a:cubicBezTo>
                    <a:pt x="83" y="294"/>
                    <a:pt x="133" y="318"/>
                    <a:pt x="182" y="318"/>
                  </a:cubicBezTo>
                  <a:cubicBezTo>
                    <a:pt x="203" y="318"/>
                    <a:pt x="223" y="314"/>
                    <a:pt x="243" y="305"/>
                  </a:cubicBezTo>
                  <a:cubicBezTo>
                    <a:pt x="335" y="279"/>
                    <a:pt x="430" y="246"/>
                    <a:pt x="511" y="210"/>
                  </a:cubicBezTo>
                  <a:cubicBezTo>
                    <a:pt x="570" y="176"/>
                    <a:pt x="581" y="117"/>
                    <a:pt x="523" y="84"/>
                  </a:cubicBezTo>
                  <a:cubicBezTo>
                    <a:pt x="475" y="48"/>
                    <a:pt x="430" y="25"/>
                    <a:pt x="37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36"/>
            <p:cNvSpPr/>
            <p:nvPr/>
          </p:nvSpPr>
          <p:spPr>
            <a:xfrm>
              <a:off x="5218061" y="4275399"/>
              <a:ext cx="23757" cy="6544"/>
            </a:xfrm>
            <a:custGeom>
              <a:avLst/>
              <a:gdLst/>
              <a:ahLst/>
              <a:cxnLst/>
              <a:rect l="l" t="t" r="r" b="b"/>
              <a:pathLst>
                <a:path w="501" h="138" extrusionOk="0">
                  <a:moveTo>
                    <a:pt x="491" y="1"/>
                  </a:moveTo>
                  <a:cubicBezTo>
                    <a:pt x="413" y="1"/>
                    <a:pt x="33" y="98"/>
                    <a:pt x="1" y="130"/>
                  </a:cubicBezTo>
                  <a:cubicBezTo>
                    <a:pt x="11" y="135"/>
                    <a:pt x="27" y="138"/>
                    <a:pt x="47" y="138"/>
                  </a:cubicBezTo>
                  <a:cubicBezTo>
                    <a:pt x="172" y="138"/>
                    <a:pt x="460" y="52"/>
                    <a:pt x="501" y="2"/>
                  </a:cubicBezTo>
                  <a:cubicBezTo>
                    <a:pt x="499" y="1"/>
                    <a:pt x="495" y="1"/>
                    <a:pt x="4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36"/>
            <p:cNvSpPr/>
            <p:nvPr/>
          </p:nvSpPr>
          <p:spPr>
            <a:xfrm>
              <a:off x="5036446" y="4087856"/>
              <a:ext cx="6686" cy="14890"/>
            </a:xfrm>
            <a:custGeom>
              <a:avLst/>
              <a:gdLst/>
              <a:ahLst/>
              <a:cxnLst/>
              <a:rect l="l" t="t" r="r" b="b"/>
              <a:pathLst>
                <a:path w="141" h="314" extrusionOk="0">
                  <a:moveTo>
                    <a:pt x="141" y="1"/>
                  </a:moveTo>
                  <a:lnTo>
                    <a:pt x="141" y="1"/>
                  </a:lnTo>
                  <a:cubicBezTo>
                    <a:pt x="59" y="34"/>
                    <a:pt x="1" y="244"/>
                    <a:pt x="59" y="314"/>
                  </a:cubicBezTo>
                  <a:cubicBezTo>
                    <a:pt x="82" y="210"/>
                    <a:pt x="118" y="104"/>
                    <a:pt x="14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36"/>
            <p:cNvSpPr/>
            <p:nvPr/>
          </p:nvSpPr>
          <p:spPr>
            <a:xfrm>
              <a:off x="5079502" y="3995673"/>
              <a:ext cx="14368" cy="13847"/>
            </a:xfrm>
            <a:custGeom>
              <a:avLst/>
              <a:gdLst/>
              <a:ahLst/>
              <a:cxnLst/>
              <a:rect l="l" t="t" r="r" b="b"/>
              <a:pathLst>
                <a:path w="303" h="292" extrusionOk="0">
                  <a:moveTo>
                    <a:pt x="291" y="1"/>
                  </a:moveTo>
                  <a:cubicBezTo>
                    <a:pt x="210" y="23"/>
                    <a:pt x="1" y="232"/>
                    <a:pt x="1" y="291"/>
                  </a:cubicBezTo>
                  <a:cubicBezTo>
                    <a:pt x="104" y="199"/>
                    <a:pt x="199" y="104"/>
                    <a:pt x="302" y="23"/>
                  </a:cubicBezTo>
                  <a:cubicBezTo>
                    <a:pt x="291" y="12"/>
                    <a:pt x="291" y="12"/>
                    <a:pt x="29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36"/>
            <p:cNvSpPr/>
            <p:nvPr/>
          </p:nvSpPr>
          <p:spPr>
            <a:xfrm>
              <a:off x="5194920" y="4282749"/>
              <a:ext cx="15411" cy="2181"/>
            </a:xfrm>
            <a:custGeom>
              <a:avLst/>
              <a:gdLst/>
              <a:ahLst/>
              <a:cxnLst/>
              <a:rect l="l" t="t" r="r" b="b"/>
              <a:pathLst>
                <a:path w="325" h="46" extrusionOk="0">
                  <a:moveTo>
                    <a:pt x="34" y="0"/>
                  </a:moveTo>
                  <a:cubicBezTo>
                    <a:pt x="22" y="0"/>
                    <a:pt x="11" y="12"/>
                    <a:pt x="0" y="23"/>
                  </a:cubicBezTo>
                  <a:cubicBezTo>
                    <a:pt x="11" y="23"/>
                    <a:pt x="22" y="45"/>
                    <a:pt x="34" y="45"/>
                  </a:cubicBezTo>
                  <a:cubicBezTo>
                    <a:pt x="115" y="45"/>
                    <a:pt x="210" y="45"/>
                    <a:pt x="291" y="34"/>
                  </a:cubicBezTo>
                  <a:cubicBezTo>
                    <a:pt x="302" y="34"/>
                    <a:pt x="313" y="23"/>
                    <a:pt x="324" y="12"/>
                  </a:cubicBezTo>
                  <a:cubicBezTo>
                    <a:pt x="313" y="0"/>
                    <a:pt x="302" y="0"/>
                    <a:pt x="30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36"/>
            <p:cNvSpPr/>
            <p:nvPr/>
          </p:nvSpPr>
          <p:spPr>
            <a:xfrm>
              <a:off x="5324042" y="4101133"/>
              <a:ext cx="6165" cy="15411"/>
            </a:xfrm>
            <a:custGeom>
              <a:avLst/>
              <a:gdLst/>
              <a:ahLst/>
              <a:cxnLst/>
              <a:rect l="l" t="t" r="r" b="b"/>
              <a:pathLst>
                <a:path w="130" h="325" extrusionOk="0">
                  <a:moveTo>
                    <a:pt x="129" y="0"/>
                  </a:moveTo>
                  <a:cubicBezTo>
                    <a:pt x="46" y="59"/>
                    <a:pt x="1" y="243"/>
                    <a:pt x="34" y="324"/>
                  </a:cubicBezTo>
                  <a:cubicBezTo>
                    <a:pt x="71" y="210"/>
                    <a:pt x="93" y="115"/>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36"/>
            <p:cNvSpPr/>
            <p:nvPr/>
          </p:nvSpPr>
          <p:spPr>
            <a:xfrm>
              <a:off x="5226833" y="3966938"/>
              <a:ext cx="5074" cy="11713"/>
            </a:xfrm>
            <a:custGeom>
              <a:avLst/>
              <a:gdLst/>
              <a:ahLst/>
              <a:cxnLst/>
              <a:rect l="l" t="t" r="r" b="b"/>
              <a:pathLst>
                <a:path w="107" h="247" extrusionOk="0">
                  <a:moveTo>
                    <a:pt x="95" y="0"/>
                  </a:moveTo>
                  <a:lnTo>
                    <a:pt x="95" y="0"/>
                  </a:lnTo>
                  <a:cubicBezTo>
                    <a:pt x="37" y="48"/>
                    <a:pt x="0" y="188"/>
                    <a:pt x="37" y="246"/>
                  </a:cubicBezTo>
                  <a:cubicBezTo>
                    <a:pt x="84" y="165"/>
                    <a:pt x="106" y="95"/>
                    <a:pt x="9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36"/>
            <p:cNvSpPr/>
            <p:nvPr/>
          </p:nvSpPr>
          <p:spPr>
            <a:xfrm>
              <a:off x="5321292" y="4126408"/>
              <a:ext cx="6639" cy="6165"/>
            </a:xfrm>
            <a:custGeom>
              <a:avLst/>
              <a:gdLst/>
              <a:ahLst/>
              <a:cxnLst/>
              <a:rect l="l" t="t" r="r" b="b"/>
              <a:pathLst>
                <a:path w="140" h="130" extrusionOk="0">
                  <a:moveTo>
                    <a:pt x="0" y="1"/>
                  </a:moveTo>
                  <a:cubicBezTo>
                    <a:pt x="0" y="60"/>
                    <a:pt x="70" y="129"/>
                    <a:pt x="140" y="129"/>
                  </a:cubicBezTo>
                  <a:cubicBezTo>
                    <a:pt x="129" y="60"/>
                    <a:pt x="59" y="15"/>
                    <a:pt x="0"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36"/>
            <p:cNvSpPr/>
            <p:nvPr/>
          </p:nvSpPr>
          <p:spPr>
            <a:xfrm>
              <a:off x="5214220" y="3966274"/>
              <a:ext cx="7729" cy="3462"/>
            </a:xfrm>
            <a:custGeom>
              <a:avLst/>
              <a:gdLst/>
              <a:ahLst/>
              <a:cxnLst/>
              <a:rect l="l" t="t" r="r" b="b"/>
              <a:pathLst>
                <a:path w="163" h="73" extrusionOk="0">
                  <a:moveTo>
                    <a:pt x="68" y="1"/>
                  </a:moveTo>
                  <a:cubicBezTo>
                    <a:pt x="40" y="1"/>
                    <a:pt x="14" y="8"/>
                    <a:pt x="1" y="26"/>
                  </a:cubicBezTo>
                  <a:cubicBezTo>
                    <a:pt x="46" y="39"/>
                    <a:pt x="93" y="62"/>
                    <a:pt x="141" y="73"/>
                  </a:cubicBezTo>
                  <a:cubicBezTo>
                    <a:pt x="141" y="73"/>
                    <a:pt x="163" y="51"/>
                    <a:pt x="163" y="39"/>
                  </a:cubicBezTo>
                  <a:cubicBezTo>
                    <a:pt x="156" y="18"/>
                    <a:pt x="111" y="1"/>
                    <a:pt x="6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36"/>
            <p:cNvSpPr/>
            <p:nvPr/>
          </p:nvSpPr>
          <p:spPr>
            <a:xfrm>
              <a:off x="5296350" y="4011701"/>
              <a:ext cx="5643" cy="4932"/>
            </a:xfrm>
            <a:custGeom>
              <a:avLst/>
              <a:gdLst/>
              <a:ahLst/>
              <a:cxnLst/>
              <a:rect l="l" t="t" r="r" b="b"/>
              <a:pathLst>
                <a:path w="119" h="104" extrusionOk="0">
                  <a:moveTo>
                    <a:pt x="15" y="1"/>
                  </a:moveTo>
                  <a:cubicBezTo>
                    <a:pt x="15" y="1"/>
                    <a:pt x="1" y="12"/>
                    <a:pt x="1" y="23"/>
                  </a:cubicBezTo>
                  <a:cubicBezTo>
                    <a:pt x="26" y="45"/>
                    <a:pt x="60" y="70"/>
                    <a:pt x="96" y="104"/>
                  </a:cubicBezTo>
                  <a:cubicBezTo>
                    <a:pt x="107" y="93"/>
                    <a:pt x="107" y="82"/>
                    <a:pt x="118" y="70"/>
                  </a:cubicBezTo>
                  <a:cubicBezTo>
                    <a:pt x="85" y="45"/>
                    <a:pt x="48" y="23"/>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36"/>
            <p:cNvSpPr/>
            <p:nvPr/>
          </p:nvSpPr>
          <p:spPr>
            <a:xfrm>
              <a:off x="5125357" y="4114363"/>
              <a:ext cx="5453" cy="13325"/>
            </a:xfrm>
            <a:custGeom>
              <a:avLst/>
              <a:gdLst/>
              <a:ahLst/>
              <a:cxnLst/>
              <a:rect l="l" t="t" r="r" b="b"/>
              <a:pathLst>
                <a:path w="115" h="281" extrusionOk="0">
                  <a:moveTo>
                    <a:pt x="104" y="1"/>
                  </a:moveTo>
                  <a:cubicBezTo>
                    <a:pt x="81" y="12"/>
                    <a:pt x="70" y="12"/>
                    <a:pt x="59" y="23"/>
                  </a:cubicBezTo>
                  <a:cubicBezTo>
                    <a:pt x="34" y="71"/>
                    <a:pt x="23" y="115"/>
                    <a:pt x="0" y="174"/>
                  </a:cubicBezTo>
                  <a:lnTo>
                    <a:pt x="0" y="280"/>
                  </a:lnTo>
                  <a:cubicBezTo>
                    <a:pt x="23" y="255"/>
                    <a:pt x="34" y="255"/>
                    <a:pt x="34" y="244"/>
                  </a:cubicBezTo>
                  <a:cubicBezTo>
                    <a:pt x="59" y="174"/>
                    <a:pt x="93" y="104"/>
                    <a:pt x="115" y="34"/>
                  </a:cubicBezTo>
                  <a:cubicBezTo>
                    <a:pt x="115" y="23"/>
                    <a:pt x="104" y="12"/>
                    <a:pt x="104"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36"/>
            <p:cNvSpPr/>
            <p:nvPr/>
          </p:nvSpPr>
          <p:spPr>
            <a:xfrm>
              <a:off x="5239020" y="4130913"/>
              <a:ext cx="6117" cy="14890"/>
            </a:xfrm>
            <a:custGeom>
              <a:avLst/>
              <a:gdLst/>
              <a:ahLst/>
              <a:cxnLst/>
              <a:rect l="l" t="t" r="r" b="b"/>
              <a:pathLst>
                <a:path w="129" h="314" extrusionOk="0">
                  <a:moveTo>
                    <a:pt x="129" y="1"/>
                  </a:moveTo>
                  <a:cubicBezTo>
                    <a:pt x="59" y="23"/>
                    <a:pt x="0" y="255"/>
                    <a:pt x="48" y="314"/>
                  </a:cubicBezTo>
                  <a:cubicBezTo>
                    <a:pt x="70" y="210"/>
                    <a:pt x="93" y="104"/>
                    <a:pt x="12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36"/>
            <p:cNvSpPr/>
            <p:nvPr/>
          </p:nvSpPr>
          <p:spPr>
            <a:xfrm>
              <a:off x="5226312" y="4105496"/>
              <a:ext cx="7160" cy="9437"/>
            </a:xfrm>
            <a:custGeom>
              <a:avLst/>
              <a:gdLst/>
              <a:ahLst/>
              <a:cxnLst/>
              <a:rect l="l" t="t" r="r" b="b"/>
              <a:pathLst>
                <a:path w="151" h="199" extrusionOk="0">
                  <a:moveTo>
                    <a:pt x="48" y="1"/>
                  </a:moveTo>
                  <a:cubicBezTo>
                    <a:pt x="36" y="1"/>
                    <a:pt x="11" y="12"/>
                    <a:pt x="11" y="23"/>
                  </a:cubicBezTo>
                  <a:cubicBezTo>
                    <a:pt x="0" y="59"/>
                    <a:pt x="95" y="188"/>
                    <a:pt x="140" y="199"/>
                  </a:cubicBezTo>
                  <a:cubicBezTo>
                    <a:pt x="151" y="151"/>
                    <a:pt x="81" y="12"/>
                    <a:pt x="48"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36"/>
            <p:cNvSpPr/>
            <p:nvPr/>
          </p:nvSpPr>
          <p:spPr>
            <a:xfrm>
              <a:off x="5114213" y="4107203"/>
              <a:ext cx="7872" cy="8820"/>
            </a:xfrm>
            <a:custGeom>
              <a:avLst/>
              <a:gdLst/>
              <a:ahLst/>
              <a:cxnLst/>
              <a:rect l="l" t="t" r="r" b="b"/>
              <a:pathLst>
                <a:path w="166" h="186" extrusionOk="0">
                  <a:moveTo>
                    <a:pt x="15" y="1"/>
                  </a:moveTo>
                  <a:cubicBezTo>
                    <a:pt x="1" y="82"/>
                    <a:pt x="85" y="185"/>
                    <a:pt x="166" y="185"/>
                  </a:cubicBezTo>
                  <a:cubicBezTo>
                    <a:pt x="118" y="127"/>
                    <a:pt x="71" y="71"/>
                    <a:pt x="1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36"/>
            <p:cNvSpPr/>
            <p:nvPr/>
          </p:nvSpPr>
          <p:spPr>
            <a:xfrm>
              <a:off x="5229584" y="4154622"/>
              <a:ext cx="5643" cy="4457"/>
            </a:xfrm>
            <a:custGeom>
              <a:avLst/>
              <a:gdLst/>
              <a:ahLst/>
              <a:cxnLst/>
              <a:rect l="l" t="t" r="r" b="b"/>
              <a:pathLst>
                <a:path w="119" h="94" extrusionOk="0">
                  <a:moveTo>
                    <a:pt x="26" y="1"/>
                  </a:moveTo>
                  <a:lnTo>
                    <a:pt x="1" y="23"/>
                  </a:lnTo>
                  <a:cubicBezTo>
                    <a:pt x="26" y="48"/>
                    <a:pt x="37" y="71"/>
                    <a:pt x="60" y="82"/>
                  </a:cubicBezTo>
                  <a:cubicBezTo>
                    <a:pt x="71" y="93"/>
                    <a:pt x="82" y="93"/>
                    <a:pt x="118" y="93"/>
                  </a:cubicBezTo>
                  <a:cubicBezTo>
                    <a:pt x="107" y="71"/>
                    <a:pt x="96" y="48"/>
                    <a:pt x="96" y="48"/>
                  </a:cubicBezTo>
                  <a:cubicBezTo>
                    <a:pt x="71" y="23"/>
                    <a:pt x="48" y="12"/>
                    <a:pt x="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59" name="Google Shape;1559;p36"/>
          <p:cNvGrpSpPr/>
          <p:nvPr/>
        </p:nvGrpSpPr>
        <p:grpSpPr>
          <a:xfrm>
            <a:off x="1124113" y="1281450"/>
            <a:ext cx="4119812" cy="572750"/>
            <a:chOff x="1124113" y="1281450"/>
            <a:chExt cx="4119812" cy="572750"/>
          </a:xfrm>
        </p:grpSpPr>
        <p:sp>
          <p:nvSpPr>
            <p:cNvPr id="1560" name="Google Shape;1560;p36"/>
            <p:cNvSpPr txBox="1"/>
            <p:nvPr/>
          </p:nvSpPr>
          <p:spPr>
            <a:xfrm>
              <a:off x="1924955" y="1281496"/>
              <a:ext cx="15708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Customs</a:t>
              </a:r>
              <a:endParaRPr sz="2400" b="1">
                <a:solidFill>
                  <a:schemeClr val="accent2"/>
                </a:solidFill>
                <a:latin typeface="Chelsea Market"/>
                <a:ea typeface="Chelsea Market"/>
                <a:cs typeface="Chelsea Market"/>
                <a:sym typeface="Chelsea Market"/>
              </a:endParaRPr>
            </a:p>
          </p:txBody>
        </p:sp>
        <p:sp>
          <p:nvSpPr>
            <p:cNvPr id="1561" name="Google Shape;1561;p36"/>
            <p:cNvSpPr txBox="1"/>
            <p:nvPr/>
          </p:nvSpPr>
          <p:spPr>
            <a:xfrm>
              <a:off x="3495525" y="1281450"/>
              <a:ext cx="17484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p:txBody>
        </p:sp>
        <p:sp>
          <p:nvSpPr>
            <p:cNvPr id="1562" name="Google Shape;1562;p36"/>
            <p:cNvSpPr txBox="1"/>
            <p:nvPr/>
          </p:nvSpPr>
          <p:spPr>
            <a:xfrm>
              <a:off x="1124113" y="1281500"/>
              <a:ext cx="8106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30%</a:t>
              </a:r>
              <a:endParaRPr sz="2400" b="1">
                <a:solidFill>
                  <a:schemeClr val="accent2"/>
                </a:solidFill>
                <a:latin typeface="Chelsea Market"/>
                <a:ea typeface="Chelsea Market"/>
                <a:cs typeface="Chelsea Market"/>
                <a:sym typeface="Chelsea Market"/>
              </a:endParaRPr>
            </a:p>
          </p:txBody>
        </p:sp>
      </p:grpSp>
      <p:grpSp>
        <p:nvGrpSpPr>
          <p:cNvPr id="1563" name="Google Shape;1563;p36"/>
          <p:cNvGrpSpPr/>
          <p:nvPr/>
        </p:nvGrpSpPr>
        <p:grpSpPr>
          <a:xfrm>
            <a:off x="1124113" y="2381618"/>
            <a:ext cx="4119812" cy="572731"/>
            <a:chOff x="1124113" y="2381618"/>
            <a:chExt cx="4119812" cy="572731"/>
          </a:xfrm>
        </p:grpSpPr>
        <p:sp>
          <p:nvSpPr>
            <p:cNvPr id="1564" name="Google Shape;1564;p36"/>
            <p:cNvSpPr txBox="1"/>
            <p:nvPr/>
          </p:nvSpPr>
          <p:spPr>
            <a:xfrm>
              <a:off x="1924955" y="2381640"/>
              <a:ext cx="15708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Food</a:t>
              </a:r>
              <a:endParaRPr sz="2400" b="1">
                <a:solidFill>
                  <a:schemeClr val="accent5"/>
                </a:solidFill>
                <a:latin typeface="Chelsea Market"/>
                <a:ea typeface="Chelsea Market"/>
                <a:cs typeface="Chelsea Market"/>
                <a:sym typeface="Chelsea Market"/>
              </a:endParaRPr>
            </a:p>
          </p:txBody>
        </p:sp>
        <p:sp>
          <p:nvSpPr>
            <p:cNvPr id="1565" name="Google Shape;1565;p36"/>
            <p:cNvSpPr txBox="1"/>
            <p:nvPr/>
          </p:nvSpPr>
          <p:spPr>
            <a:xfrm>
              <a:off x="3495525" y="2381618"/>
              <a:ext cx="17484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sp>
          <p:nvSpPr>
            <p:cNvPr id="1566" name="Google Shape;1566;p36"/>
            <p:cNvSpPr txBox="1"/>
            <p:nvPr/>
          </p:nvSpPr>
          <p:spPr>
            <a:xfrm>
              <a:off x="1124113" y="2381649"/>
              <a:ext cx="8106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50%</a:t>
              </a:r>
              <a:endParaRPr sz="2400" b="1">
                <a:solidFill>
                  <a:schemeClr val="accent5"/>
                </a:solidFill>
                <a:latin typeface="Chelsea Market"/>
                <a:ea typeface="Chelsea Market"/>
                <a:cs typeface="Chelsea Market"/>
                <a:sym typeface="Chelsea Market"/>
              </a:endParaRPr>
            </a:p>
          </p:txBody>
        </p:sp>
      </p:grpSp>
      <p:grpSp>
        <p:nvGrpSpPr>
          <p:cNvPr id="1567" name="Google Shape;1567;p36"/>
          <p:cNvGrpSpPr/>
          <p:nvPr/>
        </p:nvGrpSpPr>
        <p:grpSpPr>
          <a:xfrm>
            <a:off x="1124113" y="3481772"/>
            <a:ext cx="4119812" cy="572705"/>
            <a:chOff x="1124113" y="3481772"/>
            <a:chExt cx="4119812" cy="572705"/>
          </a:xfrm>
        </p:grpSpPr>
        <p:sp>
          <p:nvSpPr>
            <p:cNvPr id="1568" name="Google Shape;1568;p36"/>
            <p:cNvSpPr txBox="1"/>
            <p:nvPr/>
          </p:nvSpPr>
          <p:spPr>
            <a:xfrm>
              <a:off x="1924955" y="3481772"/>
              <a:ext cx="15708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Culture</a:t>
              </a:r>
              <a:endParaRPr sz="2400" b="1">
                <a:solidFill>
                  <a:schemeClr val="accent1"/>
                </a:solidFill>
                <a:latin typeface="Chelsea Market"/>
                <a:ea typeface="Chelsea Market"/>
                <a:cs typeface="Chelsea Market"/>
                <a:sym typeface="Chelsea Market"/>
              </a:endParaRPr>
            </a:p>
          </p:txBody>
        </p:sp>
        <p:sp>
          <p:nvSpPr>
            <p:cNvPr id="1569" name="Google Shape;1569;p36"/>
            <p:cNvSpPr txBox="1"/>
            <p:nvPr/>
          </p:nvSpPr>
          <p:spPr>
            <a:xfrm>
              <a:off x="3495525" y="3481772"/>
              <a:ext cx="17484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Neptune is very far away from us</a:t>
              </a:r>
              <a:endParaRPr>
                <a:solidFill>
                  <a:schemeClr val="dk1"/>
                </a:solidFill>
                <a:latin typeface="Lato"/>
                <a:ea typeface="Lato"/>
                <a:cs typeface="Lato"/>
                <a:sym typeface="Lato"/>
              </a:endParaRPr>
            </a:p>
          </p:txBody>
        </p:sp>
        <p:sp>
          <p:nvSpPr>
            <p:cNvPr id="1570" name="Google Shape;1570;p36"/>
            <p:cNvSpPr txBox="1"/>
            <p:nvPr/>
          </p:nvSpPr>
          <p:spPr>
            <a:xfrm>
              <a:off x="1124113" y="3481776"/>
              <a:ext cx="810600" cy="5727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20%</a:t>
              </a:r>
              <a:endParaRPr sz="2400" b="1">
                <a:solidFill>
                  <a:schemeClr val="accent1"/>
                </a:solidFill>
                <a:latin typeface="Chelsea Market"/>
                <a:ea typeface="Chelsea Market"/>
                <a:cs typeface="Chelsea Market"/>
                <a:sym typeface="Chelsea Market"/>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37"/>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576" name="Google Shape;1576;p37"/>
          <p:cNvGrpSpPr/>
          <p:nvPr/>
        </p:nvGrpSpPr>
        <p:grpSpPr>
          <a:xfrm>
            <a:off x="2582213" y="1368375"/>
            <a:ext cx="1887013" cy="1300800"/>
            <a:chOff x="2582213" y="1368375"/>
            <a:chExt cx="1887013" cy="1300800"/>
          </a:xfrm>
        </p:grpSpPr>
        <p:sp>
          <p:nvSpPr>
            <p:cNvPr id="1577" name="Google Shape;1577;p37"/>
            <p:cNvSpPr txBox="1"/>
            <p:nvPr/>
          </p:nvSpPr>
          <p:spPr>
            <a:xfrm>
              <a:off x="2582225" y="2109075"/>
              <a:ext cx="1887000" cy="56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Mercury is a bit larger than the Moon</a:t>
              </a:r>
              <a:endParaRPr>
                <a:solidFill>
                  <a:schemeClr val="dk1"/>
                </a:solidFill>
                <a:latin typeface="Lato"/>
                <a:ea typeface="Lato"/>
                <a:cs typeface="Lato"/>
                <a:sym typeface="Lato"/>
              </a:endParaRPr>
            </a:p>
          </p:txBody>
        </p:sp>
        <p:sp>
          <p:nvSpPr>
            <p:cNvPr id="1578" name="Google Shape;1578;p37"/>
            <p:cNvSpPr txBox="1"/>
            <p:nvPr/>
          </p:nvSpPr>
          <p:spPr>
            <a:xfrm>
              <a:off x="2582213" y="1811475"/>
              <a:ext cx="1887000" cy="297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Mercury</a:t>
              </a:r>
              <a:endParaRPr sz="2400" b="1">
                <a:solidFill>
                  <a:schemeClr val="dk1"/>
                </a:solidFill>
                <a:latin typeface="Chelsea Market"/>
                <a:ea typeface="Chelsea Market"/>
                <a:cs typeface="Chelsea Market"/>
                <a:sym typeface="Chelsea Market"/>
              </a:endParaRPr>
            </a:p>
          </p:txBody>
        </p:sp>
        <p:sp>
          <p:nvSpPr>
            <p:cNvPr id="1579" name="Google Shape;1579;p37"/>
            <p:cNvSpPr txBox="1"/>
            <p:nvPr/>
          </p:nvSpPr>
          <p:spPr>
            <a:xfrm>
              <a:off x="2582213" y="1368375"/>
              <a:ext cx="1887000" cy="492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80%</a:t>
              </a:r>
              <a:endParaRPr sz="2400" b="1">
                <a:solidFill>
                  <a:schemeClr val="accent5"/>
                </a:solidFill>
                <a:latin typeface="Chelsea Market"/>
                <a:ea typeface="Chelsea Market"/>
                <a:cs typeface="Chelsea Market"/>
                <a:sym typeface="Chelsea Market"/>
              </a:endParaRPr>
            </a:p>
          </p:txBody>
        </p:sp>
      </p:grpSp>
      <p:grpSp>
        <p:nvGrpSpPr>
          <p:cNvPr id="1580" name="Google Shape;1580;p37"/>
          <p:cNvGrpSpPr/>
          <p:nvPr/>
        </p:nvGrpSpPr>
        <p:grpSpPr>
          <a:xfrm>
            <a:off x="2582213" y="3042850"/>
            <a:ext cx="1887013" cy="1300800"/>
            <a:chOff x="2582213" y="3042850"/>
            <a:chExt cx="1887013" cy="1300800"/>
          </a:xfrm>
        </p:grpSpPr>
        <p:sp>
          <p:nvSpPr>
            <p:cNvPr id="1581" name="Google Shape;1581;p37"/>
            <p:cNvSpPr txBox="1"/>
            <p:nvPr/>
          </p:nvSpPr>
          <p:spPr>
            <a:xfrm>
              <a:off x="2582225" y="3783550"/>
              <a:ext cx="1887000" cy="56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582" name="Google Shape;1582;p37"/>
            <p:cNvSpPr txBox="1"/>
            <p:nvPr/>
          </p:nvSpPr>
          <p:spPr>
            <a:xfrm>
              <a:off x="2582213" y="3485950"/>
              <a:ext cx="1887000" cy="297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Venus</a:t>
              </a:r>
              <a:endParaRPr sz="2400" b="1">
                <a:solidFill>
                  <a:schemeClr val="dk1"/>
                </a:solidFill>
                <a:latin typeface="Chelsea Market"/>
                <a:ea typeface="Chelsea Market"/>
                <a:cs typeface="Chelsea Market"/>
                <a:sym typeface="Chelsea Market"/>
              </a:endParaRPr>
            </a:p>
          </p:txBody>
        </p:sp>
        <p:sp>
          <p:nvSpPr>
            <p:cNvPr id="1583" name="Google Shape;1583;p37"/>
            <p:cNvSpPr txBox="1"/>
            <p:nvPr/>
          </p:nvSpPr>
          <p:spPr>
            <a:xfrm>
              <a:off x="2582213" y="3042850"/>
              <a:ext cx="1887000" cy="492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50%</a:t>
              </a:r>
              <a:endParaRPr sz="2400" b="1">
                <a:solidFill>
                  <a:schemeClr val="accent5"/>
                </a:solidFill>
                <a:latin typeface="Chelsea Market"/>
                <a:ea typeface="Chelsea Market"/>
                <a:cs typeface="Chelsea Market"/>
                <a:sym typeface="Chelsea Market"/>
              </a:endParaRPr>
            </a:p>
          </p:txBody>
        </p:sp>
      </p:grpSp>
      <p:grpSp>
        <p:nvGrpSpPr>
          <p:cNvPr id="1584" name="Google Shape;1584;p37"/>
          <p:cNvGrpSpPr/>
          <p:nvPr/>
        </p:nvGrpSpPr>
        <p:grpSpPr>
          <a:xfrm>
            <a:off x="6275888" y="1368375"/>
            <a:ext cx="1887013" cy="1300800"/>
            <a:chOff x="6275888" y="1368375"/>
            <a:chExt cx="1887013" cy="1300800"/>
          </a:xfrm>
        </p:grpSpPr>
        <p:sp>
          <p:nvSpPr>
            <p:cNvPr id="1585" name="Google Shape;1585;p37"/>
            <p:cNvSpPr txBox="1"/>
            <p:nvPr/>
          </p:nvSpPr>
          <p:spPr>
            <a:xfrm>
              <a:off x="6275900" y="2109075"/>
              <a:ext cx="1887000" cy="56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Despite being red, Mars is a cold place</a:t>
              </a:r>
              <a:endParaRPr>
                <a:solidFill>
                  <a:schemeClr val="dk1"/>
                </a:solidFill>
                <a:latin typeface="Lato"/>
                <a:ea typeface="Lato"/>
                <a:cs typeface="Lato"/>
                <a:sym typeface="Lato"/>
              </a:endParaRPr>
            </a:p>
          </p:txBody>
        </p:sp>
        <p:sp>
          <p:nvSpPr>
            <p:cNvPr id="1586" name="Google Shape;1586;p37"/>
            <p:cNvSpPr txBox="1"/>
            <p:nvPr/>
          </p:nvSpPr>
          <p:spPr>
            <a:xfrm>
              <a:off x="6275888" y="1811475"/>
              <a:ext cx="1887000" cy="297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Mars</a:t>
              </a:r>
              <a:endParaRPr sz="2400" b="1">
                <a:solidFill>
                  <a:schemeClr val="dk1"/>
                </a:solidFill>
                <a:latin typeface="Chelsea Market"/>
                <a:ea typeface="Chelsea Market"/>
                <a:cs typeface="Chelsea Market"/>
                <a:sym typeface="Chelsea Market"/>
              </a:endParaRPr>
            </a:p>
          </p:txBody>
        </p:sp>
        <p:sp>
          <p:nvSpPr>
            <p:cNvPr id="1587" name="Google Shape;1587;p37"/>
            <p:cNvSpPr txBox="1"/>
            <p:nvPr/>
          </p:nvSpPr>
          <p:spPr>
            <a:xfrm>
              <a:off x="6275888" y="1368375"/>
              <a:ext cx="1887000" cy="492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30%</a:t>
              </a:r>
              <a:endParaRPr sz="2400" b="1">
                <a:solidFill>
                  <a:schemeClr val="accent5"/>
                </a:solidFill>
                <a:latin typeface="Chelsea Market"/>
                <a:ea typeface="Chelsea Market"/>
                <a:cs typeface="Chelsea Market"/>
                <a:sym typeface="Chelsea Market"/>
              </a:endParaRPr>
            </a:p>
          </p:txBody>
        </p:sp>
      </p:grpSp>
      <p:grpSp>
        <p:nvGrpSpPr>
          <p:cNvPr id="1588" name="Google Shape;1588;p37"/>
          <p:cNvGrpSpPr/>
          <p:nvPr/>
        </p:nvGrpSpPr>
        <p:grpSpPr>
          <a:xfrm>
            <a:off x="6275888" y="3042850"/>
            <a:ext cx="1887013" cy="1300800"/>
            <a:chOff x="6275888" y="3042850"/>
            <a:chExt cx="1887013" cy="1300800"/>
          </a:xfrm>
        </p:grpSpPr>
        <p:sp>
          <p:nvSpPr>
            <p:cNvPr id="1589" name="Google Shape;1589;p37"/>
            <p:cNvSpPr txBox="1"/>
            <p:nvPr/>
          </p:nvSpPr>
          <p:spPr>
            <a:xfrm>
              <a:off x="6275900" y="3783550"/>
              <a:ext cx="1887000" cy="560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GB">
                  <a:solidFill>
                    <a:schemeClr val="dk1"/>
                  </a:solidFill>
                  <a:latin typeface="Lato"/>
                  <a:ea typeface="Lato"/>
                  <a:cs typeface="Lato"/>
                  <a:sym typeface="Lato"/>
                </a:rPr>
                <a:t>Neptune the farthest planet from the Sun</a:t>
              </a:r>
              <a:endParaRPr>
                <a:solidFill>
                  <a:schemeClr val="dk1"/>
                </a:solidFill>
                <a:latin typeface="Lato"/>
                <a:ea typeface="Lato"/>
                <a:cs typeface="Lato"/>
                <a:sym typeface="Lato"/>
              </a:endParaRPr>
            </a:p>
          </p:txBody>
        </p:sp>
        <p:sp>
          <p:nvSpPr>
            <p:cNvPr id="1590" name="Google Shape;1590;p37"/>
            <p:cNvSpPr txBox="1"/>
            <p:nvPr/>
          </p:nvSpPr>
          <p:spPr>
            <a:xfrm>
              <a:off x="6275888" y="3485950"/>
              <a:ext cx="1887000" cy="297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Neptune</a:t>
              </a:r>
              <a:endParaRPr sz="2400" b="1">
                <a:solidFill>
                  <a:schemeClr val="dk1"/>
                </a:solidFill>
                <a:latin typeface="Chelsea Market"/>
                <a:ea typeface="Chelsea Market"/>
                <a:cs typeface="Chelsea Market"/>
                <a:sym typeface="Chelsea Market"/>
              </a:endParaRPr>
            </a:p>
          </p:txBody>
        </p:sp>
        <p:sp>
          <p:nvSpPr>
            <p:cNvPr id="1591" name="Google Shape;1591;p37"/>
            <p:cNvSpPr txBox="1"/>
            <p:nvPr/>
          </p:nvSpPr>
          <p:spPr>
            <a:xfrm>
              <a:off x="6275888" y="3042850"/>
              <a:ext cx="1887000" cy="4926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70%</a:t>
              </a:r>
              <a:endParaRPr sz="2400" b="1">
                <a:solidFill>
                  <a:schemeClr val="accent5"/>
                </a:solidFill>
                <a:latin typeface="Chelsea Market"/>
                <a:ea typeface="Chelsea Market"/>
                <a:cs typeface="Chelsea Market"/>
                <a:sym typeface="Chelsea Market"/>
              </a:endParaRPr>
            </a:p>
          </p:txBody>
        </p:sp>
      </p:grpSp>
      <p:sp>
        <p:nvSpPr>
          <p:cNvPr id="1592" name="Google Shape;1592;p37"/>
          <p:cNvSpPr/>
          <p:nvPr/>
        </p:nvSpPr>
        <p:spPr>
          <a:xfrm>
            <a:off x="1442207" y="1552832"/>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3" name="Google Shape;1593;p37"/>
          <p:cNvSpPr/>
          <p:nvPr/>
        </p:nvSpPr>
        <p:spPr>
          <a:xfrm rot="5400000">
            <a:off x="1391525" y="1502150"/>
            <a:ext cx="1114500" cy="1114500"/>
          </a:xfrm>
          <a:prstGeom prst="blockArc">
            <a:avLst>
              <a:gd name="adj1" fmla="val 10800000"/>
              <a:gd name="adj2" fmla="val 6895352"/>
              <a:gd name="adj3" fmla="val 1906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4" name="Google Shape;1594;p37"/>
          <p:cNvSpPr/>
          <p:nvPr/>
        </p:nvSpPr>
        <p:spPr>
          <a:xfrm>
            <a:off x="5135882" y="1552832"/>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5" name="Google Shape;1595;p37"/>
          <p:cNvSpPr/>
          <p:nvPr/>
        </p:nvSpPr>
        <p:spPr>
          <a:xfrm rot="5400000">
            <a:off x="5085200" y="1502150"/>
            <a:ext cx="1114500" cy="1114500"/>
          </a:xfrm>
          <a:prstGeom prst="blockArc">
            <a:avLst>
              <a:gd name="adj1" fmla="val 10800000"/>
              <a:gd name="adj2" fmla="val 17719612"/>
              <a:gd name="adj3" fmla="val 1991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6" name="Google Shape;1596;p37"/>
          <p:cNvSpPr/>
          <p:nvPr/>
        </p:nvSpPr>
        <p:spPr>
          <a:xfrm>
            <a:off x="1442207" y="3221007"/>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7" name="Google Shape;1597;p37"/>
          <p:cNvSpPr/>
          <p:nvPr/>
        </p:nvSpPr>
        <p:spPr>
          <a:xfrm rot="5400000">
            <a:off x="1391525" y="3170325"/>
            <a:ext cx="1114500" cy="1114500"/>
          </a:xfrm>
          <a:prstGeom prst="blockArc">
            <a:avLst>
              <a:gd name="adj1" fmla="val 10800000"/>
              <a:gd name="adj2" fmla="val 35712"/>
              <a:gd name="adj3" fmla="val 17609"/>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8" name="Google Shape;1598;p37"/>
          <p:cNvSpPr/>
          <p:nvPr/>
        </p:nvSpPr>
        <p:spPr>
          <a:xfrm>
            <a:off x="5135882" y="3221007"/>
            <a:ext cx="1013100" cy="1013100"/>
          </a:xfrm>
          <a:prstGeom prst="donut">
            <a:avLst>
              <a:gd name="adj" fmla="val 768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599" name="Google Shape;1599;p37"/>
          <p:cNvSpPr/>
          <p:nvPr/>
        </p:nvSpPr>
        <p:spPr>
          <a:xfrm rot="5400000">
            <a:off x="5085200" y="3170325"/>
            <a:ext cx="1114500" cy="1114500"/>
          </a:xfrm>
          <a:prstGeom prst="blockArc">
            <a:avLst>
              <a:gd name="adj1" fmla="val 10800000"/>
              <a:gd name="adj2" fmla="val 4175091"/>
              <a:gd name="adj3" fmla="val 18612"/>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03"/>
        <p:cNvGrpSpPr/>
        <p:nvPr/>
      </p:nvGrpSpPr>
      <p:grpSpPr>
        <a:xfrm>
          <a:off x="0" y="0"/>
          <a:ext cx="0" cy="0"/>
          <a:chOff x="0" y="0"/>
          <a:chExt cx="0" cy="0"/>
        </a:xfrm>
      </p:grpSpPr>
      <p:sp>
        <p:nvSpPr>
          <p:cNvPr id="1604" name="Google Shape;1604;p38"/>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sp>
        <p:nvSpPr>
          <p:cNvPr id="1605" name="Google Shape;1605;p38"/>
          <p:cNvSpPr/>
          <p:nvPr/>
        </p:nvSpPr>
        <p:spPr>
          <a:xfrm>
            <a:off x="1823550" y="1931325"/>
            <a:ext cx="572700" cy="1342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sp>
        <p:nvSpPr>
          <p:cNvPr id="1606" name="Google Shape;1606;p38"/>
          <p:cNvSpPr/>
          <p:nvPr/>
        </p:nvSpPr>
        <p:spPr>
          <a:xfrm>
            <a:off x="1823550" y="2586370"/>
            <a:ext cx="572700" cy="687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grpSp>
        <p:nvGrpSpPr>
          <p:cNvPr id="1607" name="Google Shape;1607;p38"/>
          <p:cNvGrpSpPr/>
          <p:nvPr/>
        </p:nvGrpSpPr>
        <p:grpSpPr>
          <a:xfrm>
            <a:off x="921897" y="1464188"/>
            <a:ext cx="2376003" cy="3025087"/>
            <a:chOff x="921897" y="1464188"/>
            <a:chExt cx="2376003" cy="3025087"/>
          </a:xfrm>
        </p:grpSpPr>
        <p:sp>
          <p:nvSpPr>
            <p:cNvPr id="1608" name="Google Shape;1608;p38"/>
            <p:cNvSpPr txBox="1"/>
            <p:nvPr/>
          </p:nvSpPr>
          <p:spPr>
            <a:xfrm flipH="1">
              <a:off x="921897" y="3475575"/>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Europe</a:t>
              </a:r>
              <a:endParaRPr sz="2400" b="1">
                <a:solidFill>
                  <a:schemeClr val="dk1"/>
                </a:solidFill>
                <a:latin typeface="Chelsea Market"/>
                <a:ea typeface="Chelsea Market"/>
                <a:cs typeface="Chelsea Market"/>
                <a:sym typeface="Chelsea Market"/>
              </a:endParaRPr>
            </a:p>
          </p:txBody>
        </p:sp>
        <p:sp>
          <p:nvSpPr>
            <p:cNvPr id="1609" name="Google Shape;1609;p38"/>
            <p:cNvSpPr txBox="1"/>
            <p:nvPr/>
          </p:nvSpPr>
          <p:spPr>
            <a:xfrm flipH="1">
              <a:off x="921900" y="3860475"/>
              <a:ext cx="2376000" cy="628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610" name="Google Shape;1610;p38"/>
            <p:cNvSpPr txBox="1"/>
            <p:nvPr/>
          </p:nvSpPr>
          <p:spPr>
            <a:xfrm flipH="1">
              <a:off x="921897" y="1464188"/>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50%</a:t>
              </a:r>
              <a:endParaRPr sz="2400" b="1">
                <a:solidFill>
                  <a:schemeClr val="accent2"/>
                </a:solidFill>
                <a:latin typeface="Chelsea Market"/>
                <a:ea typeface="Chelsea Market"/>
                <a:cs typeface="Chelsea Market"/>
                <a:sym typeface="Chelsea Market"/>
              </a:endParaRPr>
            </a:p>
          </p:txBody>
        </p:sp>
      </p:grpSp>
      <p:grpSp>
        <p:nvGrpSpPr>
          <p:cNvPr id="1611" name="Google Shape;1611;p38"/>
          <p:cNvGrpSpPr/>
          <p:nvPr/>
        </p:nvGrpSpPr>
        <p:grpSpPr>
          <a:xfrm>
            <a:off x="3484948" y="1464188"/>
            <a:ext cx="2376027" cy="3025087"/>
            <a:chOff x="3484948" y="1464188"/>
            <a:chExt cx="2376027" cy="3025087"/>
          </a:xfrm>
        </p:grpSpPr>
        <p:sp>
          <p:nvSpPr>
            <p:cNvPr id="1612" name="Google Shape;1612;p38"/>
            <p:cNvSpPr txBox="1"/>
            <p:nvPr/>
          </p:nvSpPr>
          <p:spPr>
            <a:xfrm flipH="1">
              <a:off x="3484948" y="3475575"/>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p:txBody>
        </p:sp>
        <p:sp>
          <p:nvSpPr>
            <p:cNvPr id="1613" name="Google Shape;1613;p38"/>
            <p:cNvSpPr txBox="1"/>
            <p:nvPr/>
          </p:nvSpPr>
          <p:spPr>
            <a:xfrm flipH="1">
              <a:off x="3484975" y="3860475"/>
              <a:ext cx="2376000" cy="628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the biggest planet in the Solar System</a:t>
              </a:r>
              <a:endParaRPr>
                <a:solidFill>
                  <a:schemeClr val="dk1"/>
                </a:solidFill>
                <a:latin typeface="Lato"/>
                <a:ea typeface="Lato"/>
                <a:cs typeface="Lato"/>
                <a:sym typeface="Lato"/>
              </a:endParaRPr>
            </a:p>
          </p:txBody>
        </p:sp>
        <p:sp>
          <p:nvSpPr>
            <p:cNvPr id="1614" name="Google Shape;1614;p38"/>
            <p:cNvSpPr txBox="1"/>
            <p:nvPr/>
          </p:nvSpPr>
          <p:spPr>
            <a:xfrm flipH="1">
              <a:off x="3484948" y="1464188"/>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20%</a:t>
              </a:r>
              <a:endParaRPr sz="2400" b="1">
                <a:solidFill>
                  <a:schemeClr val="accent5"/>
                </a:solidFill>
                <a:latin typeface="Chelsea Market"/>
                <a:ea typeface="Chelsea Market"/>
                <a:cs typeface="Chelsea Market"/>
                <a:sym typeface="Chelsea Market"/>
              </a:endParaRPr>
            </a:p>
          </p:txBody>
        </p:sp>
      </p:grpSp>
      <p:grpSp>
        <p:nvGrpSpPr>
          <p:cNvPr id="1615" name="Google Shape;1615;p38"/>
          <p:cNvGrpSpPr/>
          <p:nvPr/>
        </p:nvGrpSpPr>
        <p:grpSpPr>
          <a:xfrm>
            <a:off x="6047999" y="1464188"/>
            <a:ext cx="2376001" cy="3025087"/>
            <a:chOff x="6047999" y="1464188"/>
            <a:chExt cx="2376001" cy="3025087"/>
          </a:xfrm>
        </p:grpSpPr>
        <p:sp>
          <p:nvSpPr>
            <p:cNvPr id="1616" name="Google Shape;1616;p38"/>
            <p:cNvSpPr txBox="1"/>
            <p:nvPr/>
          </p:nvSpPr>
          <p:spPr>
            <a:xfrm flipH="1">
              <a:off x="6047999" y="3475575"/>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Africa</a:t>
              </a:r>
              <a:endParaRPr sz="2400" b="1">
                <a:solidFill>
                  <a:schemeClr val="dk1"/>
                </a:solidFill>
                <a:latin typeface="Chelsea Market"/>
                <a:ea typeface="Chelsea Market"/>
                <a:cs typeface="Chelsea Market"/>
                <a:sym typeface="Chelsea Market"/>
              </a:endParaRPr>
            </a:p>
          </p:txBody>
        </p:sp>
        <p:sp>
          <p:nvSpPr>
            <p:cNvPr id="1617" name="Google Shape;1617;p38"/>
            <p:cNvSpPr txBox="1"/>
            <p:nvPr/>
          </p:nvSpPr>
          <p:spPr>
            <a:xfrm flipH="1">
              <a:off x="6048000" y="3860475"/>
              <a:ext cx="2376000" cy="628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actually a very cold place</a:t>
              </a:r>
              <a:endParaRPr>
                <a:solidFill>
                  <a:schemeClr val="dk1"/>
                </a:solidFill>
                <a:latin typeface="Lato"/>
                <a:ea typeface="Lato"/>
                <a:cs typeface="Lato"/>
                <a:sym typeface="Lato"/>
              </a:endParaRPr>
            </a:p>
          </p:txBody>
        </p:sp>
        <p:sp>
          <p:nvSpPr>
            <p:cNvPr id="1618" name="Google Shape;1618;p38"/>
            <p:cNvSpPr txBox="1"/>
            <p:nvPr/>
          </p:nvSpPr>
          <p:spPr>
            <a:xfrm flipH="1">
              <a:off x="6047999" y="1464188"/>
              <a:ext cx="2376000" cy="3849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30%</a:t>
              </a:r>
              <a:endParaRPr sz="2400" b="1">
                <a:solidFill>
                  <a:schemeClr val="accent1"/>
                </a:solidFill>
                <a:latin typeface="Chelsea Market"/>
                <a:ea typeface="Chelsea Market"/>
                <a:cs typeface="Chelsea Market"/>
                <a:sym typeface="Chelsea Market"/>
              </a:endParaRPr>
            </a:p>
          </p:txBody>
        </p:sp>
      </p:grpSp>
      <p:sp>
        <p:nvSpPr>
          <p:cNvPr id="1619" name="Google Shape;1619;p38"/>
          <p:cNvSpPr/>
          <p:nvPr/>
        </p:nvSpPr>
        <p:spPr>
          <a:xfrm>
            <a:off x="4386600" y="1931325"/>
            <a:ext cx="572700" cy="1342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sp>
        <p:nvSpPr>
          <p:cNvPr id="1620" name="Google Shape;1620;p38"/>
          <p:cNvSpPr/>
          <p:nvPr/>
        </p:nvSpPr>
        <p:spPr>
          <a:xfrm>
            <a:off x="4386600" y="3019159"/>
            <a:ext cx="572700" cy="254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sp>
        <p:nvSpPr>
          <p:cNvPr id="1621" name="Google Shape;1621;p38"/>
          <p:cNvSpPr/>
          <p:nvPr/>
        </p:nvSpPr>
        <p:spPr>
          <a:xfrm>
            <a:off x="6949650" y="1931325"/>
            <a:ext cx="572700" cy="1342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sp>
        <p:nvSpPr>
          <p:cNvPr id="1622" name="Google Shape;1622;p38"/>
          <p:cNvSpPr/>
          <p:nvPr/>
        </p:nvSpPr>
        <p:spPr>
          <a:xfrm>
            <a:off x="6949650" y="2894001"/>
            <a:ext cx="572700" cy="379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rgbClr val="000000"/>
              </a:solidFill>
              <a:latin typeface="Unlock"/>
              <a:ea typeface="Unlock"/>
              <a:cs typeface="Unlock"/>
              <a:sym typeface="Unloc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39"/>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628" name="Google Shape;1628;p39"/>
          <p:cNvGraphicFramePr/>
          <p:nvPr/>
        </p:nvGraphicFramePr>
        <p:xfrm>
          <a:off x="1136350" y="1320365"/>
          <a:ext cx="7057200" cy="3113350"/>
        </p:xfrm>
        <a:graphic>
          <a:graphicData uri="http://schemas.openxmlformats.org/drawingml/2006/table">
            <a:tbl>
              <a:tblPr>
                <a:noFill/>
                <a:tableStyleId>{D1BC66E7-A733-4C15-83E7-087EB3113AAD}</a:tableStyleId>
              </a:tblPr>
              <a:tblGrid>
                <a:gridCol w="1764300"/>
                <a:gridCol w="1764300"/>
                <a:gridCol w="1764300"/>
                <a:gridCol w="1764300"/>
              </a:tblGrid>
              <a:tr h="700500">
                <a:tc gridSpan="4">
                  <a:txBody>
                    <a:bodyPr/>
                    <a:lstStyle/>
                    <a:p>
                      <a:pPr marL="0" lvl="0" indent="0" algn="ct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Lunch time in different countries</a:t>
                      </a:r>
                      <a:endParaRPr sz="2400" b="1">
                        <a:solidFill>
                          <a:schemeClr val="dk1"/>
                        </a:solidFill>
                        <a:latin typeface="Chelsea Market"/>
                        <a:ea typeface="Chelsea Market"/>
                        <a:cs typeface="Chelsea Market"/>
                        <a:sym typeface="Chelsea Market"/>
                      </a:endParaRPr>
                    </a:p>
                  </a:txBody>
                  <a:tcPr marL="91425" marR="91425" marT="91425" marB="91425" anchor="ctr">
                    <a:lnL w="19050" cap="flat" cmpd="sng">
                      <a:solidFill>
                        <a:srgbClr val="FFCE00">
                          <a:alpha val="0"/>
                        </a:srgbClr>
                      </a:solidFill>
                      <a:prstDash val="solid"/>
                      <a:round/>
                      <a:headEnd type="none" w="sm" len="sm"/>
                      <a:tailEnd type="none" w="sm" len="sm"/>
                    </a:lnL>
                    <a:lnR w="19050" cap="flat" cmpd="sng">
                      <a:solidFill>
                        <a:srgbClr val="FFCE00">
                          <a:alpha val="0"/>
                        </a:srgbClr>
                      </a:solidFill>
                      <a:prstDash val="solid"/>
                      <a:round/>
                      <a:headEnd type="none" w="sm" len="sm"/>
                      <a:tailEnd type="none" w="sm" len="sm"/>
                    </a:lnR>
                    <a:lnT w="19050" cap="flat" cmpd="sng">
                      <a:solidFill>
                        <a:srgbClr val="FFCE00">
                          <a:alpha val="0"/>
                        </a:srgbClr>
                      </a:solidFill>
                      <a:prstDash val="solid"/>
                      <a:round/>
                      <a:headEnd type="none" w="sm" len="sm"/>
                      <a:tailEnd type="none" w="sm" len="sm"/>
                    </a:lnT>
                    <a:lnB w="19050" cap="flat" cmpd="sng">
                      <a:solidFill>
                        <a:schemeClr val="accent2"/>
                      </a:solidFill>
                      <a:prstDash val="dash"/>
                      <a:round/>
                      <a:headEnd type="none" w="sm" len="sm"/>
                      <a:tailEnd type="none" w="sm" len="sm"/>
                    </a:lnB>
                  </a:tcPr>
                </a:tc>
                <a:tc hMerge="1">
                  <a:tcPr/>
                </a:tc>
                <a:tc hMerge="1">
                  <a:tcPr/>
                </a:tc>
                <a:tc hMerge="1">
                  <a:tcPr/>
                </a:tc>
              </a:tr>
              <a:tr h="700500">
                <a:tc>
                  <a:txBody>
                    <a:bodyPr/>
                    <a:lstStyle/>
                    <a:p>
                      <a:pPr marL="0" lvl="0" indent="0" algn="ctr" rtl="0">
                        <a:lnSpc>
                          <a:spcPct val="115000"/>
                        </a:lnSpc>
                        <a:spcBef>
                          <a:spcPts val="0"/>
                        </a:spcBef>
                        <a:spcAft>
                          <a:spcPts val="0"/>
                        </a:spcAft>
                        <a:buNone/>
                      </a:pPr>
                      <a:r>
                        <a:rPr lang="en-GB" sz="2300" b="1">
                          <a:solidFill>
                            <a:schemeClr val="lt1"/>
                          </a:solidFill>
                          <a:latin typeface="Chelsea Market"/>
                          <a:ea typeface="Chelsea Market"/>
                          <a:cs typeface="Chelsea Market"/>
                          <a:sym typeface="Chelsea Market"/>
                        </a:rPr>
                        <a:t>Spain</a:t>
                      </a:r>
                      <a:endParaRPr sz="2300" b="1">
                        <a:solidFill>
                          <a:schemeClr val="lt1"/>
                        </a:solidFill>
                        <a:latin typeface="Chelsea Market"/>
                        <a:ea typeface="Chelsea Market"/>
                        <a:cs typeface="Chelsea Market"/>
                        <a:sym typeface="Chelsea Market"/>
                      </a:endParaRPr>
                    </a:p>
                  </a:txBody>
                  <a:tcPr marL="91425" marR="91425" marT="91425" marB="91425" anchor="ctr">
                    <a:lnL w="19050" cap="flat" cmpd="sng">
                      <a:solidFill>
                        <a:srgbClr val="FFCE00">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2"/>
                          </a:solidFill>
                          <a:latin typeface="Chelsea Market"/>
                          <a:ea typeface="Chelsea Market"/>
                          <a:cs typeface="Chelsea Market"/>
                          <a:sym typeface="Chelsea Market"/>
                        </a:rPr>
                        <a:t>UK</a:t>
                      </a:r>
                      <a:endParaRPr sz="2300" b="1">
                        <a:solidFill>
                          <a:schemeClr val="accent2"/>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1"/>
                          </a:solidFill>
                          <a:latin typeface="Chelsea Market"/>
                          <a:ea typeface="Chelsea Market"/>
                          <a:cs typeface="Chelsea Market"/>
                          <a:sym typeface="Chelsea Market"/>
                        </a:rPr>
                        <a:t>Germany</a:t>
                      </a:r>
                      <a:endParaRPr sz="2300" b="1">
                        <a:solidFill>
                          <a:schemeClr val="accent1"/>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5"/>
                          </a:solidFill>
                          <a:latin typeface="Chelsea Market"/>
                          <a:ea typeface="Chelsea Market"/>
                          <a:cs typeface="Chelsea Market"/>
                          <a:sym typeface="Chelsea Market"/>
                        </a:rPr>
                        <a:t>Cameroon</a:t>
                      </a:r>
                      <a:endParaRPr sz="23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rgbClr val="FFCE00">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700500">
                <a:tc>
                  <a:txBody>
                    <a:bodyPr/>
                    <a:lstStyle/>
                    <a:p>
                      <a:pPr marL="0" lvl="0" indent="0" algn="ctr" rtl="0">
                        <a:lnSpc>
                          <a:spcPct val="115000"/>
                        </a:lnSpc>
                        <a:spcBef>
                          <a:spcPts val="0"/>
                        </a:spcBef>
                        <a:spcAft>
                          <a:spcPts val="0"/>
                        </a:spcAft>
                        <a:buNone/>
                      </a:pPr>
                      <a:r>
                        <a:rPr lang="en-GB" sz="2300" b="1">
                          <a:solidFill>
                            <a:schemeClr val="lt1"/>
                          </a:solidFill>
                          <a:latin typeface="Chelsea Market"/>
                          <a:ea typeface="Chelsea Market"/>
                          <a:cs typeface="Chelsea Market"/>
                          <a:sym typeface="Chelsea Market"/>
                        </a:rPr>
                        <a:t>14:00</a:t>
                      </a:r>
                      <a:endParaRPr sz="2300" b="1">
                        <a:solidFill>
                          <a:schemeClr val="lt1"/>
                        </a:solidFill>
                        <a:latin typeface="Chelsea Market"/>
                        <a:ea typeface="Chelsea Market"/>
                        <a:cs typeface="Chelsea Market"/>
                        <a:sym typeface="Chelsea Market"/>
                      </a:endParaRPr>
                    </a:p>
                  </a:txBody>
                  <a:tcPr marL="91425" marR="91425" marT="91425" marB="91425" anchor="ctr">
                    <a:lnL w="19050" cap="flat" cmpd="sng">
                      <a:solidFill>
                        <a:srgbClr val="FFCE00">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2"/>
                          </a:solidFill>
                          <a:latin typeface="Chelsea Market"/>
                          <a:ea typeface="Chelsea Market"/>
                          <a:cs typeface="Chelsea Market"/>
                          <a:sym typeface="Chelsea Market"/>
                        </a:rPr>
                        <a:t>12:00</a:t>
                      </a:r>
                      <a:endParaRPr sz="2300" b="1">
                        <a:solidFill>
                          <a:schemeClr val="accent2"/>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1"/>
                          </a:solidFill>
                          <a:latin typeface="Chelsea Market"/>
                          <a:ea typeface="Chelsea Market"/>
                          <a:cs typeface="Chelsea Market"/>
                          <a:sym typeface="Chelsea Market"/>
                        </a:rPr>
                        <a:t>13:00</a:t>
                      </a:r>
                      <a:endParaRPr sz="2300" b="1">
                        <a:solidFill>
                          <a:schemeClr val="accent1"/>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GB" sz="2300" b="1">
                          <a:solidFill>
                            <a:schemeClr val="accent5"/>
                          </a:solidFill>
                          <a:latin typeface="Chelsea Market"/>
                          <a:ea typeface="Chelsea Market"/>
                          <a:cs typeface="Chelsea Market"/>
                          <a:sym typeface="Chelsea Market"/>
                        </a:rPr>
                        <a:t>11:00</a:t>
                      </a:r>
                      <a:endParaRPr sz="23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19050" cap="flat" cmpd="sng">
                      <a:solidFill>
                        <a:srgbClr val="FFCE00">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chemeClr val="accent2"/>
                      </a:solidFill>
                      <a:prstDash val="dash"/>
                      <a:round/>
                      <a:headEnd type="none" w="sm" len="sm"/>
                      <a:tailEnd type="none" w="sm" len="sm"/>
                    </a:lnB>
                  </a:tcPr>
                </a:tc>
              </a:tr>
              <a:tr h="1011850">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Saturn is a gas giant and has rings</a:t>
                      </a:r>
                      <a:endParaRPr>
                        <a:solidFill>
                          <a:schemeClr val="dk1"/>
                        </a:solidFill>
                        <a:latin typeface="Lato"/>
                        <a:ea typeface="Lato"/>
                        <a:cs typeface="Lato"/>
                        <a:sym typeface="Lato"/>
                      </a:endParaRPr>
                    </a:p>
                  </a:txBody>
                  <a:tcPr marL="91425" marR="91425" marT="91425" marB="91425" anchor="ctr">
                    <a:lnL w="19050" cap="flat" cmpd="sng">
                      <a:solidFill>
                        <a:srgbClr val="FFCE00">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rgbClr val="FFCE00">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rgbClr val="FFCE00">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dash"/>
                      <a:round/>
                      <a:headEnd type="none" w="sm" len="sm"/>
                      <a:tailEnd type="none" w="sm" len="sm"/>
                    </a:lnT>
                    <a:lnB w="19050" cap="flat" cmpd="sng">
                      <a:solidFill>
                        <a:srgbClr val="FFCE00">
                          <a:alpha val="0"/>
                        </a:srgbClr>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19050" cap="flat" cmpd="sng">
                      <a:solidFill>
                        <a:srgbClr val="FFCE00">
                          <a:alpha val="0"/>
                        </a:srgbClr>
                      </a:solidFill>
                      <a:prstDash val="solid"/>
                      <a:round/>
                      <a:headEnd type="none" w="sm" len="sm"/>
                      <a:tailEnd type="none" w="sm" len="sm"/>
                    </a:lnR>
                    <a:lnT w="19050" cap="flat" cmpd="sng">
                      <a:solidFill>
                        <a:schemeClr val="accent2"/>
                      </a:solidFill>
                      <a:prstDash val="dash"/>
                      <a:round/>
                      <a:headEnd type="none" w="sm" len="sm"/>
                      <a:tailEnd type="none" w="sm" len="sm"/>
                    </a:lnT>
                    <a:lnB w="19050" cap="flat" cmpd="sng">
                      <a:solidFill>
                        <a:srgbClr val="FFCE00">
                          <a:alpha val="0"/>
                        </a:srgbClr>
                      </a:solidFill>
                      <a:prstDash val="solid"/>
                      <a:round/>
                      <a:headEnd type="none" w="sm" len="sm"/>
                      <a:tailEnd type="none" w="sm" len="sm"/>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32"/>
        <p:cNvGrpSpPr/>
        <p:nvPr/>
      </p:nvGrpSpPr>
      <p:grpSpPr>
        <a:xfrm>
          <a:off x="0" y="0"/>
          <a:ext cx="0" cy="0"/>
          <a:chOff x="0" y="0"/>
          <a:chExt cx="0" cy="0"/>
        </a:xfrm>
      </p:grpSpPr>
      <p:sp>
        <p:nvSpPr>
          <p:cNvPr id="1633" name="Google Shape;1633;p40"/>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cxnSp>
        <p:nvCxnSpPr>
          <p:cNvPr id="1634" name="Google Shape;1634;p40"/>
          <p:cNvCxnSpPr>
            <a:stCxn id="1635" idx="1"/>
            <a:endCxn id="1636" idx="3"/>
          </p:cNvCxnSpPr>
          <p:nvPr/>
        </p:nvCxnSpPr>
        <p:spPr>
          <a:xfrm flipH="1">
            <a:off x="2936150" y="1562700"/>
            <a:ext cx="1080600" cy="600"/>
          </a:xfrm>
          <a:prstGeom prst="bentConnector3">
            <a:avLst>
              <a:gd name="adj1" fmla="val 50000"/>
            </a:avLst>
          </a:prstGeom>
          <a:noFill/>
          <a:ln w="19050" cap="flat" cmpd="sng">
            <a:solidFill>
              <a:schemeClr val="accent2"/>
            </a:solidFill>
            <a:prstDash val="solid"/>
            <a:round/>
            <a:headEnd type="none" w="sm" len="sm"/>
            <a:tailEnd type="none" w="sm" len="sm"/>
          </a:ln>
        </p:spPr>
      </p:cxnSp>
      <p:cxnSp>
        <p:nvCxnSpPr>
          <p:cNvPr id="1637" name="Google Shape;1637;p40"/>
          <p:cNvCxnSpPr>
            <a:stCxn id="1635" idx="3"/>
            <a:endCxn id="1638" idx="1"/>
          </p:cNvCxnSpPr>
          <p:nvPr/>
        </p:nvCxnSpPr>
        <p:spPr>
          <a:xfrm>
            <a:off x="5126150" y="1562700"/>
            <a:ext cx="1080600" cy="600"/>
          </a:xfrm>
          <a:prstGeom prst="bentConnector3">
            <a:avLst>
              <a:gd name="adj1" fmla="val 50000"/>
            </a:avLst>
          </a:prstGeom>
          <a:noFill/>
          <a:ln w="19050" cap="flat" cmpd="sng">
            <a:solidFill>
              <a:schemeClr val="accent2"/>
            </a:solidFill>
            <a:prstDash val="solid"/>
            <a:round/>
            <a:headEnd type="none" w="sm" len="sm"/>
            <a:tailEnd type="none" w="sm" len="sm"/>
          </a:ln>
        </p:spPr>
      </p:cxnSp>
      <p:cxnSp>
        <p:nvCxnSpPr>
          <p:cNvPr id="1639" name="Google Shape;1639;p40"/>
          <p:cNvCxnSpPr>
            <a:stCxn id="1640" idx="6"/>
            <a:endCxn id="1641" idx="1"/>
          </p:cNvCxnSpPr>
          <p:nvPr/>
        </p:nvCxnSpPr>
        <p:spPr>
          <a:xfrm>
            <a:off x="2308725" y="3258321"/>
            <a:ext cx="267300" cy="600"/>
          </a:xfrm>
          <a:prstGeom prst="bentConnector3">
            <a:avLst>
              <a:gd name="adj1" fmla="val 49977"/>
            </a:avLst>
          </a:prstGeom>
          <a:noFill/>
          <a:ln w="19050" cap="flat" cmpd="sng">
            <a:solidFill>
              <a:schemeClr val="accent2"/>
            </a:solidFill>
            <a:prstDash val="solid"/>
            <a:round/>
            <a:headEnd type="none" w="sm" len="sm"/>
            <a:tailEnd type="none" w="sm" len="sm"/>
          </a:ln>
        </p:spPr>
      </p:cxnSp>
      <p:cxnSp>
        <p:nvCxnSpPr>
          <p:cNvPr id="1642" name="Google Shape;1642;p40"/>
          <p:cNvCxnSpPr>
            <a:stCxn id="1643" idx="2"/>
            <a:endCxn id="1644" idx="3"/>
          </p:cNvCxnSpPr>
          <p:nvPr/>
        </p:nvCxnSpPr>
        <p:spPr>
          <a:xfrm flipH="1">
            <a:off x="6566800" y="3258322"/>
            <a:ext cx="350400" cy="600"/>
          </a:xfrm>
          <a:prstGeom prst="bentConnector3">
            <a:avLst>
              <a:gd name="adj1" fmla="val 49982"/>
            </a:avLst>
          </a:prstGeom>
          <a:noFill/>
          <a:ln w="19050" cap="flat" cmpd="sng">
            <a:solidFill>
              <a:schemeClr val="accent2"/>
            </a:solidFill>
            <a:prstDash val="solid"/>
            <a:round/>
            <a:headEnd type="none" w="sm" len="sm"/>
            <a:tailEnd type="none" w="sm" len="sm"/>
          </a:ln>
        </p:spPr>
      </p:cxnSp>
      <p:cxnSp>
        <p:nvCxnSpPr>
          <p:cNvPr id="1645" name="Google Shape;1645;p40"/>
          <p:cNvCxnSpPr>
            <a:stCxn id="1646" idx="6"/>
            <a:endCxn id="1647" idx="1"/>
          </p:cNvCxnSpPr>
          <p:nvPr/>
        </p:nvCxnSpPr>
        <p:spPr>
          <a:xfrm>
            <a:off x="2308725" y="4219749"/>
            <a:ext cx="267300" cy="600"/>
          </a:xfrm>
          <a:prstGeom prst="bentConnector3">
            <a:avLst>
              <a:gd name="adj1" fmla="val 49977"/>
            </a:avLst>
          </a:prstGeom>
          <a:noFill/>
          <a:ln w="19050" cap="flat" cmpd="sng">
            <a:solidFill>
              <a:schemeClr val="accent2"/>
            </a:solidFill>
            <a:prstDash val="solid"/>
            <a:round/>
            <a:headEnd type="none" w="sm" len="sm"/>
            <a:tailEnd type="none" w="sm" len="sm"/>
          </a:ln>
        </p:spPr>
      </p:cxnSp>
      <p:cxnSp>
        <p:nvCxnSpPr>
          <p:cNvPr id="1648" name="Google Shape;1648;p40"/>
          <p:cNvCxnSpPr>
            <a:stCxn id="1649" idx="3"/>
            <a:endCxn id="1650" idx="2"/>
          </p:cNvCxnSpPr>
          <p:nvPr/>
        </p:nvCxnSpPr>
        <p:spPr>
          <a:xfrm>
            <a:off x="6566925" y="4219747"/>
            <a:ext cx="350400" cy="600"/>
          </a:xfrm>
          <a:prstGeom prst="bentConnector3">
            <a:avLst>
              <a:gd name="adj1" fmla="val 49982"/>
            </a:avLst>
          </a:prstGeom>
          <a:noFill/>
          <a:ln w="19050" cap="flat" cmpd="sng">
            <a:solidFill>
              <a:schemeClr val="accent2"/>
            </a:solidFill>
            <a:prstDash val="solid"/>
            <a:round/>
            <a:headEnd type="none" w="sm" len="sm"/>
            <a:tailEnd type="none" w="sm" len="sm"/>
          </a:ln>
        </p:spPr>
      </p:cxnSp>
      <p:grpSp>
        <p:nvGrpSpPr>
          <p:cNvPr id="1651" name="Google Shape;1651;p40"/>
          <p:cNvGrpSpPr/>
          <p:nvPr/>
        </p:nvGrpSpPr>
        <p:grpSpPr>
          <a:xfrm>
            <a:off x="1651725" y="3891249"/>
            <a:ext cx="2721776" cy="657000"/>
            <a:chOff x="1651725" y="3891249"/>
            <a:chExt cx="2721776" cy="657000"/>
          </a:xfrm>
        </p:grpSpPr>
        <p:sp>
          <p:nvSpPr>
            <p:cNvPr id="1646" name="Google Shape;1646;p40"/>
            <p:cNvSpPr/>
            <p:nvPr/>
          </p:nvSpPr>
          <p:spPr>
            <a:xfrm>
              <a:off x="1651725" y="3891249"/>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2"/>
                  </a:solidFill>
                  <a:latin typeface="Chelsea Market"/>
                  <a:ea typeface="Chelsea Market"/>
                  <a:cs typeface="Chelsea Market"/>
                  <a:sym typeface="Chelsea Market"/>
                </a:rPr>
                <a:t>3</a:t>
              </a:r>
              <a:endParaRPr sz="3000" b="1">
                <a:solidFill>
                  <a:schemeClr val="accent2"/>
                </a:solidFill>
                <a:latin typeface="Chelsea Market"/>
                <a:ea typeface="Chelsea Market"/>
                <a:cs typeface="Chelsea Market"/>
                <a:sym typeface="Chelsea Market"/>
              </a:endParaRPr>
            </a:p>
          </p:txBody>
        </p:sp>
        <p:sp>
          <p:nvSpPr>
            <p:cNvPr id="1647" name="Google Shape;1647;p40"/>
            <p:cNvSpPr txBox="1"/>
            <p:nvPr/>
          </p:nvSpPr>
          <p:spPr>
            <a:xfrm>
              <a:off x="2575901" y="3929497"/>
              <a:ext cx="1797600" cy="58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grpSp>
      <p:grpSp>
        <p:nvGrpSpPr>
          <p:cNvPr id="1652" name="Google Shape;1652;p40"/>
          <p:cNvGrpSpPr/>
          <p:nvPr/>
        </p:nvGrpSpPr>
        <p:grpSpPr>
          <a:xfrm>
            <a:off x="1651725" y="2929821"/>
            <a:ext cx="2721776" cy="657000"/>
            <a:chOff x="1651725" y="2929821"/>
            <a:chExt cx="2721776" cy="657000"/>
          </a:xfrm>
        </p:grpSpPr>
        <p:sp>
          <p:nvSpPr>
            <p:cNvPr id="1640" name="Google Shape;1640;p40"/>
            <p:cNvSpPr/>
            <p:nvPr/>
          </p:nvSpPr>
          <p:spPr>
            <a:xfrm>
              <a:off x="1651725" y="2929821"/>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2"/>
                  </a:solidFill>
                  <a:latin typeface="Chelsea Market"/>
                  <a:ea typeface="Chelsea Market"/>
                  <a:cs typeface="Chelsea Market"/>
                  <a:sym typeface="Chelsea Market"/>
                </a:rPr>
                <a:t>2</a:t>
              </a:r>
              <a:endParaRPr sz="3000" b="1">
                <a:solidFill>
                  <a:schemeClr val="accent2"/>
                </a:solidFill>
                <a:latin typeface="Chelsea Market"/>
                <a:ea typeface="Chelsea Market"/>
                <a:cs typeface="Chelsea Market"/>
                <a:sym typeface="Chelsea Market"/>
              </a:endParaRPr>
            </a:p>
          </p:txBody>
        </p:sp>
        <p:sp>
          <p:nvSpPr>
            <p:cNvPr id="1641" name="Google Shape;1641;p40"/>
            <p:cNvSpPr txBox="1"/>
            <p:nvPr/>
          </p:nvSpPr>
          <p:spPr>
            <a:xfrm>
              <a:off x="2575901" y="2968074"/>
              <a:ext cx="1797600" cy="58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grpSp>
      <p:grpSp>
        <p:nvGrpSpPr>
          <p:cNvPr id="1653" name="Google Shape;1653;p40"/>
          <p:cNvGrpSpPr/>
          <p:nvPr/>
        </p:nvGrpSpPr>
        <p:grpSpPr>
          <a:xfrm>
            <a:off x="1651675" y="1962727"/>
            <a:ext cx="2721826" cy="657000"/>
            <a:chOff x="1651675" y="1962727"/>
            <a:chExt cx="2721826" cy="657000"/>
          </a:xfrm>
        </p:grpSpPr>
        <p:sp>
          <p:nvSpPr>
            <p:cNvPr id="1654" name="Google Shape;1654;p40"/>
            <p:cNvSpPr/>
            <p:nvPr/>
          </p:nvSpPr>
          <p:spPr>
            <a:xfrm>
              <a:off x="1651675" y="1962727"/>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2"/>
                  </a:solidFill>
                  <a:latin typeface="Chelsea Market"/>
                  <a:ea typeface="Chelsea Market"/>
                  <a:cs typeface="Chelsea Market"/>
                  <a:sym typeface="Chelsea Market"/>
                </a:rPr>
                <a:t>1</a:t>
              </a:r>
              <a:endParaRPr sz="3000" b="1">
                <a:solidFill>
                  <a:schemeClr val="accent2"/>
                </a:solidFill>
                <a:latin typeface="Chelsea Market"/>
                <a:ea typeface="Chelsea Market"/>
                <a:cs typeface="Chelsea Market"/>
                <a:sym typeface="Chelsea Market"/>
              </a:endParaRPr>
            </a:p>
          </p:txBody>
        </p:sp>
        <p:sp>
          <p:nvSpPr>
            <p:cNvPr id="1655" name="Google Shape;1655;p40"/>
            <p:cNvSpPr txBox="1"/>
            <p:nvPr/>
          </p:nvSpPr>
          <p:spPr>
            <a:xfrm>
              <a:off x="2575901" y="2006650"/>
              <a:ext cx="1797600" cy="58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a:solidFill>
                    <a:schemeClr val="dk1"/>
                  </a:solidFill>
                  <a:latin typeface="Lato"/>
                  <a:ea typeface="Lato"/>
                  <a:cs typeface="Lato"/>
                  <a:sym typeface="Lato"/>
                </a:rPr>
                <a:t>Jupiter is the biggest planet of them all</a:t>
              </a:r>
              <a:endParaRPr>
                <a:solidFill>
                  <a:schemeClr val="dk1"/>
                </a:solidFill>
                <a:latin typeface="Lato"/>
                <a:ea typeface="Lato"/>
                <a:cs typeface="Lato"/>
                <a:sym typeface="Lato"/>
              </a:endParaRPr>
            </a:p>
          </p:txBody>
        </p:sp>
      </p:grpSp>
      <p:sp>
        <p:nvSpPr>
          <p:cNvPr id="1635" name="Google Shape;1635;p40"/>
          <p:cNvSpPr/>
          <p:nvPr/>
        </p:nvSpPr>
        <p:spPr>
          <a:xfrm>
            <a:off x="4016750" y="1311450"/>
            <a:ext cx="1109400" cy="50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Vs</a:t>
            </a:r>
            <a:endParaRPr sz="2400" b="1">
              <a:solidFill>
                <a:schemeClr val="dk1"/>
              </a:solidFill>
              <a:latin typeface="Chelsea Market"/>
              <a:ea typeface="Chelsea Market"/>
              <a:cs typeface="Chelsea Market"/>
              <a:sym typeface="Chelsea Market"/>
            </a:endParaRPr>
          </a:p>
        </p:txBody>
      </p:sp>
      <p:sp>
        <p:nvSpPr>
          <p:cNvPr id="1636" name="Google Shape;1636;p40"/>
          <p:cNvSpPr/>
          <p:nvPr/>
        </p:nvSpPr>
        <p:spPr>
          <a:xfrm>
            <a:off x="1024250" y="1311450"/>
            <a:ext cx="1911900" cy="50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accent2"/>
                </a:solidFill>
                <a:latin typeface="Chelsea Market"/>
                <a:ea typeface="Chelsea Market"/>
                <a:cs typeface="Chelsea Market"/>
                <a:sym typeface="Chelsea Market"/>
              </a:rPr>
              <a:t>Africa</a:t>
            </a:r>
            <a:endParaRPr sz="2400" b="1">
              <a:solidFill>
                <a:schemeClr val="accent2"/>
              </a:solidFill>
              <a:latin typeface="Chelsea Market"/>
              <a:ea typeface="Chelsea Market"/>
              <a:cs typeface="Chelsea Market"/>
              <a:sym typeface="Chelsea Market"/>
            </a:endParaRPr>
          </a:p>
        </p:txBody>
      </p:sp>
      <p:sp>
        <p:nvSpPr>
          <p:cNvPr id="1638" name="Google Shape;1638;p40"/>
          <p:cNvSpPr/>
          <p:nvPr/>
        </p:nvSpPr>
        <p:spPr>
          <a:xfrm>
            <a:off x="6206751" y="1311450"/>
            <a:ext cx="1911900" cy="50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Oceania</a:t>
            </a:r>
            <a:endParaRPr sz="2400" b="1">
              <a:solidFill>
                <a:schemeClr val="accent5"/>
              </a:solidFill>
              <a:latin typeface="Chelsea Market"/>
              <a:ea typeface="Chelsea Market"/>
              <a:cs typeface="Chelsea Market"/>
              <a:sym typeface="Chelsea Market"/>
            </a:endParaRPr>
          </a:p>
        </p:txBody>
      </p:sp>
      <p:grpSp>
        <p:nvGrpSpPr>
          <p:cNvPr id="1656" name="Google Shape;1656;p40"/>
          <p:cNvGrpSpPr/>
          <p:nvPr/>
        </p:nvGrpSpPr>
        <p:grpSpPr>
          <a:xfrm>
            <a:off x="4769325" y="3891249"/>
            <a:ext cx="2804875" cy="657000"/>
            <a:chOff x="4769325" y="3891249"/>
            <a:chExt cx="2804875" cy="657000"/>
          </a:xfrm>
        </p:grpSpPr>
        <p:sp>
          <p:nvSpPr>
            <p:cNvPr id="1650" name="Google Shape;1650;p40"/>
            <p:cNvSpPr/>
            <p:nvPr/>
          </p:nvSpPr>
          <p:spPr>
            <a:xfrm>
              <a:off x="6917200" y="3891249"/>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5"/>
                  </a:solidFill>
                  <a:latin typeface="Chelsea Market"/>
                  <a:ea typeface="Chelsea Market"/>
                  <a:cs typeface="Chelsea Market"/>
                  <a:sym typeface="Chelsea Market"/>
                </a:rPr>
                <a:t>6</a:t>
              </a:r>
              <a:endParaRPr sz="3000" b="1">
                <a:solidFill>
                  <a:schemeClr val="accent5"/>
                </a:solidFill>
                <a:latin typeface="Chelsea Market"/>
                <a:ea typeface="Chelsea Market"/>
                <a:cs typeface="Chelsea Market"/>
                <a:sym typeface="Chelsea Market"/>
              </a:endParaRPr>
            </a:p>
          </p:txBody>
        </p:sp>
        <p:sp>
          <p:nvSpPr>
            <p:cNvPr id="1649" name="Google Shape;1649;p40"/>
            <p:cNvSpPr txBox="1"/>
            <p:nvPr/>
          </p:nvSpPr>
          <p:spPr>
            <a:xfrm>
              <a:off x="4769325" y="3929497"/>
              <a:ext cx="1797600" cy="580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Despite being red, Mars is cold</a:t>
              </a:r>
              <a:endParaRPr>
                <a:solidFill>
                  <a:schemeClr val="dk1"/>
                </a:solidFill>
                <a:latin typeface="Lato"/>
                <a:ea typeface="Lato"/>
                <a:cs typeface="Lato"/>
                <a:sym typeface="Lato"/>
              </a:endParaRPr>
            </a:p>
          </p:txBody>
        </p:sp>
      </p:grpSp>
      <p:grpSp>
        <p:nvGrpSpPr>
          <p:cNvPr id="1657" name="Google Shape;1657;p40"/>
          <p:cNvGrpSpPr/>
          <p:nvPr/>
        </p:nvGrpSpPr>
        <p:grpSpPr>
          <a:xfrm>
            <a:off x="4769325" y="2929822"/>
            <a:ext cx="2804875" cy="657000"/>
            <a:chOff x="4769325" y="2929822"/>
            <a:chExt cx="2804875" cy="657000"/>
          </a:xfrm>
        </p:grpSpPr>
        <p:sp>
          <p:nvSpPr>
            <p:cNvPr id="1643" name="Google Shape;1643;p40"/>
            <p:cNvSpPr/>
            <p:nvPr/>
          </p:nvSpPr>
          <p:spPr>
            <a:xfrm>
              <a:off x="6917200" y="2929822"/>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5"/>
                  </a:solidFill>
                  <a:latin typeface="Chelsea Market"/>
                  <a:ea typeface="Chelsea Market"/>
                  <a:cs typeface="Chelsea Market"/>
                  <a:sym typeface="Chelsea Market"/>
                </a:rPr>
                <a:t>5</a:t>
              </a:r>
              <a:endParaRPr sz="3000" b="1">
                <a:solidFill>
                  <a:schemeClr val="accent5"/>
                </a:solidFill>
                <a:latin typeface="Chelsea Market"/>
                <a:ea typeface="Chelsea Market"/>
                <a:cs typeface="Chelsea Market"/>
                <a:sym typeface="Chelsea Market"/>
              </a:endParaRPr>
            </a:p>
          </p:txBody>
        </p:sp>
        <p:sp>
          <p:nvSpPr>
            <p:cNvPr id="1644" name="Google Shape;1644;p40"/>
            <p:cNvSpPr txBox="1"/>
            <p:nvPr/>
          </p:nvSpPr>
          <p:spPr>
            <a:xfrm>
              <a:off x="4769325" y="2968074"/>
              <a:ext cx="1797600" cy="580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Earth is the planet that harbors life</a:t>
              </a:r>
              <a:endParaRPr>
                <a:solidFill>
                  <a:schemeClr val="dk1"/>
                </a:solidFill>
                <a:latin typeface="Lato"/>
                <a:ea typeface="Lato"/>
                <a:cs typeface="Lato"/>
                <a:sym typeface="Lato"/>
              </a:endParaRPr>
            </a:p>
          </p:txBody>
        </p:sp>
      </p:grpSp>
      <p:grpSp>
        <p:nvGrpSpPr>
          <p:cNvPr id="1658" name="Google Shape;1658;p40"/>
          <p:cNvGrpSpPr/>
          <p:nvPr/>
        </p:nvGrpSpPr>
        <p:grpSpPr>
          <a:xfrm>
            <a:off x="4769325" y="1962777"/>
            <a:ext cx="2804875" cy="657000"/>
            <a:chOff x="4769325" y="1962777"/>
            <a:chExt cx="2804875" cy="657000"/>
          </a:xfrm>
        </p:grpSpPr>
        <p:sp>
          <p:nvSpPr>
            <p:cNvPr id="1659" name="Google Shape;1659;p40"/>
            <p:cNvSpPr/>
            <p:nvPr/>
          </p:nvSpPr>
          <p:spPr>
            <a:xfrm>
              <a:off x="6917200" y="1962777"/>
              <a:ext cx="657000" cy="6570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chemeClr val="accent5"/>
                  </a:solidFill>
                  <a:latin typeface="Chelsea Market"/>
                  <a:ea typeface="Chelsea Market"/>
                  <a:cs typeface="Chelsea Market"/>
                  <a:sym typeface="Chelsea Market"/>
                </a:rPr>
                <a:t>4</a:t>
              </a:r>
              <a:endParaRPr sz="3000" b="1">
                <a:solidFill>
                  <a:schemeClr val="accent5"/>
                </a:solidFill>
                <a:latin typeface="Chelsea Market"/>
                <a:ea typeface="Chelsea Market"/>
                <a:cs typeface="Chelsea Market"/>
                <a:sym typeface="Chelsea Market"/>
              </a:endParaRPr>
            </a:p>
          </p:txBody>
        </p:sp>
        <p:sp>
          <p:nvSpPr>
            <p:cNvPr id="1660" name="Google Shape;1660;p40"/>
            <p:cNvSpPr txBox="1"/>
            <p:nvPr/>
          </p:nvSpPr>
          <p:spPr>
            <a:xfrm>
              <a:off x="4769325" y="2006650"/>
              <a:ext cx="1797600" cy="580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Saturn is a gas giant and has several rings</a:t>
              </a:r>
              <a:endParaRPr>
                <a:solidFill>
                  <a:schemeClr val="dk1"/>
                </a:solidFill>
                <a:latin typeface="Lato"/>
                <a:ea typeface="Lato"/>
                <a:cs typeface="Lato"/>
                <a:sym typeface="Lato"/>
              </a:endParaRPr>
            </a:p>
          </p:txBody>
        </p:sp>
      </p:grpSp>
      <p:cxnSp>
        <p:nvCxnSpPr>
          <p:cNvPr id="1661" name="Google Shape;1661;p40"/>
          <p:cNvCxnSpPr>
            <a:stCxn id="1654" idx="6"/>
            <a:endCxn id="1655" idx="1"/>
          </p:cNvCxnSpPr>
          <p:nvPr/>
        </p:nvCxnSpPr>
        <p:spPr>
          <a:xfrm>
            <a:off x="2308675" y="2291227"/>
            <a:ext cx="267300" cy="5700"/>
          </a:xfrm>
          <a:prstGeom prst="straightConnector1">
            <a:avLst/>
          </a:prstGeom>
          <a:noFill/>
          <a:ln w="19050" cap="flat" cmpd="sng">
            <a:solidFill>
              <a:schemeClr val="accent2"/>
            </a:solidFill>
            <a:prstDash val="solid"/>
            <a:round/>
            <a:headEnd type="none" w="sm" len="sm"/>
            <a:tailEnd type="none" w="sm" len="sm"/>
          </a:ln>
        </p:spPr>
      </p:cxnSp>
      <p:cxnSp>
        <p:nvCxnSpPr>
          <p:cNvPr id="1662" name="Google Shape;1662;p40"/>
          <p:cNvCxnSpPr>
            <a:stCxn id="1660" idx="3"/>
            <a:endCxn id="1659" idx="2"/>
          </p:cNvCxnSpPr>
          <p:nvPr/>
        </p:nvCxnSpPr>
        <p:spPr>
          <a:xfrm rot="10800000" flipH="1">
            <a:off x="6566925" y="2291200"/>
            <a:ext cx="350400" cy="5700"/>
          </a:xfrm>
          <a:prstGeom prst="straightConnector1">
            <a:avLst/>
          </a:prstGeom>
          <a:noFill/>
          <a:ln w="19050" cap="flat" cmpd="sng">
            <a:solidFill>
              <a:schemeClr val="accent2"/>
            </a:solidFill>
            <a:prstDash val="solid"/>
            <a:round/>
            <a:headEnd type="none" w="sm" len="sm"/>
            <a:tailEnd type="none" w="sm" len="sm"/>
          </a:ln>
        </p:spPr>
      </p:cxnSp>
      <p:cxnSp>
        <p:nvCxnSpPr>
          <p:cNvPr id="1663" name="Google Shape;1663;p40"/>
          <p:cNvCxnSpPr>
            <a:stCxn id="1635" idx="2"/>
          </p:cNvCxnSpPr>
          <p:nvPr/>
        </p:nvCxnSpPr>
        <p:spPr>
          <a:xfrm>
            <a:off x="4571450" y="1813950"/>
            <a:ext cx="0" cy="2698800"/>
          </a:xfrm>
          <a:prstGeom prst="straightConnector1">
            <a:avLst/>
          </a:prstGeom>
          <a:noFill/>
          <a:ln w="19050" cap="flat" cmpd="sng">
            <a:solidFill>
              <a:schemeClr val="accent2"/>
            </a:solidFill>
            <a:prstDash val="solid"/>
            <a:round/>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67"/>
        <p:cNvGrpSpPr/>
        <p:nvPr/>
      </p:nvGrpSpPr>
      <p:grpSpPr>
        <a:xfrm>
          <a:off x="0" y="0"/>
          <a:ext cx="0" cy="0"/>
          <a:chOff x="0" y="0"/>
          <a:chExt cx="0" cy="0"/>
        </a:xfrm>
      </p:grpSpPr>
      <p:sp>
        <p:nvSpPr>
          <p:cNvPr id="1668" name="Google Shape;1668;p41"/>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669" name="Google Shape;1669;p41"/>
          <p:cNvGrpSpPr/>
          <p:nvPr/>
        </p:nvGrpSpPr>
        <p:grpSpPr>
          <a:xfrm>
            <a:off x="1112124" y="1255875"/>
            <a:ext cx="3150442" cy="2372263"/>
            <a:chOff x="1112124" y="1255875"/>
            <a:chExt cx="3150442" cy="2372263"/>
          </a:xfrm>
        </p:grpSpPr>
        <p:sp>
          <p:nvSpPr>
            <p:cNvPr id="1670" name="Google Shape;1670;p41"/>
            <p:cNvSpPr txBox="1"/>
            <p:nvPr/>
          </p:nvSpPr>
          <p:spPr>
            <a:xfrm>
              <a:off x="1112124" y="1255875"/>
              <a:ext cx="3150442" cy="1490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Jupiter is a gas giant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Mercury is a small planet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Venus has a beautiful name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Earth harbors life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Mars is a cold place</a:t>
              </a:r>
              <a:endParaRPr>
                <a:solidFill>
                  <a:schemeClr val="dk1"/>
                </a:solidFill>
                <a:latin typeface="Lato"/>
                <a:ea typeface="Lato"/>
                <a:cs typeface="Lato"/>
                <a:sym typeface="Lato"/>
              </a:endParaRPr>
            </a:p>
          </p:txBody>
        </p:sp>
        <p:sp>
          <p:nvSpPr>
            <p:cNvPr id="1671" name="Google Shape;1671;p41"/>
            <p:cNvSpPr/>
            <p:nvPr/>
          </p:nvSpPr>
          <p:spPr>
            <a:xfrm>
              <a:off x="1112124" y="3224638"/>
              <a:ext cx="3150442" cy="403500"/>
            </a:xfrm>
            <a:prstGeom prst="roundRect">
              <a:avLst>
                <a:gd name="adj" fmla="val 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panose="020B0604020202020204"/>
                <a:buNone/>
              </a:pPr>
              <a:r>
                <a:rPr lang="en-GB" sz="2400" b="1">
                  <a:solidFill>
                    <a:schemeClr val="dk1"/>
                  </a:solidFill>
                  <a:latin typeface="Chelsea Market"/>
                  <a:ea typeface="Chelsea Market"/>
                  <a:cs typeface="Chelsea Market"/>
                  <a:sym typeface="Chelsea Market"/>
                </a:rPr>
                <a:t>North America</a:t>
              </a:r>
              <a:endParaRPr sz="2400" b="1">
                <a:solidFill>
                  <a:schemeClr val="dk1"/>
                </a:solidFill>
                <a:latin typeface="Chelsea Market"/>
                <a:ea typeface="Chelsea Market"/>
                <a:cs typeface="Chelsea Market"/>
                <a:sym typeface="Chelsea Market"/>
              </a:endParaRPr>
            </a:p>
          </p:txBody>
        </p:sp>
      </p:grpSp>
      <p:grpSp>
        <p:nvGrpSpPr>
          <p:cNvPr id="1672" name="Google Shape;1672;p41"/>
          <p:cNvGrpSpPr/>
          <p:nvPr/>
        </p:nvGrpSpPr>
        <p:grpSpPr>
          <a:xfrm>
            <a:off x="5273288" y="1255875"/>
            <a:ext cx="3150442" cy="2372263"/>
            <a:chOff x="5273288" y="1255875"/>
            <a:chExt cx="3150442" cy="2372263"/>
          </a:xfrm>
        </p:grpSpPr>
        <p:sp>
          <p:nvSpPr>
            <p:cNvPr id="1673" name="Google Shape;1673;p41"/>
            <p:cNvSpPr txBox="1"/>
            <p:nvPr/>
          </p:nvSpPr>
          <p:spPr>
            <a:xfrm>
              <a:off x="5273288" y="1255875"/>
              <a:ext cx="3150442" cy="14904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Pluto is a dwarf planet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Ceres is in the asteroid belt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Neptune is far away from us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The Moon is our satellite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GB">
                  <a:solidFill>
                    <a:schemeClr val="dk1"/>
                  </a:solidFill>
                  <a:latin typeface="Lato"/>
                  <a:ea typeface="Lato"/>
                  <a:cs typeface="Lato"/>
                  <a:sym typeface="Lato"/>
                </a:rPr>
                <a:t>The Sun is a bright star</a:t>
              </a:r>
              <a:endParaRPr>
                <a:solidFill>
                  <a:schemeClr val="dk1"/>
                </a:solidFill>
                <a:latin typeface="Lato"/>
                <a:ea typeface="Lato"/>
                <a:cs typeface="Lato"/>
                <a:sym typeface="Lato"/>
              </a:endParaRPr>
            </a:p>
          </p:txBody>
        </p:sp>
        <p:sp>
          <p:nvSpPr>
            <p:cNvPr id="1674" name="Google Shape;1674;p41"/>
            <p:cNvSpPr/>
            <p:nvPr/>
          </p:nvSpPr>
          <p:spPr>
            <a:xfrm>
              <a:off x="5273288" y="3224638"/>
              <a:ext cx="3150442" cy="403500"/>
            </a:xfrm>
            <a:prstGeom prst="roundRect">
              <a:avLst>
                <a:gd name="adj" fmla="val 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panose="020B0604020202020204"/>
                <a:buNone/>
              </a:pPr>
              <a:r>
                <a:rPr lang="en-GB" sz="2400" b="1">
                  <a:solidFill>
                    <a:schemeClr val="dk1"/>
                  </a:solidFill>
                  <a:latin typeface="Chelsea Market"/>
                  <a:ea typeface="Chelsea Market"/>
                  <a:cs typeface="Chelsea Market"/>
                  <a:sym typeface="Chelsea Market"/>
                </a:rPr>
                <a:t>South America</a:t>
              </a:r>
              <a:endParaRPr sz="2400" b="1">
                <a:solidFill>
                  <a:schemeClr val="dk1"/>
                </a:solidFill>
                <a:latin typeface="Chelsea Market"/>
                <a:ea typeface="Chelsea Market"/>
                <a:cs typeface="Chelsea Market"/>
                <a:sym typeface="Chelsea Market"/>
              </a:endParaRPr>
            </a:p>
          </p:txBody>
        </p:sp>
      </p:grpSp>
      <p:sp>
        <p:nvSpPr>
          <p:cNvPr id="1675" name="Google Shape;1675;p41"/>
          <p:cNvSpPr/>
          <p:nvPr/>
        </p:nvSpPr>
        <p:spPr>
          <a:xfrm>
            <a:off x="3167563" y="4106500"/>
            <a:ext cx="3207600" cy="403500"/>
          </a:xfrm>
          <a:prstGeom prst="roundRect">
            <a:avLst>
              <a:gd name="adj" fmla="val 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panose="020B0604020202020204"/>
              <a:buNone/>
            </a:pPr>
            <a:r>
              <a:rPr lang="en-GB" sz="2400" b="1">
                <a:solidFill>
                  <a:schemeClr val="dk1"/>
                </a:solidFill>
                <a:latin typeface="Chelsea Market"/>
                <a:ea typeface="Chelsea Market"/>
                <a:cs typeface="Chelsea Market"/>
                <a:sym typeface="Chelsea Market"/>
              </a:rPr>
              <a:t>Americas</a:t>
            </a:r>
            <a:endParaRPr sz="2400" b="1">
              <a:solidFill>
                <a:schemeClr val="dk1"/>
              </a:solidFill>
              <a:latin typeface="Chelsea Market"/>
              <a:ea typeface="Chelsea Market"/>
              <a:cs typeface="Chelsea Market"/>
              <a:sym typeface="Chelsea Market"/>
            </a:endParaRPr>
          </a:p>
        </p:txBody>
      </p:sp>
      <p:cxnSp>
        <p:nvCxnSpPr>
          <p:cNvPr id="1676" name="Google Shape;1676;p41"/>
          <p:cNvCxnSpPr>
            <a:stCxn id="1677" idx="4"/>
            <a:endCxn id="1675" idx="0"/>
          </p:cNvCxnSpPr>
          <p:nvPr/>
        </p:nvCxnSpPr>
        <p:spPr>
          <a:xfrm>
            <a:off x="4768063" y="2173600"/>
            <a:ext cx="3300" cy="1932900"/>
          </a:xfrm>
          <a:prstGeom prst="straightConnector1">
            <a:avLst/>
          </a:prstGeom>
          <a:noFill/>
          <a:ln w="19050" cap="flat" cmpd="sng">
            <a:solidFill>
              <a:schemeClr val="accent2"/>
            </a:solidFill>
            <a:prstDash val="solid"/>
            <a:round/>
            <a:headEnd type="none" w="med" len="med"/>
            <a:tailEnd type="none" w="med" len="med"/>
          </a:ln>
        </p:spPr>
      </p:cxnSp>
      <p:cxnSp>
        <p:nvCxnSpPr>
          <p:cNvPr id="1678" name="Google Shape;1678;p41"/>
          <p:cNvCxnSpPr>
            <a:stCxn id="1675" idx="1"/>
            <a:endCxn id="1671" idx="2"/>
          </p:cNvCxnSpPr>
          <p:nvPr/>
        </p:nvCxnSpPr>
        <p:spPr>
          <a:xfrm rot="10800000">
            <a:off x="2687263" y="3628150"/>
            <a:ext cx="480300" cy="680100"/>
          </a:xfrm>
          <a:prstGeom prst="bentConnector2">
            <a:avLst/>
          </a:prstGeom>
          <a:noFill/>
          <a:ln w="19050" cap="flat" cmpd="sng">
            <a:solidFill>
              <a:schemeClr val="accent2"/>
            </a:solidFill>
            <a:prstDash val="solid"/>
            <a:round/>
            <a:headEnd type="none" w="med" len="med"/>
            <a:tailEnd type="none" w="med" len="med"/>
          </a:ln>
        </p:spPr>
      </p:cxnSp>
      <p:cxnSp>
        <p:nvCxnSpPr>
          <p:cNvPr id="1679" name="Google Shape;1679;p41"/>
          <p:cNvCxnSpPr>
            <a:stCxn id="1675" idx="3"/>
            <a:endCxn id="1674" idx="2"/>
          </p:cNvCxnSpPr>
          <p:nvPr/>
        </p:nvCxnSpPr>
        <p:spPr>
          <a:xfrm rot="10800000" flipH="1">
            <a:off x="6375163" y="3628150"/>
            <a:ext cx="473400" cy="680100"/>
          </a:xfrm>
          <a:prstGeom prst="bentConnector2">
            <a:avLst/>
          </a:prstGeom>
          <a:noFill/>
          <a:ln w="19050" cap="flat" cmpd="sng">
            <a:solidFill>
              <a:schemeClr val="accent2"/>
            </a:solidFill>
            <a:prstDash val="solid"/>
            <a:round/>
            <a:headEnd type="none" w="med" len="med"/>
            <a:tailEnd type="none" w="med" len="med"/>
          </a:ln>
        </p:spPr>
      </p:cxnSp>
      <p:cxnSp>
        <p:nvCxnSpPr>
          <p:cNvPr id="1680" name="Google Shape;1680;p41"/>
          <p:cNvCxnSpPr>
            <a:stCxn id="1671" idx="0"/>
            <a:endCxn id="1670" idx="2"/>
          </p:cNvCxnSpPr>
          <p:nvPr/>
        </p:nvCxnSpPr>
        <p:spPr>
          <a:xfrm rot="10800000">
            <a:off x="2687345" y="2746138"/>
            <a:ext cx="0" cy="478500"/>
          </a:xfrm>
          <a:prstGeom prst="straightConnector1">
            <a:avLst/>
          </a:prstGeom>
          <a:noFill/>
          <a:ln w="19050" cap="flat" cmpd="sng">
            <a:solidFill>
              <a:schemeClr val="accent2"/>
            </a:solidFill>
            <a:prstDash val="solid"/>
            <a:round/>
            <a:headEnd type="none" w="med" len="med"/>
            <a:tailEnd type="none" w="med" len="med"/>
          </a:ln>
        </p:spPr>
      </p:cxnSp>
      <p:cxnSp>
        <p:nvCxnSpPr>
          <p:cNvPr id="1681" name="Google Shape;1681;p41"/>
          <p:cNvCxnSpPr>
            <a:stCxn id="1674" idx="0"/>
            <a:endCxn id="1673" idx="2"/>
          </p:cNvCxnSpPr>
          <p:nvPr/>
        </p:nvCxnSpPr>
        <p:spPr>
          <a:xfrm rot="10800000">
            <a:off x="6848509" y="2746138"/>
            <a:ext cx="0" cy="478500"/>
          </a:xfrm>
          <a:prstGeom prst="straightConnector1">
            <a:avLst/>
          </a:prstGeom>
          <a:noFill/>
          <a:ln w="19050" cap="flat" cmpd="sng">
            <a:solidFill>
              <a:schemeClr val="accent2"/>
            </a:solidFill>
            <a:prstDash val="solid"/>
            <a:round/>
            <a:headEnd type="none" w="med" len="med"/>
            <a:tailEnd type="none" w="med" len="med"/>
          </a:ln>
        </p:spPr>
      </p:cxnSp>
      <p:grpSp>
        <p:nvGrpSpPr>
          <p:cNvPr id="1682" name="Google Shape;1682;p41"/>
          <p:cNvGrpSpPr/>
          <p:nvPr/>
        </p:nvGrpSpPr>
        <p:grpSpPr>
          <a:xfrm>
            <a:off x="4479779" y="1603378"/>
            <a:ext cx="576302" cy="511871"/>
            <a:chOff x="6644304" y="3073628"/>
            <a:chExt cx="576302" cy="511871"/>
          </a:xfrm>
        </p:grpSpPr>
        <p:sp>
          <p:nvSpPr>
            <p:cNvPr id="1683" name="Google Shape;1683;p41"/>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684" name="Google Shape;1684;p41"/>
            <p:cNvGrpSpPr/>
            <p:nvPr/>
          </p:nvGrpSpPr>
          <p:grpSpPr>
            <a:xfrm>
              <a:off x="6712169" y="3085440"/>
              <a:ext cx="481622" cy="494913"/>
              <a:chOff x="6712169" y="3085440"/>
              <a:chExt cx="481622" cy="494913"/>
            </a:xfrm>
          </p:grpSpPr>
          <p:sp>
            <p:nvSpPr>
              <p:cNvPr id="1685" name="Google Shape;1685;p41"/>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6" name="Google Shape;1686;p41"/>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7" name="Google Shape;1687;p41"/>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8" name="Google Shape;1688;p41"/>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9" name="Google Shape;1689;p41"/>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90" name="Google Shape;1690;p41"/>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1" name="Google Shape;1691;p41"/>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2" name="Google Shape;1692;p41"/>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7" name="Google Shape;1697;p42"/>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aphicFrame>
        <p:nvGraphicFramePr>
          <p:cNvPr id="1698" name="Google Shape;1698;p42"/>
          <p:cNvGraphicFramePr/>
          <p:nvPr/>
        </p:nvGraphicFramePr>
        <p:xfrm>
          <a:off x="1121650" y="1201300"/>
          <a:ext cx="7305800" cy="3308700"/>
        </p:xfrm>
        <a:graphic>
          <a:graphicData uri="http://schemas.openxmlformats.org/drawingml/2006/table">
            <a:tbl>
              <a:tblPr>
                <a:noFill/>
                <a:tableStyleId>{D1BC66E7-A733-4C15-83E7-087EB3113AAD}</a:tableStyleId>
              </a:tblPr>
              <a:tblGrid>
                <a:gridCol w="3652900"/>
                <a:gridCol w="3652900"/>
              </a:tblGrid>
              <a:tr h="551450">
                <a:tc gridSpan="2">
                  <a:txBody>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Cultural differences</a:t>
                      </a:r>
                      <a:endParaRPr sz="2400" b="1">
                        <a:solidFill>
                          <a:schemeClr val="dk1"/>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9525" cap="flat" cmpd="sng">
                      <a:solidFill>
                        <a:srgbClr val="141414">
                          <a:alpha val="0"/>
                        </a:srgbClr>
                      </a:solidFill>
                      <a:prstDash val="solid"/>
                      <a:round/>
                      <a:headEnd type="none" w="sm" len="sm"/>
                      <a:tailEnd type="none" w="sm" len="sm"/>
                    </a:lnR>
                    <a:lnT w="9525" cap="flat" cmpd="sng">
                      <a:solidFill>
                        <a:srgbClr val="141414">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tcPr>
                </a:tc>
                <a:tc hMerge="1">
                  <a:tcPr/>
                </a:tc>
              </a:tr>
              <a:tr h="551450">
                <a:tc>
                  <a:txBody>
                    <a:bodyPr/>
                    <a:lstStyle/>
                    <a:p>
                      <a:pPr marL="0" lvl="0" indent="0" algn="ctr" rtl="0">
                        <a:spcBef>
                          <a:spcPts val="0"/>
                        </a:spcBef>
                        <a:spcAft>
                          <a:spcPts val="0"/>
                        </a:spcAft>
                        <a:buNone/>
                      </a:pPr>
                      <a:r>
                        <a:rPr lang="en-GB" sz="2400" b="1">
                          <a:solidFill>
                            <a:schemeClr val="accent1"/>
                          </a:solidFill>
                          <a:latin typeface="Chelsea Market"/>
                          <a:ea typeface="Chelsea Market"/>
                          <a:cs typeface="Chelsea Market"/>
                          <a:sym typeface="Chelsea Market"/>
                        </a:rPr>
                        <a:t>Europe</a:t>
                      </a:r>
                      <a:endParaRPr sz="2400" b="1">
                        <a:solidFill>
                          <a:schemeClr val="accent1"/>
                        </a:solidFill>
                        <a:latin typeface="Chelsea Market"/>
                        <a:ea typeface="Chelsea Market"/>
                        <a:cs typeface="Chelsea Market"/>
                        <a:sym typeface="Chelsea Market"/>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sz="2400" b="1">
                          <a:solidFill>
                            <a:schemeClr val="accent5"/>
                          </a:solidFill>
                          <a:latin typeface="Chelsea Market"/>
                          <a:ea typeface="Chelsea Market"/>
                          <a:cs typeface="Chelsea Market"/>
                          <a:sym typeface="Chelsea Market"/>
                        </a:rPr>
                        <a:t>Africa</a:t>
                      </a:r>
                      <a:endParaRPr sz="2400" b="1">
                        <a:solidFill>
                          <a:schemeClr val="accent5"/>
                        </a:solidFill>
                        <a:latin typeface="Chelsea Market"/>
                        <a:ea typeface="Chelsea Market"/>
                        <a:cs typeface="Chelsea Market"/>
                        <a:sym typeface="Chelsea Market"/>
                      </a:endParaRPr>
                    </a:p>
                  </a:txBody>
                  <a:tcPr marL="91425" marR="91425" marT="91425" marB="91425" anchor="ctr">
                    <a:lnL w="19050" cap="flat" cmpd="sng">
                      <a:solidFill>
                        <a:schemeClr val="accent2"/>
                      </a:solidFill>
                      <a:prstDash val="dash"/>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a:solidFill>
                            <a:schemeClr val="dk1"/>
                          </a:solidFill>
                          <a:latin typeface="Lato"/>
                          <a:ea typeface="Lato"/>
                          <a:cs typeface="Lato"/>
                          <a:sym typeface="Lato"/>
                        </a:rPr>
                        <a:t>Introvert people</a:t>
                      </a:r>
                      <a:endParaRPr>
                        <a:solidFill>
                          <a:schemeClr val="dk1"/>
                        </a:solidFill>
                        <a:latin typeface="Lato"/>
                        <a:ea typeface="Lato"/>
                        <a:cs typeface="Lato"/>
                        <a:sym typeface="Lato"/>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Extrovert people</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a:solidFill>
                            <a:schemeClr val="dk1"/>
                          </a:solidFill>
                          <a:latin typeface="Lato"/>
                          <a:ea typeface="Lato"/>
                          <a:cs typeface="Lato"/>
                          <a:sym typeface="Lato"/>
                        </a:rPr>
                        <a:t>Punctuality</a:t>
                      </a:r>
                      <a:endParaRPr>
                        <a:solidFill>
                          <a:schemeClr val="dk1"/>
                        </a:solidFill>
                        <a:latin typeface="Lato"/>
                        <a:ea typeface="Lato"/>
                        <a:cs typeface="Lato"/>
                        <a:sym typeface="Lato"/>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Relaxed way of living</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a:solidFill>
                            <a:schemeClr val="dk1"/>
                          </a:solidFill>
                          <a:latin typeface="Lato"/>
                          <a:ea typeface="Lato"/>
                          <a:cs typeface="Lato"/>
                          <a:sym typeface="Lato"/>
                        </a:rPr>
                        <a:t>Work first</a:t>
                      </a:r>
                      <a:endParaRPr>
                        <a:solidFill>
                          <a:schemeClr val="dk1"/>
                        </a:solidFill>
                        <a:latin typeface="Lato"/>
                        <a:ea typeface="Lato"/>
                        <a:cs typeface="Lato"/>
                        <a:sym typeface="Lato"/>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Family first</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r>
              <a:tr h="551450">
                <a:tc>
                  <a:txBody>
                    <a:bodyPr/>
                    <a:lstStyle/>
                    <a:p>
                      <a:pPr marL="0" lvl="0" indent="0" algn="ctr" rtl="0">
                        <a:spcBef>
                          <a:spcPts val="0"/>
                        </a:spcBef>
                        <a:spcAft>
                          <a:spcPts val="0"/>
                        </a:spcAft>
                        <a:buNone/>
                      </a:pPr>
                      <a:r>
                        <a:rPr lang="en-GB">
                          <a:solidFill>
                            <a:schemeClr val="dk1"/>
                          </a:solidFill>
                          <a:latin typeface="Lato"/>
                          <a:ea typeface="Lato"/>
                          <a:cs typeface="Lato"/>
                          <a:sym typeface="Lato"/>
                        </a:rPr>
                        <a:t>Stress</a:t>
                      </a:r>
                      <a:endParaRPr>
                        <a:solidFill>
                          <a:schemeClr val="dk1"/>
                        </a:solidFill>
                        <a:latin typeface="Lato"/>
                        <a:ea typeface="Lato"/>
                        <a:cs typeface="Lato"/>
                        <a:sym typeface="Lato"/>
                      </a:endParaRPr>
                    </a:p>
                  </a:txBody>
                  <a:tcPr marL="91425" marR="91425" marT="91425" marB="91425" anchor="ctr">
                    <a:lnL w="9525" cap="flat" cmpd="sng">
                      <a:solidFill>
                        <a:srgbClr val="141414">
                          <a:alpha val="0"/>
                        </a:srgbClr>
                      </a:solidFill>
                      <a:prstDash val="solid"/>
                      <a:round/>
                      <a:headEnd type="none" w="sm" len="sm"/>
                      <a:tailEnd type="none" w="sm" len="sm"/>
                    </a:lnL>
                    <a:lnR w="19050" cap="flat" cmpd="sng">
                      <a:solidFill>
                        <a:schemeClr val="accent2"/>
                      </a:solidFill>
                      <a:prstDash val="dash"/>
                      <a:round/>
                      <a:headEnd type="none" w="sm" len="sm"/>
                      <a:tailEnd type="none" w="sm" len="sm"/>
                    </a:lnR>
                    <a:lnT w="19050" cap="flat" cmpd="sng">
                      <a:solidFill>
                        <a:schemeClr val="accent2"/>
                      </a:solidFill>
                      <a:prstDash val="solid"/>
                      <a:round/>
                      <a:headEnd type="none" w="sm" len="sm"/>
                      <a:tailEnd type="none" w="sm" len="sm"/>
                    </a:lnT>
                    <a:lnB w="9525" cap="flat" cmpd="sng">
                      <a:solidFill>
                        <a:srgbClr val="141414">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GB">
                          <a:solidFill>
                            <a:schemeClr val="dk1"/>
                          </a:solidFill>
                          <a:latin typeface="Lato"/>
                          <a:ea typeface="Lato"/>
                          <a:cs typeface="Lato"/>
                          <a:sym typeface="Lato"/>
                        </a:rPr>
                        <a:t>Happiness</a:t>
                      </a:r>
                      <a:endParaRPr>
                        <a:solidFill>
                          <a:schemeClr val="dk1"/>
                        </a:solidFill>
                        <a:latin typeface="Lato"/>
                        <a:ea typeface="Lato"/>
                        <a:cs typeface="Lato"/>
                        <a:sym typeface="Lato"/>
                      </a:endParaRPr>
                    </a:p>
                  </a:txBody>
                  <a:tcPr marL="91425" marR="91425" marT="91425" marB="91425" anchor="ctr">
                    <a:lnL w="19050" cap="flat" cmpd="sng">
                      <a:solidFill>
                        <a:schemeClr val="accent2"/>
                      </a:solidFill>
                      <a:prstDash val="dash"/>
                      <a:round/>
                      <a:headEnd type="none" w="sm" len="sm"/>
                      <a:tailEnd type="none" w="sm" len="sm"/>
                    </a:lnL>
                    <a:lnR w="9525" cap="flat" cmpd="sng">
                      <a:solidFill>
                        <a:srgbClr val="141414">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141414">
                          <a:alpha val="0"/>
                        </a:srgbClr>
                      </a:solidFill>
                      <a:prstDash val="solid"/>
                      <a:round/>
                      <a:headEnd type="none" w="sm" len="sm"/>
                      <a:tailEnd type="none" w="sm" len="sm"/>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3" name="Google Shape;1703;p43"/>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704" name="Google Shape;1704;p43"/>
          <p:cNvGrpSpPr/>
          <p:nvPr/>
        </p:nvGrpSpPr>
        <p:grpSpPr>
          <a:xfrm>
            <a:off x="1069325" y="1271394"/>
            <a:ext cx="3544697" cy="1817685"/>
            <a:chOff x="1069325" y="1271394"/>
            <a:chExt cx="3544697" cy="1817685"/>
          </a:xfrm>
        </p:grpSpPr>
        <p:grpSp>
          <p:nvGrpSpPr>
            <p:cNvPr id="1705" name="Google Shape;1705;p43"/>
            <p:cNvGrpSpPr/>
            <p:nvPr/>
          </p:nvGrpSpPr>
          <p:grpSpPr>
            <a:xfrm>
              <a:off x="1069325" y="1271394"/>
              <a:ext cx="1721725" cy="983557"/>
              <a:chOff x="1069325" y="1271394"/>
              <a:chExt cx="1721725" cy="983557"/>
            </a:xfrm>
          </p:grpSpPr>
          <p:sp>
            <p:nvSpPr>
              <p:cNvPr id="1706" name="Google Shape;1706;p43"/>
              <p:cNvSpPr txBox="1"/>
              <p:nvPr/>
            </p:nvSpPr>
            <p:spPr>
              <a:xfrm>
                <a:off x="1069325" y="1271394"/>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Oceans</a:t>
                </a:r>
                <a:endParaRPr sz="2400" b="1">
                  <a:solidFill>
                    <a:schemeClr val="dk1"/>
                  </a:solidFill>
                  <a:latin typeface="Chelsea Market"/>
                  <a:ea typeface="Chelsea Market"/>
                  <a:cs typeface="Chelsea Market"/>
                  <a:sym typeface="Chelsea Market"/>
                </a:endParaRPr>
              </a:p>
            </p:txBody>
          </p:sp>
          <p:sp>
            <p:nvSpPr>
              <p:cNvPr id="1707" name="Google Shape;1707;p43"/>
              <p:cNvSpPr txBox="1"/>
              <p:nvPr/>
            </p:nvSpPr>
            <p:spPr>
              <a:xfrm>
                <a:off x="1069350" y="1607251"/>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grpSp>
        <p:grpSp>
          <p:nvGrpSpPr>
            <p:cNvPr id="1708" name="Google Shape;1708;p43"/>
            <p:cNvGrpSpPr/>
            <p:nvPr/>
          </p:nvGrpSpPr>
          <p:grpSpPr>
            <a:xfrm>
              <a:off x="2892317" y="1271394"/>
              <a:ext cx="1721705" cy="983557"/>
              <a:chOff x="2892317" y="1271394"/>
              <a:chExt cx="1721705" cy="983557"/>
            </a:xfrm>
          </p:grpSpPr>
          <p:sp>
            <p:nvSpPr>
              <p:cNvPr id="1709" name="Google Shape;1709;p43"/>
              <p:cNvSpPr txBox="1"/>
              <p:nvPr/>
            </p:nvSpPr>
            <p:spPr>
              <a:xfrm>
                <a:off x="2892317" y="1271394"/>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Rivers</a:t>
                </a:r>
                <a:endParaRPr sz="2400" b="1">
                  <a:solidFill>
                    <a:schemeClr val="dk1"/>
                  </a:solidFill>
                  <a:latin typeface="Chelsea Market"/>
                  <a:ea typeface="Chelsea Market"/>
                  <a:cs typeface="Chelsea Market"/>
                  <a:sym typeface="Chelsea Market"/>
                </a:endParaRPr>
              </a:p>
            </p:txBody>
          </p:sp>
          <p:sp>
            <p:nvSpPr>
              <p:cNvPr id="1710" name="Google Shape;1710;p43"/>
              <p:cNvSpPr txBox="1"/>
              <p:nvPr/>
            </p:nvSpPr>
            <p:spPr>
              <a:xfrm>
                <a:off x="2892322" y="1607251"/>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cold</a:t>
                </a:r>
                <a:endParaRPr>
                  <a:solidFill>
                    <a:schemeClr val="dk1"/>
                  </a:solidFill>
                  <a:latin typeface="Lato"/>
                  <a:ea typeface="Lato"/>
                  <a:cs typeface="Lato"/>
                  <a:sym typeface="Lato"/>
                </a:endParaRPr>
              </a:p>
            </p:txBody>
          </p:sp>
        </p:grpSp>
        <p:sp>
          <p:nvSpPr>
            <p:cNvPr id="1711" name="Google Shape;1711;p43"/>
            <p:cNvSpPr/>
            <p:nvPr/>
          </p:nvSpPr>
          <p:spPr>
            <a:xfrm>
              <a:off x="1762667" y="2646579"/>
              <a:ext cx="2157900" cy="4425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accent1"/>
                  </a:solidFill>
                  <a:latin typeface="Chelsea Market"/>
                  <a:ea typeface="Chelsea Market"/>
                  <a:cs typeface="Chelsea Market"/>
                  <a:sym typeface="Chelsea Market"/>
                </a:rPr>
                <a:t>Physical</a:t>
              </a:r>
              <a:endParaRPr sz="2400" b="1">
                <a:solidFill>
                  <a:schemeClr val="accent1"/>
                </a:solidFill>
                <a:latin typeface="Chelsea Market"/>
                <a:ea typeface="Chelsea Market"/>
                <a:cs typeface="Chelsea Market"/>
                <a:sym typeface="Chelsea Market"/>
              </a:endParaRPr>
            </a:p>
          </p:txBody>
        </p:sp>
      </p:grpSp>
      <p:cxnSp>
        <p:nvCxnSpPr>
          <p:cNvPr id="1712" name="Google Shape;1712;p43"/>
          <p:cNvCxnSpPr>
            <a:stCxn id="1711" idx="0"/>
            <a:endCxn id="1707" idx="2"/>
          </p:cNvCxnSpPr>
          <p:nvPr/>
        </p:nvCxnSpPr>
        <p:spPr>
          <a:xfrm rot="5400000" flipH="1">
            <a:off x="2190167" y="1995129"/>
            <a:ext cx="391500" cy="911400"/>
          </a:xfrm>
          <a:prstGeom prst="bentConnector3">
            <a:avLst>
              <a:gd name="adj1" fmla="val 50019"/>
            </a:avLst>
          </a:prstGeom>
          <a:noFill/>
          <a:ln w="19050" cap="flat" cmpd="sng">
            <a:solidFill>
              <a:schemeClr val="accent2"/>
            </a:solidFill>
            <a:prstDash val="solid"/>
            <a:round/>
            <a:headEnd type="none" w="med" len="med"/>
            <a:tailEnd type="none" w="med" len="med"/>
          </a:ln>
        </p:spPr>
      </p:cxnSp>
      <p:cxnSp>
        <p:nvCxnSpPr>
          <p:cNvPr id="1713" name="Google Shape;1713;p43"/>
          <p:cNvCxnSpPr>
            <a:stCxn id="1711" idx="0"/>
            <a:endCxn id="1710" idx="2"/>
          </p:cNvCxnSpPr>
          <p:nvPr/>
        </p:nvCxnSpPr>
        <p:spPr>
          <a:xfrm rot="-5400000">
            <a:off x="3101717" y="1994979"/>
            <a:ext cx="391500" cy="911700"/>
          </a:xfrm>
          <a:prstGeom prst="bentConnector3">
            <a:avLst>
              <a:gd name="adj1" fmla="val 50019"/>
            </a:avLst>
          </a:prstGeom>
          <a:noFill/>
          <a:ln w="19050" cap="flat" cmpd="sng">
            <a:solidFill>
              <a:schemeClr val="accent2"/>
            </a:solidFill>
            <a:prstDash val="solid"/>
            <a:round/>
            <a:headEnd type="none" w="med" len="med"/>
            <a:tailEnd type="none" w="med" len="med"/>
          </a:ln>
        </p:spPr>
      </p:cxnSp>
      <p:grpSp>
        <p:nvGrpSpPr>
          <p:cNvPr id="1714" name="Google Shape;1714;p43"/>
          <p:cNvGrpSpPr/>
          <p:nvPr/>
        </p:nvGrpSpPr>
        <p:grpSpPr>
          <a:xfrm>
            <a:off x="4715275" y="2646579"/>
            <a:ext cx="3544692" cy="1865641"/>
            <a:chOff x="4715275" y="2646579"/>
            <a:chExt cx="3544692" cy="1865641"/>
          </a:xfrm>
        </p:grpSpPr>
        <p:grpSp>
          <p:nvGrpSpPr>
            <p:cNvPr id="1715" name="Google Shape;1715;p43"/>
            <p:cNvGrpSpPr/>
            <p:nvPr/>
          </p:nvGrpSpPr>
          <p:grpSpPr>
            <a:xfrm>
              <a:off x="6538244" y="3528810"/>
              <a:ext cx="1721723" cy="983410"/>
              <a:chOff x="6538244" y="3528810"/>
              <a:chExt cx="1721723" cy="983410"/>
            </a:xfrm>
          </p:grpSpPr>
          <p:sp>
            <p:nvSpPr>
              <p:cNvPr id="1716" name="Google Shape;1716;p43"/>
              <p:cNvSpPr txBox="1"/>
              <p:nvPr/>
            </p:nvSpPr>
            <p:spPr>
              <a:xfrm>
                <a:off x="6538267" y="3528810"/>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Countries</a:t>
                </a:r>
                <a:endParaRPr sz="2400" b="1">
                  <a:solidFill>
                    <a:schemeClr val="dk1"/>
                  </a:solidFill>
                  <a:latin typeface="Chelsea Market"/>
                  <a:ea typeface="Chelsea Market"/>
                  <a:cs typeface="Chelsea Market"/>
                  <a:sym typeface="Chelsea Market"/>
                </a:endParaRPr>
              </a:p>
            </p:txBody>
          </p:sp>
          <p:sp>
            <p:nvSpPr>
              <p:cNvPr id="1717" name="Google Shape;1717;p43"/>
              <p:cNvSpPr txBox="1"/>
              <p:nvPr/>
            </p:nvSpPr>
            <p:spPr>
              <a:xfrm>
                <a:off x="6538244" y="3864519"/>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Saturn is a gas giant and has rings</a:t>
                </a:r>
                <a:endParaRPr>
                  <a:solidFill>
                    <a:schemeClr val="dk1"/>
                  </a:solidFill>
                  <a:latin typeface="Lato"/>
                  <a:ea typeface="Lato"/>
                  <a:cs typeface="Lato"/>
                  <a:sym typeface="Lato"/>
                </a:endParaRPr>
              </a:p>
            </p:txBody>
          </p:sp>
        </p:grpSp>
        <p:grpSp>
          <p:nvGrpSpPr>
            <p:cNvPr id="1718" name="Google Shape;1718;p43"/>
            <p:cNvGrpSpPr/>
            <p:nvPr/>
          </p:nvGrpSpPr>
          <p:grpSpPr>
            <a:xfrm>
              <a:off x="4715275" y="3528810"/>
              <a:ext cx="1721700" cy="983410"/>
              <a:chOff x="4715275" y="3528810"/>
              <a:chExt cx="1721700" cy="983410"/>
            </a:xfrm>
          </p:grpSpPr>
          <p:sp>
            <p:nvSpPr>
              <p:cNvPr id="1719" name="Google Shape;1719;p43"/>
              <p:cNvSpPr txBox="1"/>
              <p:nvPr/>
            </p:nvSpPr>
            <p:spPr>
              <a:xfrm>
                <a:off x="4715275" y="3528810"/>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Cities</a:t>
                </a:r>
                <a:endParaRPr sz="2400" b="1">
                  <a:solidFill>
                    <a:schemeClr val="dk1"/>
                  </a:solidFill>
                  <a:latin typeface="Chelsea Market"/>
                  <a:ea typeface="Chelsea Market"/>
                  <a:cs typeface="Chelsea Market"/>
                  <a:sym typeface="Chelsea Market"/>
                </a:endParaRPr>
              </a:p>
            </p:txBody>
          </p:sp>
          <p:sp>
            <p:nvSpPr>
              <p:cNvPr id="1720" name="Google Shape;1720;p43"/>
              <p:cNvSpPr txBox="1"/>
              <p:nvPr/>
            </p:nvSpPr>
            <p:spPr>
              <a:xfrm>
                <a:off x="4715275" y="3864519"/>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p:txBody>
          </p:sp>
        </p:grpSp>
        <p:sp>
          <p:nvSpPr>
            <p:cNvPr id="1721" name="Google Shape;1721;p43"/>
            <p:cNvSpPr/>
            <p:nvPr/>
          </p:nvSpPr>
          <p:spPr>
            <a:xfrm>
              <a:off x="5408978" y="2646579"/>
              <a:ext cx="2157900" cy="4425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accent5"/>
                  </a:solidFill>
                  <a:latin typeface="Chelsea Market"/>
                  <a:ea typeface="Chelsea Market"/>
                  <a:cs typeface="Chelsea Market"/>
                  <a:sym typeface="Chelsea Market"/>
                </a:rPr>
                <a:t>Political</a:t>
              </a:r>
              <a:endParaRPr sz="2400" b="1">
                <a:solidFill>
                  <a:schemeClr val="accent5"/>
                </a:solidFill>
                <a:latin typeface="Chelsea Market"/>
                <a:ea typeface="Chelsea Market"/>
                <a:cs typeface="Chelsea Market"/>
                <a:sym typeface="Chelsea Market"/>
              </a:endParaRPr>
            </a:p>
          </p:txBody>
        </p:sp>
      </p:grpSp>
      <p:cxnSp>
        <p:nvCxnSpPr>
          <p:cNvPr id="1722" name="Google Shape;1722;p43"/>
          <p:cNvCxnSpPr>
            <a:stCxn id="1721" idx="2"/>
            <a:endCxn id="1719" idx="0"/>
          </p:cNvCxnSpPr>
          <p:nvPr/>
        </p:nvCxnSpPr>
        <p:spPr>
          <a:xfrm rot="5400000">
            <a:off x="5812178" y="2853129"/>
            <a:ext cx="439800" cy="911700"/>
          </a:xfrm>
          <a:prstGeom prst="bentConnector3">
            <a:avLst>
              <a:gd name="adj1" fmla="val 49994"/>
            </a:avLst>
          </a:prstGeom>
          <a:noFill/>
          <a:ln w="19050" cap="flat" cmpd="sng">
            <a:solidFill>
              <a:schemeClr val="accent2"/>
            </a:solidFill>
            <a:prstDash val="solid"/>
            <a:round/>
            <a:headEnd type="none" w="med" len="med"/>
            <a:tailEnd type="none" w="med" len="med"/>
          </a:ln>
        </p:spPr>
      </p:cxnSp>
      <p:cxnSp>
        <p:nvCxnSpPr>
          <p:cNvPr id="1723" name="Google Shape;1723;p43"/>
          <p:cNvCxnSpPr>
            <a:stCxn id="1721" idx="2"/>
            <a:endCxn id="1716" idx="0"/>
          </p:cNvCxnSpPr>
          <p:nvPr/>
        </p:nvCxnSpPr>
        <p:spPr>
          <a:xfrm rot="-5400000" flipH="1">
            <a:off x="6723578" y="2853429"/>
            <a:ext cx="439800" cy="911100"/>
          </a:xfrm>
          <a:prstGeom prst="bentConnector3">
            <a:avLst>
              <a:gd name="adj1" fmla="val 49994"/>
            </a:avLst>
          </a:prstGeom>
          <a:noFill/>
          <a:ln w="19050" cap="flat" cmpd="sng">
            <a:solidFill>
              <a:schemeClr val="accent2"/>
            </a:solidFill>
            <a:prstDash val="solid"/>
            <a:round/>
            <a:headEnd type="none" w="med" len="med"/>
            <a:tailEnd type="none" w="med" len="med"/>
          </a:ln>
        </p:spPr>
      </p:cxnSp>
      <p:cxnSp>
        <p:nvCxnSpPr>
          <p:cNvPr id="1724" name="Google Shape;1724;p43"/>
          <p:cNvCxnSpPr>
            <a:stCxn id="1711" idx="3"/>
            <a:endCxn id="1721" idx="1"/>
          </p:cNvCxnSpPr>
          <p:nvPr/>
        </p:nvCxnSpPr>
        <p:spPr>
          <a:xfrm>
            <a:off x="3920567" y="2867829"/>
            <a:ext cx="1488300" cy="600"/>
          </a:xfrm>
          <a:prstGeom prst="bentConnector3">
            <a:avLst>
              <a:gd name="adj1" fmla="val 50004"/>
            </a:avLst>
          </a:prstGeom>
          <a:noFill/>
          <a:ln w="19050" cap="flat" cmpd="sng">
            <a:solidFill>
              <a:schemeClr val="accent2"/>
            </a:solidFill>
            <a:prstDash val="dash"/>
            <a:round/>
            <a:headEnd type="triangle" w="med" len="med"/>
            <a:tailEnd type="triangle" w="med" len="med"/>
          </a:ln>
        </p:spPr>
      </p:cxnSp>
      <p:grpSp>
        <p:nvGrpSpPr>
          <p:cNvPr id="1725" name="Google Shape;1725;p43"/>
          <p:cNvGrpSpPr/>
          <p:nvPr/>
        </p:nvGrpSpPr>
        <p:grpSpPr>
          <a:xfrm rot="-1522456">
            <a:off x="2357216" y="3266798"/>
            <a:ext cx="1199841" cy="904116"/>
            <a:chOff x="6364522" y="304174"/>
            <a:chExt cx="683279" cy="514898"/>
          </a:xfrm>
        </p:grpSpPr>
        <p:sp>
          <p:nvSpPr>
            <p:cNvPr id="1726" name="Google Shape;1726;p43"/>
            <p:cNvSpPr/>
            <p:nvPr/>
          </p:nvSpPr>
          <p:spPr>
            <a:xfrm>
              <a:off x="6364522" y="304174"/>
              <a:ext cx="683279" cy="514898"/>
            </a:xfrm>
            <a:custGeom>
              <a:avLst/>
              <a:gdLst/>
              <a:ahLst/>
              <a:cxnLst/>
              <a:rect l="l" t="t" r="r" b="b"/>
              <a:pathLst>
                <a:path w="9033" h="6807" extrusionOk="0">
                  <a:moveTo>
                    <a:pt x="4220" y="0"/>
                  </a:moveTo>
                  <a:cubicBezTo>
                    <a:pt x="3922" y="0"/>
                    <a:pt x="3648" y="139"/>
                    <a:pt x="3434" y="392"/>
                  </a:cubicBezTo>
                  <a:cubicBezTo>
                    <a:pt x="3165" y="476"/>
                    <a:pt x="2897" y="602"/>
                    <a:pt x="2584" y="800"/>
                  </a:cubicBezTo>
                  <a:cubicBezTo>
                    <a:pt x="2375" y="940"/>
                    <a:pt x="2213" y="1105"/>
                    <a:pt x="2084" y="1289"/>
                  </a:cubicBezTo>
                  <a:cubicBezTo>
                    <a:pt x="1654" y="1965"/>
                    <a:pt x="1408" y="2605"/>
                    <a:pt x="1338" y="3256"/>
                  </a:cubicBezTo>
                  <a:cubicBezTo>
                    <a:pt x="1327" y="3256"/>
                    <a:pt x="1316" y="3256"/>
                    <a:pt x="1316" y="3270"/>
                  </a:cubicBezTo>
                  <a:cubicBezTo>
                    <a:pt x="1165" y="3340"/>
                    <a:pt x="1012" y="3409"/>
                    <a:pt x="861" y="3502"/>
                  </a:cubicBezTo>
                  <a:cubicBezTo>
                    <a:pt x="662" y="3605"/>
                    <a:pt x="478" y="3770"/>
                    <a:pt x="313" y="3968"/>
                  </a:cubicBezTo>
                  <a:cubicBezTo>
                    <a:pt x="23" y="4340"/>
                    <a:pt x="0" y="4829"/>
                    <a:pt x="257" y="5211"/>
                  </a:cubicBezTo>
                  <a:cubicBezTo>
                    <a:pt x="419" y="5468"/>
                    <a:pt x="651" y="5678"/>
                    <a:pt x="956" y="5865"/>
                  </a:cubicBezTo>
                  <a:cubicBezTo>
                    <a:pt x="1629" y="6273"/>
                    <a:pt x="2364" y="6527"/>
                    <a:pt x="3154" y="6645"/>
                  </a:cubicBezTo>
                  <a:cubicBezTo>
                    <a:pt x="3213" y="6692"/>
                    <a:pt x="3272" y="6737"/>
                    <a:pt x="3341" y="6748"/>
                  </a:cubicBezTo>
                  <a:cubicBezTo>
                    <a:pt x="3445" y="6773"/>
                    <a:pt x="3540" y="6784"/>
                    <a:pt x="3632" y="6807"/>
                  </a:cubicBezTo>
                  <a:lnTo>
                    <a:pt x="3702" y="6807"/>
                  </a:lnTo>
                  <a:cubicBezTo>
                    <a:pt x="3783" y="6807"/>
                    <a:pt x="3875" y="6784"/>
                    <a:pt x="3970" y="6714"/>
                  </a:cubicBezTo>
                  <a:lnTo>
                    <a:pt x="4062" y="6714"/>
                  </a:lnTo>
                  <a:cubicBezTo>
                    <a:pt x="4124" y="6714"/>
                    <a:pt x="4186" y="6719"/>
                    <a:pt x="4249" y="6719"/>
                  </a:cubicBezTo>
                  <a:cubicBezTo>
                    <a:pt x="4280" y="6719"/>
                    <a:pt x="4311" y="6718"/>
                    <a:pt x="4342" y="6714"/>
                  </a:cubicBezTo>
                  <a:lnTo>
                    <a:pt x="4727" y="6714"/>
                  </a:lnTo>
                  <a:cubicBezTo>
                    <a:pt x="5006" y="6703"/>
                    <a:pt x="5297" y="6703"/>
                    <a:pt x="5588" y="6656"/>
                  </a:cubicBezTo>
                  <a:lnTo>
                    <a:pt x="5646" y="6656"/>
                  </a:lnTo>
                  <a:cubicBezTo>
                    <a:pt x="5970" y="6608"/>
                    <a:pt x="6308" y="6564"/>
                    <a:pt x="6646" y="6483"/>
                  </a:cubicBezTo>
                  <a:cubicBezTo>
                    <a:pt x="6834" y="6435"/>
                    <a:pt x="7032" y="6376"/>
                    <a:pt x="7216" y="6329"/>
                  </a:cubicBezTo>
                  <a:cubicBezTo>
                    <a:pt x="7322" y="6295"/>
                    <a:pt x="7426" y="6259"/>
                    <a:pt x="7543" y="6237"/>
                  </a:cubicBezTo>
                  <a:cubicBezTo>
                    <a:pt x="7775" y="6167"/>
                    <a:pt x="7985" y="6063"/>
                    <a:pt x="8135" y="5980"/>
                  </a:cubicBezTo>
                  <a:cubicBezTo>
                    <a:pt x="8345" y="5865"/>
                    <a:pt x="8532" y="5700"/>
                    <a:pt x="8719" y="5505"/>
                  </a:cubicBezTo>
                  <a:cubicBezTo>
                    <a:pt x="8929" y="5259"/>
                    <a:pt x="9032" y="4991"/>
                    <a:pt x="8999" y="4723"/>
                  </a:cubicBezTo>
                  <a:cubicBezTo>
                    <a:pt x="8987" y="4641"/>
                    <a:pt x="8974" y="4560"/>
                    <a:pt x="8962" y="4491"/>
                  </a:cubicBezTo>
                  <a:cubicBezTo>
                    <a:pt x="9010" y="4387"/>
                    <a:pt x="8999" y="4281"/>
                    <a:pt x="8951" y="4164"/>
                  </a:cubicBezTo>
                  <a:cubicBezTo>
                    <a:pt x="8940" y="4130"/>
                    <a:pt x="8929" y="4094"/>
                    <a:pt x="8904" y="4060"/>
                  </a:cubicBezTo>
                  <a:cubicBezTo>
                    <a:pt x="8904" y="4038"/>
                    <a:pt x="8892" y="4013"/>
                    <a:pt x="8881" y="3991"/>
                  </a:cubicBezTo>
                  <a:cubicBezTo>
                    <a:pt x="8811" y="3829"/>
                    <a:pt x="8683" y="3722"/>
                    <a:pt x="8510" y="3711"/>
                  </a:cubicBezTo>
                  <a:cubicBezTo>
                    <a:pt x="8485" y="3689"/>
                    <a:pt x="8462" y="3664"/>
                    <a:pt x="8440" y="3641"/>
                  </a:cubicBezTo>
                  <a:cubicBezTo>
                    <a:pt x="8370" y="3583"/>
                    <a:pt x="8300" y="3513"/>
                    <a:pt x="8230" y="3454"/>
                  </a:cubicBezTo>
                  <a:cubicBezTo>
                    <a:pt x="8021" y="3303"/>
                    <a:pt x="7786" y="3130"/>
                    <a:pt x="7507" y="3024"/>
                  </a:cubicBezTo>
                  <a:lnTo>
                    <a:pt x="7507" y="2965"/>
                  </a:lnTo>
                  <a:cubicBezTo>
                    <a:pt x="7462" y="2722"/>
                    <a:pt x="7403" y="2407"/>
                    <a:pt x="7275" y="2094"/>
                  </a:cubicBezTo>
                  <a:cubicBezTo>
                    <a:pt x="7088" y="1638"/>
                    <a:pt x="6797" y="1256"/>
                    <a:pt x="6415" y="965"/>
                  </a:cubicBezTo>
                  <a:cubicBezTo>
                    <a:pt x="6333" y="906"/>
                    <a:pt x="6264" y="859"/>
                    <a:pt x="6180" y="811"/>
                  </a:cubicBezTo>
                  <a:cubicBezTo>
                    <a:pt x="6157" y="789"/>
                    <a:pt x="6124" y="778"/>
                    <a:pt x="6099" y="756"/>
                  </a:cubicBezTo>
                  <a:cubicBezTo>
                    <a:pt x="5705" y="499"/>
                    <a:pt x="5319" y="359"/>
                    <a:pt x="4923" y="323"/>
                  </a:cubicBezTo>
                  <a:cubicBezTo>
                    <a:pt x="4783" y="149"/>
                    <a:pt x="4573" y="43"/>
                    <a:pt x="4353" y="10"/>
                  </a:cubicBezTo>
                  <a:cubicBezTo>
                    <a:pt x="4308" y="4"/>
                    <a:pt x="4263"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7" name="Google Shape;1727;p43"/>
            <p:cNvSpPr/>
            <p:nvPr/>
          </p:nvSpPr>
          <p:spPr>
            <a:xfrm>
              <a:off x="6500143" y="358558"/>
              <a:ext cx="332903" cy="210286"/>
            </a:xfrm>
            <a:custGeom>
              <a:avLst/>
              <a:gdLst/>
              <a:ahLst/>
              <a:cxnLst/>
              <a:rect l="l" t="t" r="r" b="b"/>
              <a:pathLst>
                <a:path w="4401" h="2780" extrusionOk="0">
                  <a:moveTo>
                    <a:pt x="1537" y="537"/>
                  </a:moveTo>
                  <a:cubicBezTo>
                    <a:pt x="1537" y="595"/>
                    <a:pt x="1409" y="735"/>
                    <a:pt x="1339" y="746"/>
                  </a:cubicBezTo>
                  <a:cubicBezTo>
                    <a:pt x="1350" y="676"/>
                    <a:pt x="1467" y="548"/>
                    <a:pt x="1537" y="537"/>
                  </a:cubicBezTo>
                  <a:close/>
                  <a:moveTo>
                    <a:pt x="2858" y="778"/>
                  </a:moveTo>
                  <a:cubicBezTo>
                    <a:pt x="2903" y="778"/>
                    <a:pt x="3075" y="841"/>
                    <a:pt x="3096" y="875"/>
                  </a:cubicBezTo>
                  <a:cubicBezTo>
                    <a:pt x="3084" y="879"/>
                    <a:pt x="3066" y="882"/>
                    <a:pt x="3045" y="882"/>
                  </a:cubicBezTo>
                  <a:cubicBezTo>
                    <a:pt x="2970" y="882"/>
                    <a:pt x="2859" y="853"/>
                    <a:pt x="2839" y="827"/>
                  </a:cubicBezTo>
                  <a:cubicBezTo>
                    <a:pt x="2828" y="816"/>
                    <a:pt x="2839" y="791"/>
                    <a:pt x="2850" y="780"/>
                  </a:cubicBezTo>
                  <a:cubicBezTo>
                    <a:pt x="2852" y="779"/>
                    <a:pt x="2855" y="778"/>
                    <a:pt x="2858" y="778"/>
                  </a:cubicBezTo>
                  <a:close/>
                  <a:moveTo>
                    <a:pt x="3096" y="989"/>
                  </a:moveTo>
                  <a:lnTo>
                    <a:pt x="3096" y="989"/>
                  </a:lnTo>
                  <a:cubicBezTo>
                    <a:pt x="3166" y="1037"/>
                    <a:pt x="3188" y="1118"/>
                    <a:pt x="3236" y="1176"/>
                  </a:cubicBezTo>
                  <a:cubicBezTo>
                    <a:pt x="3230" y="1178"/>
                    <a:pt x="3224" y="1179"/>
                    <a:pt x="3218" y="1179"/>
                  </a:cubicBezTo>
                  <a:cubicBezTo>
                    <a:pt x="3153" y="1179"/>
                    <a:pt x="3086" y="1076"/>
                    <a:pt x="3096" y="989"/>
                  </a:cubicBezTo>
                  <a:close/>
                  <a:moveTo>
                    <a:pt x="523" y="1257"/>
                  </a:moveTo>
                  <a:cubicBezTo>
                    <a:pt x="593" y="1257"/>
                    <a:pt x="663" y="1327"/>
                    <a:pt x="663" y="1397"/>
                  </a:cubicBezTo>
                  <a:cubicBezTo>
                    <a:pt x="663" y="1467"/>
                    <a:pt x="604" y="1526"/>
                    <a:pt x="546" y="1526"/>
                  </a:cubicBezTo>
                  <a:cubicBezTo>
                    <a:pt x="465" y="1526"/>
                    <a:pt x="395" y="1467"/>
                    <a:pt x="395" y="1397"/>
                  </a:cubicBezTo>
                  <a:cubicBezTo>
                    <a:pt x="395" y="1327"/>
                    <a:pt x="465" y="1257"/>
                    <a:pt x="523" y="1257"/>
                  </a:cubicBezTo>
                  <a:close/>
                  <a:moveTo>
                    <a:pt x="1060" y="1397"/>
                  </a:moveTo>
                  <a:cubicBezTo>
                    <a:pt x="1129" y="1397"/>
                    <a:pt x="1199" y="1478"/>
                    <a:pt x="1199" y="1548"/>
                  </a:cubicBezTo>
                  <a:cubicBezTo>
                    <a:pt x="1199" y="1618"/>
                    <a:pt x="1129" y="1676"/>
                    <a:pt x="1048" y="1676"/>
                  </a:cubicBezTo>
                  <a:cubicBezTo>
                    <a:pt x="979" y="1676"/>
                    <a:pt x="931" y="1629"/>
                    <a:pt x="931" y="1548"/>
                  </a:cubicBezTo>
                  <a:cubicBezTo>
                    <a:pt x="931" y="1467"/>
                    <a:pt x="990" y="1397"/>
                    <a:pt x="1060" y="1397"/>
                  </a:cubicBezTo>
                  <a:close/>
                  <a:moveTo>
                    <a:pt x="1780" y="0"/>
                  </a:moveTo>
                  <a:lnTo>
                    <a:pt x="1780" y="0"/>
                  </a:lnTo>
                  <a:cubicBezTo>
                    <a:pt x="1501" y="81"/>
                    <a:pt x="1258" y="210"/>
                    <a:pt x="1012" y="361"/>
                  </a:cubicBezTo>
                  <a:cubicBezTo>
                    <a:pt x="839" y="478"/>
                    <a:pt x="699" y="618"/>
                    <a:pt x="582" y="791"/>
                  </a:cubicBezTo>
                  <a:cubicBezTo>
                    <a:pt x="372" y="1118"/>
                    <a:pt x="221" y="1467"/>
                    <a:pt x="71" y="1827"/>
                  </a:cubicBezTo>
                  <a:cubicBezTo>
                    <a:pt x="1" y="2014"/>
                    <a:pt x="12" y="2037"/>
                    <a:pt x="185" y="2143"/>
                  </a:cubicBezTo>
                  <a:cubicBezTo>
                    <a:pt x="395" y="2271"/>
                    <a:pt x="629" y="2375"/>
                    <a:pt x="861" y="2445"/>
                  </a:cubicBezTo>
                  <a:cubicBezTo>
                    <a:pt x="1398" y="2596"/>
                    <a:pt x="1942" y="2713"/>
                    <a:pt x="2501" y="2746"/>
                  </a:cubicBezTo>
                  <a:cubicBezTo>
                    <a:pt x="2740" y="2765"/>
                    <a:pt x="2979" y="2779"/>
                    <a:pt x="3218" y="2779"/>
                  </a:cubicBezTo>
                  <a:cubicBezTo>
                    <a:pt x="3457" y="2779"/>
                    <a:pt x="3695" y="2765"/>
                    <a:pt x="3934" y="2724"/>
                  </a:cubicBezTo>
                  <a:cubicBezTo>
                    <a:pt x="4026" y="2713"/>
                    <a:pt x="4107" y="2690"/>
                    <a:pt x="4202" y="2677"/>
                  </a:cubicBezTo>
                  <a:cubicBezTo>
                    <a:pt x="4272" y="2665"/>
                    <a:pt x="4331" y="2654"/>
                    <a:pt x="4401" y="2632"/>
                  </a:cubicBezTo>
                  <a:cubicBezTo>
                    <a:pt x="4353" y="2397"/>
                    <a:pt x="4295" y="2176"/>
                    <a:pt x="4261" y="1956"/>
                  </a:cubicBezTo>
                  <a:cubicBezTo>
                    <a:pt x="4144" y="1375"/>
                    <a:pt x="3842" y="897"/>
                    <a:pt x="3387" y="525"/>
                  </a:cubicBezTo>
                  <a:cubicBezTo>
                    <a:pt x="3225" y="386"/>
                    <a:pt x="3037" y="257"/>
                    <a:pt x="2850" y="129"/>
                  </a:cubicBezTo>
                  <a:cubicBezTo>
                    <a:pt x="2845" y="123"/>
                    <a:pt x="2834" y="120"/>
                    <a:pt x="2821" y="120"/>
                  </a:cubicBezTo>
                  <a:cubicBezTo>
                    <a:pt x="2808" y="120"/>
                    <a:pt x="2793" y="123"/>
                    <a:pt x="2780" y="129"/>
                  </a:cubicBezTo>
                  <a:cubicBezTo>
                    <a:pt x="2758" y="129"/>
                    <a:pt x="2736" y="140"/>
                    <a:pt x="2711" y="140"/>
                  </a:cubicBezTo>
                  <a:cubicBezTo>
                    <a:pt x="2692" y="145"/>
                    <a:pt x="2676" y="148"/>
                    <a:pt x="2664" y="148"/>
                  </a:cubicBezTo>
                  <a:cubicBezTo>
                    <a:pt x="2621" y="148"/>
                    <a:pt x="2602" y="118"/>
                    <a:pt x="2549" y="48"/>
                  </a:cubicBezTo>
                  <a:lnTo>
                    <a:pt x="2537" y="48"/>
                  </a:lnTo>
                  <a:cubicBezTo>
                    <a:pt x="2537" y="59"/>
                    <a:pt x="2526" y="70"/>
                    <a:pt x="2526" y="81"/>
                  </a:cubicBezTo>
                  <a:cubicBezTo>
                    <a:pt x="2537" y="151"/>
                    <a:pt x="2501" y="187"/>
                    <a:pt x="2420" y="187"/>
                  </a:cubicBezTo>
                  <a:cubicBezTo>
                    <a:pt x="2352" y="197"/>
                    <a:pt x="2282" y="203"/>
                    <a:pt x="2211" y="203"/>
                  </a:cubicBezTo>
                  <a:cubicBezTo>
                    <a:pt x="2123" y="203"/>
                    <a:pt x="2033" y="195"/>
                    <a:pt x="1942" y="176"/>
                  </a:cubicBezTo>
                  <a:cubicBezTo>
                    <a:pt x="1861" y="151"/>
                    <a:pt x="1769" y="118"/>
                    <a:pt x="1780"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8" name="Google Shape;1728;p43"/>
            <p:cNvSpPr/>
            <p:nvPr/>
          </p:nvSpPr>
          <p:spPr>
            <a:xfrm>
              <a:off x="6395383" y="554010"/>
              <a:ext cx="597046" cy="225869"/>
            </a:xfrm>
            <a:custGeom>
              <a:avLst/>
              <a:gdLst/>
              <a:ahLst/>
              <a:cxnLst/>
              <a:rect l="l" t="t" r="r" b="b"/>
              <a:pathLst>
                <a:path w="7893" h="2986" extrusionOk="0">
                  <a:moveTo>
                    <a:pt x="7215" y="360"/>
                  </a:moveTo>
                  <a:cubicBezTo>
                    <a:pt x="7278" y="360"/>
                    <a:pt x="7393" y="447"/>
                    <a:pt x="7415" y="537"/>
                  </a:cubicBezTo>
                  <a:cubicBezTo>
                    <a:pt x="7322" y="500"/>
                    <a:pt x="7252" y="442"/>
                    <a:pt x="7205" y="361"/>
                  </a:cubicBezTo>
                  <a:cubicBezTo>
                    <a:pt x="7208" y="360"/>
                    <a:pt x="7212" y="360"/>
                    <a:pt x="7215" y="360"/>
                  </a:cubicBezTo>
                  <a:close/>
                  <a:moveTo>
                    <a:pt x="986" y="453"/>
                  </a:moveTo>
                  <a:cubicBezTo>
                    <a:pt x="995" y="453"/>
                    <a:pt x="1004" y="454"/>
                    <a:pt x="1011" y="456"/>
                  </a:cubicBezTo>
                  <a:cubicBezTo>
                    <a:pt x="978" y="467"/>
                    <a:pt x="967" y="489"/>
                    <a:pt x="942" y="500"/>
                  </a:cubicBezTo>
                  <a:cubicBezTo>
                    <a:pt x="743" y="581"/>
                    <a:pt x="570" y="688"/>
                    <a:pt x="442" y="861"/>
                  </a:cubicBezTo>
                  <a:cubicBezTo>
                    <a:pt x="430" y="886"/>
                    <a:pt x="394" y="897"/>
                    <a:pt x="372" y="931"/>
                  </a:cubicBezTo>
                  <a:cubicBezTo>
                    <a:pt x="372" y="777"/>
                    <a:pt x="804" y="453"/>
                    <a:pt x="986" y="453"/>
                  </a:cubicBezTo>
                  <a:close/>
                  <a:moveTo>
                    <a:pt x="313" y="1037"/>
                  </a:moveTo>
                  <a:lnTo>
                    <a:pt x="324" y="1048"/>
                  </a:lnTo>
                  <a:cubicBezTo>
                    <a:pt x="313" y="1140"/>
                    <a:pt x="291" y="1235"/>
                    <a:pt x="268" y="1327"/>
                  </a:cubicBezTo>
                  <a:cubicBezTo>
                    <a:pt x="210" y="1305"/>
                    <a:pt x="221" y="1257"/>
                    <a:pt x="221" y="1224"/>
                  </a:cubicBezTo>
                  <a:cubicBezTo>
                    <a:pt x="232" y="1154"/>
                    <a:pt x="243" y="1084"/>
                    <a:pt x="313" y="1037"/>
                  </a:cubicBezTo>
                  <a:close/>
                  <a:moveTo>
                    <a:pt x="1442" y="1154"/>
                  </a:moveTo>
                  <a:cubicBezTo>
                    <a:pt x="1500" y="1199"/>
                    <a:pt x="1500" y="1316"/>
                    <a:pt x="1456" y="1364"/>
                  </a:cubicBezTo>
                  <a:lnTo>
                    <a:pt x="1430" y="1364"/>
                  </a:lnTo>
                  <a:cubicBezTo>
                    <a:pt x="1430" y="1294"/>
                    <a:pt x="1442" y="1224"/>
                    <a:pt x="1442" y="1154"/>
                  </a:cubicBezTo>
                  <a:close/>
                  <a:moveTo>
                    <a:pt x="2688" y="1956"/>
                  </a:moveTo>
                  <a:cubicBezTo>
                    <a:pt x="2735" y="1956"/>
                    <a:pt x="2875" y="2084"/>
                    <a:pt x="2897" y="2143"/>
                  </a:cubicBezTo>
                  <a:cubicBezTo>
                    <a:pt x="2894" y="2144"/>
                    <a:pt x="2891" y="2144"/>
                    <a:pt x="2888" y="2144"/>
                  </a:cubicBezTo>
                  <a:cubicBezTo>
                    <a:pt x="2826" y="2144"/>
                    <a:pt x="2712" y="2044"/>
                    <a:pt x="2688" y="1956"/>
                  </a:cubicBezTo>
                  <a:close/>
                  <a:moveTo>
                    <a:pt x="3118" y="2015"/>
                  </a:moveTo>
                  <a:cubicBezTo>
                    <a:pt x="3143" y="2037"/>
                    <a:pt x="3154" y="2062"/>
                    <a:pt x="3165" y="2084"/>
                  </a:cubicBezTo>
                  <a:cubicBezTo>
                    <a:pt x="3143" y="2118"/>
                    <a:pt x="3132" y="2132"/>
                    <a:pt x="3118" y="2154"/>
                  </a:cubicBezTo>
                  <a:cubicBezTo>
                    <a:pt x="3107" y="2132"/>
                    <a:pt x="3096" y="2107"/>
                    <a:pt x="3096" y="2084"/>
                  </a:cubicBezTo>
                  <a:cubicBezTo>
                    <a:pt x="3096" y="2062"/>
                    <a:pt x="3107" y="2037"/>
                    <a:pt x="3118" y="2015"/>
                  </a:cubicBezTo>
                  <a:close/>
                  <a:moveTo>
                    <a:pt x="6819" y="0"/>
                  </a:moveTo>
                  <a:lnTo>
                    <a:pt x="6819" y="0"/>
                  </a:lnTo>
                  <a:cubicBezTo>
                    <a:pt x="6833" y="118"/>
                    <a:pt x="6833" y="210"/>
                    <a:pt x="6845" y="316"/>
                  </a:cubicBezTo>
                  <a:cubicBezTo>
                    <a:pt x="6856" y="456"/>
                    <a:pt x="6833" y="595"/>
                    <a:pt x="6705" y="676"/>
                  </a:cubicBezTo>
                  <a:cubicBezTo>
                    <a:pt x="6576" y="780"/>
                    <a:pt x="6437" y="897"/>
                    <a:pt x="6286" y="978"/>
                  </a:cubicBezTo>
                  <a:cubicBezTo>
                    <a:pt x="6029" y="1095"/>
                    <a:pt x="5772" y="1188"/>
                    <a:pt x="5506" y="1294"/>
                  </a:cubicBezTo>
                  <a:cubicBezTo>
                    <a:pt x="5261" y="1375"/>
                    <a:pt x="5018" y="1408"/>
                    <a:pt x="4761" y="1408"/>
                  </a:cubicBezTo>
                  <a:cubicBezTo>
                    <a:pt x="4695" y="1410"/>
                    <a:pt x="4630" y="1410"/>
                    <a:pt x="4564" y="1410"/>
                  </a:cubicBezTo>
                  <a:cubicBezTo>
                    <a:pt x="4105" y="1410"/>
                    <a:pt x="3648" y="1376"/>
                    <a:pt x="3188" y="1305"/>
                  </a:cubicBezTo>
                  <a:cubicBezTo>
                    <a:pt x="2852" y="1235"/>
                    <a:pt x="2514" y="1176"/>
                    <a:pt x="2188" y="1070"/>
                  </a:cubicBezTo>
                  <a:cubicBezTo>
                    <a:pt x="2118" y="1048"/>
                    <a:pt x="2048" y="1026"/>
                    <a:pt x="1978" y="1000"/>
                  </a:cubicBezTo>
                  <a:cubicBezTo>
                    <a:pt x="1618" y="850"/>
                    <a:pt x="1349" y="595"/>
                    <a:pt x="1210" y="221"/>
                  </a:cubicBezTo>
                  <a:cubicBezTo>
                    <a:pt x="1187" y="221"/>
                    <a:pt x="1162" y="232"/>
                    <a:pt x="1140" y="246"/>
                  </a:cubicBezTo>
                  <a:cubicBezTo>
                    <a:pt x="989" y="316"/>
                    <a:pt x="838" y="386"/>
                    <a:pt x="699" y="467"/>
                  </a:cubicBezTo>
                  <a:cubicBezTo>
                    <a:pt x="464" y="595"/>
                    <a:pt x="268" y="769"/>
                    <a:pt x="129" y="1000"/>
                  </a:cubicBezTo>
                  <a:cubicBezTo>
                    <a:pt x="11" y="1210"/>
                    <a:pt x="0" y="1445"/>
                    <a:pt x="129" y="1665"/>
                  </a:cubicBezTo>
                  <a:cubicBezTo>
                    <a:pt x="232" y="1827"/>
                    <a:pt x="349" y="1967"/>
                    <a:pt x="500" y="2084"/>
                  </a:cubicBezTo>
                  <a:cubicBezTo>
                    <a:pt x="511" y="2096"/>
                    <a:pt x="523" y="2096"/>
                    <a:pt x="534" y="2107"/>
                  </a:cubicBezTo>
                  <a:cubicBezTo>
                    <a:pt x="570" y="2143"/>
                    <a:pt x="629" y="2177"/>
                    <a:pt x="673" y="2202"/>
                  </a:cubicBezTo>
                  <a:cubicBezTo>
                    <a:pt x="861" y="2316"/>
                    <a:pt x="1048" y="2422"/>
                    <a:pt x="1232" y="2503"/>
                  </a:cubicBezTo>
                  <a:cubicBezTo>
                    <a:pt x="1397" y="2584"/>
                    <a:pt x="1559" y="2654"/>
                    <a:pt x="1721" y="2713"/>
                  </a:cubicBezTo>
                  <a:cubicBezTo>
                    <a:pt x="2107" y="2841"/>
                    <a:pt x="2503" y="2934"/>
                    <a:pt x="2908" y="2981"/>
                  </a:cubicBezTo>
                  <a:cubicBezTo>
                    <a:pt x="2918" y="2984"/>
                    <a:pt x="2928" y="2985"/>
                    <a:pt x="2939" y="2985"/>
                  </a:cubicBezTo>
                  <a:cubicBezTo>
                    <a:pt x="2969" y="2985"/>
                    <a:pt x="3001" y="2975"/>
                    <a:pt x="3026" y="2956"/>
                  </a:cubicBezTo>
                  <a:lnTo>
                    <a:pt x="3118" y="2864"/>
                  </a:lnTo>
                  <a:cubicBezTo>
                    <a:pt x="3573" y="2481"/>
                    <a:pt x="4051" y="2132"/>
                    <a:pt x="4585" y="1875"/>
                  </a:cubicBezTo>
                  <a:cubicBezTo>
                    <a:pt x="4598" y="1864"/>
                    <a:pt x="4621" y="1853"/>
                    <a:pt x="4643" y="1839"/>
                  </a:cubicBezTo>
                  <a:cubicBezTo>
                    <a:pt x="4610" y="1794"/>
                    <a:pt x="4540" y="1746"/>
                    <a:pt x="4621" y="1699"/>
                  </a:cubicBezTo>
                  <a:cubicBezTo>
                    <a:pt x="4691" y="1654"/>
                    <a:pt x="4761" y="1618"/>
                    <a:pt x="4830" y="1584"/>
                  </a:cubicBezTo>
                  <a:cubicBezTo>
                    <a:pt x="4878" y="1559"/>
                    <a:pt x="4923" y="1537"/>
                    <a:pt x="4981" y="1514"/>
                  </a:cubicBezTo>
                  <a:cubicBezTo>
                    <a:pt x="4988" y="1511"/>
                    <a:pt x="4996" y="1510"/>
                    <a:pt x="5004" y="1510"/>
                  </a:cubicBezTo>
                  <a:cubicBezTo>
                    <a:pt x="5024" y="1510"/>
                    <a:pt x="5046" y="1518"/>
                    <a:pt x="5062" y="1526"/>
                  </a:cubicBezTo>
                  <a:cubicBezTo>
                    <a:pt x="5080" y="1537"/>
                    <a:pt x="5095" y="1542"/>
                    <a:pt x="5110" y="1542"/>
                  </a:cubicBezTo>
                  <a:cubicBezTo>
                    <a:pt x="5124" y="1542"/>
                    <a:pt x="5139" y="1537"/>
                    <a:pt x="5157" y="1526"/>
                  </a:cubicBezTo>
                  <a:cubicBezTo>
                    <a:pt x="5448" y="1397"/>
                    <a:pt x="5749" y="1246"/>
                    <a:pt x="6051" y="1129"/>
                  </a:cubicBezTo>
                  <a:cubicBezTo>
                    <a:pt x="6624" y="908"/>
                    <a:pt x="7216" y="757"/>
                    <a:pt x="7834" y="721"/>
                  </a:cubicBezTo>
                  <a:cubicBezTo>
                    <a:pt x="7845" y="721"/>
                    <a:pt x="7867" y="710"/>
                    <a:pt x="7892" y="710"/>
                  </a:cubicBezTo>
                  <a:cubicBezTo>
                    <a:pt x="7565" y="408"/>
                    <a:pt x="7252" y="140"/>
                    <a:pt x="6819"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9" name="Google Shape;1729;p43"/>
            <p:cNvSpPr/>
            <p:nvPr/>
          </p:nvSpPr>
          <p:spPr>
            <a:xfrm>
              <a:off x="6659514" y="636835"/>
              <a:ext cx="362706" cy="147200"/>
            </a:xfrm>
            <a:custGeom>
              <a:avLst/>
              <a:gdLst/>
              <a:ahLst/>
              <a:cxnLst/>
              <a:rect l="l" t="t" r="r" b="b"/>
              <a:pathLst>
                <a:path w="4795" h="1946" extrusionOk="0">
                  <a:moveTo>
                    <a:pt x="3900" y="325"/>
                  </a:moveTo>
                  <a:cubicBezTo>
                    <a:pt x="3900" y="350"/>
                    <a:pt x="3911" y="361"/>
                    <a:pt x="3923" y="372"/>
                  </a:cubicBezTo>
                  <a:cubicBezTo>
                    <a:pt x="3911" y="419"/>
                    <a:pt x="3900" y="453"/>
                    <a:pt x="3886" y="489"/>
                  </a:cubicBezTo>
                  <a:cubicBezTo>
                    <a:pt x="3886" y="501"/>
                    <a:pt x="3864" y="501"/>
                    <a:pt x="3853" y="512"/>
                  </a:cubicBezTo>
                  <a:cubicBezTo>
                    <a:pt x="3853" y="501"/>
                    <a:pt x="3841" y="478"/>
                    <a:pt x="3841" y="464"/>
                  </a:cubicBezTo>
                  <a:cubicBezTo>
                    <a:pt x="3841" y="431"/>
                    <a:pt x="3853" y="394"/>
                    <a:pt x="3864" y="361"/>
                  </a:cubicBezTo>
                  <a:cubicBezTo>
                    <a:pt x="3864" y="350"/>
                    <a:pt x="3886" y="338"/>
                    <a:pt x="3900" y="325"/>
                  </a:cubicBezTo>
                  <a:close/>
                  <a:moveTo>
                    <a:pt x="3734" y="474"/>
                  </a:moveTo>
                  <a:cubicBezTo>
                    <a:pt x="3749" y="474"/>
                    <a:pt x="3772" y="492"/>
                    <a:pt x="3772" y="501"/>
                  </a:cubicBezTo>
                  <a:cubicBezTo>
                    <a:pt x="3747" y="548"/>
                    <a:pt x="3735" y="604"/>
                    <a:pt x="3702" y="640"/>
                  </a:cubicBezTo>
                  <a:lnTo>
                    <a:pt x="3702" y="651"/>
                  </a:lnTo>
                  <a:cubicBezTo>
                    <a:pt x="3691" y="651"/>
                    <a:pt x="3691" y="651"/>
                    <a:pt x="3677" y="663"/>
                  </a:cubicBezTo>
                  <a:cubicBezTo>
                    <a:pt x="3665" y="618"/>
                    <a:pt x="3677" y="523"/>
                    <a:pt x="3713" y="489"/>
                  </a:cubicBezTo>
                  <a:cubicBezTo>
                    <a:pt x="3713" y="478"/>
                    <a:pt x="3724" y="478"/>
                    <a:pt x="3724" y="478"/>
                  </a:cubicBezTo>
                  <a:cubicBezTo>
                    <a:pt x="3726" y="475"/>
                    <a:pt x="3730" y="474"/>
                    <a:pt x="3734" y="474"/>
                  </a:cubicBezTo>
                  <a:close/>
                  <a:moveTo>
                    <a:pt x="4632" y="361"/>
                  </a:moveTo>
                  <a:lnTo>
                    <a:pt x="4632" y="361"/>
                  </a:lnTo>
                  <a:cubicBezTo>
                    <a:pt x="4680" y="512"/>
                    <a:pt x="4599" y="640"/>
                    <a:pt x="4529" y="758"/>
                  </a:cubicBezTo>
                  <a:cubicBezTo>
                    <a:pt x="4459" y="850"/>
                    <a:pt x="4400" y="953"/>
                    <a:pt x="4272" y="989"/>
                  </a:cubicBezTo>
                  <a:cubicBezTo>
                    <a:pt x="4272" y="978"/>
                    <a:pt x="4261" y="978"/>
                    <a:pt x="4261" y="967"/>
                  </a:cubicBezTo>
                  <a:cubicBezTo>
                    <a:pt x="4272" y="942"/>
                    <a:pt x="4283" y="920"/>
                    <a:pt x="4305" y="908"/>
                  </a:cubicBezTo>
                  <a:cubicBezTo>
                    <a:pt x="4423" y="813"/>
                    <a:pt x="4504" y="688"/>
                    <a:pt x="4562" y="559"/>
                  </a:cubicBezTo>
                  <a:cubicBezTo>
                    <a:pt x="4585" y="512"/>
                    <a:pt x="4585" y="464"/>
                    <a:pt x="4599" y="431"/>
                  </a:cubicBezTo>
                  <a:cubicBezTo>
                    <a:pt x="4610" y="408"/>
                    <a:pt x="4621" y="383"/>
                    <a:pt x="4632" y="361"/>
                  </a:cubicBezTo>
                  <a:close/>
                  <a:moveTo>
                    <a:pt x="4110" y="1082"/>
                  </a:moveTo>
                  <a:cubicBezTo>
                    <a:pt x="4110" y="1093"/>
                    <a:pt x="4121" y="1107"/>
                    <a:pt x="4121" y="1107"/>
                  </a:cubicBezTo>
                  <a:cubicBezTo>
                    <a:pt x="4110" y="1118"/>
                    <a:pt x="4096" y="1140"/>
                    <a:pt x="4073" y="1151"/>
                  </a:cubicBezTo>
                  <a:cubicBezTo>
                    <a:pt x="3665" y="1397"/>
                    <a:pt x="3224" y="1548"/>
                    <a:pt x="2746" y="1629"/>
                  </a:cubicBezTo>
                  <a:cubicBezTo>
                    <a:pt x="2420" y="1688"/>
                    <a:pt x="2084" y="1746"/>
                    <a:pt x="1757" y="1805"/>
                  </a:cubicBezTo>
                  <a:cubicBezTo>
                    <a:pt x="1710" y="1805"/>
                    <a:pt x="1676" y="1805"/>
                    <a:pt x="1629" y="1816"/>
                  </a:cubicBezTo>
                  <a:cubicBezTo>
                    <a:pt x="1629" y="1805"/>
                    <a:pt x="1629" y="1791"/>
                    <a:pt x="1618" y="1780"/>
                  </a:cubicBezTo>
                  <a:cubicBezTo>
                    <a:pt x="1651" y="1769"/>
                    <a:pt x="1676" y="1758"/>
                    <a:pt x="1699" y="1746"/>
                  </a:cubicBezTo>
                  <a:cubicBezTo>
                    <a:pt x="1897" y="1710"/>
                    <a:pt x="2107" y="1677"/>
                    <a:pt x="2305" y="1640"/>
                  </a:cubicBezTo>
                  <a:cubicBezTo>
                    <a:pt x="2746" y="1582"/>
                    <a:pt x="3177" y="1501"/>
                    <a:pt x="3596" y="1327"/>
                  </a:cubicBezTo>
                  <a:cubicBezTo>
                    <a:pt x="3735" y="1258"/>
                    <a:pt x="3886" y="1188"/>
                    <a:pt x="4040" y="1118"/>
                  </a:cubicBezTo>
                  <a:cubicBezTo>
                    <a:pt x="4062" y="1107"/>
                    <a:pt x="4085" y="1093"/>
                    <a:pt x="4110" y="1082"/>
                  </a:cubicBezTo>
                  <a:close/>
                  <a:moveTo>
                    <a:pt x="4643" y="0"/>
                  </a:moveTo>
                  <a:lnTo>
                    <a:pt x="4643" y="0"/>
                  </a:lnTo>
                  <a:cubicBezTo>
                    <a:pt x="4504" y="12"/>
                    <a:pt x="4353" y="12"/>
                    <a:pt x="4213" y="34"/>
                  </a:cubicBezTo>
                  <a:cubicBezTo>
                    <a:pt x="4004" y="70"/>
                    <a:pt x="3794" y="115"/>
                    <a:pt x="3596" y="174"/>
                  </a:cubicBezTo>
                  <a:cubicBezTo>
                    <a:pt x="3397" y="221"/>
                    <a:pt x="3202" y="291"/>
                    <a:pt x="3003" y="350"/>
                  </a:cubicBezTo>
                  <a:cubicBezTo>
                    <a:pt x="2643" y="478"/>
                    <a:pt x="2294" y="604"/>
                    <a:pt x="1956" y="780"/>
                  </a:cubicBezTo>
                  <a:cubicBezTo>
                    <a:pt x="1908" y="802"/>
                    <a:pt x="1886" y="813"/>
                    <a:pt x="1908" y="861"/>
                  </a:cubicBezTo>
                  <a:cubicBezTo>
                    <a:pt x="1931" y="920"/>
                    <a:pt x="1908" y="953"/>
                    <a:pt x="1861" y="978"/>
                  </a:cubicBezTo>
                  <a:cubicBezTo>
                    <a:pt x="1780" y="1037"/>
                    <a:pt x="1688" y="1093"/>
                    <a:pt x="1595" y="1151"/>
                  </a:cubicBezTo>
                  <a:cubicBezTo>
                    <a:pt x="1574" y="1167"/>
                    <a:pt x="1551" y="1176"/>
                    <a:pt x="1528" y="1176"/>
                  </a:cubicBezTo>
                  <a:cubicBezTo>
                    <a:pt x="1498" y="1176"/>
                    <a:pt x="1468" y="1162"/>
                    <a:pt x="1442" y="1129"/>
                  </a:cubicBezTo>
                  <a:cubicBezTo>
                    <a:pt x="1442" y="1118"/>
                    <a:pt x="1431" y="1107"/>
                    <a:pt x="1419" y="1093"/>
                  </a:cubicBezTo>
                  <a:cubicBezTo>
                    <a:pt x="978" y="1291"/>
                    <a:pt x="548" y="1501"/>
                    <a:pt x="162" y="1791"/>
                  </a:cubicBezTo>
                  <a:cubicBezTo>
                    <a:pt x="104" y="1839"/>
                    <a:pt x="59" y="1886"/>
                    <a:pt x="0" y="1931"/>
                  </a:cubicBezTo>
                  <a:cubicBezTo>
                    <a:pt x="45" y="1931"/>
                    <a:pt x="70" y="1945"/>
                    <a:pt x="92" y="1945"/>
                  </a:cubicBezTo>
                  <a:cubicBezTo>
                    <a:pt x="249" y="1945"/>
                    <a:pt x="406" y="1946"/>
                    <a:pt x="564" y="1946"/>
                  </a:cubicBezTo>
                  <a:cubicBezTo>
                    <a:pt x="900" y="1946"/>
                    <a:pt x="1238" y="1941"/>
                    <a:pt x="1570" y="1909"/>
                  </a:cubicBezTo>
                  <a:cubicBezTo>
                    <a:pt x="1931" y="1875"/>
                    <a:pt x="2280" y="1816"/>
                    <a:pt x="2618" y="1735"/>
                  </a:cubicBezTo>
                  <a:cubicBezTo>
                    <a:pt x="2934" y="1665"/>
                    <a:pt x="3235" y="1570"/>
                    <a:pt x="3537" y="1489"/>
                  </a:cubicBezTo>
                  <a:cubicBezTo>
                    <a:pt x="3934" y="1372"/>
                    <a:pt x="4283" y="1163"/>
                    <a:pt x="4551" y="850"/>
                  </a:cubicBezTo>
                  <a:cubicBezTo>
                    <a:pt x="4761" y="593"/>
                    <a:pt x="4794" y="350"/>
                    <a:pt x="4643"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0" name="Google Shape;1730;p43"/>
            <p:cNvSpPr/>
            <p:nvPr/>
          </p:nvSpPr>
          <p:spPr>
            <a:xfrm>
              <a:off x="6491293" y="529276"/>
              <a:ext cx="345989" cy="126852"/>
            </a:xfrm>
            <a:custGeom>
              <a:avLst/>
              <a:gdLst/>
              <a:ahLst/>
              <a:cxnLst/>
              <a:rect l="l" t="t" r="r" b="b"/>
              <a:pathLst>
                <a:path w="4574" h="1677" extrusionOk="0">
                  <a:moveTo>
                    <a:pt x="369" y="556"/>
                  </a:moveTo>
                  <a:cubicBezTo>
                    <a:pt x="374" y="556"/>
                    <a:pt x="379" y="557"/>
                    <a:pt x="383" y="559"/>
                  </a:cubicBezTo>
                  <a:cubicBezTo>
                    <a:pt x="419" y="573"/>
                    <a:pt x="431" y="618"/>
                    <a:pt x="442" y="643"/>
                  </a:cubicBezTo>
                  <a:cubicBezTo>
                    <a:pt x="431" y="699"/>
                    <a:pt x="431" y="746"/>
                    <a:pt x="408" y="794"/>
                  </a:cubicBezTo>
                  <a:cubicBezTo>
                    <a:pt x="397" y="805"/>
                    <a:pt x="372" y="827"/>
                    <a:pt x="350" y="827"/>
                  </a:cubicBezTo>
                  <a:cubicBezTo>
                    <a:pt x="327" y="827"/>
                    <a:pt x="291" y="805"/>
                    <a:pt x="291" y="783"/>
                  </a:cubicBezTo>
                  <a:cubicBezTo>
                    <a:pt x="280" y="724"/>
                    <a:pt x="291" y="654"/>
                    <a:pt x="302" y="584"/>
                  </a:cubicBezTo>
                  <a:cubicBezTo>
                    <a:pt x="302" y="575"/>
                    <a:pt x="342" y="556"/>
                    <a:pt x="369" y="556"/>
                  </a:cubicBezTo>
                  <a:close/>
                  <a:moveTo>
                    <a:pt x="872" y="769"/>
                  </a:moveTo>
                  <a:cubicBezTo>
                    <a:pt x="931" y="769"/>
                    <a:pt x="978" y="827"/>
                    <a:pt x="978" y="908"/>
                  </a:cubicBezTo>
                  <a:cubicBezTo>
                    <a:pt x="978" y="922"/>
                    <a:pt x="989" y="922"/>
                    <a:pt x="989" y="922"/>
                  </a:cubicBezTo>
                  <a:cubicBezTo>
                    <a:pt x="956" y="978"/>
                    <a:pt x="931" y="1048"/>
                    <a:pt x="897" y="1096"/>
                  </a:cubicBezTo>
                  <a:cubicBezTo>
                    <a:pt x="880" y="1113"/>
                    <a:pt x="858" y="1121"/>
                    <a:pt x="837" y="1121"/>
                  </a:cubicBezTo>
                  <a:cubicBezTo>
                    <a:pt x="800" y="1121"/>
                    <a:pt x="765" y="1098"/>
                    <a:pt x="758" y="1062"/>
                  </a:cubicBezTo>
                  <a:cubicBezTo>
                    <a:pt x="746" y="1003"/>
                    <a:pt x="746" y="945"/>
                    <a:pt x="746" y="886"/>
                  </a:cubicBezTo>
                  <a:cubicBezTo>
                    <a:pt x="758" y="805"/>
                    <a:pt x="802" y="769"/>
                    <a:pt x="872" y="769"/>
                  </a:cubicBezTo>
                  <a:close/>
                  <a:moveTo>
                    <a:pt x="1548" y="978"/>
                  </a:moveTo>
                  <a:cubicBezTo>
                    <a:pt x="1640" y="978"/>
                    <a:pt x="1677" y="1015"/>
                    <a:pt x="1677" y="1096"/>
                  </a:cubicBezTo>
                  <a:cubicBezTo>
                    <a:pt x="1677" y="1177"/>
                    <a:pt x="1665" y="1246"/>
                    <a:pt x="1607" y="1305"/>
                  </a:cubicBezTo>
                  <a:cubicBezTo>
                    <a:pt x="1580" y="1337"/>
                    <a:pt x="1547" y="1351"/>
                    <a:pt x="1516" y="1351"/>
                  </a:cubicBezTo>
                  <a:cubicBezTo>
                    <a:pt x="1467" y="1351"/>
                    <a:pt x="1422" y="1316"/>
                    <a:pt x="1408" y="1258"/>
                  </a:cubicBezTo>
                  <a:cubicBezTo>
                    <a:pt x="1397" y="1202"/>
                    <a:pt x="1397" y="1132"/>
                    <a:pt x="1408" y="1084"/>
                  </a:cubicBezTo>
                  <a:cubicBezTo>
                    <a:pt x="1420" y="1003"/>
                    <a:pt x="1478" y="978"/>
                    <a:pt x="1548" y="978"/>
                  </a:cubicBezTo>
                  <a:close/>
                  <a:moveTo>
                    <a:pt x="81" y="0"/>
                  </a:moveTo>
                  <a:cubicBezTo>
                    <a:pt x="59" y="140"/>
                    <a:pt x="48" y="269"/>
                    <a:pt x="23" y="397"/>
                  </a:cubicBezTo>
                  <a:cubicBezTo>
                    <a:pt x="0" y="537"/>
                    <a:pt x="23" y="643"/>
                    <a:pt x="104" y="746"/>
                  </a:cubicBezTo>
                  <a:cubicBezTo>
                    <a:pt x="243" y="934"/>
                    <a:pt x="397" y="1107"/>
                    <a:pt x="618" y="1202"/>
                  </a:cubicBezTo>
                  <a:cubicBezTo>
                    <a:pt x="780" y="1272"/>
                    <a:pt x="942" y="1353"/>
                    <a:pt x="1118" y="1386"/>
                  </a:cubicBezTo>
                  <a:cubicBezTo>
                    <a:pt x="1548" y="1503"/>
                    <a:pt x="1990" y="1584"/>
                    <a:pt x="2434" y="1632"/>
                  </a:cubicBezTo>
                  <a:cubicBezTo>
                    <a:pt x="2772" y="1665"/>
                    <a:pt x="3107" y="1677"/>
                    <a:pt x="3445" y="1677"/>
                  </a:cubicBezTo>
                  <a:cubicBezTo>
                    <a:pt x="3750" y="1665"/>
                    <a:pt x="4051" y="1621"/>
                    <a:pt x="4342" y="1515"/>
                  </a:cubicBezTo>
                  <a:cubicBezTo>
                    <a:pt x="4481" y="1467"/>
                    <a:pt x="4551" y="1411"/>
                    <a:pt x="4563" y="1258"/>
                  </a:cubicBezTo>
                  <a:cubicBezTo>
                    <a:pt x="4574" y="1048"/>
                    <a:pt x="4574" y="839"/>
                    <a:pt x="4540" y="629"/>
                  </a:cubicBezTo>
                  <a:cubicBezTo>
                    <a:pt x="4518" y="629"/>
                    <a:pt x="4493" y="643"/>
                    <a:pt x="4481" y="643"/>
                  </a:cubicBezTo>
                  <a:cubicBezTo>
                    <a:pt x="4434" y="654"/>
                    <a:pt x="4400" y="654"/>
                    <a:pt x="4353" y="665"/>
                  </a:cubicBezTo>
                  <a:cubicBezTo>
                    <a:pt x="4261" y="688"/>
                    <a:pt x="4169" y="699"/>
                    <a:pt x="4074" y="713"/>
                  </a:cubicBezTo>
                  <a:cubicBezTo>
                    <a:pt x="3880" y="734"/>
                    <a:pt x="3686" y="742"/>
                    <a:pt x="3493" y="742"/>
                  </a:cubicBezTo>
                  <a:cubicBezTo>
                    <a:pt x="3164" y="742"/>
                    <a:pt x="2837" y="718"/>
                    <a:pt x="2515" y="688"/>
                  </a:cubicBezTo>
                  <a:cubicBezTo>
                    <a:pt x="2258" y="677"/>
                    <a:pt x="2015" y="629"/>
                    <a:pt x="1769" y="584"/>
                  </a:cubicBezTo>
                  <a:cubicBezTo>
                    <a:pt x="1456" y="537"/>
                    <a:pt x="1140" y="467"/>
                    <a:pt x="839" y="386"/>
                  </a:cubicBezTo>
                  <a:cubicBezTo>
                    <a:pt x="559" y="316"/>
                    <a:pt x="302" y="199"/>
                    <a:pt x="81"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1" name="Google Shape;1731;p43"/>
            <p:cNvSpPr/>
            <p:nvPr/>
          </p:nvSpPr>
          <p:spPr>
            <a:xfrm>
              <a:off x="6718437" y="353263"/>
              <a:ext cx="181391" cy="202495"/>
            </a:xfrm>
            <a:custGeom>
              <a:avLst/>
              <a:gdLst/>
              <a:ahLst/>
              <a:cxnLst/>
              <a:rect l="l" t="t" r="r" b="b"/>
              <a:pathLst>
                <a:path w="2398" h="2677" extrusionOk="0">
                  <a:moveTo>
                    <a:pt x="118" y="0"/>
                  </a:moveTo>
                  <a:lnTo>
                    <a:pt x="118" y="0"/>
                  </a:lnTo>
                  <a:cubicBezTo>
                    <a:pt x="188" y="129"/>
                    <a:pt x="104" y="151"/>
                    <a:pt x="1" y="162"/>
                  </a:cubicBezTo>
                  <a:cubicBezTo>
                    <a:pt x="151" y="269"/>
                    <a:pt x="280" y="350"/>
                    <a:pt x="409" y="442"/>
                  </a:cubicBezTo>
                  <a:cubicBezTo>
                    <a:pt x="920" y="805"/>
                    <a:pt x="1247" y="1280"/>
                    <a:pt x="1409" y="1886"/>
                  </a:cubicBezTo>
                  <a:cubicBezTo>
                    <a:pt x="1467" y="2143"/>
                    <a:pt x="1515" y="2397"/>
                    <a:pt x="1571" y="2677"/>
                  </a:cubicBezTo>
                  <a:cubicBezTo>
                    <a:pt x="1618" y="2666"/>
                    <a:pt x="1654" y="2654"/>
                    <a:pt x="1677" y="2632"/>
                  </a:cubicBezTo>
                  <a:cubicBezTo>
                    <a:pt x="1794" y="2573"/>
                    <a:pt x="1898" y="2515"/>
                    <a:pt x="2004" y="2456"/>
                  </a:cubicBezTo>
                  <a:cubicBezTo>
                    <a:pt x="2155" y="2364"/>
                    <a:pt x="2283" y="2272"/>
                    <a:pt x="2375" y="2118"/>
                  </a:cubicBezTo>
                  <a:cubicBezTo>
                    <a:pt x="2386" y="2084"/>
                    <a:pt x="2398" y="2037"/>
                    <a:pt x="2386" y="2003"/>
                  </a:cubicBezTo>
                  <a:cubicBezTo>
                    <a:pt x="2339" y="1853"/>
                    <a:pt x="2294" y="1713"/>
                    <a:pt x="2247" y="1559"/>
                  </a:cubicBezTo>
                  <a:cubicBezTo>
                    <a:pt x="2107" y="1199"/>
                    <a:pt x="1886" y="908"/>
                    <a:pt x="1596" y="676"/>
                  </a:cubicBezTo>
                  <a:cubicBezTo>
                    <a:pt x="1386" y="512"/>
                    <a:pt x="1152" y="372"/>
                    <a:pt x="909" y="232"/>
                  </a:cubicBezTo>
                  <a:cubicBezTo>
                    <a:pt x="780" y="162"/>
                    <a:pt x="629" y="118"/>
                    <a:pt x="478" y="70"/>
                  </a:cubicBezTo>
                  <a:cubicBezTo>
                    <a:pt x="361" y="37"/>
                    <a:pt x="244" y="23"/>
                    <a:pt x="118"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2" name="Google Shape;1732;p43"/>
            <p:cNvSpPr/>
            <p:nvPr/>
          </p:nvSpPr>
          <p:spPr>
            <a:xfrm>
              <a:off x="6839914" y="540924"/>
              <a:ext cx="68759" cy="95158"/>
            </a:xfrm>
            <a:custGeom>
              <a:avLst/>
              <a:gdLst/>
              <a:ahLst/>
              <a:cxnLst/>
              <a:rect l="l" t="t" r="r" b="b"/>
              <a:pathLst>
                <a:path w="909" h="1258" extrusionOk="0">
                  <a:moveTo>
                    <a:pt x="861" y="0"/>
                  </a:moveTo>
                  <a:cubicBezTo>
                    <a:pt x="792" y="56"/>
                    <a:pt x="758" y="92"/>
                    <a:pt x="699" y="126"/>
                  </a:cubicBezTo>
                  <a:cubicBezTo>
                    <a:pt x="512" y="279"/>
                    <a:pt x="292" y="361"/>
                    <a:pt x="71" y="430"/>
                  </a:cubicBezTo>
                  <a:cubicBezTo>
                    <a:pt x="1" y="453"/>
                    <a:pt x="1" y="489"/>
                    <a:pt x="1" y="545"/>
                  </a:cubicBezTo>
                  <a:cubicBezTo>
                    <a:pt x="35" y="768"/>
                    <a:pt x="48" y="978"/>
                    <a:pt x="1" y="1199"/>
                  </a:cubicBezTo>
                  <a:lnTo>
                    <a:pt x="1" y="1257"/>
                  </a:lnTo>
                  <a:lnTo>
                    <a:pt x="23" y="1257"/>
                  </a:lnTo>
                  <a:cubicBezTo>
                    <a:pt x="60" y="1243"/>
                    <a:pt x="104" y="1221"/>
                    <a:pt x="141" y="1210"/>
                  </a:cubicBezTo>
                  <a:cubicBezTo>
                    <a:pt x="384" y="1104"/>
                    <a:pt x="618" y="978"/>
                    <a:pt x="817" y="780"/>
                  </a:cubicBezTo>
                  <a:cubicBezTo>
                    <a:pt x="873" y="721"/>
                    <a:pt x="909" y="662"/>
                    <a:pt x="898" y="581"/>
                  </a:cubicBezTo>
                  <a:cubicBezTo>
                    <a:pt x="887" y="475"/>
                    <a:pt x="887" y="383"/>
                    <a:pt x="873" y="279"/>
                  </a:cubicBezTo>
                  <a:cubicBezTo>
                    <a:pt x="873" y="196"/>
                    <a:pt x="861" y="103"/>
                    <a:pt x="861"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3" name="Google Shape;1733;p43"/>
            <p:cNvSpPr/>
            <p:nvPr/>
          </p:nvSpPr>
          <p:spPr>
            <a:xfrm>
              <a:off x="6784395" y="621858"/>
              <a:ext cx="163842" cy="71255"/>
            </a:xfrm>
            <a:custGeom>
              <a:avLst/>
              <a:gdLst/>
              <a:ahLst/>
              <a:cxnLst/>
              <a:rect l="l" t="t" r="r" b="b"/>
              <a:pathLst>
                <a:path w="2166" h="942" extrusionOk="0">
                  <a:moveTo>
                    <a:pt x="1956" y="0"/>
                  </a:moveTo>
                  <a:cubicBezTo>
                    <a:pt x="1911" y="0"/>
                    <a:pt x="1864" y="11"/>
                    <a:pt x="1816" y="22"/>
                  </a:cubicBezTo>
                  <a:cubicBezTo>
                    <a:pt x="1202" y="162"/>
                    <a:pt x="629" y="383"/>
                    <a:pt x="70" y="662"/>
                  </a:cubicBezTo>
                  <a:cubicBezTo>
                    <a:pt x="59" y="676"/>
                    <a:pt x="48" y="676"/>
                    <a:pt x="37" y="687"/>
                  </a:cubicBezTo>
                  <a:cubicBezTo>
                    <a:pt x="25" y="687"/>
                    <a:pt x="14" y="699"/>
                    <a:pt x="0" y="710"/>
                  </a:cubicBezTo>
                  <a:cubicBezTo>
                    <a:pt x="84" y="791"/>
                    <a:pt x="154" y="861"/>
                    <a:pt x="224" y="942"/>
                  </a:cubicBezTo>
                  <a:cubicBezTo>
                    <a:pt x="537" y="780"/>
                    <a:pt x="864" y="651"/>
                    <a:pt x="1188" y="536"/>
                  </a:cubicBezTo>
                  <a:cubicBezTo>
                    <a:pt x="1514" y="430"/>
                    <a:pt x="1830" y="327"/>
                    <a:pt x="2165" y="232"/>
                  </a:cubicBezTo>
                  <a:cubicBezTo>
                    <a:pt x="2109" y="151"/>
                    <a:pt x="2051" y="81"/>
                    <a:pt x="2003" y="22"/>
                  </a:cubicBezTo>
                  <a:cubicBezTo>
                    <a:pt x="1992" y="11"/>
                    <a:pt x="1970" y="0"/>
                    <a:pt x="1956"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4" name="Google Shape;1734;p43"/>
            <p:cNvSpPr/>
            <p:nvPr/>
          </p:nvSpPr>
          <p:spPr>
            <a:xfrm>
              <a:off x="6622527" y="697498"/>
              <a:ext cx="142737" cy="93721"/>
            </a:xfrm>
            <a:custGeom>
              <a:avLst/>
              <a:gdLst/>
              <a:ahLst/>
              <a:cxnLst/>
              <a:rect l="l" t="t" r="r" b="b"/>
              <a:pathLst>
                <a:path w="1887" h="1239" extrusionOk="0">
                  <a:moveTo>
                    <a:pt x="1677" y="0"/>
                  </a:moveTo>
                  <a:cubicBezTo>
                    <a:pt x="1651" y="11"/>
                    <a:pt x="1629" y="25"/>
                    <a:pt x="1607" y="37"/>
                  </a:cubicBezTo>
                  <a:cubicBezTo>
                    <a:pt x="1302" y="176"/>
                    <a:pt x="1012" y="361"/>
                    <a:pt x="743" y="559"/>
                  </a:cubicBezTo>
                  <a:cubicBezTo>
                    <a:pt x="559" y="699"/>
                    <a:pt x="383" y="838"/>
                    <a:pt x="210" y="978"/>
                  </a:cubicBezTo>
                  <a:cubicBezTo>
                    <a:pt x="174" y="1014"/>
                    <a:pt x="129" y="1048"/>
                    <a:pt x="93" y="1073"/>
                  </a:cubicBezTo>
                  <a:cubicBezTo>
                    <a:pt x="59" y="1107"/>
                    <a:pt x="34" y="1154"/>
                    <a:pt x="0" y="1199"/>
                  </a:cubicBezTo>
                  <a:cubicBezTo>
                    <a:pt x="93" y="1213"/>
                    <a:pt x="185" y="1235"/>
                    <a:pt x="269" y="1235"/>
                  </a:cubicBezTo>
                  <a:cubicBezTo>
                    <a:pt x="273" y="1237"/>
                    <a:pt x="277" y="1238"/>
                    <a:pt x="281" y="1238"/>
                  </a:cubicBezTo>
                  <a:cubicBezTo>
                    <a:pt x="299" y="1238"/>
                    <a:pt x="318" y="1222"/>
                    <a:pt x="338" y="1213"/>
                  </a:cubicBezTo>
                  <a:cubicBezTo>
                    <a:pt x="408" y="1143"/>
                    <a:pt x="478" y="1059"/>
                    <a:pt x="559" y="989"/>
                  </a:cubicBezTo>
                  <a:cubicBezTo>
                    <a:pt x="593" y="956"/>
                    <a:pt x="629" y="933"/>
                    <a:pt x="662" y="897"/>
                  </a:cubicBezTo>
                  <a:cubicBezTo>
                    <a:pt x="953" y="687"/>
                    <a:pt x="1269" y="500"/>
                    <a:pt x="1595" y="361"/>
                  </a:cubicBezTo>
                  <a:cubicBezTo>
                    <a:pt x="1688" y="316"/>
                    <a:pt x="1780" y="268"/>
                    <a:pt x="1886" y="221"/>
                  </a:cubicBezTo>
                  <a:cubicBezTo>
                    <a:pt x="1805" y="140"/>
                    <a:pt x="1746" y="70"/>
                    <a:pt x="1677"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5" name="Google Shape;1735;p43"/>
            <p:cNvSpPr/>
            <p:nvPr/>
          </p:nvSpPr>
          <p:spPr>
            <a:xfrm>
              <a:off x="6498252" y="516190"/>
              <a:ext cx="337366" cy="64220"/>
            </a:xfrm>
            <a:custGeom>
              <a:avLst/>
              <a:gdLst/>
              <a:ahLst/>
              <a:cxnLst/>
              <a:rect l="l" t="t" r="r" b="b"/>
              <a:pathLst>
                <a:path w="4460" h="849" extrusionOk="0">
                  <a:moveTo>
                    <a:pt x="26" y="0"/>
                  </a:moveTo>
                  <a:cubicBezTo>
                    <a:pt x="1" y="59"/>
                    <a:pt x="12" y="104"/>
                    <a:pt x="59" y="151"/>
                  </a:cubicBezTo>
                  <a:cubicBezTo>
                    <a:pt x="221" y="291"/>
                    <a:pt x="397" y="372"/>
                    <a:pt x="596" y="442"/>
                  </a:cubicBezTo>
                  <a:cubicBezTo>
                    <a:pt x="1118" y="629"/>
                    <a:pt x="1666" y="699"/>
                    <a:pt x="2213" y="769"/>
                  </a:cubicBezTo>
                  <a:cubicBezTo>
                    <a:pt x="2515" y="816"/>
                    <a:pt x="2831" y="816"/>
                    <a:pt x="3132" y="838"/>
                  </a:cubicBezTo>
                  <a:cubicBezTo>
                    <a:pt x="3239" y="845"/>
                    <a:pt x="3348" y="848"/>
                    <a:pt x="3456" y="848"/>
                  </a:cubicBezTo>
                  <a:cubicBezTo>
                    <a:pt x="3724" y="848"/>
                    <a:pt x="3993" y="826"/>
                    <a:pt x="4250" y="769"/>
                  </a:cubicBezTo>
                  <a:cubicBezTo>
                    <a:pt x="4286" y="769"/>
                    <a:pt x="4320" y="757"/>
                    <a:pt x="4356" y="757"/>
                  </a:cubicBezTo>
                  <a:cubicBezTo>
                    <a:pt x="4448" y="732"/>
                    <a:pt x="4459" y="710"/>
                    <a:pt x="4412" y="618"/>
                  </a:cubicBezTo>
                  <a:lnTo>
                    <a:pt x="4412" y="618"/>
                  </a:lnTo>
                  <a:cubicBezTo>
                    <a:pt x="4412" y="618"/>
                    <a:pt x="4401" y="618"/>
                    <a:pt x="4401" y="629"/>
                  </a:cubicBezTo>
                  <a:cubicBezTo>
                    <a:pt x="4342" y="640"/>
                    <a:pt x="4297" y="651"/>
                    <a:pt x="4239" y="662"/>
                  </a:cubicBezTo>
                  <a:cubicBezTo>
                    <a:pt x="3894" y="734"/>
                    <a:pt x="3547" y="766"/>
                    <a:pt x="3198" y="766"/>
                  </a:cubicBezTo>
                  <a:cubicBezTo>
                    <a:pt x="2920" y="766"/>
                    <a:pt x="2642" y="746"/>
                    <a:pt x="2364" y="710"/>
                  </a:cubicBezTo>
                  <a:cubicBezTo>
                    <a:pt x="1967" y="676"/>
                    <a:pt x="1596" y="593"/>
                    <a:pt x="1213" y="512"/>
                  </a:cubicBezTo>
                  <a:cubicBezTo>
                    <a:pt x="780" y="419"/>
                    <a:pt x="386" y="268"/>
                    <a:pt x="26"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6" name="Google Shape;1736;p43"/>
            <p:cNvSpPr/>
            <p:nvPr/>
          </p:nvSpPr>
          <p:spPr>
            <a:xfrm>
              <a:off x="6638335" y="331933"/>
              <a:ext cx="84644" cy="37216"/>
            </a:xfrm>
            <a:custGeom>
              <a:avLst/>
              <a:gdLst/>
              <a:ahLst/>
              <a:cxnLst/>
              <a:rect l="l" t="t" r="r" b="b"/>
              <a:pathLst>
                <a:path w="1119" h="492" extrusionOk="0">
                  <a:moveTo>
                    <a:pt x="655" y="0"/>
                  </a:moveTo>
                  <a:cubicBezTo>
                    <a:pt x="643" y="0"/>
                    <a:pt x="631" y="1"/>
                    <a:pt x="618" y="3"/>
                  </a:cubicBezTo>
                  <a:cubicBezTo>
                    <a:pt x="560" y="3"/>
                    <a:pt x="501" y="14"/>
                    <a:pt x="442" y="25"/>
                  </a:cubicBezTo>
                  <a:cubicBezTo>
                    <a:pt x="291" y="73"/>
                    <a:pt x="163" y="165"/>
                    <a:pt x="60" y="319"/>
                  </a:cubicBezTo>
                  <a:cubicBezTo>
                    <a:pt x="1" y="411"/>
                    <a:pt x="1" y="433"/>
                    <a:pt x="115" y="458"/>
                  </a:cubicBezTo>
                  <a:cubicBezTo>
                    <a:pt x="244" y="481"/>
                    <a:pt x="372" y="492"/>
                    <a:pt x="512" y="492"/>
                  </a:cubicBezTo>
                  <a:cubicBezTo>
                    <a:pt x="641" y="492"/>
                    <a:pt x="641" y="481"/>
                    <a:pt x="663" y="363"/>
                  </a:cubicBezTo>
                  <a:cubicBezTo>
                    <a:pt x="663" y="352"/>
                    <a:pt x="663" y="352"/>
                    <a:pt x="674" y="352"/>
                  </a:cubicBezTo>
                  <a:cubicBezTo>
                    <a:pt x="688" y="330"/>
                    <a:pt x="688" y="305"/>
                    <a:pt x="710" y="305"/>
                  </a:cubicBezTo>
                  <a:cubicBezTo>
                    <a:pt x="722" y="305"/>
                    <a:pt x="744" y="319"/>
                    <a:pt x="758" y="330"/>
                  </a:cubicBezTo>
                  <a:cubicBezTo>
                    <a:pt x="780" y="363"/>
                    <a:pt x="791" y="389"/>
                    <a:pt x="814" y="422"/>
                  </a:cubicBezTo>
                  <a:cubicBezTo>
                    <a:pt x="828" y="433"/>
                    <a:pt x="850" y="444"/>
                    <a:pt x="861" y="444"/>
                  </a:cubicBezTo>
                  <a:cubicBezTo>
                    <a:pt x="872" y="444"/>
                    <a:pt x="884" y="433"/>
                    <a:pt x="898" y="433"/>
                  </a:cubicBezTo>
                  <a:cubicBezTo>
                    <a:pt x="967" y="411"/>
                    <a:pt x="1048" y="389"/>
                    <a:pt x="1118" y="363"/>
                  </a:cubicBezTo>
                  <a:cubicBezTo>
                    <a:pt x="1082" y="190"/>
                    <a:pt x="953" y="109"/>
                    <a:pt x="814" y="50"/>
                  </a:cubicBezTo>
                  <a:cubicBezTo>
                    <a:pt x="768" y="21"/>
                    <a:pt x="712" y="0"/>
                    <a:pt x="655"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7" name="Google Shape;1737;p43"/>
            <p:cNvSpPr/>
            <p:nvPr/>
          </p:nvSpPr>
          <p:spPr>
            <a:xfrm>
              <a:off x="6949212" y="612706"/>
              <a:ext cx="66868" cy="23827"/>
            </a:xfrm>
            <a:custGeom>
              <a:avLst/>
              <a:gdLst/>
              <a:ahLst/>
              <a:cxnLst/>
              <a:rect l="l" t="t" r="r" b="b"/>
              <a:pathLst>
                <a:path w="884" h="315" extrusionOk="0">
                  <a:moveTo>
                    <a:pt x="625" y="1"/>
                  </a:moveTo>
                  <a:cubicBezTo>
                    <a:pt x="413" y="1"/>
                    <a:pt x="202" y="23"/>
                    <a:pt x="0" y="62"/>
                  </a:cubicBezTo>
                  <a:cubicBezTo>
                    <a:pt x="45" y="132"/>
                    <a:pt x="93" y="202"/>
                    <a:pt x="126" y="272"/>
                  </a:cubicBezTo>
                  <a:cubicBezTo>
                    <a:pt x="143" y="304"/>
                    <a:pt x="159" y="314"/>
                    <a:pt x="182" y="314"/>
                  </a:cubicBezTo>
                  <a:cubicBezTo>
                    <a:pt x="193" y="314"/>
                    <a:pt x="206" y="312"/>
                    <a:pt x="221" y="308"/>
                  </a:cubicBezTo>
                  <a:cubicBezTo>
                    <a:pt x="336" y="294"/>
                    <a:pt x="464" y="272"/>
                    <a:pt x="581" y="261"/>
                  </a:cubicBezTo>
                  <a:cubicBezTo>
                    <a:pt x="674" y="250"/>
                    <a:pt x="780" y="238"/>
                    <a:pt x="883" y="224"/>
                  </a:cubicBezTo>
                  <a:cubicBezTo>
                    <a:pt x="861" y="169"/>
                    <a:pt x="838" y="99"/>
                    <a:pt x="813" y="51"/>
                  </a:cubicBezTo>
                  <a:cubicBezTo>
                    <a:pt x="802" y="29"/>
                    <a:pt x="769" y="4"/>
                    <a:pt x="755" y="4"/>
                  </a:cubicBezTo>
                  <a:cubicBezTo>
                    <a:pt x="711" y="2"/>
                    <a:pt x="668" y="1"/>
                    <a:pt x="625"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8" name="Google Shape;1738;p43"/>
            <p:cNvSpPr/>
            <p:nvPr/>
          </p:nvSpPr>
          <p:spPr>
            <a:xfrm>
              <a:off x="6837191" y="518686"/>
              <a:ext cx="67095" cy="52118"/>
            </a:xfrm>
            <a:custGeom>
              <a:avLst/>
              <a:gdLst/>
              <a:ahLst/>
              <a:cxnLst/>
              <a:rect l="l" t="t" r="r" b="b"/>
              <a:pathLst>
                <a:path w="887" h="689" extrusionOk="0">
                  <a:moveTo>
                    <a:pt x="853" y="1"/>
                  </a:moveTo>
                  <a:cubicBezTo>
                    <a:pt x="747" y="96"/>
                    <a:pt x="654" y="188"/>
                    <a:pt x="548" y="269"/>
                  </a:cubicBezTo>
                  <a:cubicBezTo>
                    <a:pt x="409" y="364"/>
                    <a:pt x="247" y="445"/>
                    <a:pt x="96" y="526"/>
                  </a:cubicBezTo>
                  <a:cubicBezTo>
                    <a:pt x="15" y="573"/>
                    <a:pt x="1" y="573"/>
                    <a:pt x="26" y="688"/>
                  </a:cubicBezTo>
                  <a:cubicBezTo>
                    <a:pt x="118" y="655"/>
                    <a:pt x="199" y="618"/>
                    <a:pt x="280" y="596"/>
                  </a:cubicBezTo>
                  <a:cubicBezTo>
                    <a:pt x="504" y="515"/>
                    <a:pt x="688" y="409"/>
                    <a:pt x="839" y="247"/>
                  </a:cubicBezTo>
                  <a:cubicBezTo>
                    <a:pt x="864" y="224"/>
                    <a:pt x="886" y="199"/>
                    <a:pt x="886" y="188"/>
                  </a:cubicBezTo>
                  <a:cubicBezTo>
                    <a:pt x="875" y="118"/>
                    <a:pt x="864" y="59"/>
                    <a:pt x="853"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9" name="Google Shape;1739;p43"/>
            <p:cNvSpPr/>
            <p:nvPr/>
          </p:nvSpPr>
          <p:spPr>
            <a:xfrm>
              <a:off x="6746575" y="672991"/>
              <a:ext cx="52874" cy="47352"/>
            </a:xfrm>
            <a:custGeom>
              <a:avLst/>
              <a:gdLst/>
              <a:ahLst/>
              <a:cxnLst/>
              <a:rect l="l" t="t" r="r" b="b"/>
              <a:pathLst>
                <a:path w="699" h="626" extrusionOk="0">
                  <a:moveTo>
                    <a:pt x="317" y="57"/>
                  </a:moveTo>
                  <a:cubicBezTo>
                    <a:pt x="376" y="57"/>
                    <a:pt x="418" y="100"/>
                    <a:pt x="500" y="196"/>
                  </a:cubicBezTo>
                  <a:cubicBezTo>
                    <a:pt x="537" y="243"/>
                    <a:pt x="570" y="302"/>
                    <a:pt x="606" y="361"/>
                  </a:cubicBezTo>
                  <a:cubicBezTo>
                    <a:pt x="618" y="372"/>
                    <a:pt x="618" y="383"/>
                    <a:pt x="629" y="394"/>
                  </a:cubicBezTo>
                  <a:cubicBezTo>
                    <a:pt x="629" y="405"/>
                    <a:pt x="629" y="419"/>
                    <a:pt x="618" y="419"/>
                  </a:cubicBezTo>
                  <a:cubicBezTo>
                    <a:pt x="548" y="475"/>
                    <a:pt x="467" y="523"/>
                    <a:pt x="386" y="570"/>
                  </a:cubicBezTo>
                  <a:cubicBezTo>
                    <a:pt x="386" y="570"/>
                    <a:pt x="361" y="559"/>
                    <a:pt x="349" y="545"/>
                  </a:cubicBezTo>
                  <a:cubicBezTo>
                    <a:pt x="268" y="442"/>
                    <a:pt x="187" y="335"/>
                    <a:pt x="95" y="221"/>
                  </a:cubicBezTo>
                  <a:cubicBezTo>
                    <a:pt x="59" y="173"/>
                    <a:pt x="70" y="151"/>
                    <a:pt x="118" y="126"/>
                  </a:cubicBezTo>
                  <a:cubicBezTo>
                    <a:pt x="129" y="126"/>
                    <a:pt x="140" y="126"/>
                    <a:pt x="151" y="115"/>
                  </a:cubicBezTo>
                  <a:cubicBezTo>
                    <a:pt x="227" y="77"/>
                    <a:pt x="276" y="57"/>
                    <a:pt x="317" y="57"/>
                  </a:cubicBezTo>
                  <a:close/>
                  <a:moveTo>
                    <a:pt x="327" y="0"/>
                  </a:moveTo>
                  <a:cubicBezTo>
                    <a:pt x="235" y="45"/>
                    <a:pt x="140" y="92"/>
                    <a:pt x="59" y="140"/>
                  </a:cubicBezTo>
                  <a:cubicBezTo>
                    <a:pt x="0" y="162"/>
                    <a:pt x="0" y="196"/>
                    <a:pt x="37" y="232"/>
                  </a:cubicBezTo>
                  <a:cubicBezTo>
                    <a:pt x="129" y="349"/>
                    <a:pt x="210" y="464"/>
                    <a:pt x="305" y="570"/>
                  </a:cubicBezTo>
                  <a:cubicBezTo>
                    <a:pt x="329" y="608"/>
                    <a:pt x="351" y="626"/>
                    <a:pt x="376" y="626"/>
                  </a:cubicBezTo>
                  <a:cubicBezTo>
                    <a:pt x="396" y="626"/>
                    <a:pt x="418" y="614"/>
                    <a:pt x="444" y="592"/>
                  </a:cubicBezTo>
                  <a:cubicBezTo>
                    <a:pt x="514" y="545"/>
                    <a:pt x="584" y="511"/>
                    <a:pt x="654" y="464"/>
                  </a:cubicBezTo>
                  <a:cubicBezTo>
                    <a:pt x="676" y="453"/>
                    <a:pt x="687" y="430"/>
                    <a:pt x="699" y="419"/>
                  </a:cubicBezTo>
                  <a:cubicBezTo>
                    <a:pt x="687" y="394"/>
                    <a:pt x="687" y="383"/>
                    <a:pt x="676" y="361"/>
                  </a:cubicBezTo>
                  <a:cubicBezTo>
                    <a:pt x="618" y="210"/>
                    <a:pt x="489" y="126"/>
                    <a:pt x="386" y="11"/>
                  </a:cubicBezTo>
                  <a:lnTo>
                    <a:pt x="375" y="0"/>
                  </a:ln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0" name="Google Shape;1740;p43"/>
            <p:cNvSpPr/>
            <p:nvPr/>
          </p:nvSpPr>
          <p:spPr>
            <a:xfrm>
              <a:off x="6938623" y="620043"/>
              <a:ext cx="16793" cy="18532"/>
            </a:xfrm>
            <a:custGeom>
              <a:avLst/>
              <a:gdLst/>
              <a:ahLst/>
              <a:cxnLst/>
              <a:rect l="l" t="t" r="r" b="b"/>
              <a:pathLst>
                <a:path w="222" h="245" extrusionOk="0">
                  <a:moveTo>
                    <a:pt x="13" y="1"/>
                  </a:moveTo>
                  <a:cubicBezTo>
                    <a:pt x="9" y="1"/>
                    <a:pt x="5" y="1"/>
                    <a:pt x="1" y="2"/>
                  </a:cubicBezTo>
                  <a:cubicBezTo>
                    <a:pt x="34" y="35"/>
                    <a:pt x="70" y="72"/>
                    <a:pt x="93" y="105"/>
                  </a:cubicBezTo>
                  <a:cubicBezTo>
                    <a:pt x="126" y="153"/>
                    <a:pt x="140" y="186"/>
                    <a:pt x="174" y="234"/>
                  </a:cubicBezTo>
                  <a:cubicBezTo>
                    <a:pt x="174" y="245"/>
                    <a:pt x="196" y="245"/>
                    <a:pt x="221" y="245"/>
                  </a:cubicBezTo>
                  <a:cubicBezTo>
                    <a:pt x="187" y="123"/>
                    <a:pt x="92" y="1"/>
                    <a:pt x="13" y="1"/>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1" name="Google Shape;1741;p43"/>
            <p:cNvSpPr/>
            <p:nvPr/>
          </p:nvSpPr>
          <p:spPr>
            <a:xfrm>
              <a:off x="6574118" y="470202"/>
              <a:ext cx="12254" cy="10060"/>
            </a:xfrm>
            <a:custGeom>
              <a:avLst/>
              <a:gdLst/>
              <a:ahLst/>
              <a:cxnLst/>
              <a:rect l="l" t="t" r="r" b="b"/>
              <a:pathLst>
                <a:path w="162" h="133" extrusionOk="0">
                  <a:moveTo>
                    <a:pt x="95" y="0"/>
                  </a:moveTo>
                  <a:cubicBezTo>
                    <a:pt x="90" y="0"/>
                    <a:pt x="86" y="1"/>
                    <a:pt x="82" y="2"/>
                  </a:cubicBezTo>
                  <a:cubicBezTo>
                    <a:pt x="56" y="2"/>
                    <a:pt x="34" y="38"/>
                    <a:pt x="1" y="61"/>
                  </a:cubicBezTo>
                  <a:cubicBezTo>
                    <a:pt x="31" y="93"/>
                    <a:pt x="52" y="132"/>
                    <a:pt x="66" y="132"/>
                  </a:cubicBezTo>
                  <a:cubicBezTo>
                    <a:pt x="67" y="132"/>
                    <a:pt x="69" y="132"/>
                    <a:pt x="70" y="131"/>
                  </a:cubicBezTo>
                  <a:cubicBezTo>
                    <a:pt x="104" y="119"/>
                    <a:pt x="140" y="97"/>
                    <a:pt x="151" y="72"/>
                  </a:cubicBezTo>
                  <a:cubicBezTo>
                    <a:pt x="161" y="33"/>
                    <a:pt x="126" y="0"/>
                    <a:pt x="95"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2" name="Google Shape;1742;p43"/>
            <p:cNvSpPr/>
            <p:nvPr/>
          </p:nvSpPr>
          <p:spPr>
            <a:xfrm>
              <a:off x="6535239" y="458931"/>
              <a:ext cx="12557" cy="9909"/>
            </a:xfrm>
            <a:custGeom>
              <a:avLst/>
              <a:gdLst/>
              <a:ahLst/>
              <a:cxnLst/>
              <a:rect l="l" t="t" r="r" b="b"/>
              <a:pathLst>
                <a:path w="166" h="131" extrusionOk="0">
                  <a:moveTo>
                    <a:pt x="59" y="0"/>
                  </a:moveTo>
                  <a:cubicBezTo>
                    <a:pt x="37" y="0"/>
                    <a:pt x="26" y="48"/>
                    <a:pt x="1" y="70"/>
                  </a:cubicBezTo>
                  <a:cubicBezTo>
                    <a:pt x="26" y="92"/>
                    <a:pt x="48" y="129"/>
                    <a:pt x="70" y="129"/>
                  </a:cubicBezTo>
                  <a:cubicBezTo>
                    <a:pt x="74" y="130"/>
                    <a:pt x="77" y="131"/>
                    <a:pt x="80" y="131"/>
                  </a:cubicBezTo>
                  <a:cubicBezTo>
                    <a:pt x="102" y="131"/>
                    <a:pt x="124" y="102"/>
                    <a:pt x="165" y="70"/>
                  </a:cubicBezTo>
                  <a:cubicBezTo>
                    <a:pt x="118" y="37"/>
                    <a:pt x="96" y="0"/>
                    <a:pt x="59" y="0"/>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3" name="Google Shape;1743;p43"/>
            <p:cNvSpPr/>
            <p:nvPr/>
          </p:nvSpPr>
          <p:spPr>
            <a:xfrm>
              <a:off x="6601348" y="607638"/>
              <a:ext cx="11498" cy="19516"/>
            </a:xfrm>
            <a:custGeom>
              <a:avLst/>
              <a:gdLst/>
              <a:ahLst/>
              <a:cxnLst/>
              <a:rect l="l" t="t" r="r" b="b"/>
              <a:pathLst>
                <a:path w="152" h="258" extrusionOk="0">
                  <a:moveTo>
                    <a:pt x="104" y="1"/>
                  </a:moveTo>
                  <a:cubicBezTo>
                    <a:pt x="82" y="1"/>
                    <a:pt x="46" y="12"/>
                    <a:pt x="34" y="26"/>
                  </a:cubicBezTo>
                  <a:cubicBezTo>
                    <a:pt x="12" y="48"/>
                    <a:pt x="1" y="96"/>
                    <a:pt x="1" y="107"/>
                  </a:cubicBezTo>
                  <a:lnTo>
                    <a:pt x="1" y="177"/>
                  </a:lnTo>
                  <a:cubicBezTo>
                    <a:pt x="23" y="199"/>
                    <a:pt x="34" y="222"/>
                    <a:pt x="46" y="258"/>
                  </a:cubicBezTo>
                  <a:cubicBezTo>
                    <a:pt x="82" y="236"/>
                    <a:pt x="115" y="222"/>
                    <a:pt x="129" y="188"/>
                  </a:cubicBezTo>
                  <a:cubicBezTo>
                    <a:pt x="152" y="152"/>
                    <a:pt x="152" y="107"/>
                    <a:pt x="152" y="60"/>
                  </a:cubicBezTo>
                  <a:cubicBezTo>
                    <a:pt x="152" y="48"/>
                    <a:pt x="129" y="12"/>
                    <a:pt x="104"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4" name="Google Shape;1744;p43"/>
            <p:cNvSpPr/>
            <p:nvPr/>
          </p:nvSpPr>
          <p:spPr>
            <a:xfrm>
              <a:off x="6551956" y="592662"/>
              <a:ext cx="9758" cy="17852"/>
            </a:xfrm>
            <a:custGeom>
              <a:avLst/>
              <a:gdLst/>
              <a:ahLst/>
              <a:cxnLst/>
              <a:rect l="l" t="t" r="r" b="b"/>
              <a:pathLst>
                <a:path w="129" h="236" extrusionOk="0">
                  <a:moveTo>
                    <a:pt x="48" y="1"/>
                  </a:moveTo>
                  <a:cubicBezTo>
                    <a:pt x="37" y="1"/>
                    <a:pt x="14" y="26"/>
                    <a:pt x="14" y="48"/>
                  </a:cubicBezTo>
                  <a:cubicBezTo>
                    <a:pt x="0" y="107"/>
                    <a:pt x="0" y="165"/>
                    <a:pt x="0" y="235"/>
                  </a:cubicBezTo>
                  <a:cubicBezTo>
                    <a:pt x="95" y="188"/>
                    <a:pt x="129" y="96"/>
                    <a:pt x="106" y="48"/>
                  </a:cubicBezTo>
                  <a:cubicBezTo>
                    <a:pt x="95" y="26"/>
                    <a:pt x="70" y="1"/>
                    <a:pt x="48"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5" name="Google Shape;1745;p43"/>
            <p:cNvSpPr/>
            <p:nvPr/>
          </p:nvSpPr>
          <p:spPr>
            <a:xfrm>
              <a:off x="6516027" y="574281"/>
              <a:ext cx="5371" cy="13162"/>
            </a:xfrm>
            <a:custGeom>
              <a:avLst/>
              <a:gdLst/>
              <a:ahLst/>
              <a:cxnLst/>
              <a:rect l="l" t="t" r="r" b="b"/>
              <a:pathLst>
                <a:path w="71" h="174" extrusionOk="0">
                  <a:moveTo>
                    <a:pt x="11" y="1"/>
                  </a:moveTo>
                  <a:cubicBezTo>
                    <a:pt x="11" y="70"/>
                    <a:pt x="0" y="129"/>
                    <a:pt x="0" y="174"/>
                  </a:cubicBezTo>
                  <a:cubicBezTo>
                    <a:pt x="56" y="118"/>
                    <a:pt x="70" y="59"/>
                    <a:pt x="11" y="1"/>
                  </a:cubicBezTo>
                  <a:close/>
                </a:path>
              </a:pathLst>
            </a:custGeom>
            <a:solidFill>
              <a:srgbClr val="F4D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6" name="Google Shape;1746;p43"/>
            <p:cNvSpPr/>
            <p:nvPr/>
          </p:nvSpPr>
          <p:spPr>
            <a:xfrm>
              <a:off x="6757997" y="682143"/>
              <a:ext cx="31770" cy="28063"/>
            </a:xfrm>
            <a:custGeom>
              <a:avLst/>
              <a:gdLst/>
              <a:ahLst/>
              <a:cxnLst/>
              <a:rect l="l" t="t" r="r" b="b"/>
              <a:pathLst>
                <a:path w="420" h="371" extrusionOk="0">
                  <a:moveTo>
                    <a:pt x="156" y="0"/>
                  </a:moveTo>
                  <a:cubicBezTo>
                    <a:pt x="149" y="0"/>
                    <a:pt x="144" y="2"/>
                    <a:pt x="140" y="5"/>
                  </a:cubicBezTo>
                  <a:cubicBezTo>
                    <a:pt x="84" y="19"/>
                    <a:pt x="36" y="41"/>
                    <a:pt x="0" y="64"/>
                  </a:cubicBezTo>
                  <a:cubicBezTo>
                    <a:pt x="70" y="159"/>
                    <a:pt x="129" y="251"/>
                    <a:pt x="198" y="332"/>
                  </a:cubicBezTo>
                  <a:cubicBezTo>
                    <a:pt x="208" y="350"/>
                    <a:pt x="234" y="371"/>
                    <a:pt x="249" y="371"/>
                  </a:cubicBezTo>
                  <a:cubicBezTo>
                    <a:pt x="253" y="371"/>
                    <a:pt x="255" y="370"/>
                    <a:pt x="257" y="368"/>
                  </a:cubicBezTo>
                  <a:cubicBezTo>
                    <a:pt x="316" y="343"/>
                    <a:pt x="363" y="309"/>
                    <a:pt x="419" y="273"/>
                  </a:cubicBezTo>
                  <a:cubicBezTo>
                    <a:pt x="349" y="181"/>
                    <a:pt x="279" y="100"/>
                    <a:pt x="210" y="19"/>
                  </a:cubicBezTo>
                  <a:cubicBezTo>
                    <a:pt x="194" y="9"/>
                    <a:pt x="172" y="0"/>
                    <a:pt x="156" y="0"/>
                  </a:cubicBezTo>
                  <a:close/>
                </a:path>
              </a:pathLst>
            </a:custGeom>
            <a:solidFill>
              <a:srgbClr val="FFF3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7" name="Google Shape;1747;p43"/>
            <p:cNvSpPr/>
            <p:nvPr/>
          </p:nvSpPr>
          <p:spPr>
            <a:xfrm>
              <a:off x="6387289" y="327244"/>
              <a:ext cx="637666" cy="469891"/>
            </a:xfrm>
            <a:custGeom>
              <a:avLst/>
              <a:gdLst/>
              <a:ahLst/>
              <a:cxnLst/>
              <a:rect l="l" t="t" r="r" b="b"/>
              <a:pathLst>
                <a:path w="8430" h="6212" extrusionOk="0">
                  <a:moveTo>
                    <a:pt x="3974" y="62"/>
                  </a:moveTo>
                  <a:cubicBezTo>
                    <a:pt x="4031" y="62"/>
                    <a:pt x="4087" y="83"/>
                    <a:pt x="4133" y="112"/>
                  </a:cubicBezTo>
                  <a:cubicBezTo>
                    <a:pt x="4272" y="171"/>
                    <a:pt x="4401" y="252"/>
                    <a:pt x="4437" y="425"/>
                  </a:cubicBezTo>
                  <a:cubicBezTo>
                    <a:pt x="4356" y="451"/>
                    <a:pt x="4261" y="484"/>
                    <a:pt x="4180" y="506"/>
                  </a:cubicBezTo>
                  <a:cubicBezTo>
                    <a:pt x="4169" y="506"/>
                    <a:pt x="4147" y="495"/>
                    <a:pt x="4133" y="484"/>
                  </a:cubicBezTo>
                  <a:cubicBezTo>
                    <a:pt x="4110" y="451"/>
                    <a:pt x="4099" y="425"/>
                    <a:pt x="4077" y="392"/>
                  </a:cubicBezTo>
                  <a:cubicBezTo>
                    <a:pt x="4063" y="381"/>
                    <a:pt x="4041" y="367"/>
                    <a:pt x="4029" y="367"/>
                  </a:cubicBezTo>
                  <a:cubicBezTo>
                    <a:pt x="4007" y="367"/>
                    <a:pt x="4007" y="392"/>
                    <a:pt x="3993" y="414"/>
                  </a:cubicBezTo>
                  <a:cubicBezTo>
                    <a:pt x="3982" y="414"/>
                    <a:pt x="3982" y="414"/>
                    <a:pt x="3982" y="425"/>
                  </a:cubicBezTo>
                  <a:cubicBezTo>
                    <a:pt x="3960" y="543"/>
                    <a:pt x="3960" y="554"/>
                    <a:pt x="3831" y="554"/>
                  </a:cubicBezTo>
                  <a:cubicBezTo>
                    <a:pt x="3691" y="554"/>
                    <a:pt x="3563" y="543"/>
                    <a:pt x="3434" y="520"/>
                  </a:cubicBezTo>
                  <a:cubicBezTo>
                    <a:pt x="3320" y="495"/>
                    <a:pt x="3320" y="473"/>
                    <a:pt x="3379" y="381"/>
                  </a:cubicBezTo>
                  <a:cubicBezTo>
                    <a:pt x="3518" y="171"/>
                    <a:pt x="3703" y="65"/>
                    <a:pt x="3937" y="65"/>
                  </a:cubicBezTo>
                  <a:cubicBezTo>
                    <a:pt x="3950" y="63"/>
                    <a:pt x="3962" y="62"/>
                    <a:pt x="3974" y="62"/>
                  </a:cubicBezTo>
                  <a:close/>
                  <a:moveTo>
                    <a:pt x="4496" y="344"/>
                  </a:moveTo>
                  <a:lnTo>
                    <a:pt x="4496" y="344"/>
                  </a:lnTo>
                  <a:cubicBezTo>
                    <a:pt x="4622" y="367"/>
                    <a:pt x="4739" y="381"/>
                    <a:pt x="4856" y="414"/>
                  </a:cubicBezTo>
                  <a:cubicBezTo>
                    <a:pt x="5007" y="462"/>
                    <a:pt x="5158" y="506"/>
                    <a:pt x="5287" y="576"/>
                  </a:cubicBezTo>
                  <a:cubicBezTo>
                    <a:pt x="5530" y="716"/>
                    <a:pt x="5764" y="856"/>
                    <a:pt x="5974" y="1020"/>
                  </a:cubicBezTo>
                  <a:cubicBezTo>
                    <a:pt x="6264" y="1252"/>
                    <a:pt x="6485" y="1543"/>
                    <a:pt x="6625" y="1903"/>
                  </a:cubicBezTo>
                  <a:cubicBezTo>
                    <a:pt x="6672" y="2057"/>
                    <a:pt x="6717" y="2197"/>
                    <a:pt x="6764" y="2347"/>
                  </a:cubicBezTo>
                  <a:cubicBezTo>
                    <a:pt x="6776" y="2381"/>
                    <a:pt x="6764" y="2428"/>
                    <a:pt x="6753" y="2462"/>
                  </a:cubicBezTo>
                  <a:cubicBezTo>
                    <a:pt x="6661" y="2616"/>
                    <a:pt x="6533" y="2708"/>
                    <a:pt x="6382" y="2800"/>
                  </a:cubicBezTo>
                  <a:cubicBezTo>
                    <a:pt x="6276" y="2859"/>
                    <a:pt x="6172" y="2917"/>
                    <a:pt x="6055" y="2976"/>
                  </a:cubicBezTo>
                  <a:cubicBezTo>
                    <a:pt x="6032" y="2998"/>
                    <a:pt x="5996" y="3010"/>
                    <a:pt x="5949" y="3021"/>
                  </a:cubicBezTo>
                  <a:cubicBezTo>
                    <a:pt x="5893" y="2741"/>
                    <a:pt x="5845" y="2487"/>
                    <a:pt x="5787" y="2230"/>
                  </a:cubicBezTo>
                  <a:cubicBezTo>
                    <a:pt x="5625" y="1624"/>
                    <a:pt x="5298" y="1149"/>
                    <a:pt x="4787" y="786"/>
                  </a:cubicBezTo>
                  <a:cubicBezTo>
                    <a:pt x="4658" y="694"/>
                    <a:pt x="4529" y="613"/>
                    <a:pt x="4379" y="506"/>
                  </a:cubicBezTo>
                  <a:cubicBezTo>
                    <a:pt x="4482" y="495"/>
                    <a:pt x="4566" y="473"/>
                    <a:pt x="4496" y="344"/>
                  </a:cubicBezTo>
                  <a:close/>
                  <a:moveTo>
                    <a:pt x="3272" y="414"/>
                  </a:moveTo>
                  <a:lnTo>
                    <a:pt x="3272" y="414"/>
                  </a:lnTo>
                  <a:cubicBezTo>
                    <a:pt x="3261" y="532"/>
                    <a:pt x="3353" y="565"/>
                    <a:pt x="3434" y="590"/>
                  </a:cubicBezTo>
                  <a:cubicBezTo>
                    <a:pt x="3525" y="609"/>
                    <a:pt x="3615" y="617"/>
                    <a:pt x="3703" y="617"/>
                  </a:cubicBezTo>
                  <a:cubicBezTo>
                    <a:pt x="3774" y="617"/>
                    <a:pt x="3844" y="611"/>
                    <a:pt x="3912" y="601"/>
                  </a:cubicBezTo>
                  <a:cubicBezTo>
                    <a:pt x="3993" y="601"/>
                    <a:pt x="4029" y="565"/>
                    <a:pt x="4018" y="495"/>
                  </a:cubicBezTo>
                  <a:cubicBezTo>
                    <a:pt x="4018" y="484"/>
                    <a:pt x="4029" y="473"/>
                    <a:pt x="4029" y="462"/>
                  </a:cubicBezTo>
                  <a:lnTo>
                    <a:pt x="4041" y="462"/>
                  </a:lnTo>
                  <a:cubicBezTo>
                    <a:pt x="4093" y="536"/>
                    <a:pt x="4112" y="562"/>
                    <a:pt x="4159" y="562"/>
                  </a:cubicBezTo>
                  <a:cubicBezTo>
                    <a:pt x="4185" y="562"/>
                    <a:pt x="4220" y="554"/>
                    <a:pt x="4272" y="543"/>
                  </a:cubicBezTo>
                  <a:cubicBezTo>
                    <a:pt x="4285" y="537"/>
                    <a:pt x="4300" y="534"/>
                    <a:pt x="4313" y="534"/>
                  </a:cubicBezTo>
                  <a:cubicBezTo>
                    <a:pt x="4326" y="534"/>
                    <a:pt x="4337" y="537"/>
                    <a:pt x="4342" y="543"/>
                  </a:cubicBezTo>
                  <a:cubicBezTo>
                    <a:pt x="4529" y="671"/>
                    <a:pt x="4717" y="800"/>
                    <a:pt x="4879" y="939"/>
                  </a:cubicBezTo>
                  <a:cubicBezTo>
                    <a:pt x="5334" y="1311"/>
                    <a:pt x="5636" y="1789"/>
                    <a:pt x="5753" y="2370"/>
                  </a:cubicBezTo>
                  <a:cubicBezTo>
                    <a:pt x="5787" y="2590"/>
                    <a:pt x="5845" y="2811"/>
                    <a:pt x="5893" y="3046"/>
                  </a:cubicBezTo>
                  <a:cubicBezTo>
                    <a:pt x="5728" y="3079"/>
                    <a:pt x="5577" y="3116"/>
                    <a:pt x="5426" y="3138"/>
                  </a:cubicBezTo>
                  <a:cubicBezTo>
                    <a:pt x="5187" y="3179"/>
                    <a:pt x="4949" y="3193"/>
                    <a:pt x="4710" y="3193"/>
                  </a:cubicBezTo>
                  <a:cubicBezTo>
                    <a:pt x="4471" y="3193"/>
                    <a:pt x="4232" y="3179"/>
                    <a:pt x="3993" y="3160"/>
                  </a:cubicBezTo>
                  <a:cubicBezTo>
                    <a:pt x="3434" y="3127"/>
                    <a:pt x="2890" y="3010"/>
                    <a:pt x="2353" y="2859"/>
                  </a:cubicBezTo>
                  <a:cubicBezTo>
                    <a:pt x="2121" y="2789"/>
                    <a:pt x="1887" y="2685"/>
                    <a:pt x="1677" y="2557"/>
                  </a:cubicBezTo>
                  <a:cubicBezTo>
                    <a:pt x="1504" y="2451"/>
                    <a:pt x="1493" y="2428"/>
                    <a:pt x="1563" y="2241"/>
                  </a:cubicBezTo>
                  <a:cubicBezTo>
                    <a:pt x="1713" y="1881"/>
                    <a:pt x="1864" y="1532"/>
                    <a:pt x="2074" y="1205"/>
                  </a:cubicBezTo>
                  <a:cubicBezTo>
                    <a:pt x="2191" y="1032"/>
                    <a:pt x="2331" y="892"/>
                    <a:pt x="2504" y="775"/>
                  </a:cubicBezTo>
                  <a:cubicBezTo>
                    <a:pt x="2750" y="624"/>
                    <a:pt x="2993" y="495"/>
                    <a:pt x="3272" y="414"/>
                  </a:cubicBezTo>
                  <a:close/>
                  <a:moveTo>
                    <a:pt x="6801" y="2532"/>
                  </a:moveTo>
                  <a:cubicBezTo>
                    <a:pt x="6812" y="2590"/>
                    <a:pt x="6823" y="2649"/>
                    <a:pt x="6834" y="2719"/>
                  </a:cubicBezTo>
                  <a:cubicBezTo>
                    <a:pt x="6834" y="2730"/>
                    <a:pt x="6812" y="2755"/>
                    <a:pt x="6787" y="2778"/>
                  </a:cubicBezTo>
                  <a:cubicBezTo>
                    <a:pt x="6636" y="2940"/>
                    <a:pt x="6452" y="3046"/>
                    <a:pt x="6228" y="3127"/>
                  </a:cubicBezTo>
                  <a:cubicBezTo>
                    <a:pt x="6147" y="3149"/>
                    <a:pt x="6066" y="3186"/>
                    <a:pt x="5974" y="3219"/>
                  </a:cubicBezTo>
                  <a:cubicBezTo>
                    <a:pt x="5949" y="3104"/>
                    <a:pt x="5963" y="3104"/>
                    <a:pt x="6044" y="3057"/>
                  </a:cubicBezTo>
                  <a:cubicBezTo>
                    <a:pt x="6195" y="2976"/>
                    <a:pt x="6357" y="2895"/>
                    <a:pt x="6496" y="2800"/>
                  </a:cubicBezTo>
                  <a:cubicBezTo>
                    <a:pt x="6602" y="2719"/>
                    <a:pt x="6695" y="2627"/>
                    <a:pt x="6801" y="2532"/>
                  </a:cubicBezTo>
                  <a:close/>
                  <a:moveTo>
                    <a:pt x="1493" y="2498"/>
                  </a:moveTo>
                  <a:lnTo>
                    <a:pt x="1493" y="2498"/>
                  </a:lnTo>
                  <a:cubicBezTo>
                    <a:pt x="1853" y="2766"/>
                    <a:pt x="2247" y="2917"/>
                    <a:pt x="2680" y="3010"/>
                  </a:cubicBezTo>
                  <a:cubicBezTo>
                    <a:pt x="3063" y="3091"/>
                    <a:pt x="3434" y="3174"/>
                    <a:pt x="3831" y="3208"/>
                  </a:cubicBezTo>
                  <a:cubicBezTo>
                    <a:pt x="4111" y="3241"/>
                    <a:pt x="4393" y="3261"/>
                    <a:pt x="4675" y="3261"/>
                  </a:cubicBezTo>
                  <a:cubicBezTo>
                    <a:pt x="5074" y="3261"/>
                    <a:pt x="5473" y="3222"/>
                    <a:pt x="5868" y="3127"/>
                  </a:cubicBezTo>
                  <a:cubicBezTo>
                    <a:pt x="5868" y="3116"/>
                    <a:pt x="5879" y="3116"/>
                    <a:pt x="5879" y="3116"/>
                  </a:cubicBezTo>
                  <a:lnTo>
                    <a:pt x="5879" y="3116"/>
                  </a:lnTo>
                  <a:cubicBezTo>
                    <a:pt x="5926" y="3208"/>
                    <a:pt x="5915" y="3230"/>
                    <a:pt x="5823" y="3255"/>
                  </a:cubicBezTo>
                  <a:cubicBezTo>
                    <a:pt x="5513" y="3317"/>
                    <a:pt x="5204" y="3345"/>
                    <a:pt x="4894" y="3345"/>
                  </a:cubicBezTo>
                  <a:cubicBezTo>
                    <a:pt x="4796" y="3345"/>
                    <a:pt x="4698" y="3342"/>
                    <a:pt x="4599" y="3336"/>
                  </a:cubicBezTo>
                  <a:cubicBezTo>
                    <a:pt x="4298" y="3314"/>
                    <a:pt x="3982" y="3314"/>
                    <a:pt x="3680" y="3267"/>
                  </a:cubicBezTo>
                  <a:cubicBezTo>
                    <a:pt x="3133" y="3197"/>
                    <a:pt x="2585" y="3127"/>
                    <a:pt x="2063" y="2940"/>
                  </a:cubicBezTo>
                  <a:cubicBezTo>
                    <a:pt x="1864" y="2870"/>
                    <a:pt x="1688" y="2789"/>
                    <a:pt x="1526" y="2649"/>
                  </a:cubicBezTo>
                  <a:cubicBezTo>
                    <a:pt x="1479" y="2602"/>
                    <a:pt x="1468" y="2557"/>
                    <a:pt x="1493" y="2498"/>
                  </a:cubicBezTo>
                  <a:close/>
                  <a:moveTo>
                    <a:pt x="6845" y="2825"/>
                  </a:moveTo>
                  <a:cubicBezTo>
                    <a:pt x="6845" y="2928"/>
                    <a:pt x="6857" y="3021"/>
                    <a:pt x="6857" y="3104"/>
                  </a:cubicBezTo>
                  <a:cubicBezTo>
                    <a:pt x="6871" y="3208"/>
                    <a:pt x="6871" y="3300"/>
                    <a:pt x="6882" y="3406"/>
                  </a:cubicBezTo>
                  <a:cubicBezTo>
                    <a:pt x="6893" y="3487"/>
                    <a:pt x="6857" y="3557"/>
                    <a:pt x="6801" y="3605"/>
                  </a:cubicBezTo>
                  <a:cubicBezTo>
                    <a:pt x="6602" y="3803"/>
                    <a:pt x="6368" y="3929"/>
                    <a:pt x="6125" y="4035"/>
                  </a:cubicBezTo>
                  <a:cubicBezTo>
                    <a:pt x="6088" y="4046"/>
                    <a:pt x="6044" y="4068"/>
                    <a:pt x="6007" y="4082"/>
                  </a:cubicBezTo>
                  <a:lnTo>
                    <a:pt x="5974" y="4082"/>
                  </a:lnTo>
                  <a:cubicBezTo>
                    <a:pt x="5985" y="4057"/>
                    <a:pt x="5985" y="4035"/>
                    <a:pt x="5985" y="4024"/>
                  </a:cubicBezTo>
                  <a:cubicBezTo>
                    <a:pt x="6032" y="3803"/>
                    <a:pt x="6019" y="3593"/>
                    <a:pt x="5985" y="3370"/>
                  </a:cubicBezTo>
                  <a:cubicBezTo>
                    <a:pt x="5985" y="3314"/>
                    <a:pt x="5985" y="3278"/>
                    <a:pt x="6055" y="3255"/>
                  </a:cubicBezTo>
                  <a:cubicBezTo>
                    <a:pt x="6276" y="3186"/>
                    <a:pt x="6496" y="3104"/>
                    <a:pt x="6683" y="2951"/>
                  </a:cubicBezTo>
                  <a:cubicBezTo>
                    <a:pt x="6731" y="2917"/>
                    <a:pt x="6776" y="2881"/>
                    <a:pt x="6845" y="2825"/>
                  </a:cubicBezTo>
                  <a:close/>
                  <a:moveTo>
                    <a:pt x="8054" y="3775"/>
                  </a:moveTo>
                  <a:cubicBezTo>
                    <a:pt x="8097" y="3775"/>
                    <a:pt x="8140" y="3776"/>
                    <a:pt x="8184" y="3778"/>
                  </a:cubicBezTo>
                  <a:cubicBezTo>
                    <a:pt x="8198" y="3778"/>
                    <a:pt x="8231" y="3803"/>
                    <a:pt x="8242" y="3825"/>
                  </a:cubicBezTo>
                  <a:cubicBezTo>
                    <a:pt x="8267" y="3873"/>
                    <a:pt x="8290" y="3943"/>
                    <a:pt x="8312" y="3998"/>
                  </a:cubicBezTo>
                  <a:cubicBezTo>
                    <a:pt x="8209" y="4012"/>
                    <a:pt x="8103" y="4024"/>
                    <a:pt x="8010" y="4035"/>
                  </a:cubicBezTo>
                  <a:cubicBezTo>
                    <a:pt x="7893" y="4046"/>
                    <a:pt x="7765" y="4068"/>
                    <a:pt x="7650" y="4082"/>
                  </a:cubicBezTo>
                  <a:cubicBezTo>
                    <a:pt x="7635" y="4086"/>
                    <a:pt x="7622" y="4088"/>
                    <a:pt x="7611" y="4088"/>
                  </a:cubicBezTo>
                  <a:cubicBezTo>
                    <a:pt x="7588" y="4088"/>
                    <a:pt x="7572" y="4078"/>
                    <a:pt x="7555" y="4046"/>
                  </a:cubicBezTo>
                  <a:cubicBezTo>
                    <a:pt x="7522" y="3976"/>
                    <a:pt x="7474" y="3906"/>
                    <a:pt x="7429" y="3836"/>
                  </a:cubicBezTo>
                  <a:cubicBezTo>
                    <a:pt x="7631" y="3797"/>
                    <a:pt x="7842" y="3775"/>
                    <a:pt x="8054" y="3775"/>
                  </a:cubicBezTo>
                  <a:close/>
                  <a:moveTo>
                    <a:pt x="7302" y="3872"/>
                  </a:moveTo>
                  <a:cubicBezTo>
                    <a:pt x="7381" y="3872"/>
                    <a:pt x="7476" y="3994"/>
                    <a:pt x="7510" y="4116"/>
                  </a:cubicBezTo>
                  <a:cubicBezTo>
                    <a:pt x="7485" y="4116"/>
                    <a:pt x="7463" y="4116"/>
                    <a:pt x="7463" y="4105"/>
                  </a:cubicBezTo>
                  <a:cubicBezTo>
                    <a:pt x="7429" y="4057"/>
                    <a:pt x="7415" y="4024"/>
                    <a:pt x="7382" y="3976"/>
                  </a:cubicBezTo>
                  <a:cubicBezTo>
                    <a:pt x="7359" y="3943"/>
                    <a:pt x="7323" y="3906"/>
                    <a:pt x="7290" y="3873"/>
                  </a:cubicBezTo>
                  <a:cubicBezTo>
                    <a:pt x="7294" y="3872"/>
                    <a:pt x="7298" y="3872"/>
                    <a:pt x="7302" y="3872"/>
                  </a:cubicBezTo>
                  <a:close/>
                  <a:moveTo>
                    <a:pt x="1456" y="2671"/>
                  </a:moveTo>
                  <a:cubicBezTo>
                    <a:pt x="1677" y="2870"/>
                    <a:pt x="1934" y="2987"/>
                    <a:pt x="2214" y="3057"/>
                  </a:cubicBezTo>
                  <a:cubicBezTo>
                    <a:pt x="2515" y="3138"/>
                    <a:pt x="2831" y="3208"/>
                    <a:pt x="3144" y="3255"/>
                  </a:cubicBezTo>
                  <a:cubicBezTo>
                    <a:pt x="3390" y="3300"/>
                    <a:pt x="3633" y="3348"/>
                    <a:pt x="3890" y="3359"/>
                  </a:cubicBezTo>
                  <a:cubicBezTo>
                    <a:pt x="4212" y="3389"/>
                    <a:pt x="4539" y="3413"/>
                    <a:pt x="4868" y="3413"/>
                  </a:cubicBezTo>
                  <a:cubicBezTo>
                    <a:pt x="5061" y="3413"/>
                    <a:pt x="5255" y="3405"/>
                    <a:pt x="5449" y="3384"/>
                  </a:cubicBezTo>
                  <a:cubicBezTo>
                    <a:pt x="5577" y="3370"/>
                    <a:pt x="5717" y="3336"/>
                    <a:pt x="5856" y="3314"/>
                  </a:cubicBezTo>
                  <a:cubicBezTo>
                    <a:pt x="5868" y="3314"/>
                    <a:pt x="5893" y="3300"/>
                    <a:pt x="5915" y="3300"/>
                  </a:cubicBezTo>
                  <a:cubicBezTo>
                    <a:pt x="5949" y="3510"/>
                    <a:pt x="5949" y="3719"/>
                    <a:pt x="5938" y="3929"/>
                  </a:cubicBezTo>
                  <a:cubicBezTo>
                    <a:pt x="5926" y="4082"/>
                    <a:pt x="5856" y="4138"/>
                    <a:pt x="5717" y="4186"/>
                  </a:cubicBezTo>
                  <a:cubicBezTo>
                    <a:pt x="5426" y="4292"/>
                    <a:pt x="5125" y="4336"/>
                    <a:pt x="4820" y="4348"/>
                  </a:cubicBezTo>
                  <a:cubicBezTo>
                    <a:pt x="4774" y="4348"/>
                    <a:pt x="4728" y="4349"/>
                    <a:pt x="4681" y="4349"/>
                  </a:cubicBezTo>
                  <a:cubicBezTo>
                    <a:pt x="3939" y="4349"/>
                    <a:pt x="3216" y="4244"/>
                    <a:pt x="2493" y="4057"/>
                  </a:cubicBezTo>
                  <a:cubicBezTo>
                    <a:pt x="2317" y="4024"/>
                    <a:pt x="2155" y="3943"/>
                    <a:pt x="1993" y="3873"/>
                  </a:cubicBezTo>
                  <a:cubicBezTo>
                    <a:pt x="1772" y="3778"/>
                    <a:pt x="1618" y="3605"/>
                    <a:pt x="1479" y="3417"/>
                  </a:cubicBezTo>
                  <a:cubicBezTo>
                    <a:pt x="1398" y="3314"/>
                    <a:pt x="1375" y="3208"/>
                    <a:pt x="1398" y="3068"/>
                  </a:cubicBezTo>
                  <a:cubicBezTo>
                    <a:pt x="1423" y="2940"/>
                    <a:pt x="1434" y="2811"/>
                    <a:pt x="1456" y="2671"/>
                  </a:cubicBezTo>
                  <a:close/>
                  <a:moveTo>
                    <a:pt x="7206" y="3895"/>
                  </a:moveTo>
                  <a:cubicBezTo>
                    <a:pt x="7220" y="3895"/>
                    <a:pt x="7242" y="3906"/>
                    <a:pt x="7253" y="3917"/>
                  </a:cubicBezTo>
                  <a:cubicBezTo>
                    <a:pt x="7301" y="3976"/>
                    <a:pt x="7359" y="4046"/>
                    <a:pt x="7415" y="4127"/>
                  </a:cubicBezTo>
                  <a:cubicBezTo>
                    <a:pt x="6742" y="4325"/>
                    <a:pt x="6088" y="4524"/>
                    <a:pt x="5474" y="4837"/>
                  </a:cubicBezTo>
                  <a:cubicBezTo>
                    <a:pt x="5404" y="4756"/>
                    <a:pt x="5334" y="4686"/>
                    <a:pt x="5250" y="4605"/>
                  </a:cubicBezTo>
                  <a:cubicBezTo>
                    <a:pt x="5264" y="4594"/>
                    <a:pt x="5275" y="4582"/>
                    <a:pt x="5287" y="4582"/>
                  </a:cubicBezTo>
                  <a:cubicBezTo>
                    <a:pt x="5856" y="4292"/>
                    <a:pt x="6438" y="4057"/>
                    <a:pt x="7066" y="3917"/>
                  </a:cubicBezTo>
                  <a:cubicBezTo>
                    <a:pt x="7114" y="3906"/>
                    <a:pt x="7161" y="3895"/>
                    <a:pt x="7206" y="3895"/>
                  </a:cubicBezTo>
                  <a:close/>
                  <a:moveTo>
                    <a:pt x="5077" y="4571"/>
                  </a:moveTo>
                  <a:cubicBezTo>
                    <a:pt x="5088" y="4571"/>
                    <a:pt x="5125" y="4571"/>
                    <a:pt x="5136" y="4582"/>
                  </a:cubicBezTo>
                  <a:cubicBezTo>
                    <a:pt x="5239" y="4697"/>
                    <a:pt x="5368" y="4781"/>
                    <a:pt x="5426" y="4932"/>
                  </a:cubicBezTo>
                  <a:cubicBezTo>
                    <a:pt x="5437" y="4954"/>
                    <a:pt x="5437" y="4965"/>
                    <a:pt x="5449" y="4990"/>
                  </a:cubicBezTo>
                  <a:cubicBezTo>
                    <a:pt x="5437" y="5001"/>
                    <a:pt x="5426" y="5024"/>
                    <a:pt x="5404" y="5035"/>
                  </a:cubicBezTo>
                  <a:cubicBezTo>
                    <a:pt x="5334" y="5082"/>
                    <a:pt x="5264" y="5116"/>
                    <a:pt x="5194" y="5163"/>
                  </a:cubicBezTo>
                  <a:cubicBezTo>
                    <a:pt x="5168" y="5185"/>
                    <a:pt x="5146" y="5197"/>
                    <a:pt x="5126" y="5197"/>
                  </a:cubicBezTo>
                  <a:cubicBezTo>
                    <a:pt x="5101" y="5197"/>
                    <a:pt x="5079" y="5179"/>
                    <a:pt x="5055" y="5141"/>
                  </a:cubicBezTo>
                  <a:cubicBezTo>
                    <a:pt x="4960" y="5035"/>
                    <a:pt x="4879" y="4920"/>
                    <a:pt x="4787" y="4803"/>
                  </a:cubicBezTo>
                  <a:cubicBezTo>
                    <a:pt x="4750" y="4767"/>
                    <a:pt x="4750" y="4733"/>
                    <a:pt x="4809" y="4711"/>
                  </a:cubicBezTo>
                  <a:cubicBezTo>
                    <a:pt x="4890" y="4663"/>
                    <a:pt x="4985" y="4616"/>
                    <a:pt x="5077" y="4571"/>
                  </a:cubicBezTo>
                  <a:close/>
                  <a:moveTo>
                    <a:pt x="6926" y="2998"/>
                  </a:moveTo>
                  <a:lnTo>
                    <a:pt x="6926" y="2998"/>
                  </a:lnTo>
                  <a:cubicBezTo>
                    <a:pt x="7359" y="3138"/>
                    <a:pt x="7672" y="3406"/>
                    <a:pt x="7999" y="3708"/>
                  </a:cubicBezTo>
                  <a:cubicBezTo>
                    <a:pt x="7974" y="3708"/>
                    <a:pt x="7952" y="3719"/>
                    <a:pt x="7941" y="3719"/>
                  </a:cubicBezTo>
                  <a:cubicBezTo>
                    <a:pt x="7323" y="3755"/>
                    <a:pt x="6731" y="3906"/>
                    <a:pt x="6158" y="4127"/>
                  </a:cubicBezTo>
                  <a:cubicBezTo>
                    <a:pt x="5856" y="4244"/>
                    <a:pt x="5555" y="4395"/>
                    <a:pt x="5264" y="4524"/>
                  </a:cubicBezTo>
                  <a:cubicBezTo>
                    <a:pt x="5246" y="4535"/>
                    <a:pt x="5231" y="4540"/>
                    <a:pt x="5217" y="4540"/>
                  </a:cubicBezTo>
                  <a:cubicBezTo>
                    <a:pt x="5202" y="4540"/>
                    <a:pt x="5187" y="4535"/>
                    <a:pt x="5169" y="4524"/>
                  </a:cubicBezTo>
                  <a:cubicBezTo>
                    <a:pt x="5153" y="4516"/>
                    <a:pt x="5131" y="4508"/>
                    <a:pt x="5111" y="4508"/>
                  </a:cubicBezTo>
                  <a:cubicBezTo>
                    <a:pt x="5103" y="4508"/>
                    <a:pt x="5095" y="4509"/>
                    <a:pt x="5088" y="4512"/>
                  </a:cubicBezTo>
                  <a:cubicBezTo>
                    <a:pt x="4960" y="4571"/>
                    <a:pt x="4845" y="4627"/>
                    <a:pt x="4728" y="4697"/>
                  </a:cubicBezTo>
                  <a:cubicBezTo>
                    <a:pt x="4647" y="4744"/>
                    <a:pt x="4717" y="4792"/>
                    <a:pt x="4750" y="4837"/>
                  </a:cubicBezTo>
                  <a:cubicBezTo>
                    <a:pt x="4728" y="4851"/>
                    <a:pt x="4705" y="4862"/>
                    <a:pt x="4692" y="4873"/>
                  </a:cubicBezTo>
                  <a:cubicBezTo>
                    <a:pt x="4110" y="5152"/>
                    <a:pt x="3599" y="5535"/>
                    <a:pt x="3133" y="5954"/>
                  </a:cubicBezTo>
                  <a:cubicBezTo>
                    <a:pt x="3108" y="5973"/>
                    <a:pt x="3076" y="5983"/>
                    <a:pt x="3046" y="5983"/>
                  </a:cubicBezTo>
                  <a:cubicBezTo>
                    <a:pt x="3035" y="5983"/>
                    <a:pt x="3025" y="5982"/>
                    <a:pt x="3015" y="5979"/>
                  </a:cubicBezTo>
                  <a:cubicBezTo>
                    <a:pt x="2610" y="5932"/>
                    <a:pt x="2214" y="5839"/>
                    <a:pt x="1828" y="5711"/>
                  </a:cubicBezTo>
                  <a:cubicBezTo>
                    <a:pt x="1456" y="5582"/>
                    <a:pt x="1107" y="5409"/>
                    <a:pt x="780" y="5200"/>
                  </a:cubicBezTo>
                  <a:cubicBezTo>
                    <a:pt x="549" y="5071"/>
                    <a:pt x="375" y="4884"/>
                    <a:pt x="236" y="4663"/>
                  </a:cubicBezTo>
                  <a:cubicBezTo>
                    <a:pt x="107" y="4443"/>
                    <a:pt x="118" y="4208"/>
                    <a:pt x="236" y="3998"/>
                  </a:cubicBezTo>
                  <a:cubicBezTo>
                    <a:pt x="375" y="3767"/>
                    <a:pt x="571" y="3593"/>
                    <a:pt x="806" y="3465"/>
                  </a:cubicBezTo>
                  <a:cubicBezTo>
                    <a:pt x="945" y="3384"/>
                    <a:pt x="1096" y="3314"/>
                    <a:pt x="1247" y="3244"/>
                  </a:cubicBezTo>
                  <a:cubicBezTo>
                    <a:pt x="1269" y="3230"/>
                    <a:pt x="1294" y="3219"/>
                    <a:pt x="1317" y="3219"/>
                  </a:cubicBezTo>
                  <a:cubicBezTo>
                    <a:pt x="1456" y="3593"/>
                    <a:pt x="1725" y="3848"/>
                    <a:pt x="2085" y="3998"/>
                  </a:cubicBezTo>
                  <a:cubicBezTo>
                    <a:pt x="2482" y="4152"/>
                    <a:pt x="2890" y="4222"/>
                    <a:pt x="3295" y="4303"/>
                  </a:cubicBezTo>
                  <a:cubicBezTo>
                    <a:pt x="3755" y="4374"/>
                    <a:pt x="4212" y="4408"/>
                    <a:pt x="4671" y="4408"/>
                  </a:cubicBezTo>
                  <a:cubicBezTo>
                    <a:pt x="4737" y="4408"/>
                    <a:pt x="4802" y="4408"/>
                    <a:pt x="4868" y="4406"/>
                  </a:cubicBezTo>
                  <a:cubicBezTo>
                    <a:pt x="5125" y="4406"/>
                    <a:pt x="5368" y="4373"/>
                    <a:pt x="5613" y="4292"/>
                  </a:cubicBezTo>
                  <a:cubicBezTo>
                    <a:pt x="5879" y="4186"/>
                    <a:pt x="6136" y="4093"/>
                    <a:pt x="6393" y="3976"/>
                  </a:cubicBezTo>
                  <a:cubicBezTo>
                    <a:pt x="6544" y="3895"/>
                    <a:pt x="6683" y="3778"/>
                    <a:pt x="6812" y="3674"/>
                  </a:cubicBezTo>
                  <a:cubicBezTo>
                    <a:pt x="6940" y="3593"/>
                    <a:pt x="6963" y="3454"/>
                    <a:pt x="6952" y="3314"/>
                  </a:cubicBezTo>
                  <a:cubicBezTo>
                    <a:pt x="6940" y="3208"/>
                    <a:pt x="6940" y="3116"/>
                    <a:pt x="6926" y="2998"/>
                  </a:cubicBezTo>
                  <a:close/>
                  <a:moveTo>
                    <a:pt x="8242" y="4093"/>
                  </a:moveTo>
                  <a:lnTo>
                    <a:pt x="8242" y="4093"/>
                  </a:lnTo>
                  <a:cubicBezTo>
                    <a:pt x="8393" y="4443"/>
                    <a:pt x="8360" y="4686"/>
                    <a:pt x="8150" y="4943"/>
                  </a:cubicBezTo>
                  <a:cubicBezTo>
                    <a:pt x="7882" y="5256"/>
                    <a:pt x="7533" y="5465"/>
                    <a:pt x="7136" y="5582"/>
                  </a:cubicBezTo>
                  <a:cubicBezTo>
                    <a:pt x="6834" y="5663"/>
                    <a:pt x="6533" y="5758"/>
                    <a:pt x="6217" y="5828"/>
                  </a:cubicBezTo>
                  <a:cubicBezTo>
                    <a:pt x="5879" y="5909"/>
                    <a:pt x="5530" y="5968"/>
                    <a:pt x="5169" y="6002"/>
                  </a:cubicBezTo>
                  <a:cubicBezTo>
                    <a:pt x="4837" y="6034"/>
                    <a:pt x="4499" y="6039"/>
                    <a:pt x="4163" y="6039"/>
                  </a:cubicBezTo>
                  <a:cubicBezTo>
                    <a:pt x="4005" y="6039"/>
                    <a:pt x="3848" y="6038"/>
                    <a:pt x="3691" y="6038"/>
                  </a:cubicBezTo>
                  <a:cubicBezTo>
                    <a:pt x="3669" y="6038"/>
                    <a:pt x="3644" y="6024"/>
                    <a:pt x="3599" y="6024"/>
                  </a:cubicBezTo>
                  <a:cubicBezTo>
                    <a:pt x="4029" y="5652"/>
                    <a:pt x="4518" y="5409"/>
                    <a:pt x="5018" y="5186"/>
                  </a:cubicBezTo>
                  <a:cubicBezTo>
                    <a:pt x="5030" y="5200"/>
                    <a:pt x="5041" y="5211"/>
                    <a:pt x="5041" y="5222"/>
                  </a:cubicBezTo>
                  <a:cubicBezTo>
                    <a:pt x="5067" y="5255"/>
                    <a:pt x="5097" y="5269"/>
                    <a:pt x="5127" y="5269"/>
                  </a:cubicBezTo>
                  <a:cubicBezTo>
                    <a:pt x="5150" y="5269"/>
                    <a:pt x="5173" y="5260"/>
                    <a:pt x="5194" y="5244"/>
                  </a:cubicBezTo>
                  <a:cubicBezTo>
                    <a:pt x="5287" y="5186"/>
                    <a:pt x="5379" y="5130"/>
                    <a:pt x="5460" y="5071"/>
                  </a:cubicBezTo>
                  <a:cubicBezTo>
                    <a:pt x="5507" y="5046"/>
                    <a:pt x="5530" y="5013"/>
                    <a:pt x="5507" y="4954"/>
                  </a:cubicBezTo>
                  <a:cubicBezTo>
                    <a:pt x="5485" y="4906"/>
                    <a:pt x="5507" y="4895"/>
                    <a:pt x="5555" y="4873"/>
                  </a:cubicBezTo>
                  <a:cubicBezTo>
                    <a:pt x="5893" y="4697"/>
                    <a:pt x="6242" y="4571"/>
                    <a:pt x="6602" y="4443"/>
                  </a:cubicBezTo>
                  <a:cubicBezTo>
                    <a:pt x="6996" y="4314"/>
                    <a:pt x="7393" y="4186"/>
                    <a:pt x="7812" y="4127"/>
                  </a:cubicBezTo>
                  <a:cubicBezTo>
                    <a:pt x="7952" y="4105"/>
                    <a:pt x="8103" y="4105"/>
                    <a:pt x="8242" y="4093"/>
                  </a:cubicBezTo>
                  <a:close/>
                  <a:moveTo>
                    <a:pt x="4787" y="4895"/>
                  </a:moveTo>
                  <a:cubicBezTo>
                    <a:pt x="4856" y="4965"/>
                    <a:pt x="4915" y="5035"/>
                    <a:pt x="4996" y="5116"/>
                  </a:cubicBezTo>
                  <a:cubicBezTo>
                    <a:pt x="4890" y="5163"/>
                    <a:pt x="4798" y="5211"/>
                    <a:pt x="4705" y="5256"/>
                  </a:cubicBezTo>
                  <a:cubicBezTo>
                    <a:pt x="4379" y="5395"/>
                    <a:pt x="4063" y="5582"/>
                    <a:pt x="3772" y="5792"/>
                  </a:cubicBezTo>
                  <a:cubicBezTo>
                    <a:pt x="3658" y="5884"/>
                    <a:pt x="3552" y="6002"/>
                    <a:pt x="3448" y="6108"/>
                  </a:cubicBezTo>
                  <a:cubicBezTo>
                    <a:pt x="3428" y="6117"/>
                    <a:pt x="3409" y="6133"/>
                    <a:pt x="3391" y="6133"/>
                  </a:cubicBezTo>
                  <a:cubicBezTo>
                    <a:pt x="3387" y="6133"/>
                    <a:pt x="3383" y="6132"/>
                    <a:pt x="3379" y="6130"/>
                  </a:cubicBezTo>
                  <a:cubicBezTo>
                    <a:pt x="3295" y="6130"/>
                    <a:pt x="3203" y="6108"/>
                    <a:pt x="3110" y="6094"/>
                  </a:cubicBezTo>
                  <a:cubicBezTo>
                    <a:pt x="3144" y="6049"/>
                    <a:pt x="3169" y="6002"/>
                    <a:pt x="3203" y="5968"/>
                  </a:cubicBezTo>
                  <a:cubicBezTo>
                    <a:pt x="3412" y="5792"/>
                    <a:pt x="3633" y="5619"/>
                    <a:pt x="3853" y="5454"/>
                  </a:cubicBezTo>
                  <a:cubicBezTo>
                    <a:pt x="4122" y="5256"/>
                    <a:pt x="4412" y="5071"/>
                    <a:pt x="4717" y="4932"/>
                  </a:cubicBezTo>
                  <a:cubicBezTo>
                    <a:pt x="4739" y="4920"/>
                    <a:pt x="4761" y="4906"/>
                    <a:pt x="4787" y="4895"/>
                  </a:cubicBezTo>
                  <a:close/>
                  <a:moveTo>
                    <a:pt x="3917" y="0"/>
                  </a:moveTo>
                  <a:cubicBezTo>
                    <a:pt x="3685" y="0"/>
                    <a:pt x="3498" y="103"/>
                    <a:pt x="3353" y="297"/>
                  </a:cubicBezTo>
                  <a:cubicBezTo>
                    <a:pt x="3331" y="322"/>
                    <a:pt x="3309" y="356"/>
                    <a:pt x="3272" y="367"/>
                  </a:cubicBezTo>
                  <a:cubicBezTo>
                    <a:pt x="2971" y="437"/>
                    <a:pt x="2702" y="590"/>
                    <a:pt x="2445" y="752"/>
                  </a:cubicBezTo>
                  <a:cubicBezTo>
                    <a:pt x="2283" y="856"/>
                    <a:pt x="2144" y="984"/>
                    <a:pt x="2026" y="1149"/>
                  </a:cubicBezTo>
                  <a:cubicBezTo>
                    <a:pt x="1644" y="1741"/>
                    <a:pt x="1375" y="2381"/>
                    <a:pt x="1317" y="3104"/>
                  </a:cubicBezTo>
                  <a:cubicBezTo>
                    <a:pt x="1317" y="3138"/>
                    <a:pt x="1294" y="3149"/>
                    <a:pt x="1258" y="3160"/>
                  </a:cubicBezTo>
                  <a:cubicBezTo>
                    <a:pt x="1074" y="3255"/>
                    <a:pt x="887" y="3348"/>
                    <a:pt x="699" y="3454"/>
                  </a:cubicBezTo>
                  <a:cubicBezTo>
                    <a:pt x="526" y="3546"/>
                    <a:pt x="375" y="3686"/>
                    <a:pt x="247" y="3848"/>
                  </a:cubicBezTo>
                  <a:cubicBezTo>
                    <a:pt x="60" y="4093"/>
                    <a:pt x="1" y="4443"/>
                    <a:pt x="199" y="4744"/>
                  </a:cubicBezTo>
                  <a:cubicBezTo>
                    <a:pt x="361" y="4976"/>
                    <a:pt x="560" y="5163"/>
                    <a:pt x="806" y="5303"/>
                  </a:cubicBezTo>
                  <a:cubicBezTo>
                    <a:pt x="1479" y="5711"/>
                    <a:pt x="2214" y="5954"/>
                    <a:pt x="2993" y="6060"/>
                  </a:cubicBezTo>
                  <a:cubicBezTo>
                    <a:pt x="3015" y="6060"/>
                    <a:pt x="3052" y="6060"/>
                    <a:pt x="3052" y="6108"/>
                  </a:cubicBezTo>
                  <a:cubicBezTo>
                    <a:pt x="3052" y="6130"/>
                    <a:pt x="3085" y="6152"/>
                    <a:pt x="3110" y="6152"/>
                  </a:cubicBezTo>
                  <a:cubicBezTo>
                    <a:pt x="3203" y="6178"/>
                    <a:pt x="3295" y="6189"/>
                    <a:pt x="3390" y="6211"/>
                  </a:cubicBezTo>
                  <a:cubicBezTo>
                    <a:pt x="3434" y="6211"/>
                    <a:pt x="3471" y="6189"/>
                    <a:pt x="3504" y="6152"/>
                  </a:cubicBezTo>
                  <a:cubicBezTo>
                    <a:pt x="3518" y="6130"/>
                    <a:pt x="3563" y="6108"/>
                    <a:pt x="3588" y="6108"/>
                  </a:cubicBezTo>
                  <a:cubicBezTo>
                    <a:pt x="3709" y="6108"/>
                    <a:pt x="3829" y="6122"/>
                    <a:pt x="3944" y="6122"/>
                  </a:cubicBezTo>
                  <a:cubicBezTo>
                    <a:pt x="3973" y="6122"/>
                    <a:pt x="4001" y="6121"/>
                    <a:pt x="4029" y="6119"/>
                  </a:cubicBezTo>
                  <a:cubicBezTo>
                    <a:pt x="4437" y="6094"/>
                    <a:pt x="4845" y="6119"/>
                    <a:pt x="5250" y="6060"/>
                  </a:cubicBezTo>
                  <a:cubicBezTo>
                    <a:pt x="5588" y="6013"/>
                    <a:pt x="5938" y="5968"/>
                    <a:pt x="6276" y="5884"/>
                  </a:cubicBezTo>
                  <a:cubicBezTo>
                    <a:pt x="6577" y="5814"/>
                    <a:pt x="6871" y="5722"/>
                    <a:pt x="7161" y="5641"/>
                  </a:cubicBezTo>
                  <a:cubicBezTo>
                    <a:pt x="7346" y="5594"/>
                    <a:pt x="7522" y="5501"/>
                    <a:pt x="7695" y="5409"/>
                  </a:cubicBezTo>
                  <a:cubicBezTo>
                    <a:pt x="7893" y="5303"/>
                    <a:pt x="8058" y="5163"/>
                    <a:pt x="8198" y="5001"/>
                  </a:cubicBezTo>
                  <a:cubicBezTo>
                    <a:pt x="8337" y="4837"/>
                    <a:pt x="8429" y="4663"/>
                    <a:pt x="8407" y="4454"/>
                  </a:cubicBezTo>
                  <a:cubicBezTo>
                    <a:pt x="8393" y="4336"/>
                    <a:pt x="8371" y="4222"/>
                    <a:pt x="8348" y="4093"/>
                  </a:cubicBezTo>
                  <a:cubicBezTo>
                    <a:pt x="8407" y="4082"/>
                    <a:pt x="8407" y="4035"/>
                    <a:pt x="8382" y="3976"/>
                  </a:cubicBezTo>
                  <a:cubicBezTo>
                    <a:pt x="8348" y="3917"/>
                    <a:pt x="8337" y="3859"/>
                    <a:pt x="8312" y="3803"/>
                  </a:cubicBezTo>
                  <a:cubicBezTo>
                    <a:pt x="8279" y="3733"/>
                    <a:pt x="8231" y="3697"/>
                    <a:pt x="8150" y="3697"/>
                  </a:cubicBezTo>
                  <a:cubicBezTo>
                    <a:pt x="8146" y="3699"/>
                    <a:pt x="8141" y="3700"/>
                    <a:pt x="8135" y="3700"/>
                  </a:cubicBezTo>
                  <a:cubicBezTo>
                    <a:pt x="8111" y="3700"/>
                    <a:pt x="8076" y="3683"/>
                    <a:pt x="8058" y="3674"/>
                  </a:cubicBezTo>
                  <a:cubicBezTo>
                    <a:pt x="7952" y="3579"/>
                    <a:pt x="7860" y="3476"/>
                    <a:pt x="7742" y="3384"/>
                  </a:cubicBezTo>
                  <a:cubicBezTo>
                    <a:pt x="7499" y="3197"/>
                    <a:pt x="7253" y="3035"/>
                    <a:pt x="6963" y="2940"/>
                  </a:cubicBezTo>
                  <a:cubicBezTo>
                    <a:pt x="6940" y="2940"/>
                    <a:pt x="6926" y="2917"/>
                    <a:pt x="6926" y="2895"/>
                  </a:cubicBezTo>
                  <a:cubicBezTo>
                    <a:pt x="6915" y="2836"/>
                    <a:pt x="6915" y="2778"/>
                    <a:pt x="6904" y="2708"/>
                  </a:cubicBezTo>
                  <a:cubicBezTo>
                    <a:pt x="6857" y="2440"/>
                    <a:pt x="6801" y="2160"/>
                    <a:pt x="6695" y="1903"/>
                  </a:cubicBezTo>
                  <a:cubicBezTo>
                    <a:pt x="6533" y="1498"/>
                    <a:pt x="6276" y="1160"/>
                    <a:pt x="5926" y="892"/>
                  </a:cubicBezTo>
                  <a:cubicBezTo>
                    <a:pt x="5834" y="822"/>
                    <a:pt x="5728" y="763"/>
                    <a:pt x="5636" y="694"/>
                  </a:cubicBezTo>
                  <a:cubicBezTo>
                    <a:pt x="5287" y="473"/>
                    <a:pt x="4926" y="322"/>
                    <a:pt x="4507" y="297"/>
                  </a:cubicBezTo>
                  <a:cubicBezTo>
                    <a:pt x="4482" y="297"/>
                    <a:pt x="4460" y="286"/>
                    <a:pt x="4460" y="275"/>
                  </a:cubicBezTo>
                  <a:cubicBezTo>
                    <a:pt x="4342" y="124"/>
                    <a:pt x="4191" y="31"/>
                    <a:pt x="4018" y="6"/>
                  </a:cubicBezTo>
                  <a:cubicBezTo>
                    <a:pt x="3984" y="2"/>
                    <a:pt x="3950" y="0"/>
                    <a:pt x="3917"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8" name="Google Shape;1748;p43"/>
            <p:cNvSpPr/>
            <p:nvPr/>
          </p:nvSpPr>
          <p:spPr>
            <a:xfrm>
              <a:off x="6570563" y="464226"/>
              <a:ext cx="20348" cy="21180"/>
            </a:xfrm>
            <a:custGeom>
              <a:avLst/>
              <a:gdLst/>
              <a:ahLst/>
              <a:cxnLst/>
              <a:rect l="l" t="t" r="r" b="b"/>
              <a:pathLst>
                <a:path w="269" h="280" extrusionOk="0">
                  <a:moveTo>
                    <a:pt x="142" y="79"/>
                  </a:moveTo>
                  <a:cubicBezTo>
                    <a:pt x="173" y="79"/>
                    <a:pt x="208" y="112"/>
                    <a:pt x="198" y="151"/>
                  </a:cubicBezTo>
                  <a:cubicBezTo>
                    <a:pt x="187" y="176"/>
                    <a:pt x="151" y="198"/>
                    <a:pt x="117" y="210"/>
                  </a:cubicBezTo>
                  <a:cubicBezTo>
                    <a:pt x="116" y="211"/>
                    <a:pt x="114" y="211"/>
                    <a:pt x="113" y="211"/>
                  </a:cubicBezTo>
                  <a:cubicBezTo>
                    <a:pt x="99" y="211"/>
                    <a:pt x="78" y="172"/>
                    <a:pt x="48" y="140"/>
                  </a:cubicBezTo>
                  <a:cubicBezTo>
                    <a:pt x="81" y="117"/>
                    <a:pt x="103" y="81"/>
                    <a:pt x="129" y="81"/>
                  </a:cubicBezTo>
                  <a:cubicBezTo>
                    <a:pt x="133" y="80"/>
                    <a:pt x="137" y="79"/>
                    <a:pt x="142" y="79"/>
                  </a:cubicBezTo>
                  <a:close/>
                  <a:moveTo>
                    <a:pt x="129" y="0"/>
                  </a:moveTo>
                  <a:cubicBezTo>
                    <a:pt x="59" y="0"/>
                    <a:pt x="0" y="70"/>
                    <a:pt x="0" y="151"/>
                  </a:cubicBezTo>
                  <a:cubicBezTo>
                    <a:pt x="0" y="232"/>
                    <a:pt x="48" y="279"/>
                    <a:pt x="117" y="279"/>
                  </a:cubicBezTo>
                  <a:cubicBezTo>
                    <a:pt x="198" y="279"/>
                    <a:pt x="268" y="221"/>
                    <a:pt x="268" y="151"/>
                  </a:cubicBezTo>
                  <a:cubicBezTo>
                    <a:pt x="268" y="81"/>
                    <a:pt x="198" y="0"/>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9" name="Google Shape;1749;p43"/>
            <p:cNvSpPr/>
            <p:nvPr/>
          </p:nvSpPr>
          <p:spPr>
            <a:xfrm>
              <a:off x="6529945" y="453637"/>
              <a:ext cx="20348" cy="20348"/>
            </a:xfrm>
            <a:custGeom>
              <a:avLst/>
              <a:gdLst/>
              <a:ahLst/>
              <a:cxnLst/>
              <a:rect l="l" t="t" r="r" b="b"/>
              <a:pathLst>
                <a:path w="269" h="269" extrusionOk="0">
                  <a:moveTo>
                    <a:pt x="129" y="70"/>
                  </a:moveTo>
                  <a:cubicBezTo>
                    <a:pt x="166" y="70"/>
                    <a:pt x="188" y="107"/>
                    <a:pt x="235" y="140"/>
                  </a:cubicBezTo>
                  <a:cubicBezTo>
                    <a:pt x="194" y="172"/>
                    <a:pt x="172" y="201"/>
                    <a:pt x="150" y="201"/>
                  </a:cubicBezTo>
                  <a:cubicBezTo>
                    <a:pt x="147" y="201"/>
                    <a:pt x="144" y="200"/>
                    <a:pt x="140" y="199"/>
                  </a:cubicBezTo>
                  <a:cubicBezTo>
                    <a:pt x="118" y="199"/>
                    <a:pt x="96" y="162"/>
                    <a:pt x="71" y="140"/>
                  </a:cubicBezTo>
                  <a:cubicBezTo>
                    <a:pt x="96" y="118"/>
                    <a:pt x="107" y="70"/>
                    <a:pt x="129" y="70"/>
                  </a:cubicBezTo>
                  <a:close/>
                  <a:moveTo>
                    <a:pt x="129" y="0"/>
                  </a:moveTo>
                  <a:cubicBezTo>
                    <a:pt x="71" y="0"/>
                    <a:pt x="1" y="70"/>
                    <a:pt x="1" y="140"/>
                  </a:cubicBezTo>
                  <a:cubicBezTo>
                    <a:pt x="1" y="210"/>
                    <a:pt x="71" y="269"/>
                    <a:pt x="152" y="269"/>
                  </a:cubicBezTo>
                  <a:cubicBezTo>
                    <a:pt x="210" y="269"/>
                    <a:pt x="269" y="210"/>
                    <a:pt x="269" y="140"/>
                  </a:cubicBezTo>
                  <a:cubicBezTo>
                    <a:pt x="269" y="70"/>
                    <a:pt x="199" y="0"/>
                    <a:pt x="129"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0" name="Google Shape;1750;p43"/>
            <p:cNvSpPr/>
            <p:nvPr/>
          </p:nvSpPr>
          <p:spPr>
            <a:xfrm>
              <a:off x="6713975" y="417405"/>
              <a:ext cx="20423" cy="7867"/>
            </a:xfrm>
            <a:custGeom>
              <a:avLst/>
              <a:gdLst/>
              <a:ahLst/>
              <a:cxnLst/>
              <a:rect l="l" t="t" r="r" b="b"/>
              <a:pathLst>
                <a:path w="270" h="104" extrusionOk="0">
                  <a:moveTo>
                    <a:pt x="31" y="0"/>
                  </a:moveTo>
                  <a:cubicBezTo>
                    <a:pt x="28" y="0"/>
                    <a:pt x="25" y="1"/>
                    <a:pt x="23" y="2"/>
                  </a:cubicBezTo>
                  <a:cubicBezTo>
                    <a:pt x="12" y="13"/>
                    <a:pt x="1" y="38"/>
                    <a:pt x="12" y="49"/>
                  </a:cubicBezTo>
                  <a:cubicBezTo>
                    <a:pt x="32" y="75"/>
                    <a:pt x="143" y="104"/>
                    <a:pt x="218" y="104"/>
                  </a:cubicBezTo>
                  <a:cubicBezTo>
                    <a:pt x="239" y="104"/>
                    <a:pt x="257" y="101"/>
                    <a:pt x="269" y="97"/>
                  </a:cubicBezTo>
                  <a:cubicBezTo>
                    <a:pt x="248" y="63"/>
                    <a:pt x="76" y="0"/>
                    <a:pt x="3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1" name="Google Shape;1751;p43"/>
            <p:cNvSpPr/>
            <p:nvPr/>
          </p:nvSpPr>
          <p:spPr>
            <a:xfrm>
              <a:off x="6601348" y="399101"/>
              <a:ext cx="15129" cy="15961"/>
            </a:xfrm>
            <a:custGeom>
              <a:avLst/>
              <a:gdLst/>
              <a:ahLst/>
              <a:cxnLst/>
              <a:rect l="l" t="t" r="r" b="b"/>
              <a:pathLst>
                <a:path w="200" h="211" extrusionOk="0">
                  <a:moveTo>
                    <a:pt x="199" y="1"/>
                  </a:moveTo>
                  <a:cubicBezTo>
                    <a:pt x="129" y="12"/>
                    <a:pt x="12" y="140"/>
                    <a:pt x="1" y="210"/>
                  </a:cubicBezTo>
                  <a:cubicBezTo>
                    <a:pt x="71" y="199"/>
                    <a:pt x="199" y="59"/>
                    <a:pt x="19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2" name="Google Shape;1752;p43"/>
            <p:cNvSpPr/>
            <p:nvPr/>
          </p:nvSpPr>
          <p:spPr>
            <a:xfrm>
              <a:off x="6733489" y="433365"/>
              <a:ext cx="11422" cy="14448"/>
            </a:xfrm>
            <a:custGeom>
              <a:avLst/>
              <a:gdLst/>
              <a:ahLst/>
              <a:cxnLst/>
              <a:rect l="l" t="t" r="r" b="b"/>
              <a:pathLst>
                <a:path w="151" h="191" extrusionOk="0">
                  <a:moveTo>
                    <a:pt x="11" y="0"/>
                  </a:moveTo>
                  <a:lnTo>
                    <a:pt x="11" y="0"/>
                  </a:lnTo>
                  <a:cubicBezTo>
                    <a:pt x="1" y="87"/>
                    <a:pt x="68" y="190"/>
                    <a:pt x="133" y="190"/>
                  </a:cubicBezTo>
                  <a:cubicBezTo>
                    <a:pt x="139" y="190"/>
                    <a:pt x="145" y="189"/>
                    <a:pt x="151" y="187"/>
                  </a:cubicBezTo>
                  <a:cubicBezTo>
                    <a:pt x="103" y="129"/>
                    <a:pt x="81" y="48"/>
                    <a:pt x="1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3" name="Google Shape;1753;p43"/>
            <p:cNvSpPr/>
            <p:nvPr/>
          </p:nvSpPr>
          <p:spPr>
            <a:xfrm>
              <a:off x="6423445" y="588275"/>
              <a:ext cx="48487" cy="36157"/>
            </a:xfrm>
            <a:custGeom>
              <a:avLst/>
              <a:gdLst/>
              <a:ahLst/>
              <a:cxnLst/>
              <a:rect l="l" t="t" r="r" b="b"/>
              <a:pathLst>
                <a:path w="641" h="478" extrusionOk="0">
                  <a:moveTo>
                    <a:pt x="615" y="0"/>
                  </a:moveTo>
                  <a:cubicBezTo>
                    <a:pt x="433" y="0"/>
                    <a:pt x="1" y="324"/>
                    <a:pt x="1" y="478"/>
                  </a:cubicBezTo>
                  <a:cubicBezTo>
                    <a:pt x="23" y="444"/>
                    <a:pt x="59" y="433"/>
                    <a:pt x="71" y="408"/>
                  </a:cubicBezTo>
                  <a:cubicBezTo>
                    <a:pt x="199" y="235"/>
                    <a:pt x="372" y="128"/>
                    <a:pt x="571" y="47"/>
                  </a:cubicBezTo>
                  <a:cubicBezTo>
                    <a:pt x="596" y="36"/>
                    <a:pt x="607" y="14"/>
                    <a:pt x="640" y="3"/>
                  </a:cubicBezTo>
                  <a:cubicBezTo>
                    <a:pt x="633" y="1"/>
                    <a:pt x="624" y="0"/>
                    <a:pt x="61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4" name="Google Shape;1754;p43"/>
            <p:cNvSpPr/>
            <p:nvPr/>
          </p:nvSpPr>
          <p:spPr>
            <a:xfrm>
              <a:off x="6411191" y="632372"/>
              <a:ext cx="8775" cy="22088"/>
            </a:xfrm>
            <a:custGeom>
              <a:avLst/>
              <a:gdLst/>
              <a:ahLst/>
              <a:cxnLst/>
              <a:rect l="l" t="t" r="r" b="b"/>
              <a:pathLst>
                <a:path w="116" h="292" extrusionOk="0">
                  <a:moveTo>
                    <a:pt x="104" y="1"/>
                  </a:moveTo>
                  <a:cubicBezTo>
                    <a:pt x="34" y="48"/>
                    <a:pt x="23" y="118"/>
                    <a:pt x="12" y="188"/>
                  </a:cubicBezTo>
                  <a:cubicBezTo>
                    <a:pt x="12" y="221"/>
                    <a:pt x="1" y="269"/>
                    <a:pt x="59" y="291"/>
                  </a:cubicBezTo>
                  <a:cubicBezTo>
                    <a:pt x="82" y="199"/>
                    <a:pt x="104" y="104"/>
                    <a:pt x="115" y="12"/>
                  </a:cubicBezTo>
                  <a:lnTo>
                    <a:pt x="104" y="1"/>
                  </a:ln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5" name="Google Shape;1755;p43"/>
            <p:cNvSpPr/>
            <p:nvPr/>
          </p:nvSpPr>
          <p:spPr>
            <a:xfrm>
              <a:off x="6940287" y="581164"/>
              <a:ext cx="15961" cy="13464"/>
            </a:xfrm>
            <a:custGeom>
              <a:avLst/>
              <a:gdLst/>
              <a:ahLst/>
              <a:cxnLst/>
              <a:rect l="l" t="t" r="r" b="b"/>
              <a:pathLst>
                <a:path w="211" h="178" extrusionOk="0">
                  <a:moveTo>
                    <a:pt x="11" y="1"/>
                  </a:moveTo>
                  <a:cubicBezTo>
                    <a:pt x="8" y="1"/>
                    <a:pt x="4" y="1"/>
                    <a:pt x="1" y="2"/>
                  </a:cubicBezTo>
                  <a:cubicBezTo>
                    <a:pt x="48" y="83"/>
                    <a:pt x="118" y="141"/>
                    <a:pt x="211" y="178"/>
                  </a:cubicBezTo>
                  <a:cubicBezTo>
                    <a:pt x="189" y="88"/>
                    <a:pt x="74" y="1"/>
                    <a:pt x="1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6" name="Google Shape;1756;p43"/>
            <p:cNvSpPr/>
            <p:nvPr/>
          </p:nvSpPr>
          <p:spPr>
            <a:xfrm>
              <a:off x="6598625" y="701885"/>
              <a:ext cx="15961" cy="14296"/>
            </a:xfrm>
            <a:custGeom>
              <a:avLst/>
              <a:gdLst/>
              <a:ahLst/>
              <a:cxnLst/>
              <a:rect l="l" t="t" r="r" b="b"/>
              <a:pathLst>
                <a:path w="211" h="189" extrusionOk="0">
                  <a:moveTo>
                    <a:pt x="1" y="1"/>
                  </a:moveTo>
                  <a:cubicBezTo>
                    <a:pt x="25" y="89"/>
                    <a:pt x="139" y="189"/>
                    <a:pt x="201" y="189"/>
                  </a:cubicBezTo>
                  <a:cubicBezTo>
                    <a:pt x="204" y="189"/>
                    <a:pt x="207" y="189"/>
                    <a:pt x="210" y="188"/>
                  </a:cubicBezTo>
                  <a:cubicBezTo>
                    <a:pt x="188" y="129"/>
                    <a:pt x="48" y="1"/>
                    <a:pt x="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7" name="Google Shape;1757;p43"/>
            <p:cNvSpPr/>
            <p:nvPr/>
          </p:nvSpPr>
          <p:spPr>
            <a:xfrm>
              <a:off x="6503547" y="641298"/>
              <a:ext cx="5371" cy="15885"/>
            </a:xfrm>
            <a:custGeom>
              <a:avLst/>
              <a:gdLst/>
              <a:ahLst/>
              <a:cxnLst/>
              <a:rect l="l" t="t" r="r" b="b"/>
              <a:pathLst>
                <a:path w="71" h="210" extrusionOk="0">
                  <a:moveTo>
                    <a:pt x="12" y="0"/>
                  </a:moveTo>
                  <a:cubicBezTo>
                    <a:pt x="12" y="70"/>
                    <a:pt x="0" y="140"/>
                    <a:pt x="0" y="210"/>
                  </a:cubicBezTo>
                  <a:lnTo>
                    <a:pt x="26" y="210"/>
                  </a:lnTo>
                  <a:cubicBezTo>
                    <a:pt x="59" y="162"/>
                    <a:pt x="70" y="45"/>
                    <a:pt x="1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8" name="Google Shape;1758;p43"/>
            <p:cNvSpPr/>
            <p:nvPr/>
          </p:nvSpPr>
          <p:spPr>
            <a:xfrm>
              <a:off x="6629486" y="706347"/>
              <a:ext cx="5371" cy="10666"/>
            </a:xfrm>
            <a:custGeom>
              <a:avLst/>
              <a:gdLst/>
              <a:ahLst/>
              <a:cxnLst/>
              <a:rect l="l" t="t" r="r" b="b"/>
              <a:pathLst>
                <a:path w="71" h="141" extrusionOk="0">
                  <a:moveTo>
                    <a:pt x="23" y="1"/>
                  </a:moveTo>
                  <a:cubicBezTo>
                    <a:pt x="12" y="23"/>
                    <a:pt x="1" y="48"/>
                    <a:pt x="1" y="70"/>
                  </a:cubicBezTo>
                  <a:cubicBezTo>
                    <a:pt x="1" y="93"/>
                    <a:pt x="12" y="118"/>
                    <a:pt x="23" y="140"/>
                  </a:cubicBezTo>
                  <a:cubicBezTo>
                    <a:pt x="37" y="118"/>
                    <a:pt x="48" y="104"/>
                    <a:pt x="70" y="70"/>
                  </a:cubicBezTo>
                  <a:cubicBezTo>
                    <a:pt x="59" y="48"/>
                    <a:pt x="48" y="23"/>
                    <a:pt x="2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9" name="Google Shape;1759;p43"/>
            <p:cNvSpPr/>
            <p:nvPr/>
          </p:nvSpPr>
          <p:spPr>
            <a:xfrm>
              <a:off x="6781823" y="718601"/>
              <a:ext cx="189409" cy="55673"/>
            </a:xfrm>
            <a:custGeom>
              <a:avLst/>
              <a:gdLst/>
              <a:ahLst/>
              <a:cxnLst/>
              <a:rect l="l" t="t" r="r" b="b"/>
              <a:pathLst>
                <a:path w="2504" h="736" extrusionOk="0">
                  <a:moveTo>
                    <a:pt x="2493" y="1"/>
                  </a:moveTo>
                  <a:cubicBezTo>
                    <a:pt x="2468" y="12"/>
                    <a:pt x="2445" y="26"/>
                    <a:pt x="2423" y="37"/>
                  </a:cubicBezTo>
                  <a:cubicBezTo>
                    <a:pt x="2269" y="107"/>
                    <a:pt x="2118" y="177"/>
                    <a:pt x="1979" y="246"/>
                  </a:cubicBezTo>
                  <a:cubicBezTo>
                    <a:pt x="1560" y="420"/>
                    <a:pt x="1129" y="501"/>
                    <a:pt x="688" y="559"/>
                  </a:cubicBezTo>
                  <a:cubicBezTo>
                    <a:pt x="490" y="596"/>
                    <a:pt x="280" y="629"/>
                    <a:pt x="82" y="665"/>
                  </a:cubicBezTo>
                  <a:cubicBezTo>
                    <a:pt x="59" y="677"/>
                    <a:pt x="34" y="688"/>
                    <a:pt x="1" y="699"/>
                  </a:cubicBezTo>
                  <a:cubicBezTo>
                    <a:pt x="12" y="710"/>
                    <a:pt x="12" y="724"/>
                    <a:pt x="12" y="735"/>
                  </a:cubicBezTo>
                  <a:cubicBezTo>
                    <a:pt x="59" y="724"/>
                    <a:pt x="93" y="724"/>
                    <a:pt x="140" y="724"/>
                  </a:cubicBezTo>
                  <a:cubicBezTo>
                    <a:pt x="467" y="665"/>
                    <a:pt x="803" y="607"/>
                    <a:pt x="1129" y="548"/>
                  </a:cubicBezTo>
                  <a:cubicBezTo>
                    <a:pt x="1607" y="467"/>
                    <a:pt x="2048" y="316"/>
                    <a:pt x="2456" y="70"/>
                  </a:cubicBezTo>
                  <a:cubicBezTo>
                    <a:pt x="2479" y="59"/>
                    <a:pt x="2493" y="37"/>
                    <a:pt x="2504" y="26"/>
                  </a:cubicBezTo>
                  <a:cubicBezTo>
                    <a:pt x="2504" y="26"/>
                    <a:pt x="2493" y="12"/>
                    <a:pt x="2493"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0" name="Google Shape;1760;p43"/>
            <p:cNvSpPr/>
            <p:nvPr/>
          </p:nvSpPr>
          <p:spPr>
            <a:xfrm>
              <a:off x="6981737" y="664065"/>
              <a:ext cx="31770" cy="47655"/>
            </a:xfrm>
            <a:custGeom>
              <a:avLst/>
              <a:gdLst/>
              <a:ahLst/>
              <a:cxnLst/>
              <a:rect l="l" t="t" r="r" b="b"/>
              <a:pathLst>
                <a:path w="420" h="630" extrusionOk="0">
                  <a:moveTo>
                    <a:pt x="372" y="1"/>
                  </a:moveTo>
                  <a:lnTo>
                    <a:pt x="372" y="1"/>
                  </a:lnTo>
                  <a:cubicBezTo>
                    <a:pt x="361" y="23"/>
                    <a:pt x="350" y="48"/>
                    <a:pt x="339" y="71"/>
                  </a:cubicBezTo>
                  <a:cubicBezTo>
                    <a:pt x="325" y="104"/>
                    <a:pt x="325" y="152"/>
                    <a:pt x="302" y="199"/>
                  </a:cubicBezTo>
                  <a:cubicBezTo>
                    <a:pt x="244" y="328"/>
                    <a:pt x="163" y="453"/>
                    <a:pt x="45" y="548"/>
                  </a:cubicBezTo>
                  <a:cubicBezTo>
                    <a:pt x="23" y="571"/>
                    <a:pt x="12" y="582"/>
                    <a:pt x="1" y="607"/>
                  </a:cubicBezTo>
                  <a:cubicBezTo>
                    <a:pt x="1" y="618"/>
                    <a:pt x="12" y="618"/>
                    <a:pt x="12" y="629"/>
                  </a:cubicBezTo>
                  <a:cubicBezTo>
                    <a:pt x="140" y="593"/>
                    <a:pt x="199" y="490"/>
                    <a:pt x="269" y="398"/>
                  </a:cubicBezTo>
                  <a:cubicBezTo>
                    <a:pt x="339" y="280"/>
                    <a:pt x="420" y="152"/>
                    <a:pt x="372"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1" name="Google Shape;1761;p43"/>
            <p:cNvSpPr/>
            <p:nvPr/>
          </p:nvSpPr>
          <p:spPr>
            <a:xfrm>
              <a:off x="6935900" y="672688"/>
              <a:ext cx="8926" cy="14296"/>
            </a:xfrm>
            <a:custGeom>
              <a:avLst/>
              <a:gdLst/>
              <a:ahLst/>
              <a:cxnLst/>
              <a:rect l="l" t="t" r="r" b="b"/>
              <a:pathLst>
                <a:path w="118" h="189" extrusionOk="0">
                  <a:moveTo>
                    <a:pt x="80" y="0"/>
                  </a:moveTo>
                  <a:cubicBezTo>
                    <a:pt x="76" y="0"/>
                    <a:pt x="72" y="1"/>
                    <a:pt x="70" y="4"/>
                  </a:cubicBezTo>
                  <a:cubicBezTo>
                    <a:pt x="37" y="15"/>
                    <a:pt x="0" y="144"/>
                    <a:pt x="23" y="189"/>
                  </a:cubicBezTo>
                  <a:cubicBezTo>
                    <a:pt x="81" y="144"/>
                    <a:pt x="93" y="85"/>
                    <a:pt x="118" y="27"/>
                  </a:cubicBezTo>
                  <a:cubicBezTo>
                    <a:pt x="118" y="18"/>
                    <a:pt x="95" y="0"/>
                    <a:pt x="8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2" name="Google Shape;1762;p43"/>
            <p:cNvSpPr/>
            <p:nvPr/>
          </p:nvSpPr>
          <p:spPr>
            <a:xfrm>
              <a:off x="6950044" y="661342"/>
              <a:ext cx="6203" cy="14221"/>
            </a:xfrm>
            <a:custGeom>
              <a:avLst/>
              <a:gdLst/>
              <a:ahLst/>
              <a:cxnLst/>
              <a:rect l="l" t="t" r="r" b="b"/>
              <a:pathLst>
                <a:path w="82" h="188" extrusionOk="0">
                  <a:moveTo>
                    <a:pt x="59" y="1"/>
                  </a:moveTo>
                  <a:cubicBezTo>
                    <a:pt x="45" y="14"/>
                    <a:pt x="23" y="26"/>
                    <a:pt x="23" y="37"/>
                  </a:cubicBezTo>
                  <a:cubicBezTo>
                    <a:pt x="12" y="70"/>
                    <a:pt x="0" y="107"/>
                    <a:pt x="0" y="140"/>
                  </a:cubicBezTo>
                  <a:cubicBezTo>
                    <a:pt x="0" y="154"/>
                    <a:pt x="12" y="177"/>
                    <a:pt x="12" y="188"/>
                  </a:cubicBezTo>
                  <a:cubicBezTo>
                    <a:pt x="23" y="177"/>
                    <a:pt x="45" y="177"/>
                    <a:pt x="45" y="165"/>
                  </a:cubicBezTo>
                  <a:cubicBezTo>
                    <a:pt x="59" y="129"/>
                    <a:pt x="70" y="95"/>
                    <a:pt x="82" y="48"/>
                  </a:cubicBezTo>
                  <a:cubicBezTo>
                    <a:pt x="70" y="37"/>
                    <a:pt x="59" y="26"/>
                    <a:pt x="5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3" name="Google Shape;1763;p43"/>
            <p:cNvSpPr/>
            <p:nvPr/>
          </p:nvSpPr>
          <p:spPr>
            <a:xfrm>
              <a:off x="6596961" y="603251"/>
              <a:ext cx="21180" cy="28215"/>
            </a:xfrm>
            <a:custGeom>
              <a:avLst/>
              <a:gdLst/>
              <a:ahLst/>
              <a:cxnLst/>
              <a:rect l="l" t="t" r="r" b="b"/>
              <a:pathLst>
                <a:path w="280" h="373" extrusionOk="0">
                  <a:moveTo>
                    <a:pt x="162" y="59"/>
                  </a:moveTo>
                  <a:cubicBezTo>
                    <a:pt x="187" y="70"/>
                    <a:pt x="210" y="106"/>
                    <a:pt x="210" y="118"/>
                  </a:cubicBezTo>
                  <a:cubicBezTo>
                    <a:pt x="210" y="165"/>
                    <a:pt x="210" y="210"/>
                    <a:pt x="187" y="246"/>
                  </a:cubicBezTo>
                  <a:cubicBezTo>
                    <a:pt x="173" y="280"/>
                    <a:pt x="140" y="294"/>
                    <a:pt x="104" y="316"/>
                  </a:cubicBezTo>
                  <a:cubicBezTo>
                    <a:pt x="92" y="280"/>
                    <a:pt x="81" y="257"/>
                    <a:pt x="59" y="235"/>
                  </a:cubicBezTo>
                  <a:lnTo>
                    <a:pt x="59" y="165"/>
                  </a:lnTo>
                  <a:cubicBezTo>
                    <a:pt x="59" y="154"/>
                    <a:pt x="70" y="106"/>
                    <a:pt x="92" y="84"/>
                  </a:cubicBezTo>
                  <a:cubicBezTo>
                    <a:pt x="104" y="70"/>
                    <a:pt x="140" y="59"/>
                    <a:pt x="162" y="59"/>
                  </a:cubicBezTo>
                  <a:close/>
                  <a:moveTo>
                    <a:pt x="151" y="0"/>
                  </a:moveTo>
                  <a:cubicBezTo>
                    <a:pt x="81" y="0"/>
                    <a:pt x="23" y="25"/>
                    <a:pt x="11" y="106"/>
                  </a:cubicBezTo>
                  <a:cubicBezTo>
                    <a:pt x="0" y="154"/>
                    <a:pt x="0" y="224"/>
                    <a:pt x="11" y="280"/>
                  </a:cubicBezTo>
                  <a:cubicBezTo>
                    <a:pt x="25" y="338"/>
                    <a:pt x="70" y="373"/>
                    <a:pt x="119" y="373"/>
                  </a:cubicBezTo>
                  <a:cubicBezTo>
                    <a:pt x="150" y="373"/>
                    <a:pt x="183" y="359"/>
                    <a:pt x="210" y="327"/>
                  </a:cubicBezTo>
                  <a:cubicBezTo>
                    <a:pt x="268" y="268"/>
                    <a:pt x="280" y="199"/>
                    <a:pt x="280" y="118"/>
                  </a:cubicBezTo>
                  <a:cubicBezTo>
                    <a:pt x="280" y="37"/>
                    <a:pt x="243" y="0"/>
                    <a:pt x="15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4" name="Google Shape;1764;p43"/>
            <p:cNvSpPr/>
            <p:nvPr/>
          </p:nvSpPr>
          <p:spPr>
            <a:xfrm>
              <a:off x="6547720" y="587367"/>
              <a:ext cx="18457" cy="26702"/>
            </a:xfrm>
            <a:custGeom>
              <a:avLst/>
              <a:gdLst/>
              <a:ahLst/>
              <a:cxnLst/>
              <a:rect l="l" t="t" r="r" b="b"/>
              <a:pathLst>
                <a:path w="244" h="353" extrusionOk="0">
                  <a:moveTo>
                    <a:pt x="104" y="71"/>
                  </a:moveTo>
                  <a:cubicBezTo>
                    <a:pt x="126" y="71"/>
                    <a:pt x="151" y="96"/>
                    <a:pt x="162" y="118"/>
                  </a:cubicBezTo>
                  <a:cubicBezTo>
                    <a:pt x="185" y="166"/>
                    <a:pt x="151" y="258"/>
                    <a:pt x="56" y="305"/>
                  </a:cubicBezTo>
                  <a:cubicBezTo>
                    <a:pt x="56" y="235"/>
                    <a:pt x="56" y="177"/>
                    <a:pt x="70" y="118"/>
                  </a:cubicBezTo>
                  <a:cubicBezTo>
                    <a:pt x="70" y="96"/>
                    <a:pt x="93" y="71"/>
                    <a:pt x="104" y="71"/>
                  </a:cubicBezTo>
                  <a:close/>
                  <a:moveTo>
                    <a:pt x="126" y="1"/>
                  </a:moveTo>
                  <a:cubicBezTo>
                    <a:pt x="56" y="1"/>
                    <a:pt x="12" y="37"/>
                    <a:pt x="0" y="118"/>
                  </a:cubicBezTo>
                  <a:cubicBezTo>
                    <a:pt x="0" y="177"/>
                    <a:pt x="0" y="235"/>
                    <a:pt x="12" y="294"/>
                  </a:cubicBezTo>
                  <a:cubicBezTo>
                    <a:pt x="19" y="330"/>
                    <a:pt x="54" y="353"/>
                    <a:pt x="91" y="353"/>
                  </a:cubicBezTo>
                  <a:cubicBezTo>
                    <a:pt x="112" y="353"/>
                    <a:pt x="134" y="345"/>
                    <a:pt x="151" y="328"/>
                  </a:cubicBezTo>
                  <a:cubicBezTo>
                    <a:pt x="185" y="280"/>
                    <a:pt x="210" y="210"/>
                    <a:pt x="243" y="154"/>
                  </a:cubicBezTo>
                  <a:cubicBezTo>
                    <a:pt x="243" y="154"/>
                    <a:pt x="232" y="154"/>
                    <a:pt x="232" y="140"/>
                  </a:cubicBezTo>
                  <a:cubicBezTo>
                    <a:pt x="232" y="59"/>
                    <a:pt x="185" y="15"/>
                    <a:pt x="126"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5" name="Google Shape;1765;p43"/>
            <p:cNvSpPr/>
            <p:nvPr/>
          </p:nvSpPr>
          <p:spPr>
            <a:xfrm>
              <a:off x="6512396" y="571331"/>
              <a:ext cx="12330" cy="20575"/>
            </a:xfrm>
            <a:custGeom>
              <a:avLst/>
              <a:gdLst/>
              <a:ahLst/>
              <a:cxnLst/>
              <a:rect l="l" t="t" r="r" b="b"/>
              <a:pathLst>
                <a:path w="163" h="272" extrusionOk="0">
                  <a:moveTo>
                    <a:pt x="59" y="40"/>
                  </a:moveTo>
                  <a:lnTo>
                    <a:pt x="59" y="40"/>
                  </a:lnTo>
                  <a:cubicBezTo>
                    <a:pt x="118" y="98"/>
                    <a:pt x="104" y="157"/>
                    <a:pt x="48" y="213"/>
                  </a:cubicBezTo>
                  <a:cubicBezTo>
                    <a:pt x="48" y="168"/>
                    <a:pt x="59" y="109"/>
                    <a:pt x="59" y="40"/>
                  </a:cubicBezTo>
                  <a:close/>
                  <a:moveTo>
                    <a:pt x="90" y="0"/>
                  </a:moveTo>
                  <a:cubicBezTo>
                    <a:pt x="63" y="0"/>
                    <a:pt x="23" y="19"/>
                    <a:pt x="23" y="28"/>
                  </a:cubicBezTo>
                  <a:cubicBezTo>
                    <a:pt x="12" y="98"/>
                    <a:pt x="1" y="168"/>
                    <a:pt x="12" y="227"/>
                  </a:cubicBezTo>
                  <a:cubicBezTo>
                    <a:pt x="12" y="249"/>
                    <a:pt x="48" y="271"/>
                    <a:pt x="71" y="271"/>
                  </a:cubicBezTo>
                  <a:cubicBezTo>
                    <a:pt x="93" y="271"/>
                    <a:pt x="118" y="249"/>
                    <a:pt x="129" y="238"/>
                  </a:cubicBezTo>
                  <a:cubicBezTo>
                    <a:pt x="152" y="190"/>
                    <a:pt x="152" y="143"/>
                    <a:pt x="163" y="87"/>
                  </a:cubicBezTo>
                  <a:cubicBezTo>
                    <a:pt x="152" y="62"/>
                    <a:pt x="140" y="17"/>
                    <a:pt x="104" y="3"/>
                  </a:cubicBezTo>
                  <a:cubicBezTo>
                    <a:pt x="100" y="1"/>
                    <a:pt x="95" y="0"/>
                    <a:pt x="90"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6" name="Google Shape;1766;p43"/>
            <p:cNvSpPr/>
            <p:nvPr/>
          </p:nvSpPr>
          <p:spPr>
            <a:xfrm>
              <a:off x="6750962" y="677226"/>
              <a:ext cx="43192" cy="38956"/>
            </a:xfrm>
            <a:custGeom>
              <a:avLst/>
              <a:gdLst/>
              <a:ahLst/>
              <a:cxnLst/>
              <a:rect l="l" t="t" r="r" b="b"/>
              <a:pathLst>
                <a:path w="571" h="515" extrusionOk="0">
                  <a:moveTo>
                    <a:pt x="249" y="65"/>
                  </a:moveTo>
                  <a:cubicBezTo>
                    <a:pt x="265" y="65"/>
                    <a:pt x="287" y="74"/>
                    <a:pt x="303" y="84"/>
                  </a:cubicBezTo>
                  <a:cubicBezTo>
                    <a:pt x="372" y="165"/>
                    <a:pt x="442" y="246"/>
                    <a:pt x="512" y="338"/>
                  </a:cubicBezTo>
                  <a:cubicBezTo>
                    <a:pt x="456" y="374"/>
                    <a:pt x="409" y="408"/>
                    <a:pt x="350" y="433"/>
                  </a:cubicBezTo>
                  <a:cubicBezTo>
                    <a:pt x="348" y="435"/>
                    <a:pt x="346" y="436"/>
                    <a:pt x="342" y="436"/>
                  </a:cubicBezTo>
                  <a:cubicBezTo>
                    <a:pt x="327" y="436"/>
                    <a:pt x="301" y="415"/>
                    <a:pt x="291" y="397"/>
                  </a:cubicBezTo>
                  <a:cubicBezTo>
                    <a:pt x="222" y="316"/>
                    <a:pt x="163" y="224"/>
                    <a:pt x="93" y="129"/>
                  </a:cubicBezTo>
                  <a:cubicBezTo>
                    <a:pt x="129" y="106"/>
                    <a:pt x="177" y="84"/>
                    <a:pt x="233" y="70"/>
                  </a:cubicBezTo>
                  <a:cubicBezTo>
                    <a:pt x="237" y="67"/>
                    <a:pt x="242" y="65"/>
                    <a:pt x="249" y="65"/>
                  </a:cubicBezTo>
                  <a:close/>
                  <a:moveTo>
                    <a:pt x="259" y="1"/>
                  </a:moveTo>
                  <a:cubicBezTo>
                    <a:pt x="218" y="1"/>
                    <a:pt x="169" y="21"/>
                    <a:pt x="93" y="59"/>
                  </a:cubicBezTo>
                  <a:cubicBezTo>
                    <a:pt x="82" y="70"/>
                    <a:pt x="71" y="70"/>
                    <a:pt x="60" y="70"/>
                  </a:cubicBezTo>
                  <a:cubicBezTo>
                    <a:pt x="12" y="95"/>
                    <a:pt x="1" y="117"/>
                    <a:pt x="37" y="165"/>
                  </a:cubicBezTo>
                  <a:cubicBezTo>
                    <a:pt x="129" y="279"/>
                    <a:pt x="210" y="386"/>
                    <a:pt x="291" y="489"/>
                  </a:cubicBezTo>
                  <a:cubicBezTo>
                    <a:pt x="303" y="503"/>
                    <a:pt x="328" y="514"/>
                    <a:pt x="328" y="514"/>
                  </a:cubicBezTo>
                  <a:cubicBezTo>
                    <a:pt x="409" y="467"/>
                    <a:pt x="490" y="419"/>
                    <a:pt x="560" y="363"/>
                  </a:cubicBezTo>
                  <a:cubicBezTo>
                    <a:pt x="571" y="363"/>
                    <a:pt x="571" y="349"/>
                    <a:pt x="571" y="338"/>
                  </a:cubicBezTo>
                  <a:cubicBezTo>
                    <a:pt x="560" y="327"/>
                    <a:pt x="560" y="316"/>
                    <a:pt x="548" y="305"/>
                  </a:cubicBezTo>
                  <a:cubicBezTo>
                    <a:pt x="512" y="246"/>
                    <a:pt x="479" y="187"/>
                    <a:pt x="442" y="140"/>
                  </a:cubicBezTo>
                  <a:cubicBezTo>
                    <a:pt x="360" y="44"/>
                    <a:pt x="318" y="1"/>
                    <a:pt x="25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67" name="Google Shape;1767;p43"/>
          <p:cNvGrpSpPr/>
          <p:nvPr/>
        </p:nvGrpSpPr>
        <p:grpSpPr>
          <a:xfrm>
            <a:off x="5897014" y="1271332"/>
            <a:ext cx="1181441" cy="1208596"/>
            <a:chOff x="5307789" y="3103917"/>
            <a:chExt cx="1317837" cy="1348127"/>
          </a:xfrm>
        </p:grpSpPr>
        <p:sp>
          <p:nvSpPr>
            <p:cNvPr id="1768" name="Google Shape;1768;p43"/>
            <p:cNvSpPr/>
            <p:nvPr/>
          </p:nvSpPr>
          <p:spPr>
            <a:xfrm>
              <a:off x="5307789" y="3103917"/>
              <a:ext cx="1317837" cy="1348127"/>
            </a:xfrm>
            <a:custGeom>
              <a:avLst/>
              <a:gdLst/>
              <a:ahLst/>
              <a:cxnLst/>
              <a:rect l="l" t="t" r="r" b="b"/>
              <a:pathLst>
                <a:path w="9267" h="9480" extrusionOk="0">
                  <a:moveTo>
                    <a:pt x="6731" y="0"/>
                  </a:moveTo>
                  <a:cubicBezTo>
                    <a:pt x="6597" y="0"/>
                    <a:pt x="6440" y="34"/>
                    <a:pt x="6263" y="132"/>
                  </a:cubicBezTo>
                  <a:cubicBezTo>
                    <a:pt x="6168" y="179"/>
                    <a:pt x="6124" y="260"/>
                    <a:pt x="6099" y="294"/>
                  </a:cubicBezTo>
                  <a:cubicBezTo>
                    <a:pt x="6099" y="308"/>
                    <a:pt x="6087" y="308"/>
                    <a:pt x="6087" y="308"/>
                  </a:cubicBezTo>
                  <a:cubicBezTo>
                    <a:pt x="6076" y="319"/>
                    <a:pt x="6076" y="330"/>
                    <a:pt x="6065" y="341"/>
                  </a:cubicBezTo>
                  <a:lnTo>
                    <a:pt x="6054" y="352"/>
                  </a:lnTo>
                  <a:cubicBezTo>
                    <a:pt x="5995" y="400"/>
                    <a:pt x="5903" y="447"/>
                    <a:pt x="5844" y="551"/>
                  </a:cubicBezTo>
                  <a:cubicBezTo>
                    <a:pt x="5819" y="587"/>
                    <a:pt x="5797" y="621"/>
                    <a:pt x="5786" y="632"/>
                  </a:cubicBezTo>
                  <a:cubicBezTo>
                    <a:pt x="5727" y="668"/>
                    <a:pt x="5693" y="702"/>
                    <a:pt x="5668" y="727"/>
                  </a:cubicBezTo>
                  <a:lnTo>
                    <a:pt x="5657" y="727"/>
                  </a:lnTo>
                  <a:cubicBezTo>
                    <a:pt x="5529" y="819"/>
                    <a:pt x="5436" y="948"/>
                    <a:pt x="5400" y="1098"/>
                  </a:cubicBezTo>
                  <a:cubicBezTo>
                    <a:pt x="5249" y="1062"/>
                    <a:pt x="5098" y="1029"/>
                    <a:pt x="4948" y="992"/>
                  </a:cubicBezTo>
                  <a:cubicBezTo>
                    <a:pt x="4536" y="907"/>
                    <a:pt x="4053" y="830"/>
                    <a:pt x="3545" y="830"/>
                  </a:cubicBezTo>
                  <a:cubicBezTo>
                    <a:pt x="3436" y="830"/>
                    <a:pt x="3324" y="833"/>
                    <a:pt x="3213" y="841"/>
                  </a:cubicBezTo>
                  <a:cubicBezTo>
                    <a:pt x="2467" y="889"/>
                    <a:pt x="1922" y="1087"/>
                    <a:pt x="1478" y="1459"/>
                  </a:cubicBezTo>
                  <a:cubicBezTo>
                    <a:pt x="1279" y="1621"/>
                    <a:pt x="1140" y="1760"/>
                    <a:pt x="1000" y="1900"/>
                  </a:cubicBezTo>
                  <a:cubicBezTo>
                    <a:pt x="791" y="2124"/>
                    <a:pt x="525" y="2437"/>
                    <a:pt x="338" y="2822"/>
                  </a:cubicBezTo>
                  <a:cubicBezTo>
                    <a:pt x="232" y="2856"/>
                    <a:pt x="140" y="2925"/>
                    <a:pt x="81" y="3018"/>
                  </a:cubicBezTo>
                  <a:cubicBezTo>
                    <a:pt x="0" y="3171"/>
                    <a:pt x="11" y="3356"/>
                    <a:pt x="106" y="3495"/>
                  </a:cubicBezTo>
                  <a:cubicBezTo>
                    <a:pt x="151" y="3565"/>
                    <a:pt x="221" y="3660"/>
                    <a:pt x="338" y="3730"/>
                  </a:cubicBezTo>
                  <a:cubicBezTo>
                    <a:pt x="536" y="3833"/>
                    <a:pt x="746" y="3951"/>
                    <a:pt x="944" y="4054"/>
                  </a:cubicBezTo>
                  <a:lnTo>
                    <a:pt x="1154" y="4160"/>
                  </a:lnTo>
                  <a:cubicBezTo>
                    <a:pt x="1187" y="4183"/>
                    <a:pt x="1235" y="4194"/>
                    <a:pt x="1268" y="4194"/>
                  </a:cubicBezTo>
                  <a:lnTo>
                    <a:pt x="1338" y="4230"/>
                  </a:lnTo>
                  <a:cubicBezTo>
                    <a:pt x="1433" y="4275"/>
                    <a:pt x="1514" y="4311"/>
                    <a:pt x="1595" y="4359"/>
                  </a:cubicBezTo>
                  <a:cubicBezTo>
                    <a:pt x="1584" y="4509"/>
                    <a:pt x="1559" y="4649"/>
                    <a:pt x="1548" y="4800"/>
                  </a:cubicBezTo>
                  <a:cubicBezTo>
                    <a:pt x="1514" y="5149"/>
                    <a:pt x="1478" y="5498"/>
                    <a:pt x="1444" y="5836"/>
                  </a:cubicBezTo>
                  <a:cubicBezTo>
                    <a:pt x="1419" y="6046"/>
                    <a:pt x="1397" y="6208"/>
                    <a:pt x="1338" y="6370"/>
                  </a:cubicBezTo>
                  <a:cubicBezTo>
                    <a:pt x="1279" y="6557"/>
                    <a:pt x="1210" y="6733"/>
                    <a:pt x="1129" y="6929"/>
                  </a:cubicBezTo>
                  <a:cubicBezTo>
                    <a:pt x="1106" y="6976"/>
                    <a:pt x="1084" y="7024"/>
                    <a:pt x="1059" y="7068"/>
                  </a:cubicBezTo>
                  <a:cubicBezTo>
                    <a:pt x="955" y="7314"/>
                    <a:pt x="908" y="7524"/>
                    <a:pt x="897" y="7744"/>
                  </a:cubicBezTo>
                  <a:cubicBezTo>
                    <a:pt x="886" y="8152"/>
                    <a:pt x="1129" y="8454"/>
                    <a:pt x="1537" y="8513"/>
                  </a:cubicBezTo>
                  <a:cubicBezTo>
                    <a:pt x="1715" y="8538"/>
                    <a:pt x="1890" y="8548"/>
                    <a:pt x="2062" y="8548"/>
                  </a:cubicBezTo>
                  <a:cubicBezTo>
                    <a:pt x="2373" y="8548"/>
                    <a:pt x="2672" y="8515"/>
                    <a:pt x="2956" y="8479"/>
                  </a:cubicBezTo>
                  <a:cubicBezTo>
                    <a:pt x="3047" y="8469"/>
                    <a:pt x="3122" y="8461"/>
                    <a:pt x="3187" y="8461"/>
                  </a:cubicBezTo>
                  <a:cubicBezTo>
                    <a:pt x="3213" y="8461"/>
                    <a:pt x="3237" y="8462"/>
                    <a:pt x="3260" y="8465"/>
                  </a:cubicBezTo>
                  <a:cubicBezTo>
                    <a:pt x="3283" y="8502"/>
                    <a:pt x="3294" y="8549"/>
                    <a:pt x="3319" y="8583"/>
                  </a:cubicBezTo>
                  <a:lnTo>
                    <a:pt x="3330" y="8605"/>
                  </a:lnTo>
                  <a:cubicBezTo>
                    <a:pt x="3540" y="9049"/>
                    <a:pt x="3900" y="9340"/>
                    <a:pt x="4411" y="9443"/>
                  </a:cubicBezTo>
                  <a:cubicBezTo>
                    <a:pt x="4506" y="9468"/>
                    <a:pt x="4598" y="9479"/>
                    <a:pt x="4679" y="9479"/>
                  </a:cubicBezTo>
                  <a:cubicBezTo>
                    <a:pt x="4911" y="9479"/>
                    <a:pt x="5110" y="9398"/>
                    <a:pt x="5274" y="9259"/>
                  </a:cubicBezTo>
                  <a:cubicBezTo>
                    <a:pt x="5330" y="9211"/>
                    <a:pt x="5367" y="9152"/>
                    <a:pt x="5389" y="9119"/>
                  </a:cubicBezTo>
                  <a:cubicBezTo>
                    <a:pt x="5400" y="9108"/>
                    <a:pt x="5400" y="9108"/>
                    <a:pt x="5414" y="9094"/>
                  </a:cubicBezTo>
                  <a:cubicBezTo>
                    <a:pt x="5414" y="9094"/>
                    <a:pt x="5425" y="9094"/>
                    <a:pt x="5436" y="9083"/>
                  </a:cubicBezTo>
                  <a:cubicBezTo>
                    <a:pt x="5484" y="9071"/>
                    <a:pt x="5554" y="9049"/>
                    <a:pt x="5624" y="8990"/>
                  </a:cubicBezTo>
                  <a:cubicBezTo>
                    <a:pt x="5856" y="8828"/>
                    <a:pt x="6029" y="8583"/>
                    <a:pt x="6135" y="8303"/>
                  </a:cubicBezTo>
                  <a:cubicBezTo>
                    <a:pt x="6146" y="8292"/>
                    <a:pt x="6157" y="8281"/>
                    <a:pt x="6157" y="8270"/>
                  </a:cubicBezTo>
                  <a:cubicBezTo>
                    <a:pt x="6275" y="8245"/>
                    <a:pt x="6392" y="8200"/>
                    <a:pt x="6473" y="8130"/>
                  </a:cubicBezTo>
                  <a:cubicBezTo>
                    <a:pt x="6646" y="8186"/>
                    <a:pt x="6833" y="8245"/>
                    <a:pt x="7020" y="8292"/>
                  </a:cubicBezTo>
                  <a:cubicBezTo>
                    <a:pt x="7160" y="8326"/>
                    <a:pt x="7286" y="8351"/>
                    <a:pt x="7403" y="8373"/>
                  </a:cubicBezTo>
                  <a:lnTo>
                    <a:pt x="7462" y="8373"/>
                  </a:lnTo>
                  <a:cubicBezTo>
                    <a:pt x="7491" y="8379"/>
                    <a:pt x="7520" y="8381"/>
                    <a:pt x="7548" y="8381"/>
                  </a:cubicBezTo>
                  <a:cubicBezTo>
                    <a:pt x="7701" y="8381"/>
                    <a:pt x="7837" y="8300"/>
                    <a:pt x="7914" y="8164"/>
                  </a:cubicBezTo>
                  <a:cubicBezTo>
                    <a:pt x="7984" y="8046"/>
                    <a:pt x="8068" y="7862"/>
                    <a:pt x="8009" y="7641"/>
                  </a:cubicBezTo>
                  <a:cubicBezTo>
                    <a:pt x="7984" y="7557"/>
                    <a:pt x="7984" y="7465"/>
                    <a:pt x="8021" y="7348"/>
                  </a:cubicBezTo>
                  <a:cubicBezTo>
                    <a:pt x="8079" y="7127"/>
                    <a:pt x="8149" y="6895"/>
                    <a:pt x="8219" y="6675"/>
                  </a:cubicBezTo>
                  <a:cubicBezTo>
                    <a:pt x="8264" y="6524"/>
                    <a:pt x="8311" y="6359"/>
                    <a:pt x="8359" y="6197"/>
                  </a:cubicBezTo>
                  <a:cubicBezTo>
                    <a:pt x="8487" y="5767"/>
                    <a:pt x="8543" y="5406"/>
                    <a:pt x="8543" y="5057"/>
                  </a:cubicBezTo>
                  <a:cubicBezTo>
                    <a:pt x="8532" y="4764"/>
                    <a:pt x="8510" y="4509"/>
                    <a:pt x="8462" y="4252"/>
                  </a:cubicBezTo>
                  <a:cubicBezTo>
                    <a:pt x="8498" y="4241"/>
                    <a:pt x="8532" y="4230"/>
                    <a:pt x="8579" y="4219"/>
                  </a:cubicBezTo>
                  <a:cubicBezTo>
                    <a:pt x="8579" y="4205"/>
                    <a:pt x="8591" y="4205"/>
                    <a:pt x="8602" y="4205"/>
                  </a:cubicBezTo>
                  <a:cubicBezTo>
                    <a:pt x="8660" y="4183"/>
                    <a:pt x="8778" y="4135"/>
                    <a:pt x="8848" y="4032"/>
                  </a:cubicBezTo>
                  <a:cubicBezTo>
                    <a:pt x="8870" y="3995"/>
                    <a:pt x="8892" y="3984"/>
                    <a:pt x="8917" y="3973"/>
                  </a:cubicBezTo>
                  <a:cubicBezTo>
                    <a:pt x="9116" y="3892"/>
                    <a:pt x="9208" y="3705"/>
                    <a:pt x="9160" y="3507"/>
                  </a:cubicBezTo>
                  <a:cubicBezTo>
                    <a:pt x="9160" y="3507"/>
                    <a:pt x="9160" y="3495"/>
                    <a:pt x="9149" y="3495"/>
                  </a:cubicBezTo>
                  <a:lnTo>
                    <a:pt x="9149" y="3462"/>
                  </a:lnTo>
                  <a:cubicBezTo>
                    <a:pt x="9197" y="3381"/>
                    <a:pt x="9230" y="3297"/>
                    <a:pt x="9241" y="3194"/>
                  </a:cubicBezTo>
                  <a:cubicBezTo>
                    <a:pt x="9267" y="3018"/>
                    <a:pt x="9208" y="2844"/>
                    <a:pt x="9079" y="2727"/>
                  </a:cubicBezTo>
                  <a:cubicBezTo>
                    <a:pt x="9079" y="2716"/>
                    <a:pt x="9091" y="2705"/>
                    <a:pt x="9091" y="2694"/>
                  </a:cubicBezTo>
                  <a:cubicBezTo>
                    <a:pt x="9102" y="2624"/>
                    <a:pt x="9102" y="2518"/>
                    <a:pt x="9057" y="2414"/>
                  </a:cubicBezTo>
                  <a:cubicBezTo>
                    <a:pt x="9032" y="2356"/>
                    <a:pt x="8998" y="2297"/>
                    <a:pt x="8962" y="2249"/>
                  </a:cubicBezTo>
                  <a:cubicBezTo>
                    <a:pt x="8962" y="2238"/>
                    <a:pt x="8951" y="2227"/>
                    <a:pt x="8940" y="2205"/>
                  </a:cubicBezTo>
                  <a:cubicBezTo>
                    <a:pt x="8892" y="2110"/>
                    <a:pt x="8811" y="2040"/>
                    <a:pt x="8708" y="2017"/>
                  </a:cubicBezTo>
                  <a:cubicBezTo>
                    <a:pt x="8672" y="1867"/>
                    <a:pt x="8568" y="1749"/>
                    <a:pt x="8428" y="1679"/>
                  </a:cubicBezTo>
                  <a:cubicBezTo>
                    <a:pt x="8462" y="1587"/>
                    <a:pt x="8462" y="1495"/>
                    <a:pt x="8428" y="1389"/>
                  </a:cubicBezTo>
                  <a:cubicBezTo>
                    <a:pt x="8428" y="1389"/>
                    <a:pt x="8417" y="1367"/>
                    <a:pt x="8417" y="1341"/>
                  </a:cubicBezTo>
                  <a:cubicBezTo>
                    <a:pt x="8392" y="1286"/>
                    <a:pt x="8381" y="1179"/>
                    <a:pt x="8311" y="1098"/>
                  </a:cubicBezTo>
                  <a:cubicBezTo>
                    <a:pt x="8289" y="959"/>
                    <a:pt x="8208" y="867"/>
                    <a:pt x="8160" y="808"/>
                  </a:cubicBezTo>
                  <a:lnTo>
                    <a:pt x="8138" y="783"/>
                  </a:lnTo>
                  <a:cubicBezTo>
                    <a:pt x="8102" y="738"/>
                    <a:pt x="8054" y="691"/>
                    <a:pt x="8054" y="657"/>
                  </a:cubicBezTo>
                  <a:cubicBezTo>
                    <a:pt x="8032" y="389"/>
                    <a:pt x="7822" y="190"/>
                    <a:pt x="7532" y="132"/>
                  </a:cubicBezTo>
                  <a:cubicBezTo>
                    <a:pt x="7414" y="109"/>
                    <a:pt x="7286" y="84"/>
                    <a:pt x="7160" y="84"/>
                  </a:cubicBezTo>
                  <a:cubicBezTo>
                    <a:pt x="7113" y="84"/>
                    <a:pt x="7076" y="84"/>
                    <a:pt x="7043" y="62"/>
                  </a:cubicBezTo>
                  <a:cubicBezTo>
                    <a:pt x="6959" y="29"/>
                    <a:pt x="6854" y="0"/>
                    <a:pt x="67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9" name="Google Shape;1769;p43"/>
            <p:cNvSpPr/>
            <p:nvPr/>
          </p:nvSpPr>
          <p:spPr>
            <a:xfrm>
              <a:off x="5392402" y="3273003"/>
              <a:ext cx="1085896" cy="918376"/>
            </a:xfrm>
            <a:custGeom>
              <a:avLst/>
              <a:gdLst/>
              <a:ahLst/>
              <a:cxnLst/>
              <a:rect l="l" t="t" r="r" b="b"/>
              <a:pathLst>
                <a:path w="7636" h="6458" extrusionOk="0">
                  <a:moveTo>
                    <a:pt x="2235" y="876"/>
                  </a:moveTo>
                  <a:lnTo>
                    <a:pt x="2235" y="876"/>
                  </a:lnTo>
                  <a:cubicBezTo>
                    <a:pt x="2361" y="968"/>
                    <a:pt x="2478" y="1074"/>
                    <a:pt x="2570" y="1200"/>
                  </a:cubicBezTo>
                  <a:cubicBezTo>
                    <a:pt x="2500" y="1200"/>
                    <a:pt x="2257" y="946"/>
                    <a:pt x="2235" y="876"/>
                  </a:cubicBezTo>
                  <a:close/>
                  <a:moveTo>
                    <a:pt x="5772" y="1173"/>
                  </a:moveTo>
                  <a:cubicBezTo>
                    <a:pt x="5789" y="1173"/>
                    <a:pt x="5801" y="1175"/>
                    <a:pt x="5808" y="1178"/>
                  </a:cubicBezTo>
                  <a:cubicBezTo>
                    <a:pt x="5783" y="1200"/>
                    <a:pt x="5713" y="1236"/>
                    <a:pt x="5621" y="1248"/>
                  </a:cubicBezTo>
                  <a:cubicBezTo>
                    <a:pt x="5548" y="1263"/>
                    <a:pt x="5469" y="1280"/>
                    <a:pt x="5415" y="1280"/>
                  </a:cubicBezTo>
                  <a:cubicBezTo>
                    <a:pt x="5393" y="1280"/>
                    <a:pt x="5375" y="1277"/>
                    <a:pt x="5364" y="1270"/>
                  </a:cubicBezTo>
                  <a:cubicBezTo>
                    <a:pt x="5378" y="1248"/>
                    <a:pt x="5481" y="1225"/>
                    <a:pt x="5573" y="1200"/>
                  </a:cubicBezTo>
                  <a:cubicBezTo>
                    <a:pt x="5651" y="1184"/>
                    <a:pt x="5727" y="1173"/>
                    <a:pt x="5772" y="1173"/>
                  </a:cubicBezTo>
                  <a:close/>
                  <a:moveTo>
                    <a:pt x="5489" y="1368"/>
                  </a:moveTo>
                  <a:cubicBezTo>
                    <a:pt x="5501" y="1368"/>
                    <a:pt x="5514" y="1371"/>
                    <a:pt x="5529" y="1376"/>
                  </a:cubicBezTo>
                  <a:lnTo>
                    <a:pt x="5529" y="1387"/>
                  </a:lnTo>
                  <a:cubicBezTo>
                    <a:pt x="5492" y="1410"/>
                    <a:pt x="5448" y="1424"/>
                    <a:pt x="5400" y="1446"/>
                  </a:cubicBezTo>
                  <a:cubicBezTo>
                    <a:pt x="5425" y="1393"/>
                    <a:pt x="5452" y="1368"/>
                    <a:pt x="5489" y="1368"/>
                  </a:cubicBezTo>
                  <a:close/>
                  <a:moveTo>
                    <a:pt x="1711" y="1978"/>
                  </a:moveTo>
                  <a:cubicBezTo>
                    <a:pt x="1726" y="1978"/>
                    <a:pt x="1742" y="1979"/>
                    <a:pt x="1757" y="1982"/>
                  </a:cubicBezTo>
                  <a:cubicBezTo>
                    <a:pt x="1816" y="1982"/>
                    <a:pt x="1861" y="1982"/>
                    <a:pt x="1908" y="2005"/>
                  </a:cubicBezTo>
                  <a:cubicBezTo>
                    <a:pt x="2000" y="2052"/>
                    <a:pt x="2037" y="2133"/>
                    <a:pt x="2025" y="2225"/>
                  </a:cubicBezTo>
                  <a:cubicBezTo>
                    <a:pt x="2011" y="2331"/>
                    <a:pt x="1967" y="2401"/>
                    <a:pt x="1872" y="2435"/>
                  </a:cubicBezTo>
                  <a:cubicBezTo>
                    <a:pt x="1831" y="2453"/>
                    <a:pt x="1794" y="2462"/>
                    <a:pt x="1757" y="2462"/>
                  </a:cubicBezTo>
                  <a:cubicBezTo>
                    <a:pt x="1721" y="2462"/>
                    <a:pt x="1686" y="2453"/>
                    <a:pt x="1651" y="2435"/>
                  </a:cubicBezTo>
                  <a:cubicBezTo>
                    <a:pt x="1537" y="2387"/>
                    <a:pt x="1467" y="2262"/>
                    <a:pt x="1489" y="2167"/>
                  </a:cubicBezTo>
                  <a:cubicBezTo>
                    <a:pt x="1518" y="2054"/>
                    <a:pt x="1604" y="1978"/>
                    <a:pt x="1711" y="1978"/>
                  </a:cubicBezTo>
                  <a:close/>
                  <a:moveTo>
                    <a:pt x="5621" y="5111"/>
                  </a:moveTo>
                  <a:cubicBezTo>
                    <a:pt x="5632" y="5170"/>
                    <a:pt x="5632" y="5217"/>
                    <a:pt x="5643" y="5276"/>
                  </a:cubicBezTo>
                  <a:cubicBezTo>
                    <a:pt x="5632" y="5276"/>
                    <a:pt x="5621" y="5276"/>
                    <a:pt x="5621" y="5287"/>
                  </a:cubicBezTo>
                  <a:cubicBezTo>
                    <a:pt x="5610" y="5229"/>
                    <a:pt x="5599" y="5170"/>
                    <a:pt x="5587" y="5111"/>
                  </a:cubicBezTo>
                  <a:close/>
                  <a:moveTo>
                    <a:pt x="5680" y="5460"/>
                  </a:moveTo>
                  <a:cubicBezTo>
                    <a:pt x="5643" y="5508"/>
                    <a:pt x="5610" y="5555"/>
                    <a:pt x="5573" y="5614"/>
                  </a:cubicBezTo>
                  <a:cubicBezTo>
                    <a:pt x="5540" y="5544"/>
                    <a:pt x="5599" y="5460"/>
                    <a:pt x="5680" y="5460"/>
                  </a:cubicBezTo>
                  <a:close/>
                  <a:moveTo>
                    <a:pt x="3445" y="3016"/>
                  </a:moveTo>
                  <a:cubicBezTo>
                    <a:pt x="3643" y="3086"/>
                    <a:pt x="3841" y="3144"/>
                    <a:pt x="4026" y="3214"/>
                  </a:cubicBezTo>
                  <a:cubicBezTo>
                    <a:pt x="4341" y="3343"/>
                    <a:pt x="4643" y="3471"/>
                    <a:pt x="4945" y="3611"/>
                  </a:cubicBezTo>
                  <a:cubicBezTo>
                    <a:pt x="5073" y="3681"/>
                    <a:pt x="5202" y="3762"/>
                    <a:pt x="5319" y="3843"/>
                  </a:cubicBezTo>
                  <a:cubicBezTo>
                    <a:pt x="5423" y="3913"/>
                    <a:pt x="5492" y="4019"/>
                    <a:pt x="5562" y="4133"/>
                  </a:cubicBezTo>
                  <a:cubicBezTo>
                    <a:pt x="5772" y="4508"/>
                    <a:pt x="5808" y="4916"/>
                    <a:pt x="5830" y="5321"/>
                  </a:cubicBezTo>
                  <a:cubicBezTo>
                    <a:pt x="5842" y="5405"/>
                    <a:pt x="5842" y="5497"/>
                    <a:pt x="5853" y="5589"/>
                  </a:cubicBezTo>
                  <a:lnTo>
                    <a:pt x="5853" y="5684"/>
                  </a:lnTo>
                  <a:cubicBezTo>
                    <a:pt x="5867" y="5706"/>
                    <a:pt x="5853" y="5729"/>
                    <a:pt x="5853" y="5754"/>
                  </a:cubicBezTo>
                  <a:lnTo>
                    <a:pt x="5830" y="5754"/>
                  </a:lnTo>
                  <a:cubicBezTo>
                    <a:pt x="5819" y="5729"/>
                    <a:pt x="5808" y="5717"/>
                    <a:pt x="5808" y="5695"/>
                  </a:cubicBezTo>
                  <a:cubicBezTo>
                    <a:pt x="5797" y="5600"/>
                    <a:pt x="5783" y="5508"/>
                    <a:pt x="5772" y="5416"/>
                  </a:cubicBezTo>
                  <a:cubicBezTo>
                    <a:pt x="5749" y="5159"/>
                    <a:pt x="5738" y="4916"/>
                    <a:pt x="5702" y="4670"/>
                  </a:cubicBezTo>
                  <a:cubicBezTo>
                    <a:pt x="5668" y="4449"/>
                    <a:pt x="5562" y="4251"/>
                    <a:pt x="5459" y="4064"/>
                  </a:cubicBezTo>
                  <a:cubicBezTo>
                    <a:pt x="5364" y="3913"/>
                    <a:pt x="5213" y="3821"/>
                    <a:pt x="5062" y="3739"/>
                  </a:cubicBezTo>
                  <a:cubicBezTo>
                    <a:pt x="4632" y="3494"/>
                    <a:pt x="4177" y="3320"/>
                    <a:pt x="3702" y="3156"/>
                  </a:cubicBezTo>
                  <a:cubicBezTo>
                    <a:pt x="3618" y="3122"/>
                    <a:pt x="3526" y="3100"/>
                    <a:pt x="3433" y="3063"/>
                  </a:cubicBezTo>
                  <a:cubicBezTo>
                    <a:pt x="3408" y="3063"/>
                    <a:pt x="3397" y="3052"/>
                    <a:pt x="3375" y="3041"/>
                  </a:cubicBezTo>
                  <a:cubicBezTo>
                    <a:pt x="3375" y="3030"/>
                    <a:pt x="3386" y="3030"/>
                    <a:pt x="3386" y="3016"/>
                  </a:cubicBezTo>
                  <a:close/>
                  <a:moveTo>
                    <a:pt x="6907" y="5388"/>
                  </a:moveTo>
                  <a:cubicBezTo>
                    <a:pt x="6934" y="5388"/>
                    <a:pt x="6960" y="5398"/>
                    <a:pt x="6984" y="5405"/>
                  </a:cubicBezTo>
                  <a:cubicBezTo>
                    <a:pt x="7040" y="5427"/>
                    <a:pt x="7076" y="5486"/>
                    <a:pt x="7076" y="5544"/>
                  </a:cubicBezTo>
                  <a:cubicBezTo>
                    <a:pt x="7065" y="5589"/>
                    <a:pt x="7054" y="5636"/>
                    <a:pt x="7040" y="5695"/>
                  </a:cubicBezTo>
                  <a:cubicBezTo>
                    <a:pt x="7007" y="5740"/>
                    <a:pt x="6984" y="5787"/>
                    <a:pt x="6937" y="5835"/>
                  </a:cubicBezTo>
                  <a:cubicBezTo>
                    <a:pt x="6912" y="5860"/>
                    <a:pt x="6887" y="5871"/>
                    <a:pt x="6862" y="5871"/>
                  </a:cubicBezTo>
                  <a:cubicBezTo>
                    <a:pt x="6828" y="5871"/>
                    <a:pt x="6794" y="5850"/>
                    <a:pt x="6761" y="5810"/>
                  </a:cubicBezTo>
                  <a:cubicBezTo>
                    <a:pt x="6750" y="5787"/>
                    <a:pt x="6727" y="5754"/>
                    <a:pt x="6727" y="5717"/>
                  </a:cubicBezTo>
                  <a:cubicBezTo>
                    <a:pt x="6727" y="5600"/>
                    <a:pt x="6761" y="5508"/>
                    <a:pt x="6831" y="5427"/>
                  </a:cubicBezTo>
                  <a:cubicBezTo>
                    <a:pt x="6854" y="5398"/>
                    <a:pt x="6881" y="5388"/>
                    <a:pt x="6907" y="5388"/>
                  </a:cubicBezTo>
                  <a:close/>
                  <a:moveTo>
                    <a:pt x="2919" y="0"/>
                  </a:moveTo>
                  <a:cubicBezTo>
                    <a:pt x="2885" y="0"/>
                    <a:pt x="2850" y="1"/>
                    <a:pt x="2816" y="2"/>
                  </a:cubicBezTo>
                  <a:cubicBezTo>
                    <a:pt x="2118" y="13"/>
                    <a:pt x="1489" y="189"/>
                    <a:pt x="964" y="666"/>
                  </a:cubicBezTo>
                  <a:cubicBezTo>
                    <a:pt x="615" y="991"/>
                    <a:pt x="302" y="1340"/>
                    <a:pt x="81" y="1759"/>
                  </a:cubicBezTo>
                  <a:cubicBezTo>
                    <a:pt x="56" y="1806"/>
                    <a:pt x="34" y="1865"/>
                    <a:pt x="0" y="1935"/>
                  </a:cubicBezTo>
                  <a:cubicBezTo>
                    <a:pt x="221" y="2038"/>
                    <a:pt x="430" y="2144"/>
                    <a:pt x="651" y="2248"/>
                  </a:cubicBezTo>
                  <a:cubicBezTo>
                    <a:pt x="908" y="2365"/>
                    <a:pt x="1173" y="2482"/>
                    <a:pt x="1442" y="2611"/>
                  </a:cubicBezTo>
                  <a:cubicBezTo>
                    <a:pt x="1710" y="2737"/>
                    <a:pt x="1956" y="2924"/>
                    <a:pt x="2129" y="3181"/>
                  </a:cubicBezTo>
                  <a:cubicBezTo>
                    <a:pt x="2269" y="3390"/>
                    <a:pt x="2350" y="3622"/>
                    <a:pt x="2408" y="3868"/>
                  </a:cubicBezTo>
                  <a:cubicBezTo>
                    <a:pt x="2478" y="4133"/>
                    <a:pt x="2559" y="4402"/>
                    <a:pt x="2640" y="4659"/>
                  </a:cubicBezTo>
                  <a:cubicBezTo>
                    <a:pt x="2699" y="4846"/>
                    <a:pt x="2805" y="4985"/>
                    <a:pt x="2967" y="5078"/>
                  </a:cubicBezTo>
                  <a:cubicBezTo>
                    <a:pt x="3118" y="5170"/>
                    <a:pt x="3269" y="5251"/>
                    <a:pt x="3422" y="5321"/>
                  </a:cubicBezTo>
                  <a:cubicBezTo>
                    <a:pt x="3562" y="5391"/>
                    <a:pt x="3702" y="5449"/>
                    <a:pt x="3853" y="5508"/>
                  </a:cubicBezTo>
                  <a:cubicBezTo>
                    <a:pt x="3992" y="5578"/>
                    <a:pt x="4132" y="5636"/>
                    <a:pt x="4283" y="5695"/>
                  </a:cubicBezTo>
                  <a:cubicBezTo>
                    <a:pt x="4632" y="5835"/>
                    <a:pt x="5004" y="5949"/>
                    <a:pt x="5364" y="6078"/>
                  </a:cubicBezTo>
                  <a:cubicBezTo>
                    <a:pt x="5702" y="6184"/>
                    <a:pt x="6051" y="6276"/>
                    <a:pt x="6389" y="6393"/>
                  </a:cubicBezTo>
                  <a:cubicBezTo>
                    <a:pt x="6522" y="6431"/>
                    <a:pt x="6654" y="6458"/>
                    <a:pt x="6784" y="6458"/>
                  </a:cubicBezTo>
                  <a:cubicBezTo>
                    <a:pt x="6859" y="6458"/>
                    <a:pt x="6934" y="6449"/>
                    <a:pt x="7007" y="6427"/>
                  </a:cubicBezTo>
                  <a:cubicBezTo>
                    <a:pt x="7029" y="6312"/>
                    <a:pt x="7029" y="6195"/>
                    <a:pt x="7054" y="6089"/>
                  </a:cubicBezTo>
                  <a:cubicBezTo>
                    <a:pt x="7135" y="5810"/>
                    <a:pt x="7227" y="5544"/>
                    <a:pt x="7297" y="5265"/>
                  </a:cubicBezTo>
                  <a:cubicBezTo>
                    <a:pt x="7378" y="4985"/>
                    <a:pt x="7484" y="4706"/>
                    <a:pt x="7518" y="4427"/>
                  </a:cubicBezTo>
                  <a:cubicBezTo>
                    <a:pt x="7635" y="3681"/>
                    <a:pt x="7543" y="2946"/>
                    <a:pt x="7250" y="2248"/>
                  </a:cubicBezTo>
                  <a:cubicBezTo>
                    <a:pt x="6959" y="1563"/>
                    <a:pt x="6495" y="1038"/>
                    <a:pt x="5830" y="700"/>
                  </a:cubicBezTo>
                  <a:cubicBezTo>
                    <a:pt x="5389" y="468"/>
                    <a:pt x="4922" y="292"/>
                    <a:pt x="4434" y="189"/>
                  </a:cubicBezTo>
                  <a:cubicBezTo>
                    <a:pt x="4386" y="178"/>
                    <a:pt x="4330" y="166"/>
                    <a:pt x="4283" y="166"/>
                  </a:cubicBezTo>
                  <a:cubicBezTo>
                    <a:pt x="3828" y="68"/>
                    <a:pt x="3374" y="0"/>
                    <a:pt x="291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0" name="Google Shape;1770;p43"/>
            <p:cNvSpPr/>
            <p:nvPr/>
          </p:nvSpPr>
          <p:spPr>
            <a:xfrm>
              <a:off x="5362539" y="3554292"/>
              <a:ext cx="1034702" cy="689422"/>
            </a:xfrm>
            <a:custGeom>
              <a:avLst/>
              <a:gdLst/>
              <a:ahLst/>
              <a:cxnLst/>
              <a:rect l="l" t="t" r="r" b="b"/>
              <a:pathLst>
                <a:path w="7276" h="4848" extrusionOk="0">
                  <a:moveTo>
                    <a:pt x="87" y="0"/>
                  </a:moveTo>
                  <a:cubicBezTo>
                    <a:pt x="60" y="0"/>
                    <a:pt x="21" y="20"/>
                    <a:pt x="12" y="38"/>
                  </a:cubicBezTo>
                  <a:cubicBezTo>
                    <a:pt x="1" y="60"/>
                    <a:pt x="12" y="119"/>
                    <a:pt x="34" y="144"/>
                  </a:cubicBezTo>
                  <a:cubicBezTo>
                    <a:pt x="82" y="200"/>
                    <a:pt x="126" y="258"/>
                    <a:pt x="196" y="295"/>
                  </a:cubicBezTo>
                  <a:cubicBezTo>
                    <a:pt x="350" y="376"/>
                    <a:pt x="512" y="457"/>
                    <a:pt x="674" y="538"/>
                  </a:cubicBezTo>
                  <a:cubicBezTo>
                    <a:pt x="894" y="644"/>
                    <a:pt x="1118" y="736"/>
                    <a:pt x="1350" y="842"/>
                  </a:cubicBezTo>
                  <a:cubicBezTo>
                    <a:pt x="1431" y="876"/>
                    <a:pt x="1512" y="923"/>
                    <a:pt x="1582" y="982"/>
                  </a:cubicBezTo>
                  <a:cubicBezTo>
                    <a:pt x="1802" y="1155"/>
                    <a:pt x="1956" y="1387"/>
                    <a:pt x="2037" y="1655"/>
                  </a:cubicBezTo>
                  <a:cubicBezTo>
                    <a:pt x="2118" y="1935"/>
                    <a:pt x="2210" y="2214"/>
                    <a:pt x="2305" y="2482"/>
                  </a:cubicBezTo>
                  <a:cubicBezTo>
                    <a:pt x="2397" y="2784"/>
                    <a:pt x="2585" y="3030"/>
                    <a:pt x="2828" y="3217"/>
                  </a:cubicBezTo>
                  <a:cubicBezTo>
                    <a:pt x="3096" y="3413"/>
                    <a:pt x="3398" y="3577"/>
                    <a:pt x="3702" y="3728"/>
                  </a:cubicBezTo>
                  <a:cubicBezTo>
                    <a:pt x="4272" y="4008"/>
                    <a:pt x="4864" y="4195"/>
                    <a:pt x="5459" y="4379"/>
                  </a:cubicBezTo>
                  <a:cubicBezTo>
                    <a:pt x="5853" y="4508"/>
                    <a:pt x="6250" y="4636"/>
                    <a:pt x="6647" y="4753"/>
                  </a:cubicBezTo>
                  <a:cubicBezTo>
                    <a:pt x="6798" y="4787"/>
                    <a:pt x="6948" y="4823"/>
                    <a:pt x="7099" y="4846"/>
                  </a:cubicBezTo>
                  <a:cubicBezTo>
                    <a:pt x="7109" y="4847"/>
                    <a:pt x="7119" y="4848"/>
                    <a:pt x="7128" y="4848"/>
                  </a:cubicBezTo>
                  <a:cubicBezTo>
                    <a:pt x="7192" y="4848"/>
                    <a:pt x="7231" y="4813"/>
                    <a:pt x="7250" y="4740"/>
                  </a:cubicBezTo>
                  <a:cubicBezTo>
                    <a:pt x="7264" y="4659"/>
                    <a:pt x="7275" y="4577"/>
                    <a:pt x="7239" y="4496"/>
                  </a:cubicBezTo>
                  <a:cubicBezTo>
                    <a:pt x="7150" y="4535"/>
                    <a:pt x="7061" y="4552"/>
                    <a:pt x="6972" y="4552"/>
                  </a:cubicBezTo>
                  <a:cubicBezTo>
                    <a:pt x="6898" y="4552"/>
                    <a:pt x="6825" y="4540"/>
                    <a:pt x="6750" y="4519"/>
                  </a:cubicBezTo>
                  <a:cubicBezTo>
                    <a:pt x="6133" y="4334"/>
                    <a:pt x="5518" y="4147"/>
                    <a:pt x="4912" y="3938"/>
                  </a:cubicBezTo>
                  <a:cubicBezTo>
                    <a:pt x="4331" y="3751"/>
                    <a:pt x="3758" y="3508"/>
                    <a:pt x="3224" y="3203"/>
                  </a:cubicBezTo>
                  <a:cubicBezTo>
                    <a:pt x="3004" y="3088"/>
                    <a:pt x="2850" y="2924"/>
                    <a:pt x="2780" y="2692"/>
                  </a:cubicBezTo>
                  <a:cubicBezTo>
                    <a:pt x="2699" y="2424"/>
                    <a:pt x="2618" y="2155"/>
                    <a:pt x="2548" y="1876"/>
                  </a:cubicBezTo>
                  <a:cubicBezTo>
                    <a:pt x="2490" y="1644"/>
                    <a:pt x="2409" y="1412"/>
                    <a:pt x="2269" y="1214"/>
                  </a:cubicBezTo>
                  <a:cubicBezTo>
                    <a:pt x="2082" y="946"/>
                    <a:pt x="1828" y="773"/>
                    <a:pt x="1548" y="644"/>
                  </a:cubicBezTo>
                  <a:cubicBezTo>
                    <a:pt x="1258" y="504"/>
                    <a:pt x="964" y="376"/>
                    <a:pt x="674" y="247"/>
                  </a:cubicBezTo>
                  <a:cubicBezTo>
                    <a:pt x="559" y="189"/>
                    <a:pt x="453" y="119"/>
                    <a:pt x="336" y="74"/>
                  </a:cubicBezTo>
                  <a:cubicBezTo>
                    <a:pt x="255" y="38"/>
                    <a:pt x="185" y="15"/>
                    <a:pt x="104" y="4"/>
                  </a:cubicBezTo>
                  <a:cubicBezTo>
                    <a:pt x="99" y="1"/>
                    <a:pt x="93" y="0"/>
                    <a:pt x="87"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1" name="Google Shape;1771;p43"/>
            <p:cNvSpPr/>
            <p:nvPr/>
          </p:nvSpPr>
          <p:spPr>
            <a:xfrm>
              <a:off x="5362539" y="3554292"/>
              <a:ext cx="1034702" cy="689422"/>
            </a:xfrm>
            <a:custGeom>
              <a:avLst/>
              <a:gdLst/>
              <a:ahLst/>
              <a:cxnLst/>
              <a:rect l="l" t="t" r="r" b="b"/>
              <a:pathLst>
                <a:path w="7276" h="4848" extrusionOk="0">
                  <a:moveTo>
                    <a:pt x="87" y="0"/>
                  </a:moveTo>
                  <a:cubicBezTo>
                    <a:pt x="60" y="0"/>
                    <a:pt x="21" y="20"/>
                    <a:pt x="12" y="38"/>
                  </a:cubicBezTo>
                  <a:cubicBezTo>
                    <a:pt x="1" y="60"/>
                    <a:pt x="12" y="119"/>
                    <a:pt x="34" y="144"/>
                  </a:cubicBezTo>
                  <a:cubicBezTo>
                    <a:pt x="82" y="200"/>
                    <a:pt x="126" y="258"/>
                    <a:pt x="196" y="295"/>
                  </a:cubicBezTo>
                  <a:cubicBezTo>
                    <a:pt x="350" y="376"/>
                    <a:pt x="512" y="457"/>
                    <a:pt x="674" y="538"/>
                  </a:cubicBezTo>
                  <a:cubicBezTo>
                    <a:pt x="894" y="644"/>
                    <a:pt x="1118" y="736"/>
                    <a:pt x="1350" y="842"/>
                  </a:cubicBezTo>
                  <a:cubicBezTo>
                    <a:pt x="1431" y="876"/>
                    <a:pt x="1512" y="923"/>
                    <a:pt x="1582" y="982"/>
                  </a:cubicBezTo>
                  <a:cubicBezTo>
                    <a:pt x="1802" y="1155"/>
                    <a:pt x="1956" y="1387"/>
                    <a:pt x="2037" y="1655"/>
                  </a:cubicBezTo>
                  <a:cubicBezTo>
                    <a:pt x="2118" y="1935"/>
                    <a:pt x="2210" y="2214"/>
                    <a:pt x="2305" y="2482"/>
                  </a:cubicBezTo>
                  <a:cubicBezTo>
                    <a:pt x="2397" y="2784"/>
                    <a:pt x="2585" y="3030"/>
                    <a:pt x="2828" y="3217"/>
                  </a:cubicBezTo>
                  <a:cubicBezTo>
                    <a:pt x="3096" y="3413"/>
                    <a:pt x="3398" y="3577"/>
                    <a:pt x="3702" y="3728"/>
                  </a:cubicBezTo>
                  <a:cubicBezTo>
                    <a:pt x="4272" y="4008"/>
                    <a:pt x="4864" y="4195"/>
                    <a:pt x="5459" y="4379"/>
                  </a:cubicBezTo>
                  <a:cubicBezTo>
                    <a:pt x="5853" y="4508"/>
                    <a:pt x="6250" y="4636"/>
                    <a:pt x="6647" y="4753"/>
                  </a:cubicBezTo>
                  <a:cubicBezTo>
                    <a:pt x="6798" y="4787"/>
                    <a:pt x="6948" y="4823"/>
                    <a:pt x="7099" y="4846"/>
                  </a:cubicBezTo>
                  <a:cubicBezTo>
                    <a:pt x="7109" y="4847"/>
                    <a:pt x="7119" y="4848"/>
                    <a:pt x="7128" y="4848"/>
                  </a:cubicBezTo>
                  <a:cubicBezTo>
                    <a:pt x="7192" y="4848"/>
                    <a:pt x="7231" y="4813"/>
                    <a:pt x="7250" y="4740"/>
                  </a:cubicBezTo>
                  <a:cubicBezTo>
                    <a:pt x="7264" y="4659"/>
                    <a:pt x="7275" y="4577"/>
                    <a:pt x="7239" y="4496"/>
                  </a:cubicBezTo>
                  <a:cubicBezTo>
                    <a:pt x="7150" y="4535"/>
                    <a:pt x="7061" y="4552"/>
                    <a:pt x="6972" y="4552"/>
                  </a:cubicBezTo>
                  <a:cubicBezTo>
                    <a:pt x="6898" y="4552"/>
                    <a:pt x="6825" y="4540"/>
                    <a:pt x="6750" y="4519"/>
                  </a:cubicBezTo>
                  <a:cubicBezTo>
                    <a:pt x="6133" y="4334"/>
                    <a:pt x="5518" y="4147"/>
                    <a:pt x="4912" y="3938"/>
                  </a:cubicBezTo>
                  <a:cubicBezTo>
                    <a:pt x="4331" y="3751"/>
                    <a:pt x="3758" y="3508"/>
                    <a:pt x="3224" y="3203"/>
                  </a:cubicBezTo>
                  <a:cubicBezTo>
                    <a:pt x="3004" y="3088"/>
                    <a:pt x="2850" y="2924"/>
                    <a:pt x="2780" y="2692"/>
                  </a:cubicBezTo>
                  <a:cubicBezTo>
                    <a:pt x="2699" y="2424"/>
                    <a:pt x="2618" y="2155"/>
                    <a:pt x="2548" y="1876"/>
                  </a:cubicBezTo>
                  <a:cubicBezTo>
                    <a:pt x="2490" y="1644"/>
                    <a:pt x="2409" y="1412"/>
                    <a:pt x="2269" y="1214"/>
                  </a:cubicBezTo>
                  <a:cubicBezTo>
                    <a:pt x="2082" y="946"/>
                    <a:pt x="1828" y="773"/>
                    <a:pt x="1548" y="644"/>
                  </a:cubicBezTo>
                  <a:cubicBezTo>
                    <a:pt x="1258" y="504"/>
                    <a:pt x="964" y="376"/>
                    <a:pt x="674" y="247"/>
                  </a:cubicBezTo>
                  <a:cubicBezTo>
                    <a:pt x="559" y="189"/>
                    <a:pt x="453" y="119"/>
                    <a:pt x="336" y="74"/>
                  </a:cubicBezTo>
                  <a:cubicBezTo>
                    <a:pt x="255" y="38"/>
                    <a:pt x="185" y="15"/>
                    <a:pt x="104" y="4"/>
                  </a:cubicBezTo>
                  <a:cubicBezTo>
                    <a:pt x="99" y="1"/>
                    <a:pt x="93" y="0"/>
                    <a:pt x="87"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2" name="Google Shape;1772;p43"/>
            <p:cNvSpPr/>
            <p:nvPr/>
          </p:nvSpPr>
          <p:spPr>
            <a:xfrm>
              <a:off x="5516266" y="4225091"/>
              <a:ext cx="101110" cy="42947"/>
            </a:xfrm>
            <a:custGeom>
              <a:avLst/>
              <a:gdLst/>
              <a:ahLst/>
              <a:cxnLst/>
              <a:rect l="l" t="t" r="r" b="b"/>
              <a:pathLst>
                <a:path w="711" h="302" extrusionOk="0">
                  <a:moveTo>
                    <a:pt x="233" y="0"/>
                  </a:moveTo>
                  <a:cubicBezTo>
                    <a:pt x="221" y="0"/>
                    <a:pt x="199" y="11"/>
                    <a:pt x="188" y="23"/>
                  </a:cubicBezTo>
                  <a:cubicBezTo>
                    <a:pt x="129" y="81"/>
                    <a:pt x="71" y="151"/>
                    <a:pt x="1" y="232"/>
                  </a:cubicBezTo>
                  <a:cubicBezTo>
                    <a:pt x="23" y="246"/>
                    <a:pt x="48" y="257"/>
                    <a:pt x="71" y="257"/>
                  </a:cubicBezTo>
                  <a:cubicBezTo>
                    <a:pt x="258" y="280"/>
                    <a:pt x="431" y="291"/>
                    <a:pt x="618" y="302"/>
                  </a:cubicBezTo>
                  <a:cubicBezTo>
                    <a:pt x="629" y="302"/>
                    <a:pt x="652" y="291"/>
                    <a:pt x="666" y="280"/>
                  </a:cubicBezTo>
                  <a:cubicBezTo>
                    <a:pt x="677" y="210"/>
                    <a:pt x="699" y="140"/>
                    <a:pt x="710" y="81"/>
                  </a:cubicBezTo>
                  <a:cubicBezTo>
                    <a:pt x="699" y="70"/>
                    <a:pt x="699" y="70"/>
                    <a:pt x="688" y="70"/>
                  </a:cubicBezTo>
                  <a:cubicBezTo>
                    <a:pt x="656" y="72"/>
                    <a:pt x="623" y="74"/>
                    <a:pt x="590" y="74"/>
                  </a:cubicBezTo>
                  <a:cubicBezTo>
                    <a:pt x="468" y="74"/>
                    <a:pt x="342" y="55"/>
                    <a:pt x="233"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3" name="Google Shape;1773;p43"/>
            <p:cNvSpPr/>
            <p:nvPr/>
          </p:nvSpPr>
          <p:spPr>
            <a:xfrm>
              <a:off x="5617233" y="4235046"/>
              <a:ext cx="97839" cy="32992"/>
            </a:xfrm>
            <a:custGeom>
              <a:avLst/>
              <a:gdLst/>
              <a:ahLst/>
              <a:cxnLst/>
              <a:rect l="l" t="t" r="r" b="b"/>
              <a:pathLst>
                <a:path w="688" h="232" extrusionOk="0">
                  <a:moveTo>
                    <a:pt x="95" y="0"/>
                  </a:moveTo>
                  <a:cubicBezTo>
                    <a:pt x="81" y="0"/>
                    <a:pt x="59" y="11"/>
                    <a:pt x="59" y="22"/>
                  </a:cubicBezTo>
                  <a:cubicBezTo>
                    <a:pt x="37" y="92"/>
                    <a:pt x="25" y="162"/>
                    <a:pt x="0" y="232"/>
                  </a:cubicBezTo>
                  <a:cubicBezTo>
                    <a:pt x="187" y="221"/>
                    <a:pt x="349" y="210"/>
                    <a:pt x="525" y="198"/>
                  </a:cubicBezTo>
                  <a:cubicBezTo>
                    <a:pt x="688" y="187"/>
                    <a:pt x="688" y="187"/>
                    <a:pt x="688" y="22"/>
                  </a:cubicBezTo>
                  <a:lnTo>
                    <a:pt x="688" y="0"/>
                  </a:ln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4" name="Google Shape;1774;p43"/>
            <p:cNvSpPr/>
            <p:nvPr/>
          </p:nvSpPr>
          <p:spPr>
            <a:xfrm>
              <a:off x="5756313" y="4115732"/>
              <a:ext cx="61291" cy="91155"/>
            </a:xfrm>
            <a:custGeom>
              <a:avLst/>
              <a:gdLst/>
              <a:ahLst/>
              <a:cxnLst/>
              <a:rect l="l" t="t" r="r" b="b"/>
              <a:pathLst>
                <a:path w="431" h="641" extrusionOk="0">
                  <a:moveTo>
                    <a:pt x="151" y="1"/>
                  </a:moveTo>
                  <a:cubicBezTo>
                    <a:pt x="95" y="48"/>
                    <a:pt x="48" y="82"/>
                    <a:pt x="0" y="118"/>
                  </a:cubicBezTo>
                  <a:cubicBezTo>
                    <a:pt x="95" y="291"/>
                    <a:pt x="198" y="467"/>
                    <a:pt x="291" y="641"/>
                  </a:cubicBezTo>
                  <a:cubicBezTo>
                    <a:pt x="327" y="629"/>
                    <a:pt x="386" y="607"/>
                    <a:pt x="430" y="582"/>
                  </a:cubicBezTo>
                  <a:cubicBezTo>
                    <a:pt x="386" y="361"/>
                    <a:pt x="305" y="177"/>
                    <a:pt x="151"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5" name="Google Shape;1775;p43"/>
            <p:cNvSpPr/>
            <p:nvPr/>
          </p:nvSpPr>
          <p:spPr>
            <a:xfrm>
              <a:off x="5988254" y="4315962"/>
              <a:ext cx="87600" cy="38112"/>
            </a:xfrm>
            <a:custGeom>
              <a:avLst/>
              <a:gdLst/>
              <a:ahLst/>
              <a:cxnLst/>
              <a:rect l="l" t="t" r="r" b="b"/>
              <a:pathLst>
                <a:path w="616" h="268" extrusionOk="0">
                  <a:moveTo>
                    <a:pt x="475" y="1"/>
                  </a:moveTo>
                  <a:cubicBezTo>
                    <a:pt x="313" y="26"/>
                    <a:pt x="174" y="37"/>
                    <a:pt x="23" y="60"/>
                  </a:cubicBezTo>
                  <a:cubicBezTo>
                    <a:pt x="23" y="71"/>
                    <a:pt x="23" y="107"/>
                    <a:pt x="12" y="129"/>
                  </a:cubicBezTo>
                  <a:cubicBezTo>
                    <a:pt x="1" y="188"/>
                    <a:pt x="34" y="210"/>
                    <a:pt x="82" y="222"/>
                  </a:cubicBezTo>
                  <a:cubicBezTo>
                    <a:pt x="140" y="236"/>
                    <a:pt x="185" y="247"/>
                    <a:pt x="232" y="258"/>
                  </a:cubicBezTo>
                  <a:cubicBezTo>
                    <a:pt x="271" y="264"/>
                    <a:pt x="309" y="268"/>
                    <a:pt x="346" y="268"/>
                  </a:cubicBezTo>
                  <a:cubicBezTo>
                    <a:pt x="443" y="268"/>
                    <a:pt x="533" y="243"/>
                    <a:pt x="615" y="177"/>
                  </a:cubicBezTo>
                  <a:cubicBezTo>
                    <a:pt x="570" y="118"/>
                    <a:pt x="523" y="48"/>
                    <a:pt x="475"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6" name="Google Shape;1776;p43"/>
            <p:cNvSpPr/>
            <p:nvPr/>
          </p:nvSpPr>
          <p:spPr>
            <a:xfrm>
              <a:off x="5565896" y="3849233"/>
              <a:ext cx="38396" cy="81200"/>
            </a:xfrm>
            <a:custGeom>
              <a:avLst/>
              <a:gdLst/>
              <a:ahLst/>
              <a:cxnLst/>
              <a:rect l="l" t="t" r="r" b="b"/>
              <a:pathLst>
                <a:path w="270" h="571" extrusionOk="0">
                  <a:moveTo>
                    <a:pt x="48" y="0"/>
                  </a:moveTo>
                  <a:cubicBezTo>
                    <a:pt x="23" y="176"/>
                    <a:pt x="12" y="327"/>
                    <a:pt x="1" y="489"/>
                  </a:cubicBezTo>
                  <a:cubicBezTo>
                    <a:pt x="1" y="500"/>
                    <a:pt x="12" y="526"/>
                    <a:pt x="23" y="526"/>
                  </a:cubicBezTo>
                  <a:cubicBezTo>
                    <a:pt x="82" y="548"/>
                    <a:pt x="129" y="559"/>
                    <a:pt x="199" y="570"/>
                  </a:cubicBezTo>
                  <a:cubicBezTo>
                    <a:pt x="222" y="397"/>
                    <a:pt x="247" y="221"/>
                    <a:pt x="269" y="48"/>
                  </a:cubicBezTo>
                  <a:cubicBezTo>
                    <a:pt x="247" y="37"/>
                    <a:pt x="222" y="37"/>
                    <a:pt x="210" y="26"/>
                  </a:cubicBezTo>
                  <a:cubicBezTo>
                    <a:pt x="152" y="26"/>
                    <a:pt x="107" y="12"/>
                    <a:pt x="48"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7" name="Google Shape;1777;p43"/>
            <p:cNvSpPr/>
            <p:nvPr/>
          </p:nvSpPr>
          <p:spPr>
            <a:xfrm>
              <a:off x="5484838" y="4182144"/>
              <a:ext cx="53043" cy="70535"/>
            </a:xfrm>
            <a:custGeom>
              <a:avLst/>
              <a:gdLst/>
              <a:ahLst/>
              <a:cxnLst/>
              <a:rect l="l" t="t" r="r" b="b"/>
              <a:pathLst>
                <a:path w="373" h="496" extrusionOk="0">
                  <a:moveTo>
                    <a:pt x="188" y="0"/>
                  </a:moveTo>
                  <a:cubicBezTo>
                    <a:pt x="12" y="45"/>
                    <a:pt x="1" y="59"/>
                    <a:pt x="23" y="244"/>
                  </a:cubicBezTo>
                  <a:cubicBezTo>
                    <a:pt x="23" y="338"/>
                    <a:pt x="60" y="408"/>
                    <a:pt x="129" y="478"/>
                  </a:cubicBezTo>
                  <a:cubicBezTo>
                    <a:pt x="143" y="485"/>
                    <a:pt x="157" y="496"/>
                    <a:pt x="171" y="496"/>
                  </a:cubicBezTo>
                  <a:cubicBezTo>
                    <a:pt x="180" y="496"/>
                    <a:pt x="189" y="491"/>
                    <a:pt x="199" y="478"/>
                  </a:cubicBezTo>
                  <a:cubicBezTo>
                    <a:pt x="258" y="408"/>
                    <a:pt x="314" y="338"/>
                    <a:pt x="373" y="280"/>
                  </a:cubicBezTo>
                  <a:cubicBezTo>
                    <a:pt x="314" y="185"/>
                    <a:pt x="258" y="93"/>
                    <a:pt x="199"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8" name="Google Shape;1778;p43"/>
            <p:cNvSpPr/>
            <p:nvPr/>
          </p:nvSpPr>
          <p:spPr>
            <a:xfrm>
              <a:off x="5574286" y="3773294"/>
              <a:ext cx="36690" cy="74517"/>
            </a:xfrm>
            <a:custGeom>
              <a:avLst/>
              <a:gdLst/>
              <a:ahLst/>
              <a:cxnLst/>
              <a:rect l="l" t="t" r="r" b="b"/>
              <a:pathLst>
                <a:path w="258" h="524" extrusionOk="0">
                  <a:moveTo>
                    <a:pt x="34" y="1"/>
                  </a:moveTo>
                  <a:cubicBezTo>
                    <a:pt x="23" y="163"/>
                    <a:pt x="12" y="325"/>
                    <a:pt x="1" y="490"/>
                  </a:cubicBezTo>
                  <a:cubicBezTo>
                    <a:pt x="70" y="501"/>
                    <a:pt x="140" y="512"/>
                    <a:pt x="210" y="523"/>
                  </a:cubicBezTo>
                  <a:cubicBezTo>
                    <a:pt x="232" y="372"/>
                    <a:pt x="244" y="233"/>
                    <a:pt x="258" y="93"/>
                  </a:cubicBezTo>
                  <a:cubicBezTo>
                    <a:pt x="258" y="82"/>
                    <a:pt x="244" y="45"/>
                    <a:pt x="232" y="45"/>
                  </a:cubicBezTo>
                  <a:cubicBezTo>
                    <a:pt x="163" y="23"/>
                    <a:pt x="104" y="12"/>
                    <a:pt x="34"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9" name="Google Shape;1779;p43"/>
            <p:cNvSpPr/>
            <p:nvPr/>
          </p:nvSpPr>
          <p:spPr>
            <a:xfrm>
              <a:off x="5552813" y="3932283"/>
              <a:ext cx="41525" cy="87458"/>
            </a:xfrm>
            <a:custGeom>
              <a:avLst/>
              <a:gdLst/>
              <a:ahLst/>
              <a:cxnLst/>
              <a:rect l="l" t="t" r="r" b="b"/>
              <a:pathLst>
                <a:path w="292" h="615" extrusionOk="0">
                  <a:moveTo>
                    <a:pt x="82" y="0"/>
                  </a:moveTo>
                  <a:cubicBezTo>
                    <a:pt x="59" y="173"/>
                    <a:pt x="34" y="335"/>
                    <a:pt x="1" y="511"/>
                  </a:cubicBezTo>
                  <a:cubicBezTo>
                    <a:pt x="1" y="523"/>
                    <a:pt x="12" y="545"/>
                    <a:pt x="23" y="559"/>
                  </a:cubicBezTo>
                  <a:cubicBezTo>
                    <a:pt x="59" y="570"/>
                    <a:pt x="104" y="593"/>
                    <a:pt x="152" y="615"/>
                  </a:cubicBezTo>
                  <a:cubicBezTo>
                    <a:pt x="199" y="419"/>
                    <a:pt x="244" y="232"/>
                    <a:pt x="291" y="45"/>
                  </a:cubicBezTo>
                  <a:cubicBezTo>
                    <a:pt x="210" y="23"/>
                    <a:pt x="152" y="11"/>
                    <a:pt x="82"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0" name="Google Shape;1780;p43"/>
            <p:cNvSpPr/>
            <p:nvPr/>
          </p:nvSpPr>
          <p:spPr>
            <a:xfrm>
              <a:off x="5902076" y="4360900"/>
              <a:ext cx="89449" cy="38254"/>
            </a:xfrm>
            <a:custGeom>
              <a:avLst/>
              <a:gdLst/>
              <a:ahLst/>
              <a:cxnLst/>
              <a:rect l="l" t="t" r="r" b="b"/>
              <a:pathLst>
                <a:path w="629" h="269" extrusionOk="0">
                  <a:moveTo>
                    <a:pt x="104" y="1"/>
                  </a:moveTo>
                  <a:cubicBezTo>
                    <a:pt x="70" y="59"/>
                    <a:pt x="34" y="104"/>
                    <a:pt x="0" y="163"/>
                  </a:cubicBezTo>
                  <a:cubicBezTo>
                    <a:pt x="70" y="185"/>
                    <a:pt x="129" y="210"/>
                    <a:pt x="199" y="221"/>
                  </a:cubicBezTo>
                  <a:cubicBezTo>
                    <a:pt x="313" y="244"/>
                    <a:pt x="442" y="255"/>
                    <a:pt x="570" y="269"/>
                  </a:cubicBezTo>
                  <a:cubicBezTo>
                    <a:pt x="581" y="269"/>
                    <a:pt x="618" y="255"/>
                    <a:pt x="618" y="232"/>
                  </a:cubicBezTo>
                  <a:cubicBezTo>
                    <a:pt x="629" y="199"/>
                    <a:pt x="629" y="151"/>
                    <a:pt x="629" y="104"/>
                  </a:cubicBezTo>
                  <a:lnTo>
                    <a:pt x="629" y="104"/>
                  </a:lnTo>
                  <a:cubicBezTo>
                    <a:pt x="583" y="112"/>
                    <a:pt x="540" y="116"/>
                    <a:pt x="498" y="116"/>
                  </a:cubicBezTo>
                  <a:cubicBezTo>
                    <a:pt x="356" y="116"/>
                    <a:pt x="231" y="72"/>
                    <a:pt x="104"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1" name="Google Shape;1781;p43"/>
            <p:cNvSpPr/>
            <p:nvPr/>
          </p:nvSpPr>
          <p:spPr>
            <a:xfrm>
              <a:off x="6064193" y="4264767"/>
              <a:ext cx="63282" cy="71246"/>
            </a:xfrm>
            <a:custGeom>
              <a:avLst/>
              <a:gdLst/>
              <a:ahLst/>
              <a:cxnLst/>
              <a:rect l="l" t="t" r="r" b="b"/>
              <a:pathLst>
                <a:path w="445" h="501" extrusionOk="0">
                  <a:moveTo>
                    <a:pt x="316" y="1"/>
                  </a:moveTo>
                  <a:cubicBezTo>
                    <a:pt x="305" y="1"/>
                    <a:pt x="280" y="37"/>
                    <a:pt x="257" y="59"/>
                  </a:cubicBezTo>
                  <a:cubicBezTo>
                    <a:pt x="246" y="70"/>
                    <a:pt x="246" y="107"/>
                    <a:pt x="221" y="118"/>
                  </a:cubicBezTo>
                  <a:cubicBezTo>
                    <a:pt x="151" y="188"/>
                    <a:pt x="81" y="269"/>
                    <a:pt x="0" y="339"/>
                  </a:cubicBezTo>
                  <a:cubicBezTo>
                    <a:pt x="36" y="386"/>
                    <a:pt x="81" y="442"/>
                    <a:pt x="129" y="501"/>
                  </a:cubicBezTo>
                  <a:cubicBezTo>
                    <a:pt x="268" y="386"/>
                    <a:pt x="361" y="258"/>
                    <a:pt x="444" y="107"/>
                  </a:cubicBezTo>
                  <a:lnTo>
                    <a:pt x="444" y="70"/>
                  </a:lnTo>
                  <a:cubicBezTo>
                    <a:pt x="408" y="48"/>
                    <a:pt x="361" y="23"/>
                    <a:pt x="316"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2" name="Google Shape;1782;p43"/>
            <p:cNvSpPr/>
            <p:nvPr/>
          </p:nvSpPr>
          <p:spPr>
            <a:xfrm>
              <a:off x="5521385" y="4018035"/>
              <a:ext cx="51479" cy="89591"/>
            </a:xfrm>
            <a:custGeom>
              <a:avLst/>
              <a:gdLst/>
              <a:ahLst/>
              <a:cxnLst/>
              <a:rect l="l" t="t" r="r" b="b"/>
              <a:pathLst>
                <a:path w="362" h="630" extrusionOk="0">
                  <a:moveTo>
                    <a:pt x="211" y="1"/>
                  </a:moveTo>
                  <a:cubicBezTo>
                    <a:pt x="141" y="188"/>
                    <a:pt x="71" y="386"/>
                    <a:pt x="1" y="571"/>
                  </a:cubicBezTo>
                  <a:cubicBezTo>
                    <a:pt x="35" y="596"/>
                    <a:pt x="71" y="607"/>
                    <a:pt x="104" y="629"/>
                  </a:cubicBezTo>
                  <a:cubicBezTo>
                    <a:pt x="174" y="478"/>
                    <a:pt x="244" y="328"/>
                    <a:pt x="303" y="177"/>
                  </a:cubicBezTo>
                  <a:cubicBezTo>
                    <a:pt x="361" y="48"/>
                    <a:pt x="350" y="37"/>
                    <a:pt x="222"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3" name="Google Shape;1783;p43"/>
            <p:cNvSpPr/>
            <p:nvPr/>
          </p:nvSpPr>
          <p:spPr>
            <a:xfrm>
              <a:off x="5834100" y="4311269"/>
              <a:ext cx="72810" cy="66126"/>
            </a:xfrm>
            <a:custGeom>
              <a:avLst/>
              <a:gdLst/>
              <a:ahLst/>
              <a:cxnLst/>
              <a:rect l="l" t="t" r="r" b="b"/>
              <a:pathLst>
                <a:path w="512" h="465" extrusionOk="0">
                  <a:moveTo>
                    <a:pt x="107" y="0"/>
                  </a:moveTo>
                  <a:cubicBezTo>
                    <a:pt x="82" y="23"/>
                    <a:pt x="48" y="34"/>
                    <a:pt x="1" y="59"/>
                  </a:cubicBezTo>
                  <a:cubicBezTo>
                    <a:pt x="107" y="243"/>
                    <a:pt x="246" y="372"/>
                    <a:pt x="420" y="464"/>
                  </a:cubicBezTo>
                  <a:cubicBezTo>
                    <a:pt x="456" y="419"/>
                    <a:pt x="489" y="372"/>
                    <a:pt x="512" y="338"/>
                  </a:cubicBezTo>
                  <a:cubicBezTo>
                    <a:pt x="372" y="221"/>
                    <a:pt x="246" y="115"/>
                    <a:pt x="107"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4" name="Google Shape;1784;p43"/>
            <p:cNvSpPr/>
            <p:nvPr/>
          </p:nvSpPr>
          <p:spPr>
            <a:xfrm>
              <a:off x="5703411" y="4056147"/>
              <a:ext cx="69682" cy="71246"/>
            </a:xfrm>
            <a:custGeom>
              <a:avLst/>
              <a:gdLst/>
              <a:ahLst/>
              <a:cxnLst/>
              <a:rect l="l" t="t" r="r" b="b"/>
              <a:pathLst>
                <a:path w="490" h="501" extrusionOk="0">
                  <a:moveTo>
                    <a:pt x="118" y="1"/>
                  </a:moveTo>
                  <a:cubicBezTo>
                    <a:pt x="70" y="23"/>
                    <a:pt x="34" y="48"/>
                    <a:pt x="0" y="82"/>
                  </a:cubicBezTo>
                  <a:cubicBezTo>
                    <a:pt x="104" y="222"/>
                    <a:pt x="221" y="361"/>
                    <a:pt x="327" y="501"/>
                  </a:cubicBezTo>
                  <a:cubicBezTo>
                    <a:pt x="383" y="456"/>
                    <a:pt x="431" y="420"/>
                    <a:pt x="489" y="372"/>
                  </a:cubicBezTo>
                  <a:lnTo>
                    <a:pt x="118" y="1"/>
                  </a:ln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5" name="Google Shape;1785;p43"/>
            <p:cNvSpPr/>
            <p:nvPr/>
          </p:nvSpPr>
          <p:spPr>
            <a:xfrm>
              <a:off x="5648519" y="3898864"/>
              <a:ext cx="31997" cy="81200"/>
            </a:xfrm>
            <a:custGeom>
              <a:avLst/>
              <a:gdLst/>
              <a:ahLst/>
              <a:cxnLst/>
              <a:rect l="l" t="t" r="r" b="b"/>
              <a:pathLst>
                <a:path w="225" h="571" extrusionOk="0">
                  <a:moveTo>
                    <a:pt x="37" y="1"/>
                  </a:moveTo>
                  <a:cubicBezTo>
                    <a:pt x="1" y="199"/>
                    <a:pt x="1" y="386"/>
                    <a:pt x="37" y="570"/>
                  </a:cubicBezTo>
                  <a:cubicBezTo>
                    <a:pt x="85" y="559"/>
                    <a:pt x="107" y="548"/>
                    <a:pt x="141" y="548"/>
                  </a:cubicBezTo>
                  <a:cubicBezTo>
                    <a:pt x="188" y="537"/>
                    <a:pt x="199" y="515"/>
                    <a:pt x="199" y="478"/>
                  </a:cubicBezTo>
                  <a:cubicBezTo>
                    <a:pt x="199" y="375"/>
                    <a:pt x="210" y="269"/>
                    <a:pt x="210" y="177"/>
                  </a:cubicBezTo>
                  <a:cubicBezTo>
                    <a:pt x="224" y="151"/>
                    <a:pt x="210" y="129"/>
                    <a:pt x="199" y="118"/>
                  </a:cubicBezTo>
                  <a:cubicBezTo>
                    <a:pt x="155" y="70"/>
                    <a:pt x="107" y="48"/>
                    <a:pt x="37"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6" name="Google Shape;1786;p43"/>
            <p:cNvSpPr/>
            <p:nvPr/>
          </p:nvSpPr>
          <p:spPr>
            <a:xfrm>
              <a:off x="5656909" y="3981914"/>
              <a:ext cx="56599" cy="79636"/>
            </a:xfrm>
            <a:custGeom>
              <a:avLst/>
              <a:gdLst/>
              <a:ahLst/>
              <a:cxnLst/>
              <a:rect l="l" t="t" r="r" b="b"/>
              <a:pathLst>
                <a:path w="398" h="560" extrusionOk="0">
                  <a:moveTo>
                    <a:pt x="140" y="0"/>
                  </a:moveTo>
                  <a:cubicBezTo>
                    <a:pt x="96" y="23"/>
                    <a:pt x="48" y="34"/>
                    <a:pt x="1" y="45"/>
                  </a:cubicBezTo>
                  <a:cubicBezTo>
                    <a:pt x="70" y="244"/>
                    <a:pt x="151" y="406"/>
                    <a:pt x="280" y="559"/>
                  </a:cubicBezTo>
                  <a:cubicBezTo>
                    <a:pt x="327" y="534"/>
                    <a:pt x="361" y="512"/>
                    <a:pt x="397" y="475"/>
                  </a:cubicBezTo>
                  <a:cubicBezTo>
                    <a:pt x="291" y="325"/>
                    <a:pt x="188" y="185"/>
                    <a:pt x="140"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7" name="Google Shape;1787;p43"/>
            <p:cNvSpPr/>
            <p:nvPr/>
          </p:nvSpPr>
          <p:spPr>
            <a:xfrm>
              <a:off x="5581112" y="3707024"/>
              <a:ext cx="36263" cy="66411"/>
            </a:xfrm>
            <a:custGeom>
              <a:avLst/>
              <a:gdLst/>
              <a:ahLst/>
              <a:cxnLst/>
              <a:rect l="l" t="t" r="r" b="b"/>
              <a:pathLst>
                <a:path w="255" h="467" extrusionOk="0">
                  <a:moveTo>
                    <a:pt x="45" y="0"/>
                  </a:moveTo>
                  <a:cubicBezTo>
                    <a:pt x="22" y="129"/>
                    <a:pt x="11" y="257"/>
                    <a:pt x="0" y="383"/>
                  </a:cubicBezTo>
                  <a:cubicBezTo>
                    <a:pt x="0" y="397"/>
                    <a:pt x="22" y="419"/>
                    <a:pt x="34" y="419"/>
                  </a:cubicBezTo>
                  <a:cubicBezTo>
                    <a:pt x="92" y="430"/>
                    <a:pt x="151" y="442"/>
                    <a:pt x="221" y="467"/>
                  </a:cubicBezTo>
                  <a:cubicBezTo>
                    <a:pt x="254" y="232"/>
                    <a:pt x="196" y="81"/>
                    <a:pt x="45"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8" name="Google Shape;1788;p43"/>
            <p:cNvSpPr/>
            <p:nvPr/>
          </p:nvSpPr>
          <p:spPr>
            <a:xfrm>
              <a:off x="5489673" y="4107484"/>
              <a:ext cx="48208" cy="74801"/>
            </a:xfrm>
            <a:custGeom>
              <a:avLst/>
              <a:gdLst/>
              <a:ahLst/>
              <a:cxnLst/>
              <a:rect l="l" t="t" r="r" b="b"/>
              <a:pathLst>
                <a:path w="339" h="526" extrusionOk="0">
                  <a:moveTo>
                    <a:pt x="188" y="0"/>
                  </a:moveTo>
                  <a:cubicBezTo>
                    <a:pt x="118" y="165"/>
                    <a:pt x="37" y="327"/>
                    <a:pt x="0" y="525"/>
                  </a:cubicBezTo>
                  <a:cubicBezTo>
                    <a:pt x="59" y="500"/>
                    <a:pt x="118" y="489"/>
                    <a:pt x="165" y="467"/>
                  </a:cubicBezTo>
                  <a:cubicBezTo>
                    <a:pt x="176" y="467"/>
                    <a:pt x="188" y="444"/>
                    <a:pt x="188" y="419"/>
                  </a:cubicBezTo>
                  <a:cubicBezTo>
                    <a:pt x="224" y="338"/>
                    <a:pt x="235" y="246"/>
                    <a:pt x="269" y="165"/>
                  </a:cubicBezTo>
                  <a:cubicBezTo>
                    <a:pt x="327" y="37"/>
                    <a:pt x="339" y="70"/>
                    <a:pt x="210"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9" name="Google Shape;1789;p43"/>
            <p:cNvSpPr/>
            <p:nvPr/>
          </p:nvSpPr>
          <p:spPr>
            <a:xfrm>
              <a:off x="5721756" y="4236752"/>
              <a:ext cx="92577" cy="28157"/>
            </a:xfrm>
            <a:custGeom>
              <a:avLst/>
              <a:gdLst/>
              <a:ahLst/>
              <a:cxnLst/>
              <a:rect l="l" t="t" r="r" b="b"/>
              <a:pathLst>
                <a:path w="651" h="198" extrusionOk="0">
                  <a:moveTo>
                    <a:pt x="61" y="0"/>
                  </a:moveTo>
                  <a:cubicBezTo>
                    <a:pt x="1" y="0"/>
                    <a:pt x="3" y="34"/>
                    <a:pt x="11" y="164"/>
                  </a:cubicBezTo>
                  <a:cubicBezTo>
                    <a:pt x="89" y="146"/>
                    <a:pt x="166" y="138"/>
                    <a:pt x="242" y="138"/>
                  </a:cubicBezTo>
                  <a:cubicBezTo>
                    <a:pt x="370" y="138"/>
                    <a:pt x="497" y="161"/>
                    <a:pt x="629" y="198"/>
                  </a:cubicBezTo>
                  <a:cubicBezTo>
                    <a:pt x="640" y="164"/>
                    <a:pt x="640" y="150"/>
                    <a:pt x="651" y="128"/>
                  </a:cubicBezTo>
                  <a:cubicBezTo>
                    <a:pt x="629" y="117"/>
                    <a:pt x="603" y="105"/>
                    <a:pt x="581" y="94"/>
                  </a:cubicBezTo>
                  <a:cubicBezTo>
                    <a:pt x="441" y="69"/>
                    <a:pt x="302" y="36"/>
                    <a:pt x="151" y="10"/>
                  </a:cubicBezTo>
                  <a:cubicBezTo>
                    <a:pt x="111" y="4"/>
                    <a:pt x="82" y="0"/>
                    <a:pt x="6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0" name="Google Shape;1790;p43"/>
            <p:cNvSpPr/>
            <p:nvPr/>
          </p:nvSpPr>
          <p:spPr>
            <a:xfrm>
              <a:off x="6110553" y="4219829"/>
              <a:ext cx="59869" cy="46644"/>
            </a:xfrm>
            <a:custGeom>
              <a:avLst/>
              <a:gdLst/>
              <a:ahLst/>
              <a:cxnLst/>
              <a:rect l="l" t="t" r="r" b="b"/>
              <a:pathLst>
                <a:path w="421" h="328" extrusionOk="0">
                  <a:moveTo>
                    <a:pt x="262" y="1"/>
                  </a:moveTo>
                  <a:cubicBezTo>
                    <a:pt x="131" y="1"/>
                    <a:pt x="25" y="124"/>
                    <a:pt x="1" y="258"/>
                  </a:cubicBezTo>
                  <a:cubicBezTo>
                    <a:pt x="60" y="283"/>
                    <a:pt x="104" y="305"/>
                    <a:pt x="152" y="328"/>
                  </a:cubicBezTo>
                  <a:cubicBezTo>
                    <a:pt x="233" y="143"/>
                    <a:pt x="233" y="143"/>
                    <a:pt x="420" y="60"/>
                  </a:cubicBezTo>
                  <a:cubicBezTo>
                    <a:pt x="366" y="18"/>
                    <a:pt x="312" y="1"/>
                    <a:pt x="262"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1" name="Google Shape;1791;p43"/>
            <p:cNvSpPr/>
            <p:nvPr/>
          </p:nvSpPr>
          <p:spPr>
            <a:xfrm>
              <a:off x="5906769" y="4292925"/>
              <a:ext cx="76508" cy="48208"/>
            </a:xfrm>
            <a:custGeom>
              <a:avLst/>
              <a:gdLst/>
              <a:ahLst/>
              <a:cxnLst/>
              <a:rect l="l" t="t" r="r" b="b"/>
              <a:pathLst>
                <a:path w="538" h="339" extrusionOk="0">
                  <a:moveTo>
                    <a:pt x="37" y="1"/>
                  </a:moveTo>
                  <a:lnTo>
                    <a:pt x="37" y="1"/>
                  </a:lnTo>
                  <a:cubicBezTo>
                    <a:pt x="1" y="48"/>
                    <a:pt x="15" y="82"/>
                    <a:pt x="71" y="118"/>
                  </a:cubicBezTo>
                  <a:cubicBezTo>
                    <a:pt x="154" y="152"/>
                    <a:pt x="247" y="210"/>
                    <a:pt x="339" y="244"/>
                  </a:cubicBezTo>
                  <a:cubicBezTo>
                    <a:pt x="398" y="280"/>
                    <a:pt x="456" y="303"/>
                    <a:pt x="526" y="339"/>
                  </a:cubicBezTo>
                  <a:lnTo>
                    <a:pt x="526" y="258"/>
                  </a:lnTo>
                  <a:cubicBezTo>
                    <a:pt x="537" y="210"/>
                    <a:pt x="526" y="188"/>
                    <a:pt x="479" y="174"/>
                  </a:cubicBezTo>
                  <a:cubicBezTo>
                    <a:pt x="364" y="141"/>
                    <a:pt x="269" y="93"/>
                    <a:pt x="166" y="48"/>
                  </a:cubicBezTo>
                  <a:cubicBezTo>
                    <a:pt x="118" y="34"/>
                    <a:pt x="85" y="12"/>
                    <a:pt x="37"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2" name="Google Shape;1792;p43"/>
            <p:cNvSpPr/>
            <p:nvPr/>
          </p:nvSpPr>
          <p:spPr>
            <a:xfrm>
              <a:off x="6075712" y="4220398"/>
              <a:ext cx="39818" cy="71104"/>
            </a:xfrm>
            <a:custGeom>
              <a:avLst/>
              <a:gdLst/>
              <a:ahLst/>
              <a:cxnLst/>
              <a:rect l="l" t="t" r="r" b="b"/>
              <a:pathLst>
                <a:path w="280" h="500" extrusionOk="0">
                  <a:moveTo>
                    <a:pt x="180" y="0"/>
                  </a:moveTo>
                  <a:cubicBezTo>
                    <a:pt x="144" y="0"/>
                    <a:pt x="121" y="30"/>
                    <a:pt x="95" y="92"/>
                  </a:cubicBezTo>
                  <a:cubicBezTo>
                    <a:pt x="84" y="114"/>
                    <a:pt x="70" y="139"/>
                    <a:pt x="70" y="151"/>
                  </a:cubicBezTo>
                  <a:cubicBezTo>
                    <a:pt x="48" y="265"/>
                    <a:pt x="25" y="371"/>
                    <a:pt x="0" y="500"/>
                  </a:cubicBezTo>
                  <a:cubicBezTo>
                    <a:pt x="154" y="371"/>
                    <a:pt x="187" y="184"/>
                    <a:pt x="280" y="44"/>
                  </a:cubicBezTo>
                  <a:cubicBezTo>
                    <a:pt x="237" y="15"/>
                    <a:pt x="205" y="0"/>
                    <a:pt x="180"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3" name="Google Shape;1793;p43"/>
            <p:cNvSpPr/>
            <p:nvPr/>
          </p:nvSpPr>
          <p:spPr>
            <a:xfrm>
              <a:off x="6107424" y="4183708"/>
              <a:ext cx="51337" cy="35836"/>
            </a:xfrm>
            <a:custGeom>
              <a:avLst/>
              <a:gdLst/>
              <a:ahLst/>
              <a:cxnLst/>
              <a:rect l="l" t="t" r="r" b="b"/>
              <a:pathLst>
                <a:path w="361" h="252" extrusionOk="0">
                  <a:moveTo>
                    <a:pt x="140" y="1"/>
                  </a:moveTo>
                  <a:cubicBezTo>
                    <a:pt x="93" y="82"/>
                    <a:pt x="45" y="140"/>
                    <a:pt x="1" y="210"/>
                  </a:cubicBezTo>
                  <a:cubicBezTo>
                    <a:pt x="40" y="237"/>
                    <a:pt x="74" y="252"/>
                    <a:pt x="109" y="252"/>
                  </a:cubicBezTo>
                  <a:cubicBezTo>
                    <a:pt x="137" y="252"/>
                    <a:pt x="165" y="242"/>
                    <a:pt x="196" y="221"/>
                  </a:cubicBezTo>
                  <a:cubicBezTo>
                    <a:pt x="266" y="174"/>
                    <a:pt x="336" y="151"/>
                    <a:pt x="361" y="70"/>
                  </a:cubicBezTo>
                  <a:cubicBezTo>
                    <a:pt x="280" y="48"/>
                    <a:pt x="210" y="23"/>
                    <a:pt x="140"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4" name="Google Shape;1794;p43"/>
            <p:cNvSpPr/>
            <p:nvPr/>
          </p:nvSpPr>
          <p:spPr>
            <a:xfrm>
              <a:off x="5817462" y="4256377"/>
              <a:ext cx="89449" cy="43515"/>
            </a:xfrm>
            <a:custGeom>
              <a:avLst/>
              <a:gdLst/>
              <a:ahLst/>
              <a:cxnLst/>
              <a:rect l="l" t="t" r="r" b="b"/>
              <a:pathLst>
                <a:path w="629" h="306" extrusionOk="0">
                  <a:moveTo>
                    <a:pt x="37" y="1"/>
                  </a:moveTo>
                  <a:lnTo>
                    <a:pt x="37" y="1"/>
                  </a:lnTo>
                  <a:cubicBezTo>
                    <a:pt x="0" y="48"/>
                    <a:pt x="0" y="71"/>
                    <a:pt x="59" y="96"/>
                  </a:cubicBezTo>
                  <a:cubicBezTo>
                    <a:pt x="187" y="141"/>
                    <a:pt x="305" y="188"/>
                    <a:pt x="433" y="247"/>
                  </a:cubicBezTo>
                  <a:cubicBezTo>
                    <a:pt x="478" y="258"/>
                    <a:pt x="525" y="280"/>
                    <a:pt x="573" y="305"/>
                  </a:cubicBezTo>
                  <a:cubicBezTo>
                    <a:pt x="584" y="269"/>
                    <a:pt x="629" y="236"/>
                    <a:pt x="573" y="210"/>
                  </a:cubicBezTo>
                  <a:cubicBezTo>
                    <a:pt x="397" y="141"/>
                    <a:pt x="224" y="71"/>
                    <a:pt x="37"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5" name="Google Shape;1795;p43"/>
            <p:cNvSpPr/>
            <p:nvPr/>
          </p:nvSpPr>
          <p:spPr>
            <a:xfrm>
              <a:off x="5795989" y="4206746"/>
              <a:ext cx="29864" cy="41525"/>
            </a:xfrm>
            <a:custGeom>
              <a:avLst/>
              <a:gdLst/>
              <a:ahLst/>
              <a:cxnLst/>
              <a:rect l="l" t="t" r="r" b="b"/>
              <a:pathLst>
                <a:path w="210" h="292" extrusionOk="0">
                  <a:moveTo>
                    <a:pt x="165" y="1"/>
                  </a:moveTo>
                  <a:cubicBezTo>
                    <a:pt x="26" y="48"/>
                    <a:pt x="12" y="59"/>
                    <a:pt x="12" y="107"/>
                  </a:cubicBezTo>
                  <a:cubicBezTo>
                    <a:pt x="0" y="221"/>
                    <a:pt x="12" y="235"/>
                    <a:pt x="210" y="291"/>
                  </a:cubicBezTo>
                  <a:cubicBezTo>
                    <a:pt x="199" y="188"/>
                    <a:pt x="188" y="96"/>
                    <a:pt x="165"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6" name="Google Shape;1796;p43"/>
            <p:cNvSpPr/>
            <p:nvPr/>
          </p:nvSpPr>
          <p:spPr>
            <a:xfrm>
              <a:off x="5994369" y="4361754"/>
              <a:ext cx="45222" cy="33845"/>
            </a:xfrm>
            <a:custGeom>
              <a:avLst/>
              <a:gdLst/>
              <a:ahLst/>
              <a:cxnLst/>
              <a:rect l="l" t="t" r="r" b="b"/>
              <a:pathLst>
                <a:path w="318" h="238" extrusionOk="0">
                  <a:moveTo>
                    <a:pt x="218" y="1"/>
                  </a:moveTo>
                  <a:cubicBezTo>
                    <a:pt x="85" y="1"/>
                    <a:pt x="0" y="97"/>
                    <a:pt x="39" y="238"/>
                  </a:cubicBezTo>
                  <a:cubicBezTo>
                    <a:pt x="142" y="215"/>
                    <a:pt x="270" y="123"/>
                    <a:pt x="318" y="17"/>
                  </a:cubicBezTo>
                  <a:cubicBezTo>
                    <a:pt x="283" y="6"/>
                    <a:pt x="249" y="1"/>
                    <a:pt x="218"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7" name="Google Shape;1797;p43"/>
            <p:cNvSpPr/>
            <p:nvPr/>
          </p:nvSpPr>
          <p:spPr>
            <a:xfrm>
              <a:off x="6157055" y="4196791"/>
              <a:ext cx="47924" cy="28868"/>
            </a:xfrm>
            <a:custGeom>
              <a:avLst/>
              <a:gdLst/>
              <a:ahLst/>
              <a:cxnLst/>
              <a:rect l="l" t="t" r="r" b="b"/>
              <a:pathLst>
                <a:path w="337" h="203" extrusionOk="0">
                  <a:moveTo>
                    <a:pt x="93" y="1"/>
                  </a:moveTo>
                  <a:lnTo>
                    <a:pt x="71" y="12"/>
                  </a:lnTo>
                  <a:cubicBezTo>
                    <a:pt x="46" y="48"/>
                    <a:pt x="23" y="82"/>
                    <a:pt x="1" y="107"/>
                  </a:cubicBezTo>
                  <a:cubicBezTo>
                    <a:pt x="46" y="129"/>
                    <a:pt x="93" y="152"/>
                    <a:pt x="127" y="177"/>
                  </a:cubicBezTo>
                  <a:cubicBezTo>
                    <a:pt x="151" y="196"/>
                    <a:pt x="172" y="203"/>
                    <a:pt x="190" y="203"/>
                  </a:cubicBezTo>
                  <a:cubicBezTo>
                    <a:pt x="215" y="203"/>
                    <a:pt x="236" y="190"/>
                    <a:pt x="255" y="177"/>
                  </a:cubicBezTo>
                  <a:cubicBezTo>
                    <a:pt x="280" y="141"/>
                    <a:pt x="303" y="118"/>
                    <a:pt x="336" y="82"/>
                  </a:cubicBezTo>
                  <a:cubicBezTo>
                    <a:pt x="244" y="48"/>
                    <a:pt x="174" y="26"/>
                    <a:pt x="93"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8" name="Google Shape;1798;p43"/>
            <p:cNvSpPr/>
            <p:nvPr/>
          </p:nvSpPr>
          <p:spPr>
            <a:xfrm>
              <a:off x="5811063" y="4274722"/>
              <a:ext cx="36263" cy="36690"/>
            </a:xfrm>
            <a:custGeom>
              <a:avLst/>
              <a:gdLst/>
              <a:ahLst/>
              <a:cxnLst/>
              <a:rect l="l" t="t" r="r" b="b"/>
              <a:pathLst>
                <a:path w="255" h="258" extrusionOk="0">
                  <a:moveTo>
                    <a:pt x="1" y="0"/>
                  </a:moveTo>
                  <a:lnTo>
                    <a:pt x="1" y="0"/>
                  </a:lnTo>
                  <a:cubicBezTo>
                    <a:pt x="45" y="81"/>
                    <a:pt x="82" y="151"/>
                    <a:pt x="104" y="210"/>
                  </a:cubicBezTo>
                  <a:cubicBezTo>
                    <a:pt x="115" y="232"/>
                    <a:pt x="129" y="246"/>
                    <a:pt x="140" y="257"/>
                  </a:cubicBezTo>
                  <a:cubicBezTo>
                    <a:pt x="174" y="246"/>
                    <a:pt x="210" y="221"/>
                    <a:pt x="255" y="199"/>
                  </a:cubicBezTo>
                  <a:cubicBezTo>
                    <a:pt x="232" y="151"/>
                    <a:pt x="210" y="81"/>
                    <a:pt x="174" y="59"/>
                  </a:cubicBezTo>
                  <a:cubicBezTo>
                    <a:pt x="129" y="23"/>
                    <a:pt x="70" y="23"/>
                    <a:pt x="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9" name="Google Shape;1799;p43"/>
            <p:cNvSpPr/>
            <p:nvPr/>
          </p:nvSpPr>
          <p:spPr>
            <a:xfrm>
              <a:off x="5652216" y="3860752"/>
              <a:ext cx="24744" cy="41809"/>
            </a:xfrm>
            <a:custGeom>
              <a:avLst/>
              <a:gdLst/>
              <a:ahLst/>
              <a:cxnLst/>
              <a:rect l="l" t="t" r="r" b="b"/>
              <a:pathLst>
                <a:path w="174" h="294" extrusionOk="0">
                  <a:moveTo>
                    <a:pt x="70" y="0"/>
                  </a:moveTo>
                  <a:lnTo>
                    <a:pt x="70" y="0"/>
                  </a:lnTo>
                  <a:cubicBezTo>
                    <a:pt x="0" y="176"/>
                    <a:pt x="22" y="246"/>
                    <a:pt x="173" y="294"/>
                  </a:cubicBezTo>
                  <a:cubicBezTo>
                    <a:pt x="140" y="199"/>
                    <a:pt x="103" y="107"/>
                    <a:pt x="70"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0" name="Google Shape;1800;p43"/>
            <p:cNvSpPr/>
            <p:nvPr/>
          </p:nvSpPr>
          <p:spPr>
            <a:xfrm>
              <a:off x="5610834" y="3561829"/>
              <a:ext cx="64562" cy="52048"/>
            </a:xfrm>
            <a:custGeom>
              <a:avLst/>
              <a:gdLst/>
              <a:ahLst/>
              <a:cxnLst/>
              <a:rect l="l" t="t" r="r" b="b"/>
              <a:pathLst>
                <a:path w="454" h="366" extrusionOk="0">
                  <a:moveTo>
                    <a:pt x="201" y="0"/>
                  </a:moveTo>
                  <a:cubicBezTo>
                    <a:pt x="130" y="0"/>
                    <a:pt x="72" y="29"/>
                    <a:pt x="34" y="113"/>
                  </a:cubicBezTo>
                  <a:cubicBezTo>
                    <a:pt x="1" y="194"/>
                    <a:pt x="34" y="300"/>
                    <a:pt x="126" y="345"/>
                  </a:cubicBezTo>
                  <a:cubicBezTo>
                    <a:pt x="161" y="359"/>
                    <a:pt x="195" y="366"/>
                    <a:pt x="227" y="366"/>
                  </a:cubicBezTo>
                  <a:cubicBezTo>
                    <a:pt x="306" y="366"/>
                    <a:pt x="374" y="326"/>
                    <a:pt x="406" y="253"/>
                  </a:cubicBezTo>
                  <a:cubicBezTo>
                    <a:pt x="453" y="161"/>
                    <a:pt x="420" y="55"/>
                    <a:pt x="325" y="21"/>
                  </a:cubicBezTo>
                  <a:cubicBezTo>
                    <a:pt x="280" y="9"/>
                    <a:pt x="238" y="0"/>
                    <a:pt x="201" y="0"/>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1" name="Google Shape;1801;p43"/>
            <p:cNvSpPr/>
            <p:nvPr/>
          </p:nvSpPr>
          <p:spPr>
            <a:xfrm>
              <a:off x="6355719" y="4049036"/>
              <a:ext cx="34699" cy="49204"/>
            </a:xfrm>
            <a:custGeom>
              <a:avLst/>
              <a:gdLst/>
              <a:ahLst/>
              <a:cxnLst/>
              <a:rect l="l" t="t" r="r" b="b"/>
              <a:pathLst>
                <a:path w="244" h="346" extrusionOk="0">
                  <a:moveTo>
                    <a:pt x="133" y="1"/>
                  </a:moveTo>
                  <a:cubicBezTo>
                    <a:pt x="100" y="1"/>
                    <a:pt x="79" y="32"/>
                    <a:pt x="45" y="98"/>
                  </a:cubicBezTo>
                  <a:cubicBezTo>
                    <a:pt x="34" y="157"/>
                    <a:pt x="1" y="213"/>
                    <a:pt x="34" y="297"/>
                  </a:cubicBezTo>
                  <a:cubicBezTo>
                    <a:pt x="47" y="328"/>
                    <a:pt x="63" y="346"/>
                    <a:pt x="84" y="346"/>
                  </a:cubicBezTo>
                  <a:cubicBezTo>
                    <a:pt x="100" y="346"/>
                    <a:pt x="119" y="334"/>
                    <a:pt x="140" y="308"/>
                  </a:cubicBezTo>
                  <a:cubicBezTo>
                    <a:pt x="174" y="260"/>
                    <a:pt x="196" y="202"/>
                    <a:pt x="221" y="143"/>
                  </a:cubicBezTo>
                  <a:cubicBezTo>
                    <a:pt x="244" y="87"/>
                    <a:pt x="244" y="40"/>
                    <a:pt x="185" y="17"/>
                  </a:cubicBezTo>
                  <a:cubicBezTo>
                    <a:pt x="164" y="6"/>
                    <a:pt x="148" y="1"/>
                    <a:pt x="133" y="1"/>
                  </a:cubicBezTo>
                  <a:close/>
                </a:path>
              </a:pathLst>
            </a:custGeom>
            <a:solidFill>
              <a:srgbClr val="B2D8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2" name="Google Shape;1802;p43"/>
            <p:cNvSpPr/>
            <p:nvPr/>
          </p:nvSpPr>
          <p:spPr>
            <a:xfrm>
              <a:off x="5350878" y="3263760"/>
              <a:ext cx="1128985" cy="1145197"/>
            </a:xfrm>
            <a:custGeom>
              <a:avLst/>
              <a:gdLst/>
              <a:ahLst/>
              <a:cxnLst/>
              <a:rect l="l" t="t" r="r" b="b"/>
              <a:pathLst>
                <a:path w="7939" h="8053" extrusionOk="0">
                  <a:moveTo>
                    <a:pt x="1664" y="3117"/>
                  </a:moveTo>
                  <a:cubicBezTo>
                    <a:pt x="1815" y="3198"/>
                    <a:pt x="1873" y="3349"/>
                    <a:pt x="1840" y="3584"/>
                  </a:cubicBezTo>
                  <a:cubicBezTo>
                    <a:pt x="1770" y="3559"/>
                    <a:pt x="1711" y="3547"/>
                    <a:pt x="1653" y="3536"/>
                  </a:cubicBezTo>
                  <a:cubicBezTo>
                    <a:pt x="1641" y="3536"/>
                    <a:pt x="1619" y="3514"/>
                    <a:pt x="1619" y="3500"/>
                  </a:cubicBezTo>
                  <a:cubicBezTo>
                    <a:pt x="1630" y="3374"/>
                    <a:pt x="1641" y="3246"/>
                    <a:pt x="1664" y="3117"/>
                  </a:cubicBezTo>
                  <a:close/>
                  <a:moveTo>
                    <a:pt x="1605" y="3584"/>
                  </a:moveTo>
                  <a:cubicBezTo>
                    <a:pt x="1675" y="3595"/>
                    <a:pt x="1734" y="3606"/>
                    <a:pt x="1803" y="3628"/>
                  </a:cubicBezTo>
                  <a:cubicBezTo>
                    <a:pt x="1815" y="3628"/>
                    <a:pt x="1829" y="3665"/>
                    <a:pt x="1829" y="3676"/>
                  </a:cubicBezTo>
                  <a:cubicBezTo>
                    <a:pt x="1815" y="3816"/>
                    <a:pt x="1803" y="3955"/>
                    <a:pt x="1781" y="4106"/>
                  </a:cubicBezTo>
                  <a:cubicBezTo>
                    <a:pt x="1711" y="4095"/>
                    <a:pt x="1641" y="4084"/>
                    <a:pt x="1572" y="4073"/>
                  </a:cubicBezTo>
                  <a:cubicBezTo>
                    <a:pt x="1583" y="3908"/>
                    <a:pt x="1594" y="3746"/>
                    <a:pt x="1605" y="3584"/>
                  </a:cubicBezTo>
                  <a:close/>
                  <a:moveTo>
                    <a:pt x="2189" y="4198"/>
                  </a:moveTo>
                  <a:lnTo>
                    <a:pt x="2189" y="4198"/>
                  </a:lnTo>
                  <a:cubicBezTo>
                    <a:pt x="2222" y="4305"/>
                    <a:pt x="2259" y="4397"/>
                    <a:pt x="2292" y="4492"/>
                  </a:cubicBezTo>
                  <a:cubicBezTo>
                    <a:pt x="2141" y="4444"/>
                    <a:pt x="2119" y="4374"/>
                    <a:pt x="2189" y="4198"/>
                  </a:cubicBezTo>
                  <a:close/>
                  <a:moveTo>
                    <a:pt x="1560" y="4117"/>
                  </a:moveTo>
                  <a:cubicBezTo>
                    <a:pt x="1619" y="4129"/>
                    <a:pt x="1664" y="4143"/>
                    <a:pt x="1722" y="4143"/>
                  </a:cubicBezTo>
                  <a:cubicBezTo>
                    <a:pt x="1734" y="4154"/>
                    <a:pt x="1759" y="4154"/>
                    <a:pt x="1781" y="4165"/>
                  </a:cubicBezTo>
                  <a:cubicBezTo>
                    <a:pt x="1759" y="4338"/>
                    <a:pt x="1734" y="4514"/>
                    <a:pt x="1711" y="4687"/>
                  </a:cubicBezTo>
                  <a:cubicBezTo>
                    <a:pt x="1641" y="4676"/>
                    <a:pt x="1594" y="4665"/>
                    <a:pt x="1535" y="4643"/>
                  </a:cubicBezTo>
                  <a:cubicBezTo>
                    <a:pt x="1524" y="4643"/>
                    <a:pt x="1513" y="4617"/>
                    <a:pt x="1513" y="4606"/>
                  </a:cubicBezTo>
                  <a:cubicBezTo>
                    <a:pt x="1524" y="4444"/>
                    <a:pt x="1535" y="4293"/>
                    <a:pt x="1560" y="4117"/>
                  </a:cubicBezTo>
                  <a:close/>
                  <a:moveTo>
                    <a:pt x="2130" y="4467"/>
                  </a:moveTo>
                  <a:cubicBezTo>
                    <a:pt x="2200" y="4514"/>
                    <a:pt x="2248" y="4536"/>
                    <a:pt x="2292" y="4584"/>
                  </a:cubicBezTo>
                  <a:cubicBezTo>
                    <a:pt x="2303" y="4595"/>
                    <a:pt x="2317" y="4617"/>
                    <a:pt x="2303" y="4643"/>
                  </a:cubicBezTo>
                  <a:cubicBezTo>
                    <a:pt x="2303" y="4735"/>
                    <a:pt x="2292" y="4841"/>
                    <a:pt x="2292" y="4944"/>
                  </a:cubicBezTo>
                  <a:cubicBezTo>
                    <a:pt x="2292" y="4981"/>
                    <a:pt x="2281" y="5003"/>
                    <a:pt x="2234" y="5014"/>
                  </a:cubicBezTo>
                  <a:cubicBezTo>
                    <a:pt x="2200" y="5014"/>
                    <a:pt x="2178" y="5025"/>
                    <a:pt x="2130" y="5036"/>
                  </a:cubicBezTo>
                  <a:cubicBezTo>
                    <a:pt x="2094" y="4852"/>
                    <a:pt x="2094" y="4665"/>
                    <a:pt x="2130" y="4467"/>
                  </a:cubicBezTo>
                  <a:close/>
                  <a:moveTo>
                    <a:pt x="1502" y="4701"/>
                  </a:moveTo>
                  <a:cubicBezTo>
                    <a:pt x="1572" y="4712"/>
                    <a:pt x="1630" y="4724"/>
                    <a:pt x="1711" y="4746"/>
                  </a:cubicBezTo>
                  <a:cubicBezTo>
                    <a:pt x="1664" y="4933"/>
                    <a:pt x="1619" y="5120"/>
                    <a:pt x="1572" y="5316"/>
                  </a:cubicBezTo>
                  <a:cubicBezTo>
                    <a:pt x="1524" y="5294"/>
                    <a:pt x="1479" y="5271"/>
                    <a:pt x="1443" y="5260"/>
                  </a:cubicBezTo>
                  <a:cubicBezTo>
                    <a:pt x="1432" y="5246"/>
                    <a:pt x="1421" y="5224"/>
                    <a:pt x="1421" y="5212"/>
                  </a:cubicBezTo>
                  <a:cubicBezTo>
                    <a:pt x="1454" y="5036"/>
                    <a:pt x="1479" y="4874"/>
                    <a:pt x="1502" y="4701"/>
                  </a:cubicBezTo>
                  <a:close/>
                  <a:moveTo>
                    <a:pt x="2292" y="5050"/>
                  </a:moveTo>
                  <a:cubicBezTo>
                    <a:pt x="2340" y="5235"/>
                    <a:pt x="2443" y="5375"/>
                    <a:pt x="2549" y="5525"/>
                  </a:cubicBezTo>
                  <a:cubicBezTo>
                    <a:pt x="2513" y="5562"/>
                    <a:pt x="2479" y="5584"/>
                    <a:pt x="2432" y="5609"/>
                  </a:cubicBezTo>
                  <a:cubicBezTo>
                    <a:pt x="2303" y="5456"/>
                    <a:pt x="2222" y="5294"/>
                    <a:pt x="2153" y="5095"/>
                  </a:cubicBezTo>
                  <a:cubicBezTo>
                    <a:pt x="2200" y="5084"/>
                    <a:pt x="2248" y="5073"/>
                    <a:pt x="2292" y="5050"/>
                  </a:cubicBezTo>
                  <a:close/>
                  <a:moveTo>
                    <a:pt x="1421" y="5305"/>
                  </a:moveTo>
                  <a:cubicBezTo>
                    <a:pt x="1549" y="5341"/>
                    <a:pt x="1560" y="5352"/>
                    <a:pt x="1502" y="5481"/>
                  </a:cubicBezTo>
                  <a:cubicBezTo>
                    <a:pt x="1443" y="5632"/>
                    <a:pt x="1373" y="5782"/>
                    <a:pt x="1303" y="5933"/>
                  </a:cubicBezTo>
                  <a:cubicBezTo>
                    <a:pt x="1270" y="5911"/>
                    <a:pt x="1234" y="5900"/>
                    <a:pt x="1200" y="5875"/>
                  </a:cubicBezTo>
                  <a:cubicBezTo>
                    <a:pt x="1270" y="5690"/>
                    <a:pt x="1340" y="5492"/>
                    <a:pt x="1410" y="5305"/>
                  </a:cubicBezTo>
                  <a:close/>
                  <a:moveTo>
                    <a:pt x="2597" y="5573"/>
                  </a:moveTo>
                  <a:lnTo>
                    <a:pt x="2968" y="5944"/>
                  </a:lnTo>
                  <a:cubicBezTo>
                    <a:pt x="2910" y="5992"/>
                    <a:pt x="2862" y="6028"/>
                    <a:pt x="2806" y="6073"/>
                  </a:cubicBezTo>
                  <a:cubicBezTo>
                    <a:pt x="2700" y="5933"/>
                    <a:pt x="2583" y="5794"/>
                    <a:pt x="2479" y="5654"/>
                  </a:cubicBezTo>
                  <a:cubicBezTo>
                    <a:pt x="2513" y="5620"/>
                    <a:pt x="2549" y="5595"/>
                    <a:pt x="2597" y="5573"/>
                  </a:cubicBezTo>
                  <a:close/>
                  <a:moveTo>
                    <a:pt x="1186" y="5933"/>
                  </a:moveTo>
                  <a:cubicBezTo>
                    <a:pt x="1315" y="6003"/>
                    <a:pt x="1303" y="5970"/>
                    <a:pt x="1245" y="6098"/>
                  </a:cubicBezTo>
                  <a:cubicBezTo>
                    <a:pt x="1211" y="6179"/>
                    <a:pt x="1200" y="6271"/>
                    <a:pt x="1164" y="6352"/>
                  </a:cubicBezTo>
                  <a:cubicBezTo>
                    <a:pt x="1164" y="6377"/>
                    <a:pt x="1152" y="6400"/>
                    <a:pt x="1141" y="6400"/>
                  </a:cubicBezTo>
                  <a:cubicBezTo>
                    <a:pt x="1094" y="6422"/>
                    <a:pt x="1035" y="6433"/>
                    <a:pt x="976" y="6458"/>
                  </a:cubicBezTo>
                  <a:cubicBezTo>
                    <a:pt x="1013" y="6260"/>
                    <a:pt x="1094" y="6098"/>
                    <a:pt x="1164" y="5933"/>
                  </a:cubicBezTo>
                  <a:close/>
                  <a:moveTo>
                    <a:pt x="3199" y="66"/>
                  </a:moveTo>
                  <a:cubicBezTo>
                    <a:pt x="3715" y="66"/>
                    <a:pt x="4219" y="153"/>
                    <a:pt x="4726" y="254"/>
                  </a:cubicBezTo>
                  <a:cubicBezTo>
                    <a:pt x="5214" y="357"/>
                    <a:pt x="5681" y="533"/>
                    <a:pt x="6122" y="765"/>
                  </a:cubicBezTo>
                  <a:cubicBezTo>
                    <a:pt x="6787" y="1103"/>
                    <a:pt x="7251" y="1628"/>
                    <a:pt x="7542" y="2313"/>
                  </a:cubicBezTo>
                  <a:cubicBezTo>
                    <a:pt x="7835" y="3011"/>
                    <a:pt x="7927" y="3746"/>
                    <a:pt x="7810" y="4492"/>
                  </a:cubicBezTo>
                  <a:cubicBezTo>
                    <a:pt x="7765" y="4771"/>
                    <a:pt x="7670" y="5050"/>
                    <a:pt x="7589" y="5330"/>
                  </a:cubicBezTo>
                  <a:cubicBezTo>
                    <a:pt x="7519" y="5609"/>
                    <a:pt x="7427" y="5875"/>
                    <a:pt x="7346" y="6154"/>
                  </a:cubicBezTo>
                  <a:cubicBezTo>
                    <a:pt x="7321" y="6260"/>
                    <a:pt x="7321" y="6377"/>
                    <a:pt x="7299" y="6492"/>
                  </a:cubicBezTo>
                  <a:cubicBezTo>
                    <a:pt x="7226" y="6514"/>
                    <a:pt x="7151" y="6523"/>
                    <a:pt x="7076" y="6523"/>
                  </a:cubicBezTo>
                  <a:cubicBezTo>
                    <a:pt x="6946" y="6523"/>
                    <a:pt x="6814" y="6496"/>
                    <a:pt x="6681" y="6458"/>
                  </a:cubicBezTo>
                  <a:cubicBezTo>
                    <a:pt x="6343" y="6341"/>
                    <a:pt x="5994" y="6249"/>
                    <a:pt x="5656" y="6143"/>
                  </a:cubicBezTo>
                  <a:cubicBezTo>
                    <a:pt x="5296" y="6014"/>
                    <a:pt x="4924" y="5900"/>
                    <a:pt x="4575" y="5760"/>
                  </a:cubicBezTo>
                  <a:cubicBezTo>
                    <a:pt x="4284" y="5643"/>
                    <a:pt x="3994" y="5514"/>
                    <a:pt x="3714" y="5386"/>
                  </a:cubicBezTo>
                  <a:cubicBezTo>
                    <a:pt x="3561" y="5316"/>
                    <a:pt x="3410" y="5235"/>
                    <a:pt x="3259" y="5143"/>
                  </a:cubicBezTo>
                  <a:cubicBezTo>
                    <a:pt x="3097" y="5050"/>
                    <a:pt x="2991" y="4911"/>
                    <a:pt x="2932" y="4724"/>
                  </a:cubicBezTo>
                  <a:cubicBezTo>
                    <a:pt x="2851" y="4467"/>
                    <a:pt x="2770" y="4198"/>
                    <a:pt x="2700" y="3933"/>
                  </a:cubicBezTo>
                  <a:cubicBezTo>
                    <a:pt x="2642" y="3687"/>
                    <a:pt x="2561" y="3455"/>
                    <a:pt x="2421" y="3246"/>
                  </a:cubicBezTo>
                  <a:cubicBezTo>
                    <a:pt x="2248" y="2989"/>
                    <a:pt x="2002" y="2802"/>
                    <a:pt x="1734" y="2676"/>
                  </a:cubicBezTo>
                  <a:cubicBezTo>
                    <a:pt x="1465" y="2547"/>
                    <a:pt x="1200" y="2430"/>
                    <a:pt x="943" y="2313"/>
                  </a:cubicBezTo>
                  <a:cubicBezTo>
                    <a:pt x="722" y="2209"/>
                    <a:pt x="513" y="2103"/>
                    <a:pt x="292" y="2000"/>
                  </a:cubicBezTo>
                  <a:cubicBezTo>
                    <a:pt x="326" y="1930"/>
                    <a:pt x="348" y="1871"/>
                    <a:pt x="373" y="1824"/>
                  </a:cubicBezTo>
                  <a:cubicBezTo>
                    <a:pt x="594" y="1405"/>
                    <a:pt x="907" y="1056"/>
                    <a:pt x="1256" y="731"/>
                  </a:cubicBezTo>
                  <a:cubicBezTo>
                    <a:pt x="1781" y="254"/>
                    <a:pt x="2410" y="78"/>
                    <a:pt x="3108" y="67"/>
                  </a:cubicBezTo>
                  <a:cubicBezTo>
                    <a:pt x="3138" y="66"/>
                    <a:pt x="3169" y="66"/>
                    <a:pt x="3199" y="66"/>
                  </a:cubicBezTo>
                  <a:close/>
                  <a:moveTo>
                    <a:pt x="3002" y="5992"/>
                  </a:moveTo>
                  <a:cubicBezTo>
                    <a:pt x="3156" y="6168"/>
                    <a:pt x="3237" y="6352"/>
                    <a:pt x="3281" y="6573"/>
                  </a:cubicBezTo>
                  <a:cubicBezTo>
                    <a:pt x="3237" y="6598"/>
                    <a:pt x="3178" y="6620"/>
                    <a:pt x="3142" y="6632"/>
                  </a:cubicBezTo>
                  <a:cubicBezTo>
                    <a:pt x="3049" y="6458"/>
                    <a:pt x="2946" y="6282"/>
                    <a:pt x="2851" y="6109"/>
                  </a:cubicBezTo>
                  <a:cubicBezTo>
                    <a:pt x="2899" y="6073"/>
                    <a:pt x="2946" y="6039"/>
                    <a:pt x="3002" y="5992"/>
                  </a:cubicBezTo>
                  <a:close/>
                  <a:moveTo>
                    <a:pt x="5460" y="6470"/>
                  </a:moveTo>
                  <a:cubicBezTo>
                    <a:pt x="5530" y="6492"/>
                    <a:pt x="5600" y="6517"/>
                    <a:pt x="5681" y="6539"/>
                  </a:cubicBezTo>
                  <a:cubicBezTo>
                    <a:pt x="5656" y="6620"/>
                    <a:pt x="5586" y="6643"/>
                    <a:pt x="5516" y="6690"/>
                  </a:cubicBezTo>
                  <a:cubicBezTo>
                    <a:pt x="5485" y="6711"/>
                    <a:pt x="5457" y="6721"/>
                    <a:pt x="5429" y="6721"/>
                  </a:cubicBezTo>
                  <a:cubicBezTo>
                    <a:pt x="5394" y="6721"/>
                    <a:pt x="5360" y="6706"/>
                    <a:pt x="5321" y="6679"/>
                  </a:cubicBezTo>
                  <a:cubicBezTo>
                    <a:pt x="5365" y="6609"/>
                    <a:pt x="5413" y="6551"/>
                    <a:pt x="5460" y="6470"/>
                  </a:cubicBezTo>
                  <a:close/>
                  <a:moveTo>
                    <a:pt x="5762" y="6562"/>
                  </a:moveTo>
                  <a:cubicBezTo>
                    <a:pt x="5843" y="6587"/>
                    <a:pt x="5913" y="6609"/>
                    <a:pt x="6005" y="6643"/>
                  </a:cubicBezTo>
                  <a:cubicBezTo>
                    <a:pt x="5972" y="6679"/>
                    <a:pt x="5949" y="6702"/>
                    <a:pt x="5924" y="6738"/>
                  </a:cubicBezTo>
                  <a:cubicBezTo>
                    <a:pt x="5905" y="6751"/>
                    <a:pt x="5884" y="6764"/>
                    <a:pt x="5859" y="6764"/>
                  </a:cubicBezTo>
                  <a:cubicBezTo>
                    <a:pt x="5841" y="6764"/>
                    <a:pt x="5820" y="6757"/>
                    <a:pt x="5796" y="6738"/>
                  </a:cubicBezTo>
                  <a:cubicBezTo>
                    <a:pt x="5762" y="6713"/>
                    <a:pt x="5715" y="6690"/>
                    <a:pt x="5670" y="6668"/>
                  </a:cubicBezTo>
                  <a:cubicBezTo>
                    <a:pt x="5692" y="6643"/>
                    <a:pt x="5715" y="6609"/>
                    <a:pt x="5740" y="6573"/>
                  </a:cubicBezTo>
                  <a:lnTo>
                    <a:pt x="5762" y="6562"/>
                  </a:lnTo>
                  <a:close/>
                  <a:moveTo>
                    <a:pt x="1898" y="3385"/>
                  </a:moveTo>
                  <a:cubicBezTo>
                    <a:pt x="1932" y="3444"/>
                    <a:pt x="1968" y="3500"/>
                    <a:pt x="1991" y="3559"/>
                  </a:cubicBezTo>
                  <a:cubicBezTo>
                    <a:pt x="2049" y="3710"/>
                    <a:pt x="2094" y="3874"/>
                    <a:pt x="2141" y="4036"/>
                  </a:cubicBezTo>
                  <a:lnTo>
                    <a:pt x="2141" y="4117"/>
                  </a:lnTo>
                  <a:cubicBezTo>
                    <a:pt x="2119" y="4246"/>
                    <a:pt x="2094" y="4374"/>
                    <a:pt x="2072" y="4503"/>
                  </a:cubicBezTo>
                  <a:cubicBezTo>
                    <a:pt x="2002" y="4897"/>
                    <a:pt x="2094" y="5246"/>
                    <a:pt x="2329" y="5573"/>
                  </a:cubicBezTo>
                  <a:cubicBezTo>
                    <a:pt x="2479" y="5771"/>
                    <a:pt x="2642" y="5958"/>
                    <a:pt x="2792" y="6154"/>
                  </a:cubicBezTo>
                  <a:cubicBezTo>
                    <a:pt x="2876" y="6282"/>
                    <a:pt x="2957" y="6411"/>
                    <a:pt x="3027" y="6551"/>
                  </a:cubicBezTo>
                  <a:cubicBezTo>
                    <a:pt x="3049" y="6587"/>
                    <a:pt x="3038" y="6643"/>
                    <a:pt x="3049" y="6690"/>
                  </a:cubicBezTo>
                  <a:cubicBezTo>
                    <a:pt x="3061" y="6738"/>
                    <a:pt x="3086" y="6783"/>
                    <a:pt x="3097" y="6841"/>
                  </a:cubicBezTo>
                  <a:cubicBezTo>
                    <a:pt x="2946" y="6819"/>
                    <a:pt x="2806" y="6796"/>
                    <a:pt x="2653" y="6783"/>
                  </a:cubicBezTo>
                  <a:cubicBezTo>
                    <a:pt x="2398" y="6771"/>
                    <a:pt x="2141" y="6771"/>
                    <a:pt x="1884" y="6771"/>
                  </a:cubicBezTo>
                  <a:cubicBezTo>
                    <a:pt x="1759" y="6771"/>
                    <a:pt x="1630" y="6771"/>
                    <a:pt x="1502" y="6738"/>
                  </a:cubicBezTo>
                  <a:cubicBezTo>
                    <a:pt x="1281" y="6690"/>
                    <a:pt x="1164" y="6470"/>
                    <a:pt x="1245" y="6249"/>
                  </a:cubicBezTo>
                  <a:cubicBezTo>
                    <a:pt x="1270" y="6179"/>
                    <a:pt x="1303" y="6098"/>
                    <a:pt x="1340" y="6028"/>
                  </a:cubicBezTo>
                  <a:cubicBezTo>
                    <a:pt x="1630" y="5470"/>
                    <a:pt x="1759" y="4874"/>
                    <a:pt x="1815" y="4246"/>
                  </a:cubicBezTo>
                  <a:cubicBezTo>
                    <a:pt x="1840" y="3967"/>
                    <a:pt x="1862" y="3687"/>
                    <a:pt x="1884" y="3408"/>
                  </a:cubicBezTo>
                  <a:cubicBezTo>
                    <a:pt x="1884" y="3408"/>
                    <a:pt x="1898" y="3397"/>
                    <a:pt x="1898" y="3385"/>
                  </a:cubicBezTo>
                  <a:close/>
                  <a:moveTo>
                    <a:pt x="169" y="2043"/>
                  </a:moveTo>
                  <a:cubicBezTo>
                    <a:pt x="175" y="2043"/>
                    <a:pt x="181" y="2044"/>
                    <a:pt x="186" y="2047"/>
                  </a:cubicBezTo>
                  <a:cubicBezTo>
                    <a:pt x="267" y="2058"/>
                    <a:pt x="337" y="2081"/>
                    <a:pt x="418" y="2117"/>
                  </a:cubicBezTo>
                  <a:cubicBezTo>
                    <a:pt x="535" y="2162"/>
                    <a:pt x="641" y="2232"/>
                    <a:pt x="756" y="2290"/>
                  </a:cubicBezTo>
                  <a:cubicBezTo>
                    <a:pt x="1046" y="2419"/>
                    <a:pt x="1340" y="2547"/>
                    <a:pt x="1630" y="2687"/>
                  </a:cubicBezTo>
                  <a:cubicBezTo>
                    <a:pt x="1910" y="2816"/>
                    <a:pt x="2164" y="2989"/>
                    <a:pt x="2351" y="3257"/>
                  </a:cubicBezTo>
                  <a:cubicBezTo>
                    <a:pt x="2491" y="3455"/>
                    <a:pt x="2572" y="3687"/>
                    <a:pt x="2630" y="3919"/>
                  </a:cubicBezTo>
                  <a:cubicBezTo>
                    <a:pt x="2700" y="4198"/>
                    <a:pt x="2781" y="4467"/>
                    <a:pt x="2862" y="4735"/>
                  </a:cubicBezTo>
                  <a:cubicBezTo>
                    <a:pt x="2932" y="4967"/>
                    <a:pt x="3086" y="5131"/>
                    <a:pt x="3306" y="5246"/>
                  </a:cubicBezTo>
                  <a:cubicBezTo>
                    <a:pt x="3840" y="5551"/>
                    <a:pt x="4413" y="5794"/>
                    <a:pt x="4994" y="5981"/>
                  </a:cubicBezTo>
                  <a:cubicBezTo>
                    <a:pt x="5600" y="6190"/>
                    <a:pt x="6215" y="6377"/>
                    <a:pt x="6832" y="6562"/>
                  </a:cubicBezTo>
                  <a:cubicBezTo>
                    <a:pt x="6907" y="6583"/>
                    <a:pt x="6980" y="6595"/>
                    <a:pt x="7054" y="6595"/>
                  </a:cubicBezTo>
                  <a:cubicBezTo>
                    <a:pt x="7143" y="6595"/>
                    <a:pt x="7232" y="6578"/>
                    <a:pt x="7321" y="6539"/>
                  </a:cubicBezTo>
                  <a:cubicBezTo>
                    <a:pt x="7357" y="6620"/>
                    <a:pt x="7346" y="6702"/>
                    <a:pt x="7332" y="6783"/>
                  </a:cubicBezTo>
                  <a:cubicBezTo>
                    <a:pt x="7313" y="6856"/>
                    <a:pt x="7274" y="6891"/>
                    <a:pt x="7210" y="6891"/>
                  </a:cubicBezTo>
                  <a:cubicBezTo>
                    <a:pt x="7201" y="6891"/>
                    <a:pt x="7191" y="6890"/>
                    <a:pt x="7181" y="6889"/>
                  </a:cubicBezTo>
                  <a:cubicBezTo>
                    <a:pt x="7030" y="6866"/>
                    <a:pt x="6880" y="6830"/>
                    <a:pt x="6729" y="6796"/>
                  </a:cubicBezTo>
                  <a:cubicBezTo>
                    <a:pt x="6332" y="6679"/>
                    <a:pt x="5935" y="6551"/>
                    <a:pt x="5541" y="6422"/>
                  </a:cubicBezTo>
                  <a:cubicBezTo>
                    <a:pt x="4946" y="6238"/>
                    <a:pt x="4354" y="6051"/>
                    <a:pt x="3784" y="5771"/>
                  </a:cubicBezTo>
                  <a:cubicBezTo>
                    <a:pt x="3480" y="5620"/>
                    <a:pt x="3178" y="5456"/>
                    <a:pt x="2910" y="5260"/>
                  </a:cubicBezTo>
                  <a:cubicBezTo>
                    <a:pt x="2667" y="5073"/>
                    <a:pt x="2479" y="4827"/>
                    <a:pt x="2387" y="4525"/>
                  </a:cubicBezTo>
                  <a:cubicBezTo>
                    <a:pt x="2292" y="4257"/>
                    <a:pt x="2200" y="3978"/>
                    <a:pt x="2119" y="3698"/>
                  </a:cubicBezTo>
                  <a:cubicBezTo>
                    <a:pt x="2038" y="3430"/>
                    <a:pt x="1884" y="3198"/>
                    <a:pt x="1664" y="3025"/>
                  </a:cubicBezTo>
                  <a:cubicBezTo>
                    <a:pt x="1594" y="2966"/>
                    <a:pt x="1513" y="2919"/>
                    <a:pt x="1432" y="2885"/>
                  </a:cubicBezTo>
                  <a:cubicBezTo>
                    <a:pt x="1200" y="2779"/>
                    <a:pt x="976" y="2687"/>
                    <a:pt x="756" y="2581"/>
                  </a:cubicBezTo>
                  <a:cubicBezTo>
                    <a:pt x="594" y="2500"/>
                    <a:pt x="432" y="2419"/>
                    <a:pt x="278" y="2338"/>
                  </a:cubicBezTo>
                  <a:cubicBezTo>
                    <a:pt x="208" y="2301"/>
                    <a:pt x="164" y="2243"/>
                    <a:pt x="116" y="2187"/>
                  </a:cubicBezTo>
                  <a:cubicBezTo>
                    <a:pt x="94" y="2162"/>
                    <a:pt x="83" y="2103"/>
                    <a:pt x="94" y="2081"/>
                  </a:cubicBezTo>
                  <a:cubicBezTo>
                    <a:pt x="103" y="2063"/>
                    <a:pt x="142" y="2043"/>
                    <a:pt x="169" y="2043"/>
                  </a:cubicBezTo>
                  <a:close/>
                  <a:moveTo>
                    <a:pt x="3295" y="6632"/>
                  </a:moveTo>
                  <a:cubicBezTo>
                    <a:pt x="3318" y="6727"/>
                    <a:pt x="3329" y="6819"/>
                    <a:pt x="3340" y="6922"/>
                  </a:cubicBezTo>
                  <a:cubicBezTo>
                    <a:pt x="3142" y="6866"/>
                    <a:pt x="3130" y="6852"/>
                    <a:pt x="3142" y="6738"/>
                  </a:cubicBezTo>
                  <a:cubicBezTo>
                    <a:pt x="3142" y="6690"/>
                    <a:pt x="3156" y="6679"/>
                    <a:pt x="3295" y="6632"/>
                  </a:cubicBezTo>
                  <a:close/>
                  <a:moveTo>
                    <a:pt x="1141" y="6458"/>
                  </a:moveTo>
                  <a:cubicBezTo>
                    <a:pt x="1200" y="6551"/>
                    <a:pt x="1256" y="6643"/>
                    <a:pt x="1315" y="6738"/>
                  </a:cubicBezTo>
                  <a:cubicBezTo>
                    <a:pt x="1256" y="6796"/>
                    <a:pt x="1200" y="6866"/>
                    <a:pt x="1141" y="6936"/>
                  </a:cubicBezTo>
                  <a:cubicBezTo>
                    <a:pt x="1131" y="6949"/>
                    <a:pt x="1122" y="6954"/>
                    <a:pt x="1113" y="6954"/>
                  </a:cubicBezTo>
                  <a:cubicBezTo>
                    <a:pt x="1099" y="6954"/>
                    <a:pt x="1085" y="6943"/>
                    <a:pt x="1071" y="6936"/>
                  </a:cubicBezTo>
                  <a:cubicBezTo>
                    <a:pt x="1002" y="6866"/>
                    <a:pt x="965" y="6796"/>
                    <a:pt x="965" y="6702"/>
                  </a:cubicBezTo>
                  <a:cubicBezTo>
                    <a:pt x="943" y="6517"/>
                    <a:pt x="954" y="6503"/>
                    <a:pt x="1130" y="6458"/>
                  </a:cubicBezTo>
                  <a:close/>
                  <a:moveTo>
                    <a:pt x="2669" y="6842"/>
                  </a:moveTo>
                  <a:cubicBezTo>
                    <a:pt x="2690" y="6842"/>
                    <a:pt x="2719" y="6846"/>
                    <a:pt x="2759" y="6852"/>
                  </a:cubicBezTo>
                  <a:cubicBezTo>
                    <a:pt x="2910" y="6878"/>
                    <a:pt x="3049" y="6911"/>
                    <a:pt x="3189" y="6936"/>
                  </a:cubicBezTo>
                  <a:cubicBezTo>
                    <a:pt x="3211" y="6947"/>
                    <a:pt x="3237" y="6959"/>
                    <a:pt x="3259" y="6970"/>
                  </a:cubicBezTo>
                  <a:cubicBezTo>
                    <a:pt x="3248" y="6992"/>
                    <a:pt x="3248" y="7006"/>
                    <a:pt x="3237" y="7040"/>
                  </a:cubicBezTo>
                  <a:cubicBezTo>
                    <a:pt x="3105" y="7003"/>
                    <a:pt x="2978" y="6980"/>
                    <a:pt x="2850" y="6980"/>
                  </a:cubicBezTo>
                  <a:cubicBezTo>
                    <a:pt x="2774" y="6980"/>
                    <a:pt x="2697" y="6988"/>
                    <a:pt x="2619" y="7006"/>
                  </a:cubicBezTo>
                  <a:cubicBezTo>
                    <a:pt x="2611" y="6876"/>
                    <a:pt x="2609" y="6842"/>
                    <a:pt x="2669" y="6842"/>
                  </a:cubicBezTo>
                  <a:close/>
                  <a:moveTo>
                    <a:pt x="5604" y="6724"/>
                  </a:moveTo>
                  <a:cubicBezTo>
                    <a:pt x="5654" y="6724"/>
                    <a:pt x="5708" y="6741"/>
                    <a:pt x="5762" y="6783"/>
                  </a:cubicBezTo>
                  <a:cubicBezTo>
                    <a:pt x="5575" y="6866"/>
                    <a:pt x="5575" y="6866"/>
                    <a:pt x="5494" y="7051"/>
                  </a:cubicBezTo>
                  <a:cubicBezTo>
                    <a:pt x="5446" y="7028"/>
                    <a:pt x="5402" y="7006"/>
                    <a:pt x="5343" y="6981"/>
                  </a:cubicBezTo>
                  <a:cubicBezTo>
                    <a:pt x="5367" y="6847"/>
                    <a:pt x="5473" y="6724"/>
                    <a:pt x="5604" y="6724"/>
                  </a:cubicBezTo>
                  <a:close/>
                  <a:moveTo>
                    <a:pt x="1396" y="6760"/>
                  </a:moveTo>
                  <a:cubicBezTo>
                    <a:pt x="1505" y="6815"/>
                    <a:pt x="1631" y="6834"/>
                    <a:pt x="1753" y="6834"/>
                  </a:cubicBezTo>
                  <a:cubicBezTo>
                    <a:pt x="1786" y="6834"/>
                    <a:pt x="1819" y="6832"/>
                    <a:pt x="1851" y="6830"/>
                  </a:cubicBezTo>
                  <a:cubicBezTo>
                    <a:pt x="1862" y="6830"/>
                    <a:pt x="1862" y="6830"/>
                    <a:pt x="1873" y="6841"/>
                  </a:cubicBezTo>
                  <a:cubicBezTo>
                    <a:pt x="1862" y="6900"/>
                    <a:pt x="1840" y="6970"/>
                    <a:pt x="1829" y="7040"/>
                  </a:cubicBezTo>
                  <a:cubicBezTo>
                    <a:pt x="1815" y="7051"/>
                    <a:pt x="1792" y="7062"/>
                    <a:pt x="1781" y="7062"/>
                  </a:cubicBezTo>
                  <a:cubicBezTo>
                    <a:pt x="1594" y="7051"/>
                    <a:pt x="1421" y="7040"/>
                    <a:pt x="1234" y="7017"/>
                  </a:cubicBezTo>
                  <a:cubicBezTo>
                    <a:pt x="1211" y="7017"/>
                    <a:pt x="1186" y="7006"/>
                    <a:pt x="1164" y="6992"/>
                  </a:cubicBezTo>
                  <a:cubicBezTo>
                    <a:pt x="1234" y="6911"/>
                    <a:pt x="1292" y="6841"/>
                    <a:pt x="1351" y="6783"/>
                  </a:cubicBezTo>
                  <a:cubicBezTo>
                    <a:pt x="1362" y="6771"/>
                    <a:pt x="1384" y="6760"/>
                    <a:pt x="1396" y="6760"/>
                  </a:cubicBezTo>
                  <a:close/>
                  <a:moveTo>
                    <a:pt x="2561" y="6830"/>
                  </a:moveTo>
                  <a:lnTo>
                    <a:pt x="2561" y="6852"/>
                  </a:lnTo>
                  <a:cubicBezTo>
                    <a:pt x="2561" y="7017"/>
                    <a:pt x="2561" y="7017"/>
                    <a:pt x="2398" y="7028"/>
                  </a:cubicBezTo>
                  <a:cubicBezTo>
                    <a:pt x="2222" y="7040"/>
                    <a:pt x="2060" y="7051"/>
                    <a:pt x="1873" y="7062"/>
                  </a:cubicBezTo>
                  <a:cubicBezTo>
                    <a:pt x="1898" y="6992"/>
                    <a:pt x="1910" y="6922"/>
                    <a:pt x="1932" y="6852"/>
                  </a:cubicBezTo>
                  <a:cubicBezTo>
                    <a:pt x="1932" y="6841"/>
                    <a:pt x="1954" y="6830"/>
                    <a:pt x="1968" y="6830"/>
                  </a:cubicBezTo>
                  <a:close/>
                  <a:moveTo>
                    <a:pt x="5277" y="6727"/>
                  </a:moveTo>
                  <a:cubicBezTo>
                    <a:pt x="5302" y="6727"/>
                    <a:pt x="5334" y="6742"/>
                    <a:pt x="5377" y="6771"/>
                  </a:cubicBezTo>
                  <a:cubicBezTo>
                    <a:pt x="5284" y="6911"/>
                    <a:pt x="5251" y="7098"/>
                    <a:pt x="5097" y="7227"/>
                  </a:cubicBezTo>
                  <a:cubicBezTo>
                    <a:pt x="5122" y="7098"/>
                    <a:pt x="5145" y="6992"/>
                    <a:pt x="5167" y="6878"/>
                  </a:cubicBezTo>
                  <a:cubicBezTo>
                    <a:pt x="5167" y="6866"/>
                    <a:pt x="5181" y="6841"/>
                    <a:pt x="5192" y="6819"/>
                  </a:cubicBezTo>
                  <a:cubicBezTo>
                    <a:pt x="5218" y="6757"/>
                    <a:pt x="5241" y="6727"/>
                    <a:pt x="5277" y="6727"/>
                  </a:cubicBezTo>
                  <a:close/>
                  <a:moveTo>
                    <a:pt x="3318" y="6981"/>
                  </a:moveTo>
                  <a:cubicBezTo>
                    <a:pt x="3505" y="7051"/>
                    <a:pt x="3678" y="7121"/>
                    <a:pt x="3854" y="7190"/>
                  </a:cubicBezTo>
                  <a:cubicBezTo>
                    <a:pt x="3910" y="7216"/>
                    <a:pt x="3865" y="7249"/>
                    <a:pt x="3854" y="7285"/>
                  </a:cubicBezTo>
                  <a:cubicBezTo>
                    <a:pt x="3806" y="7260"/>
                    <a:pt x="3759" y="7238"/>
                    <a:pt x="3714" y="7227"/>
                  </a:cubicBezTo>
                  <a:cubicBezTo>
                    <a:pt x="3586" y="7168"/>
                    <a:pt x="3468" y="7121"/>
                    <a:pt x="3340" y="7076"/>
                  </a:cubicBezTo>
                  <a:cubicBezTo>
                    <a:pt x="3281" y="7051"/>
                    <a:pt x="3281" y="7028"/>
                    <a:pt x="3318" y="6981"/>
                  </a:cubicBezTo>
                  <a:close/>
                  <a:moveTo>
                    <a:pt x="3237" y="7109"/>
                  </a:moveTo>
                  <a:lnTo>
                    <a:pt x="3237" y="7109"/>
                  </a:lnTo>
                  <a:cubicBezTo>
                    <a:pt x="3306" y="7132"/>
                    <a:pt x="3365" y="7132"/>
                    <a:pt x="3410" y="7168"/>
                  </a:cubicBezTo>
                  <a:cubicBezTo>
                    <a:pt x="3446" y="7190"/>
                    <a:pt x="3468" y="7260"/>
                    <a:pt x="3491" y="7308"/>
                  </a:cubicBezTo>
                  <a:cubicBezTo>
                    <a:pt x="3446" y="7330"/>
                    <a:pt x="3410" y="7355"/>
                    <a:pt x="3376" y="7366"/>
                  </a:cubicBezTo>
                  <a:cubicBezTo>
                    <a:pt x="3365" y="7355"/>
                    <a:pt x="3351" y="7341"/>
                    <a:pt x="3340" y="7319"/>
                  </a:cubicBezTo>
                  <a:cubicBezTo>
                    <a:pt x="3318" y="7260"/>
                    <a:pt x="3281" y="7190"/>
                    <a:pt x="3237" y="7109"/>
                  </a:cubicBezTo>
                  <a:close/>
                  <a:moveTo>
                    <a:pt x="2351" y="4676"/>
                  </a:moveTo>
                  <a:cubicBezTo>
                    <a:pt x="2362" y="4687"/>
                    <a:pt x="2373" y="4701"/>
                    <a:pt x="2387" y="4724"/>
                  </a:cubicBezTo>
                  <a:cubicBezTo>
                    <a:pt x="2538" y="5025"/>
                    <a:pt x="2759" y="5271"/>
                    <a:pt x="3061" y="5444"/>
                  </a:cubicBezTo>
                  <a:cubicBezTo>
                    <a:pt x="3410" y="5654"/>
                    <a:pt x="3770" y="5863"/>
                    <a:pt x="4156" y="6003"/>
                  </a:cubicBezTo>
                  <a:cubicBezTo>
                    <a:pt x="4457" y="6120"/>
                    <a:pt x="4762" y="6224"/>
                    <a:pt x="5064" y="6330"/>
                  </a:cubicBezTo>
                  <a:cubicBezTo>
                    <a:pt x="5167" y="6377"/>
                    <a:pt x="5273" y="6411"/>
                    <a:pt x="5377" y="6447"/>
                  </a:cubicBezTo>
                  <a:cubicBezTo>
                    <a:pt x="5377" y="6528"/>
                    <a:pt x="5332" y="6587"/>
                    <a:pt x="5284" y="6620"/>
                  </a:cubicBezTo>
                  <a:cubicBezTo>
                    <a:pt x="5181" y="6713"/>
                    <a:pt x="5111" y="6819"/>
                    <a:pt x="5097" y="6959"/>
                  </a:cubicBezTo>
                  <a:cubicBezTo>
                    <a:pt x="5086" y="7062"/>
                    <a:pt x="5086" y="7179"/>
                    <a:pt x="5005" y="7260"/>
                  </a:cubicBezTo>
                  <a:cubicBezTo>
                    <a:pt x="4983" y="7285"/>
                    <a:pt x="4957" y="7308"/>
                    <a:pt x="4935" y="7319"/>
                  </a:cubicBezTo>
                  <a:cubicBezTo>
                    <a:pt x="4827" y="7361"/>
                    <a:pt x="4719" y="7384"/>
                    <a:pt x="4612" y="7384"/>
                  </a:cubicBezTo>
                  <a:cubicBezTo>
                    <a:pt x="4512" y="7384"/>
                    <a:pt x="4414" y="7364"/>
                    <a:pt x="4318" y="7319"/>
                  </a:cubicBezTo>
                  <a:cubicBezTo>
                    <a:pt x="4027" y="7202"/>
                    <a:pt x="3748" y="7087"/>
                    <a:pt x="3468" y="6970"/>
                  </a:cubicBezTo>
                  <a:cubicBezTo>
                    <a:pt x="3421" y="6959"/>
                    <a:pt x="3399" y="6936"/>
                    <a:pt x="3399" y="6889"/>
                  </a:cubicBezTo>
                  <a:cubicBezTo>
                    <a:pt x="3387" y="6771"/>
                    <a:pt x="3365" y="6668"/>
                    <a:pt x="3340" y="6551"/>
                  </a:cubicBezTo>
                  <a:cubicBezTo>
                    <a:pt x="3281" y="6249"/>
                    <a:pt x="3108" y="6003"/>
                    <a:pt x="2899" y="5794"/>
                  </a:cubicBezTo>
                  <a:cubicBezTo>
                    <a:pt x="2737" y="5632"/>
                    <a:pt x="2572" y="5481"/>
                    <a:pt x="2443" y="5282"/>
                  </a:cubicBezTo>
                  <a:cubicBezTo>
                    <a:pt x="2340" y="5106"/>
                    <a:pt x="2317" y="4911"/>
                    <a:pt x="2340" y="4712"/>
                  </a:cubicBezTo>
                  <a:cubicBezTo>
                    <a:pt x="2351" y="4701"/>
                    <a:pt x="2351" y="4687"/>
                    <a:pt x="2351" y="4676"/>
                  </a:cubicBezTo>
                  <a:close/>
                  <a:moveTo>
                    <a:pt x="5332" y="7040"/>
                  </a:moveTo>
                  <a:cubicBezTo>
                    <a:pt x="5377" y="7062"/>
                    <a:pt x="5424" y="7087"/>
                    <a:pt x="5460" y="7109"/>
                  </a:cubicBezTo>
                  <a:lnTo>
                    <a:pt x="5460" y="7146"/>
                  </a:lnTo>
                  <a:cubicBezTo>
                    <a:pt x="5377" y="7297"/>
                    <a:pt x="5284" y="7425"/>
                    <a:pt x="5145" y="7540"/>
                  </a:cubicBezTo>
                  <a:cubicBezTo>
                    <a:pt x="5097" y="7481"/>
                    <a:pt x="5052" y="7425"/>
                    <a:pt x="5016" y="7378"/>
                  </a:cubicBezTo>
                  <a:cubicBezTo>
                    <a:pt x="5097" y="7308"/>
                    <a:pt x="5167" y="7227"/>
                    <a:pt x="5237" y="7157"/>
                  </a:cubicBezTo>
                  <a:cubicBezTo>
                    <a:pt x="5262" y="7146"/>
                    <a:pt x="5262" y="7109"/>
                    <a:pt x="5273" y="7098"/>
                  </a:cubicBezTo>
                  <a:cubicBezTo>
                    <a:pt x="5296" y="7076"/>
                    <a:pt x="5321" y="7040"/>
                    <a:pt x="5332" y="7040"/>
                  </a:cubicBezTo>
                  <a:close/>
                  <a:moveTo>
                    <a:pt x="3946" y="7238"/>
                  </a:moveTo>
                  <a:cubicBezTo>
                    <a:pt x="3994" y="7249"/>
                    <a:pt x="4027" y="7271"/>
                    <a:pt x="4075" y="7285"/>
                  </a:cubicBezTo>
                  <a:cubicBezTo>
                    <a:pt x="4178" y="7330"/>
                    <a:pt x="4273" y="7378"/>
                    <a:pt x="4388" y="7411"/>
                  </a:cubicBezTo>
                  <a:cubicBezTo>
                    <a:pt x="4435" y="7425"/>
                    <a:pt x="4446" y="7447"/>
                    <a:pt x="4435" y="7495"/>
                  </a:cubicBezTo>
                  <a:lnTo>
                    <a:pt x="4435" y="7576"/>
                  </a:lnTo>
                  <a:cubicBezTo>
                    <a:pt x="4365" y="7540"/>
                    <a:pt x="4307" y="7517"/>
                    <a:pt x="4248" y="7481"/>
                  </a:cubicBezTo>
                  <a:cubicBezTo>
                    <a:pt x="4156" y="7447"/>
                    <a:pt x="4063" y="7389"/>
                    <a:pt x="3980" y="7355"/>
                  </a:cubicBezTo>
                  <a:cubicBezTo>
                    <a:pt x="3924" y="7319"/>
                    <a:pt x="3910" y="7285"/>
                    <a:pt x="3946" y="7238"/>
                  </a:cubicBezTo>
                  <a:close/>
                  <a:moveTo>
                    <a:pt x="4957" y="7400"/>
                  </a:moveTo>
                  <a:cubicBezTo>
                    <a:pt x="5005" y="7447"/>
                    <a:pt x="5052" y="7517"/>
                    <a:pt x="5097" y="7576"/>
                  </a:cubicBezTo>
                  <a:cubicBezTo>
                    <a:pt x="5015" y="7642"/>
                    <a:pt x="4925" y="7667"/>
                    <a:pt x="4828" y="7667"/>
                  </a:cubicBezTo>
                  <a:cubicBezTo>
                    <a:pt x="4791" y="7667"/>
                    <a:pt x="4753" y="7663"/>
                    <a:pt x="4714" y="7657"/>
                  </a:cubicBezTo>
                  <a:cubicBezTo>
                    <a:pt x="4667" y="7646"/>
                    <a:pt x="4622" y="7635"/>
                    <a:pt x="4564" y="7621"/>
                  </a:cubicBezTo>
                  <a:cubicBezTo>
                    <a:pt x="4516" y="7609"/>
                    <a:pt x="4483" y="7587"/>
                    <a:pt x="4494" y="7528"/>
                  </a:cubicBezTo>
                  <a:cubicBezTo>
                    <a:pt x="4505" y="7506"/>
                    <a:pt x="4505" y="7470"/>
                    <a:pt x="4505" y="7459"/>
                  </a:cubicBezTo>
                  <a:cubicBezTo>
                    <a:pt x="4656" y="7436"/>
                    <a:pt x="4795" y="7425"/>
                    <a:pt x="4957" y="7400"/>
                  </a:cubicBezTo>
                  <a:close/>
                  <a:moveTo>
                    <a:pt x="3527" y="7202"/>
                  </a:moveTo>
                  <a:lnTo>
                    <a:pt x="3527" y="7202"/>
                  </a:lnTo>
                  <a:cubicBezTo>
                    <a:pt x="3887" y="7378"/>
                    <a:pt x="4248" y="7551"/>
                    <a:pt x="4597" y="7716"/>
                  </a:cubicBezTo>
                  <a:cubicBezTo>
                    <a:pt x="4575" y="7727"/>
                    <a:pt x="4538" y="7749"/>
                    <a:pt x="4505" y="7749"/>
                  </a:cubicBezTo>
                  <a:cubicBezTo>
                    <a:pt x="4458" y="7764"/>
                    <a:pt x="4411" y="7771"/>
                    <a:pt x="4365" y="7771"/>
                  </a:cubicBezTo>
                  <a:cubicBezTo>
                    <a:pt x="4295" y="7771"/>
                    <a:pt x="4226" y="7755"/>
                    <a:pt x="4156" y="7727"/>
                  </a:cubicBezTo>
                  <a:cubicBezTo>
                    <a:pt x="3969" y="7657"/>
                    <a:pt x="3806" y="7551"/>
                    <a:pt x="3667" y="7425"/>
                  </a:cubicBezTo>
                  <a:cubicBezTo>
                    <a:pt x="3597" y="7366"/>
                    <a:pt x="3538" y="7285"/>
                    <a:pt x="3527" y="7202"/>
                  </a:cubicBezTo>
                  <a:close/>
                  <a:moveTo>
                    <a:pt x="3505" y="7366"/>
                  </a:moveTo>
                  <a:cubicBezTo>
                    <a:pt x="3644" y="7481"/>
                    <a:pt x="3770" y="7587"/>
                    <a:pt x="3910" y="7704"/>
                  </a:cubicBezTo>
                  <a:cubicBezTo>
                    <a:pt x="3887" y="7738"/>
                    <a:pt x="3854" y="7785"/>
                    <a:pt x="3818" y="7830"/>
                  </a:cubicBezTo>
                  <a:cubicBezTo>
                    <a:pt x="3644" y="7738"/>
                    <a:pt x="3505" y="7609"/>
                    <a:pt x="3399" y="7425"/>
                  </a:cubicBezTo>
                  <a:cubicBezTo>
                    <a:pt x="3446" y="7400"/>
                    <a:pt x="3480" y="7389"/>
                    <a:pt x="3505" y="7366"/>
                  </a:cubicBezTo>
                  <a:close/>
                  <a:moveTo>
                    <a:pt x="4743" y="7722"/>
                  </a:moveTo>
                  <a:cubicBezTo>
                    <a:pt x="4774" y="7722"/>
                    <a:pt x="4808" y="7727"/>
                    <a:pt x="4843" y="7738"/>
                  </a:cubicBezTo>
                  <a:cubicBezTo>
                    <a:pt x="4795" y="7844"/>
                    <a:pt x="4667" y="7936"/>
                    <a:pt x="4564" y="7959"/>
                  </a:cubicBezTo>
                  <a:cubicBezTo>
                    <a:pt x="4525" y="7818"/>
                    <a:pt x="4610" y="7722"/>
                    <a:pt x="4743" y="7722"/>
                  </a:cubicBezTo>
                  <a:close/>
                  <a:moveTo>
                    <a:pt x="3980" y="7716"/>
                  </a:moveTo>
                  <a:cubicBezTo>
                    <a:pt x="4107" y="7787"/>
                    <a:pt x="4232" y="7831"/>
                    <a:pt x="4374" y="7831"/>
                  </a:cubicBezTo>
                  <a:cubicBezTo>
                    <a:pt x="4416" y="7831"/>
                    <a:pt x="4459" y="7827"/>
                    <a:pt x="4505" y="7819"/>
                  </a:cubicBezTo>
                  <a:lnTo>
                    <a:pt x="4505" y="7819"/>
                  </a:lnTo>
                  <a:cubicBezTo>
                    <a:pt x="4505" y="7866"/>
                    <a:pt x="4505" y="7914"/>
                    <a:pt x="4494" y="7947"/>
                  </a:cubicBezTo>
                  <a:cubicBezTo>
                    <a:pt x="4494" y="7970"/>
                    <a:pt x="4457" y="7984"/>
                    <a:pt x="4446" y="7984"/>
                  </a:cubicBezTo>
                  <a:cubicBezTo>
                    <a:pt x="4318" y="7970"/>
                    <a:pt x="4189" y="7959"/>
                    <a:pt x="4075" y="7936"/>
                  </a:cubicBezTo>
                  <a:cubicBezTo>
                    <a:pt x="4005" y="7925"/>
                    <a:pt x="3946" y="7900"/>
                    <a:pt x="3876" y="7878"/>
                  </a:cubicBezTo>
                  <a:cubicBezTo>
                    <a:pt x="3910" y="7819"/>
                    <a:pt x="3946" y="7774"/>
                    <a:pt x="3980" y="7716"/>
                  </a:cubicBezTo>
                  <a:close/>
                  <a:moveTo>
                    <a:pt x="3192" y="0"/>
                  </a:moveTo>
                  <a:cubicBezTo>
                    <a:pt x="3106" y="0"/>
                    <a:pt x="3019" y="3"/>
                    <a:pt x="2932" y="8"/>
                  </a:cubicBezTo>
                  <a:cubicBezTo>
                    <a:pt x="2362" y="55"/>
                    <a:pt x="1815" y="184"/>
                    <a:pt x="1362" y="567"/>
                  </a:cubicBezTo>
                  <a:cubicBezTo>
                    <a:pt x="1211" y="695"/>
                    <a:pt x="1060" y="835"/>
                    <a:pt x="921" y="986"/>
                  </a:cubicBezTo>
                  <a:cubicBezTo>
                    <a:pt x="664" y="1254"/>
                    <a:pt x="418" y="1558"/>
                    <a:pt x="267" y="1919"/>
                  </a:cubicBezTo>
                  <a:cubicBezTo>
                    <a:pt x="256" y="1963"/>
                    <a:pt x="222" y="1989"/>
                    <a:pt x="175" y="1989"/>
                  </a:cubicBezTo>
                  <a:cubicBezTo>
                    <a:pt x="169" y="1988"/>
                    <a:pt x="163" y="1988"/>
                    <a:pt x="158" y="1988"/>
                  </a:cubicBezTo>
                  <a:cubicBezTo>
                    <a:pt x="22" y="1988"/>
                    <a:pt x="1" y="2120"/>
                    <a:pt x="46" y="2198"/>
                  </a:cubicBezTo>
                  <a:cubicBezTo>
                    <a:pt x="83" y="2257"/>
                    <a:pt x="127" y="2313"/>
                    <a:pt x="175" y="2338"/>
                  </a:cubicBezTo>
                  <a:cubicBezTo>
                    <a:pt x="443" y="2489"/>
                    <a:pt x="722" y="2628"/>
                    <a:pt x="990" y="2768"/>
                  </a:cubicBezTo>
                  <a:lnTo>
                    <a:pt x="1002" y="2757"/>
                  </a:lnTo>
                  <a:cubicBezTo>
                    <a:pt x="1186" y="2849"/>
                    <a:pt x="1373" y="2941"/>
                    <a:pt x="1572" y="3036"/>
                  </a:cubicBezTo>
                  <a:cubicBezTo>
                    <a:pt x="1605" y="3047"/>
                    <a:pt x="1605" y="3070"/>
                    <a:pt x="1605" y="3117"/>
                  </a:cubicBezTo>
                  <a:cubicBezTo>
                    <a:pt x="1549" y="3654"/>
                    <a:pt x="1502" y="4198"/>
                    <a:pt x="1432" y="4746"/>
                  </a:cubicBezTo>
                  <a:cubicBezTo>
                    <a:pt x="1410" y="4944"/>
                    <a:pt x="1384" y="5143"/>
                    <a:pt x="1326" y="5330"/>
                  </a:cubicBezTo>
                  <a:cubicBezTo>
                    <a:pt x="1245" y="5584"/>
                    <a:pt x="1141" y="5819"/>
                    <a:pt x="1035" y="6062"/>
                  </a:cubicBezTo>
                  <a:cubicBezTo>
                    <a:pt x="954" y="6249"/>
                    <a:pt x="907" y="6422"/>
                    <a:pt x="895" y="6632"/>
                  </a:cubicBezTo>
                  <a:cubicBezTo>
                    <a:pt x="884" y="6889"/>
                    <a:pt x="1024" y="7051"/>
                    <a:pt x="1281" y="7087"/>
                  </a:cubicBezTo>
                  <a:cubicBezTo>
                    <a:pt x="1453" y="7114"/>
                    <a:pt x="1626" y="7125"/>
                    <a:pt x="1800" y="7125"/>
                  </a:cubicBezTo>
                  <a:cubicBezTo>
                    <a:pt x="2074" y="7125"/>
                    <a:pt x="2349" y="7098"/>
                    <a:pt x="2619" y="7062"/>
                  </a:cubicBezTo>
                  <a:cubicBezTo>
                    <a:pt x="2699" y="7051"/>
                    <a:pt x="2779" y="7043"/>
                    <a:pt x="2859" y="7043"/>
                  </a:cubicBezTo>
                  <a:cubicBezTo>
                    <a:pt x="2942" y="7043"/>
                    <a:pt x="3025" y="7052"/>
                    <a:pt x="3108" y="7076"/>
                  </a:cubicBezTo>
                  <a:cubicBezTo>
                    <a:pt x="3130" y="7076"/>
                    <a:pt x="3167" y="7109"/>
                    <a:pt x="3178" y="7132"/>
                  </a:cubicBezTo>
                  <a:cubicBezTo>
                    <a:pt x="3225" y="7202"/>
                    <a:pt x="3259" y="7285"/>
                    <a:pt x="3295" y="7355"/>
                  </a:cubicBezTo>
                  <a:cubicBezTo>
                    <a:pt x="3468" y="7727"/>
                    <a:pt x="3770" y="7947"/>
                    <a:pt x="4167" y="8028"/>
                  </a:cubicBezTo>
                  <a:cubicBezTo>
                    <a:pt x="4238" y="8044"/>
                    <a:pt x="4308" y="8053"/>
                    <a:pt x="4375" y="8053"/>
                  </a:cubicBezTo>
                  <a:cubicBezTo>
                    <a:pt x="4519" y="8053"/>
                    <a:pt x="4654" y="8012"/>
                    <a:pt x="4773" y="7900"/>
                  </a:cubicBezTo>
                  <a:cubicBezTo>
                    <a:pt x="4832" y="7855"/>
                    <a:pt x="4865" y="7774"/>
                    <a:pt x="4924" y="7727"/>
                  </a:cubicBezTo>
                  <a:cubicBezTo>
                    <a:pt x="4983" y="7679"/>
                    <a:pt x="5075" y="7679"/>
                    <a:pt x="5145" y="7635"/>
                  </a:cubicBezTo>
                  <a:cubicBezTo>
                    <a:pt x="5332" y="7481"/>
                    <a:pt x="5472" y="7297"/>
                    <a:pt x="5553" y="7076"/>
                  </a:cubicBezTo>
                  <a:cubicBezTo>
                    <a:pt x="5611" y="6947"/>
                    <a:pt x="5670" y="6866"/>
                    <a:pt x="5810" y="6841"/>
                  </a:cubicBezTo>
                  <a:cubicBezTo>
                    <a:pt x="5902" y="6830"/>
                    <a:pt x="5983" y="6783"/>
                    <a:pt x="6030" y="6702"/>
                  </a:cubicBezTo>
                  <a:cubicBezTo>
                    <a:pt x="6047" y="6676"/>
                    <a:pt x="6064" y="6664"/>
                    <a:pt x="6086" y="6664"/>
                  </a:cubicBezTo>
                  <a:cubicBezTo>
                    <a:pt x="6094" y="6664"/>
                    <a:pt x="6102" y="6665"/>
                    <a:pt x="6111" y="6668"/>
                  </a:cubicBezTo>
                  <a:cubicBezTo>
                    <a:pt x="6343" y="6749"/>
                    <a:pt x="6564" y="6819"/>
                    <a:pt x="6798" y="6878"/>
                  </a:cubicBezTo>
                  <a:cubicBezTo>
                    <a:pt x="6927" y="6911"/>
                    <a:pt x="7067" y="6936"/>
                    <a:pt x="7206" y="6959"/>
                  </a:cubicBezTo>
                  <a:cubicBezTo>
                    <a:pt x="7216" y="6960"/>
                    <a:pt x="7225" y="6961"/>
                    <a:pt x="7235" y="6961"/>
                  </a:cubicBezTo>
                  <a:cubicBezTo>
                    <a:pt x="7282" y="6961"/>
                    <a:pt x="7327" y="6939"/>
                    <a:pt x="7357" y="6900"/>
                  </a:cubicBezTo>
                  <a:cubicBezTo>
                    <a:pt x="7402" y="6808"/>
                    <a:pt x="7438" y="6702"/>
                    <a:pt x="7416" y="6598"/>
                  </a:cubicBezTo>
                  <a:cubicBezTo>
                    <a:pt x="7368" y="6433"/>
                    <a:pt x="7380" y="6282"/>
                    <a:pt x="7427" y="6132"/>
                  </a:cubicBezTo>
                  <a:cubicBezTo>
                    <a:pt x="7542" y="5749"/>
                    <a:pt x="7659" y="5375"/>
                    <a:pt x="7776" y="4992"/>
                  </a:cubicBezTo>
                  <a:cubicBezTo>
                    <a:pt x="7880" y="4643"/>
                    <a:pt x="7938" y="4293"/>
                    <a:pt x="7938" y="3933"/>
                  </a:cubicBezTo>
                  <a:cubicBezTo>
                    <a:pt x="7927" y="3304"/>
                    <a:pt x="7810" y="2687"/>
                    <a:pt x="7530" y="2117"/>
                  </a:cubicBezTo>
                  <a:cubicBezTo>
                    <a:pt x="7218" y="1489"/>
                    <a:pt x="6751" y="1000"/>
                    <a:pt x="6122" y="684"/>
                  </a:cubicBezTo>
                  <a:cubicBezTo>
                    <a:pt x="5634" y="441"/>
                    <a:pt x="5122" y="276"/>
                    <a:pt x="4586" y="162"/>
                  </a:cubicBezTo>
                  <a:cubicBezTo>
                    <a:pt x="4124" y="72"/>
                    <a:pt x="3661" y="0"/>
                    <a:pt x="3192"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3" name="Google Shape;1803;p43"/>
            <p:cNvSpPr/>
            <p:nvPr/>
          </p:nvSpPr>
          <p:spPr>
            <a:xfrm>
              <a:off x="5872212" y="3701763"/>
              <a:ext cx="354523" cy="389506"/>
            </a:xfrm>
            <a:custGeom>
              <a:avLst/>
              <a:gdLst/>
              <a:ahLst/>
              <a:cxnLst/>
              <a:rect l="l" t="t" r="r" b="b"/>
              <a:pathLst>
                <a:path w="2493" h="2739" extrusionOk="0">
                  <a:moveTo>
                    <a:pt x="12" y="1"/>
                  </a:moveTo>
                  <a:cubicBezTo>
                    <a:pt x="12" y="15"/>
                    <a:pt x="1" y="15"/>
                    <a:pt x="1" y="26"/>
                  </a:cubicBezTo>
                  <a:cubicBezTo>
                    <a:pt x="23" y="37"/>
                    <a:pt x="34" y="48"/>
                    <a:pt x="59" y="48"/>
                  </a:cubicBezTo>
                  <a:cubicBezTo>
                    <a:pt x="152" y="85"/>
                    <a:pt x="244" y="107"/>
                    <a:pt x="328" y="141"/>
                  </a:cubicBezTo>
                  <a:cubicBezTo>
                    <a:pt x="803" y="305"/>
                    <a:pt x="1258" y="479"/>
                    <a:pt x="1688" y="724"/>
                  </a:cubicBezTo>
                  <a:cubicBezTo>
                    <a:pt x="1839" y="806"/>
                    <a:pt x="1990" y="898"/>
                    <a:pt x="2085" y="1049"/>
                  </a:cubicBezTo>
                  <a:cubicBezTo>
                    <a:pt x="2188" y="1236"/>
                    <a:pt x="2294" y="1434"/>
                    <a:pt x="2328" y="1655"/>
                  </a:cubicBezTo>
                  <a:cubicBezTo>
                    <a:pt x="2364" y="1901"/>
                    <a:pt x="2375" y="2144"/>
                    <a:pt x="2398" y="2401"/>
                  </a:cubicBezTo>
                  <a:cubicBezTo>
                    <a:pt x="2409" y="2493"/>
                    <a:pt x="2423" y="2585"/>
                    <a:pt x="2434" y="2680"/>
                  </a:cubicBezTo>
                  <a:cubicBezTo>
                    <a:pt x="2434" y="2702"/>
                    <a:pt x="2445" y="2714"/>
                    <a:pt x="2456" y="2739"/>
                  </a:cubicBezTo>
                  <a:lnTo>
                    <a:pt x="2479" y="2739"/>
                  </a:lnTo>
                  <a:cubicBezTo>
                    <a:pt x="2479" y="2714"/>
                    <a:pt x="2493" y="2691"/>
                    <a:pt x="2479" y="2669"/>
                  </a:cubicBezTo>
                  <a:cubicBezTo>
                    <a:pt x="2479" y="2552"/>
                    <a:pt x="2468" y="2423"/>
                    <a:pt x="2456" y="2306"/>
                  </a:cubicBezTo>
                  <a:cubicBezTo>
                    <a:pt x="2434" y="1901"/>
                    <a:pt x="2398" y="1493"/>
                    <a:pt x="2188" y="1118"/>
                  </a:cubicBezTo>
                  <a:cubicBezTo>
                    <a:pt x="2118" y="1004"/>
                    <a:pt x="2049" y="898"/>
                    <a:pt x="1945" y="828"/>
                  </a:cubicBezTo>
                  <a:cubicBezTo>
                    <a:pt x="1828" y="747"/>
                    <a:pt x="1699" y="666"/>
                    <a:pt x="1571" y="596"/>
                  </a:cubicBezTo>
                  <a:cubicBezTo>
                    <a:pt x="1269" y="456"/>
                    <a:pt x="967" y="328"/>
                    <a:pt x="652" y="199"/>
                  </a:cubicBezTo>
                  <a:cubicBezTo>
                    <a:pt x="467" y="129"/>
                    <a:pt x="269" y="71"/>
                    <a:pt x="7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4" name="Google Shape;1804;p43"/>
            <p:cNvSpPr/>
            <p:nvPr/>
          </p:nvSpPr>
          <p:spPr>
            <a:xfrm>
              <a:off x="5600879" y="3554150"/>
              <a:ext cx="81200" cy="69113"/>
            </a:xfrm>
            <a:custGeom>
              <a:avLst/>
              <a:gdLst/>
              <a:ahLst/>
              <a:cxnLst/>
              <a:rect l="l" t="t" r="r" b="b"/>
              <a:pathLst>
                <a:path w="571" h="486" extrusionOk="0">
                  <a:moveTo>
                    <a:pt x="271" y="54"/>
                  </a:moveTo>
                  <a:cubicBezTo>
                    <a:pt x="308" y="54"/>
                    <a:pt x="350" y="63"/>
                    <a:pt x="395" y="75"/>
                  </a:cubicBezTo>
                  <a:cubicBezTo>
                    <a:pt x="490" y="109"/>
                    <a:pt x="523" y="215"/>
                    <a:pt x="476" y="307"/>
                  </a:cubicBezTo>
                  <a:cubicBezTo>
                    <a:pt x="444" y="380"/>
                    <a:pt x="376" y="420"/>
                    <a:pt x="297" y="420"/>
                  </a:cubicBezTo>
                  <a:cubicBezTo>
                    <a:pt x="265" y="420"/>
                    <a:pt x="231" y="413"/>
                    <a:pt x="196" y="399"/>
                  </a:cubicBezTo>
                  <a:cubicBezTo>
                    <a:pt x="104" y="354"/>
                    <a:pt x="71" y="248"/>
                    <a:pt x="104" y="167"/>
                  </a:cubicBezTo>
                  <a:cubicBezTo>
                    <a:pt x="142" y="83"/>
                    <a:pt x="200" y="54"/>
                    <a:pt x="271" y="54"/>
                  </a:cubicBezTo>
                  <a:close/>
                  <a:moveTo>
                    <a:pt x="245" y="1"/>
                  </a:moveTo>
                  <a:cubicBezTo>
                    <a:pt x="138" y="1"/>
                    <a:pt x="52" y="77"/>
                    <a:pt x="23" y="190"/>
                  </a:cubicBezTo>
                  <a:cubicBezTo>
                    <a:pt x="1" y="285"/>
                    <a:pt x="71" y="410"/>
                    <a:pt x="185" y="458"/>
                  </a:cubicBezTo>
                  <a:cubicBezTo>
                    <a:pt x="220" y="476"/>
                    <a:pt x="255" y="485"/>
                    <a:pt x="291" y="485"/>
                  </a:cubicBezTo>
                  <a:cubicBezTo>
                    <a:pt x="328" y="485"/>
                    <a:pt x="365" y="476"/>
                    <a:pt x="406" y="458"/>
                  </a:cubicBezTo>
                  <a:cubicBezTo>
                    <a:pt x="501" y="424"/>
                    <a:pt x="545" y="354"/>
                    <a:pt x="559" y="248"/>
                  </a:cubicBezTo>
                  <a:cubicBezTo>
                    <a:pt x="571" y="156"/>
                    <a:pt x="534" y="75"/>
                    <a:pt x="442" y="28"/>
                  </a:cubicBezTo>
                  <a:cubicBezTo>
                    <a:pt x="395" y="5"/>
                    <a:pt x="350" y="5"/>
                    <a:pt x="291" y="5"/>
                  </a:cubicBezTo>
                  <a:cubicBezTo>
                    <a:pt x="276" y="2"/>
                    <a:pt x="260" y="1"/>
                    <a:pt x="24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5" name="Google Shape;1805;p43"/>
            <p:cNvSpPr/>
            <p:nvPr/>
          </p:nvSpPr>
          <p:spPr>
            <a:xfrm>
              <a:off x="6349036" y="4039366"/>
              <a:ext cx="49773" cy="68686"/>
            </a:xfrm>
            <a:custGeom>
              <a:avLst/>
              <a:gdLst/>
              <a:ahLst/>
              <a:cxnLst/>
              <a:rect l="l" t="t" r="r" b="b"/>
              <a:pathLst>
                <a:path w="350" h="483" extrusionOk="0">
                  <a:moveTo>
                    <a:pt x="180" y="69"/>
                  </a:moveTo>
                  <a:cubicBezTo>
                    <a:pt x="195" y="69"/>
                    <a:pt x="211" y="74"/>
                    <a:pt x="232" y="85"/>
                  </a:cubicBezTo>
                  <a:cubicBezTo>
                    <a:pt x="291" y="108"/>
                    <a:pt x="291" y="155"/>
                    <a:pt x="268" y="211"/>
                  </a:cubicBezTo>
                  <a:cubicBezTo>
                    <a:pt x="243" y="270"/>
                    <a:pt x="221" y="328"/>
                    <a:pt x="187" y="376"/>
                  </a:cubicBezTo>
                  <a:cubicBezTo>
                    <a:pt x="166" y="402"/>
                    <a:pt x="147" y="414"/>
                    <a:pt x="131" y="414"/>
                  </a:cubicBezTo>
                  <a:cubicBezTo>
                    <a:pt x="110" y="414"/>
                    <a:pt x="94" y="396"/>
                    <a:pt x="81" y="365"/>
                  </a:cubicBezTo>
                  <a:cubicBezTo>
                    <a:pt x="48" y="281"/>
                    <a:pt x="81" y="225"/>
                    <a:pt x="92" y="166"/>
                  </a:cubicBezTo>
                  <a:cubicBezTo>
                    <a:pt x="126" y="100"/>
                    <a:pt x="147" y="69"/>
                    <a:pt x="180" y="69"/>
                  </a:cubicBezTo>
                  <a:close/>
                  <a:moveTo>
                    <a:pt x="175" y="1"/>
                  </a:moveTo>
                  <a:cubicBezTo>
                    <a:pt x="150" y="1"/>
                    <a:pt x="126" y="10"/>
                    <a:pt x="104" y="38"/>
                  </a:cubicBezTo>
                  <a:cubicBezTo>
                    <a:pt x="34" y="119"/>
                    <a:pt x="0" y="211"/>
                    <a:pt x="0" y="328"/>
                  </a:cubicBezTo>
                  <a:cubicBezTo>
                    <a:pt x="0" y="365"/>
                    <a:pt x="23" y="398"/>
                    <a:pt x="34" y="421"/>
                  </a:cubicBezTo>
                  <a:cubicBezTo>
                    <a:pt x="67" y="461"/>
                    <a:pt x="101" y="482"/>
                    <a:pt x="135" y="482"/>
                  </a:cubicBezTo>
                  <a:cubicBezTo>
                    <a:pt x="160" y="482"/>
                    <a:pt x="185" y="471"/>
                    <a:pt x="210" y="446"/>
                  </a:cubicBezTo>
                  <a:cubicBezTo>
                    <a:pt x="257" y="398"/>
                    <a:pt x="280" y="351"/>
                    <a:pt x="313" y="306"/>
                  </a:cubicBezTo>
                  <a:cubicBezTo>
                    <a:pt x="327" y="247"/>
                    <a:pt x="338" y="200"/>
                    <a:pt x="349" y="155"/>
                  </a:cubicBezTo>
                  <a:cubicBezTo>
                    <a:pt x="349" y="97"/>
                    <a:pt x="313" y="38"/>
                    <a:pt x="257" y="27"/>
                  </a:cubicBezTo>
                  <a:cubicBezTo>
                    <a:pt x="232" y="13"/>
                    <a:pt x="203" y="1"/>
                    <a:pt x="175"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6" name="Google Shape;1806;p43"/>
            <p:cNvSpPr/>
            <p:nvPr/>
          </p:nvSpPr>
          <p:spPr>
            <a:xfrm>
              <a:off x="6155064" y="3439814"/>
              <a:ext cx="63425" cy="15216"/>
            </a:xfrm>
            <a:custGeom>
              <a:avLst/>
              <a:gdLst/>
              <a:ahLst/>
              <a:cxnLst/>
              <a:rect l="l" t="t" r="r" b="b"/>
              <a:pathLst>
                <a:path w="446" h="107" extrusionOk="0">
                  <a:moveTo>
                    <a:pt x="419" y="1"/>
                  </a:moveTo>
                  <a:cubicBezTo>
                    <a:pt x="326" y="1"/>
                    <a:pt x="33" y="67"/>
                    <a:pt x="1" y="97"/>
                  </a:cubicBezTo>
                  <a:cubicBezTo>
                    <a:pt x="12" y="104"/>
                    <a:pt x="34" y="107"/>
                    <a:pt x="61" y="107"/>
                  </a:cubicBezTo>
                  <a:cubicBezTo>
                    <a:pt x="178" y="107"/>
                    <a:pt x="407" y="52"/>
                    <a:pt x="445" y="5"/>
                  </a:cubicBezTo>
                  <a:cubicBezTo>
                    <a:pt x="441" y="2"/>
                    <a:pt x="432" y="1"/>
                    <a:pt x="419"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7" name="Google Shape;1807;p43"/>
            <p:cNvSpPr/>
            <p:nvPr/>
          </p:nvSpPr>
          <p:spPr>
            <a:xfrm>
              <a:off x="5710095" y="3397436"/>
              <a:ext cx="47924" cy="46360"/>
            </a:xfrm>
            <a:custGeom>
              <a:avLst/>
              <a:gdLst/>
              <a:ahLst/>
              <a:cxnLst/>
              <a:rect l="l" t="t" r="r" b="b"/>
              <a:pathLst>
                <a:path w="337" h="326" extrusionOk="0">
                  <a:moveTo>
                    <a:pt x="1" y="1"/>
                  </a:moveTo>
                  <a:cubicBezTo>
                    <a:pt x="23" y="71"/>
                    <a:pt x="266" y="325"/>
                    <a:pt x="336" y="325"/>
                  </a:cubicBezTo>
                  <a:cubicBezTo>
                    <a:pt x="244" y="199"/>
                    <a:pt x="127" y="93"/>
                    <a:pt x="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8" name="Google Shape;1808;p43"/>
            <p:cNvSpPr/>
            <p:nvPr/>
          </p:nvSpPr>
          <p:spPr>
            <a:xfrm>
              <a:off x="6180093" y="4049463"/>
              <a:ext cx="20051" cy="22042"/>
            </a:xfrm>
            <a:custGeom>
              <a:avLst/>
              <a:gdLst/>
              <a:ahLst/>
              <a:cxnLst/>
              <a:rect l="l" t="t" r="r" b="b"/>
              <a:pathLst>
                <a:path w="141" h="155" extrusionOk="0">
                  <a:moveTo>
                    <a:pt x="141" y="0"/>
                  </a:moveTo>
                  <a:cubicBezTo>
                    <a:pt x="60" y="0"/>
                    <a:pt x="1" y="84"/>
                    <a:pt x="34" y="154"/>
                  </a:cubicBezTo>
                  <a:cubicBezTo>
                    <a:pt x="71" y="95"/>
                    <a:pt x="104" y="48"/>
                    <a:pt x="141"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9" name="Google Shape;1809;p43"/>
            <p:cNvSpPr/>
            <p:nvPr/>
          </p:nvSpPr>
          <p:spPr>
            <a:xfrm>
              <a:off x="6186919" y="3999832"/>
              <a:ext cx="8106" cy="23464"/>
            </a:xfrm>
            <a:custGeom>
              <a:avLst/>
              <a:gdLst/>
              <a:ahLst/>
              <a:cxnLst/>
              <a:rect l="l" t="t" r="r" b="b"/>
              <a:pathLst>
                <a:path w="57" h="165" extrusionOk="0">
                  <a:moveTo>
                    <a:pt x="0" y="0"/>
                  </a:moveTo>
                  <a:cubicBezTo>
                    <a:pt x="12" y="59"/>
                    <a:pt x="23" y="118"/>
                    <a:pt x="34" y="165"/>
                  </a:cubicBezTo>
                  <a:lnTo>
                    <a:pt x="56" y="165"/>
                  </a:lnTo>
                  <a:cubicBezTo>
                    <a:pt x="45" y="106"/>
                    <a:pt x="45" y="59"/>
                    <a:pt x="34"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0" name="Google Shape;1810;p43"/>
            <p:cNvSpPr/>
            <p:nvPr/>
          </p:nvSpPr>
          <p:spPr>
            <a:xfrm>
              <a:off x="6160326" y="3467403"/>
              <a:ext cx="18345" cy="11234"/>
            </a:xfrm>
            <a:custGeom>
              <a:avLst/>
              <a:gdLst/>
              <a:ahLst/>
              <a:cxnLst/>
              <a:rect l="l" t="t" r="r" b="b"/>
              <a:pathLst>
                <a:path w="129" h="79" extrusionOk="0">
                  <a:moveTo>
                    <a:pt x="87" y="1"/>
                  </a:moveTo>
                  <a:cubicBezTo>
                    <a:pt x="48" y="1"/>
                    <a:pt x="17" y="26"/>
                    <a:pt x="0" y="79"/>
                  </a:cubicBezTo>
                  <a:cubicBezTo>
                    <a:pt x="48" y="57"/>
                    <a:pt x="92" y="43"/>
                    <a:pt x="129" y="20"/>
                  </a:cubicBezTo>
                  <a:lnTo>
                    <a:pt x="129" y="9"/>
                  </a:lnTo>
                  <a:cubicBezTo>
                    <a:pt x="114" y="4"/>
                    <a:pt x="100" y="1"/>
                    <a:pt x="87"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1" name="Google Shape;1811;p43"/>
            <p:cNvSpPr/>
            <p:nvPr/>
          </p:nvSpPr>
          <p:spPr>
            <a:xfrm>
              <a:off x="6123778" y="3231905"/>
              <a:ext cx="96274" cy="143203"/>
            </a:xfrm>
            <a:custGeom>
              <a:avLst/>
              <a:gdLst/>
              <a:ahLst/>
              <a:cxnLst/>
              <a:rect l="l" t="t" r="r" b="b"/>
              <a:pathLst>
                <a:path w="677" h="1007" extrusionOk="0">
                  <a:moveTo>
                    <a:pt x="280" y="0"/>
                  </a:moveTo>
                  <a:cubicBezTo>
                    <a:pt x="280" y="0"/>
                    <a:pt x="257" y="11"/>
                    <a:pt x="246" y="11"/>
                  </a:cubicBezTo>
                  <a:cubicBezTo>
                    <a:pt x="187" y="70"/>
                    <a:pt x="129" y="117"/>
                    <a:pt x="70" y="162"/>
                  </a:cubicBezTo>
                  <a:cubicBezTo>
                    <a:pt x="48" y="187"/>
                    <a:pt x="37" y="210"/>
                    <a:pt x="37" y="232"/>
                  </a:cubicBezTo>
                  <a:cubicBezTo>
                    <a:pt x="0" y="316"/>
                    <a:pt x="25" y="397"/>
                    <a:pt x="59" y="478"/>
                  </a:cubicBezTo>
                  <a:cubicBezTo>
                    <a:pt x="81" y="548"/>
                    <a:pt x="95" y="617"/>
                    <a:pt x="140" y="687"/>
                  </a:cubicBezTo>
                  <a:cubicBezTo>
                    <a:pt x="187" y="757"/>
                    <a:pt x="246" y="827"/>
                    <a:pt x="305" y="897"/>
                  </a:cubicBezTo>
                  <a:cubicBezTo>
                    <a:pt x="365" y="972"/>
                    <a:pt x="434" y="1007"/>
                    <a:pt x="509" y="1007"/>
                  </a:cubicBezTo>
                  <a:cubicBezTo>
                    <a:pt x="562" y="1007"/>
                    <a:pt x="618" y="989"/>
                    <a:pt x="676" y="955"/>
                  </a:cubicBezTo>
                  <a:cubicBezTo>
                    <a:pt x="595" y="908"/>
                    <a:pt x="525" y="860"/>
                    <a:pt x="456" y="816"/>
                  </a:cubicBezTo>
                  <a:cubicBezTo>
                    <a:pt x="316" y="710"/>
                    <a:pt x="305" y="651"/>
                    <a:pt x="361" y="489"/>
                  </a:cubicBezTo>
                  <a:cubicBezTo>
                    <a:pt x="375" y="441"/>
                    <a:pt x="361" y="397"/>
                    <a:pt x="361" y="349"/>
                  </a:cubicBezTo>
                  <a:lnTo>
                    <a:pt x="361" y="221"/>
                  </a:lnTo>
                  <a:lnTo>
                    <a:pt x="361" y="187"/>
                  </a:lnTo>
                  <a:cubicBezTo>
                    <a:pt x="338" y="129"/>
                    <a:pt x="316" y="70"/>
                    <a:pt x="280"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2" name="Google Shape;1812;p43"/>
            <p:cNvSpPr/>
            <p:nvPr/>
          </p:nvSpPr>
          <p:spPr>
            <a:xfrm>
              <a:off x="6204837" y="3371269"/>
              <a:ext cx="167378" cy="75654"/>
            </a:xfrm>
            <a:custGeom>
              <a:avLst/>
              <a:gdLst/>
              <a:ahLst/>
              <a:cxnLst/>
              <a:rect l="l" t="t" r="r" b="b"/>
              <a:pathLst>
                <a:path w="1177" h="532" extrusionOk="0">
                  <a:moveTo>
                    <a:pt x="211" y="0"/>
                  </a:moveTo>
                  <a:cubicBezTo>
                    <a:pt x="196" y="0"/>
                    <a:pt x="180" y="3"/>
                    <a:pt x="165" y="9"/>
                  </a:cubicBezTo>
                  <a:cubicBezTo>
                    <a:pt x="129" y="34"/>
                    <a:pt x="95" y="45"/>
                    <a:pt x="59" y="56"/>
                  </a:cubicBezTo>
                  <a:cubicBezTo>
                    <a:pt x="14" y="79"/>
                    <a:pt x="0" y="104"/>
                    <a:pt x="25" y="137"/>
                  </a:cubicBezTo>
                  <a:cubicBezTo>
                    <a:pt x="36" y="160"/>
                    <a:pt x="70" y="196"/>
                    <a:pt x="95" y="219"/>
                  </a:cubicBezTo>
                  <a:cubicBezTo>
                    <a:pt x="165" y="266"/>
                    <a:pt x="224" y="325"/>
                    <a:pt x="293" y="358"/>
                  </a:cubicBezTo>
                  <a:cubicBezTo>
                    <a:pt x="363" y="395"/>
                    <a:pt x="433" y="406"/>
                    <a:pt x="489" y="428"/>
                  </a:cubicBezTo>
                  <a:cubicBezTo>
                    <a:pt x="584" y="464"/>
                    <a:pt x="676" y="476"/>
                    <a:pt x="768" y="509"/>
                  </a:cubicBezTo>
                  <a:cubicBezTo>
                    <a:pt x="804" y="524"/>
                    <a:pt x="835" y="531"/>
                    <a:pt x="863" y="531"/>
                  </a:cubicBezTo>
                  <a:cubicBezTo>
                    <a:pt x="902" y="531"/>
                    <a:pt x="938" y="519"/>
                    <a:pt x="978" y="498"/>
                  </a:cubicBezTo>
                  <a:cubicBezTo>
                    <a:pt x="1014" y="487"/>
                    <a:pt x="1025" y="464"/>
                    <a:pt x="1062" y="453"/>
                  </a:cubicBezTo>
                  <a:cubicBezTo>
                    <a:pt x="1154" y="417"/>
                    <a:pt x="1176" y="347"/>
                    <a:pt x="1154" y="255"/>
                  </a:cubicBezTo>
                  <a:lnTo>
                    <a:pt x="1154" y="255"/>
                  </a:lnTo>
                  <a:cubicBezTo>
                    <a:pt x="1095" y="277"/>
                    <a:pt x="1037" y="300"/>
                    <a:pt x="978" y="325"/>
                  </a:cubicBezTo>
                  <a:cubicBezTo>
                    <a:pt x="942" y="338"/>
                    <a:pt x="908" y="344"/>
                    <a:pt x="875" y="344"/>
                  </a:cubicBezTo>
                  <a:cubicBezTo>
                    <a:pt x="823" y="344"/>
                    <a:pt x="773" y="329"/>
                    <a:pt x="724" y="300"/>
                  </a:cubicBezTo>
                  <a:cubicBezTo>
                    <a:pt x="643" y="255"/>
                    <a:pt x="548" y="230"/>
                    <a:pt x="455" y="196"/>
                  </a:cubicBezTo>
                  <a:cubicBezTo>
                    <a:pt x="386" y="174"/>
                    <a:pt x="327" y="137"/>
                    <a:pt x="305" y="56"/>
                  </a:cubicBezTo>
                  <a:cubicBezTo>
                    <a:pt x="286" y="22"/>
                    <a:pt x="251" y="0"/>
                    <a:pt x="211"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3" name="Google Shape;1813;p43"/>
            <p:cNvSpPr/>
            <p:nvPr/>
          </p:nvSpPr>
          <p:spPr>
            <a:xfrm>
              <a:off x="6292579" y="3223514"/>
              <a:ext cx="150740" cy="142776"/>
            </a:xfrm>
            <a:custGeom>
              <a:avLst/>
              <a:gdLst/>
              <a:ahLst/>
              <a:cxnLst/>
              <a:rect l="l" t="t" r="r" b="b"/>
              <a:pathLst>
                <a:path w="1060" h="1004" extrusionOk="0">
                  <a:moveTo>
                    <a:pt x="735" y="0"/>
                  </a:moveTo>
                  <a:cubicBezTo>
                    <a:pt x="735" y="37"/>
                    <a:pt x="735" y="48"/>
                    <a:pt x="724" y="70"/>
                  </a:cubicBezTo>
                  <a:cubicBezTo>
                    <a:pt x="839" y="129"/>
                    <a:pt x="850" y="151"/>
                    <a:pt x="839" y="269"/>
                  </a:cubicBezTo>
                  <a:cubicBezTo>
                    <a:pt x="839" y="291"/>
                    <a:pt x="827" y="316"/>
                    <a:pt x="839" y="327"/>
                  </a:cubicBezTo>
                  <a:cubicBezTo>
                    <a:pt x="864" y="408"/>
                    <a:pt x="839" y="467"/>
                    <a:pt x="805" y="537"/>
                  </a:cubicBezTo>
                  <a:cubicBezTo>
                    <a:pt x="756" y="627"/>
                    <a:pt x="694" y="668"/>
                    <a:pt x="620" y="668"/>
                  </a:cubicBezTo>
                  <a:cubicBezTo>
                    <a:pt x="571" y="668"/>
                    <a:pt x="516" y="650"/>
                    <a:pt x="456" y="618"/>
                  </a:cubicBezTo>
                  <a:cubicBezTo>
                    <a:pt x="448" y="613"/>
                    <a:pt x="437" y="611"/>
                    <a:pt x="424" y="611"/>
                  </a:cubicBezTo>
                  <a:cubicBezTo>
                    <a:pt x="379" y="611"/>
                    <a:pt x="314" y="639"/>
                    <a:pt x="305" y="676"/>
                  </a:cubicBezTo>
                  <a:cubicBezTo>
                    <a:pt x="280" y="735"/>
                    <a:pt x="258" y="794"/>
                    <a:pt x="235" y="850"/>
                  </a:cubicBezTo>
                  <a:cubicBezTo>
                    <a:pt x="210" y="908"/>
                    <a:pt x="176" y="933"/>
                    <a:pt x="107" y="933"/>
                  </a:cubicBezTo>
                  <a:lnTo>
                    <a:pt x="0" y="933"/>
                  </a:lnTo>
                  <a:cubicBezTo>
                    <a:pt x="26" y="989"/>
                    <a:pt x="59" y="1003"/>
                    <a:pt x="118" y="1003"/>
                  </a:cubicBezTo>
                  <a:cubicBezTo>
                    <a:pt x="246" y="978"/>
                    <a:pt x="386" y="967"/>
                    <a:pt x="515" y="933"/>
                  </a:cubicBezTo>
                  <a:cubicBezTo>
                    <a:pt x="559" y="933"/>
                    <a:pt x="596" y="897"/>
                    <a:pt x="629" y="875"/>
                  </a:cubicBezTo>
                  <a:cubicBezTo>
                    <a:pt x="677" y="838"/>
                    <a:pt x="724" y="805"/>
                    <a:pt x="769" y="769"/>
                  </a:cubicBezTo>
                  <a:cubicBezTo>
                    <a:pt x="805" y="735"/>
                    <a:pt x="839" y="724"/>
                    <a:pt x="805" y="665"/>
                  </a:cubicBezTo>
                  <a:cubicBezTo>
                    <a:pt x="794" y="640"/>
                    <a:pt x="794" y="607"/>
                    <a:pt x="794" y="584"/>
                  </a:cubicBezTo>
                  <a:cubicBezTo>
                    <a:pt x="794" y="570"/>
                    <a:pt x="805" y="559"/>
                    <a:pt x="805" y="548"/>
                  </a:cubicBezTo>
                  <a:cubicBezTo>
                    <a:pt x="816" y="548"/>
                    <a:pt x="827" y="559"/>
                    <a:pt x="839" y="559"/>
                  </a:cubicBezTo>
                  <a:cubicBezTo>
                    <a:pt x="850" y="570"/>
                    <a:pt x="850" y="584"/>
                    <a:pt x="864" y="595"/>
                  </a:cubicBezTo>
                  <a:cubicBezTo>
                    <a:pt x="875" y="595"/>
                    <a:pt x="886" y="584"/>
                    <a:pt x="886" y="584"/>
                  </a:cubicBezTo>
                  <a:cubicBezTo>
                    <a:pt x="920" y="537"/>
                    <a:pt x="956" y="478"/>
                    <a:pt x="989" y="431"/>
                  </a:cubicBezTo>
                  <a:cubicBezTo>
                    <a:pt x="1059" y="338"/>
                    <a:pt x="1048" y="291"/>
                    <a:pt x="967" y="210"/>
                  </a:cubicBezTo>
                  <a:cubicBezTo>
                    <a:pt x="934" y="165"/>
                    <a:pt x="897" y="129"/>
                    <a:pt x="875" y="81"/>
                  </a:cubicBezTo>
                  <a:cubicBezTo>
                    <a:pt x="839" y="26"/>
                    <a:pt x="805" y="0"/>
                    <a:pt x="735"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4" name="Google Shape;1814;p43"/>
            <p:cNvSpPr/>
            <p:nvPr/>
          </p:nvSpPr>
          <p:spPr>
            <a:xfrm>
              <a:off x="6221475" y="3290921"/>
              <a:ext cx="106229" cy="57025"/>
            </a:xfrm>
            <a:custGeom>
              <a:avLst/>
              <a:gdLst/>
              <a:ahLst/>
              <a:cxnLst/>
              <a:rect l="l" t="t" r="r" b="b"/>
              <a:pathLst>
                <a:path w="747" h="401" extrusionOk="0">
                  <a:moveTo>
                    <a:pt x="36" y="0"/>
                  </a:moveTo>
                  <a:cubicBezTo>
                    <a:pt x="14" y="0"/>
                    <a:pt x="0" y="15"/>
                    <a:pt x="0" y="52"/>
                  </a:cubicBezTo>
                  <a:cubicBezTo>
                    <a:pt x="12" y="133"/>
                    <a:pt x="23" y="225"/>
                    <a:pt x="48" y="306"/>
                  </a:cubicBezTo>
                  <a:cubicBezTo>
                    <a:pt x="59" y="364"/>
                    <a:pt x="107" y="390"/>
                    <a:pt x="162" y="401"/>
                  </a:cubicBezTo>
                  <a:lnTo>
                    <a:pt x="595" y="401"/>
                  </a:lnTo>
                  <a:cubicBezTo>
                    <a:pt x="640" y="401"/>
                    <a:pt x="665" y="390"/>
                    <a:pt x="688" y="342"/>
                  </a:cubicBezTo>
                  <a:cubicBezTo>
                    <a:pt x="699" y="283"/>
                    <a:pt x="721" y="225"/>
                    <a:pt x="746" y="155"/>
                  </a:cubicBezTo>
                  <a:lnTo>
                    <a:pt x="570" y="155"/>
                  </a:lnTo>
                  <a:cubicBezTo>
                    <a:pt x="547" y="155"/>
                    <a:pt x="525" y="156"/>
                    <a:pt x="503" y="156"/>
                  </a:cubicBezTo>
                  <a:cubicBezTo>
                    <a:pt x="449" y="156"/>
                    <a:pt x="400" y="150"/>
                    <a:pt x="350" y="110"/>
                  </a:cubicBezTo>
                  <a:cubicBezTo>
                    <a:pt x="338" y="96"/>
                    <a:pt x="327" y="96"/>
                    <a:pt x="316" y="96"/>
                  </a:cubicBezTo>
                  <a:cubicBezTo>
                    <a:pt x="306" y="98"/>
                    <a:pt x="296" y="99"/>
                    <a:pt x="286" y="99"/>
                  </a:cubicBezTo>
                  <a:cubicBezTo>
                    <a:pt x="232" y="99"/>
                    <a:pt x="190" y="69"/>
                    <a:pt x="140" y="40"/>
                  </a:cubicBezTo>
                  <a:cubicBezTo>
                    <a:pt x="118" y="26"/>
                    <a:pt x="93" y="15"/>
                    <a:pt x="59" y="4"/>
                  </a:cubicBezTo>
                  <a:cubicBezTo>
                    <a:pt x="51" y="1"/>
                    <a:pt x="43" y="0"/>
                    <a:pt x="36"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5" name="Google Shape;1815;p43"/>
            <p:cNvSpPr/>
            <p:nvPr/>
          </p:nvSpPr>
          <p:spPr>
            <a:xfrm>
              <a:off x="6256458" y="3362595"/>
              <a:ext cx="130831" cy="48351"/>
            </a:xfrm>
            <a:custGeom>
              <a:avLst/>
              <a:gdLst/>
              <a:ahLst/>
              <a:cxnLst/>
              <a:rect l="l" t="t" r="r" b="b"/>
              <a:pathLst>
                <a:path w="920" h="340" extrusionOk="0">
                  <a:moveTo>
                    <a:pt x="894" y="0"/>
                  </a:moveTo>
                  <a:cubicBezTo>
                    <a:pt x="813" y="11"/>
                    <a:pt x="732" y="25"/>
                    <a:pt x="651" y="36"/>
                  </a:cubicBezTo>
                  <a:cubicBezTo>
                    <a:pt x="593" y="48"/>
                    <a:pt x="534" y="48"/>
                    <a:pt x="475" y="59"/>
                  </a:cubicBezTo>
                  <a:lnTo>
                    <a:pt x="0" y="59"/>
                  </a:lnTo>
                  <a:cubicBezTo>
                    <a:pt x="11" y="151"/>
                    <a:pt x="45" y="176"/>
                    <a:pt x="115" y="198"/>
                  </a:cubicBezTo>
                  <a:cubicBezTo>
                    <a:pt x="210" y="235"/>
                    <a:pt x="302" y="268"/>
                    <a:pt x="394" y="316"/>
                  </a:cubicBezTo>
                  <a:cubicBezTo>
                    <a:pt x="430" y="330"/>
                    <a:pt x="467" y="339"/>
                    <a:pt x="506" y="339"/>
                  </a:cubicBezTo>
                  <a:cubicBezTo>
                    <a:pt x="530" y="339"/>
                    <a:pt x="555" y="336"/>
                    <a:pt x="581" y="327"/>
                  </a:cubicBezTo>
                  <a:cubicBezTo>
                    <a:pt x="640" y="305"/>
                    <a:pt x="699" y="280"/>
                    <a:pt x="755" y="257"/>
                  </a:cubicBezTo>
                  <a:cubicBezTo>
                    <a:pt x="872" y="210"/>
                    <a:pt x="919" y="117"/>
                    <a:pt x="894"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6" name="Google Shape;1816;p43"/>
            <p:cNvSpPr/>
            <p:nvPr/>
          </p:nvSpPr>
          <p:spPr>
            <a:xfrm>
              <a:off x="6272670" y="3240153"/>
              <a:ext cx="99545" cy="64562"/>
            </a:xfrm>
            <a:custGeom>
              <a:avLst/>
              <a:gdLst/>
              <a:ahLst/>
              <a:cxnLst/>
              <a:rect l="l" t="t" r="r" b="b"/>
              <a:pathLst>
                <a:path w="700" h="454" extrusionOk="0">
                  <a:moveTo>
                    <a:pt x="560" y="1"/>
                  </a:moveTo>
                  <a:cubicBezTo>
                    <a:pt x="548" y="12"/>
                    <a:pt x="548" y="34"/>
                    <a:pt x="548" y="48"/>
                  </a:cubicBezTo>
                  <a:cubicBezTo>
                    <a:pt x="537" y="82"/>
                    <a:pt x="548" y="118"/>
                    <a:pt x="537" y="140"/>
                  </a:cubicBezTo>
                  <a:cubicBezTo>
                    <a:pt x="490" y="197"/>
                    <a:pt x="435" y="254"/>
                    <a:pt x="353" y="254"/>
                  </a:cubicBezTo>
                  <a:cubicBezTo>
                    <a:pt x="334" y="254"/>
                    <a:pt x="314" y="251"/>
                    <a:pt x="291" y="244"/>
                  </a:cubicBezTo>
                  <a:cubicBezTo>
                    <a:pt x="265" y="244"/>
                    <a:pt x="236" y="229"/>
                    <a:pt x="214" y="229"/>
                  </a:cubicBezTo>
                  <a:cubicBezTo>
                    <a:pt x="209" y="229"/>
                    <a:pt x="204" y="230"/>
                    <a:pt x="199" y="233"/>
                  </a:cubicBezTo>
                  <a:cubicBezTo>
                    <a:pt x="140" y="244"/>
                    <a:pt x="82" y="269"/>
                    <a:pt x="37" y="280"/>
                  </a:cubicBezTo>
                  <a:cubicBezTo>
                    <a:pt x="1" y="397"/>
                    <a:pt x="26" y="453"/>
                    <a:pt x="129" y="453"/>
                  </a:cubicBezTo>
                  <a:lnTo>
                    <a:pt x="467" y="453"/>
                  </a:lnTo>
                  <a:cubicBezTo>
                    <a:pt x="526" y="453"/>
                    <a:pt x="571" y="420"/>
                    <a:pt x="607" y="372"/>
                  </a:cubicBezTo>
                  <a:cubicBezTo>
                    <a:pt x="618" y="350"/>
                    <a:pt x="629" y="328"/>
                    <a:pt x="641" y="302"/>
                  </a:cubicBezTo>
                  <a:cubicBezTo>
                    <a:pt x="699" y="221"/>
                    <a:pt x="688" y="82"/>
                    <a:pt x="607" y="12"/>
                  </a:cubicBezTo>
                  <a:cubicBezTo>
                    <a:pt x="596" y="1"/>
                    <a:pt x="571" y="1"/>
                    <a:pt x="560"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7" name="Google Shape;1817;p43"/>
            <p:cNvSpPr/>
            <p:nvPr/>
          </p:nvSpPr>
          <p:spPr>
            <a:xfrm>
              <a:off x="6176964" y="3266746"/>
              <a:ext cx="109358" cy="97554"/>
            </a:xfrm>
            <a:custGeom>
              <a:avLst/>
              <a:gdLst/>
              <a:ahLst/>
              <a:cxnLst/>
              <a:rect l="l" t="t" r="r" b="b"/>
              <a:pathLst>
                <a:path w="769" h="686" extrusionOk="0">
                  <a:moveTo>
                    <a:pt x="34" y="1"/>
                  </a:moveTo>
                  <a:cubicBezTo>
                    <a:pt x="34" y="23"/>
                    <a:pt x="23" y="34"/>
                    <a:pt x="34" y="34"/>
                  </a:cubicBezTo>
                  <a:cubicBezTo>
                    <a:pt x="93" y="141"/>
                    <a:pt x="70" y="244"/>
                    <a:pt x="23" y="336"/>
                  </a:cubicBezTo>
                  <a:cubicBezTo>
                    <a:pt x="1" y="395"/>
                    <a:pt x="23" y="442"/>
                    <a:pt x="70" y="476"/>
                  </a:cubicBezTo>
                  <a:cubicBezTo>
                    <a:pt x="126" y="523"/>
                    <a:pt x="196" y="582"/>
                    <a:pt x="266" y="615"/>
                  </a:cubicBezTo>
                  <a:cubicBezTo>
                    <a:pt x="350" y="663"/>
                    <a:pt x="431" y="685"/>
                    <a:pt x="523" y="685"/>
                  </a:cubicBezTo>
                  <a:cubicBezTo>
                    <a:pt x="604" y="674"/>
                    <a:pt x="685" y="674"/>
                    <a:pt x="755" y="663"/>
                  </a:cubicBezTo>
                  <a:cubicBezTo>
                    <a:pt x="769" y="615"/>
                    <a:pt x="732" y="604"/>
                    <a:pt x="685" y="604"/>
                  </a:cubicBezTo>
                  <a:cubicBezTo>
                    <a:pt x="629" y="615"/>
                    <a:pt x="570" y="629"/>
                    <a:pt x="512" y="629"/>
                  </a:cubicBezTo>
                  <a:cubicBezTo>
                    <a:pt x="394" y="629"/>
                    <a:pt x="302" y="560"/>
                    <a:pt x="291" y="465"/>
                  </a:cubicBezTo>
                  <a:cubicBezTo>
                    <a:pt x="291" y="361"/>
                    <a:pt x="280" y="255"/>
                    <a:pt x="266" y="152"/>
                  </a:cubicBezTo>
                  <a:cubicBezTo>
                    <a:pt x="266" y="152"/>
                    <a:pt x="255" y="141"/>
                    <a:pt x="255" y="127"/>
                  </a:cubicBezTo>
                  <a:cubicBezTo>
                    <a:pt x="196" y="46"/>
                    <a:pt x="115" y="46"/>
                    <a:pt x="34"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8" name="Google Shape;1818;p43"/>
            <p:cNvSpPr/>
            <p:nvPr/>
          </p:nvSpPr>
          <p:spPr>
            <a:xfrm>
              <a:off x="6198437" y="3200477"/>
              <a:ext cx="69682" cy="96274"/>
            </a:xfrm>
            <a:custGeom>
              <a:avLst/>
              <a:gdLst/>
              <a:ahLst/>
              <a:cxnLst/>
              <a:rect l="l" t="t" r="r" b="b"/>
              <a:pathLst>
                <a:path w="490" h="677" extrusionOk="0">
                  <a:moveTo>
                    <a:pt x="269" y="0"/>
                  </a:moveTo>
                  <a:cubicBezTo>
                    <a:pt x="221" y="23"/>
                    <a:pt x="199" y="48"/>
                    <a:pt x="174" y="70"/>
                  </a:cubicBezTo>
                  <a:cubicBezTo>
                    <a:pt x="151" y="93"/>
                    <a:pt x="129" y="118"/>
                    <a:pt x="104" y="129"/>
                  </a:cubicBezTo>
                  <a:cubicBezTo>
                    <a:pt x="12" y="162"/>
                    <a:pt x="0" y="188"/>
                    <a:pt x="23" y="280"/>
                  </a:cubicBezTo>
                  <a:cubicBezTo>
                    <a:pt x="23" y="313"/>
                    <a:pt x="23" y="350"/>
                    <a:pt x="34" y="372"/>
                  </a:cubicBezTo>
                  <a:cubicBezTo>
                    <a:pt x="81" y="478"/>
                    <a:pt x="115" y="559"/>
                    <a:pt x="232" y="581"/>
                  </a:cubicBezTo>
                  <a:cubicBezTo>
                    <a:pt x="280" y="593"/>
                    <a:pt x="324" y="629"/>
                    <a:pt x="372" y="651"/>
                  </a:cubicBezTo>
                  <a:cubicBezTo>
                    <a:pt x="408" y="662"/>
                    <a:pt x="431" y="662"/>
                    <a:pt x="478" y="676"/>
                  </a:cubicBezTo>
                  <a:cubicBezTo>
                    <a:pt x="478" y="640"/>
                    <a:pt x="489" y="607"/>
                    <a:pt x="489" y="593"/>
                  </a:cubicBezTo>
                  <a:cubicBezTo>
                    <a:pt x="442" y="559"/>
                    <a:pt x="408" y="523"/>
                    <a:pt x="383" y="489"/>
                  </a:cubicBezTo>
                  <a:cubicBezTo>
                    <a:pt x="350" y="442"/>
                    <a:pt x="324" y="397"/>
                    <a:pt x="291" y="350"/>
                  </a:cubicBezTo>
                  <a:cubicBezTo>
                    <a:pt x="255" y="302"/>
                    <a:pt x="243" y="243"/>
                    <a:pt x="269" y="188"/>
                  </a:cubicBezTo>
                  <a:cubicBezTo>
                    <a:pt x="302" y="129"/>
                    <a:pt x="280" y="81"/>
                    <a:pt x="269"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9" name="Google Shape;1819;p43"/>
            <p:cNvSpPr/>
            <p:nvPr/>
          </p:nvSpPr>
          <p:spPr>
            <a:xfrm>
              <a:off x="6390276" y="3284664"/>
              <a:ext cx="68117" cy="99403"/>
            </a:xfrm>
            <a:custGeom>
              <a:avLst/>
              <a:gdLst/>
              <a:ahLst/>
              <a:cxnLst/>
              <a:rect l="l" t="t" r="r" b="b"/>
              <a:pathLst>
                <a:path w="479" h="699" extrusionOk="0">
                  <a:moveTo>
                    <a:pt x="372" y="1"/>
                  </a:moveTo>
                  <a:cubicBezTo>
                    <a:pt x="328" y="107"/>
                    <a:pt x="221" y="177"/>
                    <a:pt x="188" y="305"/>
                  </a:cubicBezTo>
                  <a:cubicBezTo>
                    <a:pt x="188" y="327"/>
                    <a:pt x="140" y="364"/>
                    <a:pt x="118" y="386"/>
                  </a:cubicBezTo>
                  <a:cubicBezTo>
                    <a:pt x="82" y="408"/>
                    <a:pt x="59" y="420"/>
                    <a:pt x="23" y="445"/>
                  </a:cubicBezTo>
                  <a:cubicBezTo>
                    <a:pt x="12" y="456"/>
                    <a:pt x="1" y="467"/>
                    <a:pt x="12" y="489"/>
                  </a:cubicBezTo>
                  <a:cubicBezTo>
                    <a:pt x="12" y="559"/>
                    <a:pt x="23" y="629"/>
                    <a:pt x="23" y="699"/>
                  </a:cubicBezTo>
                  <a:cubicBezTo>
                    <a:pt x="82" y="699"/>
                    <a:pt x="93" y="699"/>
                    <a:pt x="140" y="643"/>
                  </a:cubicBezTo>
                  <a:cubicBezTo>
                    <a:pt x="199" y="559"/>
                    <a:pt x="258" y="489"/>
                    <a:pt x="350" y="445"/>
                  </a:cubicBezTo>
                  <a:cubicBezTo>
                    <a:pt x="420" y="408"/>
                    <a:pt x="478" y="350"/>
                    <a:pt x="478" y="280"/>
                  </a:cubicBezTo>
                  <a:cubicBezTo>
                    <a:pt x="467" y="188"/>
                    <a:pt x="420" y="96"/>
                    <a:pt x="397"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0" name="Google Shape;1820;p43"/>
            <p:cNvSpPr/>
            <p:nvPr/>
          </p:nvSpPr>
          <p:spPr>
            <a:xfrm>
              <a:off x="6239678" y="3203605"/>
              <a:ext cx="49915" cy="70393"/>
            </a:xfrm>
            <a:custGeom>
              <a:avLst/>
              <a:gdLst/>
              <a:ahLst/>
              <a:cxnLst/>
              <a:rect l="l" t="t" r="r" b="b"/>
              <a:pathLst>
                <a:path w="351" h="495" extrusionOk="0">
                  <a:moveTo>
                    <a:pt x="199" y="1"/>
                  </a:moveTo>
                  <a:cubicBezTo>
                    <a:pt x="188" y="12"/>
                    <a:pt x="152" y="26"/>
                    <a:pt x="129" y="48"/>
                  </a:cubicBezTo>
                  <a:cubicBezTo>
                    <a:pt x="104" y="59"/>
                    <a:pt x="93" y="96"/>
                    <a:pt x="71" y="118"/>
                  </a:cubicBezTo>
                  <a:cubicBezTo>
                    <a:pt x="12" y="188"/>
                    <a:pt x="1" y="247"/>
                    <a:pt x="60" y="316"/>
                  </a:cubicBezTo>
                  <a:cubicBezTo>
                    <a:pt x="82" y="339"/>
                    <a:pt x="104" y="361"/>
                    <a:pt x="129" y="397"/>
                  </a:cubicBezTo>
                  <a:cubicBezTo>
                    <a:pt x="164" y="466"/>
                    <a:pt x="182" y="495"/>
                    <a:pt x="214" y="495"/>
                  </a:cubicBezTo>
                  <a:cubicBezTo>
                    <a:pt x="237" y="495"/>
                    <a:pt x="266" y="480"/>
                    <a:pt x="314" y="456"/>
                  </a:cubicBezTo>
                  <a:cubicBezTo>
                    <a:pt x="328" y="456"/>
                    <a:pt x="339" y="445"/>
                    <a:pt x="350" y="431"/>
                  </a:cubicBezTo>
                  <a:cubicBezTo>
                    <a:pt x="303" y="291"/>
                    <a:pt x="258" y="152"/>
                    <a:pt x="199"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1" name="Google Shape;1821;p43"/>
            <p:cNvSpPr/>
            <p:nvPr/>
          </p:nvSpPr>
          <p:spPr>
            <a:xfrm>
              <a:off x="6360555" y="3242144"/>
              <a:ext cx="44938" cy="66980"/>
            </a:xfrm>
            <a:custGeom>
              <a:avLst/>
              <a:gdLst/>
              <a:ahLst/>
              <a:cxnLst/>
              <a:rect l="l" t="t" r="r" b="b"/>
              <a:pathLst>
                <a:path w="316" h="471" extrusionOk="0">
                  <a:moveTo>
                    <a:pt x="228" y="0"/>
                  </a:moveTo>
                  <a:cubicBezTo>
                    <a:pt x="193" y="0"/>
                    <a:pt x="178" y="47"/>
                    <a:pt x="140" y="57"/>
                  </a:cubicBezTo>
                  <a:cubicBezTo>
                    <a:pt x="129" y="68"/>
                    <a:pt x="118" y="104"/>
                    <a:pt x="118" y="115"/>
                  </a:cubicBezTo>
                  <a:cubicBezTo>
                    <a:pt x="151" y="196"/>
                    <a:pt x="118" y="277"/>
                    <a:pt x="59" y="347"/>
                  </a:cubicBezTo>
                  <a:cubicBezTo>
                    <a:pt x="48" y="369"/>
                    <a:pt x="23" y="406"/>
                    <a:pt x="0" y="439"/>
                  </a:cubicBezTo>
                  <a:cubicBezTo>
                    <a:pt x="23" y="453"/>
                    <a:pt x="48" y="453"/>
                    <a:pt x="59" y="464"/>
                  </a:cubicBezTo>
                  <a:cubicBezTo>
                    <a:pt x="74" y="469"/>
                    <a:pt x="90" y="471"/>
                    <a:pt x="105" y="471"/>
                  </a:cubicBezTo>
                  <a:cubicBezTo>
                    <a:pt x="210" y="471"/>
                    <a:pt x="316" y="378"/>
                    <a:pt x="316" y="266"/>
                  </a:cubicBezTo>
                  <a:cubicBezTo>
                    <a:pt x="316" y="207"/>
                    <a:pt x="316" y="149"/>
                    <a:pt x="302" y="79"/>
                  </a:cubicBezTo>
                  <a:cubicBezTo>
                    <a:pt x="302" y="57"/>
                    <a:pt x="280" y="34"/>
                    <a:pt x="257" y="9"/>
                  </a:cubicBezTo>
                  <a:cubicBezTo>
                    <a:pt x="246" y="3"/>
                    <a:pt x="237" y="0"/>
                    <a:pt x="228"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2" name="Google Shape;1822;p43"/>
            <p:cNvSpPr/>
            <p:nvPr/>
          </p:nvSpPr>
          <p:spPr>
            <a:xfrm>
              <a:off x="6173409" y="3181705"/>
              <a:ext cx="64847" cy="85182"/>
            </a:xfrm>
            <a:custGeom>
              <a:avLst/>
              <a:gdLst/>
              <a:ahLst/>
              <a:cxnLst/>
              <a:rect l="l" t="t" r="r" b="b"/>
              <a:pathLst>
                <a:path w="456" h="599" extrusionOk="0">
                  <a:moveTo>
                    <a:pt x="392" y="1"/>
                  </a:moveTo>
                  <a:cubicBezTo>
                    <a:pt x="387" y="1"/>
                    <a:pt x="381" y="2"/>
                    <a:pt x="375" y="4"/>
                  </a:cubicBezTo>
                  <a:cubicBezTo>
                    <a:pt x="280" y="15"/>
                    <a:pt x="221" y="74"/>
                    <a:pt x="151" y="110"/>
                  </a:cubicBezTo>
                  <a:cubicBezTo>
                    <a:pt x="26" y="180"/>
                    <a:pt x="0" y="272"/>
                    <a:pt x="12" y="401"/>
                  </a:cubicBezTo>
                  <a:cubicBezTo>
                    <a:pt x="12" y="493"/>
                    <a:pt x="81" y="551"/>
                    <a:pt x="176" y="599"/>
                  </a:cubicBezTo>
                  <a:cubicBezTo>
                    <a:pt x="151" y="515"/>
                    <a:pt x="140" y="459"/>
                    <a:pt x="129" y="389"/>
                  </a:cubicBezTo>
                  <a:cubicBezTo>
                    <a:pt x="118" y="283"/>
                    <a:pt x="151" y="236"/>
                    <a:pt x="246" y="213"/>
                  </a:cubicBezTo>
                  <a:cubicBezTo>
                    <a:pt x="269" y="202"/>
                    <a:pt x="291" y="180"/>
                    <a:pt x="316" y="166"/>
                  </a:cubicBezTo>
                  <a:cubicBezTo>
                    <a:pt x="350" y="144"/>
                    <a:pt x="386" y="110"/>
                    <a:pt x="419" y="96"/>
                  </a:cubicBezTo>
                  <a:cubicBezTo>
                    <a:pt x="456" y="85"/>
                    <a:pt x="456" y="74"/>
                    <a:pt x="445" y="40"/>
                  </a:cubicBezTo>
                  <a:cubicBezTo>
                    <a:pt x="433" y="20"/>
                    <a:pt x="416" y="1"/>
                    <a:pt x="39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3" name="Google Shape;1823;p43"/>
            <p:cNvSpPr/>
            <p:nvPr/>
          </p:nvSpPr>
          <p:spPr>
            <a:xfrm>
              <a:off x="6333962" y="3190095"/>
              <a:ext cx="56456" cy="51764"/>
            </a:xfrm>
            <a:custGeom>
              <a:avLst/>
              <a:gdLst/>
              <a:ahLst/>
              <a:cxnLst/>
              <a:rect l="l" t="t" r="r" b="b"/>
              <a:pathLst>
                <a:path w="397" h="364" extrusionOk="0">
                  <a:moveTo>
                    <a:pt x="83" y="1"/>
                  </a:moveTo>
                  <a:cubicBezTo>
                    <a:pt x="48" y="1"/>
                    <a:pt x="21" y="23"/>
                    <a:pt x="0" y="62"/>
                  </a:cubicBezTo>
                  <a:cubicBezTo>
                    <a:pt x="14" y="73"/>
                    <a:pt x="25" y="73"/>
                    <a:pt x="36" y="85"/>
                  </a:cubicBezTo>
                  <a:cubicBezTo>
                    <a:pt x="84" y="132"/>
                    <a:pt x="154" y="166"/>
                    <a:pt x="165" y="213"/>
                  </a:cubicBezTo>
                  <a:cubicBezTo>
                    <a:pt x="176" y="272"/>
                    <a:pt x="210" y="316"/>
                    <a:pt x="257" y="353"/>
                  </a:cubicBezTo>
                  <a:cubicBezTo>
                    <a:pt x="268" y="364"/>
                    <a:pt x="305" y="364"/>
                    <a:pt x="316" y="364"/>
                  </a:cubicBezTo>
                  <a:cubicBezTo>
                    <a:pt x="386" y="316"/>
                    <a:pt x="397" y="143"/>
                    <a:pt x="338" y="85"/>
                  </a:cubicBezTo>
                  <a:cubicBezTo>
                    <a:pt x="327" y="73"/>
                    <a:pt x="327" y="73"/>
                    <a:pt x="316" y="73"/>
                  </a:cubicBezTo>
                  <a:cubicBezTo>
                    <a:pt x="246" y="51"/>
                    <a:pt x="176" y="26"/>
                    <a:pt x="106" y="3"/>
                  </a:cubicBezTo>
                  <a:cubicBezTo>
                    <a:pt x="98" y="2"/>
                    <a:pt x="90" y="1"/>
                    <a:pt x="83"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4" name="Google Shape;1824;p43"/>
            <p:cNvSpPr/>
            <p:nvPr/>
          </p:nvSpPr>
          <p:spPr>
            <a:xfrm>
              <a:off x="6312488" y="3167484"/>
              <a:ext cx="93004" cy="49204"/>
            </a:xfrm>
            <a:custGeom>
              <a:avLst/>
              <a:gdLst/>
              <a:ahLst/>
              <a:cxnLst/>
              <a:rect l="l" t="t" r="r" b="b"/>
              <a:pathLst>
                <a:path w="654" h="346" extrusionOk="0">
                  <a:moveTo>
                    <a:pt x="0" y="0"/>
                  </a:moveTo>
                  <a:lnTo>
                    <a:pt x="0" y="23"/>
                  </a:lnTo>
                  <a:cubicBezTo>
                    <a:pt x="36" y="56"/>
                    <a:pt x="81" y="104"/>
                    <a:pt x="129" y="140"/>
                  </a:cubicBezTo>
                  <a:cubicBezTo>
                    <a:pt x="162" y="112"/>
                    <a:pt x="195" y="103"/>
                    <a:pt x="228" y="103"/>
                  </a:cubicBezTo>
                  <a:cubicBezTo>
                    <a:pt x="265" y="103"/>
                    <a:pt x="302" y="114"/>
                    <a:pt x="338" y="126"/>
                  </a:cubicBezTo>
                  <a:cubicBezTo>
                    <a:pt x="375" y="151"/>
                    <a:pt x="419" y="162"/>
                    <a:pt x="467" y="174"/>
                  </a:cubicBezTo>
                  <a:cubicBezTo>
                    <a:pt x="525" y="185"/>
                    <a:pt x="559" y="221"/>
                    <a:pt x="570" y="291"/>
                  </a:cubicBezTo>
                  <a:cubicBezTo>
                    <a:pt x="570" y="324"/>
                    <a:pt x="583" y="346"/>
                    <a:pt x="613" y="346"/>
                  </a:cubicBezTo>
                  <a:cubicBezTo>
                    <a:pt x="624" y="346"/>
                    <a:pt x="638" y="343"/>
                    <a:pt x="654" y="336"/>
                  </a:cubicBezTo>
                  <a:cubicBezTo>
                    <a:pt x="640" y="210"/>
                    <a:pt x="606" y="104"/>
                    <a:pt x="467" y="56"/>
                  </a:cubicBezTo>
                  <a:cubicBezTo>
                    <a:pt x="430" y="45"/>
                    <a:pt x="386" y="34"/>
                    <a:pt x="338" y="23"/>
                  </a:cubicBezTo>
                  <a:cubicBezTo>
                    <a:pt x="268" y="23"/>
                    <a:pt x="210" y="12"/>
                    <a:pt x="140"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5" name="Google Shape;1825;p43"/>
            <p:cNvSpPr/>
            <p:nvPr/>
          </p:nvSpPr>
          <p:spPr>
            <a:xfrm>
              <a:off x="6213085" y="3153974"/>
              <a:ext cx="89591" cy="26735"/>
            </a:xfrm>
            <a:custGeom>
              <a:avLst/>
              <a:gdLst/>
              <a:ahLst/>
              <a:cxnLst/>
              <a:rect l="l" t="t" r="r" b="b"/>
              <a:pathLst>
                <a:path w="630" h="188" extrusionOk="0">
                  <a:moveTo>
                    <a:pt x="377" y="0"/>
                  </a:moveTo>
                  <a:cubicBezTo>
                    <a:pt x="337" y="0"/>
                    <a:pt x="297" y="5"/>
                    <a:pt x="258" y="12"/>
                  </a:cubicBezTo>
                  <a:cubicBezTo>
                    <a:pt x="166" y="37"/>
                    <a:pt x="59" y="48"/>
                    <a:pt x="1" y="165"/>
                  </a:cubicBezTo>
                  <a:cubicBezTo>
                    <a:pt x="44" y="158"/>
                    <a:pt x="84" y="145"/>
                    <a:pt x="119" y="145"/>
                  </a:cubicBezTo>
                  <a:cubicBezTo>
                    <a:pt x="150" y="145"/>
                    <a:pt x="177" y="155"/>
                    <a:pt x="199" y="188"/>
                  </a:cubicBezTo>
                  <a:cubicBezTo>
                    <a:pt x="291" y="130"/>
                    <a:pt x="334" y="108"/>
                    <a:pt x="407" y="108"/>
                  </a:cubicBezTo>
                  <a:cubicBezTo>
                    <a:pt x="436" y="108"/>
                    <a:pt x="470" y="111"/>
                    <a:pt x="515" y="118"/>
                  </a:cubicBezTo>
                  <a:cubicBezTo>
                    <a:pt x="548" y="129"/>
                    <a:pt x="585" y="129"/>
                    <a:pt x="618" y="129"/>
                  </a:cubicBezTo>
                  <a:cubicBezTo>
                    <a:pt x="618" y="118"/>
                    <a:pt x="618" y="107"/>
                    <a:pt x="629" y="107"/>
                  </a:cubicBezTo>
                  <a:cubicBezTo>
                    <a:pt x="557" y="25"/>
                    <a:pt x="468" y="0"/>
                    <a:pt x="377"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6" name="Google Shape;1826;p43"/>
            <p:cNvSpPr/>
            <p:nvPr/>
          </p:nvSpPr>
          <p:spPr>
            <a:xfrm>
              <a:off x="6241811" y="3176870"/>
              <a:ext cx="84329" cy="33703"/>
            </a:xfrm>
            <a:custGeom>
              <a:avLst/>
              <a:gdLst/>
              <a:ahLst/>
              <a:cxnLst/>
              <a:rect l="l" t="t" r="r" b="b"/>
              <a:pathLst>
                <a:path w="593" h="237" extrusionOk="0">
                  <a:moveTo>
                    <a:pt x="199" y="1"/>
                  </a:moveTo>
                  <a:cubicBezTo>
                    <a:pt x="72" y="1"/>
                    <a:pt x="1" y="100"/>
                    <a:pt x="33" y="236"/>
                  </a:cubicBezTo>
                  <a:cubicBezTo>
                    <a:pt x="67" y="214"/>
                    <a:pt x="78" y="178"/>
                    <a:pt x="114" y="166"/>
                  </a:cubicBezTo>
                  <a:cubicBezTo>
                    <a:pt x="184" y="155"/>
                    <a:pt x="243" y="96"/>
                    <a:pt x="313" y="74"/>
                  </a:cubicBezTo>
                  <a:cubicBezTo>
                    <a:pt x="336" y="65"/>
                    <a:pt x="356" y="61"/>
                    <a:pt x="374" y="61"/>
                  </a:cubicBezTo>
                  <a:cubicBezTo>
                    <a:pt x="431" y="61"/>
                    <a:pt x="473" y="103"/>
                    <a:pt x="533" y="189"/>
                  </a:cubicBezTo>
                  <a:cubicBezTo>
                    <a:pt x="556" y="178"/>
                    <a:pt x="567" y="166"/>
                    <a:pt x="592" y="166"/>
                  </a:cubicBezTo>
                  <a:cubicBezTo>
                    <a:pt x="556" y="74"/>
                    <a:pt x="497" y="27"/>
                    <a:pt x="427" y="15"/>
                  </a:cubicBezTo>
                  <a:cubicBezTo>
                    <a:pt x="369" y="15"/>
                    <a:pt x="299" y="4"/>
                    <a:pt x="243" y="4"/>
                  </a:cubicBezTo>
                  <a:cubicBezTo>
                    <a:pt x="228" y="2"/>
                    <a:pt x="213" y="1"/>
                    <a:pt x="199"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7" name="Google Shape;1827;p43"/>
            <p:cNvSpPr/>
            <p:nvPr/>
          </p:nvSpPr>
          <p:spPr>
            <a:xfrm>
              <a:off x="6291015" y="3237024"/>
              <a:ext cx="51337" cy="30290"/>
            </a:xfrm>
            <a:custGeom>
              <a:avLst/>
              <a:gdLst/>
              <a:ahLst/>
              <a:cxnLst/>
              <a:rect l="l" t="t" r="r" b="b"/>
              <a:pathLst>
                <a:path w="361" h="213" extrusionOk="0">
                  <a:moveTo>
                    <a:pt x="0" y="0"/>
                  </a:moveTo>
                  <a:cubicBezTo>
                    <a:pt x="11" y="56"/>
                    <a:pt x="11" y="126"/>
                    <a:pt x="48" y="162"/>
                  </a:cubicBezTo>
                  <a:cubicBezTo>
                    <a:pt x="72" y="196"/>
                    <a:pt x="123" y="212"/>
                    <a:pt x="177" y="212"/>
                  </a:cubicBezTo>
                  <a:cubicBezTo>
                    <a:pt x="253" y="212"/>
                    <a:pt x="335" y="181"/>
                    <a:pt x="361" y="126"/>
                  </a:cubicBezTo>
                  <a:cubicBezTo>
                    <a:pt x="361" y="115"/>
                    <a:pt x="350" y="56"/>
                    <a:pt x="327" y="45"/>
                  </a:cubicBezTo>
                  <a:cubicBezTo>
                    <a:pt x="315" y="39"/>
                    <a:pt x="300" y="39"/>
                    <a:pt x="284" y="39"/>
                  </a:cubicBezTo>
                  <a:cubicBezTo>
                    <a:pt x="268" y="39"/>
                    <a:pt x="250" y="39"/>
                    <a:pt x="232" y="34"/>
                  </a:cubicBezTo>
                  <a:lnTo>
                    <a:pt x="106" y="34"/>
                  </a:lnTo>
                  <a:cubicBezTo>
                    <a:pt x="70" y="23"/>
                    <a:pt x="37" y="12"/>
                    <a:pt x="0"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8" name="Google Shape;1828;p43"/>
            <p:cNvSpPr/>
            <p:nvPr/>
          </p:nvSpPr>
          <p:spPr>
            <a:xfrm>
              <a:off x="6324007" y="3209720"/>
              <a:ext cx="28299" cy="25455"/>
            </a:xfrm>
            <a:custGeom>
              <a:avLst/>
              <a:gdLst/>
              <a:ahLst/>
              <a:cxnLst/>
              <a:rect l="l" t="t" r="r" b="b"/>
              <a:pathLst>
                <a:path w="199" h="179" extrusionOk="0">
                  <a:moveTo>
                    <a:pt x="31" y="0"/>
                  </a:moveTo>
                  <a:cubicBezTo>
                    <a:pt x="20" y="0"/>
                    <a:pt x="9" y="2"/>
                    <a:pt x="0" y="5"/>
                  </a:cubicBezTo>
                  <a:cubicBezTo>
                    <a:pt x="25" y="53"/>
                    <a:pt x="48" y="109"/>
                    <a:pt x="70" y="167"/>
                  </a:cubicBezTo>
                  <a:cubicBezTo>
                    <a:pt x="84" y="167"/>
                    <a:pt x="106" y="178"/>
                    <a:pt x="129" y="178"/>
                  </a:cubicBezTo>
                  <a:cubicBezTo>
                    <a:pt x="187" y="167"/>
                    <a:pt x="199" y="134"/>
                    <a:pt x="187" y="97"/>
                  </a:cubicBezTo>
                  <a:cubicBezTo>
                    <a:pt x="178" y="48"/>
                    <a:pt x="93" y="0"/>
                    <a:pt x="31"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9" name="Google Shape;1829;p43"/>
            <p:cNvSpPr/>
            <p:nvPr/>
          </p:nvSpPr>
          <p:spPr>
            <a:xfrm>
              <a:off x="6294143" y="3211284"/>
              <a:ext cx="31997" cy="23891"/>
            </a:xfrm>
            <a:custGeom>
              <a:avLst/>
              <a:gdLst/>
              <a:ahLst/>
              <a:cxnLst/>
              <a:rect l="l" t="t" r="r" b="b"/>
              <a:pathLst>
                <a:path w="225" h="168" extrusionOk="0">
                  <a:moveTo>
                    <a:pt x="62" y="1"/>
                  </a:moveTo>
                  <a:cubicBezTo>
                    <a:pt x="46" y="1"/>
                    <a:pt x="30" y="7"/>
                    <a:pt x="15" y="28"/>
                  </a:cubicBezTo>
                  <a:cubicBezTo>
                    <a:pt x="1" y="53"/>
                    <a:pt x="48" y="134"/>
                    <a:pt x="84" y="167"/>
                  </a:cubicBezTo>
                  <a:cubicBezTo>
                    <a:pt x="129" y="156"/>
                    <a:pt x="177" y="167"/>
                    <a:pt x="199" y="145"/>
                  </a:cubicBezTo>
                  <a:cubicBezTo>
                    <a:pt x="224" y="112"/>
                    <a:pt x="188" y="53"/>
                    <a:pt x="129" y="17"/>
                  </a:cubicBezTo>
                  <a:cubicBezTo>
                    <a:pt x="105" y="10"/>
                    <a:pt x="83" y="1"/>
                    <a:pt x="6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0" name="Google Shape;1830;p43"/>
            <p:cNvSpPr/>
            <p:nvPr/>
          </p:nvSpPr>
          <p:spPr>
            <a:xfrm>
              <a:off x="6279496" y="3193366"/>
              <a:ext cx="26735" cy="31854"/>
            </a:xfrm>
            <a:custGeom>
              <a:avLst/>
              <a:gdLst/>
              <a:ahLst/>
              <a:cxnLst/>
              <a:rect l="l" t="t" r="r" b="b"/>
              <a:pathLst>
                <a:path w="188" h="224" extrusionOk="0">
                  <a:moveTo>
                    <a:pt x="98" y="0"/>
                  </a:moveTo>
                  <a:cubicBezTo>
                    <a:pt x="89" y="0"/>
                    <a:pt x="80" y="1"/>
                    <a:pt x="70" y="3"/>
                  </a:cubicBezTo>
                  <a:cubicBezTo>
                    <a:pt x="0" y="28"/>
                    <a:pt x="11" y="98"/>
                    <a:pt x="0" y="143"/>
                  </a:cubicBezTo>
                  <a:cubicBezTo>
                    <a:pt x="0" y="201"/>
                    <a:pt x="23" y="212"/>
                    <a:pt x="70" y="224"/>
                  </a:cubicBezTo>
                  <a:cubicBezTo>
                    <a:pt x="48" y="131"/>
                    <a:pt x="70" y="98"/>
                    <a:pt x="187" y="62"/>
                  </a:cubicBezTo>
                  <a:cubicBezTo>
                    <a:pt x="167" y="22"/>
                    <a:pt x="140" y="0"/>
                    <a:pt x="98"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1" name="Google Shape;1831;p43"/>
            <p:cNvSpPr/>
            <p:nvPr/>
          </p:nvSpPr>
          <p:spPr>
            <a:xfrm>
              <a:off x="6113824" y="3146437"/>
              <a:ext cx="357652" cy="309301"/>
            </a:xfrm>
            <a:custGeom>
              <a:avLst/>
              <a:gdLst/>
              <a:ahLst/>
              <a:cxnLst/>
              <a:rect l="l" t="t" r="r" b="b"/>
              <a:pathLst>
                <a:path w="2515" h="2175" extrusionOk="0">
                  <a:moveTo>
                    <a:pt x="1075" y="53"/>
                  </a:moveTo>
                  <a:cubicBezTo>
                    <a:pt x="1166" y="53"/>
                    <a:pt x="1255" y="78"/>
                    <a:pt x="1327" y="160"/>
                  </a:cubicBezTo>
                  <a:cubicBezTo>
                    <a:pt x="1316" y="160"/>
                    <a:pt x="1316" y="171"/>
                    <a:pt x="1316" y="182"/>
                  </a:cubicBezTo>
                  <a:cubicBezTo>
                    <a:pt x="1283" y="182"/>
                    <a:pt x="1246" y="182"/>
                    <a:pt x="1213" y="171"/>
                  </a:cubicBezTo>
                  <a:cubicBezTo>
                    <a:pt x="1168" y="164"/>
                    <a:pt x="1134" y="161"/>
                    <a:pt x="1105" y="161"/>
                  </a:cubicBezTo>
                  <a:cubicBezTo>
                    <a:pt x="1032" y="161"/>
                    <a:pt x="989" y="183"/>
                    <a:pt x="897" y="241"/>
                  </a:cubicBezTo>
                  <a:cubicBezTo>
                    <a:pt x="875" y="208"/>
                    <a:pt x="848" y="198"/>
                    <a:pt x="817" y="198"/>
                  </a:cubicBezTo>
                  <a:cubicBezTo>
                    <a:pt x="782" y="198"/>
                    <a:pt x="742" y="211"/>
                    <a:pt x="699" y="218"/>
                  </a:cubicBezTo>
                  <a:cubicBezTo>
                    <a:pt x="757" y="101"/>
                    <a:pt x="864" y="90"/>
                    <a:pt x="956" y="65"/>
                  </a:cubicBezTo>
                  <a:cubicBezTo>
                    <a:pt x="995" y="58"/>
                    <a:pt x="1035" y="53"/>
                    <a:pt x="1075" y="53"/>
                  </a:cubicBezTo>
                  <a:close/>
                  <a:moveTo>
                    <a:pt x="1099" y="215"/>
                  </a:moveTo>
                  <a:cubicBezTo>
                    <a:pt x="1113" y="215"/>
                    <a:pt x="1128" y="216"/>
                    <a:pt x="1143" y="218"/>
                  </a:cubicBezTo>
                  <a:cubicBezTo>
                    <a:pt x="1199" y="218"/>
                    <a:pt x="1269" y="229"/>
                    <a:pt x="1327" y="229"/>
                  </a:cubicBezTo>
                  <a:cubicBezTo>
                    <a:pt x="1397" y="241"/>
                    <a:pt x="1456" y="288"/>
                    <a:pt x="1492" y="380"/>
                  </a:cubicBezTo>
                  <a:cubicBezTo>
                    <a:pt x="1467" y="380"/>
                    <a:pt x="1456" y="392"/>
                    <a:pt x="1433" y="403"/>
                  </a:cubicBezTo>
                  <a:cubicBezTo>
                    <a:pt x="1373" y="317"/>
                    <a:pt x="1331" y="275"/>
                    <a:pt x="1274" y="275"/>
                  </a:cubicBezTo>
                  <a:cubicBezTo>
                    <a:pt x="1256" y="275"/>
                    <a:pt x="1236" y="279"/>
                    <a:pt x="1213" y="288"/>
                  </a:cubicBezTo>
                  <a:cubicBezTo>
                    <a:pt x="1143" y="310"/>
                    <a:pt x="1084" y="369"/>
                    <a:pt x="1014" y="380"/>
                  </a:cubicBezTo>
                  <a:cubicBezTo>
                    <a:pt x="978" y="392"/>
                    <a:pt x="967" y="428"/>
                    <a:pt x="933" y="450"/>
                  </a:cubicBezTo>
                  <a:cubicBezTo>
                    <a:pt x="901" y="314"/>
                    <a:pt x="972" y="215"/>
                    <a:pt x="1099" y="215"/>
                  </a:cubicBezTo>
                  <a:close/>
                  <a:moveTo>
                    <a:pt x="1537" y="148"/>
                  </a:moveTo>
                  <a:cubicBezTo>
                    <a:pt x="1607" y="160"/>
                    <a:pt x="1665" y="171"/>
                    <a:pt x="1735" y="171"/>
                  </a:cubicBezTo>
                  <a:cubicBezTo>
                    <a:pt x="1783" y="182"/>
                    <a:pt x="1827" y="193"/>
                    <a:pt x="1864" y="204"/>
                  </a:cubicBezTo>
                  <a:cubicBezTo>
                    <a:pt x="2003" y="252"/>
                    <a:pt x="2037" y="358"/>
                    <a:pt x="2051" y="484"/>
                  </a:cubicBezTo>
                  <a:cubicBezTo>
                    <a:pt x="2035" y="491"/>
                    <a:pt x="2021" y="494"/>
                    <a:pt x="2010" y="494"/>
                  </a:cubicBezTo>
                  <a:cubicBezTo>
                    <a:pt x="1980" y="494"/>
                    <a:pt x="1967" y="472"/>
                    <a:pt x="1967" y="439"/>
                  </a:cubicBezTo>
                  <a:cubicBezTo>
                    <a:pt x="1956" y="369"/>
                    <a:pt x="1922" y="333"/>
                    <a:pt x="1864" y="322"/>
                  </a:cubicBezTo>
                  <a:cubicBezTo>
                    <a:pt x="1816" y="310"/>
                    <a:pt x="1772" y="299"/>
                    <a:pt x="1735" y="274"/>
                  </a:cubicBezTo>
                  <a:cubicBezTo>
                    <a:pt x="1699" y="262"/>
                    <a:pt x="1662" y="251"/>
                    <a:pt x="1625" y="251"/>
                  </a:cubicBezTo>
                  <a:cubicBezTo>
                    <a:pt x="1592" y="251"/>
                    <a:pt x="1559" y="260"/>
                    <a:pt x="1526" y="288"/>
                  </a:cubicBezTo>
                  <a:cubicBezTo>
                    <a:pt x="1478" y="252"/>
                    <a:pt x="1433" y="204"/>
                    <a:pt x="1397" y="171"/>
                  </a:cubicBezTo>
                  <a:lnTo>
                    <a:pt x="1397" y="148"/>
                  </a:lnTo>
                  <a:close/>
                  <a:moveTo>
                    <a:pt x="1263" y="330"/>
                  </a:moveTo>
                  <a:cubicBezTo>
                    <a:pt x="1305" y="330"/>
                    <a:pt x="1332" y="352"/>
                    <a:pt x="1352" y="392"/>
                  </a:cubicBezTo>
                  <a:cubicBezTo>
                    <a:pt x="1235" y="428"/>
                    <a:pt x="1213" y="461"/>
                    <a:pt x="1235" y="554"/>
                  </a:cubicBezTo>
                  <a:cubicBezTo>
                    <a:pt x="1188" y="542"/>
                    <a:pt x="1165" y="531"/>
                    <a:pt x="1165" y="473"/>
                  </a:cubicBezTo>
                  <a:cubicBezTo>
                    <a:pt x="1176" y="428"/>
                    <a:pt x="1165" y="358"/>
                    <a:pt x="1235" y="333"/>
                  </a:cubicBezTo>
                  <a:cubicBezTo>
                    <a:pt x="1245" y="331"/>
                    <a:pt x="1254" y="330"/>
                    <a:pt x="1263" y="330"/>
                  </a:cubicBezTo>
                  <a:close/>
                  <a:moveTo>
                    <a:pt x="1330" y="457"/>
                  </a:moveTo>
                  <a:cubicBezTo>
                    <a:pt x="1351" y="457"/>
                    <a:pt x="1373" y="466"/>
                    <a:pt x="1397" y="473"/>
                  </a:cubicBezTo>
                  <a:cubicBezTo>
                    <a:pt x="1456" y="509"/>
                    <a:pt x="1492" y="568"/>
                    <a:pt x="1467" y="601"/>
                  </a:cubicBezTo>
                  <a:cubicBezTo>
                    <a:pt x="1445" y="623"/>
                    <a:pt x="1397" y="612"/>
                    <a:pt x="1352" y="623"/>
                  </a:cubicBezTo>
                  <a:cubicBezTo>
                    <a:pt x="1316" y="590"/>
                    <a:pt x="1269" y="509"/>
                    <a:pt x="1283" y="484"/>
                  </a:cubicBezTo>
                  <a:cubicBezTo>
                    <a:pt x="1298" y="463"/>
                    <a:pt x="1314" y="457"/>
                    <a:pt x="1330" y="457"/>
                  </a:cubicBezTo>
                  <a:close/>
                  <a:moveTo>
                    <a:pt x="1509" y="445"/>
                  </a:moveTo>
                  <a:cubicBezTo>
                    <a:pt x="1571" y="445"/>
                    <a:pt x="1656" y="493"/>
                    <a:pt x="1665" y="542"/>
                  </a:cubicBezTo>
                  <a:cubicBezTo>
                    <a:pt x="1677" y="579"/>
                    <a:pt x="1665" y="612"/>
                    <a:pt x="1607" y="623"/>
                  </a:cubicBezTo>
                  <a:cubicBezTo>
                    <a:pt x="1584" y="623"/>
                    <a:pt x="1562" y="612"/>
                    <a:pt x="1548" y="612"/>
                  </a:cubicBezTo>
                  <a:cubicBezTo>
                    <a:pt x="1526" y="554"/>
                    <a:pt x="1503" y="498"/>
                    <a:pt x="1478" y="450"/>
                  </a:cubicBezTo>
                  <a:cubicBezTo>
                    <a:pt x="1487" y="447"/>
                    <a:pt x="1498" y="445"/>
                    <a:pt x="1509" y="445"/>
                  </a:cubicBezTo>
                  <a:close/>
                  <a:moveTo>
                    <a:pt x="1631" y="308"/>
                  </a:moveTo>
                  <a:cubicBezTo>
                    <a:pt x="1638" y="308"/>
                    <a:pt x="1646" y="309"/>
                    <a:pt x="1654" y="310"/>
                  </a:cubicBezTo>
                  <a:cubicBezTo>
                    <a:pt x="1724" y="333"/>
                    <a:pt x="1794" y="358"/>
                    <a:pt x="1864" y="380"/>
                  </a:cubicBezTo>
                  <a:cubicBezTo>
                    <a:pt x="1875" y="380"/>
                    <a:pt x="1875" y="380"/>
                    <a:pt x="1886" y="392"/>
                  </a:cubicBezTo>
                  <a:cubicBezTo>
                    <a:pt x="1945" y="450"/>
                    <a:pt x="1934" y="623"/>
                    <a:pt x="1864" y="671"/>
                  </a:cubicBezTo>
                  <a:cubicBezTo>
                    <a:pt x="1853" y="671"/>
                    <a:pt x="1816" y="671"/>
                    <a:pt x="1805" y="660"/>
                  </a:cubicBezTo>
                  <a:cubicBezTo>
                    <a:pt x="1758" y="623"/>
                    <a:pt x="1724" y="579"/>
                    <a:pt x="1713" y="520"/>
                  </a:cubicBezTo>
                  <a:cubicBezTo>
                    <a:pt x="1702" y="473"/>
                    <a:pt x="1632" y="439"/>
                    <a:pt x="1584" y="392"/>
                  </a:cubicBezTo>
                  <a:cubicBezTo>
                    <a:pt x="1573" y="380"/>
                    <a:pt x="1562" y="380"/>
                    <a:pt x="1548" y="369"/>
                  </a:cubicBezTo>
                  <a:cubicBezTo>
                    <a:pt x="1569" y="330"/>
                    <a:pt x="1596" y="308"/>
                    <a:pt x="1631" y="308"/>
                  </a:cubicBezTo>
                  <a:close/>
                  <a:moveTo>
                    <a:pt x="811" y="249"/>
                  </a:moveTo>
                  <a:cubicBezTo>
                    <a:pt x="835" y="249"/>
                    <a:pt x="852" y="268"/>
                    <a:pt x="864" y="288"/>
                  </a:cubicBezTo>
                  <a:cubicBezTo>
                    <a:pt x="875" y="322"/>
                    <a:pt x="875" y="333"/>
                    <a:pt x="838" y="344"/>
                  </a:cubicBezTo>
                  <a:cubicBezTo>
                    <a:pt x="805" y="358"/>
                    <a:pt x="769" y="392"/>
                    <a:pt x="735" y="414"/>
                  </a:cubicBezTo>
                  <a:cubicBezTo>
                    <a:pt x="710" y="428"/>
                    <a:pt x="688" y="450"/>
                    <a:pt x="665" y="461"/>
                  </a:cubicBezTo>
                  <a:cubicBezTo>
                    <a:pt x="570" y="484"/>
                    <a:pt x="537" y="531"/>
                    <a:pt x="548" y="637"/>
                  </a:cubicBezTo>
                  <a:cubicBezTo>
                    <a:pt x="559" y="707"/>
                    <a:pt x="570" y="763"/>
                    <a:pt x="595" y="847"/>
                  </a:cubicBezTo>
                  <a:cubicBezTo>
                    <a:pt x="500" y="799"/>
                    <a:pt x="431" y="741"/>
                    <a:pt x="431" y="649"/>
                  </a:cubicBezTo>
                  <a:cubicBezTo>
                    <a:pt x="419" y="520"/>
                    <a:pt x="445" y="428"/>
                    <a:pt x="570" y="358"/>
                  </a:cubicBezTo>
                  <a:cubicBezTo>
                    <a:pt x="640" y="322"/>
                    <a:pt x="699" y="263"/>
                    <a:pt x="794" y="252"/>
                  </a:cubicBezTo>
                  <a:cubicBezTo>
                    <a:pt x="800" y="250"/>
                    <a:pt x="806" y="249"/>
                    <a:pt x="811" y="249"/>
                  </a:cubicBezTo>
                  <a:close/>
                  <a:moveTo>
                    <a:pt x="1246" y="637"/>
                  </a:moveTo>
                  <a:lnTo>
                    <a:pt x="1246" y="637"/>
                  </a:lnTo>
                  <a:cubicBezTo>
                    <a:pt x="1283" y="649"/>
                    <a:pt x="1316" y="660"/>
                    <a:pt x="1352" y="671"/>
                  </a:cubicBezTo>
                  <a:lnTo>
                    <a:pt x="1478" y="671"/>
                  </a:lnTo>
                  <a:cubicBezTo>
                    <a:pt x="1496" y="676"/>
                    <a:pt x="1514" y="676"/>
                    <a:pt x="1530" y="676"/>
                  </a:cubicBezTo>
                  <a:cubicBezTo>
                    <a:pt x="1546" y="676"/>
                    <a:pt x="1561" y="676"/>
                    <a:pt x="1573" y="682"/>
                  </a:cubicBezTo>
                  <a:cubicBezTo>
                    <a:pt x="1596" y="693"/>
                    <a:pt x="1607" y="752"/>
                    <a:pt x="1607" y="763"/>
                  </a:cubicBezTo>
                  <a:cubicBezTo>
                    <a:pt x="1581" y="818"/>
                    <a:pt x="1499" y="849"/>
                    <a:pt x="1423" y="849"/>
                  </a:cubicBezTo>
                  <a:cubicBezTo>
                    <a:pt x="1369" y="849"/>
                    <a:pt x="1318" y="833"/>
                    <a:pt x="1294" y="799"/>
                  </a:cubicBezTo>
                  <a:cubicBezTo>
                    <a:pt x="1257" y="763"/>
                    <a:pt x="1257" y="693"/>
                    <a:pt x="1246" y="637"/>
                  </a:cubicBezTo>
                  <a:close/>
                  <a:moveTo>
                    <a:pt x="1084" y="403"/>
                  </a:moveTo>
                  <a:cubicBezTo>
                    <a:pt x="1143" y="554"/>
                    <a:pt x="1188" y="693"/>
                    <a:pt x="1235" y="833"/>
                  </a:cubicBezTo>
                  <a:cubicBezTo>
                    <a:pt x="1224" y="847"/>
                    <a:pt x="1213" y="858"/>
                    <a:pt x="1199" y="858"/>
                  </a:cubicBezTo>
                  <a:cubicBezTo>
                    <a:pt x="1151" y="882"/>
                    <a:pt x="1122" y="897"/>
                    <a:pt x="1099" y="897"/>
                  </a:cubicBezTo>
                  <a:cubicBezTo>
                    <a:pt x="1067" y="897"/>
                    <a:pt x="1049" y="868"/>
                    <a:pt x="1014" y="799"/>
                  </a:cubicBezTo>
                  <a:cubicBezTo>
                    <a:pt x="989" y="763"/>
                    <a:pt x="967" y="741"/>
                    <a:pt x="945" y="718"/>
                  </a:cubicBezTo>
                  <a:cubicBezTo>
                    <a:pt x="886" y="649"/>
                    <a:pt x="897" y="590"/>
                    <a:pt x="956" y="520"/>
                  </a:cubicBezTo>
                  <a:cubicBezTo>
                    <a:pt x="978" y="498"/>
                    <a:pt x="989" y="461"/>
                    <a:pt x="1014" y="450"/>
                  </a:cubicBezTo>
                  <a:cubicBezTo>
                    <a:pt x="1037" y="428"/>
                    <a:pt x="1073" y="414"/>
                    <a:pt x="1084" y="403"/>
                  </a:cubicBezTo>
                  <a:close/>
                  <a:moveTo>
                    <a:pt x="864" y="380"/>
                  </a:moveTo>
                  <a:cubicBezTo>
                    <a:pt x="875" y="461"/>
                    <a:pt x="897" y="509"/>
                    <a:pt x="864" y="568"/>
                  </a:cubicBezTo>
                  <a:cubicBezTo>
                    <a:pt x="838" y="623"/>
                    <a:pt x="850" y="682"/>
                    <a:pt x="886" y="730"/>
                  </a:cubicBezTo>
                  <a:cubicBezTo>
                    <a:pt x="919" y="777"/>
                    <a:pt x="945" y="822"/>
                    <a:pt x="978" y="869"/>
                  </a:cubicBezTo>
                  <a:cubicBezTo>
                    <a:pt x="1003" y="903"/>
                    <a:pt x="1037" y="939"/>
                    <a:pt x="1084" y="973"/>
                  </a:cubicBezTo>
                  <a:cubicBezTo>
                    <a:pt x="1084" y="987"/>
                    <a:pt x="1073" y="1020"/>
                    <a:pt x="1073" y="1056"/>
                  </a:cubicBezTo>
                  <a:cubicBezTo>
                    <a:pt x="1026" y="1042"/>
                    <a:pt x="1003" y="1042"/>
                    <a:pt x="967" y="1031"/>
                  </a:cubicBezTo>
                  <a:cubicBezTo>
                    <a:pt x="919" y="1009"/>
                    <a:pt x="875" y="973"/>
                    <a:pt x="827" y="961"/>
                  </a:cubicBezTo>
                  <a:cubicBezTo>
                    <a:pt x="710" y="939"/>
                    <a:pt x="676" y="858"/>
                    <a:pt x="629" y="752"/>
                  </a:cubicBezTo>
                  <a:cubicBezTo>
                    <a:pt x="618" y="730"/>
                    <a:pt x="618" y="693"/>
                    <a:pt x="618" y="660"/>
                  </a:cubicBezTo>
                  <a:cubicBezTo>
                    <a:pt x="595" y="568"/>
                    <a:pt x="607" y="542"/>
                    <a:pt x="699" y="509"/>
                  </a:cubicBezTo>
                  <a:cubicBezTo>
                    <a:pt x="724" y="498"/>
                    <a:pt x="746" y="473"/>
                    <a:pt x="769" y="450"/>
                  </a:cubicBezTo>
                  <a:cubicBezTo>
                    <a:pt x="794" y="428"/>
                    <a:pt x="816" y="403"/>
                    <a:pt x="864" y="380"/>
                  </a:cubicBezTo>
                  <a:close/>
                  <a:moveTo>
                    <a:pt x="1677" y="660"/>
                  </a:moveTo>
                  <a:cubicBezTo>
                    <a:pt x="1688" y="660"/>
                    <a:pt x="1713" y="660"/>
                    <a:pt x="1724" y="671"/>
                  </a:cubicBezTo>
                  <a:cubicBezTo>
                    <a:pt x="1805" y="741"/>
                    <a:pt x="1816" y="880"/>
                    <a:pt x="1758" y="961"/>
                  </a:cubicBezTo>
                  <a:cubicBezTo>
                    <a:pt x="1746" y="987"/>
                    <a:pt x="1735" y="1009"/>
                    <a:pt x="1724" y="1031"/>
                  </a:cubicBezTo>
                  <a:cubicBezTo>
                    <a:pt x="1688" y="1079"/>
                    <a:pt x="1643" y="1112"/>
                    <a:pt x="1584" y="1112"/>
                  </a:cubicBezTo>
                  <a:lnTo>
                    <a:pt x="1246" y="1112"/>
                  </a:lnTo>
                  <a:cubicBezTo>
                    <a:pt x="1143" y="1112"/>
                    <a:pt x="1118" y="1056"/>
                    <a:pt x="1154" y="939"/>
                  </a:cubicBezTo>
                  <a:cubicBezTo>
                    <a:pt x="1199" y="928"/>
                    <a:pt x="1257" y="903"/>
                    <a:pt x="1316" y="892"/>
                  </a:cubicBezTo>
                  <a:cubicBezTo>
                    <a:pt x="1321" y="889"/>
                    <a:pt x="1326" y="888"/>
                    <a:pt x="1331" y="888"/>
                  </a:cubicBezTo>
                  <a:cubicBezTo>
                    <a:pt x="1353" y="888"/>
                    <a:pt x="1382" y="903"/>
                    <a:pt x="1408" y="903"/>
                  </a:cubicBezTo>
                  <a:cubicBezTo>
                    <a:pt x="1431" y="910"/>
                    <a:pt x="1451" y="913"/>
                    <a:pt x="1470" y="913"/>
                  </a:cubicBezTo>
                  <a:cubicBezTo>
                    <a:pt x="1552" y="913"/>
                    <a:pt x="1607" y="856"/>
                    <a:pt x="1654" y="799"/>
                  </a:cubicBezTo>
                  <a:cubicBezTo>
                    <a:pt x="1665" y="777"/>
                    <a:pt x="1654" y="741"/>
                    <a:pt x="1665" y="707"/>
                  </a:cubicBezTo>
                  <a:cubicBezTo>
                    <a:pt x="1665" y="693"/>
                    <a:pt x="1665" y="671"/>
                    <a:pt x="1677" y="660"/>
                  </a:cubicBezTo>
                  <a:close/>
                  <a:moveTo>
                    <a:pt x="1963" y="673"/>
                  </a:moveTo>
                  <a:cubicBezTo>
                    <a:pt x="1972" y="673"/>
                    <a:pt x="1981" y="676"/>
                    <a:pt x="1992" y="682"/>
                  </a:cubicBezTo>
                  <a:cubicBezTo>
                    <a:pt x="2015" y="707"/>
                    <a:pt x="2037" y="730"/>
                    <a:pt x="2037" y="752"/>
                  </a:cubicBezTo>
                  <a:cubicBezTo>
                    <a:pt x="2051" y="822"/>
                    <a:pt x="2051" y="880"/>
                    <a:pt x="2051" y="939"/>
                  </a:cubicBezTo>
                  <a:cubicBezTo>
                    <a:pt x="2051" y="1051"/>
                    <a:pt x="1945" y="1144"/>
                    <a:pt x="1840" y="1144"/>
                  </a:cubicBezTo>
                  <a:cubicBezTo>
                    <a:pt x="1825" y="1144"/>
                    <a:pt x="1809" y="1142"/>
                    <a:pt x="1794" y="1137"/>
                  </a:cubicBezTo>
                  <a:cubicBezTo>
                    <a:pt x="1783" y="1126"/>
                    <a:pt x="1758" y="1126"/>
                    <a:pt x="1735" y="1112"/>
                  </a:cubicBezTo>
                  <a:cubicBezTo>
                    <a:pt x="1758" y="1079"/>
                    <a:pt x="1783" y="1042"/>
                    <a:pt x="1794" y="1020"/>
                  </a:cubicBezTo>
                  <a:cubicBezTo>
                    <a:pt x="1853" y="950"/>
                    <a:pt x="1886" y="869"/>
                    <a:pt x="1853" y="788"/>
                  </a:cubicBezTo>
                  <a:cubicBezTo>
                    <a:pt x="1853" y="777"/>
                    <a:pt x="1864" y="741"/>
                    <a:pt x="1875" y="730"/>
                  </a:cubicBezTo>
                  <a:cubicBezTo>
                    <a:pt x="1913" y="720"/>
                    <a:pt x="1928" y="673"/>
                    <a:pt x="1963" y="673"/>
                  </a:cubicBezTo>
                  <a:close/>
                  <a:moveTo>
                    <a:pt x="793" y="1016"/>
                  </a:moveTo>
                  <a:cubicBezTo>
                    <a:pt x="800" y="1016"/>
                    <a:pt x="808" y="1017"/>
                    <a:pt x="816" y="1020"/>
                  </a:cubicBezTo>
                  <a:cubicBezTo>
                    <a:pt x="850" y="1031"/>
                    <a:pt x="875" y="1042"/>
                    <a:pt x="897" y="1056"/>
                  </a:cubicBezTo>
                  <a:cubicBezTo>
                    <a:pt x="947" y="1085"/>
                    <a:pt x="989" y="1115"/>
                    <a:pt x="1043" y="1115"/>
                  </a:cubicBezTo>
                  <a:cubicBezTo>
                    <a:pt x="1053" y="1115"/>
                    <a:pt x="1063" y="1114"/>
                    <a:pt x="1073" y="1112"/>
                  </a:cubicBezTo>
                  <a:cubicBezTo>
                    <a:pt x="1084" y="1112"/>
                    <a:pt x="1095" y="1112"/>
                    <a:pt x="1107" y="1126"/>
                  </a:cubicBezTo>
                  <a:cubicBezTo>
                    <a:pt x="1157" y="1166"/>
                    <a:pt x="1206" y="1172"/>
                    <a:pt x="1260" y="1172"/>
                  </a:cubicBezTo>
                  <a:cubicBezTo>
                    <a:pt x="1282" y="1172"/>
                    <a:pt x="1304" y="1171"/>
                    <a:pt x="1327" y="1171"/>
                  </a:cubicBezTo>
                  <a:lnTo>
                    <a:pt x="1503" y="1171"/>
                  </a:lnTo>
                  <a:cubicBezTo>
                    <a:pt x="1478" y="1241"/>
                    <a:pt x="1456" y="1299"/>
                    <a:pt x="1445" y="1358"/>
                  </a:cubicBezTo>
                  <a:cubicBezTo>
                    <a:pt x="1422" y="1406"/>
                    <a:pt x="1397" y="1417"/>
                    <a:pt x="1352" y="1417"/>
                  </a:cubicBezTo>
                  <a:lnTo>
                    <a:pt x="919" y="1417"/>
                  </a:lnTo>
                  <a:cubicBezTo>
                    <a:pt x="864" y="1406"/>
                    <a:pt x="816" y="1380"/>
                    <a:pt x="805" y="1322"/>
                  </a:cubicBezTo>
                  <a:cubicBezTo>
                    <a:pt x="780" y="1241"/>
                    <a:pt x="769" y="1149"/>
                    <a:pt x="757" y="1068"/>
                  </a:cubicBezTo>
                  <a:cubicBezTo>
                    <a:pt x="757" y="1031"/>
                    <a:pt x="771" y="1016"/>
                    <a:pt x="793" y="1016"/>
                  </a:cubicBezTo>
                  <a:close/>
                  <a:moveTo>
                    <a:pt x="478" y="847"/>
                  </a:moveTo>
                  <a:cubicBezTo>
                    <a:pt x="559" y="892"/>
                    <a:pt x="640" y="892"/>
                    <a:pt x="699" y="973"/>
                  </a:cubicBezTo>
                  <a:cubicBezTo>
                    <a:pt x="699" y="987"/>
                    <a:pt x="710" y="998"/>
                    <a:pt x="710" y="998"/>
                  </a:cubicBezTo>
                  <a:cubicBezTo>
                    <a:pt x="724" y="1101"/>
                    <a:pt x="735" y="1207"/>
                    <a:pt x="735" y="1311"/>
                  </a:cubicBezTo>
                  <a:cubicBezTo>
                    <a:pt x="746" y="1406"/>
                    <a:pt x="838" y="1475"/>
                    <a:pt x="956" y="1475"/>
                  </a:cubicBezTo>
                  <a:cubicBezTo>
                    <a:pt x="1014" y="1475"/>
                    <a:pt x="1073" y="1461"/>
                    <a:pt x="1129" y="1450"/>
                  </a:cubicBezTo>
                  <a:cubicBezTo>
                    <a:pt x="1176" y="1450"/>
                    <a:pt x="1213" y="1461"/>
                    <a:pt x="1199" y="1509"/>
                  </a:cubicBezTo>
                  <a:cubicBezTo>
                    <a:pt x="1129" y="1520"/>
                    <a:pt x="1048" y="1520"/>
                    <a:pt x="967" y="1531"/>
                  </a:cubicBezTo>
                  <a:cubicBezTo>
                    <a:pt x="875" y="1531"/>
                    <a:pt x="794" y="1509"/>
                    <a:pt x="710" y="1461"/>
                  </a:cubicBezTo>
                  <a:cubicBezTo>
                    <a:pt x="640" y="1428"/>
                    <a:pt x="570" y="1369"/>
                    <a:pt x="514" y="1322"/>
                  </a:cubicBezTo>
                  <a:cubicBezTo>
                    <a:pt x="467" y="1288"/>
                    <a:pt x="445" y="1241"/>
                    <a:pt x="467" y="1182"/>
                  </a:cubicBezTo>
                  <a:cubicBezTo>
                    <a:pt x="514" y="1090"/>
                    <a:pt x="537" y="987"/>
                    <a:pt x="478" y="880"/>
                  </a:cubicBezTo>
                  <a:cubicBezTo>
                    <a:pt x="467" y="880"/>
                    <a:pt x="478" y="869"/>
                    <a:pt x="478" y="847"/>
                  </a:cubicBezTo>
                  <a:close/>
                  <a:moveTo>
                    <a:pt x="1992" y="542"/>
                  </a:moveTo>
                  <a:cubicBezTo>
                    <a:pt x="2062" y="542"/>
                    <a:pt x="2096" y="568"/>
                    <a:pt x="2132" y="623"/>
                  </a:cubicBezTo>
                  <a:cubicBezTo>
                    <a:pt x="2154" y="671"/>
                    <a:pt x="2191" y="707"/>
                    <a:pt x="2224" y="752"/>
                  </a:cubicBezTo>
                  <a:cubicBezTo>
                    <a:pt x="2305" y="833"/>
                    <a:pt x="2316" y="880"/>
                    <a:pt x="2246" y="973"/>
                  </a:cubicBezTo>
                  <a:cubicBezTo>
                    <a:pt x="2213" y="1020"/>
                    <a:pt x="2177" y="1079"/>
                    <a:pt x="2143" y="1126"/>
                  </a:cubicBezTo>
                  <a:cubicBezTo>
                    <a:pt x="2143" y="1126"/>
                    <a:pt x="2132" y="1137"/>
                    <a:pt x="2121" y="1137"/>
                  </a:cubicBezTo>
                  <a:cubicBezTo>
                    <a:pt x="2107" y="1126"/>
                    <a:pt x="2107" y="1112"/>
                    <a:pt x="2096" y="1101"/>
                  </a:cubicBezTo>
                  <a:cubicBezTo>
                    <a:pt x="2084" y="1101"/>
                    <a:pt x="2073" y="1090"/>
                    <a:pt x="2062" y="1090"/>
                  </a:cubicBezTo>
                  <a:cubicBezTo>
                    <a:pt x="2062" y="1101"/>
                    <a:pt x="2051" y="1112"/>
                    <a:pt x="2051" y="1126"/>
                  </a:cubicBezTo>
                  <a:cubicBezTo>
                    <a:pt x="2051" y="1149"/>
                    <a:pt x="2051" y="1182"/>
                    <a:pt x="2062" y="1207"/>
                  </a:cubicBezTo>
                  <a:cubicBezTo>
                    <a:pt x="2096" y="1266"/>
                    <a:pt x="2062" y="1277"/>
                    <a:pt x="2026" y="1311"/>
                  </a:cubicBezTo>
                  <a:cubicBezTo>
                    <a:pt x="1981" y="1347"/>
                    <a:pt x="1934" y="1380"/>
                    <a:pt x="1886" y="1417"/>
                  </a:cubicBezTo>
                  <a:cubicBezTo>
                    <a:pt x="1853" y="1439"/>
                    <a:pt x="1816" y="1475"/>
                    <a:pt x="1772" y="1475"/>
                  </a:cubicBezTo>
                  <a:cubicBezTo>
                    <a:pt x="1643" y="1509"/>
                    <a:pt x="1503" y="1520"/>
                    <a:pt x="1375" y="1545"/>
                  </a:cubicBezTo>
                  <a:cubicBezTo>
                    <a:pt x="1316" y="1545"/>
                    <a:pt x="1283" y="1531"/>
                    <a:pt x="1257" y="1475"/>
                  </a:cubicBezTo>
                  <a:lnTo>
                    <a:pt x="1364" y="1475"/>
                  </a:lnTo>
                  <a:cubicBezTo>
                    <a:pt x="1433" y="1475"/>
                    <a:pt x="1467" y="1450"/>
                    <a:pt x="1492" y="1392"/>
                  </a:cubicBezTo>
                  <a:cubicBezTo>
                    <a:pt x="1515" y="1336"/>
                    <a:pt x="1537" y="1277"/>
                    <a:pt x="1562" y="1218"/>
                  </a:cubicBezTo>
                  <a:cubicBezTo>
                    <a:pt x="1571" y="1181"/>
                    <a:pt x="1636" y="1153"/>
                    <a:pt x="1681" y="1153"/>
                  </a:cubicBezTo>
                  <a:cubicBezTo>
                    <a:pt x="1694" y="1153"/>
                    <a:pt x="1705" y="1155"/>
                    <a:pt x="1713" y="1160"/>
                  </a:cubicBezTo>
                  <a:cubicBezTo>
                    <a:pt x="1773" y="1192"/>
                    <a:pt x="1828" y="1210"/>
                    <a:pt x="1877" y="1210"/>
                  </a:cubicBezTo>
                  <a:cubicBezTo>
                    <a:pt x="1951" y="1210"/>
                    <a:pt x="2013" y="1169"/>
                    <a:pt x="2062" y="1079"/>
                  </a:cubicBezTo>
                  <a:cubicBezTo>
                    <a:pt x="2096" y="1009"/>
                    <a:pt x="2121" y="950"/>
                    <a:pt x="2096" y="869"/>
                  </a:cubicBezTo>
                  <a:cubicBezTo>
                    <a:pt x="2084" y="858"/>
                    <a:pt x="2096" y="833"/>
                    <a:pt x="2096" y="811"/>
                  </a:cubicBezTo>
                  <a:cubicBezTo>
                    <a:pt x="2107" y="693"/>
                    <a:pt x="2096" y="671"/>
                    <a:pt x="1981" y="612"/>
                  </a:cubicBezTo>
                  <a:cubicBezTo>
                    <a:pt x="1992" y="590"/>
                    <a:pt x="1992" y="579"/>
                    <a:pt x="1992" y="542"/>
                  </a:cubicBezTo>
                  <a:close/>
                  <a:moveTo>
                    <a:pt x="350" y="601"/>
                  </a:moveTo>
                  <a:cubicBezTo>
                    <a:pt x="386" y="671"/>
                    <a:pt x="408" y="730"/>
                    <a:pt x="431" y="788"/>
                  </a:cubicBezTo>
                  <a:lnTo>
                    <a:pt x="431" y="822"/>
                  </a:lnTo>
                  <a:lnTo>
                    <a:pt x="431" y="950"/>
                  </a:lnTo>
                  <a:cubicBezTo>
                    <a:pt x="431" y="998"/>
                    <a:pt x="445" y="1042"/>
                    <a:pt x="431" y="1090"/>
                  </a:cubicBezTo>
                  <a:cubicBezTo>
                    <a:pt x="375" y="1252"/>
                    <a:pt x="386" y="1311"/>
                    <a:pt x="526" y="1417"/>
                  </a:cubicBezTo>
                  <a:cubicBezTo>
                    <a:pt x="595" y="1461"/>
                    <a:pt x="665" y="1509"/>
                    <a:pt x="746" y="1556"/>
                  </a:cubicBezTo>
                  <a:cubicBezTo>
                    <a:pt x="688" y="1590"/>
                    <a:pt x="632" y="1608"/>
                    <a:pt x="579" y="1608"/>
                  </a:cubicBezTo>
                  <a:cubicBezTo>
                    <a:pt x="504" y="1608"/>
                    <a:pt x="435" y="1573"/>
                    <a:pt x="375" y="1498"/>
                  </a:cubicBezTo>
                  <a:cubicBezTo>
                    <a:pt x="316" y="1428"/>
                    <a:pt x="257" y="1358"/>
                    <a:pt x="210" y="1288"/>
                  </a:cubicBezTo>
                  <a:cubicBezTo>
                    <a:pt x="165" y="1218"/>
                    <a:pt x="151" y="1149"/>
                    <a:pt x="129" y="1079"/>
                  </a:cubicBezTo>
                  <a:cubicBezTo>
                    <a:pt x="95" y="998"/>
                    <a:pt x="70" y="917"/>
                    <a:pt x="107" y="833"/>
                  </a:cubicBezTo>
                  <a:cubicBezTo>
                    <a:pt x="107" y="811"/>
                    <a:pt x="118" y="788"/>
                    <a:pt x="140" y="763"/>
                  </a:cubicBezTo>
                  <a:cubicBezTo>
                    <a:pt x="199" y="718"/>
                    <a:pt x="257" y="671"/>
                    <a:pt x="316" y="612"/>
                  </a:cubicBezTo>
                  <a:cubicBezTo>
                    <a:pt x="327" y="612"/>
                    <a:pt x="350" y="601"/>
                    <a:pt x="350" y="601"/>
                  </a:cubicBezTo>
                  <a:close/>
                  <a:moveTo>
                    <a:pt x="2341" y="973"/>
                  </a:moveTo>
                  <a:cubicBezTo>
                    <a:pt x="2364" y="1068"/>
                    <a:pt x="2411" y="1160"/>
                    <a:pt x="2422" y="1252"/>
                  </a:cubicBezTo>
                  <a:cubicBezTo>
                    <a:pt x="2422" y="1322"/>
                    <a:pt x="2364" y="1380"/>
                    <a:pt x="2294" y="1417"/>
                  </a:cubicBezTo>
                  <a:cubicBezTo>
                    <a:pt x="2202" y="1461"/>
                    <a:pt x="2143" y="1531"/>
                    <a:pt x="2084" y="1615"/>
                  </a:cubicBezTo>
                  <a:cubicBezTo>
                    <a:pt x="2037" y="1671"/>
                    <a:pt x="2026" y="1671"/>
                    <a:pt x="1967" y="1671"/>
                  </a:cubicBezTo>
                  <a:cubicBezTo>
                    <a:pt x="1967" y="1601"/>
                    <a:pt x="1956" y="1531"/>
                    <a:pt x="1956" y="1461"/>
                  </a:cubicBezTo>
                  <a:cubicBezTo>
                    <a:pt x="1945" y="1439"/>
                    <a:pt x="1956" y="1428"/>
                    <a:pt x="1967" y="1417"/>
                  </a:cubicBezTo>
                  <a:cubicBezTo>
                    <a:pt x="2003" y="1392"/>
                    <a:pt x="2026" y="1380"/>
                    <a:pt x="2062" y="1358"/>
                  </a:cubicBezTo>
                  <a:cubicBezTo>
                    <a:pt x="2084" y="1336"/>
                    <a:pt x="2132" y="1299"/>
                    <a:pt x="2132" y="1277"/>
                  </a:cubicBezTo>
                  <a:cubicBezTo>
                    <a:pt x="2165" y="1149"/>
                    <a:pt x="2272" y="1079"/>
                    <a:pt x="2316" y="973"/>
                  </a:cubicBezTo>
                  <a:close/>
                  <a:moveTo>
                    <a:pt x="1897" y="1520"/>
                  </a:moveTo>
                  <a:cubicBezTo>
                    <a:pt x="1922" y="1637"/>
                    <a:pt x="1875" y="1730"/>
                    <a:pt x="1758" y="1777"/>
                  </a:cubicBezTo>
                  <a:cubicBezTo>
                    <a:pt x="1702" y="1800"/>
                    <a:pt x="1643" y="1825"/>
                    <a:pt x="1584" y="1847"/>
                  </a:cubicBezTo>
                  <a:cubicBezTo>
                    <a:pt x="1558" y="1856"/>
                    <a:pt x="1533" y="1859"/>
                    <a:pt x="1509" y="1859"/>
                  </a:cubicBezTo>
                  <a:cubicBezTo>
                    <a:pt x="1470" y="1859"/>
                    <a:pt x="1433" y="1850"/>
                    <a:pt x="1397" y="1836"/>
                  </a:cubicBezTo>
                  <a:cubicBezTo>
                    <a:pt x="1305" y="1788"/>
                    <a:pt x="1213" y="1755"/>
                    <a:pt x="1118" y="1718"/>
                  </a:cubicBezTo>
                  <a:cubicBezTo>
                    <a:pt x="1048" y="1696"/>
                    <a:pt x="1014" y="1671"/>
                    <a:pt x="1003" y="1579"/>
                  </a:cubicBezTo>
                  <a:lnTo>
                    <a:pt x="1478" y="1579"/>
                  </a:lnTo>
                  <a:cubicBezTo>
                    <a:pt x="1537" y="1568"/>
                    <a:pt x="1596" y="1568"/>
                    <a:pt x="1654" y="1556"/>
                  </a:cubicBezTo>
                  <a:cubicBezTo>
                    <a:pt x="1735" y="1545"/>
                    <a:pt x="1816" y="1531"/>
                    <a:pt x="1897" y="1520"/>
                  </a:cubicBezTo>
                  <a:close/>
                  <a:moveTo>
                    <a:pt x="851" y="1581"/>
                  </a:moveTo>
                  <a:cubicBezTo>
                    <a:pt x="891" y="1581"/>
                    <a:pt x="926" y="1603"/>
                    <a:pt x="945" y="1637"/>
                  </a:cubicBezTo>
                  <a:cubicBezTo>
                    <a:pt x="967" y="1718"/>
                    <a:pt x="1026" y="1755"/>
                    <a:pt x="1095" y="1777"/>
                  </a:cubicBezTo>
                  <a:cubicBezTo>
                    <a:pt x="1188" y="1811"/>
                    <a:pt x="1283" y="1836"/>
                    <a:pt x="1364" y="1881"/>
                  </a:cubicBezTo>
                  <a:cubicBezTo>
                    <a:pt x="1413" y="1910"/>
                    <a:pt x="1463" y="1925"/>
                    <a:pt x="1515" y="1925"/>
                  </a:cubicBezTo>
                  <a:cubicBezTo>
                    <a:pt x="1548" y="1925"/>
                    <a:pt x="1582" y="1919"/>
                    <a:pt x="1618" y="1906"/>
                  </a:cubicBezTo>
                  <a:cubicBezTo>
                    <a:pt x="1677" y="1881"/>
                    <a:pt x="1735" y="1858"/>
                    <a:pt x="1794" y="1836"/>
                  </a:cubicBezTo>
                  <a:lnTo>
                    <a:pt x="1794" y="1836"/>
                  </a:lnTo>
                  <a:cubicBezTo>
                    <a:pt x="1816" y="1928"/>
                    <a:pt x="1794" y="1998"/>
                    <a:pt x="1702" y="2034"/>
                  </a:cubicBezTo>
                  <a:cubicBezTo>
                    <a:pt x="1665" y="2045"/>
                    <a:pt x="1654" y="2068"/>
                    <a:pt x="1618" y="2079"/>
                  </a:cubicBezTo>
                  <a:cubicBezTo>
                    <a:pt x="1578" y="2100"/>
                    <a:pt x="1542" y="2112"/>
                    <a:pt x="1503" y="2112"/>
                  </a:cubicBezTo>
                  <a:cubicBezTo>
                    <a:pt x="1475" y="2112"/>
                    <a:pt x="1444" y="2105"/>
                    <a:pt x="1408" y="2090"/>
                  </a:cubicBezTo>
                  <a:cubicBezTo>
                    <a:pt x="1316" y="2057"/>
                    <a:pt x="1224" y="2045"/>
                    <a:pt x="1129" y="2009"/>
                  </a:cubicBezTo>
                  <a:cubicBezTo>
                    <a:pt x="1073" y="1987"/>
                    <a:pt x="1003" y="1976"/>
                    <a:pt x="933" y="1939"/>
                  </a:cubicBezTo>
                  <a:cubicBezTo>
                    <a:pt x="864" y="1906"/>
                    <a:pt x="805" y="1847"/>
                    <a:pt x="735" y="1800"/>
                  </a:cubicBezTo>
                  <a:cubicBezTo>
                    <a:pt x="710" y="1777"/>
                    <a:pt x="676" y="1741"/>
                    <a:pt x="665" y="1718"/>
                  </a:cubicBezTo>
                  <a:cubicBezTo>
                    <a:pt x="640" y="1685"/>
                    <a:pt x="654" y="1660"/>
                    <a:pt x="699" y="1637"/>
                  </a:cubicBezTo>
                  <a:cubicBezTo>
                    <a:pt x="735" y="1626"/>
                    <a:pt x="769" y="1615"/>
                    <a:pt x="805" y="1590"/>
                  </a:cubicBezTo>
                  <a:cubicBezTo>
                    <a:pt x="820" y="1584"/>
                    <a:pt x="836" y="1581"/>
                    <a:pt x="851" y="1581"/>
                  </a:cubicBezTo>
                  <a:close/>
                  <a:moveTo>
                    <a:pt x="1061" y="1"/>
                  </a:moveTo>
                  <a:cubicBezTo>
                    <a:pt x="949" y="1"/>
                    <a:pt x="839" y="42"/>
                    <a:pt x="735" y="101"/>
                  </a:cubicBezTo>
                  <a:cubicBezTo>
                    <a:pt x="710" y="112"/>
                    <a:pt x="688" y="160"/>
                    <a:pt x="665" y="193"/>
                  </a:cubicBezTo>
                  <a:cubicBezTo>
                    <a:pt x="640" y="218"/>
                    <a:pt x="640" y="241"/>
                    <a:pt x="618" y="252"/>
                  </a:cubicBezTo>
                  <a:cubicBezTo>
                    <a:pt x="559" y="310"/>
                    <a:pt x="467" y="344"/>
                    <a:pt x="431" y="403"/>
                  </a:cubicBezTo>
                  <a:cubicBezTo>
                    <a:pt x="386" y="484"/>
                    <a:pt x="338" y="554"/>
                    <a:pt x="269" y="590"/>
                  </a:cubicBezTo>
                  <a:cubicBezTo>
                    <a:pt x="221" y="612"/>
                    <a:pt x="199" y="660"/>
                    <a:pt x="165" y="682"/>
                  </a:cubicBezTo>
                  <a:cubicBezTo>
                    <a:pt x="48" y="752"/>
                    <a:pt x="0" y="869"/>
                    <a:pt x="37" y="998"/>
                  </a:cubicBezTo>
                  <a:cubicBezTo>
                    <a:pt x="81" y="1182"/>
                    <a:pt x="151" y="1347"/>
                    <a:pt x="280" y="1487"/>
                  </a:cubicBezTo>
                  <a:cubicBezTo>
                    <a:pt x="365" y="1569"/>
                    <a:pt x="430" y="1664"/>
                    <a:pt x="552" y="1664"/>
                  </a:cubicBezTo>
                  <a:cubicBezTo>
                    <a:pt x="566" y="1664"/>
                    <a:pt x="580" y="1662"/>
                    <a:pt x="595" y="1660"/>
                  </a:cubicBezTo>
                  <a:cubicBezTo>
                    <a:pt x="595" y="1766"/>
                    <a:pt x="654" y="1811"/>
                    <a:pt x="724" y="1869"/>
                  </a:cubicBezTo>
                  <a:cubicBezTo>
                    <a:pt x="769" y="1894"/>
                    <a:pt x="816" y="1928"/>
                    <a:pt x="864" y="1964"/>
                  </a:cubicBezTo>
                  <a:cubicBezTo>
                    <a:pt x="945" y="2020"/>
                    <a:pt x="1026" y="2057"/>
                    <a:pt x="1118" y="2079"/>
                  </a:cubicBezTo>
                  <a:cubicBezTo>
                    <a:pt x="1213" y="2090"/>
                    <a:pt x="1294" y="2115"/>
                    <a:pt x="1386" y="2149"/>
                  </a:cubicBezTo>
                  <a:cubicBezTo>
                    <a:pt x="1424" y="2166"/>
                    <a:pt x="1465" y="2175"/>
                    <a:pt x="1506" y="2175"/>
                  </a:cubicBezTo>
                  <a:cubicBezTo>
                    <a:pt x="1553" y="2175"/>
                    <a:pt x="1600" y="2163"/>
                    <a:pt x="1643" y="2138"/>
                  </a:cubicBezTo>
                  <a:cubicBezTo>
                    <a:pt x="1677" y="2126"/>
                    <a:pt x="1702" y="2090"/>
                    <a:pt x="1735" y="2079"/>
                  </a:cubicBezTo>
                  <a:cubicBezTo>
                    <a:pt x="1841" y="2034"/>
                    <a:pt x="1864" y="1950"/>
                    <a:pt x="1864" y="1847"/>
                  </a:cubicBezTo>
                  <a:cubicBezTo>
                    <a:pt x="1853" y="1777"/>
                    <a:pt x="1886" y="1741"/>
                    <a:pt x="1956" y="1741"/>
                  </a:cubicBezTo>
                  <a:cubicBezTo>
                    <a:pt x="2037" y="1741"/>
                    <a:pt x="2084" y="1707"/>
                    <a:pt x="2132" y="1649"/>
                  </a:cubicBezTo>
                  <a:cubicBezTo>
                    <a:pt x="2177" y="1568"/>
                    <a:pt x="2246" y="1509"/>
                    <a:pt x="2330" y="1461"/>
                  </a:cubicBezTo>
                  <a:cubicBezTo>
                    <a:pt x="2434" y="1417"/>
                    <a:pt x="2515" y="1288"/>
                    <a:pt x="2481" y="1207"/>
                  </a:cubicBezTo>
                  <a:cubicBezTo>
                    <a:pt x="2445" y="1101"/>
                    <a:pt x="2445" y="998"/>
                    <a:pt x="2353" y="928"/>
                  </a:cubicBezTo>
                  <a:lnTo>
                    <a:pt x="2353" y="903"/>
                  </a:lnTo>
                  <a:cubicBezTo>
                    <a:pt x="2364" y="811"/>
                    <a:pt x="2305" y="752"/>
                    <a:pt x="2246" y="682"/>
                  </a:cubicBezTo>
                  <a:cubicBezTo>
                    <a:pt x="2177" y="601"/>
                    <a:pt x="2096" y="509"/>
                    <a:pt x="2084" y="392"/>
                  </a:cubicBezTo>
                  <a:cubicBezTo>
                    <a:pt x="2073" y="241"/>
                    <a:pt x="1945" y="148"/>
                    <a:pt x="1805" y="123"/>
                  </a:cubicBezTo>
                  <a:cubicBezTo>
                    <a:pt x="1702" y="101"/>
                    <a:pt x="1607" y="90"/>
                    <a:pt x="1503" y="90"/>
                  </a:cubicBezTo>
                  <a:cubicBezTo>
                    <a:pt x="1408" y="90"/>
                    <a:pt x="1327" y="79"/>
                    <a:pt x="1246" y="42"/>
                  </a:cubicBezTo>
                  <a:cubicBezTo>
                    <a:pt x="1185" y="13"/>
                    <a:pt x="1122" y="1"/>
                    <a:pt x="1061" y="1"/>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2" name="Google Shape;1832;p43"/>
            <p:cNvSpPr/>
            <p:nvPr/>
          </p:nvSpPr>
          <p:spPr>
            <a:xfrm>
              <a:off x="6299263" y="3589418"/>
              <a:ext cx="154011" cy="69966"/>
            </a:xfrm>
            <a:custGeom>
              <a:avLst/>
              <a:gdLst/>
              <a:ahLst/>
              <a:cxnLst/>
              <a:rect l="l" t="t" r="r" b="b"/>
              <a:pathLst>
                <a:path w="1083" h="492" extrusionOk="0">
                  <a:moveTo>
                    <a:pt x="1" y="0"/>
                  </a:moveTo>
                  <a:cubicBezTo>
                    <a:pt x="23" y="59"/>
                    <a:pt x="35" y="118"/>
                    <a:pt x="60" y="162"/>
                  </a:cubicBezTo>
                  <a:cubicBezTo>
                    <a:pt x="104" y="232"/>
                    <a:pt x="163" y="291"/>
                    <a:pt x="211" y="350"/>
                  </a:cubicBezTo>
                  <a:cubicBezTo>
                    <a:pt x="269" y="419"/>
                    <a:pt x="328" y="442"/>
                    <a:pt x="409" y="442"/>
                  </a:cubicBezTo>
                  <a:cubicBezTo>
                    <a:pt x="468" y="456"/>
                    <a:pt x="523" y="442"/>
                    <a:pt x="571" y="467"/>
                  </a:cubicBezTo>
                  <a:cubicBezTo>
                    <a:pt x="624" y="484"/>
                    <a:pt x="675" y="491"/>
                    <a:pt x="725" y="491"/>
                  </a:cubicBezTo>
                  <a:cubicBezTo>
                    <a:pt x="808" y="491"/>
                    <a:pt x="888" y="471"/>
                    <a:pt x="968" y="442"/>
                  </a:cubicBezTo>
                  <a:cubicBezTo>
                    <a:pt x="1060" y="419"/>
                    <a:pt x="1082" y="372"/>
                    <a:pt x="1082" y="257"/>
                  </a:cubicBezTo>
                  <a:lnTo>
                    <a:pt x="1082" y="257"/>
                  </a:lnTo>
                  <a:cubicBezTo>
                    <a:pt x="990" y="269"/>
                    <a:pt x="909" y="269"/>
                    <a:pt x="828" y="291"/>
                  </a:cubicBezTo>
                  <a:cubicBezTo>
                    <a:pt x="789" y="301"/>
                    <a:pt x="757" y="306"/>
                    <a:pt x="728" y="306"/>
                  </a:cubicBezTo>
                  <a:cubicBezTo>
                    <a:pt x="655" y="306"/>
                    <a:pt x="610" y="270"/>
                    <a:pt x="560" y="187"/>
                  </a:cubicBezTo>
                  <a:cubicBezTo>
                    <a:pt x="549" y="176"/>
                    <a:pt x="537" y="151"/>
                    <a:pt x="512" y="140"/>
                  </a:cubicBezTo>
                  <a:cubicBezTo>
                    <a:pt x="490" y="118"/>
                    <a:pt x="468" y="106"/>
                    <a:pt x="442" y="106"/>
                  </a:cubicBezTo>
                  <a:cubicBezTo>
                    <a:pt x="398" y="93"/>
                    <a:pt x="350" y="93"/>
                    <a:pt x="303" y="70"/>
                  </a:cubicBezTo>
                  <a:cubicBezTo>
                    <a:pt x="269" y="59"/>
                    <a:pt x="104" y="0"/>
                    <a:pt x="71"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3" name="Google Shape;1833;p43"/>
            <p:cNvSpPr/>
            <p:nvPr/>
          </p:nvSpPr>
          <p:spPr>
            <a:xfrm>
              <a:off x="6246504" y="3437254"/>
              <a:ext cx="79636" cy="143487"/>
            </a:xfrm>
            <a:custGeom>
              <a:avLst/>
              <a:gdLst/>
              <a:ahLst/>
              <a:cxnLst/>
              <a:rect l="l" t="t" r="r" b="b"/>
              <a:pathLst>
                <a:path w="560" h="1009" extrusionOk="0">
                  <a:moveTo>
                    <a:pt x="280" y="0"/>
                  </a:moveTo>
                  <a:cubicBezTo>
                    <a:pt x="196" y="34"/>
                    <a:pt x="126" y="81"/>
                    <a:pt x="56" y="129"/>
                  </a:cubicBezTo>
                  <a:cubicBezTo>
                    <a:pt x="34" y="140"/>
                    <a:pt x="12" y="185"/>
                    <a:pt x="12" y="210"/>
                  </a:cubicBezTo>
                  <a:cubicBezTo>
                    <a:pt x="0" y="280"/>
                    <a:pt x="0" y="350"/>
                    <a:pt x="12" y="419"/>
                  </a:cubicBezTo>
                  <a:cubicBezTo>
                    <a:pt x="34" y="500"/>
                    <a:pt x="70" y="570"/>
                    <a:pt x="70" y="640"/>
                  </a:cubicBezTo>
                  <a:cubicBezTo>
                    <a:pt x="93" y="791"/>
                    <a:pt x="185" y="872"/>
                    <a:pt x="302" y="953"/>
                  </a:cubicBezTo>
                  <a:cubicBezTo>
                    <a:pt x="346" y="983"/>
                    <a:pt x="395" y="1008"/>
                    <a:pt x="451" y="1008"/>
                  </a:cubicBezTo>
                  <a:cubicBezTo>
                    <a:pt x="484" y="1008"/>
                    <a:pt x="520" y="1000"/>
                    <a:pt x="559" y="978"/>
                  </a:cubicBezTo>
                  <a:cubicBezTo>
                    <a:pt x="431" y="872"/>
                    <a:pt x="372" y="732"/>
                    <a:pt x="324" y="593"/>
                  </a:cubicBezTo>
                  <a:cubicBezTo>
                    <a:pt x="291" y="500"/>
                    <a:pt x="255" y="431"/>
                    <a:pt x="350" y="350"/>
                  </a:cubicBezTo>
                  <a:cubicBezTo>
                    <a:pt x="243" y="243"/>
                    <a:pt x="196" y="140"/>
                    <a:pt x="291"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4" name="Google Shape;1834;p43"/>
            <p:cNvSpPr/>
            <p:nvPr/>
          </p:nvSpPr>
          <p:spPr>
            <a:xfrm>
              <a:off x="6322443" y="3450337"/>
              <a:ext cx="97839" cy="114619"/>
            </a:xfrm>
            <a:custGeom>
              <a:avLst/>
              <a:gdLst/>
              <a:ahLst/>
              <a:cxnLst/>
              <a:rect l="l" t="t" r="r" b="b"/>
              <a:pathLst>
                <a:path w="688" h="806" extrusionOk="0">
                  <a:moveTo>
                    <a:pt x="140" y="1"/>
                  </a:moveTo>
                  <a:cubicBezTo>
                    <a:pt x="36" y="23"/>
                    <a:pt x="25" y="37"/>
                    <a:pt x="25" y="129"/>
                  </a:cubicBezTo>
                  <a:cubicBezTo>
                    <a:pt x="11" y="163"/>
                    <a:pt x="0" y="199"/>
                    <a:pt x="0" y="246"/>
                  </a:cubicBezTo>
                  <a:cubicBezTo>
                    <a:pt x="11" y="280"/>
                    <a:pt x="11" y="327"/>
                    <a:pt x="25" y="361"/>
                  </a:cubicBezTo>
                  <a:cubicBezTo>
                    <a:pt x="70" y="456"/>
                    <a:pt x="117" y="548"/>
                    <a:pt x="165" y="629"/>
                  </a:cubicBezTo>
                  <a:cubicBezTo>
                    <a:pt x="235" y="746"/>
                    <a:pt x="316" y="805"/>
                    <a:pt x="444" y="805"/>
                  </a:cubicBezTo>
                  <a:cubicBezTo>
                    <a:pt x="500" y="805"/>
                    <a:pt x="548" y="805"/>
                    <a:pt x="606" y="791"/>
                  </a:cubicBezTo>
                  <a:cubicBezTo>
                    <a:pt x="629" y="791"/>
                    <a:pt x="665" y="769"/>
                    <a:pt x="687" y="758"/>
                  </a:cubicBezTo>
                  <a:lnTo>
                    <a:pt x="687" y="735"/>
                  </a:lnTo>
                  <a:cubicBezTo>
                    <a:pt x="654" y="735"/>
                    <a:pt x="617" y="721"/>
                    <a:pt x="570" y="710"/>
                  </a:cubicBezTo>
                  <a:cubicBezTo>
                    <a:pt x="467" y="688"/>
                    <a:pt x="430" y="640"/>
                    <a:pt x="444" y="537"/>
                  </a:cubicBezTo>
                  <a:lnTo>
                    <a:pt x="444" y="420"/>
                  </a:lnTo>
                  <a:cubicBezTo>
                    <a:pt x="268" y="408"/>
                    <a:pt x="151" y="232"/>
                    <a:pt x="140"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5" name="Google Shape;1835;p43"/>
            <p:cNvSpPr/>
            <p:nvPr/>
          </p:nvSpPr>
          <p:spPr>
            <a:xfrm>
              <a:off x="6435214" y="3589418"/>
              <a:ext cx="125711" cy="82480"/>
            </a:xfrm>
            <a:custGeom>
              <a:avLst/>
              <a:gdLst/>
              <a:ahLst/>
              <a:cxnLst/>
              <a:rect l="l" t="t" r="r" b="b"/>
              <a:pathLst>
                <a:path w="884" h="580" extrusionOk="0">
                  <a:moveTo>
                    <a:pt x="825" y="0"/>
                  </a:moveTo>
                  <a:cubicBezTo>
                    <a:pt x="826" y="3"/>
                    <a:pt x="827" y="6"/>
                    <a:pt x="828" y="8"/>
                  </a:cubicBezTo>
                  <a:lnTo>
                    <a:pt x="828" y="8"/>
                  </a:lnTo>
                  <a:cubicBezTo>
                    <a:pt x="832" y="6"/>
                    <a:pt x="835" y="3"/>
                    <a:pt x="839" y="0"/>
                  </a:cubicBezTo>
                  <a:close/>
                  <a:moveTo>
                    <a:pt x="828" y="8"/>
                  </a:moveTo>
                  <a:lnTo>
                    <a:pt x="828" y="8"/>
                  </a:lnTo>
                  <a:cubicBezTo>
                    <a:pt x="786" y="42"/>
                    <a:pt x="752" y="74"/>
                    <a:pt x="721" y="118"/>
                  </a:cubicBezTo>
                  <a:cubicBezTo>
                    <a:pt x="674" y="151"/>
                    <a:pt x="629" y="176"/>
                    <a:pt x="570" y="176"/>
                  </a:cubicBezTo>
                  <a:cubicBezTo>
                    <a:pt x="545" y="170"/>
                    <a:pt x="517" y="163"/>
                    <a:pt x="491" y="163"/>
                  </a:cubicBezTo>
                  <a:cubicBezTo>
                    <a:pt x="457" y="163"/>
                    <a:pt x="426" y="175"/>
                    <a:pt x="406" y="221"/>
                  </a:cubicBezTo>
                  <a:cubicBezTo>
                    <a:pt x="394" y="232"/>
                    <a:pt x="372" y="232"/>
                    <a:pt x="361" y="246"/>
                  </a:cubicBezTo>
                  <a:cubicBezTo>
                    <a:pt x="302" y="257"/>
                    <a:pt x="255" y="269"/>
                    <a:pt x="185" y="280"/>
                  </a:cubicBezTo>
                  <a:cubicBezTo>
                    <a:pt x="196" y="397"/>
                    <a:pt x="126" y="489"/>
                    <a:pt x="0" y="512"/>
                  </a:cubicBezTo>
                  <a:cubicBezTo>
                    <a:pt x="53" y="559"/>
                    <a:pt x="106" y="580"/>
                    <a:pt x="159" y="580"/>
                  </a:cubicBezTo>
                  <a:cubicBezTo>
                    <a:pt x="199" y="580"/>
                    <a:pt x="239" y="568"/>
                    <a:pt x="280" y="548"/>
                  </a:cubicBezTo>
                  <a:cubicBezTo>
                    <a:pt x="361" y="512"/>
                    <a:pt x="453" y="489"/>
                    <a:pt x="534" y="467"/>
                  </a:cubicBezTo>
                  <a:cubicBezTo>
                    <a:pt x="570" y="442"/>
                    <a:pt x="615" y="431"/>
                    <a:pt x="629" y="397"/>
                  </a:cubicBezTo>
                  <a:cubicBezTo>
                    <a:pt x="685" y="327"/>
                    <a:pt x="744" y="269"/>
                    <a:pt x="825" y="232"/>
                  </a:cubicBezTo>
                  <a:cubicBezTo>
                    <a:pt x="883" y="221"/>
                    <a:pt x="883" y="187"/>
                    <a:pt x="872" y="140"/>
                  </a:cubicBezTo>
                  <a:cubicBezTo>
                    <a:pt x="851" y="95"/>
                    <a:pt x="850" y="53"/>
                    <a:pt x="828" y="8"/>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6" name="Google Shape;1836;p43"/>
            <p:cNvSpPr/>
            <p:nvPr/>
          </p:nvSpPr>
          <p:spPr>
            <a:xfrm>
              <a:off x="6383592" y="3532250"/>
              <a:ext cx="131258" cy="61860"/>
            </a:xfrm>
            <a:custGeom>
              <a:avLst/>
              <a:gdLst/>
              <a:ahLst/>
              <a:cxnLst/>
              <a:rect l="l" t="t" r="r" b="b"/>
              <a:pathLst>
                <a:path w="923" h="435" extrusionOk="0">
                  <a:moveTo>
                    <a:pt x="833" y="1"/>
                  </a:moveTo>
                  <a:cubicBezTo>
                    <a:pt x="817" y="1"/>
                    <a:pt x="797" y="6"/>
                    <a:pt x="782" y="6"/>
                  </a:cubicBezTo>
                  <a:cubicBezTo>
                    <a:pt x="713" y="53"/>
                    <a:pt x="629" y="101"/>
                    <a:pt x="559" y="134"/>
                  </a:cubicBezTo>
                  <a:cubicBezTo>
                    <a:pt x="514" y="159"/>
                    <a:pt x="467" y="182"/>
                    <a:pt x="419" y="182"/>
                  </a:cubicBezTo>
                  <a:cubicBezTo>
                    <a:pt x="363" y="182"/>
                    <a:pt x="316" y="193"/>
                    <a:pt x="268" y="240"/>
                  </a:cubicBezTo>
                  <a:cubicBezTo>
                    <a:pt x="257" y="263"/>
                    <a:pt x="210" y="274"/>
                    <a:pt x="176" y="274"/>
                  </a:cubicBezTo>
                  <a:cubicBezTo>
                    <a:pt x="118" y="285"/>
                    <a:pt x="59" y="285"/>
                    <a:pt x="0" y="285"/>
                  </a:cubicBezTo>
                  <a:cubicBezTo>
                    <a:pt x="14" y="310"/>
                    <a:pt x="14" y="310"/>
                    <a:pt x="14" y="321"/>
                  </a:cubicBezTo>
                  <a:cubicBezTo>
                    <a:pt x="87" y="395"/>
                    <a:pt x="173" y="434"/>
                    <a:pt x="267" y="434"/>
                  </a:cubicBezTo>
                  <a:cubicBezTo>
                    <a:pt x="305" y="434"/>
                    <a:pt x="345" y="427"/>
                    <a:pt x="386" y="413"/>
                  </a:cubicBezTo>
                  <a:cubicBezTo>
                    <a:pt x="537" y="380"/>
                    <a:pt x="699" y="332"/>
                    <a:pt x="852" y="299"/>
                  </a:cubicBezTo>
                  <a:cubicBezTo>
                    <a:pt x="863" y="285"/>
                    <a:pt x="886" y="274"/>
                    <a:pt x="886" y="251"/>
                  </a:cubicBezTo>
                  <a:cubicBezTo>
                    <a:pt x="897" y="204"/>
                    <a:pt x="908" y="159"/>
                    <a:pt x="908" y="101"/>
                  </a:cubicBezTo>
                  <a:cubicBezTo>
                    <a:pt x="922" y="53"/>
                    <a:pt x="886" y="20"/>
                    <a:pt x="852" y="6"/>
                  </a:cubicBezTo>
                  <a:cubicBezTo>
                    <a:pt x="848" y="2"/>
                    <a:pt x="841" y="1"/>
                    <a:pt x="833"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7" name="Google Shape;1837;p43"/>
            <p:cNvSpPr/>
            <p:nvPr/>
          </p:nvSpPr>
          <p:spPr>
            <a:xfrm>
              <a:off x="6287744" y="3380797"/>
              <a:ext cx="78072" cy="114619"/>
            </a:xfrm>
            <a:custGeom>
              <a:avLst/>
              <a:gdLst/>
              <a:ahLst/>
              <a:cxnLst/>
              <a:rect l="l" t="t" r="r" b="b"/>
              <a:pathLst>
                <a:path w="549" h="806" extrusionOk="0">
                  <a:moveTo>
                    <a:pt x="442" y="1"/>
                  </a:moveTo>
                  <a:cubicBezTo>
                    <a:pt x="361" y="48"/>
                    <a:pt x="280" y="93"/>
                    <a:pt x="185" y="140"/>
                  </a:cubicBezTo>
                  <a:cubicBezTo>
                    <a:pt x="174" y="152"/>
                    <a:pt x="174" y="188"/>
                    <a:pt x="163" y="199"/>
                  </a:cubicBezTo>
                  <a:cubicBezTo>
                    <a:pt x="129" y="280"/>
                    <a:pt x="93" y="361"/>
                    <a:pt x="46" y="431"/>
                  </a:cubicBezTo>
                  <a:cubicBezTo>
                    <a:pt x="1" y="526"/>
                    <a:pt x="1" y="582"/>
                    <a:pt x="71" y="666"/>
                  </a:cubicBezTo>
                  <a:cubicBezTo>
                    <a:pt x="93" y="710"/>
                    <a:pt x="129" y="747"/>
                    <a:pt x="174" y="805"/>
                  </a:cubicBezTo>
                  <a:cubicBezTo>
                    <a:pt x="185" y="721"/>
                    <a:pt x="199" y="640"/>
                    <a:pt x="210" y="571"/>
                  </a:cubicBezTo>
                  <a:cubicBezTo>
                    <a:pt x="222" y="512"/>
                    <a:pt x="233" y="478"/>
                    <a:pt x="280" y="456"/>
                  </a:cubicBezTo>
                  <a:cubicBezTo>
                    <a:pt x="361" y="431"/>
                    <a:pt x="409" y="397"/>
                    <a:pt x="420" y="316"/>
                  </a:cubicBezTo>
                  <a:cubicBezTo>
                    <a:pt x="431" y="302"/>
                    <a:pt x="442" y="280"/>
                    <a:pt x="454" y="269"/>
                  </a:cubicBezTo>
                  <a:cubicBezTo>
                    <a:pt x="490" y="221"/>
                    <a:pt x="523" y="177"/>
                    <a:pt x="535" y="118"/>
                  </a:cubicBezTo>
                  <a:cubicBezTo>
                    <a:pt x="549" y="93"/>
                    <a:pt x="535" y="59"/>
                    <a:pt x="512" y="37"/>
                  </a:cubicBezTo>
                  <a:cubicBezTo>
                    <a:pt x="501" y="12"/>
                    <a:pt x="465" y="1"/>
                    <a:pt x="442"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8" name="Google Shape;1838;p43"/>
            <p:cNvSpPr/>
            <p:nvPr/>
          </p:nvSpPr>
          <p:spPr>
            <a:xfrm>
              <a:off x="6349036" y="3394165"/>
              <a:ext cx="76365" cy="105945"/>
            </a:xfrm>
            <a:custGeom>
              <a:avLst/>
              <a:gdLst/>
              <a:ahLst/>
              <a:cxnLst/>
              <a:rect l="l" t="t" r="r" b="b"/>
              <a:pathLst>
                <a:path w="537" h="745" extrusionOk="0">
                  <a:moveTo>
                    <a:pt x="244" y="1"/>
                  </a:moveTo>
                  <a:cubicBezTo>
                    <a:pt x="205" y="1"/>
                    <a:pt x="187" y="21"/>
                    <a:pt x="162" y="69"/>
                  </a:cubicBezTo>
                  <a:cubicBezTo>
                    <a:pt x="129" y="116"/>
                    <a:pt x="118" y="164"/>
                    <a:pt x="81" y="208"/>
                  </a:cubicBezTo>
                  <a:cubicBezTo>
                    <a:pt x="0" y="303"/>
                    <a:pt x="0" y="418"/>
                    <a:pt x="34" y="535"/>
                  </a:cubicBezTo>
                  <a:cubicBezTo>
                    <a:pt x="59" y="627"/>
                    <a:pt x="140" y="686"/>
                    <a:pt x="221" y="745"/>
                  </a:cubicBezTo>
                  <a:cubicBezTo>
                    <a:pt x="187" y="664"/>
                    <a:pt x="173" y="583"/>
                    <a:pt x="210" y="513"/>
                  </a:cubicBezTo>
                  <a:cubicBezTo>
                    <a:pt x="243" y="432"/>
                    <a:pt x="291" y="348"/>
                    <a:pt x="338" y="267"/>
                  </a:cubicBezTo>
                  <a:cubicBezTo>
                    <a:pt x="349" y="245"/>
                    <a:pt x="372" y="234"/>
                    <a:pt x="397" y="234"/>
                  </a:cubicBezTo>
                  <a:cubicBezTo>
                    <a:pt x="453" y="234"/>
                    <a:pt x="489" y="186"/>
                    <a:pt x="500" y="139"/>
                  </a:cubicBezTo>
                  <a:cubicBezTo>
                    <a:pt x="500" y="127"/>
                    <a:pt x="511" y="116"/>
                    <a:pt x="511" y="105"/>
                  </a:cubicBezTo>
                  <a:cubicBezTo>
                    <a:pt x="523" y="83"/>
                    <a:pt x="537" y="46"/>
                    <a:pt x="523" y="46"/>
                  </a:cubicBezTo>
                  <a:cubicBezTo>
                    <a:pt x="500" y="35"/>
                    <a:pt x="478" y="24"/>
                    <a:pt x="453" y="24"/>
                  </a:cubicBezTo>
                  <a:cubicBezTo>
                    <a:pt x="430" y="18"/>
                    <a:pt x="407" y="18"/>
                    <a:pt x="384" y="18"/>
                  </a:cubicBezTo>
                  <a:cubicBezTo>
                    <a:pt x="361" y="18"/>
                    <a:pt x="337" y="18"/>
                    <a:pt x="313" y="13"/>
                  </a:cubicBezTo>
                  <a:cubicBezTo>
                    <a:pt x="284" y="5"/>
                    <a:pt x="262" y="1"/>
                    <a:pt x="244"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9" name="Google Shape;1839;p43"/>
            <p:cNvSpPr/>
            <p:nvPr/>
          </p:nvSpPr>
          <p:spPr>
            <a:xfrm>
              <a:off x="6504753" y="3436543"/>
              <a:ext cx="46217" cy="116468"/>
            </a:xfrm>
            <a:custGeom>
              <a:avLst/>
              <a:gdLst/>
              <a:ahLst/>
              <a:cxnLst/>
              <a:rect l="l" t="t" r="r" b="b"/>
              <a:pathLst>
                <a:path w="325" h="819" extrusionOk="0">
                  <a:moveTo>
                    <a:pt x="142" y="0"/>
                  </a:moveTo>
                  <a:cubicBezTo>
                    <a:pt x="119" y="0"/>
                    <a:pt x="92" y="10"/>
                    <a:pt x="56" y="28"/>
                  </a:cubicBezTo>
                  <a:cubicBezTo>
                    <a:pt x="81" y="120"/>
                    <a:pt x="93" y="204"/>
                    <a:pt x="115" y="285"/>
                  </a:cubicBezTo>
                  <a:cubicBezTo>
                    <a:pt x="151" y="399"/>
                    <a:pt x="140" y="436"/>
                    <a:pt x="34" y="505"/>
                  </a:cubicBezTo>
                  <a:cubicBezTo>
                    <a:pt x="11" y="528"/>
                    <a:pt x="0" y="598"/>
                    <a:pt x="34" y="623"/>
                  </a:cubicBezTo>
                  <a:cubicBezTo>
                    <a:pt x="104" y="667"/>
                    <a:pt x="140" y="726"/>
                    <a:pt x="115" y="818"/>
                  </a:cubicBezTo>
                  <a:cubicBezTo>
                    <a:pt x="210" y="785"/>
                    <a:pt x="280" y="726"/>
                    <a:pt x="313" y="656"/>
                  </a:cubicBezTo>
                  <a:cubicBezTo>
                    <a:pt x="324" y="634"/>
                    <a:pt x="324" y="598"/>
                    <a:pt x="324" y="575"/>
                  </a:cubicBezTo>
                  <a:cubicBezTo>
                    <a:pt x="324" y="483"/>
                    <a:pt x="313" y="399"/>
                    <a:pt x="313" y="318"/>
                  </a:cubicBezTo>
                  <a:cubicBezTo>
                    <a:pt x="324" y="274"/>
                    <a:pt x="324" y="226"/>
                    <a:pt x="291" y="179"/>
                  </a:cubicBezTo>
                  <a:cubicBezTo>
                    <a:pt x="266" y="156"/>
                    <a:pt x="255" y="109"/>
                    <a:pt x="232" y="75"/>
                  </a:cubicBezTo>
                  <a:cubicBezTo>
                    <a:pt x="203" y="25"/>
                    <a:pt x="179" y="0"/>
                    <a:pt x="142"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0" name="Google Shape;1840;p43"/>
            <p:cNvSpPr/>
            <p:nvPr/>
          </p:nvSpPr>
          <p:spPr>
            <a:xfrm>
              <a:off x="6393547" y="3506794"/>
              <a:ext cx="104523" cy="42947"/>
            </a:xfrm>
            <a:custGeom>
              <a:avLst/>
              <a:gdLst/>
              <a:ahLst/>
              <a:cxnLst/>
              <a:rect l="l" t="t" r="r" b="b"/>
              <a:pathLst>
                <a:path w="735" h="302" extrusionOk="0">
                  <a:moveTo>
                    <a:pt x="467" y="0"/>
                  </a:moveTo>
                  <a:cubicBezTo>
                    <a:pt x="415" y="58"/>
                    <a:pt x="370" y="87"/>
                    <a:pt x="290" y="87"/>
                  </a:cubicBezTo>
                  <a:cubicBezTo>
                    <a:pt x="227" y="87"/>
                    <a:pt x="142" y="69"/>
                    <a:pt x="14" y="34"/>
                  </a:cubicBezTo>
                  <a:cubicBezTo>
                    <a:pt x="0" y="81"/>
                    <a:pt x="0" y="115"/>
                    <a:pt x="0" y="162"/>
                  </a:cubicBezTo>
                  <a:cubicBezTo>
                    <a:pt x="0" y="210"/>
                    <a:pt x="14" y="243"/>
                    <a:pt x="70" y="254"/>
                  </a:cubicBezTo>
                  <a:cubicBezTo>
                    <a:pt x="129" y="254"/>
                    <a:pt x="187" y="280"/>
                    <a:pt x="235" y="291"/>
                  </a:cubicBezTo>
                  <a:cubicBezTo>
                    <a:pt x="261" y="298"/>
                    <a:pt x="287" y="302"/>
                    <a:pt x="312" y="302"/>
                  </a:cubicBezTo>
                  <a:cubicBezTo>
                    <a:pt x="363" y="302"/>
                    <a:pt x="412" y="286"/>
                    <a:pt x="467" y="254"/>
                  </a:cubicBezTo>
                  <a:cubicBezTo>
                    <a:pt x="525" y="221"/>
                    <a:pt x="595" y="185"/>
                    <a:pt x="665" y="151"/>
                  </a:cubicBezTo>
                  <a:cubicBezTo>
                    <a:pt x="699" y="129"/>
                    <a:pt x="735" y="104"/>
                    <a:pt x="735" y="59"/>
                  </a:cubicBezTo>
                  <a:cubicBezTo>
                    <a:pt x="643" y="34"/>
                    <a:pt x="559" y="23"/>
                    <a:pt x="467"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1" name="Google Shape;1841;p43"/>
            <p:cNvSpPr/>
            <p:nvPr/>
          </p:nvSpPr>
          <p:spPr>
            <a:xfrm>
              <a:off x="6294143" y="3498404"/>
              <a:ext cx="86320" cy="96701"/>
            </a:xfrm>
            <a:custGeom>
              <a:avLst/>
              <a:gdLst/>
              <a:ahLst/>
              <a:cxnLst/>
              <a:rect l="l" t="t" r="r" b="b"/>
              <a:pathLst>
                <a:path w="607" h="680" extrusionOk="0">
                  <a:moveTo>
                    <a:pt x="26" y="1"/>
                  </a:moveTo>
                  <a:cubicBezTo>
                    <a:pt x="1" y="12"/>
                    <a:pt x="1" y="48"/>
                    <a:pt x="26" y="93"/>
                  </a:cubicBezTo>
                  <a:cubicBezTo>
                    <a:pt x="48" y="140"/>
                    <a:pt x="59" y="188"/>
                    <a:pt x="84" y="244"/>
                  </a:cubicBezTo>
                  <a:cubicBezTo>
                    <a:pt x="107" y="302"/>
                    <a:pt x="129" y="361"/>
                    <a:pt x="165" y="408"/>
                  </a:cubicBezTo>
                  <a:cubicBezTo>
                    <a:pt x="210" y="467"/>
                    <a:pt x="269" y="523"/>
                    <a:pt x="305" y="582"/>
                  </a:cubicBezTo>
                  <a:cubicBezTo>
                    <a:pt x="350" y="647"/>
                    <a:pt x="407" y="679"/>
                    <a:pt x="466" y="679"/>
                  </a:cubicBezTo>
                  <a:cubicBezTo>
                    <a:pt x="513" y="679"/>
                    <a:pt x="561" y="659"/>
                    <a:pt x="607" y="618"/>
                  </a:cubicBezTo>
                  <a:cubicBezTo>
                    <a:pt x="573" y="559"/>
                    <a:pt x="537" y="512"/>
                    <a:pt x="467" y="478"/>
                  </a:cubicBezTo>
                  <a:cubicBezTo>
                    <a:pt x="386" y="453"/>
                    <a:pt x="339" y="383"/>
                    <a:pt x="305" y="302"/>
                  </a:cubicBezTo>
                  <a:cubicBezTo>
                    <a:pt x="269" y="232"/>
                    <a:pt x="247" y="174"/>
                    <a:pt x="210" y="118"/>
                  </a:cubicBezTo>
                  <a:cubicBezTo>
                    <a:pt x="199" y="104"/>
                    <a:pt x="188" y="93"/>
                    <a:pt x="177" y="82"/>
                  </a:cubicBezTo>
                  <a:cubicBezTo>
                    <a:pt x="129" y="48"/>
                    <a:pt x="84" y="23"/>
                    <a:pt x="26"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2" name="Google Shape;1842;p43"/>
            <p:cNvSpPr/>
            <p:nvPr/>
          </p:nvSpPr>
          <p:spPr>
            <a:xfrm>
              <a:off x="6461380" y="3422180"/>
              <a:ext cx="55745" cy="82338"/>
            </a:xfrm>
            <a:custGeom>
              <a:avLst/>
              <a:gdLst/>
              <a:ahLst/>
              <a:cxnLst/>
              <a:rect l="l" t="t" r="r" b="b"/>
              <a:pathLst>
                <a:path w="392" h="579" extrusionOk="0">
                  <a:moveTo>
                    <a:pt x="222" y="0"/>
                  </a:moveTo>
                  <a:cubicBezTo>
                    <a:pt x="129" y="0"/>
                    <a:pt x="82" y="59"/>
                    <a:pt x="48" y="118"/>
                  </a:cubicBezTo>
                  <a:cubicBezTo>
                    <a:pt x="1" y="176"/>
                    <a:pt x="12" y="235"/>
                    <a:pt x="82" y="257"/>
                  </a:cubicBezTo>
                  <a:cubicBezTo>
                    <a:pt x="188" y="316"/>
                    <a:pt x="247" y="456"/>
                    <a:pt x="96" y="537"/>
                  </a:cubicBezTo>
                  <a:lnTo>
                    <a:pt x="82" y="548"/>
                  </a:lnTo>
                  <a:cubicBezTo>
                    <a:pt x="118" y="559"/>
                    <a:pt x="140" y="570"/>
                    <a:pt x="177" y="570"/>
                  </a:cubicBezTo>
                  <a:cubicBezTo>
                    <a:pt x="199" y="576"/>
                    <a:pt x="220" y="579"/>
                    <a:pt x="240" y="579"/>
                  </a:cubicBezTo>
                  <a:cubicBezTo>
                    <a:pt x="340" y="579"/>
                    <a:pt x="392" y="503"/>
                    <a:pt x="361" y="386"/>
                  </a:cubicBezTo>
                  <a:cubicBezTo>
                    <a:pt x="328" y="268"/>
                    <a:pt x="316" y="165"/>
                    <a:pt x="291" y="48"/>
                  </a:cubicBezTo>
                  <a:cubicBezTo>
                    <a:pt x="280" y="0"/>
                    <a:pt x="258" y="0"/>
                    <a:pt x="222"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3" name="Google Shape;1843;p43"/>
            <p:cNvSpPr/>
            <p:nvPr/>
          </p:nvSpPr>
          <p:spPr>
            <a:xfrm>
              <a:off x="6497928" y="3526561"/>
              <a:ext cx="78072" cy="78641"/>
            </a:xfrm>
            <a:custGeom>
              <a:avLst/>
              <a:gdLst/>
              <a:ahLst/>
              <a:cxnLst/>
              <a:rect l="l" t="t" r="r" b="b"/>
              <a:pathLst>
                <a:path w="549" h="553" extrusionOk="0">
                  <a:moveTo>
                    <a:pt x="442" y="1"/>
                  </a:moveTo>
                  <a:cubicBezTo>
                    <a:pt x="398" y="115"/>
                    <a:pt x="314" y="199"/>
                    <a:pt x="199" y="244"/>
                  </a:cubicBezTo>
                  <a:cubicBezTo>
                    <a:pt x="163" y="255"/>
                    <a:pt x="152" y="269"/>
                    <a:pt x="141" y="314"/>
                  </a:cubicBezTo>
                  <a:cubicBezTo>
                    <a:pt x="141" y="339"/>
                    <a:pt x="104" y="361"/>
                    <a:pt x="82" y="384"/>
                  </a:cubicBezTo>
                  <a:cubicBezTo>
                    <a:pt x="59" y="395"/>
                    <a:pt x="34" y="395"/>
                    <a:pt x="1" y="409"/>
                  </a:cubicBezTo>
                  <a:lnTo>
                    <a:pt x="1" y="501"/>
                  </a:lnTo>
                  <a:cubicBezTo>
                    <a:pt x="1" y="512"/>
                    <a:pt x="12" y="535"/>
                    <a:pt x="23" y="535"/>
                  </a:cubicBezTo>
                  <a:cubicBezTo>
                    <a:pt x="43" y="547"/>
                    <a:pt x="69" y="553"/>
                    <a:pt x="96" y="553"/>
                  </a:cubicBezTo>
                  <a:cubicBezTo>
                    <a:pt x="149" y="553"/>
                    <a:pt x="207" y="532"/>
                    <a:pt x="244" y="501"/>
                  </a:cubicBezTo>
                  <a:cubicBezTo>
                    <a:pt x="291" y="442"/>
                    <a:pt x="350" y="384"/>
                    <a:pt x="409" y="350"/>
                  </a:cubicBezTo>
                  <a:cubicBezTo>
                    <a:pt x="501" y="291"/>
                    <a:pt x="548" y="115"/>
                    <a:pt x="479" y="34"/>
                  </a:cubicBezTo>
                  <a:lnTo>
                    <a:pt x="442" y="1"/>
                  </a:ln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4" name="Google Shape;1844;p43"/>
            <p:cNvSpPr/>
            <p:nvPr/>
          </p:nvSpPr>
          <p:spPr>
            <a:xfrm>
              <a:off x="6377193" y="3586147"/>
              <a:ext cx="114193" cy="38254"/>
            </a:xfrm>
            <a:custGeom>
              <a:avLst/>
              <a:gdLst/>
              <a:ahLst/>
              <a:cxnLst/>
              <a:rect l="l" t="t" r="r" b="b"/>
              <a:pathLst>
                <a:path w="803" h="269" extrusionOk="0">
                  <a:moveTo>
                    <a:pt x="791" y="1"/>
                  </a:moveTo>
                  <a:lnTo>
                    <a:pt x="791" y="1"/>
                  </a:lnTo>
                  <a:cubicBezTo>
                    <a:pt x="688" y="23"/>
                    <a:pt x="593" y="60"/>
                    <a:pt x="489" y="82"/>
                  </a:cubicBezTo>
                  <a:cubicBezTo>
                    <a:pt x="434" y="104"/>
                    <a:pt x="378" y="116"/>
                    <a:pt x="324" y="116"/>
                  </a:cubicBezTo>
                  <a:cubicBezTo>
                    <a:pt x="264" y="116"/>
                    <a:pt x="206" y="102"/>
                    <a:pt x="151" y="71"/>
                  </a:cubicBezTo>
                  <a:cubicBezTo>
                    <a:pt x="127" y="62"/>
                    <a:pt x="106" y="58"/>
                    <a:pt x="88" y="58"/>
                  </a:cubicBezTo>
                  <a:cubicBezTo>
                    <a:pt x="55" y="58"/>
                    <a:pt x="29" y="71"/>
                    <a:pt x="1" y="93"/>
                  </a:cubicBezTo>
                  <a:cubicBezTo>
                    <a:pt x="23" y="129"/>
                    <a:pt x="34" y="152"/>
                    <a:pt x="59" y="174"/>
                  </a:cubicBezTo>
                  <a:cubicBezTo>
                    <a:pt x="97" y="246"/>
                    <a:pt x="120" y="269"/>
                    <a:pt x="167" y="269"/>
                  </a:cubicBezTo>
                  <a:cubicBezTo>
                    <a:pt x="189" y="269"/>
                    <a:pt x="217" y="263"/>
                    <a:pt x="255" y="255"/>
                  </a:cubicBezTo>
                  <a:cubicBezTo>
                    <a:pt x="339" y="233"/>
                    <a:pt x="420" y="233"/>
                    <a:pt x="512" y="222"/>
                  </a:cubicBezTo>
                  <a:cubicBezTo>
                    <a:pt x="582" y="222"/>
                    <a:pt x="651" y="222"/>
                    <a:pt x="721" y="210"/>
                  </a:cubicBezTo>
                  <a:cubicBezTo>
                    <a:pt x="769" y="210"/>
                    <a:pt x="802" y="185"/>
                    <a:pt x="791" y="129"/>
                  </a:cubicBezTo>
                  <a:cubicBezTo>
                    <a:pt x="780" y="93"/>
                    <a:pt x="791" y="46"/>
                    <a:pt x="791"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43"/>
            <p:cNvSpPr/>
            <p:nvPr/>
          </p:nvSpPr>
          <p:spPr>
            <a:xfrm>
              <a:off x="6378757" y="3458728"/>
              <a:ext cx="102674" cy="51337"/>
            </a:xfrm>
            <a:custGeom>
              <a:avLst/>
              <a:gdLst/>
              <a:ahLst/>
              <a:cxnLst/>
              <a:rect l="l" t="t" r="r" b="b"/>
              <a:pathLst>
                <a:path w="722" h="361" extrusionOk="0">
                  <a:moveTo>
                    <a:pt x="93" y="0"/>
                  </a:moveTo>
                  <a:lnTo>
                    <a:pt x="93" y="0"/>
                  </a:lnTo>
                  <a:cubicBezTo>
                    <a:pt x="1" y="173"/>
                    <a:pt x="48" y="302"/>
                    <a:pt x="221" y="338"/>
                  </a:cubicBezTo>
                  <a:cubicBezTo>
                    <a:pt x="280" y="349"/>
                    <a:pt x="339" y="361"/>
                    <a:pt x="397" y="361"/>
                  </a:cubicBezTo>
                  <a:cubicBezTo>
                    <a:pt x="467" y="361"/>
                    <a:pt x="512" y="327"/>
                    <a:pt x="537" y="257"/>
                  </a:cubicBezTo>
                  <a:lnTo>
                    <a:pt x="571" y="257"/>
                  </a:lnTo>
                  <a:cubicBezTo>
                    <a:pt x="629" y="232"/>
                    <a:pt x="699" y="221"/>
                    <a:pt x="710" y="162"/>
                  </a:cubicBezTo>
                  <a:cubicBezTo>
                    <a:pt x="721" y="104"/>
                    <a:pt x="677" y="81"/>
                    <a:pt x="629" y="59"/>
                  </a:cubicBezTo>
                  <a:cubicBezTo>
                    <a:pt x="578" y="139"/>
                    <a:pt x="550" y="174"/>
                    <a:pt x="507" y="174"/>
                  </a:cubicBezTo>
                  <a:cubicBezTo>
                    <a:pt x="482" y="174"/>
                    <a:pt x="451" y="162"/>
                    <a:pt x="409" y="140"/>
                  </a:cubicBezTo>
                  <a:cubicBezTo>
                    <a:pt x="383" y="210"/>
                    <a:pt x="328" y="243"/>
                    <a:pt x="258" y="243"/>
                  </a:cubicBezTo>
                  <a:cubicBezTo>
                    <a:pt x="188" y="232"/>
                    <a:pt x="152" y="187"/>
                    <a:pt x="129" y="118"/>
                  </a:cubicBezTo>
                  <a:cubicBezTo>
                    <a:pt x="118" y="81"/>
                    <a:pt x="104" y="48"/>
                    <a:pt x="93"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43"/>
            <p:cNvSpPr/>
            <p:nvPr/>
          </p:nvSpPr>
          <p:spPr>
            <a:xfrm>
              <a:off x="6398666" y="3380797"/>
              <a:ext cx="100967" cy="39960"/>
            </a:xfrm>
            <a:custGeom>
              <a:avLst/>
              <a:gdLst/>
              <a:ahLst/>
              <a:cxnLst/>
              <a:rect l="l" t="t" r="r" b="b"/>
              <a:pathLst>
                <a:path w="710" h="281" extrusionOk="0">
                  <a:moveTo>
                    <a:pt x="257" y="1"/>
                  </a:moveTo>
                  <a:cubicBezTo>
                    <a:pt x="199" y="1"/>
                    <a:pt x="129" y="12"/>
                    <a:pt x="70" y="12"/>
                  </a:cubicBezTo>
                  <a:cubicBezTo>
                    <a:pt x="48" y="12"/>
                    <a:pt x="23" y="23"/>
                    <a:pt x="0" y="37"/>
                  </a:cubicBezTo>
                  <a:lnTo>
                    <a:pt x="0" y="59"/>
                  </a:lnTo>
                  <a:lnTo>
                    <a:pt x="23" y="59"/>
                  </a:lnTo>
                  <a:cubicBezTo>
                    <a:pt x="45" y="59"/>
                    <a:pt x="67" y="58"/>
                    <a:pt x="87" y="58"/>
                  </a:cubicBezTo>
                  <a:cubicBezTo>
                    <a:pt x="141" y="58"/>
                    <a:pt x="190" y="64"/>
                    <a:pt x="232" y="107"/>
                  </a:cubicBezTo>
                  <a:cubicBezTo>
                    <a:pt x="236" y="111"/>
                    <a:pt x="241" y="112"/>
                    <a:pt x="247" y="112"/>
                  </a:cubicBezTo>
                  <a:cubicBezTo>
                    <a:pt x="259" y="112"/>
                    <a:pt x="272" y="107"/>
                    <a:pt x="280" y="107"/>
                  </a:cubicBezTo>
                  <a:cubicBezTo>
                    <a:pt x="291" y="106"/>
                    <a:pt x="301" y="105"/>
                    <a:pt x="311" y="105"/>
                  </a:cubicBezTo>
                  <a:cubicBezTo>
                    <a:pt x="422" y="105"/>
                    <a:pt x="491" y="173"/>
                    <a:pt x="512" y="280"/>
                  </a:cubicBezTo>
                  <a:cubicBezTo>
                    <a:pt x="570" y="258"/>
                    <a:pt x="640" y="233"/>
                    <a:pt x="699" y="221"/>
                  </a:cubicBezTo>
                  <a:cubicBezTo>
                    <a:pt x="710" y="152"/>
                    <a:pt x="676" y="82"/>
                    <a:pt x="607" y="59"/>
                  </a:cubicBezTo>
                  <a:cubicBezTo>
                    <a:pt x="489" y="23"/>
                    <a:pt x="372" y="12"/>
                    <a:pt x="257" y="1"/>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43"/>
            <p:cNvSpPr/>
            <p:nvPr/>
          </p:nvSpPr>
          <p:spPr>
            <a:xfrm>
              <a:off x="6398666" y="3433699"/>
              <a:ext cx="29864" cy="51764"/>
            </a:xfrm>
            <a:custGeom>
              <a:avLst/>
              <a:gdLst/>
              <a:ahLst/>
              <a:cxnLst/>
              <a:rect l="l" t="t" r="r" b="b"/>
              <a:pathLst>
                <a:path w="210" h="364" extrusionOk="0">
                  <a:moveTo>
                    <a:pt x="70" y="0"/>
                  </a:moveTo>
                  <a:cubicBezTo>
                    <a:pt x="34" y="0"/>
                    <a:pt x="0" y="37"/>
                    <a:pt x="0" y="84"/>
                  </a:cubicBezTo>
                  <a:cubicBezTo>
                    <a:pt x="12" y="165"/>
                    <a:pt x="34" y="246"/>
                    <a:pt x="59" y="316"/>
                  </a:cubicBezTo>
                  <a:cubicBezTo>
                    <a:pt x="70" y="338"/>
                    <a:pt x="129" y="363"/>
                    <a:pt x="151" y="363"/>
                  </a:cubicBezTo>
                  <a:cubicBezTo>
                    <a:pt x="174" y="349"/>
                    <a:pt x="210" y="316"/>
                    <a:pt x="210" y="294"/>
                  </a:cubicBezTo>
                  <a:cubicBezTo>
                    <a:pt x="199" y="246"/>
                    <a:pt x="174" y="210"/>
                    <a:pt x="162" y="165"/>
                  </a:cubicBezTo>
                  <a:cubicBezTo>
                    <a:pt x="129" y="118"/>
                    <a:pt x="104" y="59"/>
                    <a:pt x="70"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43"/>
            <p:cNvSpPr/>
            <p:nvPr/>
          </p:nvSpPr>
          <p:spPr>
            <a:xfrm>
              <a:off x="6420140" y="3403409"/>
              <a:ext cx="44938" cy="40387"/>
            </a:xfrm>
            <a:custGeom>
              <a:avLst/>
              <a:gdLst/>
              <a:ahLst/>
              <a:cxnLst/>
              <a:rect l="l" t="t" r="r" b="b"/>
              <a:pathLst>
                <a:path w="316" h="284" extrusionOk="0">
                  <a:moveTo>
                    <a:pt x="149" y="0"/>
                  </a:moveTo>
                  <a:cubicBezTo>
                    <a:pt x="111" y="0"/>
                    <a:pt x="82" y="26"/>
                    <a:pt x="59" y="74"/>
                  </a:cubicBezTo>
                  <a:cubicBezTo>
                    <a:pt x="37" y="121"/>
                    <a:pt x="11" y="180"/>
                    <a:pt x="0" y="227"/>
                  </a:cubicBezTo>
                  <a:cubicBezTo>
                    <a:pt x="0" y="250"/>
                    <a:pt x="11" y="272"/>
                    <a:pt x="11" y="283"/>
                  </a:cubicBezTo>
                  <a:cubicBezTo>
                    <a:pt x="48" y="238"/>
                    <a:pt x="70" y="180"/>
                    <a:pt x="118" y="157"/>
                  </a:cubicBezTo>
                  <a:cubicBezTo>
                    <a:pt x="130" y="149"/>
                    <a:pt x="142" y="145"/>
                    <a:pt x="152" y="145"/>
                  </a:cubicBezTo>
                  <a:cubicBezTo>
                    <a:pt x="197" y="145"/>
                    <a:pt x="221" y="218"/>
                    <a:pt x="268" y="238"/>
                  </a:cubicBezTo>
                  <a:cubicBezTo>
                    <a:pt x="280" y="213"/>
                    <a:pt x="291" y="191"/>
                    <a:pt x="291" y="169"/>
                  </a:cubicBezTo>
                  <a:cubicBezTo>
                    <a:pt x="316" y="87"/>
                    <a:pt x="291" y="40"/>
                    <a:pt x="210" y="18"/>
                  </a:cubicBezTo>
                  <a:cubicBezTo>
                    <a:pt x="187" y="6"/>
                    <a:pt x="167" y="0"/>
                    <a:pt x="149"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43"/>
            <p:cNvSpPr/>
            <p:nvPr/>
          </p:nvSpPr>
          <p:spPr>
            <a:xfrm>
              <a:off x="6430094" y="3433841"/>
              <a:ext cx="29864" cy="41667"/>
            </a:xfrm>
            <a:custGeom>
              <a:avLst/>
              <a:gdLst/>
              <a:ahLst/>
              <a:cxnLst/>
              <a:rect l="l" t="t" r="r" b="b"/>
              <a:pathLst>
                <a:path w="210" h="293" extrusionOk="0">
                  <a:moveTo>
                    <a:pt x="61" y="0"/>
                  </a:moveTo>
                  <a:cubicBezTo>
                    <a:pt x="45" y="0"/>
                    <a:pt x="32" y="17"/>
                    <a:pt x="11" y="58"/>
                  </a:cubicBezTo>
                  <a:cubicBezTo>
                    <a:pt x="11" y="69"/>
                    <a:pt x="0" y="105"/>
                    <a:pt x="11" y="128"/>
                  </a:cubicBezTo>
                  <a:cubicBezTo>
                    <a:pt x="22" y="175"/>
                    <a:pt x="48" y="209"/>
                    <a:pt x="70" y="234"/>
                  </a:cubicBezTo>
                  <a:cubicBezTo>
                    <a:pt x="92" y="256"/>
                    <a:pt x="129" y="267"/>
                    <a:pt x="151" y="293"/>
                  </a:cubicBezTo>
                  <a:cubicBezTo>
                    <a:pt x="162" y="256"/>
                    <a:pt x="198" y="234"/>
                    <a:pt x="198" y="198"/>
                  </a:cubicBezTo>
                  <a:cubicBezTo>
                    <a:pt x="210" y="128"/>
                    <a:pt x="162" y="69"/>
                    <a:pt x="106" y="24"/>
                  </a:cubicBezTo>
                  <a:cubicBezTo>
                    <a:pt x="86" y="9"/>
                    <a:pt x="73" y="0"/>
                    <a:pt x="61" y="0"/>
                  </a:cubicBezTo>
                  <a:close/>
                </a:path>
              </a:pathLst>
            </a:custGeom>
            <a:solidFill>
              <a:srgbClr val="F3B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43"/>
            <p:cNvSpPr/>
            <p:nvPr/>
          </p:nvSpPr>
          <p:spPr>
            <a:xfrm>
              <a:off x="6234558" y="3371980"/>
              <a:ext cx="352959" cy="308590"/>
            </a:xfrm>
            <a:custGeom>
              <a:avLst/>
              <a:gdLst/>
              <a:ahLst/>
              <a:cxnLst/>
              <a:rect l="l" t="t" r="r" b="b"/>
              <a:pathLst>
                <a:path w="2482" h="2170" extrusionOk="0">
                  <a:moveTo>
                    <a:pt x="1411" y="63"/>
                  </a:moveTo>
                  <a:cubicBezTo>
                    <a:pt x="1526" y="74"/>
                    <a:pt x="1643" y="85"/>
                    <a:pt x="1761" y="121"/>
                  </a:cubicBezTo>
                  <a:cubicBezTo>
                    <a:pt x="1830" y="144"/>
                    <a:pt x="1864" y="214"/>
                    <a:pt x="1853" y="283"/>
                  </a:cubicBezTo>
                  <a:cubicBezTo>
                    <a:pt x="1794" y="295"/>
                    <a:pt x="1724" y="320"/>
                    <a:pt x="1666" y="342"/>
                  </a:cubicBezTo>
                  <a:cubicBezTo>
                    <a:pt x="1645" y="235"/>
                    <a:pt x="1576" y="167"/>
                    <a:pt x="1465" y="167"/>
                  </a:cubicBezTo>
                  <a:cubicBezTo>
                    <a:pt x="1455" y="167"/>
                    <a:pt x="1445" y="168"/>
                    <a:pt x="1434" y="169"/>
                  </a:cubicBezTo>
                  <a:cubicBezTo>
                    <a:pt x="1426" y="169"/>
                    <a:pt x="1413" y="174"/>
                    <a:pt x="1401" y="174"/>
                  </a:cubicBezTo>
                  <a:cubicBezTo>
                    <a:pt x="1395" y="174"/>
                    <a:pt x="1390" y="173"/>
                    <a:pt x="1386" y="169"/>
                  </a:cubicBezTo>
                  <a:cubicBezTo>
                    <a:pt x="1344" y="126"/>
                    <a:pt x="1295" y="120"/>
                    <a:pt x="1241" y="120"/>
                  </a:cubicBezTo>
                  <a:cubicBezTo>
                    <a:pt x="1221" y="120"/>
                    <a:pt x="1199" y="121"/>
                    <a:pt x="1177" y="121"/>
                  </a:cubicBezTo>
                  <a:lnTo>
                    <a:pt x="1154" y="121"/>
                  </a:lnTo>
                  <a:lnTo>
                    <a:pt x="1154" y="99"/>
                  </a:lnTo>
                  <a:cubicBezTo>
                    <a:pt x="1177" y="85"/>
                    <a:pt x="1202" y="74"/>
                    <a:pt x="1224" y="74"/>
                  </a:cubicBezTo>
                  <a:cubicBezTo>
                    <a:pt x="1283" y="74"/>
                    <a:pt x="1353" y="63"/>
                    <a:pt x="1411" y="63"/>
                  </a:cubicBezTo>
                  <a:close/>
                  <a:moveTo>
                    <a:pt x="1454" y="221"/>
                  </a:moveTo>
                  <a:cubicBezTo>
                    <a:pt x="1472" y="221"/>
                    <a:pt x="1492" y="227"/>
                    <a:pt x="1515" y="239"/>
                  </a:cubicBezTo>
                  <a:cubicBezTo>
                    <a:pt x="1596" y="261"/>
                    <a:pt x="1621" y="308"/>
                    <a:pt x="1596" y="390"/>
                  </a:cubicBezTo>
                  <a:cubicBezTo>
                    <a:pt x="1596" y="412"/>
                    <a:pt x="1585" y="434"/>
                    <a:pt x="1573" y="459"/>
                  </a:cubicBezTo>
                  <a:cubicBezTo>
                    <a:pt x="1526" y="439"/>
                    <a:pt x="1502" y="366"/>
                    <a:pt x="1457" y="366"/>
                  </a:cubicBezTo>
                  <a:cubicBezTo>
                    <a:pt x="1447" y="366"/>
                    <a:pt x="1435" y="370"/>
                    <a:pt x="1423" y="378"/>
                  </a:cubicBezTo>
                  <a:cubicBezTo>
                    <a:pt x="1375" y="401"/>
                    <a:pt x="1353" y="459"/>
                    <a:pt x="1316" y="504"/>
                  </a:cubicBezTo>
                  <a:cubicBezTo>
                    <a:pt x="1316" y="493"/>
                    <a:pt x="1305" y="471"/>
                    <a:pt x="1305" y="448"/>
                  </a:cubicBezTo>
                  <a:cubicBezTo>
                    <a:pt x="1316" y="401"/>
                    <a:pt x="1342" y="342"/>
                    <a:pt x="1364" y="295"/>
                  </a:cubicBezTo>
                  <a:cubicBezTo>
                    <a:pt x="1387" y="247"/>
                    <a:pt x="1416" y="221"/>
                    <a:pt x="1454" y="221"/>
                  </a:cubicBezTo>
                  <a:close/>
                  <a:moveTo>
                    <a:pt x="1436" y="435"/>
                  </a:moveTo>
                  <a:cubicBezTo>
                    <a:pt x="1448" y="435"/>
                    <a:pt x="1461" y="444"/>
                    <a:pt x="1481" y="459"/>
                  </a:cubicBezTo>
                  <a:cubicBezTo>
                    <a:pt x="1537" y="504"/>
                    <a:pt x="1585" y="563"/>
                    <a:pt x="1573" y="633"/>
                  </a:cubicBezTo>
                  <a:cubicBezTo>
                    <a:pt x="1573" y="669"/>
                    <a:pt x="1537" y="691"/>
                    <a:pt x="1526" y="728"/>
                  </a:cubicBezTo>
                  <a:cubicBezTo>
                    <a:pt x="1504" y="702"/>
                    <a:pt x="1467" y="691"/>
                    <a:pt x="1445" y="669"/>
                  </a:cubicBezTo>
                  <a:cubicBezTo>
                    <a:pt x="1423" y="644"/>
                    <a:pt x="1397" y="610"/>
                    <a:pt x="1386" y="563"/>
                  </a:cubicBezTo>
                  <a:cubicBezTo>
                    <a:pt x="1375" y="540"/>
                    <a:pt x="1386" y="504"/>
                    <a:pt x="1386" y="493"/>
                  </a:cubicBezTo>
                  <a:cubicBezTo>
                    <a:pt x="1407" y="452"/>
                    <a:pt x="1420" y="435"/>
                    <a:pt x="1436" y="435"/>
                  </a:cubicBezTo>
                  <a:close/>
                  <a:moveTo>
                    <a:pt x="1224" y="434"/>
                  </a:moveTo>
                  <a:cubicBezTo>
                    <a:pt x="1258" y="493"/>
                    <a:pt x="1283" y="552"/>
                    <a:pt x="1316" y="599"/>
                  </a:cubicBezTo>
                  <a:cubicBezTo>
                    <a:pt x="1328" y="644"/>
                    <a:pt x="1353" y="680"/>
                    <a:pt x="1364" y="728"/>
                  </a:cubicBezTo>
                  <a:cubicBezTo>
                    <a:pt x="1364" y="750"/>
                    <a:pt x="1328" y="783"/>
                    <a:pt x="1305" y="797"/>
                  </a:cubicBezTo>
                  <a:cubicBezTo>
                    <a:pt x="1283" y="797"/>
                    <a:pt x="1224" y="772"/>
                    <a:pt x="1213" y="750"/>
                  </a:cubicBezTo>
                  <a:cubicBezTo>
                    <a:pt x="1188" y="680"/>
                    <a:pt x="1166" y="599"/>
                    <a:pt x="1154" y="518"/>
                  </a:cubicBezTo>
                  <a:cubicBezTo>
                    <a:pt x="1154" y="471"/>
                    <a:pt x="1188" y="434"/>
                    <a:pt x="1224" y="434"/>
                  </a:cubicBezTo>
                  <a:close/>
                  <a:moveTo>
                    <a:pt x="816" y="63"/>
                  </a:moveTo>
                  <a:cubicBezTo>
                    <a:pt x="839" y="63"/>
                    <a:pt x="875" y="74"/>
                    <a:pt x="886" y="99"/>
                  </a:cubicBezTo>
                  <a:cubicBezTo>
                    <a:pt x="909" y="121"/>
                    <a:pt x="923" y="155"/>
                    <a:pt x="909" y="180"/>
                  </a:cubicBezTo>
                  <a:cubicBezTo>
                    <a:pt x="897" y="239"/>
                    <a:pt x="864" y="283"/>
                    <a:pt x="828" y="331"/>
                  </a:cubicBezTo>
                  <a:cubicBezTo>
                    <a:pt x="816" y="342"/>
                    <a:pt x="805" y="364"/>
                    <a:pt x="794" y="378"/>
                  </a:cubicBezTo>
                  <a:cubicBezTo>
                    <a:pt x="783" y="459"/>
                    <a:pt x="735" y="493"/>
                    <a:pt x="654" y="518"/>
                  </a:cubicBezTo>
                  <a:cubicBezTo>
                    <a:pt x="607" y="540"/>
                    <a:pt x="596" y="574"/>
                    <a:pt x="584" y="633"/>
                  </a:cubicBezTo>
                  <a:cubicBezTo>
                    <a:pt x="573" y="702"/>
                    <a:pt x="559" y="783"/>
                    <a:pt x="548" y="867"/>
                  </a:cubicBezTo>
                  <a:cubicBezTo>
                    <a:pt x="503" y="809"/>
                    <a:pt x="467" y="772"/>
                    <a:pt x="445" y="728"/>
                  </a:cubicBezTo>
                  <a:cubicBezTo>
                    <a:pt x="375" y="644"/>
                    <a:pt x="375" y="588"/>
                    <a:pt x="420" y="493"/>
                  </a:cubicBezTo>
                  <a:cubicBezTo>
                    <a:pt x="467" y="423"/>
                    <a:pt x="503" y="342"/>
                    <a:pt x="537" y="261"/>
                  </a:cubicBezTo>
                  <a:cubicBezTo>
                    <a:pt x="548" y="250"/>
                    <a:pt x="548" y="214"/>
                    <a:pt x="559" y="202"/>
                  </a:cubicBezTo>
                  <a:cubicBezTo>
                    <a:pt x="654" y="155"/>
                    <a:pt x="735" y="110"/>
                    <a:pt x="816" y="63"/>
                  </a:cubicBezTo>
                  <a:close/>
                  <a:moveTo>
                    <a:pt x="1049" y="157"/>
                  </a:moveTo>
                  <a:cubicBezTo>
                    <a:pt x="1067" y="157"/>
                    <a:pt x="1089" y="161"/>
                    <a:pt x="1118" y="169"/>
                  </a:cubicBezTo>
                  <a:cubicBezTo>
                    <a:pt x="1142" y="174"/>
                    <a:pt x="1166" y="174"/>
                    <a:pt x="1189" y="174"/>
                  </a:cubicBezTo>
                  <a:cubicBezTo>
                    <a:pt x="1212" y="174"/>
                    <a:pt x="1235" y="174"/>
                    <a:pt x="1258" y="180"/>
                  </a:cubicBezTo>
                  <a:cubicBezTo>
                    <a:pt x="1283" y="180"/>
                    <a:pt x="1305" y="191"/>
                    <a:pt x="1328" y="202"/>
                  </a:cubicBezTo>
                  <a:cubicBezTo>
                    <a:pt x="1342" y="202"/>
                    <a:pt x="1328" y="239"/>
                    <a:pt x="1316" y="261"/>
                  </a:cubicBezTo>
                  <a:cubicBezTo>
                    <a:pt x="1316" y="272"/>
                    <a:pt x="1305" y="283"/>
                    <a:pt x="1305" y="295"/>
                  </a:cubicBezTo>
                  <a:cubicBezTo>
                    <a:pt x="1294" y="342"/>
                    <a:pt x="1258" y="390"/>
                    <a:pt x="1202" y="390"/>
                  </a:cubicBezTo>
                  <a:cubicBezTo>
                    <a:pt x="1177" y="390"/>
                    <a:pt x="1154" y="401"/>
                    <a:pt x="1143" y="423"/>
                  </a:cubicBezTo>
                  <a:cubicBezTo>
                    <a:pt x="1096" y="504"/>
                    <a:pt x="1048" y="588"/>
                    <a:pt x="1015" y="669"/>
                  </a:cubicBezTo>
                  <a:cubicBezTo>
                    <a:pt x="978" y="739"/>
                    <a:pt x="992" y="820"/>
                    <a:pt x="1026" y="901"/>
                  </a:cubicBezTo>
                  <a:cubicBezTo>
                    <a:pt x="945" y="842"/>
                    <a:pt x="864" y="783"/>
                    <a:pt x="839" y="691"/>
                  </a:cubicBezTo>
                  <a:cubicBezTo>
                    <a:pt x="805" y="574"/>
                    <a:pt x="805" y="459"/>
                    <a:pt x="886" y="364"/>
                  </a:cubicBezTo>
                  <a:cubicBezTo>
                    <a:pt x="923" y="320"/>
                    <a:pt x="934" y="272"/>
                    <a:pt x="967" y="225"/>
                  </a:cubicBezTo>
                  <a:cubicBezTo>
                    <a:pt x="992" y="177"/>
                    <a:pt x="1010" y="157"/>
                    <a:pt x="1049" y="157"/>
                  </a:cubicBezTo>
                  <a:close/>
                  <a:moveTo>
                    <a:pt x="1817" y="353"/>
                  </a:moveTo>
                  <a:cubicBezTo>
                    <a:pt x="1853" y="353"/>
                    <a:pt x="1875" y="353"/>
                    <a:pt x="1886" y="401"/>
                  </a:cubicBezTo>
                  <a:cubicBezTo>
                    <a:pt x="1911" y="518"/>
                    <a:pt x="1923" y="621"/>
                    <a:pt x="1956" y="739"/>
                  </a:cubicBezTo>
                  <a:cubicBezTo>
                    <a:pt x="1987" y="856"/>
                    <a:pt x="1935" y="932"/>
                    <a:pt x="1835" y="932"/>
                  </a:cubicBezTo>
                  <a:cubicBezTo>
                    <a:pt x="1815" y="932"/>
                    <a:pt x="1794" y="929"/>
                    <a:pt x="1772" y="923"/>
                  </a:cubicBezTo>
                  <a:cubicBezTo>
                    <a:pt x="1735" y="923"/>
                    <a:pt x="1713" y="912"/>
                    <a:pt x="1677" y="901"/>
                  </a:cubicBezTo>
                  <a:lnTo>
                    <a:pt x="1691" y="890"/>
                  </a:lnTo>
                  <a:cubicBezTo>
                    <a:pt x="1842" y="809"/>
                    <a:pt x="1783" y="669"/>
                    <a:pt x="1677" y="610"/>
                  </a:cubicBezTo>
                  <a:cubicBezTo>
                    <a:pt x="1607" y="588"/>
                    <a:pt x="1596" y="529"/>
                    <a:pt x="1643" y="471"/>
                  </a:cubicBezTo>
                  <a:cubicBezTo>
                    <a:pt x="1677" y="412"/>
                    <a:pt x="1724" y="353"/>
                    <a:pt x="1817" y="353"/>
                  </a:cubicBezTo>
                  <a:close/>
                  <a:moveTo>
                    <a:pt x="1107" y="610"/>
                  </a:moveTo>
                  <a:lnTo>
                    <a:pt x="1107" y="610"/>
                  </a:lnTo>
                  <a:cubicBezTo>
                    <a:pt x="1118" y="658"/>
                    <a:pt x="1132" y="691"/>
                    <a:pt x="1143" y="728"/>
                  </a:cubicBezTo>
                  <a:cubicBezTo>
                    <a:pt x="1166" y="797"/>
                    <a:pt x="1202" y="842"/>
                    <a:pt x="1272" y="853"/>
                  </a:cubicBezTo>
                  <a:cubicBezTo>
                    <a:pt x="1342" y="853"/>
                    <a:pt x="1397" y="820"/>
                    <a:pt x="1423" y="750"/>
                  </a:cubicBezTo>
                  <a:cubicBezTo>
                    <a:pt x="1465" y="772"/>
                    <a:pt x="1496" y="784"/>
                    <a:pt x="1521" y="784"/>
                  </a:cubicBezTo>
                  <a:cubicBezTo>
                    <a:pt x="1564" y="784"/>
                    <a:pt x="1592" y="749"/>
                    <a:pt x="1643" y="669"/>
                  </a:cubicBezTo>
                  <a:cubicBezTo>
                    <a:pt x="1691" y="691"/>
                    <a:pt x="1735" y="714"/>
                    <a:pt x="1724" y="772"/>
                  </a:cubicBezTo>
                  <a:cubicBezTo>
                    <a:pt x="1713" y="831"/>
                    <a:pt x="1643" y="842"/>
                    <a:pt x="1585" y="867"/>
                  </a:cubicBezTo>
                  <a:lnTo>
                    <a:pt x="1551" y="867"/>
                  </a:lnTo>
                  <a:cubicBezTo>
                    <a:pt x="1526" y="937"/>
                    <a:pt x="1481" y="971"/>
                    <a:pt x="1411" y="971"/>
                  </a:cubicBezTo>
                  <a:cubicBezTo>
                    <a:pt x="1353" y="971"/>
                    <a:pt x="1294" y="959"/>
                    <a:pt x="1235" y="948"/>
                  </a:cubicBezTo>
                  <a:cubicBezTo>
                    <a:pt x="1062" y="912"/>
                    <a:pt x="1015" y="783"/>
                    <a:pt x="1107" y="610"/>
                  </a:cubicBezTo>
                  <a:close/>
                  <a:moveTo>
                    <a:pt x="1585" y="948"/>
                  </a:moveTo>
                  <a:cubicBezTo>
                    <a:pt x="1677" y="971"/>
                    <a:pt x="1761" y="982"/>
                    <a:pt x="1853" y="1007"/>
                  </a:cubicBezTo>
                  <a:cubicBezTo>
                    <a:pt x="1853" y="1052"/>
                    <a:pt x="1817" y="1077"/>
                    <a:pt x="1783" y="1099"/>
                  </a:cubicBezTo>
                  <a:cubicBezTo>
                    <a:pt x="1713" y="1133"/>
                    <a:pt x="1643" y="1169"/>
                    <a:pt x="1585" y="1202"/>
                  </a:cubicBezTo>
                  <a:cubicBezTo>
                    <a:pt x="1530" y="1234"/>
                    <a:pt x="1481" y="1250"/>
                    <a:pt x="1430" y="1250"/>
                  </a:cubicBezTo>
                  <a:cubicBezTo>
                    <a:pt x="1405" y="1250"/>
                    <a:pt x="1379" y="1246"/>
                    <a:pt x="1353" y="1239"/>
                  </a:cubicBezTo>
                  <a:cubicBezTo>
                    <a:pt x="1305" y="1228"/>
                    <a:pt x="1247" y="1202"/>
                    <a:pt x="1188" y="1202"/>
                  </a:cubicBezTo>
                  <a:cubicBezTo>
                    <a:pt x="1132" y="1191"/>
                    <a:pt x="1118" y="1158"/>
                    <a:pt x="1118" y="1110"/>
                  </a:cubicBezTo>
                  <a:cubicBezTo>
                    <a:pt x="1118" y="1063"/>
                    <a:pt x="1118" y="1029"/>
                    <a:pt x="1132" y="982"/>
                  </a:cubicBezTo>
                  <a:cubicBezTo>
                    <a:pt x="1260" y="1017"/>
                    <a:pt x="1345" y="1035"/>
                    <a:pt x="1408" y="1035"/>
                  </a:cubicBezTo>
                  <a:cubicBezTo>
                    <a:pt x="1488" y="1035"/>
                    <a:pt x="1533" y="1006"/>
                    <a:pt x="1585" y="948"/>
                  </a:cubicBezTo>
                  <a:close/>
                  <a:moveTo>
                    <a:pt x="2042" y="454"/>
                  </a:moveTo>
                  <a:cubicBezTo>
                    <a:pt x="2079" y="454"/>
                    <a:pt x="2103" y="479"/>
                    <a:pt x="2132" y="529"/>
                  </a:cubicBezTo>
                  <a:cubicBezTo>
                    <a:pt x="2155" y="563"/>
                    <a:pt x="2166" y="610"/>
                    <a:pt x="2191" y="633"/>
                  </a:cubicBezTo>
                  <a:cubicBezTo>
                    <a:pt x="2224" y="680"/>
                    <a:pt x="2224" y="728"/>
                    <a:pt x="2213" y="772"/>
                  </a:cubicBezTo>
                  <a:cubicBezTo>
                    <a:pt x="2213" y="853"/>
                    <a:pt x="2224" y="937"/>
                    <a:pt x="2224" y="1029"/>
                  </a:cubicBezTo>
                  <a:cubicBezTo>
                    <a:pt x="2224" y="1052"/>
                    <a:pt x="2224" y="1088"/>
                    <a:pt x="2213" y="1110"/>
                  </a:cubicBezTo>
                  <a:cubicBezTo>
                    <a:pt x="2180" y="1180"/>
                    <a:pt x="2110" y="1239"/>
                    <a:pt x="2015" y="1272"/>
                  </a:cubicBezTo>
                  <a:cubicBezTo>
                    <a:pt x="2040" y="1180"/>
                    <a:pt x="2004" y="1121"/>
                    <a:pt x="1934" y="1077"/>
                  </a:cubicBezTo>
                  <a:cubicBezTo>
                    <a:pt x="1900" y="1052"/>
                    <a:pt x="1911" y="982"/>
                    <a:pt x="1934" y="959"/>
                  </a:cubicBezTo>
                  <a:cubicBezTo>
                    <a:pt x="2040" y="890"/>
                    <a:pt x="2051" y="853"/>
                    <a:pt x="2015" y="739"/>
                  </a:cubicBezTo>
                  <a:cubicBezTo>
                    <a:pt x="1993" y="658"/>
                    <a:pt x="1981" y="574"/>
                    <a:pt x="1956" y="482"/>
                  </a:cubicBezTo>
                  <a:cubicBezTo>
                    <a:pt x="1992" y="464"/>
                    <a:pt x="2019" y="454"/>
                    <a:pt x="2042" y="454"/>
                  </a:cubicBezTo>
                  <a:close/>
                  <a:moveTo>
                    <a:pt x="758" y="552"/>
                  </a:moveTo>
                  <a:cubicBezTo>
                    <a:pt x="769" y="783"/>
                    <a:pt x="886" y="959"/>
                    <a:pt x="1062" y="971"/>
                  </a:cubicBezTo>
                  <a:lnTo>
                    <a:pt x="1062" y="1088"/>
                  </a:lnTo>
                  <a:cubicBezTo>
                    <a:pt x="1048" y="1191"/>
                    <a:pt x="1085" y="1239"/>
                    <a:pt x="1188" y="1261"/>
                  </a:cubicBezTo>
                  <a:cubicBezTo>
                    <a:pt x="1235" y="1272"/>
                    <a:pt x="1272" y="1286"/>
                    <a:pt x="1305" y="1286"/>
                  </a:cubicBezTo>
                  <a:lnTo>
                    <a:pt x="1305" y="1309"/>
                  </a:lnTo>
                  <a:cubicBezTo>
                    <a:pt x="1283" y="1320"/>
                    <a:pt x="1247" y="1342"/>
                    <a:pt x="1224" y="1342"/>
                  </a:cubicBezTo>
                  <a:cubicBezTo>
                    <a:pt x="1166" y="1356"/>
                    <a:pt x="1118" y="1356"/>
                    <a:pt x="1062" y="1356"/>
                  </a:cubicBezTo>
                  <a:cubicBezTo>
                    <a:pt x="934" y="1356"/>
                    <a:pt x="853" y="1297"/>
                    <a:pt x="783" y="1180"/>
                  </a:cubicBezTo>
                  <a:cubicBezTo>
                    <a:pt x="735" y="1099"/>
                    <a:pt x="688" y="1007"/>
                    <a:pt x="643" y="912"/>
                  </a:cubicBezTo>
                  <a:cubicBezTo>
                    <a:pt x="629" y="878"/>
                    <a:pt x="629" y="831"/>
                    <a:pt x="618" y="797"/>
                  </a:cubicBezTo>
                  <a:cubicBezTo>
                    <a:pt x="618" y="750"/>
                    <a:pt x="629" y="714"/>
                    <a:pt x="643" y="680"/>
                  </a:cubicBezTo>
                  <a:cubicBezTo>
                    <a:pt x="643" y="588"/>
                    <a:pt x="654" y="574"/>
                    <a:pt x="758" y="552"/>
                  </a:cubicBezTo>
                  <a:close/>
                  <a:moveTo>
                    <a:pt x="375" y="459"/>
                  </a:moveTo>
                  <a:cubicBezTo>
                    <a:pt x="280" y="599"/>
                    <a:pt x="327" y="702"/>
                    <a:pt x="434" y="809"/>
                  </a:cubicBezTo>
                  <a:cubicBezTo>
                    <a:pt x="339" y="890"/>
                    <a:pt x="375" y="959"/>
                    <a:pt x="408" y="1052"/>
                  </a:cubicBezTo>
                  <a:cubicBezTo>
                    <a:pt x="456" y="1191"/>
                    <a:pt x="515" y="1331"/>
                    <a:pt x="643" y="1437"/>
                  </a:cubicBezTo>
                  <a:cubicBezTo>
                    <a:pt x="604" y="1459"/>
                    <a:pt x="568" y="1467"/>
                    <a:pt x="535" y="1467"/>
                  </a:cubicBezTo>
                  <a:cubicBezTo>
                    <a:pt x="479" y="1467"/>
                    <a:pt x="430" y="1442"/>
                    <a:pt x="386" y="1412"/>
                  </a:cubicBezTo>
                  <a:cubicBezTo>
                    <a:pt x="269" y="1331"/>
                    <a:pt x="177" y="1250"/>
                    <a:pt x="154" y="1099"/>
                  </a:cubicBezTo>
                  <a:cubicBezTo>
                    <a:pt x="154" y="1029"/>
                    <a:pt x="118" y="959"/>
                    <a:pt x="96" y="878"/>
                  </a:cubicBezTo>
                  <a:cubicBezTo>
                    <a:pt x="84" y="809"/>
                    <a:pt x="84" y="739"/>
                    <a:pt x="96" y="669"/>
                  </a:cubicBezTo>
                  <a:cubicBezTo>
                    <a:pt x="96" y="644"/>
                    <a:pt x="118" y="599"/>
                    <a:pt x="140" y="588"/>
                  </a:cubicBezTo>
                  <a:cubicBezTo>
                    <a:pt x="210" y="540"/>
                    <a:pt x="280" y="493"/>
                    <a:pt x="364" y="459"/>
                  </a:cubicBezTo>
                  <a:close/>
                  <a:moveTo>
                    <a:pt x="1881" y="1128"/>
                  </a:moveTo>
                  <a:cubicBezTo>
                    <a:pt x="1889" y="1128"/>
                    <a:pt x="1896" y="1129"/>
                    <a:pt x="1900" y="1133"/>
                  </a:cubicBezTo>
                  <a:cubicBezTo>
                    <a:pt x="1934" y="1147"/>
                    <a:pt x="1970" y="1180"/>
                    <a:pt x="1956" y="1228"/>
                  </a:cubicBezTo>
                  <a:cubicBezTo>
                    <a:pt x="1956" y="1286"/>
                    <a:pt x="1945" y="1331"/>
                    <a:pt x="1934" y="1378"/>
                  </a:cubicBezTo>
                  <a:cubicBezTo>
                    <a:pt x="1934" y="1401"/>
                    <a:pt x="1911" y="1412"/>
                    <a:pt x="1900" y="1426"/>
                  </a:cubicBezTo>
                  <a:cubicBezTo>
                    <a:pt x="1747" y="1459"/>
                    <a:pt x="1585" y="1507"/>
                    <a:pt x="1434" y="1540"/>
                  </a:cubicBezTo>
                  <a:cubicBezTo>
                    <a:pt x="1393" y="1554"/>
                    <a:pt x="1353" y="1561"/>
                    <a:pt x="1315" y="1561"/>
                  </a:cubicBezTo>
                  <a:cubicBezTo>
                    <a:pt x="1221" y="1561"/>
                    <a:pt x="1135" y="1522"/>
                    <a:pt x="1062" y="1448"/>
                  </a:cubicBezTo>
                  <a:cubicBezTo>
                    <a:pt x="1062" y="1437"/>
                    <a:pt x="1062" y="1437"/>
                    <a:pt x="1048" y="1412"/>
                  </a:cubicBezTo>
                  <a:cubicBezTo>
                    <a:pt x="1107" y="1412"/>
                    <a:pt x="1166" y="1412"/>
                    <a:pt x="1224" y="1401"/>
                  </a:cubicBezTo>
                  <a:cubicBezTo>
                    <a:pt x="1258" y="1401"/>
                    <a:pt x="1305" y="1390"/>
                    <a:pt x="1316" y="1367"/>
                  </a:cubicBezTo>
                  <a:cubicBezTo>
                    <a:pt x="1364" y="1320"/>
                    <a:pt x="1411" y="1309"/>
                    <a:pt x="1467" y="1309"/>
                  </a:cubicBezTo>
                  <a:cubicBezTo>
                    <a:pt x="1515" y="1309"/>
                    <a:pt x="1562" y="1286"/>
                    <a:pt x="1607" y="1261"/>
                  </a:cubicBezTo>
                  <a:cubicBezTo>
                    <a:pt x="1677" y="1228"/>
                    <a:pt x="1761" y="1180"/>
                    <a:pt x="1830" y="1133"/>
                  </a:cubicBezTo>
                  <a:cubicBezTo>
                    <a:pt x="1845" y="1133"/>
                    <a:pt x="1865" y="1128"/>
                    <a:pt x="1881" y="1128"/>
                  </a:cubicBezTo>
                  <a:close/>
                  <a:moveTo>
                    <a:pt x="445" y="890"/>
                  </a:moveTo>
                  <a:cubicBezTo>
                    <a:pt x="503" y="912"/>
                    <a:pt x="548" y="937"/>
                    <a:pt x="596" y="971"/>
                  </a:cubicBezTo>
                  <a:cubicBezTo>
                    <a:pt x="607" y="982"/>
                    <a:pt x="618" y="993"/>
                    <a:pt x="629" y="1007"/>
                  </a:cubicBezTo>
                  <a:cubicBezTo>
                    <a:pt x="666" y="1063"/>
                    <a:pt x="688" y="1121"/>
                    <a:pt x="724" y="1191"/>
                  </a:cubicBezTo>
                  <a:cubicBezTo>
                    <a:pt x="758" y="1272"/>
                    <a:pt x="805" y="1342"/>
                    <a:pt x="886" y="1367"/>
                  </a:cubicBezTo>
                  <a:cubicBezTo>
                    <a:pt x="956" y="1401"/>
                    <a:pt x="992" y="1448"/>
                    <a:pt x="1026" y="1507"/>
                  </a:cubicBezTo>
                  <a:cubicBezTo>
                    <a:pt x="980" y="1548"/>
                    <a:pt x="932" y="1568"/>
                    <a:pt x="885" y="1568"/>
                  </a:cubicBezTo>
                  <a:cubicBezTo>
                    <a:pt x="826" y="1568"/>
                    <a:pt x="769" y="1536"/>
                    <a:pt x="724" y="1471"/>
                  </a:cubicBezTo>
                  <a:cubicBezTo>
                    <a:pt x="688" y="1412"/>
                    <a:pt x="629" y="1356"/>
                    <a:pt x="584" y="1297"/>
                  </a:cubicBezTo>
                  <a:cubicBezTo>
                    <a:pt x="548" y="1250"/>
                    <a:pt x="526" y="1191"/>
                    <a:pt x="503" y="1133"/>
                  </a:cubicBezTo>
                  <a:cubicBezTo>
                    <a:pt x="478" y="1077"/>
                    <a:pt x="467" y="1029"/>
                    <a:pt x="445" y="982"/>
                  </a:cubicBezTo>
                  <a:cubicBezTo>
                    <a:pt x="420" y="937"/>
                    <a:pt x="420" y="901"/>
                    <a:pt x="445" y="890"/>
                  </a:cubicBezTo>
                  <a:close/>
                  <a:moveTo>
                    <a:pt x="2294" y="1088"/>
                  </a:moveTo>
                  <a:lnTo>
                    <a:pt x="2331" y="1121"/>
                  </a:lnTo>
                  <a:cubicBezTo>
                    <a:pt x="2400" y="1202"/>
                    <a:pt x="2353" y="1378"/>
                    <a:pt x="2261" y="1437"/>
                  </a:cubicBezTo>
                  <a:cubicBezTo>
                    <a:pt x="2202" y="1471"/>
                    <a:pt x="2143" y="1529"/>
                    <a:pt x="2096" y="1588"/>
                  </a:cubicBezTo>
                  <a:cubicBezTo>
                    <a:pt x="2059" y="1619"/>
                    <a:pt x="2001" y="1640"/>
                    <a:pt x="1948" y="1640"/>
                  </a:cubicBezTo>
                  <a:cubicBezTo>
                    <a:pt x="1921" y="1640"/>
                    <a:pt x="1895" y="1634"/>
                    <a:pt x="1875" y="1622"/>
                  </a:cubicBezTo>
                  <a:cubicBezTo>
                    <a:pt x="1864" y="1622"/>
                    <a:pt x="1853" y="1599"/>
                    <a:pt x="1853" y="1588"/>
                  </a:cubicBezTo>
                  <a:lnTo>
                    <a:pt x="1853" y="1496"/>
                  </a:lnTo>
                  <a:cubicBezTo>
                    <a:pt x="1886" y="1482"/>
                    <a:pt x="1911" y="1482"/>
                    <a:pt x="1934" y="1471"/>
                  </a:cubicBezTo>
                  <a:cubicBezTo>
                    <a:pt x="1956" y="1448"/>
                    <a:pt x="1993" y="1426"/>
                    <a:pt x="1993" y="1401"/>
                  </a:cubicBezTo>
                  <a:cubicBezTo>
                    <a:pt x="2004" y="1356"/>
                    <a:pt x="2015" y="1342"/>
                    <a:pt x="2051" y="1331"/>
                  </a:cubicBezTo>
                  <a:cubicBezTo>
                    <a:pt x="2166" y="1286"/>
                    <a:pt x="2250" y="1202"/>
                    <a:pt x="2294" y="1088"/>
                  </a:cubicBezTo>
                  <a:close/>
                  <a:moveTo>
                    <a:pt x="1794" y="1507"/>
                  </a:moveTo>
                  <a:cubicBezTo>
                    <a:pt x="1794" y="1552"/>
                    <a:pt x="1783" y="1599"/>
                    <a:pt x="1794" y="1635"/>
                  </a:cubicBezTo>
                  <a:cubicBezTo>
                    <a:pt x="1805" y="1691"/>
                    <a:pt x="1772" y="1716"/>
                    <a:pt x="1724" y="1716"/>
                  </a:cubicBezTo>
                  <a:cubicBezTo>
                    <a:pt x="1654" y="1728"/>
                    <a:pt x="1585" y="1728"/>
                    <a:pt x="1515" y="1728"/>
                  </a:cubicBezTo>
                  <a:cubicBezTo>
                    <a:pt x="1423" y="1739"/>
                    <a:pt x="1342" y="1739"/>
                    <a:pt x="1258" y="1761"/>
                  </a:cubicBezTo>
                  <a:cubicBezTo>
                    <a:pt x="1220" y="1769"/>
                    <a:pt x="1192" y="1775"/>
                    <a:pt x="1170" y="1775"/>
                  </a:cubicBezTo>
                  <a:cubicBezTo>
                    <a:pt x="1123" y="1775"/>
                    <a:pt x="1100" y="1752"/>
                    <a:pt x="1062" y="1680"/>
                  </a:cubicBezTo>
                  <a:cubicBezTo>
                    <a:pt x="1037" y="1658"/>
                    <a:pt x="1026" y="1635"/>
                    <a:pt x="1004" y="1599"/>
                  </a:cubicBezTo>
                  <a:cubicBezTo>
                    <a:pt x="1032" y="1577"/>
                    <a:pt x="1058" y="1564"/>
                    <a:pt x="1091" y="1564"/>
                  </a:cubicBezTo>
                  <a:cubicBezTo>
                    <a:pt x="1109" y="1564"/>
                    <a:pt x="1130" y="1568"/>
                    <a:pt x="1154" y="1577"/>
                  </a:cubicBezTo>
                  <a:cubicBezTo>
                    <a:pt x="1209" y="1608"/>
                    <a:pt x="1267" y="1622"/>
                    <a:pt x="1327" y="1622"/>
                  </a:cubicBezTo>
                  <a:cubicBezTo>
                    <a:pt x="1381" y="1622"/>
                    <a:pt x="1437" y="1610"/>
                    <a:pt x="1492" y="1588"/>
                  </a:cubicBezTo>
                  <a:cubicBezTo>
                    <a:pt x="1596" y="1566"/>
                    <a:pt x="1691" y="1529"/>
                    <a:pt x="1794" y="1507"/>
                  </a:cubicBezTo>
                  <a:close/>
                  <a:moveTo>
                    <a:pt x="526" y="1529"/>
                  </a:moveTo>
                  <a:cubicBezTo>
                    <a:pt x="559" y="1529"/>
                    <a:pt x="724" y="1588"/>
                    <a:pt x="758" y="1599"/>
                  </a:cubicBezTo>
                  <a:cubicBezTo>
                    <a:pt x="805" y="1622"/>
                    <a:pt x="853" y="1622"/>
                    <a:pt x="897" y="1635"/>
                  </a:cubicBezTo>
                  <a:cubicBezTo>
                    <a:pt x="923" y="1635"/>
                    <a:pt x="945" y="1647"/>
                    <a:pt x="967" y="1669"/>
                  </a:cubicBezTo>
                  <a:cubicBezTo>
                    <a:pt x="992" y="1680"/>
                    <a:pt x="1004" y="1705"/>
                    <a:pt x="1015" y="1716"/>
                  </a:cubicBezTo>
                  <a:cubicBezTo>
                    <a:pt x="1065" y="1799"/>
                    <a:pt x="1110" y="1835"/>
                    <a:pt x="1183" y="1835"/>
                  </a:cubicBezTo>
                  <a:cubicBezTo>
                    <a:pt x="1212" y="1835"/>
                    <a:pt x="1244" y="1830"/>
                    <a:pt x="1283" y="1820"/>
                  </a:cubicBezTo>
                  <a:cubicBezTo>
                    <a:pt x="1364" y="1798"/>
                    <a:pt x="1445" y="1798"/>
                    <a:pt x="1537" y="1786"/>
                  </a:cubicBezTo>
                  <a:lnTo>
                    <a:pt x="1537" y="1786"/>
                  </a:lnTo>
                  <a:cubicBezTo>
                    <a:pt x="1537" y="1901"/>
                    <a:pt x="1515" y="1948"/>
                    <a:pt x="1423" y="1971"/>
                  </a:cubicBezTo>
                  <a:cubicBezTo>
                    <a:pt x="1343" y="2000"/>
                    <a:pt x="1263" y="2020"/>
                    <a:pt x="1180" y="2020"/>
                  </a:cubicBezTo>
                  <a:cubicBezTo>
                    <a:pt x="1130" y="2020"/>
                    <a:pt x="1079" y="2013"/>
                    <a:pt x="1026" y="1996"/>
                  </a:cubicBezTo>
                  <a:cubicBezTo>
                    <a:pt x="978" y="1971"/>
                    <a:pt x="923" y="1985"/>
                    <a:pt x="864" y="1971"/>
                  </a:cubicBezTo>
                  <a:cubicBezTo>
                    <a:pt x="783" y="1971"/>
                    <a:pt x="724" y="1948"/>
                    <a:pt x="666" y="1879"/>
                  </a:cubicBezTo>
                  <a:cubicBezTo>
                    <a:pt x="618" y="1820"/>
                    <a:pt x="559" y="1761"/>
                    <a:pt x="515" y="1691"/>
                  </a:cubicBezTo>
                  <a:cubicBezTo>
                    <a:pt x="490" y="1647"/>
                    <a:pt x="478" y="1588"/>
                    <a:pt x="456" y="1529"/>
                  </a:cubicBezTo>
                  <a:close/>
                  <a:moveTo>
                    <a:pt x="2239" y="1537"/>
                  </a:moveTo>
                  <a:cubicBezTo>
                    <a:pt x="2261" y="1582"/>
                    <a:pt x="2262" y="1624"/>
                    <a:pt x="2283" y="1669"/>
                  </a:cubicBezTo>
                  <a:cubicBezTo>
                    <a:pt x="2294" y="1716"/>
                    <a:pt x="2294" y="1750"/>
                    <a:pt x="2236" y="1761"/>
                  </a:cubicBezTo>
                  <a:cubicBezTo>
                    <a:pt x="2155" y="1798"/>
                    <a:pt x="2096" y="1856"/>
                    <a:pt x="2040" y="1926"/>
                  </a:cubicBezTo>
                  <a:cubicBezTo>
                    <a:pt x="2026" y="1960"/>
                    <a:pt x="1981" y="1971"/>
                    <a:pt x="1945" y="1996"/>
                  </a:cubicBezTo>
                  <a:cubicBezTo>
                    <a:pt x="1864" y="2018"/>
                    <a:pt x="1772" y="2041"/>
                    <a:pt x="1691" y="2077"/>
                  </a:cubicBezTo>
                  <a:cubicBezTo>
                    <a:pt x="1650" y="2097"/>
                    <a:pt x="1610" y="2109"/>
                    <a:pt x="1570" y="2109"/>
                  </a:cubicBezTo>
                  <a:cubicBezTo>
                    <a:pt x="1517" y="2109"/>
                    <a:pt x="1464" y="2088"/>
                    <a:pt x="1411" y="2041"/>
                  </a:cubicBezTo>
                  <a:cubicBezTo>
                    <a:pt x="1537" y="2018"/>
                    <a:pt x="1607" y="1926"/>
                    <a:pt x="1596" y="1809"/>
                  </a:cubicBezTo>
                  <a:cubicBezTo>
                    <a:pt x="1666" y="1798"/>
                    <a:pt x="1713" y="1786"/>
                    <a:pt x="1772" y="1775"/>
                  </a:cubicBezTo>
                  <a:cubicBezTo>
                    <a:pt x="1783" y="1761"/>
                    <a:pt x="1805" y="1761"/>
                    <a:pt x="1817" y="1750"/>
                  </a:cubicBezTo>
                  <a:cubicBezTo>
                    <a:pt x="1837" y="1704"/>
                    <a:pt x="1868" y="1692"/>
                    <a:pt x="1902" y="1692"/>
                  </a:cubicBezTo>
                  <a:cubicBezTo>
                    <a:pt x="1928" y="1692"/>
                    <a:pt x="1956" y="1699"/>
                    <a:pt x="1981" y="1705"/>
                  </a:cubicBezTo>
                  <a:cubicBezTo>
                    <a:pt x="2040" y="1705"/>
                    <a:pt x="2085" y="1680"/>
                    <a:pt x="2132" y="1647"/>
                  </a:cubicBezTo>
                  <a:cubicBezTo>
                    <a:pt x="2163" y="1603"/>
                    <a:pt x="2197" y="1571"/>
                    <a:pt x="2239" y="1537"/>
                  </a:cubicBezTo>
                  <a:close/>
                  <a:moveTo>
                    <a:pt x="835" y="0"/>
                  </a:moveTo>
                  <a:cubicBezTo>
                    <a:pt x="799" y="0"/>
                    <a:pt x="757" y="18"/>
                    <a:pt x="699" y="51"/>
                  </a:cubicBezTo>
                  <a:cubicBezTo>
                    <a:pt x="666" y="63"/>
                    <a:pt x="629" y="85"/>
                    <a:pt x="596" y="99"/>
                  </a:cubicBezTo>
                  <a:cubicBezTo>
                    <a:pt x="537" y="121"/>
                    <a:pt x="503" y="169"/>
                    <a:pt x="478" y="225"/>
                  </a:cubicBezTo>
                  <a:cubicBezTo>
                    <a:pt x="467" y="261"/>
                    <a:pt x="456" y="295"/>
                    <a:pt x="445" y="331"/>
                  </a:cubicBezTo>
                  <a:cubicBezTo>
                    <a:pt x="420" y="353"/>
                    <a:pt x="397" y="364"/>
                    <a:pt x="375" y="390"/>
                  </a:cubicBezTo>
                  <a:cubicBezTo>
                    <a:pt x="280" y="434"/>
                    <a:pt x="188" y="482"/>
                    <a:pt x="107" y="540"/>
                  </a:cubicBezTo>
                  <a:cubicBezTo>
                    <a:pt x="84" y="552"/>
                    <a:pt x="59" y="588"/>
                    <a:pt x="48" y="610"/>
                  </a:cubicBezTo>
                  <a:cubicBezTo>
                    <a:pt x="1" y="702"/>
                    <a:pt x="15" y="797"/>
                    <a:pt x="37" y="890"/>
                  </a:cubicBezTo>
                  <a:cubicBezTo>
                    <a:pt x="59" y="959"/>
                    <a:pt x="96" y="1029"/>
                    <a:pt x="96" y="1110"/>
                  </a:cubicBezTo>
                  <a:cubicBezTo>
                    <a:pt x="118" y="1272"/>
                    <a:pt x="224" y="1367"/>
                    <a:pt x="339" y="1448"/>
                  </a:cubicBezTo>
                  <a:cubicBezTo>
                    <a:pt x="386" y="1482"/>
                    <a:pt x="408" y="1507"/>
                    <a:pt x="408" y="1566"/>
                  </a:cubicBezTo>
                  <a:cubicBezTo>
                    <a:pt x="408" y="1610"/>
                    <a:pt x="434" y="1669"/>
                    <a:pt x="456" y="1705"/>
                  </a:cubicBezTo>
                  <a:cubicBezTo>
                    <a:pt x="503" y="1786"/>
                    <a:pt x="559" y="1856"/>
                    <a:pt x="618" y="1926"/>
                  </a:cubicBezTo>
                  <a:cubicBezTo>
                    <a:pt x="677" y="1996"/>
                    <a:pt x="758" y="2029"/>
                    <a:pt x="864" y="2041"/>
                  </a:cubicBezTo>
                  <a:cubicBezTo>
                    <a:pt x="934" y="2041"/>
                    <a:pt x="992" y="2066"/>
                    <a:pt x="1062" y="2066"/>
                  </a:cubicBezTo>
                  <a:cubicBezTo>
                    <a:pt x="1097" y="2071"/>
                    <a:pt x="1132" y="2071"/>
                    <a:pt x="1167" y="2071"/>
                  </a:cubicBezTo>
                  <a:cubicBezTo>
                    <a:pt x="1202" y="2071"/>
                    <a:pt x="1237" y="2071"/>
                    <a:pt x="1272" y="2077"/>
                  </a:cubicBezTo>
                  <a:cubicBezTo>
                    <a:pt x="1305" y="2077"/>
                    <a:pt x="1342" y="2077"/>
                    <a:pt x="1364" y="2099"/>
                  </a:cubicBezTo>
                  <a:cubicBezTo>
                    <a:pt x="1436" y="2145"/>
                    <a:pt x="1505" y="2169"/>
                    <a:pt x="1575" y="2169"/>
                  </a:cubicBezTo>
                  <a:cubicBezTo>
                    <a:pt x="1630" y="2169"/>
                    <a:pt x="1686" y="2155"/>
                    <a:pt x="1747" y="2124"/>
                  </a:cubicBezTo>
                  <a:cubicBezTo>
                    <a:pt x="1805" y="2088"/>
                    <a:pt x="1875" y="2077"/>
                    <a:pt x="1945" y="2055"/>
                  </a:cubicBezTo>
                  <a:cubicBezTo>
                    <a:pt x="1993" y="2029"/>
                    <a:pt x="2062" y="2007"/>
                    <a:pt x="2085" y="1971"/>
                  </a:cubicBezTo>
                  <a:cubicBezTo>
                    <a:pt x="2143" y="1901"/>
                    <a:pt x="2202" y="1845"/>
                    <a:pt x="2283" y="1809"/>
                  </a:cubicBezTo>
                  <a:cubicBezTo>
                    <a:pt x="2331" y="1798"/>
                    <a:pt x="2364" y="1750"/>
                    <a:pt x="2353" y="1705"/>
                  </a:cubicBezTo>
                  <a:cubicBezTo>
                    <a:pt x="2331" y="1638"/>
                    <a:pt x="2331" y="1558"/>
                    <a:pt x="2246" y="1532"/>
                  </a:cubicBezTo>
                  <a:lnTo>
                    <a:pt x="2246" y="1532"/>
                  </a:lnTo>
                  <a:cubicBezTo>
                    <a:pt x="2247" y="1531"/>
                    <a:pt x="2248" y="1530"/>
                    <a:pt x="2250" y="1529"/>
                  </a:cubicBezTo>
                  <a:cubicBezTo>
                    <a:pt x="2261" y="1518"/>
                    <a:pt x="2272" y="1496"/>
                    <a:pt x="2294" y="1496"/>
                  </a:cubicBezTo>
                  <a:cubicBezTo>
                    <a:pt x="2434" y="1412"/>
                    <a:pt x="2481" y="1169"/>
                    <a:pt x="2364" y="1052"/>
                  </a:cubicBezTo>
                  <a:cubicBezTo>
                    <a:pt x="2272" y="971"/>
                    <a:pt x="2261" y="878"/>
                    <a:pt x="2272" y="761"/>
                  </a:cubicBezTo>
                  <a:cubicBezTo>
                    <a:pt x="2283" y="728"/>
                    <a:pt x="2283" y="680"/>
                    <a:pt x="2261" y="658"/>
                  </a:cubicBezTo>
                  <a:cubicBezTo>
                    <a:pt x="2236" y="588"/>
                    <a:pt x="2202" y="529"/>
                    <a:pt x="2166" y="471"/>
                  </a:cubicBezTo>
                  <a:cubicBezTo>
                    <a:pt x="2132" y="423"/>
                    <a:pt x="2085" y="401"/>
                    <a:pt x="2026" y="401"/>
                  </a:cubicBezTo>
                  <a:cubicBezTo>
                    <a:pt x="2004" y="412"/>
                    <a:pt x="1970" y="412"/>
                    <a:pt x="1956" y="423"/>
                  </a:cubicBezTo>
                  <a:cubicBezTo>
                    <a:pt x="1934" y="378"/>
                    <a:pt x="1911" y="342"/>
                    <a:pt x="1911" y="295"/>
                  </a:cubicBezTo>
                  <a:cubicBezTo>
                    <a:pt x="1923" y="144"/>
                    <a:pt x="1842" y="51"/>
                    <a:pt x="1691" y="40"/>
                  </a:cubicBezTo>
                  <a:cubicBezTo>
                    <a:pt x="1643" y="40"/>
                    <a:pt x="1585" y="40"/>
                    <a:pt x="1537" y="15"/>
                  </a:cubicBezTo>
                  <a:cubicBezTo>
                    <a:pt x="1509" y="8"/>
                    <a:pt x="1480" y="5"/>
                    <a:pt x="1453" y="5"/>
                  </a:cubicBezTo>
                  <a:cubicBezTo>
                    <a:pt x="1369" y="5"/>
                    <a:pt x="1286" y="31"/>
                    <a:pt x="1200" y="31"/>
                  </a:cubicBezTo>
                  <a:cubicBezTo>
                    <a:pt x="1188" y="31"/>
                    <a:pt x="1177" y="30"/>
                    <a:pt x="1166" y="29"/>
                  </a:cubicBezTo>
                  <a:cubicBezTo>
                    <a:pt x="1154" y="29"/>
                    <a:pt x="1143" y="40"/>
                    <a:pt x="1132" y="51"/>
                  </a:cubicBezTo>
                  <a:cubicBezTo>
                    <a:pt x="1085" y="74"/>
                    <a:pt x="1026" y="99"/>
                    <a:pt x="978" y="110"/>
                  </a:cubicBezTo>
                  <a:cubicBezTo>
                    <a:pt x="925" y="35"/>
                    <a:pt x="886" y="0"/>
                    <a:pt x="835" y="0"/>
                  </a:cubicBezTo>
                  <a:close/>
                </a:path>
              </a:pathLst>
            </a:custGeom>
            <a:solidFill>
              <a:srgbClr val="7363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54"/>
        <p:cNvGrpSpPr/>
        <p:nvPr/>
      </p:nvGrpSpPr>
      <p:grpSpPr>
        <a:xfrm>
          <a:off x="0" y="0"/>
          <a:ext cx="0" cy="0"/>
          <a:chOff x="0" y="0"/>
          <a:chExt cx="0" cy="0"/>
        </a:xfrm>
      </p:grpSpPr>
      <p:sp>
        <p:nvSpPr>
          <p:cNvPr id="1855" name="Google Shape;1855;p44"/>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856" name="Google Shape;1856;p44"/>
          <p:cNvGrpSpPr/>
          <p:nvPr/>
        </p:nvGrpSpPr>
        <p:grpSpPr>
          <a:xfrm>
            <a:off x="1069315" y="1437328"/>
            <a:ext cx="2208900" cy="2745744"/>
            <a:chOff x="1069315" y="1437328"/>
            <a:chExt cx="2208900" cy="2745744"/>
          </a:xfrm>
        </p:grpSpPr>
        <p:sp>
          <p:nvSpPr>
            <p:cNvPr id="1857" name="Google Shape;1857;p44"/>
            <p:cNvSpPr txBox="1"/>
            <p:nvPr/>
          </p:nvSpPr>
          <p:spPr>
            <a:xfrm>
              <a:off x="1292500" y="2528847"/>
              <a:ext cx="1762500" cy="55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sp>
          <p:nvSpPr>
            <p:cNvPr id="1858" name="Google Shape;1858;p44"/>
            <p:cNvSpPr txBox="1"/>
            <p:nvPr/>
          </p:nvSpPr>
          <p:spPr>
            <a:xfrm>
              <a:off x="1292484" y="2208542"/>
              <a:ext cx="1762500" cy="31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Mercury</a:t>
              </a:r>
              <a:endParaRPr sz="2400" b="1">
                <a:solidFill>
                  <a:schemeClr val="dk1"/>
                </a:solidFill>
                <a:latin typeface="Chelsea Market"/>
                <a:ea typeface="Chelsea Market"/>
                <a:cs typeface="Chelsea Market"/>
                <a:sym typeface="Chelsea Market"/>
              </a:endParaRPr>
            </a:p>
          </p:txBody>
        </p:sp>
        <p:sp>
          <p:nvSpPr>
            <p:cNvPr id="1859" name="Google Shape;1859;p44"/>
            <p:cNvSpPr txBox="1"/>
            <p:nvPr/>
          </p:nvSpPr>
          <p:spPr>
            <a:xfrm>
              <a:off x="1292499" y="3311367"/>
              <a:ext cx="1762500" cy="31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Mars</a:t>
              </a:r>
              <a:endParaRPr sz="2400" b="1">
                <a:solidFill>
                  <a:schemeClr val="dk1"/>
                </a:solidFill>
                <a:latin typeface="Chelsea Market"/>
                <a:ea typeface="Chelsea Market"/>
                <a:cs typeface="Chelsea Market"/>
                <a:sym typeface="Chelsea Market"/>
              </a:endParaRPr>
            </a:p>
          </p:txBody>
        </p:sp>
        <p:sp>
          <p:nvSpPr>
            <p:cNvPr id="1860" name="Google Shape;1860;p44"/>
            <p:cNvSpPr txBox="1"/>
            <p:nvPr/>
          </p:nvSpPr>
          <p:spPr>
            <a:xfrm>
              <a:off x="1292500" y="3631673"/>
              <a:ext cx="1762500" cy="55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cold</a:t>
              </a:r>
              <a:endParaRPr>
                <a:solidFill>
                  <a:schemeClr val="dk1"/>
                </a:solidFill>
                <a:latin typeface="Lato"/>
                <a:ea typeface="Lato"/>
                <a:cs typeface="Lato"/>
                <a:sym typeface="Lato"/>
              </a:endParaRPr>
            </a:p>
          </p:txBody>
        </p:sp>
        <p:sp>
          <p:nvSpPr>
            <p:cNvPr id="1861" name="Google Shape;1861;p44"/>
            <p:cNvSpPr/>
            <p:nvPr/>
          </p:nvSpPr>
          <p:spPr>
            <a:xfrm>
              <a:off x="1069315" y="1437328"/>
              <a:ext cx="2208900" cy="4425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3000" b="1">
                  <a:solidFill>
                    <a:schemeClr val="accent5"/>
                  </a:solidFill>
                  <a:latin typeface="Chelsea Market"/>
                  <a:ea typeface="Chelsea Market"/>
                  <a:cs typeface="Chelsea Market"/>
                  <a:sym typeface="Chelsea Market"/>
                </a:rPr>
                <a:t>Asia</a:t>
              </a:r>
              <a:endParaRPr sz="3000" b="1">
                <a:solidFill>
                  <a:schemeClr val="accent5"/>
                </a:solidFill>
                <a:latin typeface="Chelsea Market"/>
                <a:ea typeface="Chelsea Market"/>
                <a:cs typeface="Chelsea Market"/>
                <a:sym typeface="Chelsea Market"/>
              </a:endParaRPr>
            </a:p>
          </p:txBody>
        </p:sp>
      </p:grpSp>
      <p:grpSp>
        <p:nvGrpSpPr>
          <p:cNvPr id="1862" name="Google Shape;1862;p44"/>
          <p:cNvGrpSpPr/>
          <p:nvPr/>
        </p:nvGrpSpPr>
        <p:grpSpPr>
          <a:xfrm>
            <a:off x="6214326" y="1437328"/>
            <a:ext cx="2208900" cy="2745744"/>
            <a:chOff x="6214326" y="1437328"/>
            <a:chExt cx="2208900" cy="2745744"/>
          </a:xfrm>
        </p:grpSpPr>
        <p:sp>
          <p:nvSpPr>
            <p:cNvPr id="1863" name="Google Shape;1863;p44"/>
            <p:cNvSpPr txBox="1"/>
            <p:nvPr/>
          </p:nvSpPr>
          <p:spPr>
            <a:xfrm>
              <a:off x="6437531" y="3311367"/>
              <a:ext cx="1762500" cy="31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Saturn</a:t>
              </a:r>
              <a:endParaRPr sz="2400" b="1">
                <a:solidFill>
                  <a:schemeClr val="dk1"/>
                </a:solidFill>
                <a:latin typeface="Chelsea Market"/>
                <a:ea typeface="Chelsea Market"/>
                <a:cs typeface="Chelsea Market"/>
                <a:sym typeface="Chelsea Market"/>
              </a:endParaRPr>
            </a:p>
          </p:txBody>
        </p:sp>
        <p:sp>
          <p:nvSpPr>
            <p:cNvPr id="1864" name="Google Shape;1864;p44"/>
            <p:cNvSpPr txBox="1"/>
            <p:nvPr/>
          </p:nvSpPr>
          <p:spPr>
            <a:xfrm>
              <a:off x="6437503" y="3631673"/>
              <a:ext cx="1762500" cy="55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Saturn is a gas giant and has rings</a:t>
              </a:r>
              <a:endParaRPr>
                <a:solidFill>
                  <a:schemeClr val="dk1"/>
                </a:solidFill>
                <a:latin typeface="Lato"/>
                <a:ea typeface="Lato"/>
                <a:cs typeface="Lato"/>
                <a:sym typeface="Lato"/>
              </a:endParaRPr>
            </a:p>
          </p:txBody>
        </p:sp>
        <p:sp>
          <p:nvSpPr>
            <p:cNvPr id="1865" name="Google Shape;1865;p44"/>
            <p:cNvSpPr txBox="1"/>
            <p:nvPr/>
          </p:nvSpPr>
          <p:spPr>
            <a:xfrm>
              <a:off x="6437516" y="2208542"/>
              <a:ext cx="1762500" cy="31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Jupiter</a:t>
              </a:r>
              <a:endParaRPr sz="2400" b="1">
                <a:solidFill>
                  <a:schemeClr val="dk1"/>
                </a:solidFill>
                <a:latin typeface="Chelsea Market"/>
                <a:ea typeface="Chelsea Market"/>
                <a:cs typeface="Chelsea Market"/>
                <a:sym typeface="Chelsea Market"/>
              </a:endParaRPr>
            </a:p>
          </p:txBody>
        </p:sp>
        <p:sp>
          <p:nvSpPr>
            <p:cNvPr id="1866" name="Google Shape;1866;p44"/>
            <p:cNvSpPr txBox="1"/>
            <p:nvPr/>
          </p:nvSpPr>
          <p:spPr>
            <a:xfrm>
              <a:off x="6437523" y="2528847"/>
              <a:ext cx="1762500" cy="55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p:txBody>
        </p:sp>
        <p:sp>
          <p:nvSpPr>
            <p:cNvPr id="1867" name="Google Shape;1867;p44"/>
            <p:cNvSpPr/>
            <p:nvPr/>
          </p:nvSpPr>
          <p:spPr>
            <a:xfrm>
              <a:off x="6214326" y="1437328"/>
              <a:ext cx="2208900" cy="4425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3000" b="1">
                  <a:solidFill>
                    <a:schemeClr val="accent1"/>
                  </a:solidFill>
                  <a:latin typeface="Chelsea Market"/>
                  <a:ea typeface="Chelsea Market"/>
                  <a:cs typeface="Chelsea Market"/>
                  <a:sym typeface="Chelsea Market"/>
                </a:rPr>
                <a:t>Europe</a:t>
              </a:r>
              <a:endParaRPr sz="3000" b="1">
                <a:solidFill>
                  <a:schemeClr val="accent1"/>
                </a:solidFill>
                <a:latin typeface="Chelsea Market"/>
                <a:ea typeface="Chelsea Market"/>
                <a:cs typeface="Chelsea Market"/>
                <a:sym typeface="Chelsea Market"/>
              </a:endParaRPr>
            </a:p>
          </p:txBody>
        </p:sp>
      </p:grpSp>
      <p:cxnSp>
        <p:nvCxnSpPr>
          <p:cNvPr id="1868" name="Google Shape;1868;p44"/>
          <p:cNvCxnSpPr>
            <a:stCxn id="1858" idx="3"/>
            <a:endCxn id="1869" idx="1"/>
          </p:cNvCxnSpPr>
          <p:nvPr/>
        </p:nvCxnSpPr>
        <p:spPr>
          <a:xfrm>
            <a:off x="3054984" y="2364092"/>
            <a:ext cx="642600" cy="551400"/>
          </a:xfrm>
          <a:prstGeom prst="bentConnector3">
            <a:avLst>
              <a:gd name="adj1" fmla="val 50001"/>
            </a:avLst>
          </a:prstGeom>
          <a:noFill/>
          <a:ln w="19050" cap="flat" cmpd="sng">
            <a:solidFill>
              <a:schemeClr val="accent2"/>
            </a:solidFill>
            <a:prstDash val="solid"/>
            <a:round/>
            <a:headEnd type="none" w="med" len="med"/>
            <a:tailEnd type="none" w="med" len="med"/>
          </a:ln>
        </p:spPr>
      </p:cxnSp>
      <p:cxnSp>
        <p:nvCxnSpPr>
          <p:cNvPr id="1870" name="Google Shape;1870;p44"/>
          <p:cNvCxnSpPr>
            <a:stCxn id="1869" idx="1"/>
            <a:endCxn id="1859" idx="3"/>
          </p:cNvCxnSpPr>
          <p:nvPr/>
        </p:nvCxnSpPr>
        <p:spPr>
          <a:xfrm flipH="1">
            <a:off x="3055138" y="2915550"/>
            <a:ext cx="642300" cy="551400"/>
          </a:xfrm>
          <a:prstGeom prst="bentConnector3">
            <a:avLst>
              <a:gd name="adj1" fmla="val 50012"/>
            </a:avLst>
          </a:prstGeom>
          <a:noFill/>
          <a:ln w="19050" cap="flat" cmpd="sng">
            <a:solidFill>
              <a:schemeClr val="accent2"/>
            </a:solidFill>
            <a:prstDash val="solid"/>
            <a:round/>
            <a:headEnd type="none" w="med" len="med"/>
            <a:tailEnd type="none" w="med" len="med"/>
          </a:ln>
        </p:spPr>
      </p:cxnSp>
      <p:cxnSp>
        <p:nvCxnSpPr>
          <p:cNvPr id="1871" name="Google Shape;1871;p44"/>
          <p:cNvCxnSpPr>
            <a:stCxn id="1869" idx="3"/>
            <a:endCxn id="1865" idx="1"/>
          </p:cNvCxnSpPr>
          <p:nvPr/>
        </p:nvCxnSpPr>
        <p:spPr>
          <a:xfrm rot="10800000" flipH="1">
            <a:off x="5795638" y="2364150"/>
            <a:ext cx="642000" cy="551400"/>
          </a:xfrm>
          <a:prstGeom prst="bentConnector3">
            <a:avLst>
              <a:gd name="adj1" fmla="val 49992"/>
            </a:avLst>
          </a:prstGeom>
          <a:noFill/>
          <a:ln w="19050" cap="flat" cmpd="sng">
            <a:solidFill>
              <a:schemeClr val="accent2"/>
            </a:solidFill>
            <a:prstDash val="solid"/>
            <a:round/>
            <a:headEnd type="none" w="med" len="med"/>
            <a:tailEnd type="none" w="med" len="med"/>
          </a:ln>
        </p:spPr>
      </p:cxnSp>
      <p:cxnSp>
        <p:nvCxnSpPr>
          <p:cNvPr id="1872" name="Google Shape;1872;p44"/>
          <p:cNvCxnSpPr>
            <a:stCxn id="1869" idx="3"/>
            <a:endCxn id="1863" idx="1"/>
          </p:cNvCxnSpPr>
          <p:nvPr/>
        </p:nvCxnSpPr>
        <p:spPr>
          <a:xfrm>
            <a:off x="5795638" y="2915550"/>
            <a:ext cx="642000" cy="551400"/>
          </a:xfrm>
          <a:prstGeom prst="bentConnector3">
            <a:avLst>
              <a:gd name="adj1" fmla="val 49993"/>
            </a:avLst>
          </a:prstGeom>
          <a:noFill/>
          <a:ln w="19050" cap="flat" cmpd="sng">
            <a:solidFill>
              <a:schemeClr val="accent2"/>
            </a:solidFill>
            <a:prstDash val="solid"/>
            <a:round/>
            <a:headEnd type="none" w="med" len="med"/>
            <a:tailEnd type="none" w="med" len="med"/>
          </a:ln>
        </p:spPr>
      </p:cxnSp>
      <p:sp>
        <p:nvSpPr>
          <p:cNvPr id="1869" name="Google Shape;1869;p44"/>
          <p:cNvSpPr/>
          <p:nvPr/>
        </p:nvSpPr>
        <p:spPr>
          <a:xfrm>
            <a:off x="3697438" y="2528850"/>
            <a:ext cx="2098200" cy="773400"/>
          </a:xfrm>
          <a:prstGeom prst="roundRect">
            <a:avLst>
              <a:gd name="adj" fmla="val 0"/>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accent2"/>
                </a:solidFill>
                <a:latin typeface="Chelsea Market"/>
                <a:ea typeface="Chelsea Market"/>
                <a:cs typeface="Chelsea Market"/>
                <a:sym typeface="Chelsea Market"/>
              </a:rPr>
              <a:t>Differences</a:t>
            </a:r>
            <a:endParaRPr sz="2400" b="1">
              <a:solidFill>
                <a:schemeClr val="accent2"/>
              </a:solidFill>
              <a:latin typeface="Chelsea Market"/>
              <a:ea typeface="Chelsea Market"/>
              <a:cs typeface="Chelsea Market"/>
              <a:sym typeface="Chelsea Marke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45"/>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sp>
        <p:nvSpPr>
          <p:cNvPr id="1878" name="Google Shape;1878;p45"/>
          <p:cNvSpPr txBox="1"/>
          <p:nvPr/>
        </p:nvSpPr>
        <p:spPr>
          <a:xfrm>
            <a:off x="1015825" y="4266650"/>
            <a:ext cx="7303500" cy="26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200">
                <a:solidFill>
                  <a:schemeClr val="dk1"/>
                </a:solidFill>
                <a:latin typeface="Lato"/>
                <a:ea typeface="Lato"/>
                <a:cs typeface="Lato"/>
                <a:sym typeface="Lato"/>
              </a:rPr>
              <a:t>Follow the link in the graph to modify its data and then paste the new one here. </a:t>
            </a:r>
            <a:r>
              <a:rPr lang="en-GB" sz="1200" b="1">
                <a:solidFill>
                  <a:schemeClr val="dk1"/>
                </a:solidFill>
                <a:uFill>
                  <a:noFill/>
                </a:uFill>
                <a:latin typeface="Lato"/>
                <a:ea typeface="Lato"/>
                <a:cs typeface="Lato"/>
                <a:sym typeface="Lato"/>
                <a:hlinkClick r:id="rId1"/>
              </a:rPr>
              <a:t>For more info, click here</a:t>
            </a:r>
            <a:endParaRPr sz="1200" b="1">
              <a:solidFill>
                <a:schemeClr val="dk1"/>
              </a:solidFill>
              <a:latin typeface="Lato"/>
              <a:ea typeface="Lato"/>
              <a:cs typeface="Lato"/>
              <a:sym typeface="Lato"/>
            </a:endParaRPr>
          </a:p>
        </p:txBody>
      </p:sp>
      <p:pic>
        <p:nvPicPr>
          <p:cNvPr id="1879" name="Google Shape;1879;p45" title="Gráfico">
            <a:hlinkClick r:id="rId2"/>
          </p:cNvPr>
          <p:cNvPicPr preferRelativeResize="0"/>
          <p:nvPr/>
        </p:nvPicPr>
        <p:blipFill>
          <a:blip r:embed="rId3"/>
          <a:stretch>
            <a:fillRect/>
          </a:stretch>
        </p:blipFill>
        <p:spPr>
          <a:xfrm>
            <a:off x="1102038" y="1170000"/>
            <a:ext cx="4693700" cy="2711100"/>
          </a:xfrm>
          <a:prstGeom prst="rect">
            <a:avLst/>
          </a:prstGeom>
          <a:noFill/>
          <a:ln>
            <a:noFill/>
          </a:ln>
        </p:spPr>
      </p:pic>
      <p:grpSp>
        <p:nvGrpSpPr>
          <p:cNvPr id="1880" name="Google Shape;1880;p45"/>
          <p:cNvGrpSpPr/>
          <p:nvPr/>
        </p:nvGrpSpPr>
        <p:grpSpPr>
          <a:xfrm>
            <a:off x="1667387" y="3818450"/>
            <a:ext cx="3874200" cy="448200"/>
            <a:chOff x="1667387" y="3818450"/>
            <a:chExt cx="3874200" cy="448200"/>
          </a:xfrm>
        </p:grpSpPr>
        <p:sp>
          <p:nvSpPr>
            <p:cNvPr id="1881" name="Google Shape;1881;p45"/>
            <p:cNvSpPr txBox="1"/>
            <p:nvPr/>
          </p:nvSpPr>
          <p:spPr>
            <a:xfrm>
              <a:off x="1667387" y="3818450"/>
              <a:ext cx="9228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accent2"/>
                  </a:solidFill>
                  <a:latin typeface="Chelsea Market"/>
                  <a:ea typeface="Chelsea Market"/>
                  <a:cs typeface="Chelsea Market"/>
                  <a:sym typeface="Chelsea Market"/>
                </a:rPr>
                <a:t>10%</a:t>
              </a:r>
              <a:endParaRPr sz="2400" b="1">
                <a:solidFill>
                  <a:schemeClr val="accent2"/>
                </a:solidFill>
                <a:latin typeface="Chelsea Market"/>
                <a:ea typeface="Chelsea Market"/>
                <a:cs typeface="Chelsea Market"/>
                <a:sym typeface="Chelsea Market"/>
              </a:endParaRPr>
            </a:p>
          </p:txBody>
        </p:sp>
        <p:sp>
          <p:nvSpPr>
            <p:cNvPr id="1882" name="Google Shape;1882;p45"/>
            <p:cNvSpPr txBox="1"/>
            <p:nvPr/>
          </p:nvSpPr>
          <p:spPr>
            <a:xfrm>
              <a:off x="2651187" y="3818450"/>
              <a:ext cx="9228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accent5"/>
                  </a:solidFill>
                  <a:latin typeface="Chelsea Market"/>
                  <a:ea typeface="Chelsea Market"/>
                  <a:cs typeface="Chelsea Market"/>
                  <a:sym typeface="Chelsea Market"/>
                </a:rPr>
                <a:t>20%</a:t>
              </a:r>
              <a:endParaRPr sz="2400" b="1">
                <a:solidFill>
                  <a:schemeClr val="accent5"/>
                </a:solidFill>
                <a:latin typeface="Chelsea Market"/>
                <a:ea typeface="Chelsea Market"/>
                <a:cs typeface="Chelsea Market"/>
                <a:sym typeface="Chelsea Market"/>
              </a:endParaRPr>
            </a:p>
          </p:txBody>
        </p:sp>
        <p:sp>
          <p:nvSpPr>
            <p:cNvPr id="1883" name="Google Shape;1883;p45"/>
            <p:cNvSpPr txBox="1"/>
            <p:nvPr/>
          </p:nvSpPr>
          <p:spPr>
            <a:xfrm>
              <a:off x="3634987" y="3818450"/>
              <a:ext cx="9228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accent1"/>
                  </a:solidFill>
                  <a:latin typeface="Chelsea Market"/>
                  <a:ea typeface="Chelsea Market"/>
                  <a:cs typeface="Chelsea Market"/>
                  <a:sym typeface="Chelsea Market"/>
                </a:rPr>
                <a:t>80%</a:t>
              </a:r>
              <a:endParaRPr sz="2400" b="1">
                <a:solidFill>
                  <a:schemeClr val="accent1"/>
                </a:solidFill>
                <a:latin typeface="Chelsea Market"/>
                <a:ea typeface="Chelsea Market"/>
                <a:cs typeface="Chelsea Market"/>
                <a:sym typeface="Chelsea Market"/>
              </a:endParaRPr>
            </a:p>
          </p:txBody>
        </p:sp>
        <p:sp>
          <p:nvSpPr>
            <p:cNvPr id="1884" name="Google Shape;1884;p45"/>
            <p:cNvSpPr txBox="1"/>
            <p:nvPr/>
          </p:nvSpPr>
          <p:spPr>
            <a:xfrm>
              <a:off x="4618787" y="3818450"/>
              <a:ext cx="922800" cy="448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2400" b="1">
                  <a:solidFill>
                    <a:schemeClr val="accent6"/>
                  </a:solidFill>
                  <a:latin typeface="Chelsea Market"/>
                  <a:ea typeface="Chelsea Market"/>
                  <a:cs typeface="Chelsea Market"/>
                  <a:sym typeface="Chelsea Market"/>
                </a:rPr>
                <a:t>100%</a:t>
              </a:r>
              <a:endParaRPr sz="2400" b="1">
                <a:solidFill>
                  <a:schemeClr val="accent6"/>
                </a:solidFill>
                <a:latin typeface="Chelsea Market"/>
                <a:ea typeface="Chelsea Market"/>
                <a:cs typeface="Chelsea Market"/>
                <a:sym typeface="Chelsea Market"/>
              </a:endParaRPr>
            </a:p>
          </p:txBody>
        </p:sp>
      </p:grpSp>
      <p:grpSp>
        <p:nvGrpSpPr>
          <p:cNvPr id="1885" name="Google Shape;1885;p45"/>
          <p:cNvGrpSpPr/>
          <p:nvPr/>
        </p:nvGrpSpPr>
        <p:grpSpPr>
          <a:xfrm>
            <a:off x="5878953" y="1440079"/>
            <a:ext cx="2545054" cy="2265456"/>
            <a:chOff x="1064300" y="1594825"/>
            <a:chExt cx="2004611" cy="2265456"/>
          </a:xfrm>
        </p:grpSpPr>
        <p:sp>
          <p:nvSpPr>
            <p:cNvPr id="1886" name="Google Shape;1886;p45"/>
            <p:cNvSpPr txBox="1"/>
            <p:nvPr/>
          </p:nvSpPr>
          <p:spPr>
            <a:xfrm>
              <a:off x="1064311" y="1594825"/>
              <a:ext cx="2004600" cy="448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GB" sz="2400" b="1">
                  <a:solidFill>
                    <a:schemeClr val="dk1"/>
                  </a:solidFill>
                  <a:latin typeface="Chelsea Market"/>
                  <a:ea typeface="Chelsea Market"/>
                  <a:cs typeface="Chelsea Market"/>
                  <a:sym typeface="Chelsea Market"/>
                </a:rPr>
                <a:t>External debt</a:t>
              </a:r>
              <a:endParaRPr sz="2400" b="1">
                <a:solidFill>
                  <a:schemeClr val="dk1"/>
                </a:solidFill>
                <a:latin typeface="Chelsea Market"/>
                <a:ea typeface="Chelsea Market"/>
                <a:cs typeface="Chelsea Market"/>
                <a:sym typeface="Chelsea Market"/>
              </a:endParaRPr>
            </a:p>
          </p:txBody>
        </p:sp>
        <p:sp>
          <p:nvSpPr>
            <p:cNvPr id="1887" name="Google Shape;1887;p45"/>
            <p:cNvSpPr txBox="1"/>
            <p:nvPr/>
          </p:nvSpPr>
          <p:spPr>
            <a:xfrm>
              <a:off x="1064300" y="2042881"/>
              <a:ext cx="2004600" cy="18174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GB">
                  <a:solidFill>
                    <a:schemeClr val="dk1"/>
                  </a:solidFill>
                  <a:latin typeface="Lato"/>
                  <a:ea typeface="Lato"/>
                  <a:cs typeface="Lato"/>
                  <a:sym typeface="Lato"/>
                </a:rPr>
                <a:t>Mercury is the closest planet to the Sun and the smallest in the Solar System. This planet's name has nothing to do with the liquid metal, since Mercury was named after the Roman messenger god</a:t>
              </a:r>
              <a:endParaRPr>
                <a:solidFill>
                  <a:schemeClr val="dk1"/>
                </a:solidFill>
                <a:latin typeface="Lato"/>
                <a:ea typeface="Lato"/>
                <a:cs typeface="Lato"/>
                <a:sym typeface="Lat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cxnSp>
        <p:nvCxnSpPr>
          <p:cNvPr id="1892" name="Google Shape;1892;p46"/>
          <p:cNvCxnSpPr>
            <a:stCxn id="1893" idx="6"/>
            <a:endCxn id="1894" idx="2"/>
          </p:cNvCxnSpPr>
          <p:nvPr/>
        </p:nvCxnSpPr>
        <p:spPr>
          <a:xfrm>
            <a:off x="2199288" y="1715725"/>
            <a:ext cx="1284900" cy="1112100"/>
          </a:xfrm>
          <a:prstGeom prst="bentConnector3">
            <a:avLst>
              <a:gd name="adj1" fmla="val 49995"/>
            </a:avLst>
          </a:prstGeom>
          <a:noFill/>
          <a:ln w="19050" cap="flat" cmpd="sng">
            <a:solidFill>
              <a:schemeClr val="accent2"/>
            </a:solidFill>
            <a:prstDash val="dash"/>
            <a:round/>
            <a:headEnd type="none" w="med" len="med"/>
            <a:tailEnd type="none" w="med" len="med"/>
          </a:ln>
        </p:spPr>
      </p:cxnSp>
      <p:sp>
        <p:nvSpPr>
          <p:cNvPr id="1895" name="Google Shape;1895;p46"/>
          <p:cNvSpPr txBox="1">
            <a:spLocks noGrp="1"/>
          </p:cNvSpPr>
          <p:nvPr>
            <p:ph type="title"/>
          </p:nvPr>
        </p:nvSpPr>
        <p:spPr>
          <a:xfrm>
            <a:off x="720000" y="540000"/>
            <a:ext cx="7704000" cy="47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accent2"/>
                </a:solidFill>
              </a:rPr>
              <a:t>World</a:t>
            </a:r>
            <a:r>
              <a:rPr lang="en-GB">
                <a:solidFill>
                  <a:schemeClr val="lt1"/>
                </a:solidFill>
              </a:rPr>
              <a:t> </a:t>
            </a:r>
            <a:r>
              <a:rPr lang="en-GB">
                <a:solidFill>
                  <a:schemeClr val="accent5"/>
                </a:solidFill>
              </a:rPr>
              <a:t>geography</a:t>
            </a:r>
            <a:r>
              <a:rPr lang="en-GB">
                <a:solidFill>
                  <a:schemeClr val="lt1"/>
                </a:solidFill>
              </a:rPr>
              <a:t> </a:t>
            </a:r>
            <a:r>
              <a:rPr lang="en-GB">
                <a:solidFill>
                  <a:schemeClr val="accent6"/>
                </a:solidFill>
              </a:rPr>
              <a:t>bundle</a:t>
            </a:r>
            <a:r>
              <a:rPr lang="en-GB">
                <a:solidFill>
                  <a:schemeClr val="lt1"/>
                </a:solidFill>
              </a:rPr>
              <a:t> </a:t>
            </a:r>
            <a:r>
              <a:rPr lang="en-GB">
                <a:solidFill>
                  <a:schemeClr val="accent2"/>
                </a:solidFill>
              </a:rPr>
              <a:t>for</a:t>
            </a:r>
            <a:r>
              <a:rPr lang="en-GB">
                <a:solidFill>
                  <a:schemeClr val="lt1"/>
                </a:solidFill>
              </a:rPr>
              <a:t> middle </a:t>
            </a:r>
            <a:r>
              <a:rPr lang="en-GB">
                <a:solidFill>
                  <a:schemeClr val="accent5"/>
                </a:solidFill>
              </a:rPr>
              <a:t>school</a:t>
            </a:r>
            <a:endParaRPr>
              <a:solidFill>
                <a:schemeClr val="accent5"/>
              </a:solidFill>
            </a:endParaRPr>
          </a:p>
        </p:txBody>
      </p:sp>
      <p:grpSp>
        <p:nvGrpSpPr>
          <p:cNvPr id="1896" name="Google Shape;1896;p46"/>
          <p:cNvGrpSpPr/>
          <p:nvPr/>
        </p:nvGrpSpPr>
        <p:grpSpPr>
          <a:xfrm>
            <a:off x="1069325" y="1446625"/>
            <a:ext cx="1721725" cy="1750364"/>
            <a:chOff x="1069325" y="1446625"/>
            <a:chExt cx="1721725" cy="1750364"/>
          </a:xfrm>
        </p:grpSpPr>
        <p:sp>
          <p:nvSpPr>
            <p:cNvPr id="1893" name="Google Shape;1893;p46"/>
            <p:cNvSpPr/>
            <p:nvPr/>
          </p:nvSpPr>
          <p:spPr>
            <a:xfrm>
              <a:off x="1661088" y="1446625"/>
              <a:ext cx="538200" cy="538200"/>
            </a:xfrm>
            <a:prstGeom prst="ellipse">
              <a:avLst/>
            </a:prstGeom>
            <a:solidFill>
              <a:schemeClr val="accent2"/>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1</a:t>
              </a:r>
              <a:endParaRPr>
                <a:solidFill>
                  <a:schemeClr val="dk1"/>
                </a:solidFill>
              </a:endParaRPr>
            </a:p>
          </p:txBody>
        </p:sp>
        <p:grpSp>
          <p:nvGrpSpPr>
            <p:cNvPr id="1897" name="Google Shape;1897;p46"/>
            <p:cNvGrpSpPr/>
            <p:nvPr/>
          </p:nvGrpSpPr>
          <p:grpSpPr>
            <a:xfrm>
              <a:off x="1069325" y="2213431"/>
              <a:ext cx="1721725" cy="983557"/>
              <a:chOff x="1069325" y="1271394"/>
              <a:chExt cx="1721725" cy="983557"/>
            </a:xfrm>
          </p:grpSpPr>
          <p:sp>
            <p:nvSpPr>
              <p:cNvPr id="1898" name="Google Shape;1898;p46"/>
              <p:cNvSpPr txBox="1"/>
              <p:nvPr/>
            </p:nvSpPr>
            <p:spPr>
              <a:xfrm>
                <a:off x="1069325" y="1271394"/>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Politics</a:t>
                </a:r>
                <a:endParaRPr sz="2400" b="1">
                  <a:solidFill>
                    <a:schemeClr val="dk1"/>
                  </a:solidFill>
                  <a:latin typeface="Chelsea Market"/>
                  <a:ea typeface="Chelsea Market"/>
                  <a:cs typeface="Chelsea Market"/>
                  <a:sym typeface="Chelsea Market"/>
                </a:endParaRPr>
              </a:p>
            </p:txBody>
          </p:sp>
          <p:sp>
            <p:nvSpPr>
              <p:cNvPr id="1899" name="Google Shape;1899;p46"/>
              <p:cNvSpPr txBox="1"/>
              <p:nvPr/>
            </p:nvSpPr>
            <p:spPr>
              <a:xfrm>
                <a:off x="1069350" y="1607251"/>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Mercury is quite a small planet</a:t>
                </a:r>
                <a:endParaRPr>
                  <a:solidFill>
                    <a:schemeClr val="dk1"/>
                  </a:solidFill>
                  <a:latin typeface="Lato"/>
                  <a:ea typeface="Lato"/>
                  <a:cs typeface="Lato"/>
                  <a:sym typeface="Lato"/>
                </a:endParaRPr>
              </a:p>
            </p:txBody>
          </p:sp>
        </p:grpSp>
      </p:grpSp>
      <p:grpSp>
        <p:nvGrpSpPr>
          <p:cNvPr id="1900" name="Google Shape;1900;p46"/>
          <p:cNvGrpSpPr/>
          <p:nvPr/>
        </p:nvGrpSpPr>
        <p:grpSpPr>
          <a:xfrm>
            <a:off x="2892317" y="2558750"/>
            <a:ext cx="1721705" cy="1750364"/>
            <a:chOff x="2892317" y="2558750"/>
            <a:chExt cx="1721705" cy="1750364"/>
          </a:xfrm>
        </p:grpSpPr>
        <p:grpSp>
          <p:nvGrpSpPr>
            <p:cNvPr id="1901" name="Google Shape;1901;p46"/>
            <p:cNvGrpSpPr/>
            <p:nvPr/>
          </p:nvGrpSpPr>
          <p:grpSpPr>
            <a:xfrm>
              <a:off x="2892317" y="3325556"/>
              <a:ext cx="1721705" cy="983557"/>
              <a:chOff x="2892317" y="1271394"/>
              <a:chExt cx="1721705" cy="983557"/>
            </a:xfrm>
          </p:grpSpPr>
          <p:sp>
            <p:nvSpPr>
              <p:cNvPr id="1902" name="Google Shape;1902;p46"/>
              <p:cNvSpPr txBox="1"/>
              <p:nvPr/>
            </p:nvSpPr>
            <p:spPr>
              <a:xfrm>
                <a:off x="2892317" y="1271394"/>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Religion</a:t>
                </a:r>
                <a:endParaRPr sz="2400" b="1">
                  <a:solidFill>
                    <a:schemeClr val="dk1"/>
                  </a:solidFill>
                  <a:latin typeface="Chelsea Market"/>
                  <a:ea typeface="Chelsea Market"/>
                  <a:cs typeface="Chelsea Market"/>
                  <a:sym typeface="Chelsea Market"/>
                </a:endParaRPr>
              </a:p>
            </p:txBody>
          </p:sp>
          <p:sp>
            <p:nvSpPr>
              <p:cNvPr id="1903" name="Google Shape;1903;p46"/>
              <p:cNvSpPr txBox="1"/>
              <p:nvPr/>
            </p:nvSpPr>
            <p:spPr>
              <a:xfrm>
                <a:off x="2892322" y="1607251"/>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Despite being red, Mars is cold</a:t>
                </a:r>
                <a:endParaRPr>
                  <a:solidFill>
                    <a:schemeClr val="dk1"/>
                  </a:solidFill>
                  <a:latin typeface="Lato"/>
                  <a:ea typeface="Lato"/>
                  <a:cs typeface="Lato"/>
                  <a:sym typeface="Lato"/>
                </a:endParaRPr>
              </a:p>
            </p:txBody>
          </p:sp>
        </p:grpSp>
        <p:sp>
          <p:nvSpPr>
            <p:cNvPr id="1894" name="Google Shape;1894;p46"/>
            <p:cNvSpPr/>
            <p:nvPr/>
          </p:nvSpPr>
          <p:spPr>
            <a:xfrm>
              <a:off x="3484063" y="2558750"/>
              <a:ext cx="538200" cy="538200"/>
            </a:xfrm>
            <a:prstGeom prst="ellipse">
              <a:avLst/>
            </a:prstGeom>
            <a:solidFill>
              <a:schemeClr val="accent4"/>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2</a:t>
              </a:r>
              <a:endParaRPr>
                <a:solidFill>
                  <a:schemeClr val="dk1"/>
                </a:solidFill>
              </a:endParaRPr>
            </a:p>
          </p:txBody>
        </p:sp>
      </p:grpSp>
      <p:grpSp>
        <p:nvGrpSpPr>
          <p:cNvPr id="1904" name="Google Shape;1904;p46"/>
          <p:cNvGrpSpPr/>
          <p:nvPr/>
        </p:nvGrpSpPr>
        <p:grpSpPr>
          <a:xfrm>
            <a:off x="4715275" y="1446625"/>
            <a:ext cx="1721700" cy="1750294"/>
            <a:chOff x="4715275" y="1446625"/>
            <a:chExt cx="1721700" cy="1750294"/>
          </a:xfrm>
        </p:grpSpPr>
        <p:grpSp>
          <p:nvGrpSpPr>
            <p:cNvPr id="1905" name="Google Shape;1905;p46"/>
            <p:cNvGrpSpPr/>
            <p:nvPr/>
          </p:nvGrpSpPr>
          <p:grpSpPr>
            <a:xfrm>
              <a:off x="4715275" y="2213510"/>
              <a:ext cx="1721700" cy="983410"/>
              <a:chOff x="4715275" y="3528810"/>
              <a:chExt cx="1721700" cy="983410"/>
            </a:xfrm>
          </p:grpSpPr>
          <p:sp>
            <p:nvSpPr>
              <p:cNvPr id="1906" name="Google Shape;1906;p46"/>
              <p:cNvSpPr txBox="1"/>
              <p:nvPr/>
            </p:nvSpPr>
            <p:spPr>
              <a:xfrm>
                <a:off x="4715275" y="3528810"/>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Culture</a:t>
                </a:r>
                <a:endParaRPr sz="2400" b="1">
                  <a:solidFill>
                    <a:schemeClr val="dk1"/>
                  </a:solidFill>
                  <a:latin typeface="Chelsea Market"/>
                  <a:ea typeface="Chelsea Market"/>
                  <a:cs typeface="Chelsea Market"/>
                  <a:sym typeface="Chelsea Market"/>
                </a:endParaRPr>
              </a:p>
            </p:txBody>
          </p:sp>
          <p:sp>
            <p:nvSpPr>
              <p:cNvPr id="1907" name="Google Shape;1907;p46"/>
              <p:cNvSpPr txBox="1"/>
              <p:nvPr/>
            </p:nvSpPr>
            <p:spPr>
              <a:xfrm>
                <a:off x="4715275" y="3864519"/>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Jupiter is an enormous planet</a:t>
                </a:r>
                <a:endParaRPr>
                  <a:solidFill>
                    <a:schemeClr val="dk1"/>
                  </a:solidFill>
                  <a:latin typeface="Lato"/>
                  <a:ea typeface="Lato"/>
                  <a:cs typeface="Lato"/>
                  <a:sym typeface="Lato"/>
                </a:endParaRPr>
              </a:p>
            </p:txBody>
          </p:sp>
        </p:grpSp>
        <p:sp>
          <p:nvSpPr>
            <p:cNvPr id="1908" name="Google Shape;1908;p46"/>
            <p:cNvSpPr/>
            <p:nvPr/>
          </p:nvSpPr>
          <p:spPr>
            <a:xfrm>
              <a:off x="5307038" y="1446625"/>
              <a:ext cx="538200" cy="538200"/>
            </a:xfrm>
            <a:prstGeom prst="ellipse">
              <a:avLst/>
            </a:prstGeom>
            <a:solidFill>
              <a:schemeClr val="accent5"/>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3</a:t>
              </a:r>
              <a:endParaRPr>
                <a:solidFill>
                  <a:schemeClr val="dk1"/>
                </a:solidFill>
              </a:endParaRPr>
            </a:p>
          </p:txBody>
        </p:sp>
      </p:grpSp>
      <p:grpSp>
        <p:nvGrpSpPr>
          <p:cNvPr id="1909" name="Google Shape;1909;p46"/>
          <p:cNvGrpSpPr/>
          <p:nvPr/>
        </p:nvGrpSpPr>
        <p:grpSpPr>
          <a:xfrm>
            <a:off x="6538244" y="2558750"/>
            <a:ext cx="1721723" cy="1750294"/>
            <a:chOff x="6538244" y="2558750"/>
            <a:chExt cx="1721723" cy="1750294"/>
          </a:xfrm>
        </p:grpSpPr>
        <p:grpSp>
          <p:nvGrpSpPr>
            <p:cNvPr id="1910" name="Google Shape;1910;p46"/>
            <p:cNvGrpSpPr/>
            <p:nvPr/>
          </p:nvGrpSpPr>
          <p:grpSpPr>
            <a:xfrm>
              <a:off x="6538244" y="3325635"/>
              <a:ext cx="1721723" cy="983410"/>
              <a:chOff x="6538244" y="3528810"/>
              <a:chExt cx="1721723" cy="983410"/>
            </a:xfrm>
          </p:grpSpPr>
          <p:sp>
            <p:nvSpPr>
              <p:cNvPr id="1911" name="Google Shape;1911;p46"/>
              <p:cNvSpPr txBox="1"/>
              <p:nvPr/>
            </p:nvSpPr>
            <p:spPr>
              <a:xfrm>
                <a:off x="6538267" y="3528810"/>
                <a:ext cx="1721700" cy="38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2400" b="1">
                    <a:solidFill>
                      <a:schemeClr val="dk1"/>
                    </a:solidFill>
                    <a:latin typeface="Chelsea Market"/>
                    <a:ea typeface="Chelsea Market"/>
                    <a:cs typeface="Chelsea Market"/>
                    <a:sym typeface="Chelsea Market"/>
                  </a:rPr>
                  <a:t>Food</a:t>
                </a:r>
                <a:endParaRPr sz="2400" b="1">
                  <a:solidFill>
                    <a:schemeClr val="dk1"/>
                  </a:solidFill>
                  <a:latin typeface="Chelsea Market"/>
                  <a:ea typeface="Chelsea Market"/>
                  <a:cs typeface="Chelsea Market"/>
                  <a:sym typeface="Chelsea Market"/>
                </a:endParaRPr>
              </a:p>
            </p:txBody>
          </p:sp>
          <p:sp>
            <p:nvSpPr>
              <p:cNvPr id="1912" name="Google Shape;1912;p46"/>
              <p:cNvSpPr txBox="1"/>
              <p:nvPr/>
            </p:nvSpPr>
            <p:spPr>
              <a:xfrm>
                <a:off x="6538244" y="3864519"/>
                <a:ext cx="1721700" cy="647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en-GB">
                    <a:solidFill>
                      <a:schemeClr val="dk1"/>
                    </a:solidFill>
                    <a:latin typeface="Lato"/>
                    <a:ea typeface="Lato"/>
                    <a:cs typeface="Lato"/>
                    <a:sym typeface="Lato"/>
                  </a:rPr>
                  <a:t>Saturn is a gas giant and has rings</a:t>
                </a:r>
                <a:endParaRPr>
                  <a:solidFill>
                    <a:schemeClr val="dk1"/>
                  </a:solidFill>
                  <a:latin typeface="Lato"/>
                  <a:ea typeface="Lato"/>
                  <a:cs typeface="Lato"/>
                  <a:sym typeface="Lato"/>
                </a:endParaRPr>
              </a:p>
            </p:txBody>
          </p:sp>
        </p:grpSp>
        <p:sp>
          <p:nvSpPr>
            <p:cNvPr id="1913" name="Google Shape;1913;p46"/>
            <p:cNvSpPr/>
            <p:nvPr/>
          </p:nvSpPr>
          <p:spPr>
            <a:xfrm>
              <a:off x="7130013" y="2558750"/>
              <a:ext cx="538200" cy="538200"/>
            </a:xfrm>
            <a:prstGeom prst="ellipse">
              <a:avLst/>
            </a:prstGeom>
            <a:solidFill>
              <a:schemeClr val="lt1"/>
            </a:solid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a:solidFill>
                    <a:schemeClr val="dk1"/>
                  </a:solidFill>
                  <a:latin typeface="Chelsea Market"/>
                  <a:ea typeface="Chelsea Market"/>
                  <a:cs typeface="Chelsea Market"/>
                  <a:sym typeface="Chelsea Market"/>
                </a:rPr>
                <a:t>4</a:t>
              </a:r>
              <a:endParaRPr>
                <a:solidFill>
                  <a:schemeClr val="dk1"/>
                </a:solidFill>
              </a:endParaRPr>
            </a:p>
          </p:txBody>
        </p:sp>
      </p:grpSp>
      <p:cxnSp>
        <p:nvCxnSpPr>
          <p:cNvPr id="1914" name="Google Shape;1914;p46"/>
          <p:cNvCxnSpPr>
            <a:stCxn id="1894" idx="6"/>
            <a:endCxn id="1908" idx="2"/>
          </p:cNvCxnSpPr>
          <p:nvPr/>
        </p:nvCxnSpPr>
        <p:spPr>
          <a:xfrm rot="10800000" flipH="1">
            <a:off x="4022263" y="1715750"/>
            <a:ext cx="1284900" cy="1112100"/>
          </a:xfrm>
          <a:prstGeom prst="bentConnector3">
            <a:avLst>
              <a:gd name="adj1" fmla="val 49995"/>
            </a:avLst>
          </a:prstGeom>
          <a:noFill/>
          <a:ln w="19050" cap="flat" cmpd="sng">
            <a:solidFill>
              <a:schemeClr val="accent2"/>
            </a:solidFill>
            <a:prstDash val="dash"/>
            <a:round/>
            <a:headEnd type="none" w="med" len="med"/>
            <a:tailEnd type="none" w="med" len="med"/>
          </a:ln>
        </p:spPr>
      </p:cxnSp>
      <p:cxnSp>
        <p:nvCxnSpPr>
          <p:cNvPr id="1915" name="Google Shape;1915;p46"/>
          <p:cNvCxnSpPr>
            <a:stCxn id="1908" idx="6"/>
            <a:endCxn id="1913" idx="2"/>
          </p:cNvCxnSpPr>
          <p:nvPr/>
        </p:nvCxnSpPr>
        <p:spPr>
          <a:xfrm>
            <a:off x="5845238" y="1715725"/>
            <a:ext cx="1284900" cy="1112100"/>
          </a:xfrm>
          <a:prstGeom prst="bentConnector3">
            <a:avLst>
              <a:gd name="adj1" fmla="val 49995"/>
            </a:avLst>
          </a:prstGeom>
          <a:noFill/>
          <a:ln w="19050" cap="flat" cmpd="sng">
            <a:solidFill>
              <a:schemeClr val="accent2"/>
            </a:solidFill>
            <a:prstDash val="dash"/>
            <a:round/>
            <a:headEnd type="none" w="med" len="med"/>
            <a:tailEnd type="none" w="med" len="med"/>
          </a:ln>
        </p:spPr>
      </p:cxnSp>
    </p:spTree>
  </p:cSld>
  <p:clrMapOvr>
    <a:masterClrMapping/>
  </p:clrMapOvr>
</p:sld>
</file>

<file path=ppt/theme/theme1.xml><?xml version="1.0" encoding="utf-8"?>
<a:theme xmlns:a="http://schemas.openxmlformats.org/drawingml/2006/main" name="World Geography Bundle for Middle School Infographics by Slidesgo">
  <a:themeElements>
    <a:clrScheme name="Simple Light">
      <a:dk1>
        <a:srgbClr val="3F2D1B"/>
      </a:dk1>
      <a:lt1>
        <a:srgbClr val="F4D0A4"/>
      </a:lt1>
      <a:dk2>
        <a:srgbClr val="FFFCF4"/>
      </a:dk2>
      <a:lt2>
        <a:srgbClr val="736357"/>
      </a:lt2>
      <a:accent1>
        <a:srgbClr val="A57B51"/>
      </a:accent1>
      <a:accent2>
        <a:srgbClr val="F3B6B3"/>
      </a:accent2>
      <a:accent3>
        <a:srgbClr val="F7E7CD"/>
      </a:accent3>
      <a:accent4>
        <a:srgbClr val="FFF3AE"/>
      </a:accent4>
      <a:accent5>
        <a:srgbClr val="B2D895"/>
      </a:accent5>
      <a:accent6>
        <a:srgbClr val="B8E8D1"/>
      </a:accent6>
      <a:hlink>
        <a:srgbClr val="3F2D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7369</Words>
  <Application>WPS Office WWO_wpscloud_20250326182431-11448cd808</Application>
  <PresentationFormat>全屏显示(16:9)</PresentationFormat>
  <Paragraphs>706</Paragraphs>
  <Slides>31</Slides>
  <Notes>31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Arial</vt:lpstr>
      <vt:lpstr>Chelsea Market</vt:lpstr>
      <vt:lpstr>Lato</vt:lpstr>
      <vt:lpstr>Anton</vt:lpstr>
      <vt:lpstr>Roboto</vt:lpstr>
      <vt:lpstr>書體坊多寶塔顏體 繁U</vt:lpstr>
      <vt:lpstr>Lora</vt:lpstr>
      <vt:lpstr>Unlock</vt:lpstr>
      <vt:lpstr>汉仪书宋二KW</vt:lpstr>
      <vt:lpstr>World Geography Bundle for Middle School Infographics by Slidesgo</vt:lpstr>
      <vt:lpstr>World Geography Bundle for Middle School Infographics</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lpstr>World geography bundle for middle school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Geography Bundle for Middle School Infographics</dc:title>
  <dc:creator/>
  <cp:lastModifiedBy>沈 艺劼</cp:lastModifiedBy>
  <dcterms:created xsi:type="dcterms:W3CDTF">2025-06-06T16:07:38Z</dcterms:created>
  <dcterms:modified xsi:type="dcterms:W3CDTF">2025-06-06T16:07:38Z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04F7DB05991C195A4A124368CBDBADCB_42</vt:lpwstr>
  </property>
  <property fmtid="{D5CDD505-2E9C-101B-9397-08002B2CF9AE}" pid="3" name="KSOProductBuildVer">
    <vt:lpwstr>2052-0.0.0.0</vt:lpwstr>
  </property>
</Properties>
</file>